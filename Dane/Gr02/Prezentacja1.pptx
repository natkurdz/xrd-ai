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ink/ink10.xml" ContentType="application/inkml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14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8.xml" ContentType="application/inkml+xml"/>
  <Override PartName="/ppt/ink/ink7.xml" ContentType="application/inkml+xml"/>
  <Override PartName="/ppt/ink/ink9.xml" ContentType="application/inkml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30" autoAdjust="0"/>
    <p:restoredTop sz="94660"/>
  </p:normalViewPr>
  <p:slideViewPr>
    <p:cSldViewPr snapToGrid="0">
      <p:cViewPr varScale="1">
        <p:scale>
          <a:sx n="64" d="100"/>
          <a:sy n="64" d="100"/>
        </p:scale>
        <p:origin x="45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18T06:32:19.873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1125 904 102 0,'-6'0'280'0,"-2"0"134"0,0 2 83 0,-3-1-65 16,3 0-45-16,-3 2 24 0,3-1 45 0,0-1 37 16,2 4 7-16,6-5-45 0,-5-2-55 15,-1-1-65-15,6 3-53 0,0 0-39 0,0 0-23 16,0 0-19-16,0 0-3 0,0 0-14 0,0 0-22 15,0 0-23-15,6 0-22 0,4 0-15 0,1 0-20 16,1 0-11-16,4 0-11 0,0 3-10 0,3-1-11 16,0-2-7-16,3 2-10 0,0 1-7 0,-1 1-4 15,4 0-2-15,-1 0-2 0,-2 2-2 0,-1-2 0 16,-1 2 1-16,-3 2 0 0,-4-2-1 0,0 1 2 16,-4 2 3-16,-4 3 5 0,-2-3 4 0,-3 5 3 15,-5-1 1-15,-3 3 3 0,-4 2 0 0,-1 1-2 16,-4 3-2-16,-2 0-3 0,-2 4 0 0,-4 3-2 15,1 1-2-15,0 2-1 0,-1-1-1 0,2 2 1 16,-1-2 0-16,6-1-2 0,-1-1-3 0,5-6-2 16,2 2-1-16,2-7-3 0,5 0-1 15,2-4-2-15,3 2 0 0,3-4 0 0,2 0 0 16,3-3-1-16,2-1 0 0,2 2 1 0,1-3-1 16,1-2 1-16,2 1 0 0,-1-1 0 15,0 0 1-15,0 0-1 0,0-2 1 0,-1 1 4 16,-1 1-2-16,-2-2 3 0,1 0-4 0,-2 0-1 15,1 0-3-15,0-2-10 0,2-1-6 0,1-1-13 16,2 0-13-16,3-4-20 0,-3-1-40 0,3-2-65 16,-2 2-69-16,-6-6-146 0,-3 1-235 0,2 1-302 0,-1-2-296 15,0-1-208-15,1-2 9 0,-4 0 559 0</inkml:trace>
  <inkml:trace contextRef="#ctx0" brushRef="#br0" timeOffset="347.73">1758 883 516 0,'-2'-3'1032'0,"2"0"276"0,-3 2-30 0,3-1-268 15,2 2-329-15,-1 3-212 0,-2-2-117 0,-1 3-76 0,-1 0-68 16,-2 2-68-16,2 4-47 0,-3 1-26 0,1 3-19 15,0 4-9-15,0 1-7 0,-1 5-5 0,-3 2-5 0,4 1-5 16,0 3-4-16,0 1-4 0,0 3-2 0,2-1-2 16,0 2-2-16,-1 1-1 0,4 1-1 0,-2 0-1 0,4-3 0 15,-2 1 0-15,4-2 1 0,1-3 0 16,0 2 1-16,-1-3 1 0,3-3-1 0,4-1-1 16,-2-4-1-16,1-1-2 0,2-4 0 0,3-1-2 0,0-3 2 15,1-4-1-15,3-1 0 0,-1-4 0 16,4-3 0-16,3-2 0 0,-1 0 1 0,0-4-1 0,3 0-3 15,-1-3-5-15,3 0-5 0,-2 0-6 0,-1-1-17 16,1-1-34-16,-4 1-55 0,0-3-56 0,-1 1-67 16,-4-3-139-16,-1 2-192 0,0-1-278 0,-4-1-230 15,-2 0-210-15,0 2-47 0,-3-2 432 0,-3 0 507 16</inkml:trace>
  <inkml:trace contextRef="#ctx0" brushRef="#br0" timeOffset="581.87">1641 975 107 0,'-2'0'389'0,"4"-2"260"16,4 0 247-16,7 1-22 0,-2-2-166 0,4 0-141 0,0-3-89 16,4-3-67-16,0 2-51 0,6-2-48 0,2 1-30 15,1 2-25-15,1-1-29 0,1-1-40 0,0 2-51 16,-2-1-41-16,-1 2-41 0,-2 1-26 0,-1 0-13 15,0 3 0-15,-4 1-8 0,-2 1-27 0,1 3-63 0,-6 0-84 16,-1 1-160-16,-4 0-288 0,-5 3-311 16,1 1-330-16,-6 3-213 0,0 2 127 0,-6-2 628 0</inkml:trace>
  <inkml:trace contextRef="#ctx0" brushRef="#br0" timeOffset="781.63">1606 1253 23 0,'-11'8'604'0,"3"0"567"16,0-4 179-16,5 0-146 0,3 1-314 0,3-1-349 0,2-2-167 16,2-1-101-16,2 1-43 0,0-2-29 0,2-2-33 15,2 1-52-15,4-1-39 0,1-3-25 0,2-1-16 0,4-2-12 16,0 1-6-16,3-1-7 0,1 0-5 0,2 2-3 16,0 0-5-16,0-1-19 0,0 3-62 0,-3 2-89 15,1 2-174-15,-4 0-280 0,-3 2-323 0,-1 1-372 16,1 1-247-16,-4 1 146 0,-1 1 702 0</inkml:trace>
  <inkml:trace contextRef="#ctx0" brushRef="#br0" timeOffset="1581.78">2381 979 8 0,'1'0'339'0,"3"0"296"16,-2 0 257-16,2 2 41 0,-3-1-188 16,2 0-169-16,-1 2-124 0,1-2-79 0,0 1-3 15,4 5 10-15,-1 4-30 0,3 1-41 0,-1 4-38 0,0 1-39 16,2 5-55-16,-4 0-52 0,0 7-31 15,1 3-20-15,-2 3-14 0,-4 5-10 0,2-1-11 0,-3 7-11 16,-3-2-5-16,2 2-7 0,-2-1-3 0,-1-1-1 16,-2 2-2-16,1-5 0 0,-1 0-1 0,-2-2 1 15,2-4 0-15,-1-2 0 0,-1-5 0 0,2-5-1 16,1-3-1-16,2-3-2 0,0-6-2 0,0-1-1 16,0-4 0-16,1-6-2 0,0-2-1 0,2-9 0 15,0-6-1-15,2-4 0 0,1-5-1 0,2-8 0 16,3-3 1-16,1-5 0 0,2-3 1 15,2-5 1-15,1 0 1 0,1-3 0 0,3 0 0 0,0 4-2 16,-1 0 0-16,2 3 0 0,-1 4-2 0,1 5 0 16,-1 4 0-16,-2 3 0 0,2 5-1 0,-4 2 1 15,0 6 1-15,-1 2 0 0,-2 4 0 0,0 3 2 16,-3 2 0-16,2 3 1 0,-1 1 2 0,-3 4 0 16,2 2 2-16,-3 2 0 0,-2 3 3 0,0 0 2 15,2 3 2-15,-4 1 2 0,-1 5 3 0,-4-2 1 16,2 3 5-16,-2 1 0 0,-1 4 2 0,-2 0 2 15,-1 2-1-15,-1 1 0 0,1-1-4 0,-2-1-3 16,0 3-3-16,3-3-5 0,-2 2-3 0,2-2-3 16,-2-2-3-16,3-1-1 0,1 0-1 0,0-1 0 0,2-3-1 15,1 1 0-15,2-4 1 0,0 2-2 0,2-4 1 16,1 0-2-16,2 1 0 0,1-2 0 0,1-1-2 16,2-2 1-16,0 0-1 0,3-5-3 0,2 1-6 15,0-4-10-15,5-1-12 0,-3-3-15 0,4-3-21 16,2-3-32-16,-1 0-64 0,3-3-57 0,1-2-73 15,-1 0-116-15,-1-3-174 0,-2-1-265 0,3 2-208 16,1-2-203-16,0 0-53 0,-2 0 339 0,2-2 496 16</inkml:trace>
  <inkml:trace contextRef="#ctx0" brushRef="#br0" timeOffset="1897.3">3279 1105 324 0,'-8'9'1003'16,"-2"2"421"-16,-1 8-20 0,0 2-252 0,0 8-419 15,0 5-266-15,0 5-155 0,3 3-91 0,0 6-60 16,5 2-48-16,3 4-33 0,3 1-22 0,5 0-16 0,5-2-11 16,6-2-10-16,4-7-9 0,7-6-7 15,2-9-2-15,6-8-3 0,2-7 0 0,2-10-1 16,1-8 0-16,0-7-1 0,1-10 3 0,-5-5-2 16,0-10-2-16,-3-5 3 0,-3-4-3 0,-6-2-1 15,-5-5-3-15,-3-1 1 0,-10 2 5 0,-4-1 1 16,-8 1 13-16,-3-1 11 0,-8 3 9 0,-4 0 14 15,-6 2 10-15,-4 3-1 0,-4 4-3 0,-4 6-9 16,-5 5-8-16,-3 7-13 0,-1 6-10 0,-4 9-6 0,3 7-5 16,2 6-1-16,1 8-2 0,4 3-2 15,4 7 0-15,5 4-2 0,6 1-6 0,7 3-11 16,4 4-17-16,4 3-28 0,6 2-69 0,1-1-92 0,7 2-184 16,4-3-280-16,1-1-329 0,7-4-383 0,2-3-226 15,3-3 174-15,2-4 768 0</inkml:trace>
  <inkml:trace contextRef="#ctx0" brushRef="#br0" timeOffset="3130.98">983 2353 187 0,'-37'1'422'0,"1"2"238"0,3-3 234 16,4 2-111-16,4 0-111 0,3-2-60 0,3 0-73 16,3 0-93-16,1 0-114 0,5 0-105 0,2 0-75 15,8 0-54-15,0 0-28 0,0 0 13 0,3-2 19 16,7-3 23-16,2 0 11 0,3 0-2 15,2-2-4-15,-1 1-24 0,3 0-16 0,0-2-14 16,1 4-2-16,1-1-2 0,4 2-1 16,-1 2 0-16,5 2-1 0,2 1-2 0,4 2-7 15,4 2-6-15,4 2-5 0,3 2-8 0,1-1-8 16,4 1-7-16,6 3 0 0,4-3-2 0,6 1-3 16,4-1-1-16,2 0-2 0,3 1 1 0,0-3-2 0,1 1-1 15,1-1 1-15,1 0 1 0,1-2 1 16,-1 0 3-16,2 1 1 0,1-1 1 0,-1-1 0 15,1 1-1-15,-3-3 0 0,-2 0 4 0,1-1-7 16,-2 1-21-16,-2-3 0 0,2-3 0 0,-2 1 0 16,2-1 0-16,-3-1 0 0,-2-1 0 0,-1-1 0 15,-1 0 0-15,-6 0 0 0,-1 2 0 0,-5-1 0 16,-3 2 0-16,-2 0 0 0,-5 2 0 0,-2 1 0 16,-4 1 0-16,0 1 0 0,-5 1 0 0,-1 0 0 15,-5 1 0-15,0-1 0 0,-5 2 0 0,-1-1 0 16,-5-1 0-16,-2 2 0 0,-2-4 0 15,-3 2 0-15,-2 0 0 0,-2-2 0 0,-3 1 0 16,2 1 0-16,-5-3 0 0,1 0 0 0,0 0 0 16,-1 2 0-16,0-2 0 0,-1 0 0 15,-1 0 0-15,0 0 0 0,2 0 0 0,-2 0 0 16,0 0 0-16,1 0 0 0,-1 0 0 0,0 0 0 16,0 0 0-16,0 0 0 0,0 0 0 0,0 3 0 15,0-3 0-15,0 0 0 0,0 0 0 0,0 0 0 16,0 0 0-16,-1 1 0 0,1-1 0 15,-2 0 0-15,2 0 0 0,0 2 0 0,-1-1 0 16,-1 0 0-16,0 2 0 0,-1 1 0 0,0 2 0 16,1-2 0-16,-4 4 0 0,2-1 0 15,-3 1-77-15,-3-1-158 0,0 2-181 0,0 0-282 16,-1 0-344-16,0 1-409 0,0-3-283 0,1-1 109 16,-4-3 871-16</inkml:trace>
  <inkml:trace contextRef="#ctx0" brushRef="#br0" timeOffset="4848.13">15451 6111 350 0,'-3'-2'732'0,"-3"2"335"0,3 0 92 15,-2 2-312-15,2-2-251 0,0 0-157 0,0 3-105 16,-1-2-73-16,3 2-55 0,-1 1-37 16,1 0-32-16,-1 0-25 0,2 1-32 0,0-1-32 15,0 1-20-15,2-1-12 0,-1-1-7 0,1 2-5 16,-1-2-4-16,1-2 4 0,0 2 11 15,-1-3 20-15,2 2 28 0,-1-1 24 0,1-1 17 16,-3-1 11-16,2-1 2 0,0 0-12 16,-2 1-15-16,0-2-16 0,0-1-12 0,-4 1-8 15,4-2-6-15,-1 2-6 0,-1 0-4 0,0 2-2 16,2-2-2-16,-1 2-6 0,-1-1-3 0,2 0-5 16,-1 2-5-16,1 0-5 0,0-1-3 15,0 1-2-15,0 0-3 0,0 0-1 0,0 0-1 16,0 0 0-16,-2 0-3 0,2 0 0 15,0 0-3-15,0 0 0 0,0 1-12 0,0-1-24 16,0 2-74-16,0 1-99 0,0-2-204 0,0 1-294 16,-2-1-348-16,2 2-414 0,-1-1-205 15,-2-2 278-15,1 0 817 0</inkml:trace>
  <inkml:trace contextRef="#ctx0" brushRef="#br0" timeOffset="8982.98">9706 5689 65 0,'2'-1'359'0,"-1"-2"243"0,-1 2 213 15,3-1-13-15,-3 0-146 0,0 1-103 16,2 1-83-16,-2-1-68 0,0 1-61 0,2 0-72 16,-2-2-65-16,0 2-47 0,0 2-12 0,2-2 15 15,-2 0 20-15,0 1 17 0,0-1-7 16,0 1-16-16,0-1-32 0,0 2-40 0,0 1-34 15,0 0-26-15,0 2-15 0,0 2-9 16,0 2-3-16,0-1-2 0,-2 3-2 0,2 3 1 16,-2-1 4-16,2 0 3 0,-2 3 2 15,2 0-2-15,-3 1-1 0,3 1-3 0,-1-2-6 16,-1 4-3-16,2-2-3 0,-2 2-3 0,2-1-1 16,-1 0 1-16,1 2 0 0,-2-1 0 0,2-2-3 15,0-1 4-15,0 2-1 0,0-4 0 16,0 1 0-16,2-1-1 0,-2-1 4 0,0 1-2 15,0 0 2-15,0 0 0 0,-2-1 0 0,2 2 2 16,0-3-1-16,-1 1 0 0,1-4-1 16,-2 1 1-16,2-1-3 0,0-3 0 0,-2 1-2 15,2-2 0-15,0-1 0 0,0-1 1 0,0 0-2 16,0-1 1-16,0-3 1 0,0 4 0 16,0-2 0-16,0-2-1 0,0 1 1 0,0 0 0 15,0-1-3-15,0 0 2 0,0 2-2 16,0-2 3-16,2 0-1 0,-2 0 1 0,0 0 1 15,0 0-1-15,0 0 0 0,2 0 0 0,-2 0 0 16,1 0 0-16,-1 0-3 0,3 0 3 16,-1 2-2-16,1-2 0 0,0 0-1 0,1 1 2 15,0-1 1-15,-1 0-1 0,2 0 0 16,1 1 1-16,-1 1 0 0,2-2 0 0,0 1 1 16,1 1 0-16,-1 1 3 0,-1-2 0 0,3 2-1 15,-1-1-1-15,0 1 0 0,0 0 0 16,1 0-1-16,1-1 0 0,-2 0 7 0,3 1 5 15,-3 0 3-15,3-1 2 0,-2 0 0 16,1 0 1-16,0 0-6 0,0-1-4 0,0 0-1 0,0 1-10 16,2-2-4-16,-2 3-2 0,-1-3-1 15,2 0-1-15,0 0-1 0,1 2 7 0,-2-2 2 16,1 0 1-16,1 0 0 0,0-2 0 16,-1 2 0-16,2 0 1 0,-2 0 0 0,0 0 0 15,1-3 0-15,0 3 0 0,-1 0 0 16,3-2 0-16,-3 2 0 0,3-1 0 0,-1 1 1 15,1 0 0-15,-1-1 0 0,0 1-1 0,2 0 2 16,-2-2-2-16,1 2 0 0,-1-2 1 16,2 2-1-16,-2 0-1 0,1 0 6 0,1 0 6 15,0 0 0-15,-2 0 1 0,2 0 0 16,0 2 0-16,-2 0-6 0,3-2-2 0,-2 1-3 16,0 0-1-16,1 1 0 0,0 1-1 0,-2-3-2 15,2 2 0-15,0-2 0 0,-1 0 0 0,2 0 2 16,-2 0 0-16,2 0 0 0,-2 0 1 15,2-2 0-15,-3 2 2 0,3-3 0 0,-2 1 0 16,0 1 1-16,0 0 1 0,0-1-1 16,-1 0-1-16,1 0 0 0,-1 2-1 0,1-2-1 15,0 0 1-15,-1 1 1 0,1 0-2 0,-1-1 1 16,3 2 0-16,-2-2 1 0,0 1-1 16,-1 1 0-16,4 0-1 0,-2 0 1 0,0 0 0 15,0 0 0-15,0 0-1 0,0 0-6 0,0 1 4 16,-2 1 1-16,1 0-6 0,0-1 3 15,-1 0-4-15,1-1 4 0,-2 4 1 0,0-3 1 16,-1 0 7-16,0 1-2 0,0 0 6 16,0-1 0-16,-1 0-5 0,1 1-2 0,-2-2-1 15,-1 0-2-15,0 3 0 0,-2-3 1 0,-1 0 0 16,0 0 0-16,0 0 1 0,-2 0 1 16,0 0-2-16,0 0 1 0,-1 0 0 0,-1 0 0 15,1 0-1-15,-1 0 1 0,1 0-1 0,-2 0-1 16,0 0 0-16,2 0 0 0,-1 0-1 15,-1 0 0-15,0 0 2 0,0 0 0 0,2 0-1 16,-1 0 2-16,-1 0-1 0,0-3 0 16,2 3 0-16,-2-2 1 0,0 1 1 0,0 0 0 15,2-3 0-15,-1 0 1 0,-1-2 0 0,0 2-1 16,2-2-1-16,-2 0-1 0,0-2-1 16,2 1 0-16,-1-1 1 0,-1-1-2 0,2 0 2 15,-1-1-2-15,1-4 2 0,1 2-3 0,-2-1 0 16,2-4 0-16,-1 0 0 0,0 0 2 15,1-3 1-15,0-1 1 0,0-3 2 0,1 0 0 16,0-1 0-16,2-1 0 0,-1-1-1 0,-2 2 0 16,1-3 0-16,0 5-1 0,-2-4 1 15,1 6 0-15,0 1 1 0,-3 1 0 0,2 2-1 16,-2 0 0-16,-2 4 1 0,2 1-1 16,-3 2 0-16,3 0 1 0,-3 3 1 0,1 1 1 15,1-1 3-15,-1 2 4 0,-1 0 4 0,1 1 0 16,1 1 2-16,-1 2 1 0,-1-2-2 15,-3 3-2-15,1-3-2 0,2 3 2 0,-2-2 0 16,-1 2 2-16,-1-1 3 0,1 1 2 0,0 0 3 16,-1 0 0-16,-1 0 0 0,-1 0-1 0,3 1-1 15,-4-1-2-15,2 0 0 0,-1 0-1 16,-1 0-2-16,2 0-1 0,-4 0-1 0,4 0-1 16,-2-1-1-16,-2 1-2 0,2-2-1 15,-3-1-2-15,1 1-2 0,-1 0-1 0,-1-1-3 16,1 0 1-16,1-2-1 0,-4 3 3 15,3-3 0-15,-2 2 1 0,0-2 0 0,1 1 1 16,0-1-2-16,-2 1-3 0,3 0 0 0,-1 0-2 16,0 1 1-16,0 0-1 0,1-1 0 15,2 1 0-15,-3 0 0 0,3-2-1 0,-2 2 0 16,2-1 1-16,0 1-1 0,-2 0 0 16,1 0 0-16,0 1-1 0,0 0 1 0,-1 0-1 15,2 0 1-15,-3 1 0 0,4 0 0 0,-2 1 1 16,-1 0-1-16,2 0 2 0,-2 0 0 0,2 0-1 15,-1 0 1-15,2 0 0 0,-1 0-1 16,-1 0 0-16,0 0 0 0,2 0-1 0,-2 0 1 16,1 0-1-16,-1 0 0 0,1 0 1 15,-1-2-1-15,0 0 1 0,-1-1-1 0,2 2 1 16,-2-2-1-16,2-2 1 0,-3 2-1 0,3 2 1 16,-3-3-4-16,3 2-1 0,-2-2-1 15,-1 3-1-15,3-2-1 0,-2 1 0 0,1 1 4 16,-1 1 1-16,-1 0 0 0,2 0 1 15,-3 0 0-15,2 1 1 0,-1 1 0 0,1 0 0 16,-1-1 1-16,1 2-1 0,-1-1 1 0,-2 0-1 16,2 2 0-16,0-3 0 0,-1 2 0 0,0 0 3 15,0-1 2-15,-2 1 0 0,4-2 1 16,-4 1 0-16,4-1 1 0,-4 1-4 0,4 0-2 16,-2-2-1-16,2 0 0 0,-1 1-1 15,1-1 0-15,0 1-1 0,1-1 0 0,2 0 0 16,1 0-1-16,0 0 1 0,2 0 1 0,1 0-1 15,2 0-1-15,0 0-6 0,-1 0-9 16,4 0-17-16,-1 0-21 0,-1-1-42 0,3 1-77 16,0-1-110-16,0 1-220 0,0 0-294 0,0-2-354 15,3 0-372-15,-1 1-143 0,-1-1 392 16,4 1 786-16</inkml:trace>
  <inkml:trace contextRef="#ctx0" brushRef="#br0" timeOffset="9847.41">11323 5988 102 0,'-1'-3'282'15,"-1"0"128"-15,-1 0 57 0,0-2-81 0,1 1-100 16,1 1-54-16,-1-3-21 0,1 4-5 15,-1-4 8-15,0 3 15 0,1-1 20 0,-1 0 26 16,1 3 26-16,-1-2 13 0,2 1-7 0,-2 1-27 16,2 1-42-16,0-1-47 0,0 1-52 15,2 0-47-15,-2 0-38 0,2 0-22 0,-1 0-13 16,2 1-11-16,2-1-5 0,0 3-2 16,4-1 20-16,1 0 7 0,0 3 4 0,3 0-2 15,0-1 1-15,3 1 11 0,0 1 17 0,3-1 19 16,0-3 7-16,5 3 46 0,1-4 20 15,2 1-1-15,1-2-25 0,4-2 15 0,-1-2 14 16,4 0-28-16,0-3-19 0,1 1-18 16,2-3-14-16,-2 0-35 0,-1 0-24 0,0 0-5 15,-3 0-6-15,-1 0 5 0,-1 3 3 0,-3-1-1 16,-2 1 1-16,-4 4-8 0,-2-1-3 0,0 0-1 16,-5 3-3-16,-1 0 2 0,-2 0 1 15,-5 0 1-15,1 1 1 0,-4 1 1 0,3-2 1 16,-6 3 2-16,0-3-3 0,0 2-1 15,-3 1-2-15,0 0-2 0,-2-2-29 0,0 3-64 16,-1-2-58-16,-5 3-101 0,3-2-166 0,-3 1-310 16,1-1-304-16,-2-1-236 0,4-1-173 15,-2-1 241-15,1 0 585 0</inkml:trace>
  <inkml:trace contextRef="#ctx0" brushRef="#br0" timeOffset="10131.82">11994 5786 6 0,'7'2'285'0,"-2"0"199"0,2-1 205 0,1 2 141 15,2 1-148-15,-1 0-114 0,2 0-64 0,1 1-55 16,1 1-61-16,1-1-94 0,0 1-79 16,2-2-54-16,-2 2-23 0,2-2 14 0,-2 2 14 15,-1-1 27-15,1 1 20 0,-4-2 4 0,-2 2-14 16,1 0-31-16,-4-2-28 0,0 3-26 15,-4-1-29-15,1-1-18 0,-2 2-16 0,-3-1-14 16,0 1-10-16,-4-1-11 0,2 2-7 0,-4-4-5 16,0 2-4-16,-3 0-3 0,0-1-4 15,-3-1-16-15,0 1-45 0,0-1-73 0,-3-1-85 16,-3 1-159-16,4 0-278 0,-2-1-327 16,1 0-307-16,-1 1-193 0,3-1 102 0,-1 0 611 15</inkml:trace>
  <inkml:trace contextRef="#ctx0" brushRef="#br0" timeOffset="10532.08">11396 6090 117 0,'-5'1'558'16,"2"0"416"-16,-2-1 206 0,1 2-117 0,-1 0-335 15,2-1-190-15,1 0-126 0,2-1-93 0,0 2-66 16,0 0-47-16,0-1-40 0,2 0-54 0,1 4-44 16,2-3-29-16,2 2-19 0,1 0 21 15,4-1 16-15,0 3 12 0,4-4 11 0,3 2 3 16,1-2 5-16,1 0-22 0,4-2-12 15,2 0-11-15,0 0-9 0,3-2-7 0,2 1-7 16,1-2-4-16,0 1-6 0,0 0-2 0,2-4-4 16,0 3-3-16,-3-1-1 0,-1 0 0 0,-1 2-2 15,-1-3-1-15,-2 3 0 0,-2 0 0 16,-2 0 0-16,-5 2-2 0,-1 0-15 0,-2 2-38 16,-4 0-62-16,-3-1-66 0,-4 2-124 0,-4 0-203 15,-1 2-303-15,-4-2-286 0,-1-1-227 16,-4 1-104-16,2-3 389 0,-3 0 579 0</inkml:trace>
  <inkml:trace contextRef="#ctx0" brushRef="#br0" timeOffset="10865.02">11883 5986 78 0,'-5'0'601'0,"0"0"430"0,1 0 141 16,2 0-96-16,2 0-403 0,2 0-304 15,2 2-185-15,3-2-82 0,1 0-29 0,3 0-21 16,3 1-4-16,2-1-4 0,1 0-5 0,4 0-1 16,-2 2-2-16,5-1-3 0,-1-1-5 0,-2 3-1 15,3-1-5-15,-2 1-15 0,-2 0-2 16,-1 1 6-16,0 0 8 0,-1 2 1 0,-1 0 7 16,-3-1 39-16,0 3 59 0,-2-1 48 0,-2-1 31 15,-2 2 19-15,-3-1-2 0,0-1-33 16,-3 2-44-16,-1-1-42 0,-4 0-33 0,1 1-24 15,-2 1-15-15,-3-3-10 0,-2 1-7 16,1 1-6-16,-2 0-5 0,-2-1 0 0,2 2-4 16,-1-2-8-16,-1-1-38 0,0 2-72 15,1-2-78-15,1-1-157 0,0 1-293 0,2-1-325 16,0 1-323-16,4-2-193 0,0 0 94 0,4 1 639 16</inkml:trace>
  <inkml:trace contextRef="#ctx0" brushRef="#br0" timeOffset="12946.6">20375 5661 76 0,'0'3'322'15,"0"-2"183"-15,0 1 150 0,-2 1-93 16,2-1-146-16,-4 2-93 0,4 0-21 0,-2 1-13 16,-1 1-1-16,2 0-6 0,-1 1-13 0,0 0-21 15,1 3-38-15,-1-3-31 0,2 4-19 0,-1-1-18 16,-1 1-16-16,0-1-15 0,2 2-18 15,0 2-12-15,-1-1-16 0,1 2-14 0,-2 0-10 16,2 2-6-16,0 0-4 0,-1 0 1 16,1 3 1-16,0-2-1 0,-2 1 9 0,0 2 18 15,2-1 22-15,-2 1 19 0,0-1 7 0,0 4 2 16,1-4-9-16,-1-1-16 0,2 3-27 16,-1-4-21-16,-1 0-13 0,0-1-9 0,2 0-4 15,0 0-2-15,0-4-2 0,0-1-2 16,0 0-1-16,2-2-1 0,0-2 1 0,-2 0-1 15,1 0-2-15,2-2 0 0,-1-2-1 0,2-1-1 16,-2 1-2-16,1-1-1 0,0-1 2 16,2 1 0-16,-2-2 2 0,2 1 1 0,0 1 2 15,1-2 1-15,-1 1-1 0,0-1 0 16,1 1-2-16,0-1 0 0,2 2 0 0,-2-3-3 16,2 2 3-16,-1-1 1 0,2 0-1 0,-1 1-1 15,0-2 2-15,0 2 4 0,3-2-1 0,-1 0 2 16,-1 0 0-16,3 0 5 0,1 0 0 15,0 0 13-15,1 0 11 0,1 0 2 0,0 0 4 16,1 0-2-16,1 1-2 0,2 0-17 16,-1 3-9-16,1-3-5 0,-2 2-4 0,4 0 0 15,-1-1 0-15,1 4 1 0,-1-1 1 0,2-1 1 16,2 2-1-16,-1 0 0 0,0-2 0 0,4 2-2 16,0-1 2-16,1 1-3 0,1-2 2 15,1 0-1-15,1 2 2 0,-1 0-2 16,3-1 1-16,-1 0-1 0,0 0 0 0,-1-2-1 15,-1 3-1-15,0-4 1 0,-1 2-1 0,-1-3-1 16,-4 2 1-16,2-2-2 0,-3-1 2 16,-1 0-3-16,-4 0 2 0,1 0 3 0,-5-3 0 15,2 2 0-15,-3-4-1 0,0 1 2 0,-3 0 1 16,1-3-4-16,-1 1-2 0,-2 1 2 16,0-1-1-16,-2 0 0 0,2 2-3 0,-4 1-8 15,0-1-34-15,-1 1-60 0,-2 0-50 0,3 1-70 16,-4 1-146-16,-2-1-217 0,-1 1-273 15,0 1-222-15,-1-2-205 0,1 2 16 0,-4-1 460 16</inkml:trace>
  <inkml:trace contextRef="#ctx0" brushRef="#br0" timeOffset="14179.4">20484 5509 87 0,'0'2'522'0,"-3"1"373"16,3 0 175-16,-1-2-92 0,1 1-360 0,1 0-248 16,1 0-146-16,1 0-71 0,0 0-18 15,5-1-3-15,0 0-1 0,1 1 4 0,1 1-24 16,4-2-18-16,-1 1-16 0,4 1-18 15,-1 1 25-15,4 1 43 0,2-1 21 0,4 1 0 16,-4 1-5-16,3 0-5 0,2 0-33 16,3-2-40-16,0 4-26 0,3-2-14 0,-1 0-5 15,5 0-4-15,1 0-1 0,2-2-5 0,0 2-2 16,3-1-1-16,1-2-3 0,-3 1-4 16,3-1-2-16,-1-1 1 0,0 0 1 0,-1 0-1 15,0 0 0-15,-4-2 1 0,1 0-4 0,-3 0 0 16,-2-2 0-16,-1 0 4 0,-2 2 0 15,-1-1 0-15,-3 0 3 0,-2-1 0 0,-2 2 2 16,1-3-3-16,-4 2 0 0,-2-1 0 0,0 1 0 16,0-2 2-16,-4 1-4 0,2-1 1 15,-5 2 3-15,0-1 1 0,0-1-4 0,-1 3-2 16,-1-1 1-16,0-1 1 0,-1 2 0 0,-1-1-1 16,-1 1 1-16,3 0 0 0,-2 1 0 15,-1-1-2-15,1 2-1 0,-1-1 0 0,2 0 2 16,-2 1-1-16,0 0 0 0,2-1 0 15,2 1 0-15,-1-1 0 0,-1 1 2 0,-1-2 3 16,0 0-1-16,0 1-2 0,-3-1 3 0,0 2-3 16,-1-2-1-16,-1 0 0 0,1 1-1 0,-2-1 3 15,1 0 0-15,1 2 3 0,-3-2 1 16,0 0-3-16,0 0 0 0,0 1-1 0,0 0-1 16,0 1 2-16,-3 1-1 0,1-2 1 15,2 3 1-15,-3-3 0 0,2 2 1 0,1 0-6 16,-4 0-1-16,3 0-1 0,-1 2 0 15,0-1 1-15,-1 0 0 0,2 2 0 0,-3-2 1 16,1 0 0-16,2 2 0 0,-4 0-1 0,4 2-1 16,-1-3 2-16,1 3 1 0,-3 1 3 15,3-1 1-15,-3 3-1 0,1-1 2 0,2 0-3 16,-3 2-2-16,1 0 0 0,2 1-4 0,-1 1 0 16,-1 2 2-16,3-2 0 0,-1-1 0 15,-1 4 1-15,0-2 1 0,2 2 2 0,-1-1-3 16,-1 0-2-16,1 1 4 0,1 2-2 15,-4-4-2-15,4 3 0 0,-1-1 3 0,-1 2 0 16,2-2 0-16,0 0-1 0,-1-1 2 0,1 1-3 16,0-1 4-16,0-1-2 0,-2 0 0 15,0-2 0-15,2 0 0 0,0 0 0 0,-1-1-3 16,1-1 2-16,-2-2 0 0,2 0 1 0,0-1 1 16,-1-2 0-16,-1 1 0 0,0 0 1 15,2-1-2-15,-2 0 2 0,-2 2 0 0,3-2-2 16,-1 1 2-16,1 1 2 0,-3-2-2 0,1 1-1 15,2 0-1-15,-1 0 0 0,0-1-2 16,1-1 1-16,-1 1 3 0,0-2 3 0,1 0-2 16,-1-1 0-16,1 0 1 0,-4-1-4 15,4-1 0-15,-2-1-2 0,-1 0 4 0,1 0 2 16,-2 0 0-16,0 0 2 0,1 0 19 0,-5 0 15 16,2 0 7-16,-3 0 5 0,1 2 9 15,-2-1 3-15,1 1-14 0,-2 1-4 0,-1 0-6 16,-1 0-2-16,1-1-4 0,1 2-3 15,-6-2-3-15,2 2-3 0,-1-2 0 0,-2 2-1 16,2-3-1-16,-4 2 2 0,2 0 0 0,-3-3-3 16,-2 0-3-16,2 0-4 0,2 0-4 0,-6-3-4 15,4 1-3-15,0 1-1 0,1-2-2 16,1-1-2-16,0 0-2 0,2 2-9 0,1-3-16 16,2 1-42-16,0-2-77 0,4-2-117 15,-2 1-235-15,4-6-297 0,-1 0-360 0,2-4-354 16,0-3-120-16,0-5 449 0,-1-1 746 0</inkml:trace>
  <inkml:trace contextRef="#ctx0" brushRef="#br0" timeOffset="14593.21">20911 4579 54 0,'0'-3'469'0,"-1"2"409"16,-1-1 268-16,0 2-37 0,2-1-341 0,-1 1-245 16,-1 1-169-16,2 2-90 0,0 3-21 15,0 3 11-15,0 4-1 0,0 5-12 0,0 1-12 16,0 5-35-16,-2 1-51 0,1 3-51 0,-1 2-31 16,1 1-21-16,-4 0-15 0,2-2-11 0,2 0-4 15,-3-1-6-15,4-4-2 0,-1-3-3 16,-1-2 0-16,1-2 0 0,1-5-8 0,-2-2-20 15,0-4-52-15,1-2-60 0,-1-6-58 16,0-4-88-16,1-6-123 0,-1-6-140 0,2-3-142 16,0-3-224-16,0-4-209 0,0 0-56 0,0-3 217 15,0-2 385-15</inkml:trace>
  <inkml:trace contextRef="#ctx0" brushRef="#br0" timeOffset="14882.27">20905 4452 266 0,'3'-4'543'0,"0"2"229"15,0 3 137-15,2 3-224 0,2-1-179 0,0 4-108 16,1 4-56-16,2 1-37 0,2-1-44 0,1 4-47 16,3 2-40-16,-2-1-38 0,3 1-18 15,1 2-1-15,2 3 27 0,1-1 17 0,-2 2-1 16,1-1-4-16,-2 3 25 0,-1-1-3 0,-2 0-28 16,-1 0-21-16,-3 0-12 0,-2-2-7 0,-3 2-40 15,-4-1-18-15,-2-2-9 0,-3 2-7 16,-5-2-5-16,-1 0-4 0,-4-1 2 0,-4 1-5 15,-3-4-8-15,-3 0-5 0,-2 0-2 16,-1-1-5-16,0-2-2 0,0-1-2 0,2-3-2 16,1-1-2-16,2-2 1 0,4-1-3 15,1-1-11-15,3-3-33 0,2 0-75 0,5-4-71 16,1-2-128-16,4-2-218 0,2-3-315 0,4-3-318 16,1-1-202-16,7-1-71 0,0-4 435 15,4 0 587-15</inkml:trace>
  <inkml:trace contextRef="#ctx0" brushRef="#br0" timeOffset="15197.06">21461 4609 255 0,'5'-6'825'0,"0"1"377"0,-3 1 46 16,-1 2-166-16,-1 1-340 0,0 1-232 0,-1 1-127 15,-3 3-74-15,0 1-52 0,-1 3-60 16,-2 0-57-16,1 3-48 0,-2 0-29 0,2 6-18 15,-1 0-13-15,-2 3-8 0,3 1-6 16,-1 3-3-16,3-1-4 0,-1 4-3 0,2-2-2 16,1 2 0-16,2 0-2 0,2 0-2 0,1-1 0 15,2 1 0-15,1-3-1 0,2 0-1 16,3-2-2-16,0-1-1 0,5 0-1 0,-2-6-1 16,3 0 0-16,3-3 0 0,0-2 2 15,2-4 1-15,0-1-1 0,2-4-6 0,0-2-27 16,-2-4-67-16,0-2-64 0,-1-2-91 15,-1-3-155-15,-2 1-239 0,-3-6-303 0,0 3-227 16,0-1-184-16,-5-1 95 0,0 1 504 0</inkml:trace>
  <inkml:trace contextRef="#ctx0" brushRef="#br0" timeOffset="15454.27">21374 4656 317 0,'-3'0'898'0,"2"0"327"15,-1 0-27-15,2-2-220 0,2 1-438 0,1-2-262 16,3 0-133-16,2-2-61 0,6 2-36 0,-1-1-16 16,4-1-18-16,1 1-10 0,2 0-4 15,2 0-4-15,0 1 2 0,-1 2-3 0,0 1 7 16,1 0 1-16,-5 3 0 0,0 0-1 0,-2 3-2 15,-1 2-20-15,-4-1-71 0,-4 3-140 16,-3 0-218-16,-3 1-279 0,-1 1-269 0,-3 2-209 16,1-2 81-16,-3 1 441 0</inkml:trace>
  <inkml:trace contextRef="#ctx0" brushRef="#br0" timeOffset="15680.28">21322 4906 412 0,'4'5'827'0,"-4"2"242"0,2-3-10 16,3 0-257-16,2-1-332 0,2-2-203 0,4 1-98 0,-1-4-47 15,6 1-25-15,-1 0-37 0,4-4-28 16,2 2-16-16,-2-3-11 0,6 1-2 0,-2 0-7 16,0 2 3-16,1-1 1 0,-2 1-9 15,-2 0-43-15,0 2-93 0,-5-1-137 0,1 2-255 16,-2 3-272-16,-1-2-226 0,2 3-70 15,-2 1 231-15,-1-3 397 0</inkml:trace>
  <inkml:trace contextRef="#ctx0" brushRef="#br0" timeOffset="15977.37">22146 4650 95 0,'-2'-2'663'0,"2"2"465"0,-1 2 122 0,-1 1-129 16,1 1-395-16,-1 2-305 0,0 2-150 15,2 3-59-15,0 2-27 0,0 2-24 0,2 0-17 16,-2 2-3-16,0 2-24 0,0 2-26 16,0 1-16-16,0 2-11 0,-2 1-7 0,1 0-25 15,-2 0-14-15,1 1-9 0,-2 1-6 0,0-2-2 16,1-2-1-16,-2 1-3 0,2-4-26 0,0 2-49 15,-2-6-46-15,0 1-47 0,-1-4-83 16,2-3-141-16,-3-2-158 0,2-6-246 16,0 1-231-16,2-6-200 0,-3 1 49 0,3-4 399 15</inkml:trace>
  <inkml:trace contextRef="#ctx0" brushRef="#br0" timeOffset="16212.66">21904 4686 355 0,'3'-2'834'15,"1"0"293"-15,-2-2 11 0,3 2-248 0,2-3-340 16,1 0-227-16,1-1-118 0,4-1-62 16,1 1-34-16,3-2-42 0,-1 1-24 0,3-1-15 15,0 2-15-15,0-1-6 0,0 5-7 0,-1-4 2 16,-1 4-3-16,0 2 0 0,-3 0-7 0,-1 3-16 15,1 4-56-15,-6 0-129 0,-1 3-199 16,-1 1-291-16,-5 3-260 0,2 0-229 0,-4 5 13 16,-1 4 400-16</inkml:trace>
  <inkml:trace contextRef="#ctx0" brushRef="#br0" timeOffset="16413.74">22217 5403 8 0,'-6'10'919'0,"-1"0"831"15,1-2-53-15,0-3-389 0,-2 1-374 0,5-3-464 16,0 0-256-16,1-2-112 0,4-1-52 16,-1 0-28-16,4-2-44 0,4-2-90 0,-1-3-146 15,0 2-266-15,0-3-300 0,0 1-385 0,-2 1-403 16,-2 2-40-16,-3 1 659 0</inkml:trace>
  <inkml:trace contextRef="#ctx0" brushRef="#br0" timeOffset="20333.34">11194 6047 64 0,'7'2'352'0,"-5"2"202"0,3-2 139 15,-3 0-64-15,1-2-257 0,-2 2-169 0,3-1-107 16,-3 0-49-16,2-1-23 0,2 2-11 0,-1-2-6 16,0 0-1-16,1 0 1 0,1 0 0 0,2 0 2 15,-1-2 0-15,3 1-2 0,-2 1 1 16,3-1-5-16,0-1-3 0,-1 0-3 0,2 2-1 15,-2-1-7-15,0 1-18 0,0-1-27 16,1 1-47-16,-1 0-62 0,1 1-103 0,-2-1-201 16,1 1-112-16,-1-1 9 0,1 2 109 0,0-2 157 15</inkml:trace>
  <inkml:trace contextRef="#ctx0" brushRef="#br0" timeOffset="20563.37">11641 6135 33 0,'7'3'255'0,"-3"-2"132"0,0-1 109 16,0 2-76-16,-1-2-170 0,0 1-114 15,1-1-68-15,-1-1-32 0,2 1-17 0,-1-2-11 16,4 2-4-16,-2-1-4 0,2-2 0 0,0 2 0 16,2-3 0-16,-1 2 0 0,3-2 0 0,0 2 0 15,-1-1 4-15,2 1-2 0,-1-1-2 16,1-2-20-16,-1 5-42 0,0-3-123 15,-3 3-191-15,2 0-76 0,-1 0 13 0,-2 3 86 16</inkml:trace>
  <inkml:trace contextRef="#ctx0" brushRef="#br0" timeOffset="20748.57">12133 6222 189 0,'8'1'417'0,"-2"1"171"0,0-1 98 15,-1 1-231-15,-2-2-200 0,2-2-124 16,-2 1-67-16,-1-1-33 0,1-1-19 0,2 0-11 16,-1-1-1-16,1 0-5 0,0-1-1 15,1-2-9-15,-1 2-28 0,4-1-46 0,-2 4-65 16,-1-3-161-16,2 3-183 0,-1 0-72 0,2 0 51 16,-3 2 128-16</inkml:trace>
  <inkml:trace contextRef="#ctx0" brushRef="#br0" timeOffset="20951.56">12466 6209 73 0,'8'2'259'0,"0"0"123"0,0 1 97 0,-2 1-130 16,1-1-109-16,-2 2-75 0,0-1-49 16,-1 2-34-16,2-3-25 0,-1 2-18 0,-2-1-13 15,2-1-13-15,0 0 1 0,1 0-8 0,2-3-29 16,-2 0-54-16,2-5-109 0,2 3-163 0,-1-4-116 15,2 1-13-15,-1-1 80 0,2 0 130 16</inkml:trace>
  <inkml:trace contextRef="#ctx0" brushRef="#br0" timeOffset="21185.7">12974 6181 218 0,'5'-3'369'0,"1"2"129"0,-3-3-15 16,2 3-169-16,-2 0-125 0,0-1-85 0,2 0-45 15,0 1-26-15,1 1-8 0,-1-1-9 0,1 1-7 16,-1-2-5-16,3 2-6 0,0 0-1 0,-2-2-1 16,2 2 0-16,2-1-4 0,0 0 2 15,0-1 0-15,1-1 2 0,2 0-13 0,-4 2-30 16,1-1-47-16,1 2-112 0,-2 0-179 15,-1 0-88-15,-2 2 18 0,2-1 95 0,-3 2 126 16</inkml:trace>
  <inkml:trace contextRef="#ctx0" brushRef="#br0" timeOffset="21387.17">13335 6177 190 0,'9'0'288'0,"0"-2"93"0,-1 2-66 0,-1 0-128 16,-1 2-75-16,3-2-33 0,-2 0-17 15,1 1-11-15,-2-1-2 0,3 1 5 0,1 1-1 16,-2-2 6-16,3 3 4 0,0-3 4 16,0 0-2-16,0 0-6 0,2 0-8 0,-2 0-12 15,3-3-14-15,-1 1-31 0,1 1-52 0,-1-2-148 16,-2 0-194-16,1 0-85 0,1-1 9 16,-2-1 99-16</inkml:trace>
  <inkml:trace contextRef="#ctx0" brushRef="#br0" timeOffset="21532.75">13951 6122 91 0,'8'7'317'0,"1"0"149"16,-5-1 108-16,-1 2-136 0,0-1-184 0,-3-1-133 16,2-2-88-16,-1 0-72 0,-1-2-76 15,0 2-123-15,0-4-162 0,0 0-76 16,0-4 29-16,0 2 100 0,2-2 125 0</inkml:trace>
  <inkml:trace contextRef="#ctx0" brushRef="#br0" timeOffset="21764.73">14623 6103 20 0,'10'6'189'0,"-1"-4"81"0,0 2 42 16,-2-1-84-16,-1-2-118 0,2-1-130 0,-2-1-150 16,-1-2-94-16,2-1-13 0,-3 2 38 15</inkml:trace>
  <inkml:trace contextRef="#ctx0" brushRef="#br0" timeOffset="21995.86">14803 6076 244 0,'3'6'389'0,"1"-2"128"0,-1 1-28 0,0 0-167 16,0-3-141-16,1 3-89 0,-1-2-40 0,1 0-21 15,1-1-9-15,0-2-7 0,1 0-1 16,1 0-6-16,-1-2-16 0,5-4-19 0,-2 1-37 16,-1-2-56-16,3 1-114 0,0-1-175 0,-3-3-71 15,1 5 28-15,-2-3 100 0</inkml:trace>
  <inkml:trace contextRef="#ctx0" brushRef="#br0" timeOffset="22182.19">15120 6088 45 0,'9'4'248'0,"-2"0"115"0,0-2 101 0,0 2-117 15,-1 0-134-15,-1-1-80 0,0 2-42 0,1-2-22 16,-2-1-8-16,1 1-10 0,0 1-10 16,1-1-14-16,-1 0-9 0,1-1-4 0,1-1-8 15,-3 2-6-15,5-3-18 0,-5 1-25 0,4-1-36 16,-2-1-50-16,2 1-111 0,0-3-151 15,3 0-43-15,-3-1 41 0,2-2 94 0</inkml:trace>
  <inkml:trace contextRef="#ctx0" brushRef="#br0" timeOffset="22349.34">15663 6075 160 0,'13'3'291'0,"-2"0"100"15,0 1-16-15,-1 1-142 0,-2-1-104 0,-1 0-59 16,1 1-29-16,-3-2-19 0,2 0-34 0,-1-1-70 16,2 1-143-16,-2-6-126 0,0 3-30 15,1-2 41-15,2-4 92 0</inkml:trace>
  <inkml:trace contextRef="#ctx0" brushRef="#br0" timeOffset="22532.67">16288 6022 20 0,'13'7'233'0,"-1"0"118"0,-2 0 105 16,-2-1-70-16,1 0-157 0,-3-1-112 16,1-1-66-16,-1 0-39 0,-1 0-44 0,3-3-52 15,-4 1-99-15,3-4-132 0,-2 1-70 0,1-3 14 16,2 2 77-16</inkml:trace>
  <inkml:trace contextRef="#ctx0" brushRef="#br0" timeOffset="22733.15">16588 6023 28 0,'10'4'248'16,"-2"-3"134"-16,-2 5 116 0,3-4-73 0,-4 4-147 15,-1-1-105-15,0 1-71 0,0 0-36 0,-1-1-23 16,0 1-15-16,1 0-13 0,-1-1-7 15,2-1 0-15,-1-1-4 0,2-1-10 0,-1-1-12 16,0-1-13-16,2-1-20 0,1-1-19 16,-1-1-28-16,-1-1-30 0,3 1-57 0,-1 0-82 15,-1-2-93-15,-1 2-29 0,2-1 48 0,-2 1 88 16</inkml:trace>
  <inkml:trace contextRef="#ctx0" brushRef="#br0" timeOffset="22899.27">16819 6055 18 0,'8'5'223'16,"1"-2"121"-16,-2 1 92 0,-1 2-51 15,-1 0-118-15,3 0-89 0,-2 0-49 0,-1-1-24 16,1 1-17-16,-1-2-14 0,0 1-13 16,3 2-11-16,0-3-17 0,-2 2-11 0,0-2-9 15,4-1-7-15,-2 0 2 0,1-3-3 0,2 0-6 16,-1 0-17-16,-1-3-23 0,5-2-34 16,-2 1-48-16,-1-3-89 0,1 2-118 0,-1 0-119 15,2-1-5-15,-2 0 70 0,0 1 115 0</inkml:trace>
  <inkml:trace contextRef="#ctx0" brushRef="#br0" timeOffset="23283.33">17193 6094 172 0,'10'4'284'0,"-2"2"76"0,0-1-35 0,0 3-100 15,0-3-79-15,-2 1-52 0,2 0-29 0,-3-2-18 16,4 2-6-16,-4-2-10 0,2 1-6 16,-1-1-11-16,0 0-6 0,2 0-4 0,-2-2-4 15,2 2 0-15,0-2-4 0,2 0 0 0,-2 0 2 16,1-1 0-16,4-1 0 0,-4-1 0 15,3 1-8-15,1-2-1 0,-1 0-5 0,3 1 0 16,-2 0-5-16,2-1 1 0,0 0 1 0,2 1 5 16,-2 1 0-16,2-1 6 0,-1-1 1 15,1-1-11-15,-1 2-15 0,3-1-31 0,-1 1-25 16,1-4-23-16,-1 2-6 0,2 0 6 16,2 0 28-16,-5 0 38 0,5 2 46 0,-1-2 39 15,-2 2 29-15,-2-1 23 0,2 2 15 16,-5 0 1-16,2 0-9 0,-3 2-1 0,-2-1-6 15,0 2-3-15,-2-2-11 0,-2 2-3 0,-2 0-9 16,1 0-12-16,-2 0-9 0,0 0-11 0,-3 0-8 16,1 0-7-16,-1-2-8 0,1 1-4 15,0 0-4-15,-2-1-2 0,1 0 0 0,-1-1 0 16,2 0 0-16,0 2 0 0,-1-2-8 16,1 0-16-16,-1 0-27 0,4-2-37 0,-4 2-65 15,4-1-123-15,0-2-129 0,0 0-25 0,1 0 60 16,2 2 98-16</inkml:trace>
  <inkml:trace contextRef="#ctx0" brushRef="#br0" timeOffset="23467.38">18097 6166 61 0,'9'5'248'0,"1"1"114"0,-4-2 74 0,3 1-110 16,-2 2-133-16,-1-1-82 0,-1 0-50 0,4-1-32 15,-2-1-15-15,-1 1-14 0,2-1-16 16,3-2-19-16,-1-1-14 0,-1 1-14 0,4-2 1 15,-4-2 0-15,2 1 18 0,3-1 11 0,-4 1 12 16,4-1-4-16,-3 1-30 0,1-1-75 0,-2 1-98 16,-2-1-78-16,0 1 3 0,0 1 55 15</inkml:trace>
  <inkml:trace contextRef="#ctx0" brushRef="#br0" timeOffset="23616.13">18591 6246 149 0,'17'4'303'0,"-3"-1"111"16,-2 3 9-16,0-4-144 0,0 2-118 0,-1 0-77 16,2-1-36-16,-4 3-25 0,3-4-19 0,-2 0-27 15,1 0-46-15,1-2-78 0,-2 0-117 0,2-2-114 16,-1 0-13-16,1 0 62 0,0-4 97 16</inkml:trace>
  <inkml:trace contextRef="#ctx0" brushRef="#br0" timeOffset="23799.66">18979 6285 155 0,'9'3'248'0,"-1"1"33"0,0-1-29 0,-1 0-76 15,0-1-70-15,1 1-48 0,-1 0-28 16,1-2-15-16,1 1-6 0,-1-1-1 0,0-1-6 16,2 0-2-16,0 0 2 0,0 0-2 0,0 0-10 15,2-1-20-15,-2 1-31 0,-1 0-48 16,4-2-68-16,-4 2-78 0,1-1-17 0,1 1 39 15,0 0 64-15</inkml:trace>
  <inkml:trace contextRef="#ctx0" brushRef="#br0" timeOffset="24082.81">19543 6311 23 0,'21'0'210'15,"0"2"101"-15,-3-2 75 0,2 0-86 0,-2 2-128 16,0-2-76-16,1 1-50 0,0-1-22 0,-2 0-15 15,2-1-7-15,-1 1-6 0,2-2-1 0,-1 0 1 16,-1 1-6-16,2 0 6 0,-1-2 2 16,0 1 4-16,1-1 6 0,-2 2 5 0,1-2 9 15,0 0 3-15,-2-2 4 0,1 2 2 16,-1-1 1-16,2 1-1 0,-3-4 0 0,3 3 8 16,0 0 7-16,-2-1 9 0,0 0 6 0,0 1-2 15,1 1-4-15,-2 0-4 0,2 0-14 16,-4 2-16-16,2-1-3 0,-2 2-8 0,2-2 1 15,-3 2-20-15,0 0-46 0,0 0-110 16,-3 0-209-16,1 0-99 0,-2 0-3 0,1 0 82 16,-3-1 132-16</inkml:trace>
  <inkml:trace contextRef="#ctx0" brushRef="#br0" timeOffset="30849.95">14427 6145 52 0,'5'-4'231'0,"-5"1"113"0,1-1 43 0,-1 0-50 16,2 2-78-16,-2-2-61 0,1 2-39 0,-1 2-10 16,0-3 2-16,0 2 12 0,0 0 10 15,0 1 5-15,0 0 0 0,0-2-1 0,0 2-9 16,2 0-5-16,-2 0 3 0,0 0 4 15,0 0 13-15,2 0 15 0,-2 0 8 0,1 2 2 16,-1-2-5-16,0 0-9 0,0 1-23 0,0-1-23 16,0 0-25-16,0 0-22 0,0 0-22 15,0 0-22-15,0 1-12 0,0-1-13 0,0 0-11 16,0 3-10-16,2-3-5 0,-1 0-5 16,-1 4-1-16,0-1 4 0,0 3 9 0,2 0 6 15,-2 1 4-15,0 4-3 0,2-1 2 0,-1 2-7 16,-1 1-7-16,0 3 15 0,0-1 21 15,0 1 30-15,0 2 31 0,0 1 17 0,-1 0 8 16,-1-1-16-16,0 1-23 0,2 0-25 0,-1-2-26 16,-1-2-19-16,1 2-10 0,-1-2-6 15,2 0 0-15,-2-2 0 0,2-2-1 0,-1-1-2 16,1 1 2-16,-2-2-1 0,2-1-4 16,0 1 1-16,0-3 0 0,0-1 1 0,0 3-4 15,0-2 2-15,0 0 3 0,2-2-1 16,-2 0-2-16,1 2 2 0,1-1-1 0,0 1-2 15,-1-4-3-15,2 4 0 0,-1-1 1 0,1-1 0 16,1 0 0-16,-1 1 2 0,1-2-1 0,-1 0 3 16,2 1 0-16,-2-1-1 0,2-1 3 15,2 2 3-15,-1-1-3 0,3 0-2 0,-1-2-3 16,0 3 1-16,4-3-3 0,-2 2 0 16,3-1 5-16,-1 0 2 0,3 2 0 0,0-3 2 15,-2 0-1-15,4 1-2 0,0 1-3 0,0-3 2 16,0 2 19-16,2-2 29 0,3 0 15 15,-3 3 7-15,5-3 4 0,-2 0-1 0,3 2-17 16,-1-2-25-16,2 0-10 0,0 0-4 16,0 0-5-16,-1 0-2 0,0 0 1 0,-1 1-3 15,1-1-12-15,0 1-4 0,-1-1-2 0,3 1-1 16,-3 2-3-16,1-3 3 0,0 2 7 0,-1 2 3 16,1-2 2-16,-2 2 0 0,0-2 7 15,3 1 3-15,-3 0 3 0,-2-1-1 0,4 1 0 16,-1-2 1-16,1 1-8 0,-1-2-4 15,-2 1-2-15,2 1-1 0,-1-2-1 0,-1 0 1 16,-1 1-2-16,1 1 0 0,0-2 1 0,-2 1-1 16,-2 1 2-16,0-2-2 0,2 0 2 15,-3 0 2-15,1 0 0 0,-1 0 2 0,-2 0-2 16,0 0 1-16,1 0 1 0,-2 0-2 16,1-2-1-16,-1 1 1 0,-1 1 2 0,1 0 0 15,-2-2 0-15,0 1 0 0,0-1 0 0,1 1-2 16,-1 1 0-16,0-2-2 0,-1 1 3 15,1-1 0-15,-1 2-1 0,-1-1 0 0,1-1 0 16,-2 1 1-16,1 1-2 0,1-2-2 0,-2 2 3 16,1 0-1-16,-1 2 0 0,-1-2 0 15,2 1 0-15,1-1 2 0,-2 3-1 0,1-1 0 16,-2-1 0-16,4 1 1 0,-2-1-2 0,0 1-1 16,0-1 1-16,0-1-1 0,0 0-1 15,0 0 1-15,0-1 1 0,0 1 1 16,0-3-1-16,0 1 0 0,-2 1 0 0,3-1-1 15,-3 1 1-15,-2-1-1 0,2 1-1 0,0-1 2 16,-2 2 2-16,1-1-1 0,-1 1-2 0,2 0 2 16,-2 0-1-16,2 0-1 0,-1 1 0 15,-1-1-1-15,1 0 3 0,0 0-1 0,-1 0-1 16,-1 0 1-16,2 0 0 0,0 0-2 0,0 0-1 16,-3-1 1-16,1 1 2 0,0-2-1 15,1 1 1-15,-1 1 0 0,-2-1 0 0,0 1 0 16,2-2-2-16,-2 2 1 0,1 0 0 15,-1 0 1-15,1 0 0 0,-1 0 1 0,0 0-1 16,-1 2 0-16,3-2-1 0,-2 1-3 16,0-1 4-16,1 1-3 0,0 1 3 0,1-2-1 0,-2 1 0 15,0-1 1-15,0 0-2 0,0 2 2 16,1-2-1-16,-1 1 2 0,0-1-2 0,-1 0 1 16,1 0 1-16,0 0-1 0,-2 0 1 15,2 0-2-15,-1-1 3 0,0 1-2 16,-1-2 0-16,3 1 0 0,-3-1 2 0,-1 1 0 15,3-2-2-15,-1-1 2 0,0 0 2 0,-1-1-1 16,2 0-2-16,-1 0-1 0,1 0 0 0,-2-1 0 16,2 0-1-16,-1-1 2 0,1 0-1 15,1-2 0-15,-3 0 1 0,2 0 0 0,-1-1-2 16,1-2 0-16,-1 0 1 0,-1 2 1 16,1-2 0-16,2 1 0 0,-2-1-1 0,0 1 2 15,-1-2-2-15,-1 3-1 0,2 0 0 0,-2-2 1 16,1 1 0-16,-1 0-1 0,0 1 2 15,2-1-1-15,-2-1 0 0,2 2 0 0,-2 0 0 16,1-1 1-16,-1-1-1 0,2 3 0 16,-1-4-1-16,-1 2 0 0,2 1 0 0,-2-1 0 15,2 2 0-15,-1-2 1 0,-1 1 0 0,3 3 1 16,-3-3-1-16,2 2 0 0,-2 0-1 0,3 1 2 16,-3-1 0-16,0 2-2 0,3 0 3 15,-3 1 1-15,2 0-1 0,-2 0-1 16,0 0 2-16,0 3-1 0,0-3-2 0,0 0 1 15,0 1 0-15,0 1-1 0,-2 0 0 0,2-1 1 16,0 1 1-16,-3-2-2 0,3 2-3 0,0 2 4 16,0-2-1-16,0 1 2 0,0 1-1 15,0 0 0-15,0 1 2 0,0-2-3 0,-1 2 0 16,1 0 0-16,-2 0-1 0,2 0 1 16,0 0-1-16,0 0 1 0,0 0 0 0,0 0 0 15,0 0 0-15,0 0 1 0,0 0 3 16,0 0-1-16,0 0 0 0,0-2 0 0,-2 2-1 15,2 0 1-15,0-1-1 0,-3 0-2 0,3 1 1 16,-1 0 0-16,-1-2 1 0,0 2 0 16,1-2-1-16,-1 2 0 0,1 0 1 0,-3 0-2 15,1 0 1-15,2 0 2 0,-3 2 0 0,0-2 0 16,2 2 0-16,-1-2 1 0,2 0-2 0,-3 1-1 16,3-1-1-16,-2 1 1 0,1-1-1 15,-1 0 0-15,-1 2 3 0,3-2-1 0,-2 0 0 16,-2 2 0-16,2-2 1 0,0 1 2 15,-2 0 0-15,4-1 3 0,-6 2 1 0,2-1 3 16,-1-1 1-16,2 0 0 0,-3 2 3 0,2-2-1 16,-1 0 0-16,-2 0 1 0,2 0 0 15,-1 0 0-15,1 0-2 0,0 0 1 0,-3-2-1 16,2 2 0-16,-1-1 0 0,3 1 1 16,-4-2-2-16,3 1 1 0,-1 0 0 0,-1-1-2 15,1 2-1-15,0-2-2 0,-1 2 0 0,2 0-1 16,-1-1-1-16,-2 1-1 0,1-1-1 15,0 1-1-15,2 0 0 0,-2-2-1 0,0 2-1 16,2-2 0-16,-1 2 0 0,1 0 0 0,-2-2-1 16,3 2 1-16,-1 0-1 0,0 0 1 15,-2 0-1-15,2 0 0 0,-1 0-1 0,-1 0 0 16,1 0 1-16,0 0-1 0,-1 2 0 0,0-2 0 16,-1 0 1-16,1 2-1 0,2-2 1 15,-4 2 0-15,1-2-1 0,1 0 2 0,0 1-2 16,-3-1 0-16,3 0 1 0,0 0 0 15,-2 0-1-15,1 0 0 0,1 0 1 0,-2 0-1 16,1 0 0-16,1 0 1 0,-1-1-1 0,1 1 0 16,-3 0-1-16,1 0 1 0,2 0 0 15,-1 0 0-15,1 0 0 0,-2 0 0 0,2 0 0 16,-1 1 0-16,1-1 0 0,2 1-1 16,-2-1 0-16,0 0 0 0,0 0 1 0,0 0 0 0,2 0 0 15,-2 0 0-15,2 0-1 0,-1 0 1 16,1 0-1-16,-2 0 1 0,2 0-1 15,-1 0 1-15,1 2 0 0,0-2 0 0,-3 0 0 16,2 2 0-16,-1-2 0 0,2 1 0 16,-2-1 0-16,0 1 1 0,2 1-1 0,-1-2 0 0,2 0 0 15,-2 1 0-15,2-1 0 0,0 0 0 16,0 2-1-16,0-2 1 0,2 0 0 0,-3 0 0 16,3 0 0-16,0 0 0 0,-2 0 1 15,4 0-1-15,-3 0 0 0,1 0 1 0,0 0-1 16,1-2 0-16,-2 2 0 0,-1 0 0 15,4-1-1-15,-3 1 1 0,1 0 0 0,-2-2 0 16,2 2 0-16,0-1 0 0,-3 1 0 0,3 0 1 16,0-1 0-16,-4 1-1 0,4-2 1 0,-2 2 0 15,2 0-1-15,0-2 0 0,-5 2 0 16,5-1 0-16,-2 0 1 0,0 1-1 0,0 0 0 16,2-2 0-16,-3 2 0 0,1-2 2 15,2 2-2-15,-2 0 1 0,2-2-1 0,0 2 1 16,-2 0-1-16,2 0 0 0,-3 0 0 15,4 0 0-15,-2 0 1 0,0 0-2 0,1 0 1 16,-2-3-1-16,2 3 1 0,-2 0 0 0,-1-1 0 16,3 1 0-16,-2-1 1 0,1 1 0 15,-3 0 0-15,2-2-1 0,-1 2 1 0,2 0 0 16,-3 0-1-16,2 0 0 0,-1 0-1 0,0 0 1 16,0 0-1-16,1 0 1 0,0 0 0 0,0 0 0 15,0 0 0-15,-1-1 1 0,2 1 0 16,-3 0-1-16,2 0 0 0,0-3 0 15,1 3 0-15,-4 0 0 0,3 0 0 0,0 0-1 16,-1 0 1-16,1 0 0 0,0-2 0 0,-2 2-1 16,0 0 1-16,3 0 0 0,-4 0 0 15,0 0 0-15,0 0 0 0,2 0 0 0,-3 0 0 16,0 0 0-16,3 0 0 0,-2 0 0 0,1 0 0 16,-2 0 0-16,1 0 0 0,0 0 0 0,-1-3 0 15,0 3 0-15,0-2-1 0,1 1 0 0,-1 0 1 16,0-3 0-16,1 3 0 0,0-2 1 15,-2 0 0-15,2 2-1 0,0-3 0 0,0 3-1 16,1-2 1-16,0 2-1 0,-1-1 1 16,2 1 0-16,-2-1 0 0,0 1-1 0,2 1 1 15,-1-2 0-15,-2 2 0 0,3 0 0 0,-1 0 0 16,-1 0 0-16,2 0-1 0,-1 0 1 16,2 0-2-16,-2 0 2 0,2 0 0 0,1 2 0 15,-2-2-1-15,1 0 1 0,-2 1-1 0,3 1 0 16,-1-1 0-16,0 1 0 0,-1-1-1 15,1 1 2-15,0-1-1 0,-1 2 1 0,1-1-1 16,0-1 1-16,-1 0-1 0,2 1 0 0,0 0 1 16,0-1-1-16,-1 0 0 0,1 1 0 15,-3 0 0-15,4-2 1 0,-2 0 0 0,2 1 0 16,0-1 0-16,-1 0 1 0,-1 0-1 16,2 0 0-16,-1 0 0 0,-1 0 0 0,4 0 0 15,-4 0 0-15,2 0 0 0,-2 0 0 0,1 0-1 16,1 0 1-16,-1 0 0 0,2 1 0 15,-2-1 0-15,0 0 0 0,3 0 0 0,-3 2-1 16,3-2 1-16,-2 0-1 0,1 0 1 0,-1 0-1 16,0 0 1-16,1 0-1 0,-2 0 1 0,1 0 1 15,-1 0 0-15,1 3-1 0,1-3 0 0,-1 0-1 16,0 0 1-16,1 0-1 0,-1 0 1 16,0 2 0-16,-1-2 0 0,0 0 1 0,1 0 0 15,0 3 0-15,0-3-1 0,-2 0-1 16,2 1 2-16,0-1-2 0,-1 0 1 0,-2 0 0 15,3 0 0-15,-2 0 0 0,2 0 1 0,0 0 0 16,-2 0-1-16,2 0 1 0,-3 0-1 16,3-1 1-16,-2 1-1 0,0 0 1 0,2-3 0 15,-2 3 0-15,0 0 0 0,-1 0-1 0,3 0 0 16,-2 0 0-16,1-2 0 0,-1 2 0 16,0 0 0-16,-1 0 1 0,1 0-1 0,0 0 1 15,0-3 0-15,1 3-1 0,0 0 0 0,-2 0 0 16,0 0-1-16,1 0 1 0,0 0-1 15,1 0 0-15,-3 0 0 0,0 3 1 0,0-3 0 16,1 0 0-16,-2 2 0 0,-1 1 0 0,-1-2-1 16,4 2 1-16,-4 1 0 0,-1-2-1 0,2 2 1 15,0-2 0-15,-3 0 1 0,4 1 0 16,-2 0-1-16,0-2 1 0,0 2-1 0,0 0 0 16,-2 0 0-16,2-1-1 0,2 1 1 15,-2 0 0-15,2-2-1 0,0 1 0 0,1-1-1 16,1 0-1-16,1 1-11 0,2-2-13 15,2 2-31-15,-1-2-66 0,2 1-67 0,-2-1-105 16,4 1-178-16,-2 3-302 0,3-2-311 0,-1 2-234 16,-1 0-159-16,-1 1 255 0,0-1 634 15</inkml:trace>
  <inkml:trace contextRef="#ctx0" brushRef="#br0" timeOffset="36607.9">23141 1933 140 0,'1'0'367'15,"2"0"186"-15,-1 0 110 0,-2 0-129 0,0 0-129 16,1 0-71-16,-1 0-43 0,0 0-16 16,2 0-8-16,-2 0-5 0,1 0-20 0,-1 0-27 15,0 0-27-15,2 0-27 0,0 0-27 0,-2 0-18 16,0 2-19-16,0-2-13 0,0 0-17 0,0 1-12 15,0-1-17-15,0 0-11 0,1 2 1 16,-1 1 21-16,0 0 16 0,3 3 18 0,-1 1 30 16,0 2 34-16,-1 0 8 0,1 4-17 0,0 1-11 15,-2 1 1-15,1 3-12 0,1 4-17 0,-1-1-13 16,-1 2-10-16,0 3-7 0,0 0-19 0,0 2-11 16,-1 2-7-16,-2-2-5 0,-1 2 1 0,1 0-8 15,-2 2-6-15,2-4-6 0,-2 1-6 0,-1-1-6 16,2 0-4-16,-1-3 6 0,-2 0 2 15,4-5 1-15,0-1-1 0,0-2 1 0,-2 2-2 16,4-6 0-16,-1 0-1 0,0-3 2 0,2 1 1 16,0-4-1-16,0 1 1 0,0-2-3 0,2-2 1 15,0 1-1-15,-1-1 1 0,2-1 0 0,0 1-1 16,2-2 3-16,1 0 0 0,-1 0-2 16,2-1-1-16,2-1 2 0,0 0 7 0,3-1 2 15,2-1 2-15,-1 0 1 0,0 0 1 0,4-2 0 16,0 1-8-16,0-1-2 0,2 2 0 15,2-1 1-15,0 0-8 0,0 0-4 0,5 1 0 16,-3 0-1-16,3-2-2 0,2 2-4 0,1-2 9 16,1 3 2-16,2-2 4 0,-1 0-1 0,2 0 2 15,1 0 1-15,2 0 1 0,-3 2-1 0,2-1-1 16,0-1 1-16,-1 3-1 0,1-1-1 16,2 1 6-16,0 0 5 0,0 0-1 0,-2 1-1 15,-1 1 3-15,1-1 0 0,2-1-3 0,-1 2-10 16,-2-2-2-16,3 0-1 0,-1 0-3 15,-1-3-1-15,3-2-4 0,-2 1 5 0,2-2 3 16,-3-1 2-16,2-1 2 0,-4 1-1 0,-1 0 3 16,-1 0 0-16,-1 1 0 0,-1 1 0 0,-3 1 0 15,0-1-4-15,-3 2 2 0,0 0 6 0,0 3 4 16,-1-1 1-16,2 1 1 0,-3-2 2 16,1 2-2-16,1 0-6 0,-2-1-6 0,1 0-2 15,3-1 2-15,1 0-1 0,-3 1 1 0,1 0 0 16,3-1 3-16,-2 0-1 0,1 0 1 0,-1 2 0 15,-1 0-6-15,1 0-3 0,0 0-3 16,-1 0-1-16,0 2-3 0,-2 0 1 0,2 0 4 16,-2-1 3-16,-5 2 4 0,5-1 1 0,-3 0 1 15,-3 1-2-15,1 0 0 0,-1-1 1 0,-2-1-1 16,-1 1-1-16,1 1 2 0,-3-2 0 0,1 1 0 16,-3-1 0-16,0 1 0 0,1-1 1 0,-1 2-1 15,-1-2 2-15,0 1-2 0,0 0 2 16,0-1-1-16,-2 0-1 0,1-1 2 0,-2 2-1 15,-2-2 0-15,3 2 1 0,-3-2-1 0,0 0 4 16,0 0 2-16,1 0 4 0,-4 0 1 0,1 0 3 16,2 0 2-16,-3-2 0 0,0 2 1 0,2-2 1 15,-2 2 1-15,0 0 2 0,0 0-2 16,0-1-3-16,0 0-1 0,0-1-6 0,0 0-3 16,0 1-5-16,0-3 0 0,0 1-2 0,2-3-3 15,-2 1 2-15,1-1 0 0,2-1 6 0,-1 0 3 16,0 0 1-16,2 1 3 0,-2-5 0 15,1 3-1-15,-2-1-6 0,3-2-2 0,-1 0-3 16,0-1-2-16,0-1-1 0,0-4-1 0,1 3 0 16,0-3 1-16,-1-1 2 0,0 0 1 0,1 0 2 15,-3 0 1-15,2-3 0 0,-3 3-7 16,2-3-3-16,-2 3-3 0,0-1 0 0,-2-1-1 16,2 2-1-16,-3 0 6 0,2 2 3 0,-1-1 2 15,-1 0 0-15,0 3 0 0,-2-1 1 0,4 1 0 16,-4 0 0-16,2 1 0 0,-2 1 1 0,0 1 0 15,0 2 0-15,0-3 1 0,-2 4 0 16,2-3-1-16,-1 4 2 0,-1-3-1 0,1 5 0 16,-2-3-1-16,2 2 1 0,-1 0-1 0,1 2 0 15,-2-2 0-15,2 2 1 0,0 0-1 0,-3 1-1 16,0-1 1-16,1 2 1 0,0-1-1 0,-1 1 0 16,0 1 1-16,-3 1 0 0,3-1 2 15,-5 1-1-15,1 0 0 0,-1 0 1 0,1 0 0 16,-3 0 0-16,4 0 0 0,-4 0 1 0,2 0 1 15,-2 0-2-15,1 0 2 0,-2 0-1 0,3-2 0 16,-3 2-2-16,1-2 1 0,-2 1-1 0,2 1-1 16,-1-1 0-16,-1-1 2 0,0 0 0 15,-1 0 0-15,1-2 1 0,0 3 1 0,0-2 2 16,-1 0 0-16,0 0 0 0,2 2 1 0,-1-2 1 16,1 1-2-16,0-1 0 0,-1 2-1 15,1-2-1-15,-2 1-1 0,1 1 1 0,0 0-3 16,-2-1 2-16,3 0-1 0,-1 1-1 0,0 1 0 15,0-1-1-15,2-1 0 0,-1 0 0 0,1 1 0 16,-1 0 0-16,1 1 0 0,0-4 0 0,0 3-1 16,1-2-1-16,-1 0 0 0,-2 1 1 0,2 2-1 15,-1-5 0-15,0 4 0 0,-1-2 1 16,1 1-1-16,-1 1 0 0,0 1 0 0,0 0 0 16,-1 0 0-16,4 0-1 0,-3 0 0 0,1 0 1 15,2 1 0-15,1 1-1 0,2-2 1 0,0 0 1 16,2 2-2-16,-2-2 1 0,3 1 0 0,0-1 0 15,-1 0 1-15,0 0-1 0,1-1 1 16,-1 1 0-16,1-2-1 0,-2 2 0 0,1 0-1 16,1 0 1-16,-4 0-1 0,2 2 1 0,1-2-1 15,0 1 1-15,0-1 0 0,0 1 0 0,-2 1 0 16,3 1 0-16,-3-1 0 0,3-2 1 0,-1 4-1 16,1-2-1-16,0 1 1 0,1-1 0 15,0-1 0-15,0 2 0 0,0-3 0 0,2 2 0 16,-2-1 1-16,0-1 0 0,0 1 1 0,0-1-1 15,0 2 0-15,-2-2-1 0,1 0 0 0,0 2 0 16,-1-2 0-16,-1 0 0 0,0 1 1 16,0 0 0-16,0-1 0 0,0 0 0 0,1 2-1 15,-2-2 0-15,0 1 1 0,2-1-1 0,-2 0-1 16,1-1 1-16,-3-1 0 0,3 2 0 0,-1-1 0 16,0 0 1-16,1-1 0 0,-3 2-1 0,5-2 1 15,-3 1-2-15,-2 0-1 0,3 1 0 16,-3-2 1-16,1 2 0 0,-1 0-1 0,3 2 1 15,-2-2 1-15,2 1 0 0,-1-1 0 0,0 0 1 16,2 1 0-16,2-1-1 0,-2 2 0 16,-1-2 0-16,3 0-1 0,-2 0 0 0,1-2 1 15,0 2 0-15,-3-1-1 0,-1 0 1 0,1-1 0 16,-2-1 0-16,0 2 0 0,-2-1 0 0,2 0-1 16,-1-1 0-16,-2 3 0 0,0-1-1 0,1 1-1 15,0 1 0-15,0-1 0 0,1 3 1 16,0 1-1-16,4-2 1 0,-1 2 0 0,0-2-1 15,3 2 0-15,1-2-4 0,3 0-4 0,1-1-9 16,0 1-11-16,1-2-13 0,2 1-19 0,-1-1-55 16,2-1-60-16,2-1-69 0,-1-1-142 0,2 1-245 15,2-3-312-15,-2-2-247 16,2 0-204-16,2 1 42 0,-1-5 539 0</inkml:trace>
  <inkml:trace contextRef="#ctx0" brushRef="#br0" timeOffset="37471.19">23026 1019 49 0,'-3'-4'333'15,"-1"3"219"-15,-1-2 190 0,0 3-2 0,2-2-195 16,2 2-116-16,-3 2-63 0,3-2-38 0,-1 2-44 16,0-1-47-16,1-1-54 0,1 1-56 15,0 1-46-15,0 0-40 0,0 0-23 0,1 1-14 16,1 0-3-16,1 2-1 0,1 1-3 0,0 0 3 15,1 0-2-15,3 1 2 0,0 0 15 0,1 3 23 16,3-2 15-16,2 0 4 0,-2 1 8 0,6 0-3 16,-2 0-12-16,2 1-16 0,0 1 8 0,1 0 27 15,3-2 11-15,0 3 5 0,-3 0 4 0,3 0-3 16,2 1 5-16,-2-1 35 0,2 2 13 0,1-1 8 16,0 2-1-16,0 0-5 0,2-2-21 0,-1 5-34 15,1-4-18-15,0 3-14 0,-1-1-5 0,1 1-6 16,2 0 0-16,-6-2-20 0,1 2-9 0,2 0-6 15,-4-1-2-15,0 1-3 0,-1-2-1 0,-1 0-1 16,0-1 0-16,-2 0 1 0,1 2-2 16,0-3-1-16,0 0 1 0,1-1 2 0,-2 0-2 15,1-1 1-15,-2-1 0 0,4-1 0 0,-4 0-1 16,-1 0 0-16,-1-1 0 0,0-1 0 0,-1-1 1 16,-3 2-1-16,2-1 0 0,-1-1-1 0,-4 0 2 15,2 0-1-15,-1 1 2 0,-1 0-1 16,0 0-1-16,3-1 1 0,-5 0-1 0,2 0 1 15,1 3-2-15,0-4 3 0,-3 1 1 0,1-2-1 16,-1 1-1-16,0 0-1 0,0-3 0 0,-3 1-1 16,2-1-1-16,-1-1 0 0,-3 0 1 0,1 1 1 15,-1 0 2-15,1-1-1 0,-2-1 0 0,2 2 1 16,-2-2-1-16,0 1 0 0,0-1-1 16,0 0 1-16,0 0 0 0,0 0 1 0,0 0 0 15,0 0 1-15,0 0-3 0,0 0 1 0,0-1 0 16,0 1 1-16,-2-2-1 0,2 1 1 0,0-3 7 15,0 3 4-15,-2-3-2 0,2 0-11 16,-1-1-42-16,1-1-62 0,-2-2-65 0,1 2-105 16,-1 0-171-16,-1 0-278 0,-1 0-270 0,4 1-219 15,-1 3-165-15,-1-3 215 0,1 2 541 0</inkml:trace>
  <inkml:trace contextRef="#ctx0" brushRef="#br0" timeOffset="37889.5">24170 1777 26 0,'0'-1'304'0,"-4"-1"212"16,3 1 194-16,-1-1 22 0,2 2-148 0,0-1-87 15,0 1-71-15,0-1-55 0,2-1-60 0,-1 0-58 16,1 0-67-16,1-3-45 0,2-1-28 16,2-2-11-16,2-3 3 0,0-1 0 0,4-4 2 15,3-1-6-15,1-7-1 0,5 1 49 0,5-5 25 16,3-4 18-16,7-4 3 0,-1-5-16 16,5-4-21-16,3-3-54 0,4-5-30 0,3-2-24 15,4-3-17-15,3-2-9 0,1-4 2 0,1 0-6 0,-3 1-6 16,0 1-6-16,0 0-1 0,-4 3-2 15,-2 6-6-15,-7 4 1 0,-6 4-1 0,-6 8 2 16,-8 2 0-16,-6 7 3 0,-6 3-2 16,-4 6-1-16,-8 2-1 0,-5 6-4 0,-5 2-15 15,-7 4-55-15,-4 5-64 0,-6 3-113 0,-1 4-193 16,-4 4-302-16,1 1-326 0,-4 3-262 16,-3 1-130-16,2-2 351 0,-2 1 614 15</inkml:trace>
  <inkml:trace contextRef="#ctx0" brushRef="#br0" timeOffset="38770.18">23481 1282 6 0,'4'-1'234'0,"-1"-1"145"0,0 0 149 16,-1 0-26-16,0 0-108 0,-1 0-69 0,2 1-22 16,-1 0 29-16,0 1 37 0,-2 0 32 0,1 0 10 15,-1 1-24-15,0-1-51 0,-1 0-56 0,1 0-56 16,-4 0-52-16,3 0-47 0,-1 1-30 0,-1-1-8 15,1 2 2-15,-1 0 16 0,2-1 15 0,-4 0 13 16,4 1 10-16,-3 0 2 0,1-1-14 0,2 3-26 16,-3-3-18-16,0 0-16 0,0 0-17 0,0 1-14 15,0 1-8-15,-2-1-9 0,2 1-7 0,-1-2-4 16,0 2-2-16,-2 2-2 0,3-2-4 16,-4 3 1-16,0-2 0 0,2 2-2 0,-2 0-2 0,-3 2 0 15,1 1 0-15,1-1 0 0,-4 3-2 16,4-2 2-16,-4 3 1 0,2 0 0 0,-2 0-1 15,2 3 0-15,0 0 1 0,-2-1 0 0,3 2-1 16,-3 2-1-16,0 1 1 0,2-2 2 0,1 4-2 16,0-3 0-16,0 3 0 0,2-1 0 0,2-1 0 15,-3 2 0-15,2 0 0 0,2-4 0 16,0 0 0-16,1 0 0 0,2-2 0 0,-1 0-1 0,3-2-1 16,0-2 2-16,0-2-1 0,5-1 0 15,-4-1 0-15,1-1 0 0,-1-2-1 0,3 1 1 16,-3-2-2-16,1 0 2 0,-1-1-1 0,1-2 0 15,0 0 2-15,-2 0 0 0,1 0 3 0,-1 0 0 16,0-2 0-16,0 2 0 0,0-5-1 16,-1 1-2-16,1 1-1 0,0-2-1 0,-2 1-1 15,2-2-1-15,0 0-1 0,0 2-14 0,0-2-38 16,2 0-58-16,-1 0-64 0,1-1-98 0,0-1-144 16,1 3-177-16,-2-4-278 0,4 3-231 0,-1 2-168 15,0-1 81-15,-3-1 404 0</inkml:trace>
  <inkml:trace contextRef="#ctx0" brushRef="#br0" timeOffset="39220.11">23449 1467 22 0,'2'0'313'0,"-2"0"221"0,-2 0 194 0,0 2 8 15,-1-1-199-15,2 2-147 0,-3 1-98 0,1 1-60 16,2-1-36-16,-3 4-30 0,1 0-15 0,-2 2-41 16,4 2-20-16,-4 0-5 0,5 4-6 0,-3-1-6 15,3 4-22-15,-1 2 9 0,2-2-8 16,-1 0-19-16,3 0-11 0,2 0-8 0,-1-3-6 15,3-1-3-15,-1-3-1 0,4-1-1 0,1-4-2 16,2-2 5-16,-1-1 1 0,1-4 4 0,1-4 36 16,0-1 20-16,1-4 20 0,0-1 9 0,-2-4 14 15,1-1 30-15,-1-1 20 0,-1-1 27 0,0-1 31 16,-4 0 15-16,0 0-11 0,-6 3-28 16,2-4-45-16,-8 2-40 0,2-1-39 0,-6 2-30 15,1 0-14-15,-3 3-14 0,0 0-3 0,0 2-3 16,-1 4-5-16,-1 1-1 0,0 1-3 0,0 5-2 15,1 0-2-15,-1 5-3 0,-1 1-6 0,1 0-42 16,3 2-58-16,-2 0-54 0,1 1-94 0,2-2-155 16,-1 3-234-16,3-3-265 0,-1 1-218 0,4-1-177 15,1-1 141-15,1-1 477 0</inkml:trace>
  <inkml:trace contextRef="#ctx0" brushRef="#br0" timeOffset="39479.16">23383 1538 187 0,'1'6'391'0,"-1"-2"151"16,3 0 95-16,2 1-209 0,-1-1-168 16,1 2-41-16,3-2 10 0,0 0 28 0,5 0 16 15,0-1-23-15,4-2 24 0,0 2-24 0,4-3-38 16,2-3-49-16,3 1-30 0,-4-3-16 0,5 0-41 15,-2 1-32-15,0-2-22 0,-1 0-9 0,-3 0-50 16,-1 1-95-16,1-1-137 0,-4 0-295 0,2-1-245 16,-3 3-198-16,1 2-7 0,-2-4 268 0,0 4 358 15</inkml:trace>
  <inkml:trace contextRef="#ctx0" brushRef="#br0" timeOffset="40673.71">24832 1225 239 0,'0'-4'434'0,"0"2"184"0,0-4 56 16,-1 4-138-16,1-2-82 0,0 3-35 0,0-3-14 15,0 3-17-15,0 0-28 0,0-3-52 0,0 4-64 16,0-1-67-16,1 1-56 0,-1-1-44 0,0 1-36 15,2 0-20-15,0 1-14 0,-1-1-3 0,4 1-2 16,-1 3-3-16,1-2 5 0,2 3 6 16,2 1 32-16,4 2 43 0,-2 4 34 0,4-1 54 15,0 2 37-15,0 1 5 0,2 3-24 0,0 0-38 0,-1-1-16 16,1 4-39-16,-1 1-31 0,0 0-18 0,0 3-9 16,-2 0-6-16,-1-2-13 0,0 2-7 15,-1-1-2-15,-4 1-4 0,1 1 0 0,-3-3-1 16,-1 3 0-16,-3-1-1 0,-2 0-2 0,-2-2 4 15,-3 1-3-15,0-1 1 0,-4 0-1 0,1 0-1 16,0-1 0-16,-1-2-2 0,0-1-1 0,0-1-1 16,1-1 0-16,2-4-2 0,-1 0 1 0,3-3-3 15,-1-3-1-15,2 0-2 0,2-3-13 16,-3-1-38-16,4-2-56 0,0-2-49 0,-1-5-66 16,1-1-131-16,1-4-155 0,-1-2-214 0,0 1-228 15,0-3-230-15,2 0-92 0,-2 2 293 16,-2-3 448-16</inkml:trace>
  <inkml:trace contextRef="#ctx0" brushRef="#br0" timeOffset="41122.96">24799 1433 78 0,'0'-1'377'0,"-1"0"266"15,-1-1 236-15,0 0-27 0,2 2-175 0,-3 0-142 0,3 2-113 16,-1 0-97-16,-3 0-82 0,3 3-75 16,-3 3-50-16,1 1-20 0,-1 3-13 0,1 3-6 15,0 3 0-15,-1 1-20 0,3 4-19 0,-1-1-23 16,1 2-17-16,1 1-9 0,1-3-9 0,1 0 10 15,3-2 3-15,-1-2 2 0,4-3 3 0,-2 0-3 16,4-5 1-16,0-1 4 0,2-7 2 16,-1 2 47-16,3-5 36 0,1-2 27 0,-1-4 12 15,-3-1 4-15,2-3-1 0,1-4-4 0,-3-1-4 16,0-2-9-16,-2-2-6 0,-1 1-4 0,-3-2 3 16,-2-2-29-16,-1 1-30 0,-4 0-18 0,-2-3-10 15,-3 1-9-15,-3 0-8 0,-2-1-5 0,-1 0 4 16,-1 5 0-16,0 1 1 0,1 1 2 0,-3 4-1 15,4 3-1-15,-2 2-4 0,2 5 2 0,-2 1-3 16,5 4-1-16,-1 3-2 0,1 4 0 16,3 2 1-16,-1 5-17 0,2-2-45 0,0 3-55 15,2 1-68-15,2-1-119 0,1 2-173 0,0-1-297 0,1-1-254 16,2 1-227-16,1-2-79 0,1 0 328 16,-1-3 507-16</inkml:trace>
  <inkml:trace contextRef="#ctx0" brushRef="#br0" timeOffset="41371.61">24748 1504 152 0,'5'8'351'0,"-2"-1"153"0,4-1 109 15,-1 2-203-15,3-1-144 0,3 1-76 0,-3-1-44 16,4-1-35-16,1 0-23 0,3-2-13 16,-1 1-33-16,3-2-14 0,0-1 17 0,2-1 10 15,-3-1-4-15,0 0-53 0,3 0-118 0,-5-1-282 16,-1 1-195-16,0 0-99 0,-5 0 39 0,-2 1 189 16</inkml:trace>
  <inkml:trace contextRef="#ctx0" brushRef="#br0" timeOffset="42054.74">24171 1846 139 0,'5'5'389'16,"-2"1"184"-16,-1-2 147 0,1 2-121 16,0 0-130-16,2 3-94 0,-4-2-56 0,4 0-39 15,-2 4-42-15,2-4-66 0,0 2-59 0,1 0-52 16,0-2-25-16,2 0-17 0,0 3-6 0,0-2-3 16,2-1-1-16,-1 2 4 0,3-1-1 15,1-1-2-15,-1 0-6 0,0 1-41 0,-2-1-70 16,-1 1-93-16,4-1-117 0,-5 2-210 0,1 0-244 15,-1 0-102-15,1-1 66 0,1 1 225 0,-2 0 257 16</inkml:trace>
  <inkml:trace contextRef="#ctx0" brushRef="#br0" timeOffset="42254.42">24562 2221 73 0,'9'11'300'0,"1"-1"166"0,-2-1 166 0,0 0-77 15,0 0-101-15,0 0-75 0,-4 2-51 0,6-4-20 16,-6 2-42-16,3-1-55 0,-1-1-53 15,2-1-44-15,1 0-28 0,-1 0-33 0,1 0-23 16,0-4-10-16,0 2 13 0,1-1 7 0,2 1 4 16,0-2-3-16,0 0 3 0,1 1-28 0,0 0-66 15,-1-1-81-15,-1 0-98 0,2 1-117 16,-1 0-201-16,0 2-223 0,-3 1-90 0,4-2 72 16,-4 4 216-16,2-1 249 0</inkml:trace>
  <inkml:trace contextRef="#ctx0" brushRef="#br0" timeOffset="42420.7">24953 2504 214 0,'6'13'368'0,"1"-1"146"0,2-2 12 16,-5 2-126-16,4 0-122 0,-2-1-82 0,2 1-62 16,-1-2-43-16,1-1-44 0,1 2-36 15,-1-2 0-15,2-1-3 0,-2 3-1 0,4-5-1 0,-1 3 1 16,2-3 4-16,-1 2-11 0,1-2-22 16,1 0-53-16,-1 1-92 0,3-1-213 0,-3 0-164 15,1 0-47-15,-2 3 65 0,1-2 156 0</inkml:trace>
  <inkml:trace contextRef="#ctx0" brushRef="#br0" timeOffset="42553.85">25408 3019 149 0,'6'9'401'16,"-1"-1"181"-16,1 0 113 0,-1-3-168 0,1 0-229 15,1-1-143-15,-1-1-67 0,2-1-44 16,1-1-31-16,1-1-37 0,2-1-61 0,0-1-88 15,-3 1-170-15,5-1-188 0,-3 1-74 0,2 1 50 16,-4 1 146-16</inkml:trace>
  <inkml:trace contextRef="#ctx0" brushRef="#br0" timeOffset="42670.95">25620 3120 33 0,'4'12'266'16,"1"-2"146"-16,2 2 123 0,-1-2-71 0,-2 2-170 16,1-2-129-16,3-1-77 0,-1 0-41 15,0-2-41-15,1 2-39 0,2-2-59 0,1 0-95 16,-2 0-121-16,3-2-100 0,-2 2-40 0,3-1 51 15,-2 2 114-15</inkml:trace>
  <inkml:trace contextRef="#ctx0" brushRef="#br0" timeOffset="42769.49">25800 3301 76 0,'8'11'205'0,"0"-2"120"16,-2 4 83-16,3-2-10 0,-2-1-91 15,-2 1-93-15,1-1-76 0,2 1-56 0,-4-2-33 16,3-1-25-16,-1 1-34 0,1-4-37 0,0 1-73 16,0 0-141-16,1-1-163 0,-2-1-47 15,3-1 46-15,-1 1 109 0</inkml:trace>
  <inkml:trace contextRef="#ctx0" brushRef="#br0" timeOffset="43904.02">25491 3235 46 0,'0'3'369'0,"-1"0"273"0,-1 0 215 15,2-3-35-15,0 2-236 0,0-2-194 0,0 2-131 16,2-2-69-16,-1 0-30 0,3 0-14 0,1-2-2 15,1 2 0-15,0-5-7 0,7 1-19 16,-4-2-31-16,5-4-22 0,-1 2-8 0,2-1-3 16,2-3-1-16,0-1-1 0,1-2 1 0,0 1-1 15,0-3-11-15,-1 1-7 0,4-3-8 0,-4 2-3 16,2-1-2-16,-3-1-2 0,5-2-1 16,-5 0-2-16,2 2 1 0,0-1 2 0,-2-2 5 15,-1 1 8-15,1-1 9 0,0 0 9 0,0 0 12 16,-1 0 6-16,0-1 0 0,1-1 0 0,-4 2-6 15,4-2 14-15,-2 1 10 0,2-1 10 0,-2 2 8 16,-1-2-2-16,3-1 0 0,-2 3-12 16,0-2-18-16,-1-1-12 0,-1-1-16 0,1 2-7 15,1-1-7-15,-2-1-7 0,-1-2-5 0,3 3-2 16,-5 0 2-16,3-2-9 0,0 0-5 16,-2 2-1-16,-1-4-1 0,0 2-2 0,-1 0-1 15,-1-1 7-15,-1-2 4 0,0 0 3 0,-3 1 1 16,1 0 2-16,-1-2 0 0,-1 1 0 0,-2-1-3 15,0 1 2-15,0-2 2 0,-2 4 0 0,0-2 0 16,-1 0 0-16,-2 3-1 0,-1 0-2 0,2-1-4 16,-5 3-2-16,1 0-4 0,-2-1-1 0,-2 1 1 15,3 0-3-15,-4-1 1 0,2 2-1 16,-2-1 1-16,1 0-2 0,1 0 0 0,-5 1 0 16,3-2-2-16,-1 2 1 0,0-1-1 0,0 0 0 15,1 2 0-15,0-1 0 0,-1 1 0 0,1 0 0 16,1 1 0-16,-1 1-1 0,4 0 0 0,-4 3-1 15,2-1 0-15,1-1 2 0,0 2-1 0,0 2 0 16,0-2 0-16,0 2 0 0,0 0 1 0,0 1 0 16,1 0 0-16,3 3 0 0,-2-1 4 0,0 2 4 15,2 0 1-15,-1 4 1 0,2-2 0 0,1 3 2 16,0 0-4-16,1 3-2 0,2-2-3 0,-4 4 0 16,4-2-2-16,-1 2-1 0,0-1-1 15,2 2 0-15,-1-1-1 0,1 1-1 0,0 0 0 0,-2 0 0 16,2 1 0-16,0-1 0 0,0 3 0 0,0-1 0 15,0-1 0-15,0 2 1 0,0 0-1 16,0 0 0-16,2 0 1 0,-2 0 1 0,1 1 0 0,1 0 0 16,0 0-1-16,-2-1 1 0,1 1 0 15,-1-2-3-15,3-1 0 0,-1 4-10 0,-2-3-10 0,0 2-21 16,-2 1-34-16,-1-2-63 0,2 0-70 0,-3 0-103 16,1-2-155-16,-2 1-236 0,-1 1-292 15,0-2-228-15,-2 2-142 0,0 0 204 0,2-2 504 16</inkml:trace>
  <inkml:trace contextRef="#ctx0" brushRef="#br0" timeOffset="44219.89">25599 1069 69 0,'3'-6'387'0,"1"-1"297"0,-3-1 263 16,4 1 11-16,-1-2-219 0,0-2-178 15,0-2-117-15,1-1-91 0,2-3-54 0,0 1-39 16,0 1-7-16,1-1-7 0,0 0-16 0,-1-2-27 16,1 0-33-16,-1-1-32 0,-1 2-35 15,2 0-27-15,-4 2-17 0,0 4-8 0,-1 1-11 16,0 3-14-16,-1 0-11 0,-1 3-8 0,3 2-6 16,-3 2-1-16,2 0-3 0,3 6 0 0,-3 2 1 15,4 4 2-15,-1 1 1 0,-1 2 1 16,4 0 1-16,-1 2-1 0,0-1 1 0,0 2-3 15,2 0 0-15,1 0-3 0,-2 1-10 0,2-2-35 16,0 1-65-16,-1-1-78 0,-1 1-143 0,-1 0-247 16,0 0-314-16,-1 1-305 0,0 1-220 0,0 1 36 15,-2-2 527-15</inkml:trace>
  <inkml:trace contextRef="#ctx0" brushRef="#br0" timeOffset="44971.4">26497 1586 169 0,'6'-4'407'15,"-4"1"206"-15,1-1 131 0,-1 0-139 0,1 3-122 16,-1-2-78-16,1 2-26 0,2-1-35 0,-4 1-29 15,6-1-27-15,-1 2-42 0,-2 0-46 0,3 0-42 16,1 0-23-16,1 3-26 0,1-1-28 16,-1 1-20-16,4-1 45 0,-4 4 7 0,3-1 1 15,-2 4-4-15,1 0 10 0,-2 0 51 0,0 2-19 16,-3 1-17-16,-3 1-9 0,1 0-6 0,-3 3-12 16,-2-1-39-16,-4 1-23 0,-2 2-8 15,0-2-8-15,-5 4-4 0,3-2-7 0,-3 0-6 16,-1 1-1-16,-1 0-3 0,1-1-1 0,0-2-2 15,1 0 1-15,-1 0-2 0,2-1-2 0,1-1 0 16,2-1-3-16,0-2 0 0,1 1-1 16,0-1 0-16,4 0 0 0,-2-2 0 0,4-1 0 15,-3 0 0-15,4 0-1 0,0-1 1 0,0-1-1 16,2 1 0-16,1 0 0 0,1 2-1 0,-1-1 2 16,3-2-1-16,2 1-1 0,1 0 0 15,1-1-1-15,2 0 3 0,1 0-2 0,2-1 7 16,2-3 4-16,2 2 3 0,-2-3 1 0,4-1-2 15,-2 0 3-15,1-1-15 0,1-3-30 0,0 2-63 16,-3-4-60-16,3-2-94 0,-5 1-161 16,1-4-271-16,-2 1-304 0,-2-2-241 0,0 1-194 15,1-3 149-15,-1 3 551 0</inkml:trace>
  <inkml:trace contextRef="#ctx0" brushRef="#br0" timeOffset="45446.49">27141 1761 150 0,'-2'6'592'0,"-3"0"370"0,1 1 167 0,-3 2-133 16,0 2-314-16,-1-1-229 0,0 5-151 0,-1 2-60 15,2 2-28-15,1 2-18 0,-2 2-22 16,3 0-19-16,1 1-17 0,1 1-32 0,2-1-34 15,1-4-32-15,3 3-20 0,2-3 0 0,3-2 1 16,0-4 0-16,2-2-2 0,3-1 1 0,1-5 2 16,2-3-19-16,2-4-8 0,-1-2-3 15,4-7-1-15,-4-2 0 0,4-1-4 0,-1-5 10 16,-1-1 4-16,2-2 4 0,-4-3 0 0,-3-1 11 16,-1 1 31-16,1-2 21 0,-6 1 13 0,-1-5 5 15,-6 2 4-15,-1-2-4 0,-3 0-19 16,-3 2-9-16,-2-1-5 0,-5 2-6 0,2 5-1 15,-3 1-7-15,-5 4-8 0,3 4-8 0,-5 2-9 16,1 4-6-16,1 4-5 0,-2 5-3 0,3 0 0 16,0 4-1-16,1 5 0 0,1-1-2 15,2 4 1-15,1 1 0 0,2 2-1 0,5-3 0 16,1 4-3-16,0-3-4 0,5 2-12 0,2 0-16 16,1-3-44-16,0-1-64 0,3 1-59 0,2-3-69 15,2 0-108-15,-1-3-147 0,2-2-177 0,0-3-216 16,2 0-210-16,1-2-114 0,-3-1 201 0,3-1 429 15</inkml:trace>
  <inkml:trace contextRef="#ctx0" brushRef="#br0" timeOffset="45655.23">27118 1832 78 0,'4'10'363'0,"-1"-1"238"16,0-2 225-16,2 1 10 0,1-3-155 0,5 1-132 16,-1-1-84-16,3 0-89 0,-1-3-88 0,2 3-86 15,2-5-82-15,0 2-56 0,3-2-32 0,-3 0-12 16,3 0-5-16,-3-2 7 0,2 2 4 0,0 0-10 16,-6 0-69-16,0-3-127 0,-3 1-174 15,-6 1-304-15,-1 1-275 0,-2 0-232 0,-2 1 29 16,-1 1 372-16</inkml:trace>
  <inkml:trace contextRef="#ctx0" brushRef="#br0" timeOffset="55362.42">9069 4622 343 0,'-2'-8'645'0,"2"3"261"15,0-3 115-15,-1 3-258 0,1 0-211 0,-2 0-122 16,-1 3-87-16,1-1-63 0,2 0-39 0,-1 1-31 16,1 1-7-16,0 1-1 0,1-2-13 15,-1 2-17-15,0 0-26 0,0 0-34 0,0 0-40 16,2 0-35-16,-2 2-20 0,2-1-9 0,1 4-7 16,0-1-2-16,3 5 1 0,0 4 2 15,2 0 3-15,0 3 4 0,3 4 0 0,2 1 0 16,-1 3-7-16,1 0-5 0,0 3-3 0,1 0-3 15,0-2-1-15,2 2 0 0,-3-1 6 16,2-1 6-16,-3-1 2 0,-1-1 2 0,3-1 1 16,-3-1-2-16,0-1 2 0,-3-2-3 15,0-2-2-15,0-1 2 0,1 0-3 0,-4-3 2 16,1-1-3-16,-2-1 0 0,-1-2 0 0,-2-2 9 16,1 0-4-16,2-2 9 0,-4-1 4 15,0 0 2-15,0-1 0 0,-4 0-10 0,2 1 5 16,1-2-8-16,-4 0-9 0,0 0-33 15,0 1-46-15,-1-2-47 0,0 0-43 0,-2 0-71 16,0 0-130-16,0-3-125 0,-3 2-158 0,3 0-244 16,-2-2-235-16,1 1-77 0,0-2 271 15,1 2 411-15</inkml:trace>
  <inkml:trace contextRef="#ctx0" brushRef="#br0" timeOffset="55670.98">9126 5038 152 0,'1'-2'439'16,"-1"1"227"-16,2 1 126 0,1-1-183 0,-2-1-207 15,1 2-137-15,1 0-21 0,0 2 23 0,2-1 57 16,0 4 29-16,3 1-2 0,0 2-14 0,1 3-45 16,1 2-22-16,5 1-32 0,-2 1-32 15,1 4-24-15,2 0-23 0,0-1-31 0,-2 0-46 16,0-2-37-16,-1 1-21 0,3-2-9 15,-5-3-7-15,2-2-4 0,-1-1 0 0,-1-3 31 16,-1-5 17-16,2-1 7 0,0-4-3 0,-3-5 0 16,2-4-5-16,0-5-27 0,0-3-15 15,-3-3-9-15,0-1 2 0,0-5 0 0,-3 5-1 16,1-3 0-16,-5 0-1 0,1 3-3 16,-2 0-6-16,0 0-42 0,0 5-62 0,-2 1-94 15,-1 2-174-15,2 4-294 0,-2 3-325 0,1 4-296 16,2 5-185-16,0 2 217 0,2 5 640 15</inkml:trace>
  <inkml:trace contextRef="#ctx0" brushRef="#br0" timeOffset="70143.49">10585 5370 35 0,'0'2'306'0,"0"0"205"0,-2 0 189 15,2 0-13-15,0 0-130 0,-1 2-87 16,-1-3-45-16,2 2-34 0,0-2-22 0,0 2-41 16,0-3-55-16,0 1-56 0,0-1-52 0,0 0-33 15,0 0-5-15,0 0 29 0,0 0 35 16,0 2 29-16,0-2 11 0,0 0-9 0,0 0-23 15,0 0-38-15,0-2-38 0,0 1-34 0,0 0-23 16,0-2-15-16,-3-3-10 0,3 0-7 16,-3 0-6-16,3-3-1 0,-1 1-2 0,-1-1 1 15,2-3-3-15,-2 2-1 0,1-2-3 0,-1 0 0 16,2 0 0-16,-2-1-4 0,2 0 0 16,-1 1-2-16,-1 2-3 0,2 1-2 0,0 2-4 15,-1-1 0-15,1 3-1 0,-2-1-1 0,2 1-1 16,0 3-1-16,-2 0 0 0,2 0-2 15,0 1 0-15,0 0-2 0,0 1-2 0,0-2 0 16,0 2 0-16,0 0-4 0,2 0-9 16,-2 0-14-16,2 0-27 0,-1-2-46 0,1 1-63 15,-2 1-60-15,1-3-62 0,-1 0-99 16,-1-1-109-16,-1-1-98 0,2 1-133 0,-3-1-232 16,1 1-172-16,-1 0 35 0,0-1 277 0,-1 2 355 15</inkml:trace>
  <inkml:trace contextRef="#ctx0" brushRef="#br0" timeOffset="70442.97">10493 5100 264 0,'-2'-2'592'0,"2"2"297"0,-1 0 154 0,1-1-222 16,0-1-206-16,0 2-148 0,0 0-114 0,0-2-85 15,0 1-74-15,1 0-58 0,1-2-38 16,0-1-8-16,1-2 32 0,0-2 37 0,2-1 35 15,0-1 10-15,0-1-4 0,2-1-17 16,-2-2-41-16,1 1-39 0,-1 1-29 0,0 0-19 16,1 0-8-16,-3 3-7 0,0 1-3 0,-1 2-5 15,0 2-7-15,-1 1-5 0,-1 0-7 16,2 0-6-16,-2 2-6 0,1-1-1 0,-1 2-3 16,2 0-1-16,-2 2 0 0,3 2-1 0,-1-1-1 15,1 3-13-15,0 1-41 0,0 2-69 16,-1 0-79-16,-1 3-154 0,-1 2-277 0,0 1-319 15,0 3-305-15,0 1-199 0,0 1 78 0,-1 0 602 16</inkml:trace>
  <inkml:trace contextRef="#ctx0" brushRef="#br0" timeOffset="71267.09">10835 6522 229 0,'-2'0'542'0,"0"0"282"0,1 0 186 15,-1 1-180-15,2-1-187 0,0 0-146 0,-1 0-106 16,-2 2-86-16,1-2-79 0,2 0-66 0,0 1-50 15,0 1-24-15,0-1-4 0,0 1 20 16,0 1 28-16,0-1 22 0,2 3 14 0,-2 0 1 16,3 1-13-16,-2 1-24 0,1 1-28 15,-1-1-25-15,1 4-22 0,0-2-11 0,-1 3-12 16,1-2-8-16,1 2-4 0,-1-1-6 16,1 3-4-16,-1-3-5 0,1 3 0 0,-2-1 1 15,1-1-3-15,2 2-2 0,-2-2-2 0,-1-2 0 16,-1 1 0-16,2-2 0 0,-2-2-2 0,0-1 2 15,0 0 1-15,0 0 0 0,0-4-7 16,-2 0-24-16,2 1-51 0,-4-2-58 16,-1-1-55-16,2 0-78 0,-2-1-114 0,-1-2-128 15,1 1-104-15,0 0-174 0,1-1-229 0,-1 0-124 16,0-2 117-16,2 3 335 0,1-3 334 0</inkml:trace>
  <inkml:trace contextRef="#ctx0" brushRef="#br0" timeOffset="71551.19">10773 6690 110 0,'0'-2'436'0,"-2"2"279"0,2 0 179 15,2 0-117-15,-2 0-187 0,2 3-140 0,1-2-99 16,0 5-62-16,0-1-45 0,2 3-32 0,1 0-36 16,0 2-39-16,-1 0-35 0,3 1-22 15,0 2-11-15,1 1-10 0,-2-3-5 0,1 4-4 16,3-4-1-16,-2 3-5 0,-1-4-10 15,0 2-3-15,2-1-12 0,-2-3-6 0,-2 2-7 16,2-4-3-16,0 0 4 0,-4-2-6 16,3-1-2-16,-2-1 1 0,-1-4 0 0,1 1-4 15,0-4 2-15,-1-3 3 0,0-2 5 0,-1-3-9 16,0-1-15-16,-1-2-19 0,-2-2-72 0,-2-3-142 16,-3 0-223-16,0-3-279 0,1-1-263 15,-4-1-217-15,0-3 74 0,-2-2 451 0</inkml:trace>
  <inkml:trace contextRef="#ctx0" brushRef="#br0" timeOffset="76943.36">3943 2494 31 0,'-3'0'275'0,"-4"2"177"15,2-2 172-15,-2 0-12 0,0 3-159 16,3-2-78-16,-1 1-27 0,1-1-13 0,3-1 4 15,-1 1-5-15,1 2 0 0,-2-3-28 0,1 0-37 16,1 0-47-16,-1-3-43 0,1 3-29 16,-1-1-28-16,2 1 9 0,0 0 26 0,0 0 17 15,0 1 9-15,2 2-5 0,-1-3-20 0,-1 0-32 16,0 0-39-16,0 0-26 0,0 2-21 0,0-2-16 16,2 0-6-16,-2 0-4 0,0 0-5 15,0 0-5-15,1 0-2 0,1 0 0 0,-2 0 0 16,0 0-3-16,0 0 2 0,3 0-2 0,-3 0 0 15,1 0-3-15,-1 0 0 0,2 2 2 0,1-2-1 16,2 0 1-16,0 2 1 0,1-1 1 0,3 0 5 16,-1 1 6-16,4-2 4 0,0 2 3 15,1-1 1-15,1 0 3 0,3-1 0 0,2 2-3 16,2-1 0-16,0 1-3 0,2-1 1 0,1-1-1 16,-2 0-3-16,2-1-1 0,1-1-1 0,0 1 1 15,-1-2 0-15,0 0-2 0,1 0-1 16,0 0-3-16,-1-1 0 0,-3 0-2 0,1 0 0 15,0-1 0-15,-3-1-1 0,1-1 1 0,-1 1-1 16,-3 1 0-16,0-1-1 0,-2 0 0 0,0 0 0 16,-2 2-1-16,-3-2 1 0,2 3-1 0,-3-2 0 15,-2 3 0-15,1-2-2 0,-1 1 1 16,0 2-1-16,-3-2 0 0,2 3 0 0,-2-2 1 16,1-1 0-16,-1 1 0 0,0 1 0 0,0 0 0 15,0-1 0-15,0 0 0 0,-1 1 1 0,1 0 1 16,0-4 0-16,-1 2 1 0,1-1 0 0,-1-2 0 15,-1-2-2-15,1 1 8 0,1-3 2 16,-1-3-4-16,-1 1-3 0,1 0 1 0,1-3 0 16,-2 0-5-16,-1 1-1 0,2-4 4 0,-2 0 5 15,0 0 1-15,0 1 0 0,0-5 0 0,0 3-2 16,0-2 1-16,0 0-2 0,0-1-1 0,0 1-1 16,0-3-1-16,1 1 0 0,1-2 1 0,-2 1-1 15,0-2 0-15,2-1 0 0,-1-2 0 16,1 3 1-16,-2-4 0 0,2 0 0 0,-2-2 0 15,1 4 0-15,-1-2 1 0,0-2 0 0,-1 4 0 16,-1-1 0-16,2 1 0 0,-2 1-1 0,1 1 1 16,-1 1 0-16,-1 0-1 0,3 0 0 0,-2 0-1 15,-2 2-1-15,2-1 0 0,-1 2-1 16,2-1 1-16,-1-1-1 0,0 2 0 0,2-2 0 16,-1 1-1-16,1-1 0 0,0 0 0 0,0 0 0 15,0-3-1-15,1 0 0 0,1-2-1 0,1 0 0 16,0-2-1-16,2-2 0 0,-2 1 0 0,2 0 0 0,0 0 1 15,-1-2 1-15,1 1 1 0,-3 1 1 16,4 2 0-16,-3 2 1 0,0-1-1 16,-1 2 1-16,-1 0 1 0,1 2-2 0,-2 2 3 15,0 0 0-15,0 2 0 0,-2 1 0 0,1 3 1 16,-1 0 1-16,-1 2-1 0,0 3 1 16,-3 1 0-16,3 2 0 0,-1 0-2 0,0 2 0 15,0 1-1-15,1 0 1 0,-2 2-2 16,1 0 0-16,2 2 0 0,-2-3 0 0,2 3-1 15,-1-1 0-15,1 0 0 0,-1 0-1 16,1 0 0-16,-1 0 0 0,0 0 0 0,1 2 0 16,-1-3 1-16,0 3-1 0,0-1 0 15,0 0 0-15,0 0 1 0,-2-1-1 16,0 1 1-16,0 0 0 0,-1 0 0 0,0 1-1 16,-2-2 1-16,1 3-1 0,-2-2 0 0,1 1 0 15,-1 1 0-15,-1 0 0 0,-1-2 0 16,0 2 0-16,-3-1 0 0,1-1 0 0,2 2 1 15,-5-1-1-15,2-1 0 0,0 1 0 16,-1 1 0-16,0-3 0 0,0 3 0 16,-2-2-1-16,3 0 1 0,-3 2 0 0,0-3 0 15,0 2 0-15,1-1-1 0,-1-1 1 0,-2 1 0 16,2 2-1-16,-2 0 0 0,1-2 0 16,-2 0 0-16,-1 2 0 0,2 0 0 0,-1 0 0 15,-1 0 0-15,2 0 0 0,0 0 1 16,2 0 0-16,-4 2 0 0,1-2 0 0,2 2-2 15,-4 0 1-15,2 1 0 0,-1 0 0 16,1 0 1-16,-1 1 1 0,0 2 0 0,1-2 0 16,1 3-1-16,0-3 0 0,-2 2 0 0,1-2 0 15,2 2-1-15,-4 0 2 0,2 0-1 16,-1 0 0-16,-1-1 0 0,0 2 0 0,1-1 0 16,1-1 0-16,-2 1-1 0,2-2 2 15,0 2 0-15,0-1-1 0,-1-1-1 0,-1 0 1 16,0 1-1-16,1 0 0 0,-3-1 0 15,2 0 0-15,-1 2 1 0,2-2-1 0,-1 2 1 16,0-1-1-16,3-1 0 0,-2-1 1 0,1 0-1 16,2 0 1-16,-2 0 0 0,1-3 0 15,1 1 0-15,1-1 0 0,-2-1 0 0,2-1-1 16,-1-1 0-16,-1 0 0 0,1-1 1 16,0 0 0-16,-1 0 0 0,3-3-1 0,-3 2 1 0,0-1 0 15,3 2-1-15,-1-2 0 0,1 1 1 16,-1 1 0-16,1-1-1 0,0 1 0 0,2-2 0 15,0 3 1-15,-1-2 0 0,0 2-1 16,2-1 0-16,-3 0 1 0,2 1-1 0,0 0 0 16,1-2 0-16,0 3 0 0,-1 0 1 0,0 0-1 15,0-3-1-15,3 4 2 0,-2-2-2 16,2 1 2-16,-2-1-1 0,1 2 0 0,1-3 0 16,1 3 0-16,-1-1 0 0,3 1 0 15,-2 0 1-15,0 1 0 0,2-2-1 0,-2 2 1 16,-1 0-1-16,3 0 0 0,-1 0 0 15,-1 0 0-15,1 0 1 0,1 0 0 0,0 2 0 16,-1-2 0-16,1 1 0 0,0-1 0 0,0 0 0 16,-2 1 0-16,4-1 0 0,-2 2 0 0,0-2 0 15,-1 1 0-15,-1-1 1 0,-1 2-1 16,0-2 0-16,0 2-1 0,-3-2 1 0,4 0-2 16,-1 0 1-16,-3 1 0 0,3-1 1 0,-2 0-1 15,-1 2 0-15,1-1 1 0,-1-1 0 16,1 2 0-16,-1-1-1 0,3 2 1 0,-2-2 0 15,-2 1 0-15,3 0 0 0,0-2 0 0,1 1 1 16,1 0-1-16,-2-1 0 0,1 0 0 0,1 2 0 16,-1-2 0-16,0 0 0 0,3 2 0 15,-3-2 0-15,2 0 0 0,1 0 0 0,-3 0 0 16,3 0 0-16,-2 0 1 0,1 0-2 0,1 0 1 16,0 0 0-16,0 0 0 0,-1-2 0 0,1 2-1 15,1 0 1-15,1-2 0 0,-3 1 0 16,4 0 0-16,-2 1 0 0,1-4 0 0,1 3 0 15,-2 1 0-15,2-1-1 0,-2-1 1 0,3-1 0 16,-3 2-1-16,0-1 1 0,0 1 0 0,1-1-1 16,1 0 0-16,-1-1 1 0,0 3 0 15,-1-1 0-15,1 0 0 0,1-1 0 0,0 2 0 16,0-1 0-16,-2-1-1 0,2 2 1 0,0-1-2 16,-1 0 2-16,-1 1-1 0,-2-2 1 0,3 2-1 15,-4 0 0-15,1-2 1 0,1 2-1 16,-2 0 1-16,1 2 0 0,-2-2-2 0,0 2 1 15,1 0-1-15,-4 1 0 0,3 0-1 0,-3 0 2 16,3 2 0-16,-1-2 1 0,-2 1 1 0,3 0 1 16,-3 1-1-16,3 0-1 0,-3 0 0 0,3-3 0 15,-2 2-1-15,2 0-1 0,0-1 2 16,0 0-2-16,0-2 2 0,0 2 0 0,-2-1 1 16,2 1-1-16,0-1-1 0,0-1 1 0,0 0-1 15,1 1 0-15,-1-2 0 0,0 2 0 0,3-2 1 16,-4 0 1-16,4-2-1 0,-2 2 1 15,-2-2 0-15,2 1-1 0,-1-2 0 16,0 1 0-16,1-1 0 0,1 2 0 0,-2-2 0 16,0 0 0-16,0 0 0 0,-2-1-1 15,4 1 0-15,-3 2 0 0,-2-1 0 0,3-3 0 16,-3 3 1-16,3 0 0 0,0 1 0 16,-2 0 1-16,4-3-1 0,-1 3 0 0,-1 0-1 15,2-1 1-15,-1 1-1 0,-1-1 0 16,3 2 0-16,0 0 1 0,1-1-1 15,0 1 1-15,1 0 0 0,6 0 0 0,-8 0-2 16,3 0 1-16,5 0-1 0,-9 0 0 16,9 0 1-16,-7 0 0 0,7 0 0 0,0 0 1 15,-6 0 1-15,6 0-1 0,-7 0 0 16,7 0 0-16,-7 1 0 0,7-1-1 16,-6 0 1-16,6 0 0 0,-7 0-1 15,2 2 1-15,5-2 0 0,-6 1 0 0,-2-1-1 16,4 2-1-16,-3-1 1 0,2 0 1 15,0 3-1-15,5-4 1 0,-4 1-1 16,-4 0 1-16,3 1-1 0,-1 0 1 0,1-2 0 16,-1 5 0-16,-2-4 0 0,2 0-1 15,-1 0 1-15,-1 2-1 0,1-1 1 0,-1 0-1 16,0 1 0-16,0 0 1 0,-2 0-1 16,1 0 1-16,1 0 0 0,1 0 0 15,-2 0-2-15,0 0 2 0,0 0-1 0,-1 0 0 16,2-1 1-16,-2 3 0 0,1-2 0 0,1 0-1 15,-2 2 1-15,2-3 0 0,-1 2-1 16,-1 0 0-16,2-2 0 0,2 4 1 16,-3-4-1-16,1 3 0 0,1 0 1 15,1-2-2-15,-2 1 1 0,4 1 0 16,-1-2 0-16,-2 2-1 0,4-1 1 0,-2 0 1 16,-1 0 0-16,3 3 0 0,-3-1-2 15,1 1 0-15,0 0 2 0,0 2-2 0,-1-1 0 16,2 0 0-16,-1 1 1 0,0 0 1 15,0 0-1-15,-1 1-1 0,-2-1 1 16,3 1-1-16,-1 3 0 0,1-1 0 0,-3 1 0 16,2 2 0-16,0-1 1 0,-1 1 0 0,2 0 1 15,1 1 1-15,-2 1-1 0,2-4 1 16,1 1 0-16,-2 1 0 0,2-3-1 0,0 0 0 16,0-1 0-16,1 1 0 0,-1-1 0 0,1 2 0 15,-2-3 0-15,2 1 0 0,1 0 0 0,-1 0 0 16,1 0 0-16,-1-1 0 0,2-1 0 15,-2 0 1-15,1 1-1 0,1-1 0 0,0 0-1 16,0-1 1-16,-2 0 0 0,4 3-1 0,-2-5 1 16,0 2 0-16,1 1 0 0,-1 1 0 0,0-1 0 15,2 0 1-15,-2 2-1 0,2-3 0 16,-2 3 0-16,1 0-1 0,-1-1 1 0,0 2 0 16,2 0 0-16,-2-1 0 0,0-1 0 0,1 2 0 15,1 0 0-15,-2 0-1 0,0 0 1 0,-2 0 0 16,1 0-1-16,-1 0 1 0,1 2 1 0,-1-4-1 15,-1 2 0-15,1 0 0 0,1-2 0 16,-1 1 0-16,-1 0 0 0,1 1 0 0,1-2-1 16,-3-1 0-16,4 3 0 0,-4 1 0 0,1-3-1 15,1 1 0-15,1 1-1 0,-1-3 1 0,0 4 1 16,1-3-1-16,1 1 0 0,-2-2 1 16,2 2-1-16,0-4 2 0,2 3-1 0,-2-2 1 15,1-1 1-15,1 0 0 0,0 1 0 0,-1 0-1 16,1-1 1-16,-1-1 0 0,1 1 0 15,-2-1-1-15,4 0-1 0,-2-2 1 0,-2 1 0 16,3 2 0-16,-3-3 1 0,2 2 1 0,-2-1-1 16,1 1 1-16,1-2 0 0,-2 2-2 0,0 2 0 15,2-2 1-15,-2 2-1 0,0-2 0 16,0 2 0-16,0 0 0 0,0-1 0 0,0 1 0 16,1 0 0-16,-1 0 1 0,0 1 0 15,0 2-1-15,0-2 1 0,0-1 0 0,0 2 0 16,0-2-1-16,0 0 0 0,0 0-1 0,0-1 1 15,0-1 0-15,2 1 1 0,-2 0-1 16,0-7 0-16,0 6 1 0,0 0-1 0,0 0 0 16,0-6 0-16,0 6 1 0,0 0-1 0,0 0 1 15,0-6-1-15,0 7 1 0,0-1-1 16,0 0-1-16,0 0 2 0,0 1-2 0,1 0 1 16,-1-1 0-16,2 0 0 0,-2-6 0 0,0 6 1 15,2 0-1-15,-1 0 1 0,1-2-1 16,-1 0-1-16,1 2 0 0,2-1 0 0,-2-2 0 15,1 2 0-15,-3-5 1 0,2 4 0 16,1-1 0-16,-3-3 0 0,2 4 0 0,1 0 0 16,-3-4-1-16,0 0 1 0,1 4 1 0,-1-4-1 15,4 4-1-15,-4-4 2 0,0 0-1 16,3 4 1-16,-3-4-2 0,0 0 2 0,1 4-1 16,-1-4 0-16,4 5-1 0,-4-5 1 0,1 3 0 15,-1-3 0-15,5 4-1 0,-4 1 1 16,-1-5-1-16,2 4 1 0,1 0 0 0,-1 0 0 15,-1 0 0-15,1 2 1 0,1-1-1 16,-1-1 1-16,-1 3-1 0,1-3 0 0,1 2 1 16,-1-2-1-16,-1 2 1 0,2 0 0 0,-1 0 0 15,1 0-1-15,0 0 0 0,-1 0 0 16,1 0 0-16,0 0 0 0,0 0 0 0,1 1-1 16,-1-3 1-16,0 2-1 0,3 0 2 15,-1-2-1-15,-2 1-1 0,2 1 1 0,-2-2-1 0,2 0 1 16,1 0 0-16,-3 0 0 0,0-1-1 15,2 0 1-15,-5-3 0 0,3 3 0 0,-3-3 0 16,0 0 0-16,3 1 0 0,-3-1 0 16,0 0 0-16,0 0 1 0,0 0 0 0,4 5 0 15,-4-5-1-15,0 0 1 0,0 0-1 0,0 0 0 16,0 0-1-16,0 0 1 0,3 2 0 16,-3-2-1-16,0 0 0 0,3 3 0 0,-3-3 1 15,6 4 0-15,-3 0 0 0,0-2 0 16,2 0 0-16,0 1 0 0,0 0-1 0,2 0 2 15,-2 0-1-15,0 1 0 0,1-1 1 16,1 0 0-16,-2 0-1 0,4 2 0 0,-3-1 0 16,1 1 0-16,-1-3 0 0,3 3 1 0,-2 0-1 15,-1-3 0-15,1 3 0 0,-1 0 0 0,0-2 1 16,0 2-1-16,-1-3 0 0,0 3 0 16,0-2 1-16,-2 0 0 0,3 0-1 0,-1 0 2 15,-2 0-1-15,2 0-1 0,-2-2 0 0,-3-1 0 16,3 3 2-16,-3-3-1 0,5 2 0 15,-5-2-1-15,0 0 0 0,0 0 1 0,0 0-2 16,6 1 1-16,-6-1 0 0,0 0 1 16,0 0-1-16,0 0-1 0,0 0 1 0,5 2-1 15,-5-2-2-15,0 0 3 0,6 1-1 0,-1 1 1 16,-5-2-1-16,6 1 1 0,0 0 0 16,1 3 0-16,-1-3 0 0,-1 2-5 0,1 1-5 15,2 2-11-15,0 4-16 0,0-2-39 0,-1 6-73 16,2 1-70-16,0 1-114 0,1 3-171 15,2 4-308-15,1-3-287 0,-5 1-200 0,0-3-89 16,-5-1 335-16,-3-4 537 0</inkml:trace>
  <inkml:trace contextRef="#ctx0" brushRef="#br0" timeOffset="85180.29">6431 1664 27 0,'-8'2'447'0,"-1"1"409"16,3-3 283-16,-1 2 1 0,1 1-348 0,0-2-293 15,3-1-154-15,0 2-118 0,-1-2-77 0,3 0-49 16,-1 0-32-16,2 0-22 0,0 0-18 0,2 1-8 16,1-1 0-16,3 0 5 0,2 0 31 0,3 0 22 15,6 2 39-15,1-2 38 0,4 0 6 16,3 0-3-16,-1-2-26 0,3 2-19 0,3-3-30 15,0 2-30-15,0-2-18 0,0 1-6 0,0-1-7 16,-3 0-5-16,0 2-4 0,-2-3-5 0,-1 3-3 16,-3 0-4-16,-3-3 1 0,-2 4-2 0,0-1-1 15,-5 0 1-15,0 1 0 0,-3-2 0 16,-3 2 0-16,1-2-1 0,-4 2 0 0,1 0-14 16,-1-1-36-16,-2 0-59 0,-2-1-77 0,-3-2-121 15,0-1-177-15,-1-1-263 0,0-2-284 0,-5 0-229 16,4-1-81-16,-4-4 311 0,-1 1 500 0</inkml:trace>
  <inkml:trace contextRef="#ctx0" brushRef="#br0" timeOffset="85454.92">6809 1410 190 0,'5'1'380'0,"0"1"188"0,4 1 129 15,-1 0-129-15,0 1-89 0,6 2-22 0,-1 1 3 16,4-2-32-16,1 3-44 0,4-2-69 0,0 2-54 15,0-1-61-15,4 0-31 0,-1 1-30 0,0-1-23 16,2 2-17-16,-2 1-19 0,-1-2-10 0,0 1-19 16,-1-1 20-16,-1 1 15 0,-4-1 12 15,2 2 27-15,-5-3 15 0,-1 2 4 0,-3-1-25 16,-3 1-14-16,-2 2-9 0,-1-1-26 0,-5 0-14 16,-2 4-16-16,-4 1-10 0,-2 0-11 0,-3 2-6 15,-5 0-5-15,0 1-3 0,-2 0-3 16,-2 2 1-16,0-4-3 0,0 2-9 0,2-5-30 15,2 0-62-15,2 0-81 0,0-3-154 0,6-3-266 16,1-1-314-16,4 0-325 0,3-2-232 16,0-2 63-16,5-2 597 0</inkml:trace>
  <inkml:trace contextRef="#ctx0" brushRef="#br0" timeOffset="86238.66">8648 1419 221 0,'-6'0'554'0,"-2"0"340"16,-2 0 210-16,2 1-218 0,2-1-225 0,-3 1-125 15,1 1-87-15,0 2-78 0,-1 1-54 0,-1 1-42 16,2 0-35-16,-2 3-46 0,-2 2-44 0,2 2-41 15,1 2-39-15,-4 4-25 0,4 2-14 0,-2 4-8 16,3 0-10-16,0 6-4 0,1 0-2 0,3 0-2 16,-1 1-1-16,4-1 0 0,2-2-2 15,2-4 0-15,2-3-2 0,1-2 0 0,2-3-2 16,0-4-2-16,6-2 3 0,-1-5-2 0,3-4 3 16,1-4 2-16,2-6 0 0,2-4 4 0,-2-4-3 15,1-8 0-15,1-1-2 0,-4-2 2 0,2-5 2 16,-6 0 11-16,1 2 6 0,-4-1 6 0,-2 2 6 15,-4 2 6-15,1 2 0 0,-4 1-2 0,-2 4 1 16,-4 1 0-16,1 2-2 0,-3 3-2 0,2 2-3 16,-1 4-6-16,-2 0-6 0,2 5-6 0,-1 1-5 15,1 2-6-15,1 3-3 0,-1 4-3 16,3 4 0-16,0 2-1 0,3 2 1 0,0 2 1 16,0 5 1-16,3 0 1 0,3 1 0 0,0-1-1 15,2 1 1-15,1-2-1 0,3 0 0 0,-1-3-2 16,0-3 1-16,3-1-1 0,1-1 0 0,0-3-1 15,0-1 0-15,2 0 0 0,-1-4 0 0,0-1-9 16,-2 0-16-16,-2-2-43 0,-2 2-64 16,0-3-65-16,-3-1-98 0,-2 0-165 0,0-3-268 15,-5-1-273-15,3-3-216 0,-1 1-169 0,-2-5 167 16,0-1 558-16</inkml:trace>
  <inkml:trace contextRef="#ctx0" brushRef="#br0" timeOffset="88871.01">9048 994 273 0,'0'-6'554'16,"0"1"294"-16,-2 3 147 0,2 0-188 0,-3-1-182 16,0 2-129-16,0-3-89 0,0 2-80 0,0-1-59 15,1 3-57-15,-1 1-37 0,3 2-25 0,-2 0-42 16,1 1-33-16,1 5-14 0,-2-1 3 0,2 5-4 15,2 1-4-15,-1 3 6 0,1 2 3 0,1 2-11 16,1 4-2-16,0 1 3 0,4 4-1 16,0 2 2-16,0 1-4 0,0 0-3 0,3 4-19 0,0-4-14 15,0 1-6-15,-2-3-5 0,1-2 0 0,2 0-1 16,-2-1 0-16,1-2 3 0,0-2-3 16,0-1 0-16,-1-4 0 0,1-1 0 0,-2-3-2 15,1 1 2-15,-1-3-1 0,2-1-1 0,-3-2-1 16,2-1 0-16,1-1 0 0,-2-1-2 15,-1-2 1-15,1 0 1 0,1-3 0 0,-2 2 1 16,1-4-2-16,-1-2 0 0,2-1 1 0,-2-2-2 16,3-1 1-16,-3-3-25 0,0-4-60 0,1-2-55 15,-1-3-86-15,-2-2-143 0,-1-2-224 0,-3 1-299 16,1-3-223-16,-3 1-200 0,0 1 63 0,-3 0 459 16</inkml:trace>
  <inkml:trace contextRef="#ctx0" brushRef="#br0" timeOffset="89354.81">9412 913 186 0,'1'-5'620'0,"-1"3"360"0,2 0 132 16,-2 0-197-16,1 2-324 0,-1 0-203 0,2 0-132 15,1 2-70-15,2 1-7 0,2 4 27 0,0 4 28 16,1 8 16-16,0 0-8 0,0 6-23 0,3 2-34 16,-1 4-40-16,-1 6-40 0,2 5-35 0,-3 4-24 15,2 4-11-15,-2 5-7 0,2 2-11 0,-3 4-3 16,1-3-5-16,1 1 0 0,1-6-2 16,-1 0-6-16,2-8-2 0,0-5 1 0,-1-4 0 15,2-7-2-15,1-5 0 0,-2-5 0 0,3-5 7 16,-2-6 5-16,0-7 4 0,-1-6 0 0,0-4 1 15,2-8 1-15,-4-5-6 0,-1-1 0 16,0-8 4-16,-5 0 8 0,0-1 11 0,-4 1 10 0,-2-1 10 16,-3 1 2-16,-1 2-7 0,-2 2-5 0,-1 0-5 15,-2 5-6-15,0 2-6 0,-2 1-5 0,3 4 1 16,1 3-4-16,-2 2-3 0,1 2-4 16,3 2-5-16,-1 3-3 0,1 3-3 0,0 0-2 0,1 4-2 15,0 4-2-15,2 4 1 0,0 1-2 16,2 2 6-16,1 6 4 0,2-1 0 0,0 2-9 15,0 4-12-15,3 0-18 0,1 0-24 0,0-1-71 16,4 1-70-16,0-3-82 0,0-4-141 0,0-1-209 16,3-4-319-16,0-2-226 0,2-3-197 0,1-3 46 15,0-5 489-15</inkml:trace>
  <inkml:trace contextRef="#ctx0" brushRef="#br0" timeOffset="89653.96">9889 1507 433 0,'2'4'933'0,"-2"-1"287"0,-2 7-33 16,1 0-317-16,-1 5-314 0,-1 3-208 16,3 2-108-16,0 2-59 0,3 1-36 0,0 1-29 15,2-2-26-15,0-1-32 0,4-1-23 0,1-4-16 16,-1-2-7-16,4-4-4 0,-2-2-4 0,3-4 4 16,0-2-4-16,-2-4 1 0,0-4-1 15,1-1 5-15,-1-5 6 0,-2-3 31 0,-2-2 42 16,0-2 17-16,-2-1 13 0,-5-1 15 0,-1 0 10 15,-1 1-27-15,-7-2-27 0,0 1-13 0,-3 2-13 16,-3-2-18-16,-2 2-16 0,-1 0-6 0,2 3-7 16,-5 1-6-16,4 3-3 0,-3 4 1 0,0 3 1 15,3 5-4-15,-1 1-2 0,3 6-3 0,0 2-11 16,2 7-28-16,3 0-69 0,-2 5-71 16,5-2-129-16,1 5-264 0,3-2-309 0,2 1-352 15,3 0-242-15,4-4-54 0,2 1 538 0</inkml:trace>
  <inkml:trace contextRef="#ctx0" brushRef="#br0" timeOffset="90171.55">10586 1363 121 0,'5'-1'649'16,"-2"1"440"-16,-1 0 139 0,1 0-169 0,-3 0-347 16,2 0-291-16,0 0-184 0,-1 1-101 0,1-1-41 15,1 1-4-15,1 4 5 0,1-3 9 0,3 2 3 16,2 1-1-16,2-1 26 0,1 2 5 0,4 0-11 16,-1-1-11-16,3-1-11 0,0 1 2 0,3-1-27 15,-3 2-26-15,3-1-15 0,-6-1-3 0,3-1-1 16,-5 3-5-16,0 0 1 0,-4-4 6 0,-2 4 8 15,-2 0 5-15,0 1 1 0,-6 2 1 0,0 0-3 16,-6 3-4-16,0 4-6 0,-4-2-6 0,-2 5-5 16,-1 1-5-16,0-1-6 0,-1 5-4 0,1-3-3 15,1 2-3-15,2 1-3 0,1-1-2 0,0-1-2 16,4-1 0-16,2-1-3 0,3-3-2 16,1 1 0-16,4-4-1 0,4-3-3 0,2 0-13 15,5-5-18-15,0-5-55 0,4-4-77 0,3-6-155 16,-1-4-277-16,3-1-312 0,2-6-375 0,-2 1-302 15,-1-3 7-15,0 2 691 0</inkml:trace>
  <inkml:trace contextRef="#ctx0" brushRef="#br0" timeOffset="90858.29">11481 792 76 0,'-3'-4'390'0,"-2"-1"280"0,1 2 241 16,2 3-14-16,-1 2-197 0,3 0-148 15,-3 3-117-15,3-2-94 0,-2 1-84 0,1-1-75 16,1 3-59-16,-2 0-38 0,4 2-17 0,-1 0-7 15,1 4 32-15,3 6 38 0,2-1 20 0,0 5 16 0,-1 3 12 16,4 2-4-16,-1 0-23 0,-3 1-30 0,2 4-17 16,-3 2-16-16,0-1-22 0,-2 3-7 0,0 3-12 15,0 3-8-15,-3-1-4 0,0 1-5 0,0 0-2 16,0-2-6-16,0 1-3 0,0-5-8 16,2-2-11-16,1-2-4 0,0-6-5 0,2-3-2 15,0-3-2-15,4-5 3 0,1-5 4 0,-1-1 2 16,5-6 0-16,2-4 2 0,1-7 0 0,3-2 8 15,3-8-2-15,1-2-1 0,3-4-1 16,0-3-2-16,-2-3 2 0,2 2-7 0,0-2 3 16,-3 1 1-16,-2 3 1 0,-5 0 0 0,0 5 3 15,-4 1 0-15,-2 4 9 0,-3 4 13 0,0 1 9 16,-5 4 2-16,1-1 2 0,-4 4-1 0,-2 2-8 16,-3 2-11-16,-3 5-8 0,0 2-6 0,-3 5-3 15,-3 5-2-15,-2 2 0 0,0 5-1 0,-1 6 0 16,1-1 0-16,-1 4 0 0,2 0 1 0,1 1-2 15,5 2 1-15,1-1-2 0,3-1-1 0,2-2-1 16,5-4-7-16,4-2-12 0,2-4-23 16,3-4-49-16,4-6-66 0,0-4-92 0,5-7-145 15,2-2-223-15,1-9-308 0,2-3-274 0,2-5-210 16,1-4 59-16,-1-4 505 0</inkml:trace>
  <inkml:trace contextRef="#ctx0" brushRef="#br0" timeOffset="91537.51">12215 1361 33 0,'6'-22'596'0,"-4"6"588"0,-2 2 355 0,-3 4-139 15,-4 5-405-15,-5 0-368 0,-1 7-214 0,-2 3-130 16,-2 2-114-16,0 5-57 0,1 3-38 16,-3 3-21-16,2 3-16 0,3 2-10 0,1-1-5 15,1 3-8-15,2 3-6 0,5-3-4 0,0 2-1 16,5-2-3-16,2-3-6 0,1-1 1 0,5-3 2 16,3-4-1-16,3-3 7 0,1-3 2 15,2-7 2-15,2-2-1 0,2-5-5 0,-1-6-6 16,1-1-14-16,1-6-8 0,0-2-3 0,-2 0 0 15,-2-1 3-15,-1-2 9 0,-1 1 8 0,-3 3 7 16,-4 1 4-16,-2 2 4 0,-2 6 7 0,-1 0 6 16,-4 4 6-16,0-1 3 0,0 4 0 0,-3 2-1 15,-2 4-7-15,0 1-6 0,-1 6-6 0,1 0-2 16,-2 3-4-16,0 2 0 0,1 5 0 0,-1-1-1 16,3 3 1-16,-1 0 0 0,2 1 2 0,1 2-1 15,2-1 1-15,2-2-2 0,0 0-2 0,2-2-1 16,2-3-1-16,-1-2 0 0,3-2-1 0,0-4 3 15,3-5 0-15,0-3 1 0,3-5 0 0,-3-5 1 16,4-6-2-16,1-3-2 0,-4-6 2 16,4-3 1-16,-2-7-4 0,2-3-3 0,0-4 0 15,0-3 0-15,-2-3-2 0,2-3-2 0,-3-1 4 16,0-2 3-16,-1-2 3 0,-1 1-1 0,0-3 12 16,-2 5 7-16,-4 3 13 0,3 5 12 15,-4 8 12-15,-2 3 11 0,1 8-1 0,-3 5 0 16,0 4-8-16,0 5-12 0,-3 3-11 0,1 6-5 15,-1 4-9-15,-3 7-8 0,3 7-6 16,-2 4-1-16,2 4-1 0,2 8-5 0,-3 4-2 0,1 7 3 16,0 2 0-16,0 7 1 0,-2 4 0 0,2 2 3 15,2 3 1-15,-1 2 1 0,2-2 0 0,3 1 1 16,2-7 0-16,2-1-3 0,2-5-2 16,2-5-1-16,3-7-1 0,2-3-2 0,1-9-3 15,3-2-5-15,1-10-4 0,1-7-6 0,0-6-4 16,1-7-1-16,0-5 1 0,1-7 2 15,-1-1 5-15,-2-4 5 0,-2 0 7 0,-3 0 4 16,1 3 1-16,-5 2 3 0,-2 2 3 0,-2 5 4 16,-3 2 4-16,0 3 2 0,1 3 1 0,-4 2 0 15,-1 3-1-15,-2 6-5 0,-1 4-4 0,-2 5-2 16,1 6-1-16,-4 2-1 0,1 5-1 16,1 2-1-16,0 2-10 0,1-1-21 0,1-2-60 0,-1-4-88 15,4-1-226-15,0-4-285 0,4-4-368 16,0-5-456-16,2-5-323 0,2-8 263 0,0-4 1001 15</inkml:trace>
  <inkml:trace contextRef="#ctx0" brushRef="#br0" timeOffset="91703.1">13072 1282 874 0,'-5'-22'1737'0,"-1"4"-12"0,-4 4-380 16,-2 5-385-16,2 1-439 0,2 3-272 0,-2 1-112 15,3 4-57-15,-1 0-34 0,3 2-20 0,0 1-14 16,2 2-9-16,3-1-6 0,0 1-9 0,3 2-27 15,-1-1-80-15,3 0-107 0,-2 0-234 0,4-1-293 16,-1-1-367-16,0 1-418 0,-1-4-144 0,-2 4 412 16,0-4 811-16</inkml:trace>
  <inkml:trace contextRef="#ctx0" brushRef="#br0" timeOffset="92337.31">13146 921 283 0,'-1'-4'644'0,"-1"0"307"0,2 3 128 0,-2 0-233 15,2 1-248-15,0-3-171 0,0 2-114 0,0 1-82 16,0-1-54-16,0 2-10 0,2 3 20 0,1 4 37 16,4 6 15-16,-1 5-17 0,3 5-12 0,-1 5-41 15,2 4-47-15,2 6-48 0,-2 4-25 16,1 6-1-16,3 1-9 0,-1 6-7 0,1-3 1 0,0 5-10 16,2-3-7-16,0 0-10 0,3 0-7 15,-3-6-2-15,4-1-5 0,1-4 4 0,-2-7 0 16,1-5 0-16,-2-5 1 0,2-7 2 0,-1-4 1 15,-3-8 1-15,1-6 1 0,-4-6 1 0,1-5-2 16,-4-6 1-16,-2-6 0 0,0-3 5 16,-4-5 6-16,-2 0 4 0,-4 0 5 0,-4-1 7 15,-2 0-4-15,-1-1-4 0,-4 5-2 0,-1-1-1 16,-2 3-4-16,0 1-2 0,1 5 4 0,0 3 0 16,0 3-4-16,2 3-1 0,2 1-3 0,-3 7 1 15,4 2 0-15,0 4-2 0,1 5 0 0,1 0-4 16,2 5 1-16,2 2-4 0,1 5-4 0,3-1-9 15,3 2-17-15,1-3-52 0,2 3-71 16,2-3-93-16,1-3-174 0,3 1-295 0,0-4-335 16,4-1-285-16,0-5-182 0,4-3 189 0,-1-5 654 15</inkml:trace>
  <inkml:trace contextRef="#ctx0" brushRef="#br0" timeOffset="92687.18">13700 1457 127 0,'6'-16'735'0,"-3"6"515"16,1 0 192-16,-3 6-135 0,-1 1-421 0,0 3-332 15,-1 3-176-15,-1 5-107 0,0 3-93 16,-1-1-63-16,1 8-43 0,-1 0-27 0,0 2-13 16,3 3-8-16,0 1-7 0,0-2-10 0,3 3-7 15,0-4-5-15,2 0-5 0,0-3-2 0,3 0-1 16,-2-4 11-16,2-3 8 0,-1 0 2 0,-1-2 3 16,1-5 2-16,0-1 1 0,-1-3-6 15,-1-3-3-15,2-3-1 0,-1-4-1 0,-2-3-2 16,1-3-1-16,0-2 7 0,-2-1 3 0,-1-3 8 15,-1-1 5-15,-1 0 6 0,0 1 5 0,-3-1 0 16,0 2 3-16,1 2-1 0,-1 1-1 16,2 3-1-16,-3 4-4 0,3-1-6 0,-1 5-6 0,1 2-6 15,1 1-6-15,-2 2-5 0,2 5-2 0,-2 1-3 16,2 4 0-16,0 2-3 0,2 1 0 16,0 3-3-16,1 0-10 0,0 0-13 0,0 1-23 15,2-1-50-15,1 1-69 0,-1-2-75 0,4-1-124 16,1-2-180-16,-2 0-302 0,4-3-264 0,1 1-205 15,3-5-78-15,-2 0 380 0,5-3 537 0</inkml:trace>
  <inkml:trace contextRef="#ctx0" brushRef="#br0" timeOffset="92904.66">14133 1446 37 0,'6'-10'585'0,"1"-1"546"0,-4 0 392 16,-3 4-71-16,0 1-414 0,-2 1-347 0,-1 1-219 15,-2 1-126-15,-3 3-122 0,0 1-75 0,-2 3-44 16,-2 0-28-16,-2 3-20 0,1 5-13 0,-1 2-7 15,-2 1-8-15,2 6-5 0,-2 1-3 0,4 3-3 16,-1 3-5-16,4 0-3 0,1 4-4 16,0 1-2-16,6-2-3 0,1 1-2 0,2-1-1 0,5-3-2 15,4-5-1-15,1-2-6 0,3-6-11 16,4-4-17-16,1-6-24 0,1-5-56 0,-1-7-76 16,3-4-106-16,-1-3-170 0,-2-3-295 0,3-1-332 15,-2-1-288-15,0-2-162 0,0 1 250 16,2 1 647-16</inkml:trace>
  <inkml:trace contextRef="#ctx0" brushRef="#br0" timeOffset="93821.23">14598 1603 142 0,'3'4'709'16,"0"2"419"-16,0 2 105 0,1 4-125 15,3 3-406-15,1 6-232 0,0 2-88 0,3 5-47 16,0 5-42-16,1 2-33 0,-2 5-37 0,2 2-62 16,-4 5-60-16,2 0-36 0,-2 2-20 0,0 2-13 15,-3-2-11-15,0 2-5 0,1-2-3 16,-5-2-5-16,-1 1-1 0,-1-3-2 0,-5-3-1 16,0-1-2-16,-4-6 0 0,-1-3-1 0,-5-3-2 15,-1-9-9-15,-1-3-29 0,-2-11-62 0,-4-6-60 16,0-9-67-16,-1-7-115 0,-2-10-163 15,0-4-217-15,-1-9-224 0,1-4-218 0,0-8-142 16,2-8 209-16,-2-7 460 0</inkml:trace>
  <inkml:trace contextRef="#ctx0" brushRef="#br0" timeOffset="93970.5">14348 1421 23 0,'14'-38'523'0,"2"5"439"16,-2 4 201-16,0 7-50 0,-2 4-300 0,2 3-330 15,-2 4-162-15,1 5-54 0,3 3-20 0,-2 5-27 16,0 2-39-16,2 4-30 0,-2 3-40 0,2 4-45 15,0 1-33-15,0 2-18 0,1 1-33 0,-2 4-55 16,2-1-73-16,-3 1-154 0,2 1-293 16,-2-3-293-16,0 1-297 0,2-1-206 0,0 0 107 15,-2-1 591-15</inkml:trace>
  <inkml:trace contextRef="#ctx0" brushRef="#br0" timeOffset="94123.11">15102 1654 96 0,'5'17'654'16,"-4"1"441"-16,-1 1 114 0,-1 0-123 0,1-2-386 16,0 0-356-16,0-4-169 0,1-1-100 15,-1-2-94-15,0 0-142 0,2-6-209 0,-2-1-288 16,0-3-265-16,1-1-215 0,-1-5 17 0,2-4 375 16</inkml:trace>
  <inkml:trace contextRef="#ctx0" brushRef="#br0" timeOffset="94287.33">15150 1195 566 0,'-4'-21'1359'0,"-2"5"265"0,-2 4-243 0,0 7-336 15,-1 3-483-15,1 4-245 0,0 3-144 0,2 2-79 16,1 3-42-16,2 0-27 0,3 2-12 0,1-1-8 16,4 4-5-16,2-5-32 0,3 3-68 0,2-1-70 15,-1 0-155-15,3 0-261 0,0 0-321 0,0 2-320 16,2-1-212-16,0 2 39 0,-2 0 593 0</inkml:trace>
  <inkml:trace contextRef="#ctx0" brushRef="#br0" timeOffset="94503.11">15570 1907 715 0,'-3'16'1727'0,"-2"0"51"0,-1 2-396 0,0-4-372 15,-1-1-473-15,2-3-294 0,-1-1-126 0,2-2-58 16,0-3-29-16,1-4-19 0,2-1-24 0,-1-4-61 16,0-1-83-16,2-4-157 0,0 0-275 15,0 2-324-15,2 0-385 0,-4 0-306 0,2 4 30 16,-3 1 708-16</inkml:trace>
  <inkml:trace contextRef="#ctx0" brushRef="#br0" timeOffset="96469.42">2542 3579 80 0,'-3'-5'395'16,"1"1"299"-16,1 1 261 0,-1 0-32 0,2 2-197 15,-3-1-157-15,1 0-127 0,1 2-106 0,-1 2-86 16,-1-2-71-16,3 3-48 0,-2 0-40 16,-1 0-10-16,3 3 27 0,-2 3 28 0,1 2 29 15,1 5 6-15,0 4 2 0,1 3-7 0,1 7-33 16,1 5-25-16,-1 4-25 0,3 6-8 0,0 5-2 15,1 8-4-15,3 5-2 0,-2 5-8 0,1 5-4 16,2 3-7-16,-2 5-8 0,4 2-1 0,0 2-4 16,1 3 1-16,-2 5-2 0,3 1-1 15,-3 3 2-15,3-1-4 0,-3 2-3 0,1-1-6 16,0 1-4-16,-1 1-1 0,-1 0-7 0,2 1 5 16,-2 1-1-16,-2-2 3 0,1-2-4 0,-1-1-4 15,-1-1-1-15,-1-1-7 0,2-3-2 0,-2 1 1 16,0-3 2-16,1-1 3 0,-1-4 1 0,2-1 3 15,-2-1-1-15,1-2-6 0,-2 1-4 16,2-2 3-16,-2 1 0 0,1 2-2 0,-1-3-1 16,0-2 2-16,0 0 4 0,2-6-1 0,-2-1-1 15,1-5-1-15,1-1 2 0,-1-6-1 0,2-2-1 16,-2-5-1-16,1-4 0 0,-1-2-1 16,2-5 0-16,-4-4-1 0,3-5 0 0,-2-3 0 15,0-3 0-15,-2-3 1 0,2-2 0 0,-1-3 2 16,-1-1-1-16,-1-3 0 0,-1-1 0 0,-1 0 0 15,0-3 0-15,0-1 0 0,0 1-1 16,0-3 2-16,0 0-1 0,0-3 1 0,-1 1 0 16,1 0 0-16,-2-3-1 0,2 2 0 0,-1-2 1 15,-1 1 0-15,2-1-1 0,0 0 0 0,-2-1 0 16,2 0-1-16,0 0-1 0,0 0 0 0,-2 0-1 16,0 0 0-16,0-1-3 0,1 0-4 15,1-1-4-15,-2 1-7 0,1-2-6 0,-1 0-11 16,2-1-9-16,-3 0-11 0,3 0-15 0,-2-1-26 15,2-1-44-15,-1 1-52 0,-1 3-43 0,2-2-55 16,-2 0-73-16,-1 1-95 0,0 0-89 16,1 0-178-16,-2 2-239 0,1-2-186 0,-2 1 4 15,0 1 296-15,0-1 396 0</inkml:trace>
  <inkml:trace contextRef="#ctx0" brushRef="#br0" timeOffset="96853.13">2758 7953 91 0,'0'-8'692'0,"0"4"519"0,0 1 131 16,0 1-159-16,0 1-394 0,0 1-347 0,2 0-182 16,1 1-91-16,0 2-25 0,4 3 3 0,1 3-2 15,3 3-1-15,0 3-3 0,6 3-13 16,-1 5-16-16,1 4-26 0,3 0-19 0,1 7-14 15,1 0-12-15,-1 3-8 0,3 1-12 0,1 0-6 16,-1 2-2-16,1-4-10 0,-2 0-4 16,0-2-2-16,1-5-3 0,-2-1-4 0,-3-5-3 15,1-3 6-15,-2-1 3 0,-1-8-1 0,-1-1 2 16,0-6 1-16,-3-4 2 0,-1-4 1 0,-1-6 5 16,-1-5 11-16,-1-6 3 0,-1-4 5 0,-1-5-7 15,-1-4 0-15,0-2-6 0,0-3-9 0,-1-1-6 16,0 0-5-16,0-2 4 0,1 3-1 15,-3-2 0-15,3 4-13 0,-2 0-39 0,0 5-73 16,1 1-100-16,0 3-182 0,1 5-300 0,0 2-328 16,4 2-334-16,-2 4-168 0,1 5 255 0,1 1 674 15</inkml:trace>
  <inkml:trace contextRef="#ctx0" brushRef="#br0" timeOffset="98155.27">2646 10069 212 0,'0'-1'642'16,"0"-1"420"-16,0-1 152 0,0 2-231 0,0-1-257 16,0 2-149-16,0 0-132 0,0 2-117 0,2 2-62 15,1 2-44-15,0 4-41 0,2 7-49 16,4 4-32-16,1 8-9 0,1 5-10 0,3 7-9 15,1 5-9-15,0 5-9 0,0 6-5 0,2 3-10 16,-3 2-9-16,2 0-8 0,-2 0-4 0,0 1-5 16,-1-4-8-16,-2-2-3 0,3-4-2 0,-4-6-1 15,2-5-2-15,-4-3 0 0,0-7 5 16,-3-7 2-16,3-4-1 0,-5-7-9 0,-3-3-18 16,-2-7-45-16,-4-8-74 0,-2-10-83 0,-5-8-157 15,-2-5-250-15,-1-8-319 0,-5-5-293 0,-2-4-207 16,0-3 41-16,-5-5 584 0</inkml:trace>
  <inkml:trace contextRef="#ctx0" brushRef="#br0" timeOffset="98390.4">2373 9691 195 0,'1'-12'1053'0,"1"2"592"15,-2 1-107-15,0 3-323 0,2 1-455 16,-1 0-313-16,-1 3-210 0,0-2-105 0,2 3-52 15,-2 0-31-15,0 1-20 0,1-2-14 0,1 4-8 16,2-1-7-16,-2 2-3 0,4 1 1 0,-1 3 0 16,2 2-4-16,1 1-30 0,1 2-66 15,-1 0-96-15,0 3-172 0,3 2-290 0,-2 0-332 16,-1 0-345-16,3 1-217 0,0 3 208 0,-1-4 675 16</inkml:trace>
  <inkml:trace contextRef="#ctx0" brushRef="#br0" timeOffset="98736.29">2831 9937 230 0,'8'7'862'16,"-3"4"408"-16,3 2 67 0,-2 0-97 0,-1 5-433 16,1 2-295-16,1 5-145 0,0 0-84 0,0 2-68 15,-1 2-78-15,2-1-55 0,0-1-28 16,-2-1-19-16,2-2-12 0,0-3-3 0,1-4-3 15,1-3-3-15,-2-3-7 0,2-5-6 0,0-2-1 16,0-6-6-16,1-3-2 0,0-7-2 0,0-8 6 16,2-4 10-16,-4-7 3 0,3-4 3 15,-2-4-2-15,1 0 1 0,-1 2 1 0,-1 2-6 16,-2 2 0-16,-1 4 4 0,-3 9 12 0,2 2 10 0,-3 4 8 16,1 5 4-16,0 1 0 0,-2 2-5 15,-1 3-10-15,2 3-11 0,-2 5-7 0,0 5-4 16,1 4-2-16,-1 5-7 0,2 6-2 0,0 3-2 15,1 2-3-15,2 4 0 0,1-2-4 0,-1 3 4 16,4-2 1-16,1 0-2 0,-1-3-13 16,2-2-18-16,0-4-50 0,1-3-74 0,-2-5-119 15,0-4-193-15,0-1-296 0,-1-11-342 0,-1 0-309 16,-2-11-146-16,1-3 364 0,0-6 658 16</inkml:trace>
  <inkml:trace contextRef="#ctx0" brushRef="#br0" timeOffset="99003.68">3250 9812 584 0,'-11'-22'1389'0,"3"1"256"16,0 6-244-16,-1 4-389 0,1 3-419 0,3 2-227 16,-1 3-177-16,3 3-80 0,1 3-48 15,2 3-28-15,2 4-18 0,2 2-4 0,4 2 0 16,2 3-1-16,4 2 2 0,4 0-1 0,2 1-4 16,2 2-9-16,-1 1-3 0,1-1-3 0,2 2-2 15,-1 1 0-15,-2 0 5 0,-1 0 4 0,1 0 2 16,-5 0 0-16,-1 0 3 0,-2 0 1 15,-3 1-2-15,-1-1 0 0,-4 3 0 0,-2-3 1 16,-3 1-2-16,0 0 0 0,-3 0-2 0,-2-2 1 16,-1 1-4-16,-2-2-1 0,0-2-3 0,2-1-33 15,-2-2-71-15,-1-5-73 0,-1-2-156 16,3-5-255-16,-2-5-326 0,3-4-332 0,1-6-212 16,0-6 24-16,2-5 610 0</inkml:trace>
  <inkml:trace contextRef="#ctx0" brushRef="#br0" timeOffset="99247.92">3521 9522 32 0,'9'-29'612'0,"2"7"550"15,-4 4 218-15,-1 4-102 0,3 5-296 0,-4 5-356 0,1 4-196 16,1 4-106-16,2 5-66 0,1 6-53 16,-1 6-56-16,2 5-35 0,0 6-22 0,-1 6-19 15,2 3-18-15,-1 4-14 0,1 3-9 0,3 3-13 16,-2 3-9-16,3 1-5 0,-2 2-2 0,3 0-4 15,-2-2-3-15,2-1-4 0,-1-1-12 0,1-7-23 16,-4-2-45-16,1-7-73 0,-3-5-90 16,-3-6-161-16,-2-3-252 0,-4-9-322 15,-2-2-302-15,-3-7-186 0,-3-5 72 0,-1-6 581 16</inkml:trace>
  <inkml:trace contextRef="#ctx0" brushRef="#br0" timeOffset="99468.73">3473 9871 318 0,'-3'-9'921'0,"0"0"334"16,0 3-32-16,1 2-236 0,1-1-428 15,1 2-276-15,1 0-144 0,1 0-65 0,2 0 44 0,3 1 31 16,1-4 7-16,3 0 2 0,3-2-4 16,0 0-5-16,5 0-67 0,2 0-44 0,-2-1-20 15,3 1-12-15,3 2-6 0,-3 0-5 0,2 2-5 16,-2 1-44-16,0 3-48 0,-1 1-63 0,-2 4-150 15,-2 1-271-15,-4 3-302 0,1 1-251 16,0 3-201-16,-4 3 67 0,1 0 547 16</inkml:trace>
  <inkml:trace contextRef="#ctx0" brushRef="#br0" timeOffset="99720.31">4023 10141 59 0,'16'33'623'0,"3"0"475"0,-1 0 151 15,-1-1-114-15,2-3-364 0,-3 1-361 0,3-5-197 16,-2-6-95-16,0-4-48 0,0-4-30 0,1-6-14 16,-3-7 1-16,0-6 13 0,-2-4 30 15,-1-6 41-15,-2-4 54 0,-3-5 36 16,-4-2 14-16,0-2-5 0,-5-1-22 0,-2 1-29 0,-4 0-40 16,-4 3-31-16,-5 2-22 0,-2 3-12 15,-3 0-12-15,-2 5-10 0,-1 3-7 0,0 2-8 16,1 5-6-16,-3 5-6 0,3 6-4 15,-1 1-4-15,6 7-2 0,3 4-5 0,5 2-15 16,2 2-51-16,4 5-73 0,3-3-125 16,4 3-244-16,3 1-305 0,4 1-361 0,2-2-320 15,2-1-96-15,1-3 504 0,2 0 710 0</inkml:trace>
  <inkml:trace contextRef="#ctx0" brushRef="#br0" timeOffset="100504.68">4558 9685 72 0,'-2'-4'461'0,"-1"1"386"15,1 1 288-15,-1 0-49 0,2 0-306 16,-1 2-178-16,-1 0-81 0,0 0-77 0,3 0-80 0,0 0-61 16,-2 2-47-16,2-2-60 0,0 2-72 15,2 3-49-15,-2-1-34 0,2 4-18 0,2 0-11 16,-1 3-5-16,0 1-1 0,2 1-4 15,0 4 1-15,0 0-3 0,1 0 0 16,0 2 0-16,1 0-1 0,-1-1 1 0,-1 1 0 16,1 1 0-16,0-2 1 0,-1 0 1 0,0 0 0 15,1-4-3-15,-1 1-1 0,-2-5-1 0,3 1-1 16,-1-4-2-16,0-2 0 0,0-4 2 0,1 0 3 16,2-2 0-16,0-2 2 0,0 0 0 15,0 0 0-15,4 0-1 0,-2 2 0 16,1 1-1-16,3 0 0 0,-3 1 2 0,3 2 1 15,-3 2 3-15,2 0-1 0,1 1 1 0,-1 2 0 16,-1 1-1-16,0-3 0 0,-1 1-3 0,1-1 1 16,-2 0-1-16,-2-1 1 0,1 0-2 15,-1-4 1-15,-3-1 1 0,1-1 8 0,0-4 7 16,-2-2 5-16,-3-7 7 0,2-4 6 0,-3-3 11 16,-3-5 3-16,2-4 4 0,-5 1 4 15,1-6 1-15,-2 1-1 0,-1-1-5 0,0 1-5 16,-2 2-7-16,0 4-6 0,2 2-4 15,-1 3-7-15,2 5-5 0,1 4-6 0,1 3-5 16,0 0-3-16,1 6-5 0,4 3-3 16,0 4-7-16,4 3-12 0,1 5-19 0,3 2-25 15,2 1-61-15,4 2-75 0,0 2-132 0,2-1-225 16,3 2-303-16,1-1-359 0,4 2-270 16,1-4-106-16,-1 1 503 0,2 1 680 0</inkml:trace>
  <inkml:trace contextRef="#ctx0" brushRef="#br0" timeOffset="100835.52">5298 9733 701 0,'-5'-16'1743'0,"-5"0"94"15,-2 3-395-15,-1 1-378 0,-4 4-469 0,1 0-280 16,-3 3-128-16,0 1-65 0,0 7-39 0,-1 0-27 16,-1 2-22-16,0 5-22 0,3 1-12 15,0 3 0-15,4 2 0 0,4 3 0 0,2 0 0 16,4 1 0-16,7 1 0 0,3-1 0 15,2 3 0-15,5-2 0 0,3-1 0 0,0-3-1 16,2-3-3-16,4-3-1 0,-2-5-1 16,2-6-4-16,-2-3 0 0,1-5 0 0,-1-4-1 15,-1-2 2-15,-3-2 4 0,1 0 2 0,-4-1 2 16,0 3 1-16,-4-2 2 0,1 7-2 16,-4-3 1-16,0 5 0 0,-1 1-1 0,-2 3 0 15,2 3 0-15,-2 3-1 0,-1 4 1 0,0 5 0 16,-1 3-1-16,1 5-1 0,-1 1 1 15,2 1-9-15,0 1-13 0,2-1-23 0,0 0-48 16,1 2-83-16,-1-1-161 0,0-2-271 0,4-1-325 16,-1 1-400-16,0-2-364 0,1-4 7 15,1 3 765-15</inkml:trace>
  <inkml:trace contextRef="#ctx0" brushRef="#br0" timeOffset="101603.18">5641 9976 80 0,'3'6'498'15,"0"0"363"-15,2 2 207 0,-2-3-46 16,2 1-303-16,0-1-237 0,-1 0-153 0,1-3-82 16,2-2-30-16,0 0 19 0,3-4 26 15,-1-2 7-15,2-4-11 0,0-7-17 0,-1-3-31 16,4-5-52-16,-3-3-51 0,2-5-29 0,-2 0-20 15,2-2-18-15,-1 1-11 0,-2 4-4 0,-2 3 1 16,-1 4 5-16,0 5 10 0,-2 4 12 16,-1 3 0-16,-2 3-1 0,1 2-6 0,-1 3-9 15,1 3-11-15,1 4-7 0,0 7-4 16,0 2-4-16,1 6-3 0,2 1-4 0,-1 3 0 16,3 0-3-16,-1 1-1 0,2-2 0 0,2-1-2 15,-2 0 0-15,0-5 0 0,0 1-1 0,0-3 0 16,1-3 0-16,0-3-1 0,-1-2 1 15,-1-4-1-15,2-4 2 0,-1-4 1 0,-1-4 1 16,2-5 1-16,-1-5 2 0,-1-4 0 16,0-3 0-16,1-2 0 0,-2 0-1 0,0-1 0 15,0 1 0-15,-2 3-1 0,-1 2 1 0,1 5-1 16,-2 3 0-16,-1 4 1 0,1 3-2 16,-2 1 2-16,1 3-1 0,0 5 1 0,-1 2 0 15,1 6-1-15,0 0 1 0,2 8 0 16,-2 0-2-16,2 5-2 0,2 1 0 0,0 3-3 15,1-1-2-15,3 0-1 0,0-3-3 0,0-2-14 16,3-2-21-16,1-8-59 0,0 2-76 16,-2-7-129-16,1-4-213 0,2-4-306 0,0-1-358 15,0-3-284-15,1-7-100 0,1 0 438 16,0-1 660-16</inkml:trace>
  <inkml:trace contextRef="#ctx0" brushRef="#br0" timeOffset="101736.41">6506 9670 425 0,'9'0'1096'0,"-1"4"482"0,-3 3-72 0,0 5-372 16,-2 4-418-16,-1 1-263 0,-1 6-161 15,-1-1-122-15,0 1-73 0,0 2-41 0,2-3-25 16,-1 0-16-16,2-3-10 0,0-2-9 0,-1-4-40 16,3-3-80-16,-4-4-108 0,2-6-178 15,-1-3-294-15,-2-6-352 0,2-6-358 0,-2-4-164 16,-2-4 284-16,-1-3 679 0</inkml:trace>
  <inkml:trace contextRef="#ctx0" brushRef="#br0" timeOffset="101921.06">6449 9369 510 0,'-13'-44'1380'15,"2"6"343"-15,-3 6-234 0,4 5-387 0,-2 6-434 16,4 5-236-16,2 1-179 0,1 5-89 16,0 1-55-16,2 3-37 0,0 2-27 0,1 2-20 15,2 1-12-15,0 2-9 0,2 4-3 0,2 2-2 16,1 4 0-16,2 2-1 0,1 2-1 16,2 3-9-16,2 3-15 0,-1 1-23 0,4 3-49 15,-2 1-78-15,4 3-109 0,-2 2-176 0,4 2-292 16,-2 4-339-16,5 1-312 0,2 2-160 15,1-1 261-15,3-1 664 0</inkml:trace>
  <inkml:trace contextRef="#ctx0" brushRef="#br0" timeOffset="102186.55">6969 9729 164 0,'9'-18'919'0,"-2"-2"719"16,-4-1 28-16,-3 2-307 0,-2 0-471 0,-1 0-328 15,-3 3-191-15,-3 1-129 0,-1 0-75 16,-4 1-46-16,1 2-28 0,-3 0-78 0,-1 3-13 15,-2 1 0-15,0 4 0 0,-2 4 0 0,1 6 0 16,2 5 0-16,0 7 0 0,3 6 0 0,4 6 0 16,7 5 0-16,5 5 0 0,4 1 0 15,7 4 0-15,4 2 0 0,5 1 0 16,4-1 0-16,3-3 0 0,2 0 0 0,5-6 0 16,2-4 0-16,1-6 0 0,3-4 0 0,0-5 0 15,0-9 0-15,5-5 0 0,-2-7 0 0,5-7 0 16,-1-6 0-16,2-6-191 0,1-9-145 0,-2-5-257 15,1-2-324-15,-2-3-402 0,1-4-422 16,-5 0-32-16,0-1 739 0</inkml:trace>
  <inkml:trace contextRef="#ctx0" brushRef="#br0" timeOffset="126242.55">20035 5911 185 0,'3'18'424'0,"-3"0"193"0,2 2 143 15,-2-3-170-15,0-1-139 0,0-1-43 0,0-3-14 16,0 0-14-16,0-4-34 0,-2-1-50 16,2-4-65-16,-3-3-65 0,-3-6-51 0,3-5-36 15,-2-6-17-15,-1-5-5 0,1-7 6 0,2-8 12 16,-3-3 21-16,2-5 14 0,4-2 6 15,-1-2 12-15,2-2 4 0,-1 2-8 0,2 4-12 16,-2-1-1-16,2 6-6 0,-2 2-16 16,0 6-13-16,0 1-11 0,-2 4-15 0,0 5-15 15,-1 1-13-15,0 3-8 0,0 4-6 0,0 1-2 16,-1 4-1-16,1 0-5 0,0 4-2 16,1 0 1-16,-2 4-1 0,2 4-6 0,1 2-14 15,-1 2-31-15,2 4-44 0,-1 2-43 0,1 2-39 16,1 4-29-16,-1 0-10 0,3 2 10 15,-1-1 43-15,0 5 40 0,0-4 38 0,0 1 23 16,0-1 21-16,-1-3 17 0,-1-1 11 0,3-5 5 16,-3-3 3-16,4-5 0 0,-3-5-1 15,1-5 1-15,1-8-1 0,0-3 1 0,0-7-3 16,1-2-3-16,2-4 6 0,-2-2 6 16,1 0 2-16,-2 1 6 0,2 2 2 0,-1 3 6 15,-3 5-7-15,2 1-5 0,0 5 0 0,-3 3-8 16,-3 5-3-16,3 4-7 0,-3 0-3 15,2 9-7-15,-3-1-8 0,3 3-10 0,-3 3-20 16,0 1-36-16,0 2-39 0,0 3-64 0,-4-2-83 16,5 2-80-16,0 1-98 0,-1 1-138 15,3 0-176-15,-1 0-30 0,2-3 120 0,0 2 204 16,0-3 210-16</inkml:trace>
  <inkml:trace contextRef="#ctx0" brushRef="#br0" timeOffset="126844.08">19993 6540 234 0,'8'1'534'0,"-1"4"215"16,-2 3 100-16,0 5-194 0,0 4-236 0,1 2-122 15,2 3-51-15,-4 6-14 0,0 0-7 0,0 2-22 16,1 3-28-16,-1 0-31 0,-3 1-36 15,2-1-28-15,2 2-21 0,-2-3-18 0,2 0-11 16,-4-3-11-16,4-2-3 0,-2-4-8 0,1-4-3 16,-1-4-2-16,3-4-3 0,-5-3-7 15,1-5-10-15,-1-4-15 0,-1-5-32 0,-3-6-39 16,2-6-52-16,-5-4-55 0,1-5-59 16,-2-1-44-16,3-2-28 0,-3-4 0 0,1 0 24 15,2-1 46-15,0 1 59 0,1 3 46 0,1 4 46 16,-1 4 35-16,2 3 20 0,-1 5 18 0,0 4 18 15,2 7 15-15,-3 4 18 0,2 4 18 16,-1 4 23-16,-1 5 17 0,0 5 18 0,2 1 15 16,-3 1 22-16,3 4 18 0,-3 1 17 15,3 3 17-15,-1 0 9 0,2 3 14 0,0 0-3 16,3 1-5-16,1-1-5 0,-1 0-15 16,0-1-23-16,5-2-22 0,-2 2-26 0,2-7-27 15,0-2-23-15,1-3-17 0,2-3-11 0,-1-3-6 16,2-6-2-16,0-3 0 0,-1-3-3 15,1-6-3-15,0-3-6 0,0-4-13 0,-1-2-15 16,0-6-28-16,0-1-46 0,-1-3-69 0,-2-3-93 16,1 2-179-16,-3-1-243 0,1 5-146 15,-4-2-4-15,-1 3 172 0,-1-2 264 0</inkml:trace>
  <inkml:trace contextRef="#ctx0" brushRef="#br0" timeOffset="127376.75">19997 5267 210 0,'2'2'570'0,"-2"-2"286"16,0 0 122-16,0-2-190 0,2 1-308 16,-1 0-174-16,2-3-93 0,-1 0-57 0,-1 0-32 15,4-1-16-15,-2 2-9 0,0-1-20 0,1 1-20 16,-3 1 0-16,3 1 4 0,0 1 0 15,2 1 3-15,-1 2 7 0,1 1-5 0,-1 6-13 16,2 0-17-16,0 5-7 0,0 2-8 16,-3 2-8-16,1 2-3 0,0 3 0 0,-2-1 1 15,3 1-12-15,-3-1-32 0,-3 2-83 16,0 0-129-16,0-1-204 0,-3-1-286 0,2-1-261 16,1-1-160-16,-6-1 116 0,3-2 397 0</inkml:trace>
  <inkml:trace contextRef="#ctx0" brushRef="#br0" timeOffset="133391.78">1729 9308 201 0,'2'-4'483'0,"-2"1"274"0,3 2 178 16,-1 0-107-16,-1-1-152 0,-1 0-129 0,0 1-104 15,-1 0-86-15,-1 1-64 0,2-2-57 0,0 2-33 16,2 2-7-16,1-2-3 0,0 0-17 0,-2 1-23 15,1-1-27-15,-1 1-30 0,1-1-29 0,-2 0-24 16,2 2-9-16,-1 0-7 0,-1-1-7 0,2 2-5 16,-2 1 4-16,3 4 2 0,-1 3 1 0,-1 3 1 15,3 3 4-15,-3 4 2 0,2 0-5 0,-1 4-3 16,2 0 0-16,-2 1 0 0,1 0-4 0,0 4-1 16,-1 0-1-16,1 2 0 0,-1-1-1 0,1 0 3 15,0 2 0-15,-1 0-1 0,1 0 5 0,3 0-3 16,-4 0-3-16,1 0-5 0,-2 1-2 0,3 0 0 15,-3 0-5-15,2 1 0 0,-1 1 2 0,1-2 0 16,0 5 1-16,1-4 0 0,0 0-1 0,-1 3-1 16,0-1 0-16,1 3 1 0,-1 0-2 0,0-1-1 15,2 2 0-15,-2-1 0 0,3-1-1 0,-3-1 0 16,2-1 2-16,0-1-2 0,1-2 1 0,-1 1 1 16,3 1 0-16,-2-4-1 0,0 1 0 0,1-3 0 15,-2 0-1-15,4-3 0 0,-3 1-1 0,1-1 1 16,1-1 0-16,-1-2 0 0,1 0-1 0,-1-1 0 15,-1 0 0-15,3-2 0 0,-2 0 0 16,-1 0-1-16,-1 0 0 0,3-1 1 0,-2-1-1 16,0 2 6-16,1 0 2 0,-1 0 2 0,-1 0 2 15,1 0-2-15,0 1 0 0,-1 1-5 0,2 1-3 16,-1-1 0-16,0-1 0 0,0 3 0 0,1-3 1 16,-1 0 0-16,1 0-1 0,0 0 0 0,-2-2 0 15,2-1 1-15,-3-2-2 0,3 0 1 0,0-2 1 16,-2-1-1-16,0-2-1 0,0-1-5 0,1-1-4 15,-1-1-1-15,1-1-1 0,-1-2-2 0,0-1 1 16,-2-1 4-16,3 3 4 0,-3-3 1 16,3-1 0-16,-1 0 2 0,0-1-1 0,-2 1 0 15,2-2 0-15,0 0-1 0,1 1 2 0,0-2 0 16,1 0-1-16,-1 2 1 0,2-2 1 0,1 0 0 16,-1 0 0-16,2 0 0 0,1 0 0 15,0 0 1-15,0 0 0 0,3 0-1 0,-3 0 2 16,5 0-1-16,-3 0 0 0,4 0 0 0,-1 0-1 15,1 0 1-15,1 0 0 0,1 2 0 0,-2 1 0 16,2-3-1-16,1 1 2 0,-2 0-2 16,3 0 0-16,-1-1 0 0,-1 3 1 0,0-3-1 15,3 2-1-15,-1-2 2 0,1 2-1 0,0-2 0 16,0 0 1-16,2 0 0 0,1 0 0 0,0 0 4 16,2-2 3-16,0 0 1 0,-1 2 1 15,2-3 1-15,-1 2 0 0,0 0-10 0,3-3-5 16,-2 2-2-16,2-2-2 0,0 0-2 0,0 0 0 15,2 1 5-15,0-2 3 0,-1 0 1 0,2 1 1 16,-1 0 1-16,3 0 0 0,-2 0-1 0,-1 0 0 16,-1 1 0-16,1 1-1 0,0-1 0 0,-1 2 1 15,1-1 5-15,-2 1 2 0,2 0 2 16,-1-1-1-16,2 2 1 0,-1-2-1 0,-1 0-5 16,-1-1 0-16,2 2-2 0,0-1 1 0,1-3 0 15,0 3 1-15,0-1-1 0,2-1-1 0,0-1 1 16,3-1 0-16,0 0 0 0,0-1 0 15,-2-1-2-15,2 1 1 0,0-2-2 0,-2-1 0 16,2 0-2-16,-3 1 0 0,3-1 0 16,-3 1 0-16,1-2 0 0,-1 2 0 0,1 1 1 15,-2-1 1-15,-1 1 1 0,0 0 0 0,0 2 1 16,-1-1 1-16,0 0 0 0,-1 2-1 16,1 1 1-16,1-2 0 0,0 1-1 0,-1 2 1 15,2 0 0-15,0 1-1 0,0 0-1 16,0 0 1-16,-1 2-1 0,2-2-1 0,-2 0 1 15,0 2-1-15,1-3 2 0,-1 3-2 0,0-1 1 16,0 0 0-16,0 0 0 0,-1-2 0 0,-1 1-1 16,-1 2 0-16,2-2 1 0,-4 0 0 15,0 2 1-15,0-1-1 0,-1-1 1 0,1 1 0 16,-1 1 1-16,-2-1-2 0,2 1 1 16,-2 0 0-16,1 0 1 0,-1 0-2 0,0 0 1 15,1 0 0-15,-1 0-1 0,-1 0 0 0,0 0-2 16,1 0 2-16,-2 0-1 0,1 0 1 15,-2 0-1-15,0 1 0 0,0 2 1 0,-1-2 0 16,1 3 1-16,0 1-1 0,-4-3 0 16,4 2 0-16,-2 2-1 0,0-4 0 0,0 3 1 15,-1-1-2-15,0 0 2 0,3-2-1 0,-3 2 0 16,0-3 0-16,2 0 0 0,-1 2 1 0,-2-3-1 16,2 2 1-16,-2-2 0 0,0 0 1 15,1 0 0-15,1 0 0 0,-2-2 0 0,3 2-1 16,-2-3 1-16,1 2-1 0,0 0 0 0,0-3 1 15,2 2-1-15,-3-2 1 0,3 1-1 16,2 0 0-16,-2 0 1 0,0 1-1 0,2 0 0 16,1-2 0-16,0 4-1 0,-1-4 2 0,2 3-1 15,-1-3 1-15,0 2-1 0,0 0 0 16,-1 0 1-16,0 1-2 0,1-1 1 0,-1 1-1 16,1 0 0-16,-1-1 1 0,0 2-1 0,-1-1 0 15,3 1 0-15,-3 0-1 0,0 0 1 16,0 0 0-16,1 1 1 0,-2-1 0 0,0 2 0 15,0-2 1-15,0 0 1 0,-1 1-1 16,1-1 0-16,0 1 0 0,0-1 0 0,-2 0-1 16,0 0 1-16,0 0 0 0,-2-1 0 0,2 0-1 15,-2-1 0-15,-1-1 0 0,-1 0 0 16,0 0-1-16,-2 0 0 0,0-2 0 0,-2 3 0 16,0-3 1-16,-4 3 0 0,2-2 1 15,-4 0 0-15,3 1 1 0,-4-2-1 0,3 2 1 0,-3 1-2 16,2-2 0-16,-2 2 0 0,-2-1 0 15,2 1 0-15,-2 1 0 0,2-4 1 0,-2 3 1 16,3 0-1-16,-1-1 1 0,-2 2-2 16,2-2 0-16,2 0 0 0,-1-2 0 0,0 3 1 15,2-3-2-15,0 1 2 0,-1 1-1 16,2-1 0-16,-3-1 0 0,2 0 0 0,0 1 1 16,1-3 0-16,-1 1 1 0,0 0 0 0,-1-3-1 15,2 2 1-15,-3-1-2 0,4-1 0 16,-2 1 0-16,1 0 0 0,-1-1 0 0,2 2 0 15,-1-2 0-15,1 1 0 0,-1-1 0 16,2 1 0-16,-1 1-2 0,-1-2 1 0,2 2 0 16,0-2 0-16,-1 0 0 0,1 0 2 0,-2 0 0 15,1-2 0-15,-2 2 0 0,4-1 0 16,-4-1 0-16,2-1-1 0,-1 0 0 0,1-2 0 16,-1 1 0-16,-1 0 2 0,0-4-2 15,0 0 2-15,-2 1-1 0,2-2-1 0,-3 0 0 16,0-2 0-16,-1 2 0 0,0-2-1 0,-1 2 1 15,0-4 0-15,0 3 0 0,0-2-1 0,0 2 1 16,-1-3 0-16,-1 3 1 0,1-2-1 0,0 2 1 16,-1-1 1-16,-1-4 0 0,0 2-1 15,0 0 1-15,-1-4-1 0,-1 0 0 0,2 3 0 16,-2-5-1-16,1 3 0 0,-1-2 0 16,2 4-1-16,-3-1 1 0,3 1 1 0,-3-2-1 15,0 4 0-15,3-2-1 0,-3-1 0 0,3 2-1 16,-2 0 0-16,1-3 0 0,-1 2 0 15,2 1 1-15,-2-3-1 0,-1 0 2 0,2 1-2 16,-1-2 1-16,0 2-1 0,-1-1 2 16,0-1 0-16,0 1 1 0,0 0 0 0,-2 0 1 15,2-2-1-15,-2 2 0 0,0-1 1 0,1 1-1 16,-2-1 0-16,-1 2 1 0,2-1-1 16,-1 1 0-16,-1-2 0 0,0 1 0 0,-1-1-1 15,2 0 1-15,-1 0-1 0,-2-1 0 16,4-2 0-16,-1 2 0 0,-1-1-2 0,2-1 1 15,-1 2 0-15,-1 0 0 0,2-1 0 0,0 1-2 16,0 0 1-16,0 1 1 0,2 1 1 0,-3 1 0 16,3 0 0-16,1 1 2 0,-3 2 1 15,2 0-1-15,0 3-1 0,0 1 1 0,-2-2 0 16,2 1-1-16,-2 0-1 0,2 2 0 16,0 1 0-16,-2 0 1 0,2-1-1 0,-2 3 0 15,2 0 2-15,-3 1 0 0,1-2 0 0,0 3-1 16,-1-1 1-16,1 1 0 0,0 0 0 0,-2 2-1 15,0-1 1-15,1 1-1 0,-1 1 1 16,0 1 0-16,-1-1 1 0,0 1-1 0,1 1 0 16,-2-1 1-16,1 2 0 0,2 1-1 15,-2-1 1-15,-1 0 0 0,1 1 2 0,-2 1-1 16,2-3 1-16,-1 4 1 0,-1-1-1 16,-1 1 2-16,0 1 0 0,0 0 2 0,-3 0 0 15,4 1 3-15,-3-3 0 0,0 3-1 0,0 0-1 16,-1 0 1-16,1 0 1 0,-3-1-1 15,2 1 1-15,1-1-1 0,-3-1 0 0,2-1-3 16,-2 2-1-16,0-3-2 0,-1 2 1 0,-2-1 1 16,3 0 1-16,-1 0-1 0,-1 0 0 15,1-1 0-15,0 3-2 0,-1 0-1 0,1-2-1 16,1 3 2-16,-3-2-1 0,2 2 0 0,-2 0 0 16,3 0-1-16,-3 0 1 0,0 2-2 15,0-2 0-15,0 0 1 0,0 1-1 0,0-1 0 16,0 0-1-16,3 0 1 0,-2-1-1 15,0 1 0-15,1-2 0 0,-2 1 0 0,3 0 1 16,-3-1-2-16,1 0 1 0,0 0 0 0,0 0-1 16,-2 0 1-16,-1 0-1 0,2 0 0 15,-3-1 0-15,2 0 0 0,0 0 0 0,-2 1 0 16,0-1 1-16,0 0-1 0,1 1 1 16,-1-2-1-16,0 1 0 0,1 0 0 0,-1 2 0 15,-1-3 0-15,2 3-1 0,-1 0 0 0,0-1 1 16,-2 1 0-16,2 1 0 0,-2 0 2 0,-1 0-1 15,2 0 2-15,0 0 0 0,-1 0 0 16,1 1 0-16,-2 1 0 0,1-1-1 0,0 0 1 16,0-1 0-16,-1 2 3 0,2 0 4 0,0-1 5 15,-1-1 1-15,-1 1 1 0,0 1 0 16,0-2-4-16,-2 2-4 0,1-1-6 0,-2-1-3 16,-1 1 0-16,1 3 0 0,0-3 0 15,-1 2 0-15,1 0 0 0,-1-1 0 0,1 2 0 16,1-1 0-16,-1 2-1 0,2 0-1 0,-4-1 1 15,3 0 1-15,-1 2 1 0,-1 0 1 16,-1 0-1-16,2 0-1 0,-1 0 0 0,-1 1 0 16,0-1 0-16,0 1 0 0,2-1 0 15,-2 1 0-15,0-1 0 0,0 2 0 0,1-3 0 16,-1 2 0-16,0-1 0 0,-1 1 0 16,-1-1 0-16,2 2 0 0,0-1 0 0,0-2 0 15,1 3 0-15,-1-1 0 0,2-1 0 0,-1 1 0 16,1-1 0-16,-1 0 0 0,1 1 0 0,-1-1 0 15,1 0 0-15,0 2 0 0,-1-3 0 16,1 2 0-16,1 1 0 0,1-2 0 0,-2 0 0 16,1 1 0-16,0-1 0 0,0 0 0 0,-1 0 0 15,1 2 0-15,3-1 0 0,-3 1 0 16,0-2 0-16,-1 1 0 0,0 1 0 0,-1-2 0 16,2 1 0-16,-3 1 0 0,2-1 0 15,1-1 0-15,-1 0 0 0,2 1 0 0,-1 0 0 16,0-1-1-16,-1 0-1 0,4 0-1 15,-3 0 1-15,3 0-1 0,-2-2 1 0,0 4 1 16,1-2 1-16,-2 0 0 0,2 1 0 0,1-1 2 16,0 0-1-16,-1 2 1 0,0-1 1 0,0 1-2 15,1-1 1-15,-3 1 0 0,3-1-1 0,1 0-1 16,-3 1 0-16,4 0 0 0,-2-1 0 16,-1-1 0-16,2 2 0 0,-1-1 0 0,1 1 0 15,0-3 0-15,-1 2 0 0,1-1 0 0,0-1 0 16,1 0 0-16,0 0 0 0,1-3 0 0,-1 3 0 15,2-2 0-15,-1 0 0 0,1-1 0 0,-1 1 0 16,2-2 0-16,-1 1 0 0,-1-2 0 16,2 1 0-16,0-1-1 0,-1 0 0 0,2 0 1 15,-2 0 0-15,-1-1 1 0,2 1-1 0,0-2 1 16,0 2-1-16,-1-1 0 0,-1-2 0 0,2 3 0 16,0-2 0-16,0 2 0 0,0-3 0 15,2 0 0-15,-1 2 0 0,-1-3 0 0,3 3 0 16,-1-2 0-16,-2 0 0 0,3 0 0 0,-1-1 0 15,1 1 0-15,1-2 0 0,0 2 0 0,-2 0 0 16,2-1 0-16,0 1 0 0,0 0 0 16,0-2 0-16,0 3 0 0,0-2 0 0,2 0 0 15,-1 1 0-15,1-3 0 0,0 4 0 0,-1-1 0 16,3-1 0-16,-3 0 0 0,4 2 0 0,-1-2 0 16,2 2 0-16,-1 0 0 0,2-1 0 15,0 2 0-15,-1-2 0 0,3 1 0 0,-1-1 0 16,1 2 0-16,-3-1 0 0,4 1 0 0,0-1 0 15,0 0 0-15,-1 1 0 0,0 0 0 0,1-1 0 16,2 1 0-16,-2-1 0 0,2 1 0 0,-2 1 0 16,2-1 0-16,-2-1 0 0,1 0 0 0,-1 2 0 15,2-1 0-15,-2 0 0 0,0-1 0 0,0 2 0 16,-2-2 0-16,2 1 0 0,-2 0 0 16,1-1 0-16,1 2 0 0,-1 0 0 0,3-2 0 15,-2 2 0-15,0-1 0 0,2 1 0 0,0 0 0 16,0 0 0-16,0 0 0 0,-1 0 0 0,2 0 0 15,-2 1 0-15,3-1 0 0,-2 2 0 16,1-2 0-16,-1 0 0 0,-2 2 0 0,3-2 0 16,-4 1 0-16,0 0 0 0,1 1 0 0,-1 0 0 15,-1-1 0-15,1 0 0 0,-3 3 0 0,2-3 0 16,-1 2 0-16,2 0 0 0,-5-1 0 0,3 2 0 16,0-3 0-16,0 2 0 0,-1 0 0 0,1-1 0 15,0 1 0-15,-1-1 0 0,-1 0 0 0,2 0 0 16,0-1 0-16,-1 2 0 0,1-3 0 0,1 2 0 15,-1-1 0-15,-1-1 0 0,3 1 0 0,-1-1 0 16,-1 0 0-16,1 3 0 0,2-3 0 0,0 1 0 16,-1-1 0-16,1 0 0 0,2 1 0 0,-3 0-16 15,1-1-24-15,0 5-28 0,0-5-65 16,-1 2-90-16,1 5-194 0,-2 1-281 0,2 1-347 16,1-1-418-16,-2 3-263 0,0-2 178 0,-5 1 862 15</inkml:trace>
  <inkml:trace contextRef="#ctx0" brushRef="#br0" timeOffset="145013.91">10541 5567 350 0,'0'0'887'0,"0"-1"329"0,-2 0-13 15,1-3-250-15,-1 3-320 0,0-2-185 16,-1 2-88-16,0-2-57 0,1 0-40 0,-2 1-40 15,0-3-51-15,2 1-54 0,-2 0-42 0,3-1-24 16,-2-1-13-16,1 2-7 0,0-5-5 16,-1 4-5-16,3-4-1 0,-1 2 0 15,1-1 3-15,0-1 4 0,0 0 3 0,1-2 4 16,1 0 5-16,-1-2 2 0,1 0 2 0,1 0 0 16,0-1 1-16,1-2-2 0,0-1-4 0,1-1-1 15,-2-3-4-15,3 1-2 0,-1-5-5 16,0 0-3-16,4 0-3 0,-4-5-3 0,3 2-4 15,-1 0-4-15,0-1-2 0,1 2-3 0,-2 1-1 16,-1 3-2-16,0 2 0 0,-2 3-2 16,2 2 0-16,-4 1 0 0,1 4-1 0,-2 3-1 15,-2 1-1-15,-2 2-8 0,1 3-14 0,-2 2-26 16,-2 0-59-16,-2 2-85 0,-2 4-180 0,0 3-276 16,-2 2-334-16,-3-1-406 0,2 2-302 15,-3 0 87-15,1 1 809 0</inkml:trace>
  <inkml:trace contextRef="#ctx0" brushRef="#br0" timeOffset="145280.63">10460 4945 391 0,'11'-19'936'0,"-3"-3"304"0,3 0-26 16,-1 0-249-16,-1-2-297 0,4 3-183 0,-2-3-114 15,0 1-67-15,1 1-46 0,0-1-53 0,0 1-69 16,1 0-56-16,-2 3-28 0,1 1-18 0,-2 4-9 15,1 0-8-15,0 2-2 0,-1 2-5 16,-1 4-2-16,2 4 0 0,-3 0 0 0,3 5 1 16,-1 3-1-16,-2 4 0 0,0 3 2 15,-2 2-1-15,2 4-1 0,-4 4-2 0,1 3-2 16,-2 0-1-16,-1 4-3 0,1 2-13 0,-1-1-54 16,0 0-73-16,-1-2-161 0,1-2-273 15,-1-1-314-15,5-2-383 0,-1-4-310 0,5-1 3 16,-1-6 707-16</inkml:trace>
  <inkml:trace contextRef="#ctx0" brushRef="#br0" timeOffset="147024.57">26785 5784 168 0,'0'-9'730'0,"-5"-2"415"0,-3 2 93 0,0 1-128 16,-1-3-398-16,0 6-198 0,-3-3-113 0,0 4-71 15,-2 0-51-15,-1 0-43 0,-2 3-57 16,1 1-63-16,-1 1-43 0,-4 3-26 0,4 0-13 16,-1 4-15-16,2 1-10 0,-1 4-4 15,4 2-9-15,1 6 2 0,2 5-2 0,4 4 7 16,1 6 1-16,0 3-4 0,5 4 4 0,0 4-3 16,0 1 1-16,5-2-1 0,2-1 2 0,1-1 1 15,6-5-2-15,0-6-2 0,5-2-2 16,2-8 0-16,2-4 1 0,6-6 3 0,1-7 0 15,1-8 3-15,3-7 3 0,-1-5 2 0,2-8 2 16,-4-4 1-16,4-7 6 0,-8-1 5 16,0-6 7-16,-5 2 7 0,-5-1 1 0,-6-2 4 15,-3 3-5-15,-8 1 3 0,-5-1-5 16,-6 3-8-16,-8 1-3 0,-3 0-4 0,-2 1-5 16,-4 2-7-16,-4 5-6 0,1 2-1 0,-4 6-1 15,4 3 0-15,-3 5 1 0,3 6 0 0,1 4-4 16,1 4-3-16,4 3-3 0,1 7-2 15,4 2-1-15,5 4 4 0,1 2 6 0,8 2 2 16,3 2 3-16,4 1-1 0,2 1 0 16,5 1-10-16,3 1-16 0,2-2-24 0,3-1-70 15,0 0-77-15,2-5-109 0,2 0-178 0,2-5-304 16,0 0-338-16,0-4-232 0,0 0-120 0,2-2 274 16,-4-3 610-16</inkml:trace>
  <inkml:trace contextRef="#ctx0" brushRef="#br0" timeOffset="147228.46">27305 6254 396 0,'-2'7'1390'15,"-4"1"354"-15,2 1-277 0,-8-1-358 0,0 1-463 16,-1-1-313-16,-1 0-164 0,-2 0-76 15,2 0-37-15,1-4-19 0,0 1-11 0,4-2-13 16,1-2-10-16,2-1-27 0,3 0-79 16,1-4-90-16,4 2-171 0,-1-7-286 0,6 0-337 15,2 0-379-15,4-1-192 0,1-2 158 0,3-1 698 16</inkml:trace>
  <inkml:trace contextRef="#ctx0" brushRef="#br0" timeOffset="148028.94">27843 6163 398 0,'0'0'859'0,"0"0"291"0,0 0 0 15,0-3-310-15,0 2-300 0,0-4-209 16,1-1-118-16,1 0-51 0,1-4 6 0,2 0 18 16,2-6 31-16,2-2 13 0,0-4-7 0,4-2-15 15,-1-5-37-15,4-2-45 0,-2-1-40 16,4-2-27-16,-2-1-12 0,-1 1-13 0,0 1-3 16,0 0 3-16,-2 5 3 0,-2 0 8 0,2 4 4 15,-5 5 6-15,-2 2 2 0,1 4 1 16,-1 2-1-16,-3 2-8 0,2 3-8 0,-4 0-7 15,1 3-8-15,-1 0-6 0,1 2-5 16,-2-2-5-16,2 3-4 0,-2-1-2 0,0 1-1 16,1 1 0-16,-1 2-1 0,2 1 0 0,-1 4 0 15,3 1-1-15,-3 1 1 0,2 5 1 16,0 0 3-16,0 3 2 0,1 5 2 0,-3 2 2 16,2 3 3-16,1 4-2 0,-3 2-1 15,1 1-3-15,-1 1-2 0,3 1-2 0,-3 3-1 16,4-3-2-16,-2 1 0 0,-2-1-1 0,3 1 2 15,-1-4-2-15,0 3 1 0,0-5-1 16,1-2-1-16,-1 0 1 0,1-3-1 0,-1-2-1 16,-1-2-1-16,1-2 1 0,-1-3-3 0,-1-3 1 15,1 0 0-15,-2-4-2 0,1-1-6 16,-1-1-10-16,0-1-19 0,-1-4-39 0,-1 1-78 16,-3-5-125-16,-1 0-249 0,-1-2-308 0,2-5-384 15,0 1-409-15,2-4-111 0,-1 0 556 16,3 0 799-16</inkml:trace>
  <inkml:trace contextRef="#ctx0" brushRef="#br0" timeOffset="148829.43">29504 5586 514 0,'-4'-2'1025'0,"-1"2"239"16,-3-5-76-16,2 4-309 0,1 1-368 0,2 0-198 16,0 3-102-16,-1 2-31 0,3 6-17 15,-1-1-19-15,2 6-18 0,0 2 11 0,2 2-7 16,-1 4-20-16,3-2-19 0,-1-1-12 0,3 0-10 15,2-3-33-15,1-1-17 0,3-4-10 16,-3-1-5-16,5-6 1 0,-2-3-1 0,0-1 3 16,-1-7-1-16,-1-1 3 0,0-5 0 15,-3-2 0-15,-2-2 6 0,0-1 2 0,-5-2 7 16,-4-1 2-16,1 0 1 0,-3 3-1 0,-2-2-4 16,-5 1 1-16,2 2-3 0,-1 1-4 0,-1 3 0 15,2 2-4-15,-2 3 0 0,4 0-8 16,-1 6-6-16,-1 3-1 0,5 3-6 0,-2 3-28 15,-1 4-70-15,1 4-66 0,0 2-130 16,0 4-258-16,-2 1-318 0,2 3-331 0,0 1-229 16,0-1-58-16,-1 2 525 0</inkml:trace>
  <inkml:trace contextRef="#ctx0" brushRef="#br0" timeOffset="149710.92">25939 7125 64 0,'-3'3'411'0,"0"-2"285"16,0 2 178-16,1-1-37 0,0-1-309 15,1 2-206-15,1-3-131 0,0 2-43 0,1-1 11 16,3 0 22-16,-1 3 13 0,0-1 5 0,3-2 18 16,2 2-27-16,2-2-41 0,-1 1-32 0,5 1-16 15,4-3-4-15,2 0-17 0,9-3-14 16,1 3-8-16,1-3-7 0,7 2-12 16,2-2-18-16,2 1 48 0,1 1 42 0,4-1 21 15,1 0 1-15,1 4 0 0,-1 0-3 0,4-1-46 16,-3 2-40-16,2 0-20 0,2 0-8 0,2 0-5 15,4-3 0-15,2 0 17 0,3-5 22 16,2 1 9-16,2-2 6 0,4-3-2 0,2-1-2 16,-1-2-18-16,1 0-19 0,2-1-11 0,2 0-4 15,0 1-4-15,3-1 1 0,1 1-2 16,0 2-3-16,0-1-2 0,-1 0 1 0,0 4 0 16,-2 0 1-16,-3 3 1 0,1 1 2 15,-1 2 1-15,1 1-2 0,3 0-2 0,-3 2-1 16,-1 2 0-16,0 2-2 0,0 0 0 0,-3 1 2 15,1 1 1-15,-5 1 2 0,3 0-1 0,-3 1 1 16,-1 1 0-16,0-1 0 0,-1-2 0 16,-3 2 0-16,1-6 1 0,0 2-3 0,-4-1-1 15,-2-3-1-15,1-2-1 0,-3-2 0 16,-2-3 1-16,1-3 3 0,-4 1-1 0,-5-3 1 16,4-2 0-16,-7-3-2 0,0 1-1 0,-4-5 0 15,-4 1 1-15,-1 2-3 0,-6 0-1 0,-2 0-8 16,-7 4-13-16,-4 0-33 0,-4 3-52 0,-4 2-52 15,-1 2-51-15,-6-1-80 0,1 3-138 0,-2-1-224 16,-2 1-230-16,2 0-226 0,-1 0-189 16,-2-1 115-16,-1 0 482 0</inkml:trace>
  <inkml:trace contextRef="#ctx0" brushRef="#br0" timeOffset="150146.94">30257 5159 66 0,'5'-2'518'0,"-4"4"362"0,-1-1 175 15,2 3-34-15,-2 2-347 0,0 5-239 0,0 0-134 16,0 6-71-16,1 2-28 0,-1 1 0 0,4 5 15 16,0 5 18-16,0 1 15 0,1 3-2 0,-1 4-17 15,4 3-27-15,-3 2-52 0,-1 2-49 0,1 4-38 16,0-1-24-16,-2 5-17 0,5 2-10 15,-5 2-6-15,0 2-3 0,1 1-1 0,-1 0-2 16,-2 0 1-16,1 0 0 0,0 1 2 0,-2-1-2 16,3 1-2-16,-2-5 0 0,1-2-11 0,2-4-30 15,-1-4-60-15,2-5-58 0,-1-7-72 16,-1-4-126-16,2-6-170 0,-5-3-247 0,0-6-231 16,0-1-217-16,-5-7-95 0,0-4 297 0,-2-3 478 15</inkml:trace>
  <inkml:trace contextRef="#ctx0" brushRef="#br0" timeOffset="151146.04">29922 4999 74 0,'-14'5'485'16,"1"-2"362"-16,-3 0 200 0,0 1-60 16,-3-1-334-16,-1-2-205 0,1 3-123 0,-5-3-83 15,1 2-43-15,-3-1-21 0,1-1-37 0,-5 1-34 16,0-2-27-16,-4 0-15 0,0 0 0 15,-1 0 11-15,-1-2 9 0,-2 2 25 0,0-1 18 16,-5 1 9-16,0 0-13 0,-1 0-5 0,0-2 0 16,-5 2-19-16,0-1-20 0,-2 1-15 15,-2 0-10-15,-2-2-13 0,-1 2-13 0,-4-1-7 16,0-1-4-16,-1 2-5 0,0-2-3 0,-2 1 1 16,2 0 1-16,-2-1 2 0,2 1 1 0,-3-2 3 15,1 2 2-15,-2-1-2 0,-1 0-4 16,-2 1-3-16,-2 0-4 0,1-1-3 15,-1 0-2-15,-1 2-2 0,0 0 1 0,0 0 1 16,-2 0 1-16,0 0 3 0,0 2-1 0,-2-2 0 16,-1 2-2-16,-3-2-2 0,3 1-3 15,-3 0-3-15,3 1 2 0,-2-2 1 0,4 2 1 16,-2-1 3-16,3-1 1 0,-1 0 2 0,1-1 1 16,2 1-2-16,-3-2 3 0,3 2 1 15,-1 0 0-15,2-2 0 0,2 2-2 0,3-1 1 16,-2 1-1-16,6 0 0 0,-1 1 0 0,0-1 4 15,2 2-1-15,2 0-4 0,-1-1 1 16,2 0 0-16,2 2 0 0,-1 0-1 0,1 0-2 16,2 0 4-16,3 2-4 0,0-2-3 0,1 1-1 15,5 1 1-15,1-1 0 0,0 0 2 0,7 2 3 16,-1-1 4-16,4 0 0 0,3-1 0 16,2 1 0-16,1 0 1 0,3 1-4 0,5-2-1 15,0 0-3-15,4 2 0 0,3-3-1 16,3 2-1-16,0-1-1 0,4-1-1 0,0 1 1 15,2 2 0-15,1 0-1 0,1 1 1 0,1-1-1 16,0 0 1-16,0 0 1 0,1 1 0 16,2 0-1-16,-1 3 0 0,1-3 1 0,0 2 0 15,1 0-1-15,2 2 0 0,-2-2 0 16,0 2 1-16,0-3-2 0,1 3 1 0,-2-1 1 16,2 0 0-16,1 1 0 0,1 0 0 0,-3 1 0 15,5 1 0-15,-2 2 1 0,-1 3 2 0,2 2 4 16,2 4 3-16,2 2 2 0,0 5 2 15,-1 6 1-15,1 4 1 0,1 4-2 0,-1 4-3 16,0 5-1-16,1 2-2 0,-3 8-3 0,2 2 2 16,-3 3-1-16,4 3 0 0,-5 3-2 15,-2 0 1-15,2 0 0 0,-4-1-2 0,3-2-1 16,-2-5-2-16,3-2-1 0,-2-7 0 0,2-4-1 16,-2-6 0-16,1-5 0 0,2-3 0 15,-5-7 0-15,5-5 1 0,-5-2 0 0,1-5 0 16,3-2 0-16,-4-2-2 0,0-4-5 15,-1-2-10-15,-1-1-9 0,-1-3-12 0,1-1-9 16,-1-1-18-16,-2-1-17 0,-1-3-25 0,-1-1-25 16,0-1-26-16,-4-3-29 0,1 2-19 15,2-3-3-15,-3-1 14 0,1 1 20 0,-1-1 19 16,-2 2 3-16,1-1-23 0,-2-1-68 16,1 3-89-16,1-1-119 0,0 2-170 0,0 1-242 15,2 1-131-15,2 0 63 0,0 1 247 0,3 1 294 16</inkml:trace>
  <inkml:trace contextRef="#ctx0" brushRef="#br0" timeOffset="151530.01">25224 6953 210 0,'-1'10'688'0,"-1"2"367"0,1 1 104 0,-3 2-200 15,4 1-321-15,-1 0-235 0,2 2-144 0,1 0-69 16,1-1-13-16,4 2-5 0,1-1 16 15,4-2 4-15,3 2 11 0,2-5-2 0,5 1-30 16,3-1-22-16,4-5-35 0,6 0-24 16,1-6-25-16,3 0-22 0,4-4-9 0,4-2-11 15,3-3-6-15,2-4 0 0,1 1-4 0,3-6-2 16,-1 0-3-16,5-1-3 0,0-2-7 0,-1 1-35 16,-2 0-84-16,-5 3-126 0,-5 2-267 15,-4 1-298-15,-8 6-370 0,-7 3-381 0,-4 3-62 16,-7 4 570-16</inkml:trace>
  <inkml:trace contextRef="#ctx0" brushRef="#br0" timeOffset="154660.29">15314 9904 96 0,'0'-5'442'0,"0"-1"298"0,0 0 218 0,0 1-33 16,0 2-231-16,0-2-175 0,0 5-112 16,0-5-84-16,0 4-68 0,0 0-72 0,0-1-61 15,0 2-45-15,0 0-28 0,0 0-17 0,2 0-12 16,-1 0 25-16,-1 2 54 0,2 0 63 16,2 5 32-16,0 1 9 0,-1 3-2 0,2 3-20 15,-4 2-39-15,2 5-48 0,-1 3-27 0,1 6-23 16,-1 2-8-16,-1 5-12 0,1 1-8 15,2 4-4-15,-2 3-5 0,0 1 16 0,1 2 3 16,-2 1 1-16,3 2 0 0,-1 2-1 0,0-1 5 16,0-2-4-16,0 1-3 0,-1 2 0 0,1-1-6 15,2 2 1-15,-4 2 2 0,2-1-2 16,-1 2-3-16,0 2-2 0,-1 0 2 0,-1 0-1 16,2 1-7-16,-2 0-4 0,1 0-1 15,-1 1 1-15,0-2 0 0,2 2 0 0,-2 0 1 16,2 2-2-16,-1 0 0 0,1 3-3 0,0 0-1 15,-2 1-2-15,1 4 2 0,1 0 1 16,-1 1 0-16,2 3 3 0,-3 5 1 0,2 1 2 16,-2 5-5-16,0 2-2 0,0 2 1 0,0 3 0 15,0 0 1-15,0 2 0 0,0 2 2 16,1 0-1-16,1 4-1 0,-1 1 0 0,3 0 5 16,-1 0 3-16,0 3 3 0,4 1 2 0,-3 3 0 15,2 2-4-15,-1 1-2 0,2-1-3 16,1 2-2-16,-2 0 0 0,3 0-1 0,-1 1 1 15,0-1-4-15,4-2 0 0,-2-2 1 0,0-3 0 16,1-2 0-16,-2-4 0 0,2-2 2 0,0-4-4 16,-3-6-1-16,2-5-3 0,1-7-2 15,-5-4-2-15,2-9-2 0,0-6-5 0,-3-6-7 16,2-7-12-16,-5-9-14 0,0-3-42 0,-2-8-67 16,-4-5-70-16,-3-7-116 0,1-5-183 15,-9-7-310-15,1-9-285 0,-2-7-216 0,-6-9-94 16,0-10 355-16,-4-11 577 0</inkml:trace>
  <inkml:trace contextRef="#ctx0" brushRef="#br0" timeOffset="155378.06">15116 9921 158 0,'2'-5'586'0,"-2"2"411"0,-2 2 195 0,2-1-181 15,-1 1-237-15,-1 1-145 0,2-2-118 0,0 2-104 16,-2 0-73-16,2 0-54 0,-1 0-58 16,1 0-73-16,0 0-51 0,0 0-31 0,0 0-19 15,1-1-11-15,1-2-2 0,1-1 1 16,2-4 2-16,3-7 4 0,3 0 4 0,0-8-8 16,2-3-4-16,3-4-7 0,0-2-3 0,1-5-4 15,0 3-5-15,-3 1 1 0,1 2 0 16,-1 3-2-16,-3 6-3 0,0 4-3 0,-3 3-1 15,0 7-1-15,0 3-1 0,1 8-3 16,-2 6 1-16,-1 6 3 0,0 6 1 0,2 6-2 16,-2 4-1-16,2 4-2 0,0 2-9 0,2 3-23 15,-1 1-45-15,1 0-86 0,2-1-171 16,-2 0-271-16,1-2-328 0,1-3-413 0,0-1-391 16,-1-1 48-16,1 0 828 0</inkml:trace>
  <inkml:trace contextRef="#ctx0" brushRef="#br0" timeOffset="157144.63">15371 15577 66 0,'-5'-1'377'16,"0"1"267"-16,1-2 251 0,0 2 12 0,0 0-180 16,2 0-155-16,2 0-118 0,-1 0-96 0,1 0-95 15,0 0-81-15,0 0-76 0,1 2-63 16,1-2-20-16,4 0 5 0,0 1 15 0,1-1 8 16,1 2 7-16,3-1 69 0,0 1 21 15,2-1-9-15,2 1-17 0,1 0-10 0,3-2-11 16,1 2-45-16,1 0 7 0,5-2 20 15,0 0 10-15,1 0 1 0,2 0 1 0,1 0 0 0,1 0-28 16,3 0-35-16,0 0-18 0,5 0-10 16,0-2-7-16,0 0-4 0,4 1-3 0,1-2 5 15,2 0 4-15,1 0-1 0,0 0 2 16,3-1 6-16,2-1 2 0,-1 2 2 0,3-1 2 16,2 0 1-16,1-1 3 0,-1 2-10 15,4-2 3-15,2 2 1 0,1 0 2 0,3-1-1 16,0 0 0-16,1 0 1 0,1-3 3 0,0 2-1 15,1-2-3-15,3-1 1 0,-3-1 2 0,1 1 3 16,1-2-7-16,0 0-3 0,2-1 2 16,4-2-4-16,-4 1-2 0,3-3-4 0,-2 0-2 15,2-1-2-15,-2-1 1 0,-1-2 0 0,3 2 1 16,-1-1 3-16,-1-1 4 0,0 0 1 16,5 1 1-16,-3-1-1 0,1 2-1 0,-1-1-3 15,3 2-2-15,-4-1 1 0,-1 2-1 0,2 0 1 16,-2 2 3-16,4-1-5 0,-4 2-1 0,5 2-2 15,-3-2 3-15,3 2-1 0,-3 0 1 16,0 1 5-16,-2 0 3 0,0 2 3 0,-1-2-4 16,0 1-2-16,1 0-6 0,-1-1-2 15,-2 2-3-15,3 0-2 0,-2 0 4 0,-3 1 2 16,0 2 6-16,0 0 3 0,-1 0 0 0,-2 0 4 16,-1 3-4-16,-2-1 0 0,2 2-1 0,0-1-4 15,-1 1-2-15,1 1-5 0,-1-1-2 16,-1 2 5-16,0-1 2 0,0 1 6 0,-3 0 1 15,2-1 2-15,-2 0 2 0,0 1-5 16,-1-1-3-16,-1-1 0 0,1 2 2 0,-4-1 1 16,5 2 0-16,-3-2 0 0,3 1-1 0,-1 1-1 15,-1 0 0-15,1 0-3 0,-3 0-2 16,3 0 0-16,-3 1-3 0,1 0 1 0,-1 1 2 16,1-2 3-16,-2 2 0 0,4 0 3 0,-1-2 3 15,1 1-2-15,1 1 0 0,4-2-2 16,-3 2-2-16,4-3 0 0,-2 1-1 0,0 1-3 15,0-1-2-15,1-1 3 0,-1 1 2 16,0-2 1-16,1 1 1 0,0 0 4 0,3-1 1 16,1 1-1-16,1-1-1 0,-1 1-2 0,0-1-1 15,2 0 2-15,1 2 4 0,-3-1 5 16,2 0 2-16,-4-2 1 0,2 0 2 0,5 0-2 16,-4 0-3-16,4 0-6 0,1-2-1 0,-1 0-1 15,1 1-3-15,-1-1-3 0,2 1-1 16,-1 0 1-16,-3-2 2 0,0 1 0 0,2-1 2 15,-2 0 2-15,5-2-4 0,-3 2-5 0,-1-1 3 16,2 0-1-16,-2-1-1 0,-1 1 0 0,0-1 5 16,-5-1 4-16,1 2-3 0,-2-3 2 15,-2 1-1-15,0 0-5 0,2-1 0 0,0 1-4 16,-2 0-3-16,2 0-1 0,-2-1 5 16,-1 1 6-16,-1-2 4 0,-1 2 2 0,-1 0 0 15,0 0 3-15,-2 1-5 0,-2-2 1 0,0 3 6 16,0-2 5-16,1 1 2 0,-1 0-4 15,4 1-3-15,-2 1-4 0,-1-1-2 0,0 1-2 16,-2-2-2-16,1 2 4 0,-1 0 1 0,-1 0 0 16,-2 2-4-16,0-2-1 0,-4 0-1 0,1 1 1 15,-2 0 0-15,-2 2 0 0,-1-3 2 16,-1 3-2-16,-1-1 1 0,-3 1-1 0,0-1-5 16,0 0-5-16,-3-2-1 0,-5 3-1 0,0-2-1 15,-5 2-2-15,-3-2 11 0,-3 1 6 16,-3 1 2-16,-3 0 3 0,-4-2 1 0,-2 2 2 15,-3-2-4-15,-2 1-2 0,-7-2-4 16,1 0-2-16,-5 0-5 0,0-1-9 0,-7-1-12 16,3-1-14-16,-4 1-26 0,3-2-41 0,-5-1-58 15,3 0-51-15,-1 0-46 0,1 1-67 16,-2-2-70-16,1-1-62 0,4 0-42 0,1 0-61 16,-1 1-107-16,4-1-130 0,-1-1-108 15,-1 0 38-15,5 1 180 0,-2-2 239 0</inkml:trace>
  <inkml:trace contextRef="#ctx0" brushRef="#br0" timeOffset="157392.9">27701 14622 147 0,'0'-8'319'0,"2"-1"177"0,2 1 129 0,-1 1-65 16,0 1-89-16,2 1-48 0,1 0-5 0,2 0 7 16,1 2-11-16,3-1-27 0,-3 0-61 0,5-2-54 15,1 2-21-15,2-1-7 0,2 3 7 16,0 0 8-16,1-3-11 0,2 4-14 0,-2 0-41 16,2 1-40-16,-5 1-33 0,4 0-31 0,-3 4-13 15,-1 2-10-15,0-1-7 0,-1 6-2 16,-4-1-8-16,-1 4-5 0,-1 0-7 0,-1 3-6 15,-2 0-7-15,-4 2-6 0,-2 1-6 16,-1-1-4-16,-3 2-3 0,-2-1-2 0,-3 0-2 16,-4 0 0-16,-3 1-2 0,-3-1-2 0,-4 1-7 15,-4-2-16-15,-7-1-30 0,2-1-78 16,-7 0-92-16,-2-4-182 0,-1-3-288 0,-3-4-335 16,-1-1-378-16,-4-5-191 0,-3-1 190 15,-2-4 730-15</inkml:trace>
  <inkml:trace contextRef="#ctx0" brushRef="#br0" timeOffset="162642.87">16781 13786 296 0,'-3'-2'727'0,"1"2"331"0,2 0 81 16,-1 0-260-16,1 0-295 0,-2 0-197 0,2 0-137 15,0 0-89-15,2 0-54 0,-1 0-41 16,1 0-9-16,3-1-11 0,1 1 36 0,4 0 27 16,2 0 12-16,1 0 43 0,6-1 23 0,0 1 3 15,0-2-18-15,5 0-21 0,-2 1-13 16,0 0-34-16,3-1-27 0,1 0-14 0,0 1-14 16,1 0-4-16,3 1-7 0,-1 0-4 15,1 0-9-15,0 1-3 0,0-1-8 0,-3 1-6 16,3-1-2-16,-2 2 0 0,-1-2 1 0,-2-2 1 15,2 2 0-15,-2-1 1 0,1 0 1 0,-2-3-2 16,-1 3-1-16,1-2-2 0,-2-1-1 16,-3 1-1-16,0 0-1 0,-1-2 0 0,-1 2 0 15,-3-1 0-15,-1 1-1 0,0-1-1 0,-3-2 1 16,-2 3 0-16,2-1-1 0,-4 0 2 16,4 2 0-16,-2-5 1 0,-2 1-1 0,2 0 2 15,1-3-1-15,-1-2-1 0,0 0 0 16,3-3 1-16,-1-2 0 0,-1 0-1 0,1-4 1 15,1-1-1-15,0-5 1 0,0-2 0 0,0-1-2 16,-1-4 1-16,0-3-2 0,-2-3 0 0,2-6-1 16,-2 0-1-16,1-4-1 0,-2-4 1 15,-1-2 1-15,0-4 1 0,-2-5 1 0,2 0 2 16,-5-5 0-16,2-3-3 0,1-3 0 16,-3-2-2-16,-1 1-2 0,0-4 1 0,0 1 3 15,0-2 1-15,0 2 1 0,-1-4 1 0,1 2 0 16,-4-1-2-16,3 1-4 0,-1 0-2 15,1 1 2-15,-1 2 0 0,-1 2 1 0,3 1-3 16,0 1-2-16,0 4-1 0,3 2-2 0,-1 2-1 16,-1 2 4-16,2 1 8 0,2 3 4 15,-2 3 0-15,2 1 1 0,-1 1 2 0,0 5-5 16,2 2-2-16,-1 3 1 0,0 3-4 0,-2 5-2 16,0 2-4-16,1 4-1 0,-3 6-1 15,2 5-2-15,0 5 5 0,-1 0 2 0,-1 6 1 16,1 4 0-16,-1 4 0 0,1 3 8 0,1 6 2 15,0 4 3-15,-1 5 1 0,1 2 1 16,1 5 1-16,-3 3-5 0,2 3-3 0,2 4-5 16,-4 3-3-16,2 0-2 0,-1 4-1 0,1 1-2 15,2-1 0-15,-2 3 10 0,1 1 6 16,0 0 3-16,1 3 5 0,-1 0 4 0,-2 0 2 16,3 0-5-16,-3 0 2 0,1 2 2 0,-2-3-1 15,1 1-3-15,0 2-1 0,-1 0-1 16,-1 4-4-16,2-3-3 0,-1 2-3 0,-1 0-1 15,2 1-1-15,2-1-2 0,-4-1 0 16,4-1-3-16,0-1 1 0,0-2 1 0,0-2 1 16,4 0 0-16,-3-2 2 0,4 2 0 0,-1-3 0 15,-1-1 0-15,2-1-2 0,-3 2 0 16,2-3 0-16,1 1 0 0,-2-2-1 0,-1-2 0 16,1-1 1-16,-2 0-1 0,0 0 0 0,-1-1-1 15,2 0 1-15,-3-2-1 0,-1 0 0 16,1-1 1-16,1 0 0 0,-3-2 2 0,1 2 0 15,-1-3 0-15,3 3 1 0,-3-4 0 0,1 1-1 16,1-4 0-16,1 0 0 0,-1-2-1 16,1 0 1-16,1-5-2 0,-1-1 0 0,0 0 0 15,0-3 0-15,2-1 0 0,-1-2 0 0,3-2 0 16,-1 0 0-16,-1-2-1 0,3 0 1 16,-2 0 1-16,1-3-1 0,1 1 1 0,0-1 0 15,-1 1 0-15,1 0 1 0,-2-3-1 0,-1 3 0 16,2-1 0-16,-3 1 0 0,0 1 2 15,3-1-1-15,-4 1 0 0,-2 2 0 0,3 1 1 16,-2 0-1-16,0 2 0 0,1 1 0 16,-1 0 0-16,0 0-1 0,1 2 1 0,-1 0-1 15,1 2 0-15,1-2-1 0,-1-1 1 0,1 1 1 16,0 0-1-16,1-4 0 0,-1 1-1 0,1-3 1 16,-1 0 0-16,0 0 0 0,0-2 0 15,1-2-1-15,-2 0 1 0,3 1-1 0,-2-4 0 16,-1 4 1-16,1-5 0 0,1 2 0 15,1-2 0-15,-1 3 0 0,1-3 1 0,0 0 0 16,1 1 0-16,0-1 1 0,0 2-1 0,3-1 1 16,0 1-1-16,0 0 1 0,3-2-1 15,-1 2-1-15,3 0 1 0,-2 1-1 0,3 0 0 16,-1 0-1-16,3 0 1 0,2 1-1 16,-4 1 1-16,5-1-1 0,0 1 0 0,1-1 1 15,2 1-1-15,0-1 0 0,2 2-1 0,1-2 0 16,1 1 0-16,1 0 0 0,0-2-1 0,0 0 2 15,2-1 2-15,-2 0 0 0,3 0 1 16,0-2 0-16,4 0 1 0,-1-2-1 0,0 0 0 16,5 2 0-16,0-2-1 0,-1 0 0 15,3-1-1-15,-2 2 1 0,0-2-1 0,1 3-1 16,0-2 0-16,-1-1 0 0,1 1-1 0,-2 1 1 16,1 0-1-16,-2-3 0 0,1 3 2 15,-2-2 0-15,-1 1 1 0,2 0 0 0,-3-2 0 16,-1 3 1-16,2-2-1 0,-2 2-1 15,-2-1 0-15,3-1 0 0,-3 2 0 0,-1 1 1 16,-1-2-1-16,1 1 1 0,-4 1-1 0,2-2 1 16,-2 2-1-16,-2 0 0 0,0 0 0 0,-3 2-1 15,2-2 1-15,-2 3-1 0,1-2 0 16,-2 1 1-16,-1-1-1 0,-1 2 0 0,0-1 0 16,1-1 1-16,-4-1-1 0,0-1-1 15,1-1 1-15,-2-1 0 0,-2-1 0 0,0-3 0 16,-3 2 1-16,2-3 1 0,-5 0-1 15,0-3 2-15,-2 0-1 0,-1-1 1 0,-1-1-1 16,0-2 1-16,-3-2-2 0,2-1 1 0,-3 0 1 16,4-4-1-16,-4-2 0 0,0-2 0 15,1-2-1-15,1-4 0 0,-1-1 0 0,-1-3-2 16,2-2 0-16,0-3 0 0,-1-4 0 0,1-3 2 16,-1-7 0-16,3-2 1 0,-3-8 1 0,5-4 0 15,-3-8-2-15,1-2-2 0,-1-4-1 16,2-2 1-16,-4-1 1 0,3 2 1 0,-3 0 2 15,1 2 0-15,-2 4 1 0,-2-1-2 0,1 4-1 16,-3 5-1-16,3 1-1 0,-4 4-1 0,2 5 0 16,-1 2 2-16,0 4 1 0,-2 3-1 15,1 3 2-15,0 2 2 0,0 0-1 16,0 5-2-16,1-1 2 0,0 5-3 0,4-1 0 16,0 6 0-16,0 4-1 0,4 2-1 0,-3 5-1 15,1 6 1-15,-1 4 0 0,4 2 0 16,-2 7 0-16,1 3 1 0,-1 5 2 0,0 3 1 15,5 7 0-15,-4 1 0 0,1 3 0 0,0 7-1 16,2 0-1-16,-3 2 0 0,2 3 1 0,1 1 0 16,-3 0 0-16,1 0 3 0,2 2 0 15,-1-1 0-15,-3 2 1 0,2 0 0 0,-4 2 0 16,4-1-1-16,-5 2 0 0,3 0 0 16,-3 2-1-16,0-2 0 0,-1 3 0 0,-1-2-1 15,0 1 0-15,-1 0 1 0,-2 2-2 0,1-2 1 16,-1 2 0-16,1 0 1 0,-3 0 2 15,2 3-1-15,2-1 1 0,-2 0 1 0,-1 1-1 16,3 2-2-16,0 2 0 0,0-5 0 0,3 4-2 16,-4-2 0-16,4-1-1 0,0-2 1 0,0-2-1 15,4 0-1-15,-4-3 0 0,1-2 0 16,3-1 1-16,-3-1 0 0,2-4 2 0,2-1 0 16,-4-3 0-16,2 0 2 0,1-3-2 15,-3 0 0-15,1-1 0 0,-1-2 0 0,-1 0 0 16,2-2 0-16,0 1 0 0,-1-2-1 0,-1-2 1 15,0 2 0-15,4-1-1 0,-4 1 0 16,1-3-1-16,1 1 1 0,2 0-1 0,-1 0 1 16,0-1 0-16,2 0-1 0,0-2 1 15,0 2-1-15,1-1 1 0,0 1-1 0,2-2 0 16,-3 1 1-16,3-1 0 0,0 1 0 16,-2-3-1-16,2 2 1 0,-1-1-1 0,-1-2 1 0,2 2 0 15,-2-2 0-15,0 1 0 0,1 0 1 16,0-1-1-16,-2-1 0 0,3 2 0 15,-1-1-1-15,-3 1 1 0,6-2 0 0,-4 2-1 16,0 1 1-16,3-3-2 0,0 1 2 0,-1 0 0 16,1-1-1-16,-1-2 1 0,5 0-1 0,-2 0 1 15,1-1-1-15,1-1 1 0,3-2-1 16,-3-1 1-16,1-2-1 0,2 0 1 0,-2-2 0 16,3-1 1-16,-1 0 1 0,1-1-2 15,1-1 1-15,-1-1-1 0,0 1 0 0,0-1-1 16,0 0 1-16,-1 0 0 0,3 0 0 15,-2-1 0-15,2-1 0 0,0 1 0 0,-1 1 0 16,2-1-1-16,-1-1 1 0,0 3-1 0,1-2 1 16,0 2-2-16,0 0 2 0,0-1-1 15,1 4 1-15,0-3 0 0,1 2 1 0,1-1 1 16,0 0 0-16,0 2 0 0,3-1 0 0,0 0-1 16,1 2 1-16,0-1-1 0,0-1 0 15,2 3-1-15,1-1 1 0,1 1-1 0,-1 1 0 16,2-1 0-16,-2 1 0 0,3 1 0 15,2 0 0-15,-4-1 0 0,3 0-1 0,0 1 1 16,0-1-1-16,1 1 0 0,-1-1 0 0,1-1-1 16,0 0 2-16,1 0-2 0,-1 0 2 0,0 0 2 15,1 0-1-15,1-1 0 0,-1-1 1 16,2 1-1-16,0-1 0 0,-2 0-1 0,2 0 0 16,0 0 1-16,0 1-1 0,-2-2 1 15,-1 1-1-15,0 0 0 0,-2 2 0 0,1-2 0 16,-3 0-1-16,1 1 1 0,-2-1-1 15,0 1 0-15,-2-2 1 0,-1 3-1 0,-2-2-1 16,0 2 0-16,-4 0 1 0,1 0 0 0,0 0 1 16,-4 0 0-16,1 0 0 0,-5 2 2 0,3 1-1 15,-1-2 0-15,-2 2 0 0,-1-1 0 16,0 0-1-16,-2 0 0 0,1 2 0 0,-2-3 0 16,0 2 0-16,-1-1 0 0,-1 0 1 15,0 0-1-15,-2-1 0 0,1 2 0 0,-1-3 0 16,-2 1 1-16,1-1-1 0,-2-1 0 0,2 0 2 15,-3-4 1-15,-1-1 0 0,3-2-1 16,-3-3 1-16,-1-3 0 0,3-1 0 0,-1-1-1 16,-2-1 0-16,0-3-1 0,0 0 0 0,-2-4-1 15,2 0 0-15,-3-5 0 0,2 0-1 16,1-5 0-16,0-1-1 0,-2-7 0 0,2 1 0 16,0-4 1-16,0-2 2 0,0-5 0 0,0-1 1 15,0-3 1-15,2 0-1 0,-2 0-2 16,0-1 0-16,0 4-2 0,-2 0 2 0,2 5-2 15,-2 1 0-15,2 5 0 0,0 4 1 16,-1 6 1-16,1 2-1 0,-2 5 1 0,2 5 0 16,0 2 0-16,0 4-1 0,0-1 0 0,0 5 0 15,0 1 1-15,0 0-1 0,2 2 1 16,-1 1 0-16,-1 0 0 0,4-1 0 0,-3 1-2 16,2 0 2-16,-1 4-1 0,-1-3-1 0,2 1 0 15,-1 3 1-15,0 0 1 0,-1 1 0 16,2 1 0-16,1 2 2 0,-1 0 0 0,0 4 2 15,0 0-1-15,2 6 1 0,-4 2-1 0,2 0 2 16,1 7 0-16,-3-1 2 0,-1 4 0 0,2 1 1 16,-2 4 3-16,0 2-1 0,0 1 1 15,0 3-2-15,-2 2 0 0,2-1-2 0,0 4-2 16,-1-1-1-16,1 1-2 0,0 2-1 16,0-1-2-16,1 0 1 0,-1-2 1 0,0 1 0 15,2-5 0-15,-2 0 1 0,1-3 2 0,-1 0-1 16,0-2-1-16,2-3 1 0,-2 0 0 0,0-3 0 15,0-3 0-15,0 0 1 0,0-1-1 16,0-2 1-16,0-1 0 0,0 0-1 0,0-2-1 16,-2 0 1-16,2-2-1 0,0 1-1 15,0-2 0-15,2 2 0 0,-2-1 0 0,2 1-1 16,-1-2-1-16,3-1 1 0,0 2 0 0,2-3-1 16,1-1 0-16,1-1 1 0,0 1 0 15,2-2 0-15,2-1 1 0,2-1 0 0,0 0 1 16,1-3-1-16,2 2 0 0,2-2 0 15,-2-2 0-15,4 1-1 0,-4-1 0 0,4-1 1 16,-3 0-1-16,2 2 0 0,0-2-1 0,1 2 1 16,-1-2-2-16,1 0 2 0,-1 2-1 0,1 0 0 15,1-2 0-15,0 2 0 0,-3-1 0 16,3 2 0-16,2-1-1 0,-2-2 0 0,0 1 0 16,2 0 2-16,0 1 0 0,-1-1 0 15,0 1 2-15,2-1 0 0,0 0 0 0,0 3-1 16,1-3 0-16,-1 2 0 0,2 0 0 15,2 0 0-15,-1 0 0 0,0 2 0 0,1-1-1 16,-1 0 0-16,2 1-1 0,0 1 0 0,-1-1 1 16,1-1-1-16,-3 0 0 0,3 2 0 15,-5-2 0-15,4 0 0 0,-2-1 0 0,1 1 0 16,-1 1 0-16,0-2 0 0,-1 3-1 0,1-3 0 16,-3 2 0-16,2-1 1 0,-3-1 0 0,1 0 1 15,-2 0 0-15,-1 0 1 0,1 0 0 16,-5-3 0-16,4 0-1 0,-3-5 1 0,-1 4 0 15,-2-2-1-15,0-1 1 0,-3-1-2 16,-1-1 1-16,-3 0 0 0,1 2 0 0,-2-3 0 16,-2 3 0-16,-4-1 1 0,2 0-1 0,-3-2 1 15,0 3 0-15,-1-3-1 0,-1 5 0 16,1-5 1-16,-3 1-1 0,3 0 0 0,-3 1 0 16,3-1 0-16,-1 0 0 0,1 0 0 15,-2 0 0-15,3-1-1 0,0 0 1 0,0-1 0 16,3-3 0-16,-2 2-1 0,2 0 1 15,1-1 0-15,-3-2 0 0,4 0 0 0,-2-3 0 16,2 0 0-16,0-3-1 0,1-1 0 0,0-4-1 16,-1 0 0-16,2-1 0 0,-1-4 0 0,2-1 0 15,-4 0-1-15,1-3 0 0,2 0 0 16,-3 2 0-16,0 0 1 0,-3 0 0 0,4 3 1 16,-5 2 1-16,0 2 1 0,0 2 0 0,-2 2 1 15,-1 2 0-15,2 4-1 0,-1 1 0 0,0 1 0 16,-1 3 1-16,2 1-2 0,1 2 0 15,-4 1 0-15,4 0 1 0,0 1-2 0,-1 1 1 16,-1 1 0-16,2-1-1 0,0 0 0 16,0 2 0-16,2-1 0 0,-1 1-1 0,-1 1 1 15,0-1 0-15,2 2 0 0,0 0 1 0,-1 1 0 16,1-2 0-16,-1 2 1 0,1 2 0 16,0-1 0-16,-1 0-1 0,-1 2 0 0,3 0 0 15,-1 1 0-15,-1 0 0 0,-1 1-1 16,0 1 1-16,2-1 1 0,-2 3 0 0,0 0 1 15,-2 1 0-15,2 1 1 0,-1 2 1 16,1 2 0-16,-2-1 0 0,-1 2-1 0,2 2 0 16,-3 1 0-16,3-1-1 0,-1 2 1 0,2 0-1 15,-1 1 0-15,-1-1 0 0,0 1 0 0,2-2-1 16,0 1 1-16,-1-2-2 0,1 1 1 16,0-2 0-16,1-1-1 0,-1 0 1 0,0 0-1 15,0-1 0-15,4-3 1 0,-4 3-1 0,1-4 0 16,2 1 1-16,-1-2-1 0,0-3 0 15,-1 0 0-15,4-2 1 0,-4-1-1 0,2 1 0 16,1-1 0-16,-3-1 0 0,4-5 0 16,-2 4 0-16,1-1 0 0,-1-2 0 0,-2 1 0 15,5-2 0-15,-3 2 0 0,2-1 0 16,-2 0 0-16,2-1 0 0,-1 2 0 0,0-1 1 16,2 1-1-16,1-1 0 0,-2 0 1 0,-1 3-1 15,1-3 0-15,3 1 0 0,-4-1 0 0,1-1 0 16,2 2 0-16,-2-1 0 0,1-1 0 15,1 2 0-15,-2-1 1 0,3 1-1 0,-3-1 1 16,4 2 0-16,-2 0-1 0,-1 0 0 16,2 0 1-16,0 0 0 0,0 1-2 0,0 1 1 15,0-3 0-15,-2 4 1 0,3-1-1 16,1-3 0-16,-2 3 1 0,1-2-1 0,1 0 0 16,0 1-1-16,2-1 1 0,-1-2-1 0,0 3 0 15,2-3 0-15,0 1 1 0,1-1-1 16,0-1 1-16,2 2 0 0,0-2 0 0,-1 1-1 15,1-1 0-15,0 0 0 0,2-1 0 0,-1 1 0 16,0-2-1-16,1 2 1 0,0-1 0 16,0-1 1-16,1 2 0 0,-2-1 0 0,2 1 0 15,2 0 1-15,-4 1 0 0,4 1 0 0,-4-2 0 16,4 1 0-16,-1 2 1 0,-1-1-1 16,2-1 1-16,-1 2-1 0,1-2 0 0,-1 1 0 15,2 0 0-15,1-2-1 0,1 1 0 16,-1-1 0-16,1 0 0 0,1 0 0 0,-2 0 1 15,2 0-1-15,-2-1 0 0,2 1 0 0,1 0 0 16,-4-2-1-16,3 0 0 0,-1 1-1 16,1 1 2-16,-1-3-1 0,2 2-1 0,-1-1 1 15,2-1 0-15,-2 2-1 0,0-1 1 0,-1 1 0 16,0 1 2-16,1-2-1 0,-2 0 0 16,0 2 1-16,-1 0 1 0,0-1-1 0,0 1 0 15,-1 0 0-15,-1 0 1 0,1 0-1 0,-4 0 0 16,0 0 0-16,1 0-1 0,-2 0 0 15,0 0 1-15,-1 0 0 0,-3 0-1 0,0 0 0 16,-2 0 0-16,-2 0 0 0,-4 0 0 0,1 0-1 16,0 0 1-16,-4 0 0 0,1 0 0 15,-4 0-2-15,1 1-4 0,-4 1-8 0,0 1-12 16,-3 0-22-16,-1 0-48 0,-5 2-82 16,1-3-145-16,-3 4-267 0,0 0-319 0,-1 2-397 15,3 1-356-15,-3 2-12 0,2-1 689 0</inkml:trace>
  <inkml:trace contextRef="#ctx0" brushRef="#br1" timeOffset="182979.05">24597 4767 4 0,'-6'-8'457'0,"2"1"450"15,1 2 271-15,-2 0-15 0,-1 3-325 16,-1 0-331-16,3-1-184 0,-1 3-111 0,1 0-44 15,0 0-25-15,3 3 5 0,-2 1 21 16,1 2 22-16,0 3 4 0,2 1-13 0,-1 3-24 16,1 2-28-16,-2 5-30 0,2 1-28 0,0 6-16 15,-2 2-9-15,2 5 0 0,0 3 6 16,-1 5 2-16,-1 5-3 0,2 4-3 0,-1 3-3 16,-4 3-1-16,2 6-8 0,0 1-4 0,0 4-2 15,-2 4-3-15,0 0-4 0,0 0-3 16,4 1-4-16,-4-1-3 0,5-1 1 0,3-1-1 15,-1-2 1-15,2-3 0 0,0 0 1 0,2-2 1 16,1-1-3-16,-1-1-1 0,1-2-2 16,2-2-1-16,-1-1-3 0,1 0-1 0,-3-1-3 15,1-2-1-15,-1 0 1 0,0-3 0 16,0 0 0-16,-1-2 2 0,-2 0 0 0,1-1 1 16,-1 0-2-16,0-3-1 0,-1-1 0 0,-1 1-1 15,1 0 1-15,-1-2-1 0,3 0 0 16,-2-1 0-16,0-2 0 0,0 1-1 0,-1-1-1 15,2-3 1-15,-1 2 0 0,0-3 1 16,-1 0 0-16,1-1 1 0,-1 0 1 0,-1 1 0 16,2-2 0-16,0 2 0 0,-2-4-1 0,0 3 0 15,1-3-1-15,1 0-1 0,1-4 0 0,0 0-1 16,3-4-1-16,1-1 1 0,1-2-1 16,1-2 1-16,4-5-1 0,0 0 1 0,4-2 1 15,0-1 1-15,2-3 0 0,3-1 1 0,1-4 0 16,2 1 1-16,2-1 0 0,3-4 0 15,0 1 1-15,1-2-1 0,4-1 1 0,0 0 0 16,3-4-1-16,1-1 1 0,3-1-4 16,2 1-1-16,2-3 0 0,2 1 0 0,0-3 0 15,4 1 0-15,-1-1 0 0,1-1 0 16,2 2 0-16,-1-2 0 0,3 0 0 0,-4 2 0 16,3-4 0-16,1 5 0 0,-3-4 0 0,3 3 0 15,2 0 0-15,-1 0 0 0,3 1 0 0,-1 2 0 16,-1-2 0-16,2 3 0 0,0 1 0 15,2 0 0-15,0 2 0 0,-1-1 0 0,-1 1 0 16,4-1 0-16,1 1 0 0,-1 2 0 16,5-2 0-16,1-2 0 0,2 1 0 0,-1-1 0 15,3 1 0-15,0-1 0 0,4 0 0 0,-2-3 0 16,3 2 0-16,-2-2 0 0,5 1 0 0,-1-4 0 16,5 2 0-16,-3 0 0 0,1-2 0 15,0 1 0-15,1 0 0 0,1-1 0 0,0 3 0 16,3 0 0-16,-2-2 0 0,4 5 0 0,-1-3 0 15,0 2 0-15,-2 0 0 0,2 2 0 16,0-2 0-16,2 2 0 0,0-1 0 0,-1 3 0 16,3 1 0-16,-3-1 0 0,-1 2 0 15,0 1 0-15,-4 1 0 0,3 2 0 0,-6-1 0 16,3 4 0-16,-4-3 0 0,2 1 0 0,1 1 0 16,-1-2 0-16,-5-1 0 0,2 0 0 0,-4 0 0 15,1-1 0-15,-5-1 0 0,0 1 0 16,0 1 0-16,-1 0 0 0,0 0 0 0,-1 0 0 15,-2 1 0-15,-1 1 0 0,-1-1 0 0,-2 2 0 16,-2-2 0-16,-3 1 0 0,0-2 0 0,-3 2 0 16,-3-2 0-16,-2 0 0 0,-3 0 0 15,-3-2 0-15,2-1 0 0,-7 0 0 0,-1-1 0 16,0-3 0-16,-3 0 0 0,-4 0 0 0,-1-4 0 16,-2 1 0-16,-2-3 0 0,-1 2 0 0,-5-5 0 15,0 3 0-15,-1-2 0 0,-5-2 0 16,3 1 0-16,-5 1 0 0,2-2 0 0,-3 2 0 15,0-2 0-15,0 2 0 0,0-2 0 0,-4-1 0 16,1 2 0-16,0-1 0 0,-3-4 0 0,0 0 0 16,-1-2 0-16,-1 0 0 0,0-3 0 15,-1-3 0-15,-1-3 0 0,-1-5 0 0,-1-1 0 16,-1-5 0-16,0-4 0 0,0-5 0 0,-1-4 0 16,-1 0 0-16,-1-7 0 0,0 2 0 0,0-5 0 15,0-1 0-15,-2 0 0 0,2 0 0 0,-2 0 0 16,0-1 0-16,0 2 0 0,-1 1 0 0,2 2 0 15,-3 3 0-15,-1 2 0 0,-1 1 0 16,-1 3 0-16,2 0 0 0,-1 1 0 0,-4 2 0 16,4 0 0-16,-1 1 0 0,-2 1 0 0,2-1 0 15,-2 1 0-15,0 0 0 0,0 1 0 0,-2 0 0 16,1 0 0-16,-1 1 0 0,-2 2 0 0,0 2 0 16,0 1 0-16,-1 3 0 0,1 3 0 15,-5 4 0-15,3 2 0 0,-3 5 0 0,0 2 0 16,-1 4 0-16,0 1 0 0,-2 1 0 0,1 3 0 15,-1 1 0-15,0 3 0 0,0-1 0 0,-1 3 0 16,0-2 0-16,0 3 0 0,1 1 0 0,-2-1 0 16,3 1 0-16,-2 2 0 0,-1 1 0 15,1 0 0-15,1 0 0 0,-3 2 0 0,2-1 0 16,-2 1 0-16,1 1 0 0,-1 0 0 0,-3-2 0 16,2 1 0-16,-2 1 0 0,-1-3 0 0,1 1 0 15,-2-1 0-15,-1 0 0 0,2 0 0 0,-1-1 0 16,0-1 0-16,1 1 0 0,-2 0 0 15,-1-1 0-15,3-1 0 0,-3 2 0 0,0 1 0 16,-1 1 0-16,0-2 0 0,-4 3 0 0,1 1 0 16,0 0 0-16,-4 1 0 0,-2 2 0 0,0-2 0 15,-2 1 0-15,0 3 0 0,-3-3 0 0,5 4 0 16,-7-1 0-16,7-1 0 0,-5 0 0 16,1 1 0-16,1-1 0 0,-2-1 0 0,3 2 0 15,-3-2 0-15,2 0 0 0,-4 0 0 16,4-2 0-16,-4 2 0 0,1-2 0 0,-1 1 0 15,-3 0 0-15,2-1 0 0,1-1 0 0,-1 0 0 16,0 1 0-16,5-1 0 0,-5 0 0 0,1 2 0 16,2 0 0-16,-2-1 0 0,1 0 0 15,1 2 0-15,-2-2 0 0,0 0 0 0,-1 0 0 16,2 2 0-16,-1-3 0 0,-1 2 0 16,2-2 0-16,0 0 0 0,1 2 0 0,2-2 0 15,-2 0 0-15,2 0 0 0,1 0 0 0,0 3 0 16,2-3 0-16,1 0 0 0,-1 1 0 15,1-1 0-15,0 2 0 0,0-1 0 0,2 1 0 16,-3-2 0-16,1 0 0 0,-1 2 0 16,1-2 0-16,2 0 0 0,-3 0 0 0,5 0 0 15,-3 0 0-15,2 0 0 0,1 0 0 0,1 0 0 16,0 0 0-16,1-2 0 0,0 2 0 0,1 0 0 16,-1-2 0-16,2 2 0 0,1-1 0 15,-2 1 0-15,1 0 0 0,2-2 0 0,-2 2 0 16,2-1 0-16,-2 1 0 0,0 0 0 15,2 0 0-15,-3 0 0 0,-1 1 0 0,4-1 0 16,0 2 0-16,-1-2 0 0,1 0 0 0,2 0 0 16,-1 0 0-16,0 0 0 0,1 0 0 15,1 0 0-15,0 0 0 0,0 0 0 0,0-2 0 16,0 2 0-16,-1-1 0 0,1-2 0 16,2 3 0-16,-2-2 0 0,2 0 0 0,-2-1 0 15,0 1 0-15,0 1 0 0,-2-2 0 0,0 2 0 16,1 0 0-16,-3 1 0 0,1 1 0 15,1-1 0-15,-1 1 0 0,2 2 0 0,1-2 0 16,0 0 0-16,3 0 0 0,-2-1 0 0,3 3 0 16,0-3 0-16,2-3 0 0,1 2 0 15,-1 1 0-15,0-2 0 0,3-1 0 0,-1 1 0 16,1-2 0-16,0 3 0 0,-1-2 0 0,0 0 0 16,0 0 0-16,1 2 0 0,-3-2 0 15,1 0 0-15,2 0 0 0,-5-2 0 0,3 2 0 16,-1-1 0-16,-3-2 0 0,3 1 0 15,-4-2 0-15,-1 1 0 0,-1-2 0 0,-1 1 0 16,1-3 0-16,-4 2 0 0,3 0 0 0,-2-2 0 16,1 1 0-16,-1 0 0 0,2 1 0 15,1 0 0-15,1 1 0 0,-1 1 0 0,3 0 0 16,2 3 0-16,-1-1 0 0,1 2 0 0,4-1 0 16,-1 1 0-16,0 1 0 0,5 1 0 15,-5 0 0-15,1 0 0 0,4 1 0 0,-5 1 0 16,0 1 0-16,0 2 0 0,-1-1 0 0,0 2 0 15,-1 0 0-15,0 2 0 0,0 1-38 16,2 0-135-16,-1 0-120 0,3-2-249 0,2 2-308 16,0-1-386-16,6-1-444 0,2 2-110 15,2-1 578-15</inkml:trace>
  <inkml:trace contextRef="#ctx0" brushRef="#br1" timeOffset="195254.32">16696 13686 175 0,'-3'0'470'0,"-2"0"249"15,0 1 168-15,4-1-148 0,-3 0-185 0,2 2-110 16,2-2-70-16,-2 1-53 0,2-1-57 0,0 0-53 16,0 0-57-16,0 0-44 0,0 0-37 15,0 0-28-15,0 0-8 0,0 0-4 16,0 0 0-16,2 0 8 0,-2 0 18 0,2 0 52 16,2 0 17-16,-3 0 7 0,2 0 3 0,1 1-16 15,-1 1 19-15,0 0-20 0,3-2-14 16,0 1-10-16,-1 0-10 0,2 1-4 0,-1 0-34 15,0-1-22-15,4 2-12 0,-4-1-4 0,2-1-2 16,0 0 0-16,1 1-2 0,-1 1 11 16,0-1 7-16,0-2 3 0,3 3 0 0,-3-2 2 15,0 2-2-15,3 1-9 0,-1-4-5 16,-1 2-6-16,0 0-1 0,1 1-3 0,-2-2 1 16,2 1-2-16,0 0-2 0,-2-2 1 0,0 1 0 15,3 0 1-15,-3-1-2 0,0 0 2 0,3 0-1 16,-1 0 1-16,-1 0 0 0,1 0-2 15,-1-1 2-15,2 0-2 0,-1-1 0 16,-1 0 1-16,2 1 0 0,-3-2-2 0,3 1 1 16,-3 0 0-16,2 2 0 0,-1-4-1 0,-1 3 1 15,-2-1 0-15,2 1 1 0,0 1-3 0,-2-3 2 16,2 3 0-16,-1 0-1 0,-1 0 2 0,0-2-2 16,1 2 0-16,-1 0 0 0,1 0 0 15,0 0 0-15,-1-3 0 0,2 3 1 0,-1 0 0 16,-1-2-3-16,3 2 2 0,-2 0-1 15,-1 0-1-15,2-1 1 0,0 1 3 0,-2 0-1 16,2-1 0-16,-1 1 1 0,0 0 0 0,0 0 0 16,-1 0-2-16,1 0 1 0,-1-2 2 15,2 2-2-15,-2 0-1 0,0 0 0 0,1 0 1 16,-1 0-1-16,0 0-1 0,1 0 1 16,-1 0 1-16,-1 0-2 0,1 0 1 0,0 0 0 15,-1 0 0-15,1 0 0 0,1 0 0 0,-2 0 0 16,1 0 0-16,-2 0 0 0,1 0 1 15,0 0 0-15,2 0 0 0,-3 0 0 0,2 0 0 16,-3 0 0-16,2 0-2 0,-1 0-1 0,0 0 2 16,0 0-1-16,0 0 0 0,-2 0 0 15,2 0 1-15,1 0 0 0,-2 0 0 0,2 0 0 16,-2 0 1-16,2 0 1 0,0 0 0 0,-1 0-1 16,1 0 1-16,2 0-1 0,-3 0-1 15,1 0-2-15,0 2 2 0,1-2 0 0,0 1-2 16,-1-1 0-16,0 0 1 0,2 1 0 0,-3-1 2 15,2 0-1-15,-1 2 0 0,1-2 0 16,-2 3 1-16,1-3-1 0,-1 0 0 0,2 0 0 16,-1 0 0-16,-2 2 0 0,2-2-1 0,0 0 0 15,0 0 1-15,1 0 0 0,-2 0 0 0,1 0 1 16,0 0 0-16,2 0-1 0,-3 0 1 0,2 0-1 16,-1 0 0-16,2 0-1 0,-3 0 1 0,1 0-1 15,0 0 1-15,1 0-1 0,-1 0 0 0,0 0 2 16,1 0-2-16,-1 0 2 0,1 0 0 15,0 0 0-15,1 0 0 0,-1 0 0 0,1 0 0 16,2-2 0-16,-3 2-1 0,0 0-1 16,3 0 2-16,-3 0-1 0,1 0-1 0,1 0-1 15,-1 0 1-15,-1 0 1 0,0 0-1 0,-1 0 1 16,0 0 1-16,-2 0-1 0,0 0 0 0,1 0 1 16,-1 0-1-16,-2 0-1 0,1 0 1 15,2 0 0-15,-1 0 1 0,-1-3-2 0,1 3 1 16,2-2 2-16,-2 2-1 0,2 0-1 15,0-1 0-15,1 0 1 0,-1-1-1 0,1 0 0 16,-1 1 0-16,3 0 0 0,0-1 1 16,0 0-1-16,-4 0-1 0,3 0-1 0,-1 0 0 15,0 1 1-15,1-2 1 0,-3 3 0 0,1-1 1 16,0-1-1-16,1 1 2 0,-1-1-1 0,0 2 0 16,-1-1 0-16,1-1-1 0,0 1 0 15,-2 1 0-15,3-2-1 0,-1 2-1 0,-2-2 0 16,2 2 1-16,0 0 0 0,0 0 0 15,1-1 1-15,0 1 0 0,1 0 0 0,-3-1 0 16,1 1 0-16,0-2 1 0,-1 2-1 0,1 0 0 16,-2-1 1-16,1-1 0 0,-1 1 3 15,0-2-2-15,-1 0 2 0,1-2-1 0,0-1 0 16,-1-1-2-16,2 2-1 0,-2-3 0 0,-1 2-1 16,2-1 0-16,-1-2 3 0,0 1-1 15,1 1 3-15,-2-1-1 0,1-2-1 0,1 1 0 16,0-3-1-16,-1 0 0 0,0-1-1 15,-1 1 0-15,4-1 1 0,-4-3 1 0,1 1-2 16,-1 0 0-16,3-2-1 0,-3 0 2 16,-1-3 1-16,2 2-2 0,-1 0 3 0,-1-1 0 15,0 0-1-15,2 0-1 0,-2 1-1 0,0-1 1 16,0 0 3-16,0 0 0 0,0 1 2 0,0-1 2 16,0-1 1-16,0-1-2 0,2 0-4 15,-2 0 0-15,1-3-2 0,-1 2 0 0,0-1 0 16,0 0 0-16,0-1 1 0,-1 1 0 15,1-1 1-15,-2 0-3 0,0 0 0 0,-1 2 0 16,2-1-1-16,-3 0 1 0,1 2-1 0,2 2 3 16,-4-3-2-16,0 5 2 0,2-5-1 0,0 4 0 15,0-1 1-15,0 0-2 0,-1-1 1 16,1-1 0-16,2 0 0 0,-4-1 0 0,4-1-2 16,-1 0 0-16,2 0-1 0,-2-1 0 0,2 1-1 15,0-1 1-15,0 1 0 0,0 0 1 16,0-1 0-16,0 4 0 0,0-4 0 0,0 3 0 15,0-1-1-15,0 1 2 0,2 0 0 16,-2 0-1-16,2 1 2 0,-1-1-1 0,2 0 2 16,-1 1-1-16,-2-1-1 0,1 1 0 0,1-1 1 15,-2 0 0-15,1-1 0 0,-1 1-1 16,0-1 0-16,0 1 1 0,0-1 0 0,0 1-1 16,0 0 0-16,0 1 0 0,0 2 2 15,-1 2-1-15,1-1 1 0,-2 2-1 0,2 0-1 16,0 2 0-16,-1-2 0 0,1 1-1 15,0 0 0-15,0-1 1 0,0 2-1 0,0-2 0 16,0 0 1-16,0 0-3 0,1-2 2 0,-1 1-3 16,2 0 2-16,-1-1 0 0,1 1 0 0,0-1 0 15,-1-1 1-15,2-1 0 0,-3 0 0 16,2-1 0-16,1-1 0 0,-1 0 0 0,-1 0 1 16,-1 0-1-16,0 0 3 0,0-1-1 0,-1 3 1 15,1-1 1-15,-2 3 0 0,1-2-1 16,-1 1 0-16,0 2 1 0,2 2-2 0,-3-3 0 15,3 1-1-15,-1 0 1 0,1 1-1 16,0 0 0-16,0 2 0 0,0-1-1 0,0-2 0 16,0 0 0-16,0-3 0 0,1-1 0 15,-1 0-1-15,0-1 0 0,2 0 1 0,-1-3-1 16,-1 3 0-16,0-2 0 0,0 0 0 0,0 1 1 16,0 1-1-16,0-1 1 0,0 2-2 15,0-3 1-15,0 6 0 0,0-1-1 0,0 1 1 16,0 2 2-16,0 2 0 0,0-1 0 15,-1 2 1-15,-1-1 0 0,2 2 2 0,-1-1-3 16,-1 0 2-16,0 0 0 0,2 1 0 0,-1-1-1 16,-1-1 0-16,2 2 0 0,0-1 0 0,0 2 1 15,0 1-2-15,0 2 1 0,0 0 0 16,0-2-1-16,0 6 0 0,0-4-1 0,0 2 0 16,0 1 1-16,2 1 1 0,-2-2-1 0,0 3 1 15,1-2-1-15,-1 0 1 0,0 1-1 16,2-1 0-16,-2-1 0 0,2 4 1 0,-2-2-1 15,0 0 0-15,1 1 0 0,-1 1-2 16,0 0 2-16,2 1-3 0,-1-2 0 0,-1 0 2 16,0 2-2-16,0 0 1 0,2-1 0 15,-2 1 2-15,0 0 1 0,2 0-1 0,-1 0 0 16,-1-1 1-16,0 1 0 0,0 0 0 0,0 0-2 16,0 0 1-16,0 0-1 0,0 0 0 15,0 0 0-15,0 0 2 0,0 0 0 0,0 0 0 16,0 0-1-16,0 0 1 0,0 0-1 15,0 0-3-15,0 1 2 0,2-1-1 0,-2 1 2 16,1 3 0-16,-1-2 1 0,0 3 1 0,2 2 1 16,-2 1-1-16,0 1-1 0,2 1-2 0,-2 1 0 15,1 4-1-15,2-2 0 0,-1 4 0 16,-2-2 0-16,1 0 1 0,1 6 0 0,-1-2 1 16,3 2 1-16,-3 0 0 0,1 2 3 0,1 1-1 15,-1 2 0-15,1-1 0 0,0 0 0 16,0 2 0-16,2 0-1 0,-4 2 0 0,4 0-1 15,-2 2-1-15,0-2 2 0,2 3-3 16,-1 0-1-16,0 1-1 0,2-1 0 0,-1 2 2 16,0 0-1-16,0 0 2 0,1 3 0 15,-1-2 1-15,1 0 2 0,-1 0-1 0,0 3 2 16,-1-5-1-16,1 4 2 0,0-3-2 0,3 1 0 16,-4-1-1-16,3 1 1 0,-2-4-2 0,-1 0 1 15,2 1-1-15,-1-1 0 0,0 0 0 16,0-3 0-16,-2 0 0 0,0 2-2 15,0-4 1-15,-1 0 0 0,1 2 0 0,0-2 0 16,-1-1 0-16,-1-1 1 0,2 2-1 0,-1-5 0 16,1 3-2-16,0-2 1 0,-1-1 2 0,3 0-1 15,-2-2 1-15,0 1 1 0,2-1 0 16,-4 0 0-16,2-2-2 0,1 1 0 0,-3-1 0 16,2 0 1-16,-1-1-1 0,1 1 0 0,-1-1 0 15,0-1 0-15,-1 0 0 0,1 0 0 16,-1 0 0-16,4-2 2 0,-5-1-1 0,1 2-1 15,1 0 2-15,-1-3-2 0,1 2 0 0,-2-2-1 16,3 3 2-16,-3-2-1 0,4 0 0 16,-3 0 0-16,1 2 0 0,-1-1 0 0,1-1-1 15,0 4 1-15,-1-4-1 0,2 2 1 16,-1-1 0-16,2 3 0 0,-2-3 0 0,-1 1 0 16,1-2 0-16,1-2 0 0,1 2-2 0,-3-2 1 15,2 3 1-15,1-2 0 0,-3-1 0 16,-1-3 0-16,3 2 0 0,-1-1 0 0,-2-1 0 15,3 1-1-15,-2-2 0 0,1 1-1 16,-2 1 3-16,0-1-1 0,0 3 0 0,0-1 1 16,0 1 0-16,-2 0 0 0,2 3-1 0,-1 0 0 15,-2 2 0-15,3-1 2 0,-2 2-1 0,1 1 1 16,-1-1 1-16,1 1-1 0,1 0-2 16,-4-1-1-16,4 1 0 0,-1-2 0 0,1 0 0 15,0 2 0-15,0-2 2 0,0 0 0 16,0 0 0-16,0 0-1 0,0-2 2 0,0 2-2 15,0 2 0-15,0-2 0 0,0-2 1 0,-2 2 1 16,2-2-2-16,0-1 0 0,0 2 0 16,-1 2 0-16,1-2 0 0,0 1 0 0,-2 1 0 15,0-2 0-15,1 2 0 0,1-3-1 16,-2 0 0-16,2-1 0 0,0 2 0 0,-2-3 1 16,2-1 0-16,0 0 0 0,0 1 0 0,0-3 0 15,0 2 0-15,0-3-1 0,0 1 0 16,0-2-1-16,2-1-1 0,-2-1 2 0,2 2-1 15,-1-3 1-15,1 1 0 0,0-1 1 16,-2 0 0-16,1 2 1 0,1-2 0 0,-1 1 0 16,-1-1 0-16,4 2-1 0,-3-1 0 0,-1 0-1 15,3 2 0-15,-1 1 1 0,1 2-1 0,-2-3 1 16,2-2 0-16,-1 1 1 0,0-1-2 16,-1-1 0-16,3 0 0 0,-4 0 1 0,1-1-1 15,2-1 0-15,-1 1 1 0,0-1-1 16,-1-1 2-16,-1 0-2 0,2 2 0 0,-1-1 0 15,1-1 0-15,0 0 0 0,2 2 0 0,-2-2 1 16,1 0 0-16,0 0 1 0,0 0-1 16,2-2 1-16,-2 2-1 0,2-3 1 0,3 0 0 15,-4 2 0-15,1-4 1 0,0 2 0 16,2-1-1-16,2 0 1 0,-5-1-1 0,3-2 1 16,-1 3-1-16,-1 0-1 0,3 1 0 0,-4-2 1 15,1 2-1-15,2 0 1 0,-1 0-1 16,2 2 0-16,-2-1 1 0,2 0-1 0,0 1-1 15,1 0-1-15,1 1 2 0,1-2 1 16,0 2-1-16,-1 0 1 0,1 0-1 0,1 2 0 0,-1-2-1 16,-1 0 1-16,2 1-1 0,-2 0 1 15,1-1 0-15,-2 2 0 0,1 0 0 0,0-1 0 16,-1-1 0-16,-3 1 0 0,2 1 0 16,-3-2-1-16,3 0 0 0,-4 2 0 0,1-2 1 15,-1 0 0-15,-1 0-1 0,0-2 2 0,0 2 1 16,0-2 0-16,-1 1 0 0,2 0-1 15,0-3 0-15,-3 3 0 0,1-2-2 0,1 1 1 16,-1 0 0-16,1-1 0 0,-2 0 0 16,3 1 0-16,-3-1 0 0,2 0 0 0,-1 1-1 15,1 1 1-15,2-2 0 0,-4 2 0 16,2-1 0-16,1 1-1 0,-3 0 1 0,2-1 0 16,-1-1 0-16,1 3-1 0,0-1 0 0,-1-1 1 15,1 0 0-15,2 0 0 0,-4 2 0 16,2 0-1-16,1 0 0 0,-1 0 1 0,2 0-1 15,0 0 1-15,-1 0 1 0,2 0 0 16,1 2 0-16,-1 0-2 0,1-2 1 0,2 2 0 16,-3-1 1-16,1 0 0 0,1 1 0 0,-2 0 1 15,1-1-1-15,2 0-1 0,-3 1-1 0,0-1 0 16,3 1 1-16,-2-1 0 0,-1 0 0 16,2-1 0-16,-2 2 1 0,2 0-1 0,-3-1 0 15,2 1-1-15,-4-1 0 0,0-1 0 16,3 0 0-16,-3 0 0 0,-1 0 2 0,-1 0 1 15,3 2-1-15,-4-2 0 0,1 0-1 0,-1 0 1 16,2 0-2-16,-1 0 0 0,-1 0 1 16,0 0-1-16,0 0 2 0,0 0-1 0,0 0 0 15,0 0 0-15,2 0-1 0,-2 0 2 0,2 0-2 16,-1 0 2-16,1 0-1 0,0-2 0 16,-2 2 1-16,1 0 0 0,-1 0-1 0,2 0 0 15,-1 0 0-15,-1 0 0 0,5 0 0 0,-4 0 0 16,2 0 0-16,1 0-1 0,0 0 0 15,1 0 1-15,2 0 0 0,3 0 0 0,-1 2 1 16,0-2 0-16,5 0 2 0,-1 0-1 16,2-2 0-16,2 2 1 0,0-1-2 0,0-1-1 15,4 1 0-15,-1-3 0 0,1 3 0 0,1-2-1 16,2 0 1-16,-1 1 0 0,1-2 0 0,0 2-1 16,0-2 1-16,-2 2 0 0,-1-2 0 15,0 1 1-15,0-1-1 0,-3 4 1 0,-1-2-1 16,-3-3 0-16,2 5 0 0,-3-1 0 15,-1 1-1-15,-4 0 1 0,0 1 0 0,-2-1 0 16,-1 2 2-16,1 1-1 0,-3-1 2 0,1 1-1 16,-3-2 0-16,-1 2 1 0,0 1-1 15,0-4 1-15,0 2-2 0,0 0 0 0,0 0-1 16,0-1 0-16,0-1-1 0,0 0-1 16,0 1 0-16,0-1 0 0,0 2-2 0,0-2 2 15,2 0 0-15,-1 2 1 0,-1-2 1 0,2 0 2 16,0 1-2-16,-1-1 0 0,-1 1 1 0,2-1-1 15,0 0 0-15,-2 2 0 0,1-2 1 16,-1 1-1-16,2-1 1 0,-1 0-1 0,4 2-1 16,-4-2 1-16,4 1 0 0,0-1 0 15,1 1 0-15,-1-1 0 0,4 0 0 0,1 2 1 16,0-2 0-16,2 2 0 0,-1-2 0 0,5 0 0 16,-2 0 0-16,1 0 0 0,2 0 0 15,0 0-1-15,-1 0 1 0,3 0-1 0,-1-2 2 16,0 0-2-16,-2 1 1 0,3 0 0 15,0-2 0-15,-1 1 1 0,0 0-1 0,-2 0-1 16,2 0 1-16,-4 1-1 0,3 1 2 0,-2 0-2 16,0 0 1-16,-2 0 0 0,-1 1 1 15,0 1-1-15,-1 0-1 0,0-1 0 0,-2 0-1 16,1 2 1-16,-1 0-1 0,-1-2 1 0,0 3 0 16,-3-3 0-16,3 2 0 0,-2-1 1 15,-1-1 0-15,0 2 0 0,-2-3-1 0,0 2 0 16,0-1-1-16,2-1 0 0,-4 0 1 15,2 0 0-15,-1 0 1 0,0-1 1 0,-1 1-1 16,2-2-1-16,-3 2 1 0,2 0-1 0,0-1-1 16,-2 1 1-16,1 0-1 0,-1 0 1 15,4 0 0-15,-4 0 0 0,1-2 0 0,1 2 0 16,-1 0 1-16,4 0-1 0,-4 0 1 0,2 0-1 16,2-1 0-16,0 1 0 0,2-2 0 0,2 2-1 15,-3 0 1-15,2-1 0 0,0 1-1 16,3-2 1-16,-1 2 1 0,-1 0 0 0,4 0 1 15,-4 0-1-15,2 0 0 0,2 0-1 16,0 0 0-16,1 0 0 0,-2 0-1 16,1 0 0-16,3 0 1 0,-2 0 1 0,0 0-2 15,-1 0 0-15,3-1 1 0,-2 1 0 0,0 0 0 16,1 0-1-16,-1 0 0 0,-2 0 1 0,1 0 0 16,1 0 0-16,-1 0 0 0,1 0-1 15,-1 1 1-15,-1-1-1 0,1 0-1 0,3 0 1 16,-3-1-1-16,1 1 2 0,2-2 0 0,-2 0 0 15,3 1 2-15,-1-2-1 0,1 0 2 16,2 1-1-16,-3-3 0 0,3 0-1 0,-1 1-1 16,1-1 0-16,-1 1 1 0,-2-1-1 15,3 1 0-15,-3-1 0 0,1 2 1 0,-1 0 0 16,2 2-1-16,-4-3 0 0,3 3 1 0,-1 0-1 16,0-1 0-16,-2 1-1 0,4 1 1 0,-1-2 0 15,-4 2-2-15,1 0 2 0,2-1-1 16,-5 1-1-16,1-2 2 0,-1 2-2 0,-1 0 2 15,-2-1-1-15,0 1 0 0,-4 0 1 16,0 0 0-16,1 0 1 0,-4 0 1 0,1 0 1 16,-1 0 0-16,1 0-1 0,1 0-1 15,-3 0-1-15,0-2 0 0,0 2-1 0,0-1 0 16,0-1 0-16,0 0 2 0,-3 0-1 0,1-1 0 16,2-1 0-16,0-1-1 0,-1-2 0 15,-1 2 0-15,2-3 1 0,-1-1 1 0,1 0 0 16,0-1-1-16,0-3 0 0,-2 2 0 15,0-3-1-15,2 0 0 0,0-2 0 0,0 0 1 16,0-1 0-16,2-2 0 0,0 0-1 0,-2 0 1 16,1-1-1-16,-1-2 1 0,3 0-1 15,-3-1 1-15,2-2-1 0,1 0 0 0,-2 0 1 16,-1 0 0-16,2-2 0 0,-2-2 0 0,0-3 1 16,0 1 1-16,0-2-2 0,0-4 2 0,0-1-2 15,0-4 0-15,0 2-2 0,-2-3 1 16,1 0-1-16,-2 1 0 0,1 0 0 0,-2 3 1 15,0 0 0-15,-1 5 1 0,1 0 1 16,-3 3 0-16,0 4-1 0,0 0 0 0,2 4 1 16,-3-2-1-16,4 3-1 0,-2 0 1 0,1-1 0 15,2-2 0-15,-1 2-1 0,1-4 1 16,2 1-1-16,1-2 0 0,-4-2-2 0,3-1 1 16,-1-1-1-16,2-1 0 0,0 0 0 0,2 4-1 15,-1 2 2-15,1 5 2 0,0 3 0 16,-2 0 1-16,0 5 1 0,0 5-1 0,1 1 0 15,-1 0 0-15,0 4-2 0,0 1 0 16,2-1-1-16,-1 4 1 0,-1 0-1 0,0 0 1 16,2 4 1-16,0 0 0 0,-1 2 0 0,2 2 1 15,-1 1 0-15,0-1-2 0,-1 5 1 0,4-1 0 16,-4 1 1-16,2 2-1 0,1 2 1 16,-3 1-1-16,2 1 1 0,-1 2-1 0,0 1-1 15,-1 3 1-15,1 0 0 0,0 4 0 0,-1-1 0 16,1 4 2-16,-1-1 1 0,-1 1 0 15,5 2 0-15,-4-1 0 0,1 2 1 0,-1-1-1 16,3 0-1-16,-3 1 1 0,1 1 0 16,1-2 0-16,-1 2-2 0,1-1 0 0,0 0-3 15,0 1 1-15,2-3 0 0,-1 1-1 16,1-1 0-16,0 2 0 0,2-4 2 0,-3 2-1 16,4-3 0-16,-3 2 0 0,1-2 2 0,-1 0 0 15,-2-2 0-15,2 0 1 0,-1 2 1 16,-1-4-2-16,2-1 1 0,-1 3-1 0,-1-4 2 15,0-1-3-15,0 2 1 0,-1-3 0 16,1 2-1-16,1-3-2 0,-2 3 1 0,1-3 1 16,-1 3-1-16,1-4 1 0,-1 1 1 0,1-4 0 15,-2 2-1-15,3-1 0 0,-1-4 0 0,0 0-1 16,0-4 0-16,0 1 1 0,0-3-1 16,-1-2 0-16,-1-1 1 0,3-1 0 0,-3-1-1 15,1 0 1-15,-1-1 0 0,-1-1 0 0,4 0 0 16,-4 2 0-16,0-1 1 0,1 2 0 15,-1 1-1-15,0-1 0 0,2 3 0 0,-2 1 0 16,2 0 1-16,-2 1-1 0,1 2 1 16,-1-1 0-16,2-3-1 0,-1 2 0 0,4-1-1 15,-4-3 0-15,2 0-1 0,2-2 1 16,-2 0 0-16,1 0 0 0,1-1 1 0,-2-1 0 16,3-1 0-16,-2 0 0 0,1 0 0 0,-2 0 0 15,2-1 0-15,0-1 0 0,0 0 0 16,1 1 0-16,0-2 0 0,-1 0 0 0,2 0 2 15,2-1-1-15,-3-1 2 0,2-1-2 16,3 0 2-16,0 0-2 0,0-1 0 0,-1 0-1 16,4 3 0-16,-3-3 1 0,3 5 0 0,-3-3 0 15,2 3 0-15,1 0-1 0,1 2 0 0,-1 0 0 16,-1 2 1-16,2-1 0 0,-2 0-1 16,1 4 0-16,0-3 0 0,-2 1 0 0,2-2-1 15,-2 2 1-15,-1-1 0 0,2 0 0 16,-2 0 0-16,0 0 0 0,-1-2 0 0,-1 2 0 15,0-2 0-15,1 1 0 0,-2-1 1 0,1 0 0 16,-1 1-1-16,0-1 0 0,-1 2 0 16,2 0 1-16,-1-1-1 0,-2 2 1 0,2-2 0 15,2 2 0-15,-1-2-1 0,1 3-1 16,1-4 1-16,1 1-1 0,0-2 1 0,2 1 1 16,-1-4-1-16,0 3 1 0,0-2-1 0,3 0 0 15,-2 1 0-15,2-2-1 0,-2 2 1 0,4-2-2 16,-4 2 2-16,2 2 1 0,0 0-2 15,1 0 1-15,-1 0 0 0,1 0 0 16,-1 2 0-16,1 2 0 0,-1-3 0 0,2 2 0 16,0 0-1-16,-2 0 0 0,2 0-1 0,-2-1 1 15,2 2 0-15,-1-1 0 0,0 0 1 0,-1-2 0 16,1 2 0-16,-3 0 1 0,4-2 0 16,-2 3 0-16,-1-2-1 0,2 2 1 0,-1-2 1 15,0 0-1-15,-2 1 1 0,4-2 0 16,-2-1-2-16,-2 2 0 0,0-2 0 0,2-2 0 15,-2 2 0-15,2-1 0 0,-3 1-1 0,-1-1 1 16,1-1 0-16,-2 2 1 0,-1 0-1 16,0 0 1-16,-2 0-1 0,1 0 0 0,-5 2 0 15,2-1 0-15,1 0 0 0,-4 4 0 16,-2-5 0-16,3 2 0 0,-3-2 0 0,1 3 2 16,0-2-2-16,-2 1 1 0,1-1-1 0,-1-1 0 15,0 2 1-15,2-2-2 0,-2 2 1 0,0-2-1 16,0 0 0-16,1 0 0 0,-1 0 0 15,0 0 1-15,2 0 0 0,1 0 0 16,0 0 0-16,0 2 1 0,2-2-1 0,1 2 0 0,2-2 0 16,5 0 0-16,-2 0 0 0,4-2 0 15,0 0 0-15,2 2 2 0,2 0-1 0,0 0 2 16,2 0-1-16,0 0-1 0,2 0 0 16,1 0 0-16,-1 0 0 0,1 0-1 0,3 0 0 15,-2 0 0-15,2 0-1 0,2 0-1 0,-3-2 1 16,1 0 0-16,-1 1 1 0,1-1 1 15,0 1 1-15,-1-2-1 0,0 3 1 0,0 0-2 16,0-2 0-16,-2 2 0 0,-1 0 1 16,3-3-1-16,-4 3 1 0,-1 0 0 0,0 0 1 15,0-2-2-15,-3 2 0 0,0 0 0 16,-2 0 0-16,0 0-1 0,-5 0 0 0,2 0 0 16,-4 0-1-16,-1-1 2 0,-1 1 0 0,-3 0 1 15,-1-1 1-15,0-1 0 0,-1-1 0 0,-2 0-1 16,0 0 0-16,0 0 0 0,0-1-1 15,-2-1-1-15,1-1 1 0,-1 0 1 0,2 0-1 16,0-2 0-16,0-2 1 0,0 1-1 16,0-4 0-16,0-1 0 0,0 0 0 0,2 1-1 15,-1-2 0-15,-1 0 1 0,2-1-1 0,0-1 0 16,-1 1 1-16,2-1 1 0,-1-2 0 16,1-1-1-16,0 1 0 0,1-1 0 0,0-1-1 15,-1 0-1-15,0-1 1 0,2-3 0 16,0 1 0-16,-2 1 0 0,2-3-1 0,3-1 2 15,-4 3-2-15,1-2 2 0,0 1 0 0,0 1 1 16,-2 0 1-16,5 3 0 0,-5-1-1 16,0 2 1-16,0 0-1 0,2 2-1 0,-2 1 1 15,1 2 0-15,-3 5-1 0,2-3 0 16,-3 6 0-16,2 1 1 0,-2-1 0 0,3 5-1 16,-3 0 0-16,0 2 0 0,0 2 0 0,-3 4-2 15,3-2 0-15,0 4 1 0,0 0 1 0,0 2 0 16,3-1 0-16,-3 3 0 0,0 0 0 15,0 1 0-15,0 0 0 0,0 4 0 0,0-2-1 16,0 3 2-16,-3 0 2 0,3 1 0 16,-2 3 1-16,2-1 2 0,0 3 0 0,-1 0-1 15,-1 0 1-15,2-1-2 0,0 2 0 0,0 0 1 16,2 0 0-16,-1 0 0 0,-1 0 0 0,2 0 0 16,1 0-1-16,-2 0-1 0,1-2-1 15,-1 2 0-15,3-5-1 0,-3 2 1 0,3-2-1 16,0-1 0-16,0 0 0 0,-1-2-1 15,2-1 1-15,1 1-2 0,-2 0 1 0,1-2 0 16,0 0 0-16,0-2 0 0,2 2-1 0,-2-2 0 16,3-3 0-16,-1 1-1 0,1-1 1 15,-1-2 0-15,1 0 0 0,0-2 1 0,-1-3 0 16,0 0 0-16,1 0 0 0,-1-3 0 16,-2 0 0-16,-1 0 0 0,2-5 0 0,1 4 0 15,-4-2 0-15,0 0 0 0,0 0 0 0,1 0 0 16,-1 0 0-16,-2 0 0 0,4 0 1 15,-4 0-1-15,2 0 0 0,1 0-1 0,-3 2 1 16,3-3 0-16,-1 3 1 0,3-2-2 16,-1 2 1-16,2-1 0 0,2 0 0 0,-1 2-1 15,2-2 0-15,0 2 0 0,0 0 0 0,2 0 0 16,-1 2-1-16,1 0 0 0,1 1 1 0,0 0 1 16,3 0 1-16,-2 0 0 0,3 0 1 15,0 0 1-15,1 2-1 0,0-4 0 0,2 0 0 16,-1 3-1-16,4-4 0 0,-3 1 0 15,4-1 0-15,-2 0-1 0,0 0 1 0,3-1-1 16,-1 1 0-16,1 0 1 0,-1-2-1 16,2 0-1-16,-1 1 1 0,-2 0 0 0,1-1 0 15,-2-1-1-15,2 2 1 0,0-1 0 0,-2 1 0 16,-1-2 0-16,0 3 0 0,1-2 0 16,-2 0-1-16,-1 2 0 0,-1 0 0 0,0 0 0 15,-2 0 1-15,0 2-1 0,-2 1 0 0,-3 0 1 16,-1 0-1-16,0 3 1 0,-2-1-1 0,0 1 0 15,-1-2 0-15,0 2 0 0,-2-1 0 16,-2-1 1-16,2 1 0 0,-2-1 0 16,-1 0 0-16,0-3 0 0,-1 2 0 0,1-3-1 15,-1 2 1-15,1-2 0 0,1 0-1 0,-3 1 1 16,0-1-1-16,0 0 1 0,1 0 0 0,-1 0 0 16,0 0 0-16,2 0-1 0,-1 0 1 15,-1 0-1-15,0 0 1 0,4 1-2 0,-3-1 2 16,3 2-1-16,-1-1-1 0,2 1 2 15,1-1 0-15,3-1 0 0,-1 0 1 0,3-1 1 16,2-1-1-16,1-1 0 0,2 1 2 0,0-2-2 16,3 2 1-16,1-4 0 0,-1 4 0 15,3-3 0-15,0 4-1 0,2-2-1 0,2 1 2 16,-3-3-2-16,2 5 0 0,2-1 0 16,-3 1 0-16,2 1 0 0,-1-1 0 0,-2 5-2 15,-1-5 1-15,-1 2 0 0,0 1 0 0,-4 0-1 16,2 0 1-16,-2-1-1 0,-2 2 0 0,-1-1-2 15,-5 0 0-15,3 0 0 0,-6 0 0 16,1 0 1-16,-2-1 1 0,0 2 1 0,-2-1 0 16,1-2 1-16,-3 2 1 0,-1-1 1 15,2-1-1-15,-1 1-1 0,-1-1 1 0,0 0 0 16,0-1-1-16,0 0-1 0,0 0 0 0,0-1 2 16,-1-2-1-16,1 0-1 0,-2-1 1 15,2-3-1-15,0 2 1 0,0-3 0 0,0 0 0 16,0-3 0-16,0 2 0 0,0-3-1 15,0 0 1-15,2 0-1 0,-2 0 0 0,1-2 0 16,-1 1-1-16,0-1 0 0,2-1 1 0,-2 2-1 16,2-2 1-16,-2-1 0 0,0 2 0 15,2-1-1-15,-2-1 1 0,0-1 0 0,2 0-1 16,-2 2 1-16,2 2-2 0,-2 0 2 16,0 1 0-16,0 1 1 0,1 3 0 0,-1 1 1 15,0 1 0-15,2 2-1 0,-2 0 0 0,0 3 0 16,0-1 0-16,0 1 1 0,0 1-1 0,0 1 0 15,0 1 0-15,0 1 0 0,0-1 0 16,0 2-1-16,0-2 0 0,0 3 1 0,1 1 0 16,-1 0 0-16,0-1 0 0,2-1 0 15,0 4 1-15,-1-2-1 0,-1 1 1 0,2-1 0 16,-1 0-1-16,1 0 1 0,0 0-1 0,-1-2 0 16,-1 1-1-16,3-2 1 0,1 0-1 15,-4 0 1-15,1 0-1 0,-1-1 1 0,0 1 2 16,0 0-1-16,3 2 1 0,-1-3-1 15,-2 4 0-15,0 0 0 0,0 0-1 0,0 2-1 16,0-1 0-16,0 1 1 0,1 0-1 0,-1 3 2 16,2-2 0-16,-2 1 1 0,1-2-1 0,-1 1 0 15,2 0-1-15,0 0 0 0,-1 0-1 16,-1-2 1-16,2 0 0 0,-1 0 0 16,3-1-1-16,-4-1 1 0,3 1 0 0,-1-2-1 15,2 0-1-15,1 0 1 0,-4-1 1 0,2-2-1 16,1 2 0-16,-1-1 0 0,0-1 1 0,0 1 0 15,1-2 0-15,0 1 0 0,2-1 0 16,1 1 0-16,1-1 0 0,-2 2-1 0,3-2 0 16,3 2 0-16,-3-2 0 0,5 0-1 15,-1 0 1-15,3 0 0 0,-2 0 1 0,2 0 0 16,0 0 2-16,1-2-1 0,1 0 2 0,-1 1 0 16,0 0 0-16,4-1-1 0,-3-1-1 15,-1 2 1-15,1-1-1 0,-2 1 0 0,2 1-1 16,-2 0 0-16,-1 0 0 0,1 0-1 15,0 1 1-15,-2 2 0 0,2 0-1 0,-2 0 1 16,4 0 1-16,-4 0-1 0,3 0 0 0,2 0 1 16,-1 0 0-16,2-1 0 0,-1-1 0 0,3 0 0 15,-1 1 0-15,1-2 0 0,-1 0 1 16,1 0-2-16,0 0 2 0,0-2-1 0,2 1-1 16,-2 0 0-16,1-1 0 0,0 0 0 15,0 1-1-15,-1-2 1 0,2 1-1 0,-3 2-1 16,1-1-1-16,0 0 1 0,-3 1 1 0,1 0 1 15,1 0 0-15,-3 0 1 0,2 0 2 0,-2 0 0 16,2 0 0-16,-1 0-2 0,0 0 0 16,1 0 1-16,-1 0 0 0,1-2-2 15,2 2 1-15,-2-2 0 0,-1 2 0 0,3 0-1 16,0 0 0-16,-1 2 1 0,1 0 0 0,0 0 0 16,-1 2-1-16,1-2 0 0,0 3 0 0,0-2-2 15,-1 2 1-15,1-2 0 0,0 0 1 16,-1-2-1-16,1 1 1 0,1-2 0 0,-1-2 2 15,1 1-2-15,0-2 0 0,3 0 1 16,-1 1 0-16,-3-4 0 0,4 1 1 0,0 1-1 16,0 1 1-16,-1-2 1 0,1 3 0 0,-1-3 1 15,0 2-1-15,2 2 1 0,-1-2 0 16,1 1-1-16,2 0-1 0,-3 1 0 0,1-2-1 16,2 0 0-16,0 2 0 0,1-2 1 15,0 0-2-15,-2 2 1 0,1-3 0 0,-3 2-1 16,1 2 0-16,-2-4-1 0,-1 4 0 0,-3-1 1 15,-1 1-2-15,-2 1 1 0,-2-1 0 16,-2 2-1-16,-3 0 1 0,-2-2 1 0,-4 4-1 16,2-1 0-16,-6 0-1 0,2 0-3 15,-3 0-8-15,-3 1-15 0,-2 1-60 0,-3-1-80 16,-1 5-164-16,-7-2-273 0,0 4-320 0,-4 1-397 16,-5 2-302-16,-2 0 45 0,-5 3 740 0</inkml:trace>
  <inkml:trace contextRef="#ctx0" brushRef="#br2" timeOffset="206970.29">1136 13064 85 0,'0'0'386'15,"-6"0"275"-15,6 0 245 0,0 0-27 16,0 0-188-16,-3-2-121 0,-2-2-103 0,2-2-90 16,3-1-61-16,0-2-23 0,2 1-27 15,2 1-16-15,2-2-14 0,2 2-11 0,4-2-22 16,2 0-40-16,2 0-25 0,6 1-32 16,0-1-17-16,5 0-20 0,1 2-16 0,-1-1-5 0,3 2-7 15,2 0-7-15,-2 2-6 0,4-1 1 0,0 3 3 16,-1-2-9-16,0 3-3 0,0 0-3 15,-1 1-1-15,-2 1-2 0,-3 0 1 0,-2 3 1 16,-4 1 4-16,-1 3 2 0,-5 1 2 0,0 2 1 16,-3 6-2-16,-6-2 0 0,0 6 0 0,-6 3-3 15,-6 5-2-15,-2 2-4 0,-5 5-4 0,-4 3-3 16,-7 5-3-16,-1 0-2 0,-4 5-1 0,-4-1-1 16,1-1 0-16,1 1 4 0,-1-3 2 0,4-2 2 0,1-1 0 15,3-6 2-15,4-2-1 0,2-4-4 16,3-3-1-16,3-4-3 0,3-3-1 0,1-4 0 15,2-5-2-15,6 1 2 0,0-1-4 0,3-3-3 16,3-3-1-16,3 1 0 0,1-2-1 0,1-2-2 16,3-2 5-16,1-2 3 0,4-2 1 0,-2-2-1 15,5-1 2-15,0 1 1 0,0-5 0 0,1-1 4 16,0 2-2-16,1 0-1 0,0-1 0 0,-2-1-1 16,0 3 0-16,0 0-5 0,0 0 1 0,-3 0 2 15,0 3-2-15,-3 0 1 0,0 3-8 0,-2 0-12 16,-1 0-16-16,-2 3-18 0,0 0-42 15,1 2-77-15,-2-1-95 0,-4 2-171 0,2 2-279 0,0-1-337 16,-3 1-333-16,0-1-174 0,0 1 215 0,-2-3 691 16</inkml:trace>
  <inkml:trace contextRef="#ctx0" brushRef="#br2" timeOffset="207498.97">2420 13216 256 0,'5'-10'833'0,"-2"-1"427"0,-3 2 175 0,0 0-223 16,-3 3-346-16,1 0-272 0,-1 0-166 0,-3 2-99 15,0-1-103-15,-1 2-67 0,1 2-45 16,-3 1-30-16,-1 0-24 0,2 2-16 0,-3 6-14 16,-3 2-11-16,1 4-7 0,-1 8-6 0,1 4-2 15,-2 10 3-15,0 5 1 0,1 6 0 0,3 6 0 16,1 6 0-16,1-1 2 0,6-3-5 0,1-2-2 16,4-5-2-16,1-7 0 0,6-7-5 0,2-7-5 15,2-8-1-15,4-8 3 0,2-7 1 0,1-12 1 16,3-9 7-16,1-14-1 0,1-8 0 15,-1-11-5-15,3-7-2 0,-2-6 0 0,0-6-3 16,-3 0 9-16,-4-1 3 0,1-1 1 0,-6 5 5 16,-3 2-4-16,-2 2 0 0,-4 5-6 15,-4 5-1-15,-2 4 0 0,-1 8 0 0,-4 3 5 16,0 7 7-16,-1 6 3 0,0 6 4 0,-3 6-1 16,1 4 0-16,2 4-4 0,-4 6-3 0,4 6-4 15,0 5-2-15,0 6 1 0,3 7 2 0,1 2 1 16,2 6-3-16,4 4-2 0,2 5-1 15,1 6-3-15,1 2-1 0,2 4-3 0,0 1 2 16,5-1 1-16,0 1-1 0,2-1 3 0,0-4 1 16,2-3-5-16,-1-3-10 0,1-2-17 0,1-2-23 15,-1-8-67-15,-3 0-82 0,0-1-159 0,-4-7-275 16,2 2-319-16,-2-6-393 0,0-1-280 0,-4-7 16 16,1-1 725-16</inkml:trace>
  <inkml:trace contextRef="#ctx0" brushRef="#br2" timeOffset="208211.86">3538 13027 73 0,'11'-7'630'0,"-2"-1"492"0,-2 4 306 15,-4-1-8-15,0 2-406 0,-1 0-314 0,-4 0-212 16,-1 3-123-16,-5 0-105 0,-1 0-90 15,-2 3-53-15,-5 2-33 0,0 1-22 0,-4 2-17 0,-4 3-16 16,0 1-9-16,-3 3-8 0,-1 2-6 16,-1 1-3-16,1 1 2 0,1 2 1 0,2 2-3 15,2-1-2-15,3 2 0 0,1-1-1 0,6-3-2 16,2 0 0-16,3 0-1 0,5-3 0 0,5 0-1 16,1 1 0-16,6-3 0 0,2-1 0 0,5-3 0 15,0 0-1-15,6-2 1 0,3-3 1 16,1-3 1-16,1-2 0 0,3-2 0 0,-2-4 2 15,2 1-1-15,-3-2-1 0,0 2 1 0,-2-1 0 16,-4 0 1-16,-1 4-1 0,-2 1 2 16,-7 1 0-16,0 4 2 0,-5 3 0 0,-3 3 0 15,-3 6 1-15,-3 0 4 0,-6 4 1 0,-1 4-1 16,-3 2 1-16,-4 3-1 0,-2 2-1 0,2 0-2 16,-4 2-3-16,-2-2 0 0,3-3-1 0,-2-2 1 15,2-1-1-15,2-6-2 0,1-2-5 0,3-4-10 16,3-4-17-16,1-6-21 0,4-6-53 15,1-6-79-15,2-3-127 0,6-6-206 0,0-2-299 16,5-7-362-16,5-1-324 0,-2-3-125 0,5-3 452 16,1-3 682-16</inkml:trace>
  <inkml:trace contextRef="#ctx0" brushRef="#br2" timeOffset="208398.08">3838 13093 189 0,'16'-3'914'0,"-6"4"605"0,1 4 52 0,-5 4-263 15,-1 2-465-15,-2 2-311 0,-1 4-178 0,-2 3-117 16,1 3-74-16,-1 3-49 0,0 4-34 16,-1 0-25-16,1 1-18 0,0 2-15 15,0-1-10-15,0-1-8 0,3 0-5 0,0-3-7 16,0-5-19-16,-2 1-46 0,1-7-91 0,-2-1-209 16,0-4-272-16,0-1-350 0,-2-9-440 0,-1-4-383 15,-1-5 184-15,-1-9 972 0</inkml:trace>
  <inkml:trace contextRef="#ctx0" brushRef="#br2" timeOffset="208581.99">3818 12670 592 0,'-7'-33'1647'0,"-2"6"170"0,-2 11-380 16,1 4-369-16,-4 4-462 0,3 5-305 16,0 3-144-16,0 3-66 0,3 0-36 0,0 3-25 15,2 0-20-15,0 3-11 0,4 2 3 0,4 1-1 16,1 4 1-16,4 3-5 0,3 2-18 0,0 0-47 15,2 3-88-15,1 2-165 0,3 3-273 16,-2 2-329-16,3 2-395 0,-1 2-361 0,1 4 32 16,0 3 773-16</inkml:trace>
  <inkml:trace contextRef="#ctx0" brushRef="#br2" timeOffset="208982.75">4246 13758 32 0,'10'18'646'0,"-5"-5"574"0,-2-8 163 0,0-5-134 16,-3-8-268-16,0-8-386 0,0-7-199 0,0-10-112 16,1-6-67-16,1-6-48 0,1-2-66 0,2-5-37 15,0-1-24-15,0 4-10 0,-1 1 1 16,4 6 4-16,-3 5 1 0,0 4-3 0,-2 5 0 16,0 6 4-16,0 6-1 0,-1 2-4 0,1 5-1 15,1 3 1-15,-2 4-4 0,1 7-2 16,0 4-10-16,1 7-6 0,-1 3-6 0,2 5-4 15,-2 3 0-15,2 1 0 0,1 2 4 16,0-1 1-16,2-1 1 0,-1 1-1 0,3-6-5 16,-2-3-3-16,2-3-2 0,-1-4-1 15,2-7 0-15,-1-6 1 0,2-6 0 0,-2-9 2 16,1-7 1-16,1-8 0 0,-2-5-1 0,0-2-1 16,2-1 1-16,-4 3 0 0,0 4 0 0,-1 4-1 15,0 6 2-15,-4 5 0 0,2 4 0 16,-2 3 2-16,2 6 0 0,-3 6 2 0,3 6 0 15,-1 10 0-15,1 6 0 0,-2 6-3 16,0 8-1-16,4 4-2 0,-1 3-4 0,3 1-12 16,1-1-28-16,1 2-84 0,3-7-126 0,-1-3-255 15,2-4-311-15,0-3-390 0,4-6-450 16,-3-5-83-16,3-3 601 0</inkml:trace>
  <inkml:trace contextRef="#ctx0" brushRef="#br2" timeOffset="209596.7">5130 12689 112 0,'-4'-11'735'16,"0"5"503"-16,1 0 148 0,0 6-123 15,1 0-377-15,1 0-348 0,1 9-172 0,1 3-93 16,4 7-63-16,2 7-51 0,3 7-40 0,0 8-14 16,6 5-10-16,0 10-16 0,2 6-15 0,3 7-11 15,1 1-11-15,0 5-13 0,2-2-15 16,0-4-3-16,3-6-4 0,-2-8-7 15,2-5-4-15,1-10-1 0,-1-8 0 0,0-9 2 16,-3-10 2-16,1-9 2 0,-1-8 2 0,-4-9 2 16,0-12 1-16,-3-11 0 0,-3-9-1 0,-3-5 1 15,-3-10 3-15,-5-1 6 0,-3-2 6 16,-3 0 10-16,-5 2 8 0,-6 0 2 0,-4 2-1 16,-4-1-4-16,-6 4-4 0,-2 4-5 0,1 4-3 15,1 6-3-15,-2 7-2 0,5 8-3 0,1 6-3 16,0 8-6-16,4 7-5 0,2 7-2 15,-1 9 0-15,6 7-4 0,-1 7-8 0,6 6-14 16,0 5-23-16,1 2-43 0,0 4-83 16,4 1-167-16,-2-1-268 0,2 2-326 0,1-3-404 15,-1-1-395-15,-1-3 8 0,1-3 814 16</inkml:trace>
  <inkml:trace contextRef="#ctx0" brushRef="#br2" timeOffset="209851.98">5149 13084 559 0,'2'0'1635'15,"-2"2"185"-15,3 1-387 0,-3-1-382 16,3 0-458-16,0 0-328 0,0 0-146 0,2 0-60 16,3 1-21-16,6 0-7 0,0 0-6 0,5-2 3 15,2-1 1-15,4 0-5 0,2-2-11 16,2-2-9-16,2-2-4 0,-1 0-3 0,2-1-2 15,0-2-6-15,-1 0-23 0,1 1-78 16,-4-2-105-16,-1 3-217 0,0-2-293 0,-5 3-361 16,0 2-426-16,-1 3-171 0,-4 2 364 15,1 3 804-15</inkml:trace>
  <inkml:trace contextRef="#ctx0" brushRef="#br2" timeOffset="210181.78">6055 12882 298 0,'3'-1'911'0,"0"1"349"16,1 0 9-16,0 0-73 0,1 2-418 16,6-1-265-16,-3 4-128 0,3-3-75 0,3 4-57 15,1-1-88-15,2-3-56 0,2 3-35 0,0-2-21 16,3 0-14-16,-1-2-11 0,2-1-11 0,1 0-6 16,-2-1-7-16,2-2-1 0,-2-1-3 15,0-1-4-15,-3-1-18 0,0 0-75 0,-2-2-95 16,-7 3-203-16,-2 1-283 0,-3 4-353 15,-2 0-421-15,-6 4-227 0,-5 1 254 0,-5 3 819 16</inkml:trace>
  <inkml:trace contextRef="#ctx0" brushRef="#br2" timeOffset="210365.14">6145 13203 211 0,'8'9'828'16,"-3"-2"398"-16,1-3 14 0,2 3-174 15,1-4-458-15,1 0-313 0,3-2-147 0,3-1-76 16,2-3-39-16,3 0-21 0,3-5-7 0,1 1-2 16,3-3-2-16,4-1-9 0,-2-1-78 15,3 1-164-15,2 0-300 0,-3 2-265 0,3 1-267 16,-2 3-193-16,0 1 200 0,-1 3 536 16</inkml:trace>
  <inkml:trace contextRef="#ctx0" brushRef="#br2" timeOffset="211113.75">7008 12497 7 0,'-4'-8'454'0,"2"0"442"15,-1 4 281-15,0-2-2 0,1-1-345 0,-1 2-274 16,3 0-156-16,0 3-92 0,0-2-68 16,3 3 10-16,-1-1 2 0,4 2-20 0,3 0-28 15,4 3-24-15,1 2-9 0,4 2-40 0,4 5-25 16,3 3-17-16,1 4-15 0,4 4-9 0,3 6-10 16,0 2-10-16,0 7-6 0,5 4-5 15,0 4-7-15,0 5-5 0,2 6-5 0,-2 3-3 16,-2 2-3-16,1 1-3 0,-3 0 0 15,2 0 7-15,-4-3 4 0,0-5 2 0,-1-6-2 16,1-2 0-16,-4-5-1 0,1-6-15 0,-5-4-3 16,-1-5 0-16,-2-5 0 0,-5-4 0 15,-1-3 0-15,-2-5-3 0,-5-5 1 0,-2-4 0 16,-1-3 3-16,-5-6 0 0,-2-4 2 16,-4-3-1-16,-3-1-2 0,-2-4 0 0,-3-2 0 15,-2-2 0-15,-3-1 0 0,1 0 0 0,-4 0 0 16,0 0 0-16,1 2 0 0,-1 1 0 15,2-1 0-15,1 4 0 0,-2 2 0 0,4 1 0 16,1 0 0-16,2 2 0 0,1 4 0 16,2 0 0-16,0 2 0 0,3 2 0 0,0 2 0 15,2 2 0-15,-2 2 0 0,3 4 0 0,-3 6 0 16,3 4 0-16,-2 5 0 0,1 4 0 0,-1 4 0 16,1 7 0-16,-1 0 0 0,1 5 0 15,-2 2 0-15,2 1 0 0,-1 1 0 0,-2-1 0 16,3 0 0-16,1-2 0 0,0 1 0 15,0-8 0-15,2 0 0 0,0-3 0 0,0-4 0 16,2-4 0-16,-1-3 0 0,2-6 0 0,0-1-59 16,0-6-61-16,0-2-93 0,-2-4-191 15,2 0-284-15,-1 0-348 0,1-3-426 0,0 0-290 16,-2 2 167-16,-1-1 859 0</inkml:trace>
  <inkml:trace contextRef="#ctx0" brushRef="#br2" timeOffset="212881.58">18101 9259 90 0,'2'0'443'0,"0"-2"330"16,-1 2 242-16,-1 0-79 0,2 0-207 0,-1 0-185 16,-1 0-151-16,0 0-105 0,2 0-66 15,-2 0-49-15,0 4-6 0,0-2 20 0,0 4 30 16,0 4 15-16,0-1-10 0,-2 3-16 0,-1 1-36 15,3 2-44-15,-1 1-38 0,-3 4-27 16,3 1-14-16,-2 3-12 0,1 2-7 0,-1 2-5 16,2 3-9-16,-1 3-4 0,0 0 2 15,-1 4 0-15,2-1 2 0,-1 2-1 0,0-2 2 16,1 1 0-16,-1-2-5 0,2-4-2 0,0-2-3 16,0-3-1-16,0-2-2 0,0-2-1 0,0-4 0 15,0-3 0-15,0-1-1 0,-1-4 1 16,1 0 1-16,0-4 0 0,-2-1 1 15,2-2 0-15,-2 0 1 0,1-2-2 0,-1-2-2 16,1 2-1-16,-4-4-2 0,2 2-1 0,-2-2-2 16,2 0-9-16,1 0-20 0,-1 0-45 15,0-2-69-15,0 0-62 0,0 1-95 0,-3-1-132 16,1-1-160-16,2 1-177 0,-2-1-207 0,2 1-199 16,-1 0-23-16,1 0 282 0,1 0 408 15</inkml:trace>
  <inkml:trace contextRef="#ctx0" brushRef="#br2" timeOffset="213163.69">17994 9893 209 0,'2'0'450'0,"1"-2"225"0,0 2 85 15,-2 0-128-15,1 0-121 0,-1 0-79 0,1 0-42 16,0 2-35-16,1 0-35 0,-1 3-38 0,1 2-32 16,0 2-35-16,0 3-13 0,2 4 16 15,3 2 18-15,0 4 11 0,0 0-8 0,1 4-19 16,0-2-40-16,1 1-50 0,1-1-43 0,2-3-26 15,-2-3-16-15,1-3-9 0,1-3 2 16,3-4 6-16,-3-5 5 0,-1-5 2 0,2-4 0 16,-1-9-6-16,1-6-9 0,-1-3-8 15,1-6-8-15,-3-3-9 0,0-5-4 0,0 3-4 16,-3-1 0-16,-3 4-3 0,-2 2-9 0,-1 3-30 16,-4 5-86-16,-1 3-154 0,-3 8-259 15,-2 3-312-15,-3 5-402 0,0 5-450 0,-1 5-26 16,-2 4 745-16</inkml:trace>
  <inkml:trace contextRef="#ctx0" brushRef="#br2" timeOffset="-208349.43">3574 14296 394 0,'-4'5'891'0,"-4"-3"287"0,0 2-20 0,2-2-254 16,1 3-432-16,2-3-198 0,-1-2-125 0,4 2-66 15,0-2-29-15,2 0-10 0,3 3 28 0,3-3 39 16,6 0 38-16,2-3 40 0,6 1 22 0,6 0 12 16,4-4-28-16,4-1-33 0,8-3-28 15,4 2-28-15,9-3-22 0,5-1-15 0,6 0-8 16,6 3-6-16,2-4-2 0,4 1-7 0,0 1-3 16,0 1-4-16,-2 1-10 0,-3-1-6 15,-3 2-7-15,-3 1-4 0,-1 1-7 0,-3 0-7 16,-5 0 2-16,-2 2 1 0,-7 0 0 0,-2 1 1 15,-6-2 0-15,-5 2-1 0,-2-1 0 16,-4 1 0-16,-7 0 0 0,-3 0-1 0,-1 0 1 16,-7 1-1-16,0 0-1 0,-4-1 6 15,-4 2 4-15,-3-2 2 0,-1-1 0 0,-2 2-1 16,-3-3-10-16,-2 1-27 0,-3-2-76 0,-3 0-91 16,-2 2-198-16,-1-2-286 0,-2 3-340 15,2 0-412-15,-2 0-231 0,0 3 192 0,-1 3 813 16</inkml:trace>
  <inkml:trace contextRef="#ctx0" brushRef="#br2" timeOffset="-206399.67">7200 14172 28 0,'-2'-1'551'0,"2"-1"478"16,-3-1 220-16,0 3-89 0,0 3-345 0,3-3-379 15,0 2-191-15,6-1-75 0,2 4-5 16,5-1 31-16,4 2 13 0,5-2 6 0,2 2 6 16,8-1-28-16,4-2-48 0,3 0-50 15,6-3-28-15,4-2-21 0,3-2-19 0,2-4-13 16,1-3-6-16,3-6-4 0,1 2-3 0,-1-6-1 15,1 0-2-15,-5-4-2 0,1 3-45 0,-4-1-72 16,-5 0-129-16,-6 6-261 0,-3 2-295 16,-5 3-366-16,-6 5-320 0,-2 1-73 15,-8 3 555-15</inkml:trace>
  <inkml:trace contextRef="#ctx0" brushRef="#br2" timeOffset="-192704.95">2551 14464 124 0,'5'-3'503'0,"-3"1"311"0,-1 1 167 0,1 1-76 16,1 0-235-16,-3 0-183 0,2 0-124 0,-1 0-73 16,1 1-40-16,-2 4-48 0,0-1-24 15,4 2 6-15,-2 1 14 0,-2 2 0 0,3 0-10 16,-3 3-16-16,2-1-32 0,-1 3-35 0,1 2-37 15,1 0-20-15,-1 0-12 0,1 4-4 0,2 0 0 16,-2 3-4-16,1 1-2 0,1 1-2 0,-2 0-1 16,4 1-4-16,-2 1-3 0,-1 3 3 0,4-2-2 15,-3 3 1-15,1 1-1 0,1 2-2 16,-1-1-3-16,2 1-5 0,-2 0-2 0,0-2-2 16,1 0-1-16,1 0-1 0,-1-2 0 0,0 0 0 15,1 0 1-15,0-2 2 0,1 1 0 0,-1 0 0 16,-1-2 0-16,2-2-1 0,-3 0 0 0,2-2-1 15,-1-1 0-15,-1 1 0 0,3-4 1 16,-2 2 5-16,-1-1 3 0,-1-3 3 0,4 3 1 16,-4-2 0-16,1 3 0 0,1-2-5 0,-2 2-3 15,2-4-3-15,-2 3-1 0,1-1-2 0,-1 1-1 16,2-3 0-16,-3 2 0 0,4-2-1 0,-2-3 1 16,-1 0 0-16,0-1 0 0,1-1 0 15,2-1 0-15,-3-4 1 0,1 1 5 0,-1-1 5 16,0-1 2-16,1-1 0 0,-2 0 0 0,3-1 0 15,-2-3-5-15,-2 2-3 0,2 0-3 0,-2-1 0 16,3-1 1-16,-3 1 0 0,0-1-1 0,1 1 0 16,-3-2 1-16,2 0-1 0,-1 1 1 15,1 1-1-15,-1-2 4 0,1 1 4 0,0 1 1 16,0-1 2-16,0 2-1 0,-1-1 1 0,1 0-2 16,-1 2-4-16,1-2-2 0,-2 1-1 0,3-1-1 15,-1 2 0-15,-1-2-1 0,1 0 0 16,-2 1 0-16,4 0 0 0,-4 0 0 0,2 0 1 15,-1 0 2-15,1 0 3 0,2 2 0 0,-2 0 1 16,1-1 1-16,-1 1-1 0,3 1-1 0,-3-1-2 16,3 1-1-16,-1-2 1 0,0 0-1 15,0 2 1-15,2-1-1 0,-2 0 1 0,2-1-1 16,-3 0-1-16,3-2 0 0,0 2 1 0,-2-2-1 16,0 0 0-16,1 1 1 0,1-2-1 0,0 1-5 15,1-1-3-15,-1 2 0 0,2-2-1 0,2 1 0 16,0 1 1-16,2-1 6 0,3 1 3 0,-2 0 2 15,5 0 1-15,0-1 0 0,0 2 1 0,3-2-2 16,2 0 1-16,-1 1-1 0,1-2-1 0,2 2-1 16,0-3-1-16,3 0 5 0,-1 0 3 0,2-3 0 15,0 1 1-15,2-2-1 0,0 0 0 0,-1-2-6 16,1 2-3-16,1-4-2 0,-3 1 0 16,2 1 1-16,-2-2 0 0,-2 1 0 0,1-1 1 15,-4 1-1-15,-1 1 1 0,-2-2-1 0,-2 2-1 16,-4 2 0-16,0-1 0 0,-3 2 1 15,1 0-2-15,-6 0 1 0,0 0-1 0,-2 2 0 16,0 0 0-16,-3 1 0 0,1-2-1 0,-1 2 1 16,-3 0 0-16,2 0 0 0,-1 0 0 15,-1 0-1-15,-1 0 0 0,-1 0-1 0,0 0-3 16,-1 0-10-16,0 2-15 0,-3-1-24 0,1-1-51 16,-1 0-78-16,-1 0-121 0,-2 0-205 15,0-1-299-15,0-1-356 0,1-1-316 0,2 0-134 16,-3-1 397-16,1-3 705 0</inkml:trace>
  <inkml:trace contextRef="#ctx0" brushRef="#br2" timeOffset="-192388.48">3976 15737 93 0,'3'2'709'0,"0"2"509"15,-1 0 110-15,1 1-174 0,2-1-356 0,-2-1-336 16,3 1-158-16,-1-1-83 0,3 2-40 15,3-2-3-15,0 2-25 0,0-1-37 0,5-1-31 16,-2 1-22-16,5 1-14 0,0-2-24 16,0 1-17-16,3 0-1 0,0 2-3 0,-1 3-1 15,3-3 10-15,-2 1 11 0,0 2 6 0,-3 2 5 16,1-3 5-16,-2 3 4 0,-1-1-2 0,-2 3-2 16,-1-3-3-16,-3 5 4 0,-2 0 0 15,-4 0 0-15,1 1-5 0,-4 2-4 0,-2 1-4 16,-3 1-12-16,-2 2-9 0,-3-1-6 0,-1 0-6 15,-3 3-3-15,-3-1-3 0,-1 0 3 0,-3-2-1 16,3-2-11-16,-3-2-16 0,2-1-38 16,-1-2-69-16,3-4-76 0,-1 1-146 0,0-4-228 15,5-1-308-15,1-1-310 0,1-2-214 0,4-3-11 16,2-3 528-16</inkml:trace>
  <inkml:trace contextRef="#ctx0" brushRef="#br2" timeOffset="-191820.43">5396 15951 190 0,'-2'-15'485'0,"-1"0"267"15,0 0 214-15,-2 2-102 0,0 0-182 16,-1 3-124-16,0-1-48 0,1 2 14 0,-3 3-48 16,0 0-73-16,-1 2-63 0,1 1-51 0,-2 1-60 15,1 4-75-15,-2 1-48 0,3 1-31 0,-3 2-23 16,1 4-15-16,2-1-10 0,0 4-9 15,-1 2-7-15,3 4-6 0,1 1-1 0,0 4-4 16,3 1-5-16,2 1 1 0,0 0-2 0,4 3 1 16,-1-2-3-16,3-2 5 0,-1 0 0 15,4-4 0-15,-1-3-1 0,0-3-1 0,2-4-1 16,2-4-1-16,1-6 7 0,0-5 3 0,-2-6 2 16,2-7 3-16,-1-6-1 0,1-4 2 0,-2-7-4 15,-2-1-2-15,-1-2 0 0,0 1 0 16,-2 1 1-16,-1 2-2 0,0 3 0 0,-2 3 1 15,-1 5 0-15,1 4-1 0,-1 2 1 0,-1 5 0 16,1 3-1-16,-2 2 0 0,3 4-2 16,1 2 0-16,-2 4-2 0,3 3 2 0,0 5-1 15,1 4 0-15,2 4 0 0,1 1-1 16,-1 3 0-16,2-1 0 0,2 5 1 0,-1-2 0 16,1 2 1-16,0-1 0 0,1 1-1 0,1 2-2 15,0-4-14-15,2-2-34 0,-2 2-77 0,0-5-94 16,-1-4-180-16,-3 0-295 0,2-4-342 15,-1-3-372-15,-1-3-184 0,2-4 202 0,-4-3 719 16</inkml:trace>
  <inkml:trace contextRef="#ctx0" brushRef="#br2" timeOffset="-191588.02">5974 16030 167 0,'4'6'888'0,"-1"1"599"0,0 4 5 16,-1 2-242-16,1 0-431 0,1 0-328 0,-2 4-183 16,3 0-128-16,-2 0-58 0,3 1-47 0,-1 3-35 15,0 0-22-15,2 0-15 0,0 2-2 0,1 0-2 16,0 0-3-16,1-2-9 0,-1 0-64 0,-1-1-67 16,-1-2-143-16,0 0-257 0,0-2-309 15,-1-3-363-15,0-3-262 0,-2-1-37 0,-1-5 586 16</inkml:trace>
  <inkml:trace contextRef="#ctx0" brushRef="#br2" timeOffset="-190920.17">6433 15126 51 0,'0'-10'487'0,"0"3"416"0,2 2 253 16,-2-2-49-16,-2 3-324 0,2 1-237 0,0 0-112 15,0 0-56-15,0 2-45 0,0 1-41 16,2-2-40-16,-1 4-44 0,-1-1-64 0,3 5-48 15,1 3-33-15,0 5-18 0,4 7-5 0,-2 5-5 16,4 5 1-16,1 9 0 0,3 5-7 16,1 4-8-16,0 7-5 0,1 2-6 0,3 4 2 15,0-1-6-15,0 1 2 0,3-5 0 16,0-2 0-16,-1-5 1 0,3-7-6 0,-2-5-2 16,0-7-3-16,-3-6-1 0,3-8 0 0,-3-5 0 15,-2-6 1-15,1-4 1 0,-4-7 2 0,-2-5 2 16,-2-6 2-16,-2-7-5 0,-3-2-3 15,0-1-3-15,-4-2-1 0,-1-3-2 0,-1 1 0 16,-4 5 7-16,2-1 2 0,-4 4 3 0,1 2 1 16,-3 2 2-16,-1 3 4 0,2 5 0 15,-4-1 0-15,0 5 1 0,-1 2 0 0,1 1-4 16,-1 3-2-16,1 4-3 0,1 2-2 0,-1 2-1 16,3 4-2-16,1 3 0 0,2 0 1 15,1 3-1-15,0 3 6 0,5 0 1 0,0 1 2 16,3-1-5-16,2 1-13 0,0-1-34 0,3-2-73 15,1 0-72-15,-1-2-123 0,2-4-189 16,2-2-308-16,-2 0-308 0,3-7-221 0,-1 2-113 16,3-5 347-16,0 1 585 0</inkml:trace>
  <inkml:trace contextRef="#ctx0" brushRef="#br2" timeOffset="-190705.24">7187 15768 122 0,'6'6'740'0,"-1"3"489"0,-2 1 101 0,1 5-117 16,-1 1-351-16,0 3-311 0,-1 0-169 0,1 4-98 15,-2 1-59-15,3 3-60 0,0 1-65 16,2 4-44-16,1 1-24 0,-1 1-15 0,5 1-9 16,-1-2-29-16,-1-1-69 0,4 1-72 0,-4-6-133 15,3-5-254-15,-2-1-318 0,0-6-332 0,1-4-236 16,0-5-28-16,-3-5 530 0</inkml:trace>
  <inkml:trace contextRef="#ctx0" brushRef="#br2" timeOffset="-190185.8">8088 15341 575 0,'-6'-7'1280'0,"-2"2"322"0,-1 0-181 0,-1 2-379 16,-4 3-413-16,1 0-211 0,-2 3-154 0,0 3-91 15,-2 1-54-15,2 7-33 0,0 1-22 16,-1 6-19-16,2 5-12 0,1 4-8 0,-1 6-6 16,6 1-6-16,2 6-5 0,2 2-3 15,4 3-3-15,2-1-3 0,4-3-1 0,3-1-2 16,4-5-1-16,0-3 0 0,3-7-1 0,3-3 1 16,2-6 0-16,-1-4 1 0,2-3 0 15,0-6-9-15,2-3-14 0,0-3-30 0,-2-3-72 16,0-3-78-16,0-1-139 0,-4-1-231 0,-1-1-313 15,-1 2-340-15,-2 1-222 0,-3 2-45 16,0 0 516-16</inkml:trace>
  <inkml:trace contextRef="#ctx0" brushRef="#br2" timeOffset="-189668.55">5635 17293 15 0,'-29'15'570'0,"4"3"500"0,-2-2 205 0,0 4-92 16,3 1-309-16,5 2-383 0,1-2-159 0,5 0-73 15,3-3-50-15,7 1-36 0,3-2-31 16,6-1-35-16,6-3-13 0,6-1-15 0,9-1 1 16,6-3 0-16,9-3 7 0,8-5 13 0,9-7-17 15,7-2-3-15,9-6-5 0,8-4-2 0,4-4-4 16,5-5-6-16,6-2-4 0,5-5-6 0,6-3-2 15,3-2-3-15,5-3 1 0,-2-2 2 16,4-2-6-16,1 1-3 0,0-1-3 0,0 1 0 16,-2 2-7-16,0 2-12 0,-4 2-20 0,-5 2 0 15,0 2 0-15,-6 4 0 0,1 1 0 0,-3 4 0 16,-1 2 0-16,-5 1 0 0,-5 1 0 16,-3 4 0-16,-8 0 0 0,-5 5 0 0,-7 2 0 15,-7 1 0-15,-8 4 0 0,-6 1 0 0,-8 1 0 16,-8 4 0-16,-8 1 0 0,-5 0-75 0,-7 3-92 15,-7 0-116-15,-6 3-245 0,-7 1-308 0,-5 2-384 16,-5 3-452-16,-3 2-112 0,-7 2 556 0,1 5 837 16</inkml:trace>
  <inkml:trace contextRef="#ctx0" brushRef="#br2" timeOffset="-187685.12">5243 15081 30 0,'0'-7'288'0,"-2"1"223"0,2 2 263 0,-2-2 72 15,-1 2-51-15,3 1-101 0,-1-1-109 16,-1 2-94-16,2 0-61 0,0 0-66 0,0 1-49 16,0 1-37-16,0-2-38 0,0 2-38 0,0-1-46 15,0 1-48-15,0 0-38 0,2 0-26 16,-1 0-11-16,-1 0-7 0,0 1-6 0,3 1-4 16,-1-1-3-16,3 5 2 0,1 2 0 15,0 3 9-15,4 4 7 0,1 1 2 0,1 2 1 16,1 3-5-16,3 2-2 0,-2-1-10 15,0 2-6-15,1 0-3 0,-1-1-2 0,0-1-2 16,-3 0-1-16,3-3 0 0,-4 0-2 0,2-1 0 16,-4-2 0-16,0-1 0 0,-1-4-1 15,-2 0 0-15,-1-4 1 0,-1-1 0 0,0 0 0 16,-3-3 1-16,0 0 0 0,2 0-1 0,-2-1-2 16,-2-1 1-16,2-1-2 0,-3 1-3 0,0-1-8 15,-3-1-15-15,1 0-42 0,0-1-67 16,-1 1-63-16,-1-2-103 0,-2 0-149 0,1-2-228 15,0 2-276-15,-1 0-215 0,-2 0-180 16,3 0 130-16,-2-1 475 0</inkml:trace>
  <inkml:trace contextRef="#ctx0" brushRef="#br2" timeOffset="-187364.73">5309 15379 24 0,'6'0'450'0,"-3"2"382"0,0 0 228 0,-1-1 7 0,3 2-292 15,0 1-240-15,1 3-175 0,3-1-82 16,1 2-9-16,3 1-25 0,2 3-7 0,0 2-9 16,2 1-20-16,2 0-19 0,-2-1-36 15,2 3-28-15,-1-2-40 0,-1 2-27 0,-1-3-17 16,1-3-15-16,-1 1-12 0,-2-3-7 0,-2-2-2 16,-2-2-3-16,-2-1 0 0,0-2-2 15,-3-2 1-15,0-5 1 0,-1-1 1 0,-2-4-1 16,-2-5 0-16,-2-1 0 0,-2-3-1 15,2-3-3-15,-2-1-2 0,-1 1-1 0,0-3-15 16,0 4-63-16,0-1-64 0,-1 1-121 0,3-2-209 16,0 3-307-16,3 1-335 0,0 1-249 0,3 0-111 15,2 0 418-15,4 0 619 0</inkml:trace>
  <inkml:trace contextRef="#ctx0" brushRef="#br2" timeOffset="-186654.12">6678 14862 152 0,'-3'-13'436'0,"-2"2"252"16,1 0 211-16,0 0-82 0,1 3-151 16,0 0-124-16,1 1-89 0,-1-1-78 0,2 0-83 15,-1 4-87-15,0-3-50 0,1 5-15 16,1-3 12-16,0 4 20 0,1 1 21 0,-1-1 7 16,0 1-20-16,2 0-32 0,-2 0-35 0,2 0-36 15,-1 0-20-15,2 0-11 0,-1 1 3 0,1-1 6 16,4 1 4-16,0 4 5 0,3-1-6 15,1 2-5-15,3 4-5 0,1 0-6 16,2 2-7-16,-1 2-5 0,1 2-5 0,3 2-6 16,-2 0-5-16,2 1-4 0,-2 3-3 0,2 0 4 15,-2 1 1-15,-2-2 0 0,-1 2-1 0,1-4-1 16,-2 0 0-16,-2-1-6 0,-3-3-4 16,0 0 0-16,-1-3 0 0,-3-1 0 0,-2-2 0 15,-1-3 0-15,0-2 0 0,-4 0-1 16,0-2-1-16,-4-2-9 0,-1-2-11 0,-2-2-26 15,-2 0-53-15,-2-2-70 0,-1-2-91 0,-2 1-161 16,1 1-273-16,-3 0-319 0,2 0-274 16,2 0-191-16,-2-1 127 0,2 1 613 0</inkml:trace>
  <inkml:trace contextRef="#ctx0" brushRef="#br2" timeOffset="-186419.63">6735 15006 29 0,'0'2'558'0,"1"0"493"0,-1 1 206 15,2 0-91-15,-2 2-344 0,3-2-275 16,0 3-152-16,4 0-69 0,1 1-45 0,4 1-36 16,0 0-36-16,1 4-50 0,2-2-49 0,2-1-43 15,-1 0-19-15,5-3-13 0,-1 0-6 0,-1-4-14 16,0-2-4-16,0-1-3 0,-1-5-3 16,-1 0-2-16,-3-3 0 0,2-3 0 15,-5-1-1-15,0-2 0 0,-2-2-1 0,-1 1 1 16,-1-3-2-16,-2 2-11 0,-2 0-39 0,-2 1-66 15,-1 1-76-15,-1 2-145 0,-2-1-261 0,-2 3-314 16,0 1-306-16,2 3-213 0,-2-3 25 16,3 6 553-16</inkml:trace>
  <inkml:trace contextRef="#ctx0" brushRef="#br2" timeOffset="-185756.76">8074 14477 49 0,'2'2'535'0,"1"0"418"15,-1 0 189-15,-1-1-32 0,4 2-353 0,-2 0-282 16,0 1-134-16,5 1-30 0,0 2 6 0,1 2-20 16,3-2-27-16,0 4-28 0,2-1-42 0,-1 3-50 15,1-1-41-15,-1 0-27 0,1 1-15 16,-1 1-12-16,-2 0-11 0,3 2-7 0,-3-1-9 16,0-1-4-16,-1 3-7 0,-2 2-6 15,0-2-3-15,-1 3-3 0,-2 0-1 0,0 2-3 16,1-1-1-16,-2 1 1 0,-1 0-2 15,0-2 0-15,0 0-3 0,0-4-1 0,-2-2-1 16,1-3-11-16,0-1-17 0,-1-6-36 0,-1 1-63 16,-3-5-59-16,1-5-73 0,-2-2-98 15,-2-4-127-15,-1-4-121 0,-1-2-131 0,0 1-228 16,-1 0-175-16,-1 0 25 0,2 0 269 0,-2 4 363 16</inkml:trace>
  <inkml:trace contextRef="#ctx0" brushRef="#br2" timeOffset="-185522.46">8133 14757 215 0,'-2'2'524'0,"-1"3"278"0,3-1 156 16,3 1-154-16,-1 3-180 0,1 0-137 15,3 2-99-15,2 0-75 0,0 3-60 0,3 1-43 16,3 2-4-16,1-2 4 0,3 3-14 0,0-3-9 16,4 2-19-16,0-2-28 0,-1-3-20 15,4 0-23-15,-1-4-10 0,-1-1-11 0,1-3-5 16,-3-3-7-16,2-3-22 0,-1-3-18 15,-4-1-11-15,1-5-5 0,-3-1-2 0,0-2-2 16,-4-1-2-16,-1 0-9 0,-3-2-58 0,-3 0-69 16,-2-1-161-16,-3 3-277 0,-1-1-306 15,-3 1-372-15,-2 2-281 0,-1 2 5 0,-2 2 682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18T06:37:17.483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FFC000"/>
    </inkml:brush>
    <inkml:brush xml:id="br4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2183 1638 378 0,'5'0'780'15,"-2"-2"329"-15,-1 2 66 0,-2-3-320 0,0 2-209 16,-2-4-91-16,-1 2-94 0,1 0-78 0,-1 1-63 16,-4-3-45-16,0 2-55 0,-1-1-68 0,-2-3-40 15,1 3-24-15,-4 2-21 0,2-4-14 0,-3 4-10 16,1-2-8-16,-4 3-7 0,1-1-5 0,-1 0 4 16,1 2 0-16,-3 2 0 0,3 0-1 0,-1-1-3 0,1 3-3 15,0-2-5-15,-1 4-3 0,4-1-2 16,0 1-3-16,-1 0-2 0,3 3 0 0,-1-1-2 0,2 2-1 15,0 0-1-15,2 0 0 0,1 1-1 0,0 0-1 16,3-1 1-16,0 1-2 0,3-1 0 0,1 0 0 16,1 2 0-16,3-1 0 0,2 2 0 0,0-1 1 15,5 1 0-15,4 0 0 0,0 2 1 0,5 0 0 16,1 2 0-16,3-1 1 0,1 2-1 0,1 0 0 16,1-1 0-16,1 0 0 0,-1 1 1 0,0-1 0 15,-2 0-1-15,0-2 2 0,-2 0-1 0,-1-4-1 16,-5 1 1-16,-1-1 0 0,-2-2 1 0,-3 1 1 15,-1-2 0-15,-5 1 1 0,-4 0 2 0,-2 2 3 16,-6-1 5-16,-2 4 5 0,-5-2 3 0,-4 1 1 16,-2 2 1-16,-6-2-2 0,2 4-4 0,-6-4-4 15,0 1-1-15,-1 0-7 0,-3-1-3 0,-2-1-3 16,3-1-3-16,-2 0-1 0,2-1-1 0,3-3 1 16,0 1 3-16,5-1 0 0,1-1 1 0,0-1 0 15,5 1-1-15,2-4 0 0,1 3-1 0,5-4-1 0,2 4-1 16,2-5-2-16,4 2-1 0,3-2-1 0,3 0-2 15,2 3-5-15,6-6-4 0,0 3-7 0,3-2-10 16,2-3-11-16,1 1-12 0,3 0-15 0,2-2-26 16,0 0-62-16,-2 1-65 0,1-1-97 0,-1 2-166 15,-4 1-294-15,1-2-313 0,-2 4-224 0,-1-2-132 16,-1 1 265-16,-2 0 594 0</inkml:trace>
  <inkml:trace contextRef="#ctx0" brushRef="#br0" timeOffset="667.44">2545 2296 409 0,'-3'8'1039'0,"-3"-2"396"0,1-2-29 16,2 2-280-16,0-1-438 0,1-3-243 0,0-2-132 16,2 0-96-16,0-4-67 0,2-5-40 0,4-3-23 15,1-4-14-15,2-7-6 0,2-4-4 0,4-2-2 16,2-7-7-16,0-1-5 0,2-5-6 0,3-1-6 15,-1-4-5-15,-2 1-8 0,3-1-4 0,-2 1-7 16,0 2-4-16,-2 2-3 0,-3 2 2 0,0 2 1 16,-2 3 0-16,-2 7 0 0,-3 3 1 0,-2 3-2 15,-1 4-3-15,-3 4-3 0,0 2-1 0,-2 3-7 16,-4 1-17-16,-1 4-22 0,-3 1-26 0,-1 3-70 16,-5 4-89-16,1 1-175 0,-4 3-271 0,-4-1-314 15,2 3-392-15,-3 1-237 0,-1-2 106 0,0-1 743 16</inkml:trace>
  <inkml:trace contextRef="#ctx0" brushRef="#br0" timeOffset="900.19">2434 1600 8 0,'7'-4'425'16,"-1"7"351"-16,2-3 293 0,-2 1 74 0,2 2-260 15,5 3-173-15,-2 2-133 0,2 1-84 16,1 1-90-16,-1 4-76 0,2 0-74 0,0 4-89 15,0-1-55-15,1 1-33 0,1 2-24 0,-1 0-15 16,2-1-13-16,-1 0-9 0,-1 0-7 0,3 1-3 0,-3-1-4 16,1 1-1-16,-3 1-2 0,2-4-6 0,-3 0-14 15,-2 1-26-15,0 0-69 0,-5 0-67 16,-4 1-128-16,1-3-177 0,-5-1-304 0,-1-1-320 16,0 1-227-16,-2-2-117 0,0-2 368 0,1-2 566 15</inkml:trace>
  <inkml:trace contextRef="#ctx0" brushRef="#br0" timeOffset="1283.38">3576 1692 53 0,'8'-9'623'0,"-5"1"528"0,2 2 238 16,-5-1-23-16,0 1-365 0,-5 1-349 0,2-1-202 15,-5 0-113-15,0 2-82 0,-2-3-89 0,-5 3-57 16,0 0-33-16,-5 1-22 0,0 1-17 0,-4 4-13 16,-2 1-6-16,-2 5-4 0,-4 5-4 0,0 4-4 15,-1 8-1-15,-1 3 0 0,2 7 0 0,2 8 3 16,0 7 8-16,3 5 4 0,0 1 3 0,5 5-1 15,3 1 1-15,5-3-3 0,4-2-6 0,4-4-5 16,6-3-3-16,5-7-3 0,1-5-3 0,7-4-5 16,1-5-4-16,5-5-3 0,2-5-3 0,2-4-8 15,4-2-15-15,0-6-16 0,2-4-31 0,1-1-70 16,-2-6-70-16,-1 0-95 0,0-5-149 0,1-2-216 16,-4-1-297-16,1-1-210 0,-4-2-180 0,1-2 109 15,0-1 491-15</inkml:trace>
  <inkml:trace contextRef="#ctx0" brushRef="#br0" timeOffset="1666.55">3813 1827 301 0,'3'-2'855'16,"-3"2"361"-16,-3 2 15 0,1 1-262 0,-1 5-277 15,2 0-194-15,-1 4-114 0,-1 5-69 0,0 2-43 16,3 4-40-16,-2 4-56 0,4 4-55 0,-2 4-37 15,3 4-20-15,0 3-15 0,2 1-8 0,1 2-9 16,2 0-7-16,0-3-8 0,6-1-4 0,1-7-4 16,2-4-4-16,3-7-2 0,1-7-3 0,3-7-3 15,1-7-3-15,0-7 1 0,-1-9-5 16,0-3 1-16,-2-9 2 0,0-2 2 0,-3-7-3 16,0-1 0-16,-5-4 0 0,-1-1-1 0,-5 1 1 15,-5-3 1-15,-3 4 11 0,-3-2 10 0,-5 2 7 16,-5-2 6-16,-1 4 4 0,-5-1 12 15,0 4 8-15,-3 2-1 0,0 6-2 0,-2 3-5 16,-1 8-5-16,-2 4-12 0,0 8-10 0,0 6-7 16,0 4-4-16,2 10-6 0,3 3-4 0,0 4-1 15,1 7-3-15,5-1-2 0,1 3 3 0,5 4 5 16,2-4 1-16,2 4-8 0,4-3-18 16,4 0-34-16,4-3-81 0,0-3-112 0,4 1-198 0,4-4-293 15,0-4-350-15,5-1-372 0,-1-4-169 16,4-5 318-16,0-4 731 0</inkml:trace>
  <inkml:trace contextRef="#ctx0" brushRef="#br0" timeOffset="2100.19">4808 1696 466 0,'-7'-10'1228'0,"-1"1"386"0,-4 1-161 0,-4 2-357 16,-5 1-428-16,-2 3-239 0,-2 2-165 16,-3 1-90-16,-2 2-51 0,-3 3-26 0,-3 3-22 15,1 4-10-15,2 1-7 0,1 1-8 16,2 3-8-16,5 2-11 0,4-1-7 0,1 1-7 16,7-1-7-16,4 2-5 0,4 0-3 0,7-1-2 15,2-1 0-15,7 0-1 0,5-2 4 0,6-2 2 16,2-2 1-16,7-2 0 0,3-2-1 0,2 1 0 15,2-4-3-15,3 1-2 0,-1-1 0 0,-1 0 0 16,-1 1 1-16,0 0 0 0,-3 1-1 0,-2 3 1 16,-6 2-1-16,-6 1-1 0,-2 2 1 15,-7 2 0-15,-4 3 0 0,-5 2-1 0,-6 1 1 16,-6 1 1-16,-4 2 0 0,-4 0 1 0,-1 1 1 16,-7 1 1-16,-2 1-1 0,0 3 0 0,-4 0 1 15,1 2-1-15,-2-1-1 0,2 1 0 16,2-2 0-16,1-3-2 0,3-2-2 0,0-3-8 15,5-2-18-15,2-4-28 0,-1-5-80 0,2-3-126 16,1-7-257-16,0-1-310 0,1-4-387 0,0-3-459 16,-2 0-106-16,0-2 602 0</inkml:trace>
  <inkml:trace contextRef="#ctx0" brushRef="#br0" timeOffset="2920.09">1543 3145 91 0,'-21'11'687'0,"5"2"472"15,-4 0 111-15,4-1-151 0,-3-2-382 0,5-1-353 16,1-1-130-16,5 0-22 0,3-2 1 16,4 0 0-16,-1-1-9 0,2-3-21 0,-2 2-44 0,2-3-56 15,0 0-40-15,0 2-20 0,0-3-10 16,0 0 1-16,0 0 5 0,0 0 12 0,0 0 9 0,2-3 3 15,3 2 4-15,0 1-1 0,6-1-3 16,5 0-2-16,4-2-3 0,7 3-1 0,9-2-5 16,4 2-1-16,6 0-2 0,4-2-5 0,7 2-4 15,5-5 1-15,3 3 4 0,8-3-22 0,9 0-23 16,8-2 0-16,8-2 0 0,6-1 0 0,7-2 0 16,4-1 0-16,2 0 0 0,5 0 0 0,3 2 0 15,5-1 0-15,-2 2 0 0,0 2 0 16,-3 3 0-16,0 3 0 0,-2 2 0 0,2 1 0 15,-2 3 0-15,-1 0 0 0,-5-1 0 0,-3 0 0 16,-8-1 0-16,-4 0 0 0,-7-2 0 16,-3 2 0-16,-4-1 0 0,-5-1 0 0,-6 0 0 15,-7 0 0-15,-4 0 0 0,-7 0 0 0,-6 0 0 16,-6 0 0-16,-5 2 0 0,-6-1 0 16,-4 1 0-16,-5-1 0 0,-2 2 0 0,-6 0 0 15,0 0 0-15,-3 0 0 0,-2 0 0 0,-3 0 0 16,-1-1 0-16,-1-1 0 0,-1-1 0 15,-1-1 0-15,-1-3 0 0,0 0 0 0,0-3 0 16,-1-4 0-16,0 1 0 0,0-3 0 0,2-1 0 16,-3-2 0-16,0-1 0 0,1-1 0 0,-2-2 0 15,2-2 0-15,2-3 0 0,0 0 0 16,-2-6 0-16,1 0 0 0,1-6 0 0,-1-4 0 16,2-2 0-16,-2-5 0 0,1-6 0 0,-1-4 0 15,-1-7 0-15,1-7 0 0,0-7 0 0,-2-7 0 16,0-10 0-16,0-7 0 0,-1-8 0 15,-2-7 0-15,-1 0 0 0,-3 0 0 0,-2 2 0 16,-1 7 0-16,-1 12 0 0,-2 9 0 0,0 15 0 16,-1 11 0-16,-1 11 0 0,0 8 0 0,1 10 0 15,-2 6 0-15,2 5 0 0,2 8 0 0,-4 3 0 16,4 7 0-16,0 4 0 0,3 7 0 0,-2 3 0 16,3 5-216-16,1 1-296 0,2 2-323 0,2 1-417 15,-1 5-505-15,3-4-186 0,3 2 675 0,-1 4 870 16</inkml:trace>
  <inkml:trace contextRef="#ctx0" brushRef="#br0" timeOffset="4454.59">16247 6047 154 0,'-3'2'744'0,"1"3"435"0,-1-2 96 0,2 0-80 16,-3 0-358-16,4-2-270 0,-1 2-152 15,-1 2-88-15,2-2-64 0,0 1-74 16,0-1-72-16,3 1-52 0,-1 1-28 0,0-2-17 0,1 1-8 15,0 0-5-15,1-3-2 0,1 0-1 16,2 1-1-16,-3-2 0 0,1 0 0 0,0-2 3 16,2 0-1-16,-2-2 7 0,0 0 8 0,-2 0 4 15,1-2 8-15,-1 0 7 0,-2 1 7 16,1-2 1-16,-2 1 1 0,0 0 1 0,-2 1 0 16,-1-1-4-16,2 2-3 0,-3 1-5 15,1 1-6-15,0-4-6 0,-2 5-5 0,0 1-6 16,1-2-4-16,-1 4-4 0,0-1-2 0,2 2-2 15,0 2-2-15,-2 1 0 0,3 1 0 16,-1 3-2-16,2-2 2 0,-2 4-1 0,3-1 1 16,0-1 0-16,3-1 1 0,-2 1-1 0,2-1 1 15,-1-2-1-15,3-3 0 0,0 1-1 16,0-4 0-16,-1 1 0 0,4-4-1 0,-2-2 1 16,-1-2-1-16,2-3 2 0,-1 0 0 0,0-5 0 15,-1 2 2-15,0-1 0 0,-4-1 1 16,2 3 1-16,-3-2-1 0,-1 2 1 0,-1 3 3 15,-1 0 3-15,-2 2 0 0,0 2 1 16,-2 2 0-16,0 4 0 0,-1 1-4 0,0 2-3 16,-2 5-2-16,2 0-1 0,-1 2 0 0,2 0-1 15,2 0 1-15,0 2 0 0,2-1-1 0,2-1 2 16,-3 0-1-16,3-1-1 0,1-2 0 16,0-2-1-16,0-1 0 0,1 0-2 0,3-3-2 15,-3 0 0-15,6-3-9 0,-3-2-19 16,2-2-41-16,-3 0-84 0,2-4-173 0,0 1-271 15,-2-1-339-15,1 0-421 0,-3 1-424 0,-1 1 52 16,2 1 868-16</inkml:trace>
  <inkml:trace contextRef="#ctx0" brushRef="#br0" timeOffset="7305.04">16106 6036 313 0,'-5'-2'566'0,"-1"-1"237"15,-2 0 106-15,0 0-204 0,0 0-161 0,2 0-106 16,-3 0-77-16,1 0-63 0,-2-1-59 0,1 1-67 16,-1-2-49-16,2 2-37 0,-1-3-13 15,0 2-4-15,0-2 11 0,1 0 34 0,2 0 38 16,-3 0 34-16,1-2 13 0,1 2-4 16,-2-2-19-16,0 1-32 0,-1 0-32 0,0 1-32 15,-2-2-23-15,1 1-14 0,-2 1-12 16,1-2-7-16,-4 1-6 0,3 0-4 0,-1-1-3 15,-2-2-1-15,2 2 1 0,-4-3 2 0,4 1-1 16,-3-2 1-16,0 1 1 0,1-1-3 0,-2 0 0 16,1 0-1-16,0 0-1 0,-1 0-1 15,-1-1 0-15,0 2 1 0,3 1-1 0,-3-2 0 16,2 1 0-16,-2 1-1 0,1 0-1 16,1-1-1-16,-2 2 1 0,2-2-3 0,0 1 1 15,-1-1-1-15,-1 1-2 0,0-1 0 0,3-2-1 16,-3 4 0-16,3-3-2 0,-1 1 1 15,1-1 0-15,-3 2 1 0,3-2-2 0,-1 1 1 16,1-1 0-16,-3 1 1 0,2 1-1 0,1-2 1 16,0 2 0-16,0-1 1 0,-1-1 1 15,3 2-1-15,-2-2-1 0,0 1 0 0,1 1 0 16,0-2 0-16,0 1-1 0,0 0 1 0,1 1-1 16,0 0 1-16,-2 1-1 0,2-2 1 15,-4 1 2-15,4-2-2 0,-3 1 0 0,1 1 0 16,-1 0 2-16,0-1 0 0,-1 0-1 0,0 1 1 15,-1-1 0-15,2-1 0 0,-2 0-1 16,-2 0-1-16,1 0-1 0,-1 1 1 0,-1-1 0 16,0-1 1-16,1 0 1 0,-2-1-1 15,-1 2 2-15,0-3 0 0,2 3 0 0,-2-2 0 16,-1 1-1-16,-2 1-2 0,2 0 1 16,-2-1-1-16,2 1-1 0,-4-2 1 0,2-1-2 15,1 0 0-15,-1 2 0 0,2-2 0 0,-2-1-1 16,3 2 0-16,-2-1 1 0,1 1 0 0,0 0 1 15,1 1 1-15,0-2 0 0,1 2 1 16,-1-1 1-16,0 1-1 0,4-1 0 0,-4 2 0 16,0-1 0-16,1 1-1 0,0 0 1 15,1 0-1-15,0 1 1 0,0 0 0 0,1 0-1 16,1 0 0-16,-2 2 0 0,4-1 0 0,0-1-1 16,1 3 1-16,-1-3 0 0,2 1 1 0,-2 0-1 15,1 0 0-15,1 1 1 0,-3-3-1 16,3 1-1-16,-1 1-1 0,-1-1 1 0,-2-1 0 15,1 2 1-15,0-3 0 0,0 2 1 16,0-1 2-16,-1-1-2 0,1 0 1 0,0 1-1 16,-2 0 0-16,2 2-1 0,0-2-1 0,-1 0 0 15,-1 2-1-15,2-1 1 0,0 0 0 16,2 2 0-16,-4-1 1 0,4-1 2 0,-1 2 2 16,-2 1 2-16,2-3 0 0,1 1-1 0,-2 0 0 15,0 0 1-15,0 1-3 0,3-2-1 16,-3 1 0-16,1 0 2 0,0-3 1 0,1 3-1 15,1-2 2-15,-1 0-2 0,0 1 2 0,2 0-1 16,2 0-1-16,-1 0 0 0,1 2-1 16,2 0-1-16,0 2-2 0,2 0 1 0,2 0-2 15,-2 3-2-15,4-2-1 0,2 2-2 16,1 0-12-16,1 2-35 0,1-3-77 0,0 5-103 16,1-2-206-16,1 0-295 0,0 2-350 0,-1 0-362 15,-1 0-156-15,0 0 324 0,0 0 740 16</inkml:trace>
  <inkml:trace contextRef="#ctx0" brushRef="#br0" timeOffset="8334.02">12481 4144 145 0,'1'-2'551'16,"-1"2"319"-16,2-1 134 0,0-2-105 0,2-1-257 16,-1-2-189-16,2-2-124 0,0-3-54 15,1-2-10-15,2-1 4 0,3-5 8 0,2-1-2 16,2-2-15-16,-2-1-26 0,4-4-35 15,-2 1-47-15,2-3-49 0,-1 1-36 0,1-1-21 16,-1 2-10-16,-2 2-3 0,-2 0-1 0,-3 3 0 16,0 3-1-16,-2 2 4 0,-2 2 2 15,-2 0-2-15,-1 3-3 0,-2 1-1 0,0 1-4 16,-2 1-6-16,-1 0-1 0,-2 0-4 0,0 1-3 16,-1-2-2-16,-3 1-6 0,0 0 1 15,0 0-6-15,-2-1-2 0,0 1-4 16,0 0 6-16,-3-1 0 0,2 0 3 0,-2 1 5 15,3 2 3-15,-2-2 2 0,1 2-4 0,-1-1 2 16,1 0-4-16,0 3-1 0,0-4-3 0,-1 1-1 16,0 1-2-16,-1-3 0 0,0-1-2 15,0 0 0-15,1-4 0 0,-4-1 0 0,3-1 1 16,-2-3-1-16,2 1 1 0,-4-3 0 16,5 3 1-16,-1 1 2 0,3 1 3 0,0 1 3 0,3 2 2 15,-1 2 1-15,2 2 1 0,1 3-3 16,1-1 1-16,-1 2-2 0,3 2-1 0,0 1-2 15,0 0 0-15,1-1-1 0,0 4-1 16,-1-3-1-16,2 3 0 0,-1-1 0 0,-1 2 0 16,0 2-1-16,-5-1 0 0,3 3 0 0,-3 0 1 15,0 0 0-15,-3 3-1 0,0 1 1 16,1 0-1-16,-2 0-4 0,-1 1-3 0,-1 0-2 16,1 1 0-16,2 0-1 0,-3-1 0 15,3 0 5-15,-1 0 1 0,2-2 2 0,0 1-1 16,4-3 1-16,-2 1 1 0,2-1-1 15,3-2 0-15,-2-1 0 0,3 0 1 0,-1 0 0 16,1-1 0-16,2 0 0 0,-1-1 0 0,-1-1 1 16,2 0-1-16,-1 1 0 0,-2 1 0 0,3-1 0 15,-2 2 0-15,-1 0-1 0,0 0 1 16,1 1 0-16,-1 3 0 0,0 0-2 0,0 0 1 16,-1 2 0-16,0 1 0 0,-1 2-1 15,1 1 0-15,0 1 2 0,1 1 0 0,0 0 0 16,0 1 0-16,-1 0 1 0,1 1-1 0,2 1 0 15,-2 0 0-15,1 2-1 0,-1-2 4 16,3 1 3-16,-1 1 0 0,1 0 1 0,1 0 1 16,1 1-1-16,1 0-4 0,3 1-3 15,0-1 0-15,1 2-1 0,2-2 1 0,2-1-1 16,2 0 2-16,2-3-1 0,3 0-2 0,1-2 0 16,0-4-1-16,3 1 1 0,3-2-2 0,-1-3-7 15,1 0-16-15,-1-3-23 0,0-1-71 16,-2 0-86-16,0 0-186 0,-4 1-283 0,0 1-330 15,-1 4-399-15,-4-1-235 0,-1 7 139 16,-3-2 782-16</inkml:trace>
  <inkml:trace contextRef="#ctx0" brushRef="#br0" timeOffset="10257.69">16432 6078 22 0,'1'1'238'16,"-1"-1"137"-16,2 2 119 0,-1-2-61 16,1-2-109-16,0 2-90 0,1-1-60 0,0-1-34 15,-1 1-13-15,1-1-3 0,0-1 6 16,0 0 9-16,3 0 3 0,-3-1 6 0,4 1 6 16,-2 0 2-16,1-2-1 0,3 3 10 0,-2-2 16 15,2 0 0-15,1 1 7 0,1 1 4 16,-2-4-15-16,3 3-25 0,0-1-8 0,-1-1-10 15,2 0-20-15,-1 1-17 0,1 0-10 16,1-2-11-16,1-2-17 0,0 1-19 0,0-1-10 16,0 1-8-16,0-1 4 0,0-1 4 0,1 0 6 15,2 0 11-15,-1 0 15 0,0 0 3 16,2 0-1-16,1-1-3 0,2-1 1 0,-2 2-3 16,2-1 2-16,0-1 9 0,2 0 3 15,0 0-3-15,-2 1-8 0,3-3-9 0,1 2-17 16,-1-1-16-16,0 1-12 0,-1-1-5 0,3-2-6 15,-2 1 0-15,2 2-1 0,-2-1-1 0,0 0 3 16,-1 0 1-16,0 2 2 0,0-1 6 16,-2-1 0-16,0 3 0 0,0-2-4 0,0 3-1 15,-1-3-2-15,-1 1 0 0,2 0-2 16,-2-1 2-16,0 2 2 0,0-2 1 0,1 1 0 16,1-1-3-16,-1 1 2 0,1-1-2 15,-1 1 0-15,1-2 3 0,1 1-5 0,0-1 4 16,0 0-2-16,1 0 2 0,-1 2 0 0,0-4-4 15,1 2 3-15,-1-1-2 0,1-1 1 16,-2 1 0-16,2-2-4 0,-1-1 3 0,1 0-2 16,1 1 1-16,-4 1 2 0,3-3 1 0,-1 4 3 15,-2-1-3-15,0 0 0 0,1 1 0 16,-2 1-4-16,-1-2 0 0,2 2 1 0,-2 0 0 16,3 0 3-16,-2 1 0 0,2-3 1 0,-1 0 1 15,1 0-1-15,0 3 3 0,1-4-1 16,0 2 0-16,-1-1 2 0,2 1-2 0,-2-2-2 15,2 2-2-15,1-1 0 0,-1 0 0 0,0-2-2 16,0 2 2-16,-1-1 5 0,1 3 0 16,-3-2 3-16,1 1 6 0,-4 3 10 0,2-3 6 15,-2 3 1-15,0 0 2 0,-2 2-1 16,1-3-1-16,-1 2-8 0,-1 0-6 0,3 0-1 16,-1-2 9-16,1 1 9 0,4-2 3 0,2 1 0 15,-1-3-2-15,1-2 2 0,2 3-12 0,0-2-9 16,1 2-6-16,0-1-3 0,-2 0-2 15,-1 2-2-15,2 1 1 0,-4 0 0 0,-2 1-2 16,-2 1 2-16,-1 0 3 0,-3 1-1 16,0 1 0-16,-1 1 0 0,-3-2 2 0,0 2 0 15,0 0-1-15,-2 0 2 0,0-1 1 16,0-1-3-16,-2 1 0 0,1-2-2 0,0 2 1 16,-1-3-3-16,1 1 1 0,-1 2-1 0,-1-1-1 15,3 1 0-15,-4 1-1 0,-2 0 0 16,3 3-2-16,-3 0 1 0,-1 2-1 0,1-1 1 15,-4 2-2-15,2 2 0 0,-3 0 0 0,-2 3-11 16,-1 1-33-16,-3 1-70 0,-1 1-72 0,-1 1-143 16,-2-1-259-16,4 2-315 0,-1-1-316 0,1 0-211 15,2-3 5-15,3 0 555 0</inkml:trace>
  <inkml:trace contextRef="#ctx0" brushRef="#br0" timeOffset="11033.64">19336 4042 269 0,'0'0'605'0,"0"1"268"0,0 1 104 15,0-1-263-15,2 1-178 0,0 0-111 0,1 2-74 16,2 1-36-16,-1 2 17 0,7 4 41 0,-1 1-19 16,3 3-43-16,2 1-48 0,1 1-44 0,3 0-54 15,1 3-49-15,-2 1-43 0,2 0-25 16,2 2-9-16,-1-2-7 0,1 1-5 0,-1 0-11 16,-2 2-8-16,1-4-4 0,-2-1-2 15,-2 0 0-15,-1 0-3 0,-2-3-1 16,-2-1 0-16,0 0 1 0,-3-5-1 0,-1 2 1 15,-3-3 0-15,2-2 2 0,-3-1 0 0,-1-1 1 16,0-2 0-16,-1-2 2 0,3 1-1 0,-4-4 0 16,1-1-1-16,2 0 0 0,-1-3-1 15,1-1-1-15,-1 1 1 0,1-1-1 0,1 0 0 16,-1 1-1-16,2 1 1 0,-1-1-1 16,2 0-1-16,0 0 1 0,5-1-2 0,0-2 1 15,5-1 0-15,0-1 1 0,4-2 1 0,1 0 2 16,3-3 1-16,1 1 1 0,4-3 1 0,-1-2 1 15,4 0-1-15,-2-1 0 0,1 0-2 16,1-2 1-16,-2 2-1 0,0 1 0 0,-2-1-3 16,-1 2 0-16,-3 2-2 0,-3 1-7 0,-3 3-14 15,-3 3-32-15,-3-1-61 0,-2 2-62 16,-5 0-110-16,-4 1-173 0,-1-1-301 0,-4 1-295 16,-1 1-235-16,-2 0-150 0,-2 0 284 15,0 1 590-15</inkml:trace>
  <inkml:trace contextRef="#ctx0" brushRef="#br0" timeOffset="11550.4">19564 3921 95 0,'0'2'587'15,"3"1"419"-15,3-6 197 0,2 1-67 0,5-3-375 16,4-2-198-16,4-2-101 0,6-3-73 0,2 0-67 16,2-5-47-16,7 0-54 0,-2-4-66 15,5 3-55-15,-1-6-33 0,2 2-16 0,1-1-11 16,-3 0-9-16,-1-1-12 0,-1 1-7 16,-3 2-5-16,-2-1-5 0,-1 3-2 0,-4 3-3 15,-1 0 4-15,-3 3 0 0,-3-2 1 0,-2 5 1 16,-2-1 1-16,-4 4-3 0,-1 0 1 15,1 1-2-15,-5 1 1 0,-2 2-1 0,1 0 0 16,-1 1 0-16,-2 0 2 0,0 0-2 0,0 2 1 16,-2 0 2-16,1 0 0 0,-1 0-1 15,-1 0-1-15,1 0 2 0,0 0-1 0,-1 0-1 16,4 0 0-16,-4 2-1 0,1 0 2 16,3-1-1-16,-4 0 1 0,4 1 0 0,-2 1 0 15,2 1 2-15,3-1-1 0,-4 4 4 0,3-3 0 16,-1 3 5-16,2 0 7 0,0 4 6 15,0 2 4-15,2 0 3 0,-1 3 4 0,0 4 0 16,-1 1-4-16,0 3-4 0,1 1-3 0,0 1-3 16,-3 5-4-16,-1-1-3 0,0 2-3 0,1-1-4 15,-3 1-1-15,0 0-3 0,-1-3-2 16,1 0-3-16,0-3-2 0,-1-2-6 0,1-1-15 16,-2-2-25-16,-1-4-70 0,-3-3-81 15,2 1-173-15,-6-5-281 0,1-1-331 16,-3 0-392-16,-3-2-243 0,-1 1 75 0,-4-1 752 15</inkml:trace>
  <inkml:trace contextRef="#ctx0" brushRef="#br0" timeOffset="12567.28">13184 4543 120 0,'2'4'450'0,"0"-3"294"0,-1 0 222 15,1 1-84-15,-1 0-183 0,1-2-163 0,-2 1-125 16,2-1-87-16,0 1-78 0,-2 1-48 16,4 0 27-16,0-1 22 0,3 3 13 0,2 2-9 15,2 2-14-15,0-1-28 0,2 4-62 0,1 0-44 16,2 0-32-16,3 1-16 0,0 0-8 16,0 2-8-16,3-4-6 0,-2 0-7 0,1-2-3 15,1-3-4-15,0-1-4 0,-2 0 0 16,-2-4 2-16,-3-2 6 0,0-1 7 0,-2-5 6 15,-2 1 4-15,-3-3 2 0,-3-1 1 0,-2-3-3 16,0 1-5-16,-4-1-3 0,-4-3-5 0,-1 3-3 16,-3-3-6-16,-6-1-4 0,2-2-4 15,-6 0-4-15,2-1-2 0,-1 0-2 0,1 0-1 16,1 3-1-16,3 1-1 0,1 2-2 16,4 3-4-16,1 4-10 0,0-1-17 0,7 5-20 15,0 0-47-15,7 2-80 0,0 2-136 0,3 3-262 16,5 0-306-16,4 1-376 0,5 0-351 15,4 2-57-15,4-1 635 0</inkml:trace>
  <inkml:trace contextRef="#ctx0" brushRef="#br0" timeOffset="13633.53">18767 4809 376 0,'-4'0'778'15,"-3"-2"339"-15,-1 1 71 0,2-1-324 16,-3 1-186-16,0-1-96 0,1 1-100 0,-1-1-88 16,1 1-68-16,2-1-48 0,-1 2-71 0,-2-2-69 15,5 1-43-15,-1 0-27 0,1 1-16 16,1-2-13-16,2 2-9 0,-3 0-8 0,3 0-6 15,-1 0-5-15,2 0-4 0,-1 0-3 16,1 0-1-16,0 0-1 0,0 2-2 0,0-2-1 16,0 0 1-16,1 0-1 0,-1 1 1 0,0-1 1 15,3 1 3-15,-3 1 2 0,4 0 2 0,-3-1 2 16,4 1 2-16,-2 1 1 0,2-2 0 16,3 2-1-16,-2 0 0 0,2-2 1 0,2 1 1 15,2 0 0-15,-1-1 0 0,5-1 2 16,0 0 1-16,-1-1 0 0,3-1-1 0,1-1-2 15,-3 0 0-15,4 0 0 0,-1 0 0 0,-3 0-1 16,3 0-1-16,-4 0 1 0,-2 0 0 16,0 2-2-16,-3-1 0 0,1 1 0 0,-3 1 1 15,0 0 1-15,-1 1 1 0,-2 1 2 16,2 1 1-16,-4 1-5 0,0 2-12 0,-1 3 0 16,-1-2 0-16,-1 4 0 0,0 0 0 0,0 3 0 15,-1-3 0-15,-1 3 0 0,0-1 0 0,-1 0 0 16,2 3 0-16,-3-2 0 0,-1 0 0 15,0-2 0-15,-2 4 0 0,1-3 0 16,-2 1 0-16,0-1 0 0,-5-1 0 0,2 1 0 16,0-1 0-16,0-1 0 0,1-2-115 0,-2-3-100 15,1-1-215-15,1-4-291 0,1-1-361 0,4-1-442 16,-1-4-305-16,-1-2 258 0,3-1 963 16</inkml:trace>
  <inkml:trace contextRef="#ctx0" brushRef="#br1" timeOffset="22671.16">14179 6036 16 0,'-2'0'314'0,"2"-2"232"15,0 2 202-15,0 0 21 0,0 0-175 16,0-3-143-16,0 3-82 0,2-2-54 0,0 2-34 16,0 0-41-16,-2 0-45 0,2 0-52 15,0 0-43-15,-1 0-34 0,-1 2-23 0,0-2-18 16,2 0 30-16,-1 0 31 0,1 0 23 0,1 0 18 15,0 0 25-15,2 0 33 0,0 0-3 0,3 0 7 16,-4 0 2-16,1 0-5 0,2 0-24 16,-1 0-28-16,0 0-26 0,0 0-30 0,-1 0-23 15,2 0-13-15,-2 3-8 0,-1-3-5 16,4 0-4-16,-2 2-4 0,-1-2-3 0,2 0-4 16,-3 3-1-16,4-2-2 0,-2 1-1 0,1-2-1 15,-1 1-1-15,2-1 0 0,-2 1 0 16,1 2-1-16,1-3 0 0,0 0 0 0,-1 0 0 15,1 2 0-15,0-2-1 0,0 0 1 16,1 2-2-16,-1-2 1 0,1 2 0 0,-2-2 0 16,1 1 0-16,-2-1 1 0,3 1 1 0,-2-1-2 15,1 0 0-15,-2 2 0 0,3-2 0 16,-5 0-2-16,5 2-1 0,-4-2 1 0,0 0 0 16,2 0 0-16,-3 0-1 0,4 1 1 15,-2-1-1-15,-1 0 0 0,0 0 0 0,1 1 0 16,2-1 0-16,-2 2-2 0,1-2 1 0,-1 0-1 15,2 0 2-15,0 0-1 0,-2 0 0 0,2 0 0 16,-1 0 0-16,0 0 2 0,1 0-2 16,-1-2 1-16,-1 1 1 0,3 1 1 0,-4-1 1 15,1-1 0-15,3 0 0 0,-5 1 0 0,4 0 0 16,-2 1-2-16,-1-2 0 0,2 0-1 16,-3 2 0-16,4 0 1 0,-3-2-1 0,0 2-1 15,-1 0 1-15,1 0-1 0,0 0 0 16,2 0 0-16,-2 0 0 0,0 0-1 0,0 0 0 15,1 0 0-15,0 0 1 0,-1 0-2 16,0 2 2-16,0-2-1 0,0 2 0 0,-1 0 1 16,4-2-2-16,-3 1 1 0,0 0-1 0,-1-1 0 15,1 2 0-15,0-2 1 0,1 0 0 0,-1 2 0 16,-2-2 0-16,3 1 0 0,-1-1 1 16,0 0-2-16,0 0 1 0,1 0 0 0,-3 0-1 15,4 0 1-15,-3 1 1 0,1-1-1 16,0 0 0-16,1 0 1 0,-1 0-2 0,1 0 2 15,-1 0-2-15,0 0 0 0,-2 0 2 0,4 0-1 16,-3 0 0-16,1 0-1 0,-1-1 1 0,0 1 0 16,0 0 0-16,2 0-1 0,-1 0 1 15,-2 0 1-15,1 0-1 0,0 0 0 0,1 0 0 16,0 0 0-16,1 0 0 0,-1 0 0 16,1 0-1-16,-1 1 0 0,2 1 1 0,-3-2 0 15,4 1-1-15,-2-1 1 0,-1 2 0 0,2-1 0 16,-3-1-1-16,4 0 1 0,-2 1-1 15,-1-1 1-15,0 2-1 0,0-2-1 0,1 0 2 16,-2 0-1-16,1 0 1 0,0 0-1 16,0 0 1-16,0 0-1 0,1 0 0 0,-2 2 0 15,1-1 0-15,0-1 1 0,0 0-1 0,1 2 0 16,0-2 0-16,-1 0 0 0,2 1 0 16,-3 1 0-16,3-2 0 0,-1 0 0 0,0 1 0 15,2-1 1-15,-3 2-2 0,3-2 2 16,0 0-2-16,-2 1 1 0,2-1 0 0,-1 0 0 15,0 0 0-15,-1 0 0 0,-1 0 0 0,3 0 1 16,-3 0-1-16,3 0 0 0,-2 0 0 0,1 0 0 16,-1 0 0-16,0 0 1 0,2 0-1 15,-2 0 0-15,1 0 1 0,-1 0-1 0,-1 0 0 16,3 0 0-16,-2 0 0 0,0 0-1 16,-1 0 2-16,0 0-1 0,3 0-1 0,-4 0 1 15,3 0 0-15,-1 0 0 0,-1 0 0 0,3 0 0 16,-4 0 0-16,1 0-1 0,0 0 1 15,0 0 0-15,0 0 0 0,1-1 1 0,-2 1-1 16,1-2 1-16,-2 1-1 0,2 1 1 16,-1-2 0-16,0 1-1 0,1 1 0 0,-1-2 1 15,1 2-1-15,0-1-1 0,0-1 1 0,0 2 0 16,2-2 0-16,-2 2-1 0,2-1 0 16,-1 1 1-16,0 0 0 0,2 0 0 0,-2-1 0 15,2 1 0-15,0 0-1 0,0 0 0 0,0 0 1 16,-2 0 0-16,2 0 0 0,0 0-1 15,-2 0 1-15,2 0 0 0,-1 0 0 0,-1 0-1 16,0 0 1-16,-1 0 0 0,1 0 0 0,-2 0 0 16,1 0-1-16,-1 0 1 0,2 0 0 15,-3-2 0-15,2 2 0 0,0 0 0 0,2 0 0 16,-3 0 0-16,2 0 0 0,1 0 1 16,-1 0 0-16,-1 0-1 0,1 0 1 0,0 0 1 15,-1 0-2-15,2 0 1 0,-1 0 0 16,-1 0-1-16,2 0 1 0,-2 0-1 0,0 2 1 15,0-2-1-15,0 1 0 0,-1-1 0 0,1 0 0 16,1 1 1-16,-3-1-1 0,2 2 0 16,0 0 0-16,0-1 0 0,-2-1 0 0,3 2 0 15,-1-2 0-15,-2 0 0 0,0 1 0 0,2-1 0 16,-2 2 0-16,2-2 1 0,-2 0-1 16,2 0 0-16,-1 0 1 0,0 0-1 0,0 0 0 15,0 0 0-15,-1 0 0 0,0 0 1 0,2 0-1 16,-1 1 1-16,1-1-1 0,-2 2 1 15,1-2 0-15,0 0-1 0,0 0 0 0,0 0 0 16,1 0 0-16,-2 0-1 0,0 0 0 0,2 0 1 16,-2 0 0-16,2 0 0 0,-2 0 0 15,2 0 1-15,-1 0 0 0,1 0-1 0,2 0 2 16,-1 0-2-16,-1 0 0 0,1 1 0 16,2-1 0-16,-2 2 0 0,2-1 0 0,-1 0 0 15,0 1 1-15,1 0-1 0,-3-1 0 0,3 0-1 16,0-1 1-16,-4 2 0 0,1 0 0 15,0-1 1-15,2 0-1 0,-4 1 0 0,0 0 0 16,3-2 0-16,-3 1 0 0,0 0 0 16,1 1 0-16,-1-2 0 0,2 3 0 0,-2-3 0 15,0 0 1-15,4 2-1 0,-2-2 0 0,0 0 1 16,0 3-1-16,1-3 1 0,0 1 0 16,-1 1-1-16,2-2 0 0,-1 1 1 0,0 0-1 15,0 2 0-15,-1-3 0 0,2 0 0 0,-1 2 1 16,-1 0-1-16,1 0 0 0,0-2 0 15,-1 1 0-15,1 0 0 0,-2 1-1 0,1-2 0 16,-2 2 2-16,3-1-1 0,-5 0 0 0,2 1 1 16,1-2 0-16,-1 0-1 0,0 1 1 15,0-1 0-15,1 0-1 0,-1 0 0 0,-2 0 1 16,4 0-1-16,-4 0 0 0,2 0 1 16,1 0-1-16,1 0 2 0,-4-1 4 0,4 1 2 15,0 0 2-15,-2 0 0 0,4 0 2 0,-3 0-3 16,1 0-2-16,-1 0-3 0,1 0-1 15,0 1-1-15,2-1 0 0,-2 2-1 0,0-1 0 16,0 1 1-16,0-1-1 0,-2-1-1 16,5 2 1-16,-5-1 0 0,2 1-1 0,-4-2 2 15,2 0-1-15,1 1 1 0,-1-1-1 0,0 2 0 16,0-2 0-16,2 1 0 0,-2-1 0 0,0 2-1 16,0-2 1-16,0 0 0 0,1 0-1 15,-1 0 1-15,0 0-1 0,0 0 1 0,3 0 0 16,-3 0-1-16,2 0 1 0,0-2-1 15,-2 2 0-15,2 0 0 0,0-1 0 0,1 1 0 16,-1 0 0-16,-1 0 0 0,1 0 1 0,0 0-1 16,3 0 0-16,-2 0 0 0,1 0 0 15,-3 0 0-15,3 0 0 0,-1 1 0 0,0-1-1 16,1 2 1-16,-3-2 0 0,1 0 0 16,0 1 0-16,1-1 0 0,-1 0 0 0,0 2-1 15,-2-2 1-15,0 1 1 0,2-1-1 0,-2 0 1 16,3 1-1-16,-3-1 0 0,2 2 0 15,0-2 0-15,-2 0 0 0,4 2 0 0,-3-2 1 16,2 1 0-16,-1-1 0 0,1 0 0 0,-1 0-1 16,0 0 0-16,3-1 0 0,-2-1 0 15,0 2 0-15,1-3 0 0,-1 2 0 0,2-1 0 16,-2-1 0-16,1 0 0 0,-1 2 1 16,2-2-1-16,-2 1 0 0,1-1 1 0,-1 2-1 15,0-1 0-15,0 1 0 0,-1 1 0 0,2 0 1 16,-3 0 0-16,1 0-1 0,0 0 0 0,3 1 1 15,-2 1-1-15,-1-1 0 0,1 2 0 16,-1 0 1-16,3-1-1 0,-2 2 0 0,0-1 1 16,-1-1 0-16,0 0-1 0,1 0 1 15,-1 1-1-15,-2-2 0 0,2 1 0 0,-2 0 0 16,2-1 0-16,-2 0 0 0,0-1 0 0,2 2 0 16,-1 0 1-16,-2-1 0 0,3-1-1 15,-2 1 0-15,0-1 0 0,2 2 0 0,-2-2 0 16,3 0 0-16,-3 0 0 0,2 0 0 15,-1-2-1-15,0 2 0 0,1-1 1 0,0 1 0 16,-1 0 0-16,1-1 0 0,0 1 1 0,-2 0 0 16,2 0-1-16,1 1 0 0,0-1 0 15,-1 3 0-15,0 0 0 0,0-3 0 0,0 2 1 16,-1 1-1-16,1-2 0 0,1 1 0 0,1 0 0 16,-3 1-1-16,0-3 1 0,1 2 0 15,-1-2 0-15,1 2 1 0,-2-2-1 0,0 2 0 16,2-2 0-16,-2-2 0 0,0 2 1 0,2-2-1 15,0 0 1-15,1 2 1 0,-3-3-2 16,4 1 1-16,-4 0-1 0,2 1 0 0,-2 1 0 16,0-3 0-16,1 3 0 0,-1 0-1 0,2-2 1 15,-3 2 0-15,1 2 0 0,-1-2 0 16,1 0 1-16,-1 0-2 0,-1 3 2 0,2-3-2 16,-1 1 1-16,1 1 0 0,-2-2 0 15,1 1 1-15,-1 0-1 0,1-1 0 0,-2 0 0 16,2 3 0-16,-1-3 0 0,1 0-1 15,0 0 1-15,-2 0 0 0,0 0 1 0,1 0-2 16,-1 0 1-16,0 0 0 0,2 0 0 0,-1 0 0 16,1 0 0-16,-2 0 0 0,2 0 0 15,-1 2 0-15,2-2 1 0,-1 0-1 0,0 0 0 16,0 0 0-16,2 2 0 0,-3-2 1 16,2 2-1-16,1-2-1 0,-3 0 1 0,4 0-1 15,0 0 1-15,-2 0 0 0,5 0 0 0,-4 0 0 16,1 1 0-16,2-1 1 0,-1 1-1 0,2-1 1 15,-4 0-1-15,1 2 0 0,2-2 0 16,-1 0 0-16,2 2 0 0,-4-2 0 0,1 1-1 16,0-1 1-16,2 0-1 0,-4 0 1 0,3 0 0 15,-3 0 0-15,0 0 0 0,0 0 0 16,1 0 0-16,-3 0 0 0,-1 0 0 0,2 0 1 16,-1 0-2-16,-1 0 1 0,2 0 0 15,-2 0 0-15,2 0-1 0,-2 1 1 0,0-1 1 16,1 2-1-16,-1-1 1 0,0-1 0 15,0 2-1-15,2-1 0 0,-2 1 0 0,1-1 0 16,-1-1-1-16,0 2 0 0,2-2 1 0,-2 1 0 16,0-1 0-16,3 0 0 0,-2 2 1 0,-1-2-1 15,3 0 0-15,-3 0 0 0,0 0 0 16,2 0-1-16,0 0 1 0,-1 0 0 0,1 0 0 16,0 0 0-16,-2 0 0 0,1 0 0 15,2 0 0-15,-1 0-1 0,0 0 1 0,-1 0 0 16,2 0 0-16,-1 1 0 0,2-1-1 0,0 2 1 15,-1-2-1-15,0 0 1 0,0 1-1 16,2-1 1-16,1 0 0 0,2 0-1 0,0 0 1 16,3-1-1-16,2-1 0 0,-1-1 1 0,1 0 0 15,3 0 1-15,0 0 1 0,1-1-1 0,2 1 1 16,-1-1 0-16,0 0 0 0,2 2-2 16,-2-2 2-16,1 3-2 0,-1-1 1 0,-1 2 0 15,-2 2-1-15,0-2 0 0,0 2 0 16,-2 1 0-16,-1-1 1 0,-1 2-1 0,1-3 0 15,0 2 1-15,-4-1-1 0,1-1 0 16,-1 2-1-16,-2-3 1 0,-1 1 0 0,3-1 0 16,-4 2 0-16,0-2 0 0,-3 1 1 0,2-1 0 15,-1 0-1-15,-2 0 1 0,2-1-1 16,-1 1 1-16,1-2-1 0,0 2 1 0,-2-1 0 16,1 1-1-16,-1-2 1 0,0 2-1 15,2-1 0-15,-1 1-1 0,-1 0 1 0,0-1-1 16,3 1 1-16,-1-2-1 0,-1 2 1 0,1 0 0 15,-1-2 1-15,1 2-2 0,0 0 1 0,-1-1 0 16,2 0 0-16,1 1 0 0,1-2-1 16,-2 0 1-16,4 0 0 0,0 2 0 0,-1 0 1 15,4-3-1-15,0 3 0 0,0 0 0 16,1 0 0-16,2 0 0 0,0 3 0 0,-1-3 0 16,-1 2 0-16,4 0 0 0,0 0 0 0,-2 0 0 15,4 0-1-15,-1 0 1 0,1-1 0 16,2-1 0-16,-3 1-1 0,3 1 1 0,-1-2-1 15,1 1 0-15,-5 1 0 0,5-1-1 16,-2-1 1-16,-1 2 0 0,0-1 0 0,-2 2 1 16,2-1 0-16,-2-1 0 0,2 1 1 0,-2 1 0 15,1-2 1-15,0 2-1 0,0-2 1 16,0 1-1-16,1 0 1 0,0-1 0 0,-2 0-1 16,3 1 1-16,-2 0 0 0,1-2-1 15,-2 0-1-15,2 1 1 0,-2-1-1 0,2 0 0 16,-4 0 0-16,2 0 0 0,-2 0 1 0,0 0-1 15,-1 0 0-15,1 1 1 0,-2-1-1 0,0 0 0 16,0 2 0-16,-1-2 1 0,-1 2-1 16,0-1 0-16,0-1 1 0,-1 1 0 0,-2 1-1 15,2-2 0-15,-4 3 1 0,2-3-1 16,-4 0 1-16,2 2-1 0,-1-2-1 0,2 0 1 16,-2 3 0-16,-1-2-1 0,1 1 1 0,-2-2 1 15,2 1 0-15,-2 0-1 0,1 2 1 16,-1-3 0-16,0 0-1 0,2 2-1 0,-2 0 1 15,2-2 0-15,-2 2-1 0,0-2 1 16,0 0-1-16,0 0 0 0,0 0 1 0,0 0 0 16,1-2 0-16,-1 2 0 0,0-2 0 0,0 2 1 15,0-2-1-15,-1 2-1 0,1 0-3 0,-2 0-7 16,0 0-11-16,-1 0-20 0,-2 0-51 16,-2 2-79-16,-3 0-148 0,0 0-267 15,-3 0-317-15,0 2-389 0,-1 0-341 0,-1-3-20 16,0 2 694-16</inkml:trace>
  <inkml:trace contextRef="#ctx0" brushRef="#br1" timeOffset="23794.2">14496 6175 27 0,'0'2'375'0,"-3"-1"298"16,2 0 254-16,-4 1 71 0,4-2-269 0,-2 3-191 16,1-1-121-16,-3-2-88 0,3 6-73 0,-4-1-68 15,1-1-56-15,-1 4-49 0,0-1-33 16,-1 3-21-16,-1 2-12 0,-1-2-10 0,1 3-3 15,0 0-3-15,0 1-1 0,-3-2 0 0,3 1 1 16,0-1 0-16,2-1-1 0,-2 0 1 16,2-1-1-16,0-1-2 0,2 0-5 0,1-3-14 15,1 1-41-15,1-3-71 0,-1 1-93 16,1-2-120-16,2-1-210 0,-1-2-275 0,3 0-196 16,2-4-31-16,0 2 200 0,5-4 344 0</inkml:trace>
  <inkml:trace contextRef="#ctx0" brushRef="#br1" timeOffset="24015.15">14821 6073 127 0,'5'-3'498'16,"-1"3"323"-16,-4 0 229 0,0 3-74 0,-4 0-281 15,-1 2-194-15,-2 2-121 0,-1 1-73 0,-1 2-53 16,-2 3-38-16,1 2-14 0,-2 1-11 15,-1 0-14-15,2 2-27 0,-3 1-32 0,3-2-31 16,-2 3-30-16,2-1-23 0,1-2-15 16,1-1-9-16,1 1-13 0,0-4-45 0,3 1-46 15,-1-3-45-15,0 1-71 0,5-4-119 0,-4-2-158 16,3 0-220-16,-1-1-240 0,1-3-225 16,2 2-50-16,2-3 288 0,-1 0 440 0</inkml:trace>
  <inkml:trace contextRef="#ctx0" brushRef="#br1" timeOffset="24249.73">14928 6186 203 0,'8'-5'633'0,"-3"2"331"0,-2 2 131 0,0-1-166 15,-1 2-289-15,2 0-224 0,-6 3-129 16,0 0-81-16,0 2-52 0,-1 6-53 0,-2-3-41 15,1 3-22-15,-3 1-17 0,1 2-8 0,-2 3-9 16,0-4 1-16,2 4 0 0,-1 0-3 16,1 0-14-16,2-1-38 0,-1-2-89 0,2-4-135 15,-1 0-184-15,1-4-295 0,3 0-263 0,2-3-148 16,1-1 133-16,2-2 392 0</inkml:trace>
  <inkml:trace contextRef="#ctx0" brushRef="#br1" timeOffset="24483.85">15361 6311 311 0,'2'10'647'0,"-2"-3"291"16,-2 1 138-16,2-1-237 0,-4 1-229 15,0 0-160-15,0-1-103 0,-1 2-73 0,0 0-79 16,1 1-68-16,-3 0-44 0,2 3-27 0,-1-1-25 15,-2 1-14-15,4 1-11 0,-3 1-19 0,2-2-34 16,-2 0-112-16,2-5-160 0,0 1-301 16,2-1-273-16,1-4-256 0,2 1-137 0,2-4 299 15,3-1 499-15</inkml:trace>
  <inkml:trace contextRef="#ctx0" brushRef="#br1" timeOffset="24716.74">15755 6297 120 0,'10'-3'576'16,"-4"1"377"-16,1 4 175 0,-6-1-94 0,-1 2-327 15,-1 2-244-15,-3 1-119 0,-1 2-43 16,-1 3-31-16,0 0-43 0,-4 1-31 0,2 1-30 16,-1 1-47-16,-2-1-43 0,1 0-38 15,2 1-20-15,0 0-31 0,-1-1-51 0,4-1-43 16,1-2-56-16,0-2-102 0,4-2-137 0,0-1-149 15,4-5-200-15,0 0-248 0,3-2-169 0,3-5 86 16,3-1 341-16,3-1 356 0</inkml:trace>
  <inkml:trace contextRef="#ctx0" brushRef="#br1" timeOffset="24898.25">16087 6306 57 0,'6'5'371'0,"-4"5"252"0,-2-2 210 0,-4 3 0 15,0 2-190-15,-2-2-140 0,0 3-88 16,-1-1-58-16,-2 2-52 0,3 1-60 0,-2-3-61 16,1 2-58-16,2-2-44 0,1-3-33 0,4 1-22 15,0-2-13-15,3-1-29 0,0-2-62 16,2-3-104-16,1-3-142 0,4-3-243 0,2-1-283 16,1-6-229-16,6 1-50 0,-2-6 253 15,5 0 392-15</inkml:trace>
  <inkml:trace contextRef="#ctx0" brushRef="#br1" timeOffset="25092.8">16468 6317 226 0,'2'11'521'15,"-4"1"249"-15,0 2 143 0,-5 1-197 16,1 0-199-16,-1 3-141 0,-1-2-92 0,-1 1-70 16,3 1-55-16,-1-4-54 0,2 3-45 15,2-7-33-15,1 1-45 0,2-3-64 0,2-4-91 16,3-2-122-16,1-2-197 0,2-3-267 15,1-2-165-15,4-1 1 0,1-2 205 0,1-3 304 16</inkml:trace>
  <inkml:trace contextRef="#ctx0" brushRef="#br1" timeOffset="25249.55">16865 6340 315 0,'6'9'622'15,"-1"2"266"-15,-2-1 105 0,-1 4-237 0,-2 0-205 16,-2 2-151-16,-1 0-100 0,2 1-77 15,-3-4-66-15,3 0-58 0,-1 0-44 0,4-2-27 16,-1-1-26-16,3-4-49 0,2-3-91 0,0-2-119 16,5-4-174-16,0-1-290 0,1-5-239 15,3-3-118-15,1-2 137 0,3-2 351 0</inkml:trace>
  <inkml:trace contextRef="#ctx0" brushRef="#br1" timeOffset="25404.65">17271 6272 288 0,'10'0'610'0,"-2"6"311"15,0 1 125-15,-7 3-212 0,1 2-203 0,-4 3-160 16,1 2-104-16,-4 4-43 0,0 0-43 16,2 1-40-16,0-1-37 0,3 2-27 0,0-4-36 15,2-1-66-15,2-5-82 0,0 0-68 0,3-4-51 16,0-3-73-16,1-3-124 0,1-6-141 0,2-3-164 16,4-3-242-16,0-2-233 0,1-4-75 15,6-2 246-15,2 0 394 0</inkml:trace>
  <inkml:trace contextRef="#ctx0" brushRef="#br1" timeOffset="25565.78">17718 6285 175 0,'26'-9'539'0,"-4"2"319"16,0 3 188-16,-4 3-151 0,-3 1-214 0,-2 3-183 15,-1 2-126-15,-2 5-91 0,-2-1-77 0,-3 3-64 16,0-2-53-16,-2 4-32 0,0-2-30 16,0-2-15-16,0 1-13 0,-1-1-15 0,1-2-34 15,2-4-85-15,-2-1-133 0,2-2-178 0,3-2-282 16,0 0-262-16,-2-2-188 0,4 0 104 15,0-2 396-15</inkml:trace>
  <inkml:trace contextRef="#ctx0" brushRef="#br1" timeOffset="25783.27">18083 6319 308 0,'12'-2'609'0,"-2"0"238"0,-2 0 108 0,0 2-226 16,-1 2-192-16,-2-1-138 0,0 4-78 16,-2-1-57-16,0 2-57 0,1-1-66 0,-3 3-46 15,2 2-42-15,2 0-23 0,-4 1-15 16,1-1-3-16,-1 3-3 0,3 0-7 0,-1-2-4 15,0 1-13-15,0-1-31 0,2 0-45 0,0-4-47 16,2 1-44-16,-2-4-25 0,3 0-6 16,0 1 24-16,2-5 42 0,-2 0 46 0,1 0 39 15,4-3 24-15,-4 0 12 0,4 0 6 16,-1 1-17-16,-2 0-38 0,1 2-75 0,0 0-122 16,-3 1-254-16,0 4-203 0,0-1-84 15,-4 4 84-15,1 0 227 0</inkml:trace>
  <inkml:trace contextRef="#ctx0" brushRef="#br0" timeOffset="31430.54">23477 2871 28 0,'0'-2'353'0,"0"2"296"15,0-3 260-15,0 1 47 0,2 2-208 0,-2 0-173 16,0 0-120-16,-2 0-102 0,2 2-74 0,-3 1-57 15,3-1-29-15,-1 3-7 0,1-2 16 0,-2 4 20 16,0 1-2-16,2 0-17 0,-1 3-31 16,-1 1-37-16,1 2-38 0,-3 1-34 0,4 4-18 15,-1 0-7-15,-1 2-3 0,1 2-3 0,1 1 2 16,-2 1-2-16,0 3 0 0,0 0-4 16,2 2-1-16,-2 0-2 0,0 1-1 0,1 4-1 15,-1-1-1-15,1 3 1 0,-3-2 0 0,1 3-1 16,2 1 0-16,-1-1-1 0,0 0-2 15,1 3-2-15,-1-2-2 0,0 1-4 0,2 2-1 16,-1-1-2-16,-1 1 1 0,2 1-1 16,0 0 0-16,0 1 0 0,0 1-1 0,0 0-2 15,-1 0-1-15,1 1 0 0,0 0-1 0,-3 0-1 16,1-1 0-16,2 2 0 0,-3-2 1 16,2 1 0-16,-3 1 0 0,3-3 1 0,-2 3 1 15,-1-2 1-15,3 0 0 0,-3 2 0 0,0 0 0 16,-1 2-1-16,2 1 0 0,2 0-1 15,-3 0-1-15,1 0-1 0,2-1 1 0,-3 0-2 16,3 1 0-16,1 0 1 0,-2-3 0 0,0 3 0 16,2-1 0-16,0-1 1 0,2 2 1 15,0 1 0-15,-2 0-1 0,0 0-1 0,0-1 0 16,1 3-1-16,-1 0-2 0,-1-1 0 0,1 2-1 16,-4 2-1-16,0 0 3 0,-1-1 0 15,1 2 3-15,-3 0 0 0,1 1 1 0,-1-1 1 16,0 2-1-16,0-2-1 0,2-1-2 15,-1 0-1-15,1-4 0 0,-1 1-2 0,1-1 0 16,1-2-1-16,0-3 1 0,1-1 0 0,0-2 1 16,1-3-1-16,-1-1 0 0,2-5 0 15,-1 2-3-15,0-5-4 0,0 0-5 0,-2 0-8 16,3-4-10-16,-2-2-14 0,1-3-23 16,-3-3-55-16,4-2-71 0,-4-3-102 0,0-6-168 15,-3-1-296-15,4-5-327 0,-4-6-274 0,-1-5-145 16,0-8 257-16,1-5 634 0</inkml:trace>
  <inkml:trace contextRef="#ctx0" brushRef="#br0" timeOffset="32365.33">23258 2871 135 0,'0'2'510'0,"0"1"312"0,1-3 182 16,-1 0-99-16,2 0-236 0,-1-3-174 0,3 1-116 15,0 2-40-15,-1-5 34 0,4 1 1 0,-3-2-37 16,4-2-39-16,2-1-36 0,-2-3-46 16,0-1-67-16,4-5-49 0,-1 3-34 0,2-6-21 0,-1 1-13 15,3-1-10-15,-1-2-6 0,-1 3-3 16,1 1 2-16,-1-1 3 0,-4 3 0 0,0 4 0 15,-1 1-2-15,-1 1-2 0,-2 4-4 0,-1 1-4 16,0 4-1-16,-3-4-1 0,4 6 2 0,-1 0-1 16,0 6 2-16,-1-1 2 0,2 3-1 15,0 2-1-15,-1 3-1 0,2 3-1 0,1 2 0 16,-3 4-1-16,1-1 0 0,2 3 0 0,0 2 1 16,-2-3-1-16,1 4 1 0,-1-2 4 0,0 1 2 15,3-1 0-15,-4-1-1 0,1 1 0 0,0-5-2 16,0-1-5-16,-2-1-4 0,2-2-1 15,1-2-4-15,-1-2-3 0,-2 1-14 0,0-6-18 16,0 1-47-16,-1-2-73 0,-2 0-109 0,2-1-178 16,-4 1-292-16,0 0-339 0,2 1-317 0,-3 0-163 15,0 4 274-15,0 2 664 0</inkml:trace>
  <inkml:trace contextRef="#ctx0" brushRef="#br0" timeOffset="34647.86">22992 6653 39 0,'1'0'336'0,"-1"0"235"16,0 0 210-16,0 0 9 0,0 0-184 15,0 0-131-15,0 0-76 0,0 0-41 0,0 0-41 16,0 0-44-16,0 1-46 0,2-1-47 16,-2 1-40-16,1-1-29 0,-1 2-6 0,4 0 35 15,-3 0 37-15,3 1 22 0,0 2 10 0,1-1-5 16,3 1-15-16,0-2-43 0,-2 1-40 16,5 1-31-16,0-3-20 0,2 2-13 0,3-2-11 15,-2 2-4-15,3-4-2 0,1 1-1 16,2-1-2-16,1 0-1 0,0-1-2 0,2 1 2 15,1-2 0-15,-1 2-1 0,0-2 1 0,2 2-1 16,-1-1 1-16,1 1-4 0,2 1 1 0,-2-1-1 16,1 2-2-16,0 0 0 0,1-1-3 15,2 0 0-15,-1 4-3 0,0-3-2 0,1 0 0 16,-1 2 0-16,0-2-1 0,-2 3 0 16,1-1 0-16,2 0 0 0,-2-1-1 0,-1 0-1 15,3 0-1-15,-4 1-1 0,1-1 0 0,-3 0-2 16,2 2 1-16,-1-2 1 0,0 1-2 15,-2 0 1-15,3 0-1 0,-3-2 1 0,4 2 2 16,-2-2 2-16,-1 3 2 0,4-5 0 16,0 2 0-16,0-2 0 0,0 2-1 0,-2-2-3 15,4 0-2-15,-1 0 1 0,2 0 0 0,0-2-1 16,2 2 0-16,1-2 0 0,-1-1 1 16,4 0-2-16,-5 0 1 0,2 1-1 0,2 0 0 15,-1-2 0-15,-3 4-1 0,4-1 0 0,-2 1-1 16,2 0 0-16,-2 1 1 0,2 1-1 15,0 1 2-15,-2-2-1 0,0 3 2 0,0 0-1 16,1-1 1-16,0 1 1 0,0 2 0 0,1-1 0 16,-1 0-1-16,2 0-1 0,1-1 0 15,-1-1 0-15,-1 1 1 0,0 1-2 0,0-2 1 16,0 1-1-16,-4-1 1 0,4 2-1 16,-4-3-1-16,2 2 1 0,-3-2 0 0,2 2 0 15,0-2 0-15,-4 3-1 0,2-3 1 0,0 0-1 16,0 2 1-16,-4-2 1 0,2 3 1 15,-1-1 0-15,2 0 1 0,1-1 0 0,0 1 0 16,0 1 0-16,1-1 0 0,3 1 0 0,-3-2-2 16,6 0 2-16,-1-2-2 0,0 2 0 15,1-3 0-15,1 0 0 0,0-2 0 0,1 0-2 16,1-1 2-16,-2 0-2 0,1-2 2 16,4 2-2-16,-5-1 1 0,1 1 1 0,1-1 0 15,-1 2 0-15,-1 0 0 0,-1 1 0 0,2 0 2 16,1 1-1-16,-2 1 1 0,1 0-1 0,4 1 1 15,-4 0-1-15,4-1 0 0,0 2 0 0,0 0-2 16,-1-2 1-16,1 2 0 0,0-1-2 16,2-1 2-16,-2 1-1 0,1-1-1 0,1 2 1 15,-1-1 0-15,-1 1 2 0,-2-2 0 16,4 2 1-16,-2 0 0 0,3 2 1 0,-2-3-1 16,4 3 0-16,-2-2-1 0,2 2 0 0,-1-3 0 15,0 3-1-15,1-1 0 0,-1 0-2 0,-1-1 1 16,-1 0 0-16,1 0 0 0,2 0 0 15,-4 0 0-15,2 1 2 0,-3 0 0 0,2-3-1 16,0 2 2-16,0 0 0 0,1 0 1 16,3-1-2-16,-3 3 1 0,5-4 0 0,-5 3-2 15,3-1 0-15,-2 0 0 0,4-2-1 0,-4 2 0 16,1-3-1-16,0 3 0 0,-1-3 1 0,1 2 1 16,-1-2 0-16,0 0 0 0,-1 0 2 15,3-2 1-15,-2 2-1 0,2-3-1 0,1 1 1 16,0 1-1-16,0 1-1 0,-2-1 0 15,1-1 0-15,-2 2 0 0,-1 0-1 0,0 0 0 16,-2 2 0-16,-1-1-1 0,-1-1 0 0,1 3 1 16,-3 0 0-16,1-3 1 0,-3 2 1 0,0 0 1 15,-2 2 1-15,3-3-1 0,-4 0 0 0,3 2 0 16,-3-1 0-16,3-2 0 0,0 2-1 16,-2 0 1-16,1-2-1 0,-2 1 0 0,0-1 0 15,-2 1-1-15,-2-1 0 0,1 0 0 0,0 2 0 16,-2 0-1-16,0-1-1 0,-3 0 2 15,1 1-2-15,-1-1 0 0,0 2 1 0,-2 0 0 16,0-1 0-16,-3 1 0 0,2 0 1 0,0 0 0 16,-2 0 2-16,-1-1 0 0,1 2-1 0,-2-2 1 15,1 2 1-15,-1-1-1 0,1 0 0 0,-2-2 0 16,3 2 0-16,-3 0-1 0,-2-1-1 16,4 0 1-16,-4 1 0 0,1-2 0 0,0 0 0 15,-2 0 0-15,3-1 1 0,-3 0-1 0,1 0 1 16,-4 0-2-16,3 0 1 0,-3-1 0 0,1 1 0 15,-3-1 0-15,-1 1 2 0,0 0 2 16,-2-1 2-16,0-2-1 0,-1 3 0 0,-2 0 1 16,1 0-1-16,-3 0-1 0,0 0-2 0,-1 0-1 15,1 0-1-15,-2 0 1 0,1 0 1 16,0 0-1-16,-2 0 0 0,0 0 1 0,1-2 0 16,-1 2-1-16,2 0 0 0,-2 0-1 0,0 0 1 15,0 0 0-15,0 0 0 0,0 0 3 0,0-2-1 16,0 2 2-16,0 0 2 0,0 0-1 0,0 0 1 15,0 0-2-15,0-3 0 0,0 3-3 16,-2 0-1-16,2-2-2 0,-1 2-1 0,1-1-1 16,-4 1-7-16,3 0-10 0,-2-1-12 0,-1 1-19 15,0-2-34-15,-4 1-66 0,0-1-64 0,-2 1-78 16,1-1-130-16,-2-1-201 0,1 2-289 0,-2-3-219 16,2 2-202-16,1-1-16 0,-4-2 420 0,5-1 522 15</inkml:trace>
  <inkml:trace contextRef="#ctx0" brushRef="#br0" timeOffset="35113.21">31195 6797 36 0,'6'-6'357'0,"0"-1"261"0,-1 0 210 15,3-1 23-15,-2 2-228 0,1 0-149 0,-1 2-89 16,2-1-58-16,0 2-36 0,0 0-33 0,-2 2-40 15,2 1-28-15,0 0 7 0,1 1 50 0,-1 2 33 16,1 0 3-16,1 2-13 0,-2-2-28 16,1 2-44-16,-1 1-60 0,2 0-47 0,0 0-26 15,-1 1-15-15,0 1-7 0,1 1-5 0,1-2-2 16,-2 2-3-16,1 0-1 0,1-1-1 0,-2 2-2 16,3 0-1-16,-2-3-3 0,2 4-1 15,-4-1-1-15,2-2-2 0,0 3-1 0,-2-3-2 16,0 2 0-16,0-2-1 0,-2 1 1 0,-1 2-1 15,0-1 0-15,0-2-1 0,-3 3 0 0,-2-1-1 16,0 1-1-16,0 1 0 0,-6 1-2 0,2-1-1 16,-3 1-1-16,-3-1-2 0,0 2-1 0,-3-1-2 15,-3 2-1-15,0-2-2 0,-2-1 0 16,0 1-1-16,-4-1 0 0,0 1-1 0,1-1 0 16,-1-4-1-16,0 1-1 0,3-1 1 0,1-2-2 15,0 0 0-15,5-2-4 0,-3 1-6 0,7-1-16 16,1-1-21-16,0 0-45 0,2-1-78 0,4-2-104 15,2 0-190-15,2 2-293 0,5-2-344 16,1 4-345-16,0-2-162 0,6 1 255 0,-3 4 721 16</inkml:trace>
  <inkml:trace contextRef="#ctx0" brushRef="#br0" timeOffset="35880.12">31389 7719 28 0,'-5'5'518'0,"4"-1"477"0,-2-1 232 0,3-2-65 16,-4-1-368-16,4 0-281 0,4-1-108 0,-1-1-52 16,3 1-35-16,1-2-29 0,3 2-30 0,3-3-36 15,4 0-70-15,0 1-52 0,3 0-31 0,2 0-16 16,-1 3-11-16,1 0-6 0,-2 0 1 0,-1 3-3 16,2 1-3-16,-4 2-1 0,-1 2-2 15,0-1-1-15,-5 4-6 0,-1-1-2 0,-6 2-8 16,2 2-5-16,-4 1-3 0,-5 1-3 0,-2 1-2 15,-3 0-2-15,-1 4 3 0,-4-1 2 0,-1 1 0 16,-3 2 1-16,-1-1 0 0,-2 0 0 0,0 3 0 16,-2-1 2-16,0 1 2 0,0 1 0 0,3 1 0 15,-1-2 1-15,4-2 1 0,-2 2-3 16,6-2 0-16,1-3-1 0,4 0-1 0,3-2-2 16,4-1 1-16,0-4 3 0,4 1 3 0,3-3 0 15,2-1 1-15,4-3-1 0,0-3 1 0,5 0-5 16,3-3-2-16,0-2-2 0,4-3-1 15,2-1-1-15,1-3-1 0,1-2-1 0,2 1-5 16,1-1-8-16,-4-3-20 0,2 1-37 0,-1 2-76 16,-2-3-89-16,-5 0-167 0,2 2-289 0,-6-1-333 15,2 1-346-15,-3 0-195 0,-1 0 127 16,0 0 689-16</inkml:trace>
  <inkml:trace contextRef="#ctx0" brushRef="#br0" timeOffset="36254.35">32061 7881 187 0,'3'-6'799'0,"-1"1"437"0,-2 3 47 0,2 0-177 16,-2 2-370-16,3 2-213 0,-2 4-130 15,4 1-71-15,-2 3-44 0,-2 2-43 0,3 4-53 16,-1 3-64-16,0 1-37 0,0 4-22 0,1 2-13 16,-1 2-9-16,3 2-5 0,0-2-7 0,4 0-5 15,-1-1-6-15,7-2-2 0,0-5-3 0,3-3 1 16,1-6 0-16,0-7 2 0,1-4 2 15,1-4 1-15,1-5 2 0,-1-4 4 0,2-6 5 16,-2-2 3-16,-3-7 2 0,1-1 3 0,-4-2-1 16,1-3-1-16,-4 0-6 0,-2-1-4 0,-4 1-4 15,-3 1-4-15,-4 0-3 0,-1 0-4 0,-6 1-2 16,-1 2-1-16,-6 5-2 0,1 1-1 16,-4 4-1-16,0 6 0 0,-2 4-1 0,-5 4 1 15,1 6-1-15,0 5 0 0,0 1 0 0,-3 7 0 16,4 4 0-16,1-1-1 0,3 5 0 0,2 0 0 15,2 4-1-15,2-3-4 0,2 4-5 0,2-1-9 16,3-1-11-16,0-1-18 0,3 1-24 0,2-7-46 16,0 1-67-16,2-2-84 0,0-3-155 15,1-1-274-15,-2-3-315 0,3-2-300 0,-1-1-205 16,-2-1 113-16,3-5 635 0</inkml:trace>
  <inkml:trace contextRef="#ctx0" brushRef="#br0" timeOffset="36467.51">32055 7886 274 0,'3'5'924'15,"0"-2"460"-15,2 2 62 0,0 2-175 16,4-2-499-16,1 3-270 0,-1 1-149 0,3-4-101 16,1 0-82-16,5 0-65 0,-1-1-36 0,2-1-23 15,0-3-15-15,5 0-10 0,-1 0-7 0,3-3-5 16,-1 0-5-16,1 0-3 0,-1-2-9 15,2 2-25-15,-4-1-63 0,-2-3-77 0,0 2-171 16,-4-1-282-16,-4 1-325 0,-1-1-373 0,-2 2-268 16,-6-1 59-16,-2 0 740 0</inkml:trace>
  <inkml:trace contextRef="#ctx0" brushRef="#br0" timeOffset="37610.58">22853 1420 61 0,'1'0'626'0,"1"1"495"15,0-1 172-15,-1 4-80 0,2-2-282 0,1 3-288 16,-2 2-179-16,2 3-98 0,-1 0-67 0,-2 2-59 16,1 3-79-16,1 1-53 0,-1 3-34 0,-1 2-19 15,3 0-10-15,-4 2-9 0,1 0-6 16,-1 3-5-16,3-4-6 0,-3 3-6 0,2-4-4 16,0 3-3-16,-2-2-2 0,1-2-1 0,-1-3-2 15,0 1-1-15,3-3-1 0,-3 0-1 0,0-3 0 16,-3-3-1-16,3-1-7 0,-1-2-12 0,1-2-22 15,-4-2-44-15,0-2-71 0,-1-4-74 16,0-3-125-16,-1-2-191 0,0-2-304 0,-2-3-285 16,1-3-203-16,1 0-105 0,-1-2 383 0,0 0 575 15</inkml:trace>
  <inkml:trace contextRef="#ctx0" brushRef="#br0" timeOffset="37891.46">22665 1186 15 0,'1'-8'519'0,"2"3"488"0,1 1 229 0,-4-1-74 15,3-1-344-15,2 1-220 0,1 1-144 0,2 1-89 16,3 1-56-16,1 2-37 0,1 0-33 0,4-3-73 16,-1 3-60-16,5 3-32 0,1-3-17 0,-1 0-12 15,2 2-13-15,2-2-8 0,1 3-7 0,-2 0-6 16,1-2-5-16,0 3-3 0,0-2-1 0,-1 2-1 15,-3 0 4-15,1 0 2 0,-2 1 1 16,-4-1-6-16,1 4-18 0,-4-1-44 0,-2 4-77 16,-5-3-82-16,-1 3-150 0,-5 3-250 0,-1-2-318 15,-4 1-292-15,-3 2-203 0,0 0 31 0,-3 0 541 16</inkml:trace>
  <inkml:trace contextRef="#ctx0" brushRef="#br0" timeOffset="38127.42">22605 1894 98 0,'-2'6'691'16,"2"3"471"-16,0-4 119 0,0 1-155 16,2-2-386-16,1-1-260 0,3 0-112 0,5-1-55 15,0 1-36-15,5-3-25 0,-2 1-30 0,5-1-61 16,2-1-60-16,2 1-46 0,3-3-18 0,-1 1-14 15,2-1-8-15,0 0-7 0,1 0-4 16,1 1 2-16,-1-2-9 0,-1 3-35 0,0 0-71 16,-4 2-67-16,-2 0-143 0,-3 4-259 0,-2-1-320 15,-2 4-323-15,-5 1-220 0,-1 1-20 0,-3 2 563 16</inkml:trace>
  <inkml:trace contextRef="#ctx0" brushRef="#br1" timeOffset="47578.12">24334 6204 172 0,'-1'-1'432'16,"-3"-3"234"-16,1 4 184 0,2-2-124 0,-1 2-132 15,0 0-74-15,1 0-59 0,-1-3-59 16,2 2-42-16,-1 0-22 0,1 1 10 0,0 0-18 16,0 0-26-16,0 0-30 0,0 0-40 0,0 0-54 15,0 1-62-15,0 0-43 0,0-1-26 16,0 0-18-16,1 0-10 0,-1 0-8 0,2 3-6 16,-1-3-3-16,-1 0-1 0,4 0 1 15,-3 0 2-15,2 0 3 0,2 0 5 0,3 2 1 16,0 0 3-16,0-2 1 0,2 2-1 0,0-1-1 15,2 0-1-15,-3-1 2 0,5 2-1 16,-1 0 1-16,1-1 2 0,0 2 1 0,2-2 0 16,-2 2-2-16,4 0 0 0,-2 0-1 15,2 2-1-15,-1-2-2 0,1 1-2 0,-2 1 0 16,3-3-3-16,2 2-1 0,-5 0-1 0,2-1-1 16,2 0-1-16,-2 0 2 0,0-1-1 0,-1 1 2 15,2 0 2-15,-3-1 0 0,3 1 0 16,-3-1-1-16,1 2 0 0,-1-2-3 0,0 2-2 15,-2-2-1-15,2 1-1 0,-2-1 1 16,0 1-3-16,1-2 1 0,0 2 1 0,-2-1-1 16,3 1 1-16,-3-2-1 0,1 1 1 0,0-2 2 15,0 0-1-15,-1-2 0 0,0 1 2 16,2-2-1-16,0 1 0 0,-1-1 0 0,0 0-1 16,2 0 0-16,-3 2-1 0,0-2 1 15,2 3 0-15,1-1 0 0,-2 1-1 0,2 1 1 16,0-1 0-16,-1 3-1 0,1-2 1 0,1 2-1 15,1 2 0-15,-1-2 0 0,1 0 0 0,1 0-1 16,-1 0 0-16,-1-1 0 0,1 0 0 16,-2 1-1-16,-2-2 0 0,1 1 1 15,-1 0-1-15,-1-2 0 0,1 1 0 0,-3-1 1 16,0 1-1-16,1-1 0 0,0 2 1 0,-3 0-1 16,4-2 0-16,-2 1 0 0,1-1 0 0,1 0-1 15,-2 0 1-15,3 0-1 0,-1 0 0 16,1 0 0-16,-1 0 0 0,1-1 0 0,0 1 0 15,-1 0-1-15,1-2 1 0,-1 0-1 16,3 2 0-16,-3-1 0 0,1 1 0 0,-2-1 0 16,1-1 0-16,3 0 1 0,-3 2-1 0,1-1 2 15,-1 0-1-15,2-1 0 0,-4 0 2 16,3 1-1-16,-1 1 0 0,-2-1 0 0,3-2 0 16,-2 3 1-16,2-3-1 0,-3 3 0 15,0-2-1-15,1 1 1 0,0-1-1 0,0 2 0 16,-1-1 1-16,1-1-1 0,-2 1 1 0,0-1-1 15,0 2 1-15,-1-1-1 0,-1 1 0 0,0-2-1 16,0 2 1-16,1-1 0 0,-1 1 0 16,0-2 1-16,0 1-1 0,1 0 1 0,-1-1-1 15,2 0 0-15,1 1 0 0,-2 0 1 16,-1-3-1-16,5 2 0 0,-4-2-1 0,3 1 1 16,-2-1-1-16,0-1 0 0,1 1 0 0,1-2 0 15,-2-2 1-15,1 1 0 0,0-1-1 16,-1-1 0-16,1 2 1 0,0-3-1 0,-2-1 0 15,-1 2 0-15,2-2 0 0,-1 1 0 16,-1-4 0-16,0 2 1 0,1-3-1 0,-2 0 2 16,1 0 0-16,-2 0 0 0,3-1 0 0,-4 1 1 15,3-3-1-15,-3 1 1 0,3-1-1 16,-4 0 1-16,1-2-1 0,-2 1 0 0,2 0-1 16,-1-2 1-16,-1-2 0 0,-2 0-1 15,4-2 0-15,-1-1 0 0,0 0 0 0,-1-4 0 16,0 3 0-16,0-3-1 0,2-1 1 0,-2 1-1 15,3 1-1-15,-3-3 0 0,2 3 0 0,-1-3 0 16,0 2 0-16,1 0 1 0,0-2 1 16,-1 1 0-16,1-1 2 0,-2 1 1 0,1-2-2 15,0 1 1-15,-2-2 0 0,1 4-1 16,-1-2 1-16,-1 0-2 0,-1 0 2 0,0 0-2 16,0 1 0-16,0-1 0 0,0-1 0 0,0 4-1 15,0-3-1-15,0 0 1 0,0 2 0 0,2 2-1 16,0 0 0-16,-1-2 0 0,2 2 1 15,0 1-1-15,0-1 1 0,1 1 1 0,0 0 0 16,1-2 1-16,2 2 0 0,-1-1 0 16,-2-1 1-16,1 1-1 0,-2-2 0 0,2 1 0 15,0 0-1-15,1 0 0 0,-3 0 0 0,0 1 0 16,2-2-1-16,-2 0 0 0,2 1 1 0,0 1-1 16,-2 0 0-16,3-2-1 0,-1 4 0 15,-2-2 0-15,4 3 0 0,-4 0 0 0,2 0 1 16,1 1-1-16,-2 1 1 0,0-1 1 0,1 3 0 15,-2-1 1-15,0 1 1 0,0-1 0 16,2 1 0-16,-1 2 0 0,1-3 0 0,-2 3 0 16,1 0 0-16,-1 1-1 0,0-1 0 15,0 2 0-15,0-4 0 0,1 3 0 0,0-3-1 16,-1 2 1-16,0 1 0 0,1-2-1 0,-3-3 1 16,2 2-1-16,1 2 0 0,-1 0 0 15,0 3 0-15,-1 0-1 0,-1 1 1 0,2-2 0 16,-1 2 0-16,1 3 0 0,-2-2 1 15,1 4-1-15,0 0 0 0,-1-1 0 0,-1 1 0 16,2 0 0-16,-1 0-1 0,3 0 1 0,-4 0-1 16,1 2 1-16,1-3-1 0,0 1 1 15,1 0 0-15,-2-3-1 0,2 3 0 0,-1 1 1 16,-2-2 0-16,1 4 0 0,-1-1 0 16,0 3 0-16,0 0 0 0,0 0 0 0,0 0 1 15,0 3 0-15,0-2-1 0,0 2 1 0,0 2-1 16,0 0 0-16,0-2 0 0,0 2-1 0,0 0 1 15,0 0-1-15,0 0 0 0,-1 0 0 16,1 2 1-16,0 0 0 0,0 2 0 0,-2 1 1 16,-1-3-1-16,3 3 1 0,0 1 0 15,-1 0-1-15,1 0 0 0,0 0 1 0,-2 1-1 16,1 0 0-16,1 1 1 0,-2 1-1 0,0-1 0 16,2 1 0-16,-1 0 0 0,-1 1 1 15,0 1-1-15,1 0 0 0,-1 0 0 0,1 2 1 16,-3 0-1-16,3 0 0 0,-2 2 0 0,-2-1 0 15,4 1 0-15,-3 2 0 0,3-1-1 16,-2-2 1-16,-1 3 0 0,1-1 0 0,2 0 0 16,-3 1 0-16,3-1-1 0,-2 0 0 15,-1 2 0-15,0 0 1 0,-1 1-2 0,4-1 2 16,-4 2-1-16,2 0 0 0,-1 1-1 16,0 0-1-16,0 0 1 0,-2 0 0 0,2 1 0 15,0 0 1-15,1 0 1 0,-2-1 1 0,4 0 0 16,-3 1 0-16,1-1 1 0,2 0-2 0,1 1 1 15,0-1 1-15,0-3-1 0,1 2 0 16,2 0 1-16,-3-1-2 0,4 1 1 0,-1 1-1 16,-1-2 0-16,1 1 0 0,-2 1 0 0,1 0 0 15,0 0 1-15,-1-1-1 0,-1 2 0 16,0-1 0-16,0 0 1 0,0 0-1 0,0-1-1 16,-1 2 1-16,-1-3-1 0,0 1 0 0,-1 0 0 15,2 0-1-15,-3-2 1 0,3 0 0 16,-3 0 0-16,4 1 0 0,-3-3 0 0,2 0 0 15,-2 1 0-15,1-2 1 0,1 2-1 16,-1-2 1-16,1 2 1 0,-1 0 0 0,0 1-1 16,1-2 2-16,1 1-1 0,-2 1 0 0,1 0 1 15,-1-2-1-15,0 2 1 0,2-1-1 0,-1 0 0 16,1 0-1-16,0 0 0 0,0-1 0 16,1 0 1-16,-1 0 0 0,0 0-1 0,2-1 1 15,0 0-1-15,-1 1 0 0,1-3 0 16,-2 1 0-16,1 0-1 0,-1 0 1 0,2-3 0 15,-2 6-1-15,2-4 1 0,-2 0 0 0,0 0-1 16,0 0 1-16,0 2 0 0,0-2 0 16,0 1-1-16,0-1 1 0,-2 0 0 0,2 0-1 15,-2 1 1-15,2 0 0 0,-1-2-1 16,-1 1 0-16,1 1 0 0,1-2 0 0,-2 1 0 16,0 0 0-16,2-1 0 0,0-1 0 0,-1 3 0 15,1-2-1-15,0 1 1 0,0 0 0 0,-2 0 0 16,0 0 1-16,2-1 0 0,-1 1 0 15,-1 0 0-15,2 0 2 0,-1 1-1 0,1-2-1 16,-3 1 1-16,1-1 0 0,2-1 0 16,0 2 0-16,-1 1 0 0,1-2 0 0,0-2-1 15,0 1 1-15,0-1-1 0,0-1 1 0,0 2-1 16,0-2-1-16,0 1 1 0,0 1 1 16,1-4-1-16,-1 2 0 0,0-2 1 0,2 3-1 15,-2 0 0-15,3 0 0 0,-3-2 0 16,0 3 0-16,0-4 0 0,1 2 0 0,-1 0 0 15,0-1 0-15,2 4 0 0,-2-1 0 0,1-3 0 16,-1 1 0-16,4 0 0 0,-4-2 0 16,1 1 0-16,-1 1 0 0,0-1 0 0,2 1 0 15,-2 0 0-15,0-1 0 0,0 2 0 16,0-2 0-16,0 0 0 0,0 1 0 0,0-1-1 16,0 3 1-16,0-1 0 0,0 0 0 0,0-2 0 15,2 1 0-15,-2-2-1 0,0 2 1 0,1 0 0 16,-1-1 0-16,0 1-1 0,0 0 1 15,0-2 0-15,2-1 0 0,-2 2 0 0,0-3-1 16,1 3 1-16,1 0 0 0,0-1-1 16,-2-1 0-16,1 1 0 0,1-1 1 0,-1 0-1 15,-1-2 0-15,2 1 1 0,1 0 0 0,-2 0-1 16,1-2 1-16,-1 1 0 0,3-1 0 16,-3 1 0-16,1 1 0 0,0 0 0 0,-1 2 0 15,1-5-1-15,-2 4 1 0,1-1 0 0,1-1 0 16,0 0-1-16,-1 0 1 0,1 0 0 15,-1 0-1-15,3 1 1 0,-2 1-1 0,-2-2 1 16,4 2 0-16,-3 2 1 0,1-2-1 0,-2-2 1 16,1 4 1-16,1-3-1 0,0 2-1 0,-2-1 1 15,3 0-1-15,-3 0 1 0,1-2-1 16,-1 1-1-16,2-2 1 0,0 0-1 0,-2-1 1 16,0 2 0-16,1-3 0 0,-1 2 0 15,2-1 0-15,-1 0 1 0,-1 0 0 0,2 0-1 16,0 0 1-16,-2 0 0 0,2 1-1 0,0-1 1 15,0 4-1-15,-2-1 1 0,1-1-1 0,1 2 1 16,-2 0 0-16,1-2 0 0,-1 2 0 16,4-1 0-16,-4 2-1 0,0-1 0 15,0-1 0-15,1 1 0 0,-1 1 1 0,0-1-1 16,2 1 1-16,-2 1-1 0,0-2 1 16,0 0-1-16,1-1 1 0,-1-2-1 0,0 0-1 15,0 0 0-15,0-2 0 0,0 1 0 0,2-2 0 16,0 1 0-16,-2-1 1 0,1 0 0 0,2-1 0 15,-1 1 0-15,1-2 1 0,2 1 0 16,-1-1-1-16,0 1 2 0,-1-1-2 0,2 1 1 16,-2-1-1-16,2-1 0 0,-1 3 0 15,-1-1-1-15,4-1 1 0,-4 1 1 0,2 1-1 16,0-2 1-16,-2 2-1 0,3 0 1 0,-2-1-1 16,0 1 0-16,1 0 1 0,-1-2-1 15,1 2-1-15,-2 0 1 0,3-1 0 0,-1 1 1 16,-2 0-1-16,4 0 1 0,-4 0-1 0,2 0 1 15,1 0-1-15,-2 0 0 0,1 0 1 0,0 0-1 16,2 0 1-16,-3 0-1 0,2 0 1 16,1 0-1-16,-1 0 1 0,1 1-1 0,-1-1 0 15,2 0 0-15,-4 0 1 0,1 0-1 16,2 0 0-16,-1-1-1 0,0 1 0 16,0 0 1-16,-1 0 0 0,2-1 0 0,-1 1 0 15,-1-2 0-15,1 2 0 0,-1 0 1 0,-1 0-1 16,0 0 0-16,1-2 0 0,-1 2 0 0,2 0 0 15,-1 0 0-15,-2 0 1 0,2 0-1 16,-2 0 1-16,2 0-1 0,-2 0 0 0,2 0 0 16,-2 0 0-16,2 0 0 0,-4-1-1 15,4 1 0-15,0-1 1 0,0 1 0 0,0-2-1 16,2 0 1-16,0 0 0 0,1 2 0 0,0 0 0 16,1-3-1-16,-1 2 1 0,2 0 0 15,-1 1 0-15,0-2-1 0,3 1 1 0,-2 1 0 16,1 0-1-16,1 1 1 0,0-1 0 0,-2 2 0 15,4-1-1-15,-5 0 1 0,4 2 0 16,0-3 0-16,-2 2-1 0,-2 2 0 0,4-2 1 16,-4 0-1-16,3 0 0 0,-2 0 0 0,0 0 1 15,0-1 0-15,-1 1-1 0,0 1 0 16,0-2 1-16,0 2 0 0,-1-1 0 0,0 1-1 16,0 0 0-16,-1-2 1 0,1 2 0 15,-1 0-1-15,-1-1 1 0,1 0-1 0,-2 2 1 16,0-3-1-16,2 2 0 0,-2-1 0 0,1-1 1 15,0 0 0-15,-1 1-1 0,0 1 1 0,-1-3 0 16,1 2 0-16,-2-2 0 0,2 0 0 16,0 3 1-16,-1-2-1 0,0 1 1 0,-3-2-1 15,4 1 0-15,-2-1 0 0,-1 1 1 16,1-1-1-16,-1 0 0 0,-1 3 0 0,2-3 0 16,-1 0 0-16,-1 0 0 0,-1 0 0 0,2 0 1 15,-2 0-1-15,0 0 1 0,1 0-1 16,-1 0 0-16,0 0 0 0,2 2 0 0,-2-2 0 15,2 0 1-15,-1 0-1 0,-1 0 0 16,2 0 0-16,-1 0 0 0,1 2 0 0,0-2 1 16,3 2-1-16,-2-2 0 0,3 0 1 0,0 1 0 15,1-1-1-15,2 1 0 0,0-1 1 16,3 0-1-16,-3 2 1 0,3 0 0 0,1-1 0 16,1 0 1-16,-1 1-1 0,2-1 0 15,0 1 0-15,1-1-1 0,3 2 1 0,1-1 0 16,0 1-1-16,2-2 1 0,0 2 0 0,-1-1 0 15,1 1-1-15,0-2 0 0,1 2 0 0,-2 0 0 16,3-2 0-16,-2 1 0 0,0 0 0 16,0-2-1-16,-1 1 1 0,1 0-1 0,-2-1 0 15,2 0 1-15,-1 2-1 0,-2-2 0 16,0 2 0-16,0-2 0 0,-2 0 0 0,2 1 0 16,-3-1 0-16,1 1 0 0,-1 1 0 0,-2 1 0 15,1-3 1-15,0 0 1 0,-3 2 0 16,-3-2-1-16,2 3 1 0,-4-3-1 0,-3 1 0 15,3-1 0-15,-4 2 0 0,1-2 1 16,-2 0 0-16,-1 0-1 0,3 0 1 0,-4 1 0 16,0-1 0-16,1 0-1 0,-1 0 1 0,0 0-1 15,2 0 0-15,0 1 0 0,-1-1 0 0,1 0 0 16,-2 3 0-16,1-3 0 0,1 0 0 16,0 0 0-16,-1 0 0 0,1 2 1 15,-1-2-1-15,4 0 0 0,-5 2-1 0,1-2 1 16,2 2 0-16,-3-2 0 0,4 0 0 0,-3 1 0 15,1 0 1-15,0-1-1 0,1 2 1 0,0 0 0 16,0-1 0-16,4-1 1 0,-1 1 1 16,0 1 1-16,0-1 0 0,2-1 1 0,3 0 0 15,-3 0-2-15,4 0-3 0,-2 0 0 16,1 0 0-16,-1 0 0 0,2 0 0 0,0 0 0 16,-3 0 0-16,4 0 0 0,-2 0 0 0,0 0 0 15,-2 0 0-15,3 2 0 0,-4-2 0 16,1 1 0-16,-3-1 0 0,1 0 0 0,-3 2 0 15,1-2 0-15,3 1 0 0,-3-1 0 16,-2 0 0-16,2 2 0 0,-4-2 0 0,4 1 0 16,-2-1 0-16,2 0 0 0,-1 0 0 0,0 0 0 15,0 0 0-15,1 0 0 0,2 0 0 0,-1-1 0 16,-3 1 0-16,2 0 0 0,-1 0 0 16,0 0 0-16,1 1 0 0,-1-1 0 0,2 0 0 15,1 2 0-15,-1-2 0 0,-1 1 0 16,1 1 0-16,2-2 0 0,-2 1 0 0,1-1 0 15,1 0 0-15,-1 0 0 0,0 0 0 0,-2-1 0 16,-1 1 0-16,1 0 0 0,-2-2 0 16,1 2 0-16,-2-1 0 0,2-1 0 0,-3 1 0 15,1-1 0-15,-1 1 0 0,-1-2 0 16,2 1 0-16,0 1 0 0,-2-2 0 0,0 2 0 16,0-1 0-16,0 2 0 0,-2-2 0 0,0 1 0 15,1 1 0-15,-4 0 0 0,-1 1 0 16,1 1-39-16,-3 0-52 0,-1-1-81 0,-1-1-145 15,-2 0-263-15,2-1-323 0,-1-3-403 16,2 0-406-16,-3-3-40 0,3-1 719 0</inkml:trace>
  <inkml:trace contextRef="#ctx0" brushRef="#br1" timeOffset="53157.97">14508 5074 181 0,'3'0'530'0,"-1"0"321"15,-1-1 207-15,-1 1-146 0,2-1-224 0,-2 1-169 16,1 0-85-16,-1 0-20 0,0 0-22 16,0 1-39-16,0-1-38 0,0 0-39 0,0 1-51 15,0-1-61-15,0 0-53 0,-3 0-32 0,3 0-20 16,-3 0-10-16,1 2-8 0,1-2-6 15,-1 2-2-15,1-2-4 0,-3 0-3 0,1 1-2 16,0 0-3-16,-3 1-1 0,3 0-1 16,0 0-3-16,-4 1-1 0,4 0-2 0,-2 0-1 15,-1 2-2-15,0-1-3 0,-1 2 0 0,2 0 0 16,-1-1-2-16,0 2-1 0,-2 1 1 16,2-1-2-16,-1 1 0 0,1 0-2 0,-2 0 0 15,2 1-1-15,-1 0 0 0,1 0 0 0,1 0 0 16,0 2-1-16,-2-1 1 0,2 2 0 0,-1 0 0 15,1 1-1-15,0 3 0 0,-1-3 1 16,1 4 0-16,0-2 0 0,2 1 1 0,-2 2 0 16,2-1 1-16,-2 2-2 0,1-1 1 15,2 0 0-15,-1 1 0 0,2 0 0 0,-3 0 0 16,4-1 0-16,-1 2 0 0,-1-1 0 0,0 0 1 16,2 1-1-16,-1-2 0 0,-1 1 0 15,2 1 0-15,0-2-1 0,-1 0 0 16,-1 0 0-16,2-1 0 0,0-1 0 0,0 1 0 0,-2-2 0 15,2-2 0-15,0 1-1 0,0-2 0 16,0 1 1-16,0-2 0 0,0 1 0 0,2-2-1 16,-2 1 1-16,0-1 0 0,0 0 0 15,0 1 0-15,0-2-1 0,0 1 0 0,0 0 1 16,0-3 0-16,0 2 0 0,-2 0-1 0,2-1 1 16,-3 0-1-16,3-1 1 0,-4 2-1 15,4-1 0-15,-2-4 1 0,1 2 1 0,-1-2-1 16,1-1-1-16,1 0 1 0,-2 0 0 0,0-1-1 15,2-1 1-15,0-1-1 0,-1 0 1 0,1 0-1 16,-2-1 0-16,2-1 0 0,0-1-2 16,-2 0-3-16,2-1-3 0,0-2-8 15,0 1-10-15,0-1-16 0,0 2-23 0,-1-2-49 16,-1 1-69-16,2-1-77 0,-3 0-140 0,1 1-234 16,1 1-308-16,-1 0-281 0,1 1-192 15,-1-2 5-15,2 2 522 0</inkml:trace>
  <inkml:trace contextRef="#ctx0" brushRef="#br1" timeOffset="53810.65">14557 5359 39 0,'3'-5'520'0,"0"3"462"16,-1 1 237-16,-2-2-45 0,0 1-280 0,1 2-202 16,-1 0-164-16,2 0-112 0,-1 0-78 15,-1 0-64-15,0 1-78 0,0 0-73 0,0 3-44 16,2 0-25-16,-2 1-11 0,0 1-7 0,0 1-7 15,2 4-7-15,-1-3-2 0,-1 5-4 16,0-2-2-16,2 3-1 0,-2 0-1 0,1 1 1 16,1 1-2-16,-2 0 2 0,2 3-1 15,-1 0 2-15,4 2-1 0,-4 0 0 0,1 2 0 16,-1-2-2-16,1 1-3 0,0 1-1 0,-1 1-2 16,1-2-2-16,-1 2-2 0,1-1 0 15,1-1-1-15,-1 0-1 0,-1 0 1 0,3-3-1 16,2 1-1-16,-3-2 0 0,2-3 1 0,-1-2 0 15,1 0-1-15,2 0 2 0,0-4-1 16,0-1 0-16,-1-2 0 0,2-1-1 0,0-5 2 16,0 0-2-16,1-6 2 0,-1-3 2 15,3-3-1-15,-1-3 0 0,-1-1 0 0,2-4 1 16,0-1-2-16,-1 0 0 0,1-1 0 0,-2-1 0 16,-1 1 0-16,2-3-1 0,-4 1 0 0,2 1 2 15,-1 1-1-15,0-3 1 0,-2 3 0 16,-2-2 0-16,0 1 0 0,-3 0-1 0,0 1 1 15,-3 3-1-15,1-3 1 0,-4 5 2 16,0 0 0-16,0 4 2 0,-4 1 0 0,2 2 0 16,-3 3-1-16,2 2 0 0,-1 3 0 15,-2 2-2-15,2 1 0 0,0 0-1 0,0 5-1 16,2-1-2-16,-1 1-1 0,0-4-5 0,5 5-11 16,-3-2-13-16,6 0-21 0,-4-1-41 0,1 2-70 15,1-2-69-15,-1-1-106 0,-1 2-166 16,2-2-277-16,-2 0-286 0,3 0-212 0,-1-1-144 15,0 2 257-15,1-3 559 0</inkml:trace>
  <inkml:trace contextRef="#ctx0" brushRef="#br1" timeOffset="54061.54">14596 5592 29 0,'0'7'580'0,"0"3"503"16,0-3 203-16,2 0-38 0,1 1-249 0,0-4-322 16,2 2-205-16,4-1-114 0,-2-3-70 15,2 0-72-15,2-2-83 0,0-2-52 0,2 0-29 16,1-2-19-16,2-2-9 0,1 1-8 0,1-3-7 16,1-1-5-16,0 2-4 0,0-1-11 15,0 1-34-15,1-1-78 0,-2 2-93 0,0 0-190 16,-1 1-295-16,0 3-337 0,0 0-362 0,2 0-169 15,-2 2 221-15,1 2 721 0</inkml:trace>
  <inkml:trace contextRef="#ctx0" brushRef="#br1" timeOffset="54992.31">18029 5299 278 0,'2'0'630'0,"0"-1"299"0,-2 1 116 15,4 0-253-15,-4 0-233 0,1 1-145 16,1-1-100-16,1 2-72 0,0 0-20 0,4 2 30 16,-1-1 40-16,5 1 3 0,-2 2-18 0,3 0-22 15,0 0-35-15,1 2-57 0,2-1-53 0,-2 2-32 16,4 0-17-16,1 4-9 0,-1 0-8 15,-1 2-4-15,3 2-4 0,2 2-5 0,-4 0-5 16,4 1-4-16,-4 2-4 0,2 1-4 16,-2 1-2-16,1 1-3 0,-1 3-2 0,-1 0-2 15,-2 0-2-15,1 1 0 0,-5 0-2 0,2 3 0 16,-6 0 1-16,0-2-2 0,-1 6 0 16,1-2 0-16,-6 1 0 0,3 1 0 0,-3-2 0 15,-3 3-1-15,2 1 1 0,-4 1 0 0,0-1 0 16,1 1-1-16,-1-3 1 0,-2-2-3 15,3-1-7-15,-4-6-9 0,2-3-17 0,-1-6-33 16,-1-6-59-16,2-4-66 0,-2-7-72 0,-1-4-123 16,2-4-175-16,-4-6-288 0,5-3-233 15,0-4-202-15,-3 0-65 0,2-3 364 0,1-1 517 16</inkml:trace>
  <inkml:trace contextRef="#ctx0" brushRef="#br1" timeOffset="55674.61">17978 5631 325 0,'0'1'773'0,"-2"2"337"0,1 0 67 15,-2 1-274-15,0 4-283 0,1 1-129 16,1 4-65-16,-1 0-54 0,2 5-53 0,2 2-44 15,-2 4-45-15,1 2-66 0,4 4-60 16,-4 2-36-16,2-1-23 0,2 2-12 0,0 0-11 16,2-1-8-16,2-4-3 0,-1-4-4 15,1-1-4-15,-1-5-1 0,3-3-1 0,-1-5 0 16,-1-2 0-16,2-6 0 0,-3-3 3 0,2-5 0 16,1-4 0-16,-3-5 2 0,-2-2-1 0,2-5 3 15,0-1 1-15,-4-5 3 0,1-1 0 16,-2-1 3-16,1-3 1 0,-3 2-2 0,-1-2-1 15,-3-2-2-15,1 3-2 0,-4 0-3 0,0 2-2 16,-3-1 0-16,-3 6-2 0,3 3 1 16,-4 1 0-16,0 6 0 0,1 4-1 0,1 2-1 15,0 6-1-15,-2 3-2 0,2 5-2 16,0 2-7-16,0 4-14 0,1 4-29 0,2 0-66 16,-1 1-67-16,-1 2-106 0,2-1-172 0,-1 1-303 15,1-2-310-15,3 1-230 0,-1 1-151 16,1-3 255-16,2-2 605 0</inkml:trace>
  <inkml:trace contextRef="#ctx0" brushRef="#br1" timeOffset="55875.48">17864 5776 39 0,'5'2'453'0,"2"2"331"0,0-1 275 16,3 2 63-16,1-1-352 0,1 0-265 0,1 1-156 15,4-2-85-15,0 0-90 0,1-1-72 16,0-2-42-16,4 0-31 0,0-2-17 0,0-1-12 16,0 0-51-16,-1 0-145 0,-1 0-274 0,-2 2-268 15,-1-3-262-15,-1 4-226 0,0-1 46 16,-3 1 489-16</inkml:trace>
  <inkml:trace contextRef="#ctx0" brushRef="#br2" timeOffset="76742.7">14076 7000 117 0,'0'3'378'0,"0"-2"198"0,0 1 157 16,0-2-132-16,0 3-150 0,2-3-95 0,-1 2-48 15,-1-2-28-15,4 0-18 0,-4 0-13 0,1 0-21 16,-1 2-19-16,3-2-18 0,-3 0-15 0,0 0-15 16,0-2-17-16,0 2-8 0,0 0 9 15,0 0 35-15,0 0 37 0,0 0 23 0,0 2 1 16,2-2-15-16,-2 0-37 0,0 0-46 0,0 0-42 15,0 3-34-15,0-3-18 0,0 0-11 16,0 0-9-16,0 0-3 0,0 0-6 0,0 0-2 16,0 0-5-16,3 0-1 0,-2 0-4 15,-1 0-1-15,0 0-1 0,0 0-2 0,0 0-1 16,0 0 0-16,0 0 0 0,0 0 1 16,0 0-1-16,0 0 2 0,0 0-1 0,0 1 0 15,0-1 2-15,0 0-1 0,0 0 0 0,2 0 2 16,-1 1 2-16,3-1 2 0,-3 1 1 15,3-1 1-15,0 0 1 0,-2 3-2 0,1-3-1 16,2 0-1-16,-1 0 0 0,1 0 1 0,0-3 1 16,0 3 1-16,0 0 1 0,1-1 1 15,1 1-1-15,-2-1-1 0,2 1-3 0,-1 0-1 16,-1-1-2-16,4 1 0 0,-2-3-1 0,-1 3-1 16,0 0 0-16,2-2 0 0,-2 2-1 15,-1-2 0-15,2 2 0 0,-1-3 1 0,0 3-1 16,-1-2 0-16,0 1 1 0,-1 0-1 0,1-1 1 15,0 1-1-15,0-1 0 0,1 1 0 16,0-3-1-16,-1 3 0 0,2-2 0 0,-1 0-1 16,1 2 0-16,0-2-2 0,-2 1 1 15,1 1-1-15,2-1 0 0,-2 1 0 0,1 0 0 16,-1-3 0-16,0 3 1 0,2-1-1 16,-2 1 0-16,-1-1 1 0,0 2-1 0,1-1 0 15,-1 1 1-15,1 0 0 0,1-2-1 0,-3 2 1 16,1 0-1-16,0 0 1 0,1 0-1 15,-1 0 0-15,-2 0 0 0,3 0 0 0,-2 2 0 16,1-2 0-16,-1 0 0 0,1 0 0 0,-1 0 0 16,1 0 0-16,0 0 1 0,-2 0-1 15,2 0 0-15,0 0 0 0,-1 0 1 0,1 0-1 16,0 0-1-16,0 0 1 0,0 0-1 0,-1 0 1 16,2 0-1-16,-1 0 1 0,2 0 0 15,-3 0 0-15,1 0 0 0,2 0 0 0,0 0 1 16,0 0-1-16,-3 0 0 0,1 0 0 0,2 0-1 15,0 1 1-15,-2-1-1 0,3 0 1 16,-2 2 0-16,4-2-1 0,-2 1 1 0,-2-1 0 16,2 2-1-16,3-2 1 0,-3 1 0 15,0 1-1-15,0 0 1 0,1-2-1 0,1 1 0 16,-1 0 0-16,0 1 0 0,1-2 1 0,-2 1-2 16,4 1 2-16,-3-1-1 0,0 1 0 15,2-2 0-15,-3 1 1 0,0-1 0 0,2 1 0 16,-1 1 0-16,-3 0 1 0,2-1 0 0,-1-1 0 15,0 1 1-15,1 3-1 0,-1-3-1 16,-1 1 1-16,3-1-1 0,-2 1 0 0,-1-1 1 16,1 2 0-16,-1 0-1 0,1-1 1 15,-2-2-1-15,3 2 1 0,-3 2 0 0,3-3-1 16,-2 0 1-16,1 2 0 0,-1-3 1 0,0 2-1 16,4 2 0-16,-4-3 0 0,0 0-1 15,2 1 1-15,0 0-1 0,-2-1 1 0,1 2 0 16,-1-3 0-16,1 1 0 0,-1 1-1 0,0-1 1 15,0-1 0-15,-1 2 0 0,0-1-1 16,1 1 0-16,0-2 1 0,1 2-1 0,-2-2-1 16,1 0 1-16,-1 0 1 0,4 0-1 15,-2 0 1-15,-3 0-1 0,4 0 2 0,0 0-2 16,-2 0 1-16,2 0-1 0,-1 0 0 16,2 1 1-16,-3-1-1 0,4 1 0 0,-2 1 0 15,1-2 0-15,-1 1 0 0,2 1 1 0,1-1-1 16,-3 1 0-16,1-1 0 0,-1-1 1 0,1 1-1 15,1 1 1-15,-2-2-1 0,3 0 0 16,-1 0 1-16,-2 0 0 0,2 0-1 0,-2-2 1 16,0 1 0-16,2 0 1 0,-1-1 0 15,-1 1 0-15,0-2 0 0,3 1 0 0,-3 1 1 16,2 0-1-16,-2-3 0 0,2 3 0 0,-2-1 0 16,1 1 0-16,1-1 0 0,-2 1 0 15,2 1 1-15,1-2-1 0,-2 1 1 0,1 0 0 16,1 1 0-16,0-2 1 0,-1 2-1 0,2 0 1 15,-1-2-1-15,0 2-1 0,0-1 0 0,0 1-1 16,1-1 1-16,-2 1-1 0,2 0 0 16,-3-2 0-16,2 2 0 0,-1-2 0 15,-1 2 1-15,2 0 2 0,-1 2 3 0,-1-2 0 16,2 2 2-16,-3-2-1 0,2 0 1 0,0 1-4 16,0 0-1-16,-2-1-1 0,5 2 0 15,-5 0 0-15,0-1-1 0,1-1 1 0,2 1-1 16,0 1-1-16,0-1 1 0,-1-1 0 0,1 0 0 15,0 2 0-15,0-2 0 0,0 0 0 16,1 0 0-16,0 0 0 0,2 0 0 0,-1 0-1 16,-2 0 1-16,1 0-1 0,1 0 0 15,-2 0 0-15,3 0 1 0,-1 0-1 0,1 0 0 16,1 0 1-16,-2 0-1 0,0 0 0 0,1 0 0 16,-1 0-1-16,0 0 1 0,-1 0 0 0,1 0 0 15,0 0 0-15,-1 0 2 0,0-2 2 16,2 2 0-16,-5 0 1 0,5-1 1 0,-4 1 0 15,1 0 0-15,1-2-2 0,-2 2 0 16,1-1 0-16,0 1 0 0,0 0-1 0,2-1 0 16,-2 1-1-16,-1-2 0 0,2 2-1 0,-1 0 0 15,0 0-1-15,0 0 0 0,0-2 0 16,-1 2 0-16,1 0-1 0,-2-1 1 0,1 1-1 16,-1-1 0-16,1 1 0 0,0 0 0 15,-1-2 0-15,-1 2 0 0,0-2 0 0,-2 2 0 16,3 0 0-16,-1-2 0 0,0 2 0 0,-1 0 0 15,0 0 0-15,-2 0 0 0,2-3 0 16,-1 3 0-16,-1 0 0 0,2 0 0 0,0 0 0 16,-1 0 0-16,-1 0 0 0,3 0 0 15,-2 0 0-15,0 3 0 0,1-3 0 0,-1 0 0 16,1 0 0-16,0 2 0 0,-2 0 0 0,3 0 0 16,-3-1 0-16,1 0 0 0,0 1 0 0,1 1 0 15,-1-2 0-15,-1 1 0 0,1-1 0 16,0 1 0-16,-1-1 0 0,-2 2 0 0,2-1 0 15,0 0 0-15,-2-1 0 0,2 2 0 16,-1-2 0-16,-1 1 0 0,1-2 0 0,1 1 0 16,-4 1 0-16,2-2 0 0,1 0 0 0,-3 1 0 15,2-1 0-15,-1 0 0 0,0 0 0 16,0 0 0-16,2 0 0 0,-4 0 0 0,1 0 0 16,2 0 0-16,1 0 0 0,-3 0 0 15,2 0 0-15,2 0 0 0,0 0 0 0,3 0 0 16,-2 0 0-16,0 0 0 0,4 1 0 0,1-1 0 15,0 2 0-15,3-2 0 0,0 2 0 0,4-1 0 16,-1 0 0-16,2 1 0 0,0 0 0 16,3-1 0-16,0 1 0 0,-2-2 0 15,2 0 0-15,0 0 0 0,0-2 0 0,-1 1 0 16,1-1 0-16,-1 0 0 0,-3 0 0 0,3 0 0 16,-1-1 0-16,-2 2 0 0,0-2 0 0,-1 1 0 15,0 1 0-15,-1-2 0 0,-1 2 0 16,0 1 0-16,0-2 0 0,0 2 0 0,0-2 0 15,-2 2 0-15,3 0 0 0,-3-1 0 16,1 1 0-16,-2-2 0 0,1 2 0 0,1 0 0 16,-1-1 0-16,1 1 0 0,1 0 0 0,-2 0 0 15,2 0 0-15,1 0 0 0,-4 0 0 0,2 0 0 16,1 0 0-16,-1 0 0 0,0 1 0 16,1-1 0-16,0 0 0 0,-2 2 0 0,1-2 0 15,-1 1 0-15,2-1 0 0,-3 0 0 16,2 2 0-16,-1-2 0 0,-1 2 0 0,1-2 0 15,-2 1 0-15,0 0 0 0,3-1 0 0,-2 2 0 16,-2-1 0-16,0 1 0 0,1-2 0 16,0 1 0-16,-2 1 0 0,1-1 0 0,-1 2 0 15,1-1 0-15,-2 0 0 0,0 0 0 16,3 1 0-16,-2-1 0 0,-1 1 0 0,2-2 0 16,-2 2 0-16,0 0 0 0,-2-1 0 0,3-2 0 15,-2 2 0-15,-3 2 0 0,1-2 0 0,0 1 0 16,-2-3 0-16,3 2 0 0,-3 0 0 15,1 0 0-15,-1 0 0 0,-2 0 0 0,3 0 0 16,-3-1 0-16,3 0 0 0,-3 1 0 16,2 1 0-16,2-2 0 0,-4 2 0 0,2-1 0 15,-1 0 0-15,1-1 0 0,-1 0 0 0,1 1 0 16,0 1 0-16,1-2 0 0,-3 1 0 16,4-1 0-16,-1 0 0 0,-1 1 0 0,2 0 0 15,-1-2 0-15,0 1 0 0,1-1 0 16,-2 0 0-16,3 1 0 0,-3-1 0 0,2 0 0 15,-1 2 0-15,0-2 0 0,0 2 0 0,-1-2 0 16,0 0 0-16,1 0 0 0,0 0 0 16,-1 0 0-16,-2 0 0 0,3 0 0 0,-3 0 0 15,2 0 0-15,-1 0 0 0,1 0 0 16,0 0 0-16,-1 0 0 0,1 0 0 0,2 0 0 16,-4 0 0-16,2 0 0 0,-1 0 0 0,1 0 0 15,0 0 0-15,-1 0 0 0,1 0 0 0,-1 0 0 16,1 0 0-16,-1 0 0 0,2 0 0 15,-1 0 0-15,0-2 0 0,1 2 0 0,-1-2 0 16,0 2 0-16,2 0 0 0,-2-1 0 16,0 1 0-16,3-1 0 0,-3 1 0 0,1-2 0 15,-1 2 0-15,0-2 0 0,0 2 0 0,1-1 0 16,-1 1 0-16,-2-1 0 0,5 1 0 16,-4-2 0-16,1 2 0 0,0-1 0 0,-1 1 0 15,1-2 0-15,0 2 0 0,-1-1 0 16,1 1 0-16,-1 0 0 0,-1 0 0 0,1 0 0 15,2-2 0-15,-2 2 0 0,-1-1 0 0,1 1 0 16,0 0 0-16,-1-1 0 0,3 1 0 16,-3-2 0-16,2 0 0 0,1 2 0 0,-3-1 0 15,2-1 0-15,-1 1 0 0,2-1 0 16,0 2 0-16,-3-1 0 0,2-1 0 0,-1 2 0 16,1-1 0-16,0 1 0 0,1 0 0 0,-3 0 0 15,2 0 0-15,1 0 0 0,-2 0 0 0,2 0 0 16,-3 0 0-16,2 0 0 0,1 0 0 15,-3 1 0-15,1-1 0 0,-1 0 0 0,1 2 0 16,0-2 0-16,-1 0 0 0,2 0 0 16,-1 0 0-16,-2 0 0 0,3 0 0 0,0 1 0 15,-1-1 0-15,-1 0 0 0,2 2 0 0,-1-2 0 16,0 1 0-16,-1-1 0 0,1 0 0 16,-1 2 0-16,-1-1 0 0,2-1 0 0,-2 0 0 15,2 2 0-15,-1-2 0 0,-1 2 0 16,-1-2 0-16,-1 0 0 0,0 1 0 0,-1-1 0 15,-2 0 0-15,1 1 0 0,-7 1 0 0,0-2 0 16,-7 1-165-16,-1-1-176 0,-3-1-262 16,0 1-330-16,0-2-403 0,-2 0-396 0,0-2-32 15,1-2 733-15</inkml:trace>
  <inkml:trace contextRef="#ctx0" brushRef="#br2" timeOffset="77544.99">14288 7103 39 0,'0'0'484'15,"-2"1"405"-15,2 0 233 0,0 1-22 0,0-2-369 16,2 2-271-16,-2-1-166 0,1 0-92 0,-1 1-50 15,4 2-24-15,1 3 1 0,-1 0 33 16,5 2 30-16,1 3 11 0,1-1-9 0,0 4-17 16,2-2-23-16,1 2-46 0,-1 0-42 15,-2 0-30-15,3-2-17 0,1 2-10 0,-3-1-7 16,-1-1 1-16,0 2-23 0,0-2-52 0,-3 1-55 16,0 0-81-16,-3-1-144 0,-1 1-246 15,-1-2-300-15,-1 1-244 0,-2-2-198 0,-2-2 74 16,1-2 493-16</inkml:trace>
  <inkml:trace contextRef="#ctx0" brushRef="#br2" timeOffset="77759.7">14560 7128 428 0,'6'4'778'0,"-1"0"222"0,1 2 47 16,-1 1-269-16,1 3-287 0,2-2-169 15,-1 3-86-15,-1 0-45 0,3 0-51 0,-1 2-53 16,0-1-38-16,3-1-24 0,-3 2-14 0,3 1-9 16,-3-2-4-16,3-1-8 0,0 3-42 15,-3-3-90-15,1 0-147 0,-2 2-292 0,-1-3-262 16,1 1-243-16,0-2-76 0,-2-3 255 16,0 0 441-16</inkml:trace>
  <inkml:trace contextRef="#ctx0" brushRef="#br2" timeOffset="77961.1">15162 7257 132 0,'16'10'649'16,"-5"1"378"-16,2 2 128 0,-7 2-67 16,2 1-415-16,0 0-283 0,0-1-141 0,-2-1-70 15,2 3-49-15,0-4-47 0,1 1-33 16,-1-1-21-16,2-4-17 0,2 0-18 0,-2-2-21 15,1-3-68-15,-2 0-138 0,3-2-235 0,-6-2-277 16,2-3-263-16,1 0-213 0,1-3 83 16,-2-1 446-16</inkml:trace>
  <inkml:trace contextRef="#ctx0" brushRef="#br2" timeOffset="78144.53">15657 7308 140 0,'11'10'631'0,"-3"2"368"0,-1 0 131 15,-3 3-103-15,1 0-361 0,-1 1-272 0,1 1-150 16,-1 2-76-16,0-5-50 0,1 0-44 16,0-3-34-16,4 0-20 0,-1-3-17 0,0-2-38 15,3-5-96-15,0-1-156 0,1-3-299 16,-2-3-268-16,3-2-247 0,3-3-107 0,-2-4 267 16,5 0 469-16</inkml:trace>
  <inkml:trace contextRef="#ctx0" brushRef="#br2" timeOffset="78296.12">16057 7255 180 0,'8'5'682'0,"-3"2"387"0,0 1 112 0,-4 2-168 16,2 4-351-16,1-2-245 0,0 5-146 0,0-3-79 15,3 1-54-15,0-1-39 0,-1-1-28 16,2 0-31-16,1-3-34 0,2-3-26 0,-3-1-28 16,3-2-65-16,0-3-118 0,-2-2-161 15,1-1-266-15,1-3-262 0,-1-1-231 0,2 0-29 16,1-2 329-16,1 2 431 0</inkml:trace>
  <inkml:trace contextRef="#ctx0" brushRef="#br2" timeOffset="78464.28">16384 7332 71 0,'12'0'369'0,"-2"0"264"15,0 3 273-15,-2 0-3 0,3 1-184 0,-1-1-166 16,-2 2-127-16,1 1-101 0,0-2-112 0,-1 2-87 16,2-1-56-16,2-1-32 0,1 0-19 15,1-1-4-15,-1 1-11 0,3-2-38 0,-4-2-72 16,1 0-105-16,3 0-124 0,-2-2-160 15,0 2-209-15,2-4-215 0,2 3-55 0,-4-2 163 16,2 0 282-16</inkml:trace>
  <inkml:trace contextRef="#ctx0" brushRef="#br2" timeOffset="78592.94">16781 7356 57 0,'21'-5'334'15,"-4"3"245"-15,2-2 208 0,-3 1-2 0,0 0-175 16,-2 2-158-16,0-1-106 0,1-1-75 0,0 2-49 16,0-1-48-16,0 0-43 0,1 0-40 15,3 0-32-15,-1 0-22 0,2-1-11 0,0 2-18 16,1 0-6-16,1 1-19 0,0-4-39 0,-2 2-54 15,2 0-78-15,-2-1-96 0,-1-1-110 16,3-2-138-16,-3 0-171 0,0-1-116 0,2-1 45 16,-1-1 179-16,-1 0 223 0</inkml:trace>
  <inkml:trace contextRef="#ctx0" brushRef="#br2" timeOffset="78709.05">17512 7203 115 0,'14'3'415'0,"2"1"216"15,-4 2 139-15,0 2-136 0,0 1-227 0,-2 1-186 16,-1 2-103-16,2-1-60 0,-3 1-77 15,0 0-111-15,3 1-208 0,-1 0-225 0,-2 0-132 16,2 0-14-16,-2 1 154 0,2-3 228 0</inkml:trace>
  <inkml:trace contextRef="#ctx0" brushRef="#br2" timeOffset="89445.13">12571 4014 72 0,'0'-1'321'0,"0"-1"172"15,-2 0 142-15,2 0-81 0,0-1-145 16,0 2-80-16,0 1-21 0,0 0 9 0,0 0 18 16,0 0-4-16,2 0-21 0,-2 0-33 0,0 0-42 15,0 0-36-15,0 0-38 0,0-1-31 0,0 1-25 16,-2-1-21-16,2 1-14 0,0 0-9 15,0 0 8-15,2 0 23 0,-2 0 26 16,0 1 34-16,2 0 29 0,-1-1 11 0,-1 1-10 16,0-1-27-16,0 3-30 0,2-3-34 0,-1 0-31 15,-1 2-18-15,2 0-11 0,-2 1-3 0,4 0-2 16,-2 1-5-16,1 1 0 0,0-1-5 16,2 2-4-16,0 0-3 0,0-2-3 0,1 3 0 15,0 0-1-15,-1-1-1 0,1-1 2 16,-1 2-3-16,2-1 1 0,0-1 0 0,0 1-1 15,-1 0 2-15,0 0-2 0,2 0 0 0,-2-1 2 16,-1 0-1-16,0 1-1 0,3-1 0 16,-2 1 1-16,0-2-1 0,-1 0 0 0,2 1-2 15,-2 1 2-15,1 0-1 0,1-1 0 16,-2-1-1-16,0 1 0 0,2 1 0 0,-3-2 0 16,4 2 0-16,-2-1 0 0,-1 1-1 0,0-2 0 15,1 1 0-15,0-3 1 0,-1 2 0 0,0 1-1 16,0-3 1-16,0 2 0 0,-1 0 2 15,2 0-2-15,-1 1 0 0,0-2 1 16,1 2 0-16,-1-1-1 0,0 0 0 0,3 1 0 16,-2 0 1-16,-1 0 0 0,1 1-1 0,1 0-1 15,0 2 0-15,0-2 0 0,-1-1 0 0,1 2 0 16,0 0 0-16,-1 0 1 0,-1-3 0 16,0 2 0-16,2-2 0 0,-3 2 0 0,2-3 0 15,-1 2-2-15,2-1 1 0,-4 1 0 16,2-3-1-16,-1 2 2 0,1 2-1 0,-1-1 1 15,0-3-1-15,-1 3 1 0,2 1 0 0,-2-2 1 16,3 1 0-16,-2 1 1 0,2 0 0 16,-2-1 1-16,0 2 0 0,0-1 0 0,1 0-1 15,0 1 0-15,-2-1 0 0,3 0-1 16,-1 2-1-16,-2-2 0 0,2 0 0 0,-2 0 0 16,0-2-1-16,2 0 0 0,-2 1 0 0,0 0 0 15,2-1 0-15,-2 0-1 0,0 1 1 0,1 0-1 16,1 1 2-16,-1-1 0 0,1-1 0 15,-1 2 0-15,1-1 2 0,2 1 1 0,-1 0-2 16,-1 1 0-16,2 0 2 0,2-1-2 16,-5 1 1-16,3-1-2 0,0 3 2 0,1-1-1 15,-3-3-1-15,3 3 1 0,-3-2-1 16,4-2-1-16,-4 2 1 0,1-2 0 0,-1 2 0 16,2-3-1-16,0 2 1 0,-2-1 2 0,1-1-3 15,-1 0 0-15,0 2 0 0,1-3 1 16,-1 1 1-16,0-1-1 0,-1 4 1 0,1-4 0 15,0 2 1-15,1 1 0 0,0-2-1 16,-1 2-1-16,0-1 0 0,0 0 0 0,1 1-1 16,0 1 0-16,-1 0-1 0,2-2 1 0,-1 2 0 15,0-2 1-15,2 2 0 0,-2-1-1 16,-1 1 2-16,3 0-1 0,-3 1 0 0,2-3 0 16,0 2-1-16,-1-2 0 0,1 1 0 0,0-1 0 15,-2 1 2-15,2-1-1 0,-1 2 2 0,0-1-2 16,2-1 0-16,-2 0 1 0,1 1-1 15,-1 1 1-15,-1-4-1 0,1 4 1 0,0 0 0 16,-1-1-1-16,2 1 0 0,-2-2-1 16,-1 0 1-16,2 2-1 0,-1-1 0 0,1-1 0 15,-2 0 0-15,1 1 1 0,-1 0-1 16,2 0 0-16,-1 0-1 0,0 0 1 0,0-1 0 16,0 1 1-16,-1-1-1 0,4 2 1 0,-3 0 1 15,1 0-2-15,1 0 1 0,-1-1 0 16,2 1 0-16,-2 0 1 0,2 0 1 0,-2 1-3 15,4-1 2-15,-2 0-1 0,-2 1 1 0,2-1-2 16,1 0 0-16,-1-1 1 0,0 1-1 16,-1 0 2-16,2 0-2 0,-3-2 1 0,4 2-1 15,-4-1 3-15,3 1 0 0,1 0 0 16,-2 0 2-16,1 1 0 0,-1-1 1 0,2 0-1 16,-2-1 1-16,3 4 0 0,-2-3-2 0,-1 1 0 15,2-1-1-15,-1 4 0 0,-1-3-1 0,3 1-1 16,-3-1 1-16,2 1 1 0,-1-1-1 15,0 1 0-15,1 1-1 0,0-2 0 0,0 1 1 16,0 0-2-16,-2 2 2 0,4-1-1 16,-3 0 0-16,0 1 1 0,2-1 0 0,-3 1-1 15,2 1 1-15,0-2 1 0,0 2 0 16,-2 0 0-16,2-3 0 0,-1 1 1 0,0-1 0 16,0 0-1-16,0 2 1 0,-1-2-1 0,0 2-1 15,1-1 2-15,0 0-1 0,-2-2 0 0,1 2 0 16,0-1 0-16,-1-1-1 0,2 1 0 15,-3-2 1-15,0 1-2 0,3-1 1 0,-4 1-2 16,2-1 1-16,-1 0-1 0,1 1 1 16,0-1 0-16,1 0 1 0,-1 1 0 0,-1 0 0 15,3 1 1-15,-1 1-1 0,0-1 0 0,0-1 0 16,1 1 0-16,-1 1-1 0,-1 0 0 16,1-2 0-16,1 2 0 0,-1-2 0 0,0 1 0 15,1 0 1-15,-2 0 0 0,1-2 0 0,-2 1-1 16,3-1 2-16,-1 1-1 0,0-1-1 15,-1 0 1-15,0 1 0 0,1-1 0 0,0 0-1 16,-1 1 0-16,-1 2 0 0,3-3-1 16,-2 2 1-16,-1-3 0 0,2 3 0 0,0 1 0 15,-2-2 1-15,1 1-1 0,-1 0 0 16,2-1 0-16,-2 4-1 0,2-3 1 0,-1 1-1 16,-1 0 0-16,1 0-1 0,0 0 1 0,-1-2 0 15,-1 4 1-15,4-5-2 0,-4 1 1 0,2 1 0 16,-3-2 0-16,1 0 0 0,0 0 0 15,-1-1-1-15,1-1 2 0,0 2-1 0,-2-2 0 16,2 1 0-16,-2 0 0 0,0-3 0 16,2 3 0-16,0 0 0 0,-1-2 0 0,-2 2 0 15,4-1 0-15,-2 2-1 0,0 0 1 0,1-1 0 16,1 2 0-16,1 0-1 0,-3-1 1 16,1 2 0-16,2 0 0 0,0-1 0 0,-2 2 0 15,1-1 0-15,3-2 0 0,-3 1-1 0,1 0 0 16,2 1 0-16,-1-1 1 0,-2-1 0 0,3 0 0 15,-1 0-1-15,-1-1 1 0,-1 1-1 16,1-1 1-16,0-3-1 0,-1 3-1 16,-1-2 2-16,0 0 1 0,3 1 0 0,-4-1 0 15,0 0-1-15,0 0 1 0,1 2 1 16,-2-2-1-16,2 0 0 0,0 1 1 0,-1-1 0 16,0 2 1-16,0 1 2 0,0-2-2 0,-1 1 2 15,0-1-2-15,3 0 0 0,0-1-1 0,-1 3-1 16,2-2 1-16,-1 0 0 0,2 1 1 15,0-1 0-15,0 1 1 0,1-1-1 0,0 1-1 16,1-1-1-16,0 0 0 0,0 2 0 16,0-1 0-16,-2 1 0 0,1-4 0 0,-1 4 0 15,0-1 0-15,0 1 1 0,0-2-1 0,-2 0 1 16,1 2 1-16,-1-1-1 0,1-1 0 16,0 1 0-16,1-1 0 0,-1 2 0 0,-1-1 0 15,2 1 0-15,-2-2 0 0,0 1-1 0,-1 1 1 16,2-1-2-16,-1 1 1 0,-2-2 0 0,1-1-1 15,-1 0 1-15,-1 0-1 0,0 0 0 16,0 0 1-16,2 0-1 0,-1 0 1 0,-1 0-1 16,2 0 2-16,-1-2-1 0,0 2 0 15,1 1 1-15,0 0 0 0,3 0 0 0,0-1 1 16,-2 3 2-16,0-1-2 0,4-1 0 16,-2 2 1-16,0-1-2 0,1 1 1 0,0-2-1 15,-1 1 0-15,-1-1 0 0,2-1-1 0,-3 2 0 16,1-2 0-16,-1 1-2 0,-1-1 1 15,3-2-1-15,-2 3 1 0,-1 0 0 0,0-1-1 16,0 0 2-16,-1 0-1 0,2 2 1 16,-1-1-1-16,2 0 0 0,-3 2 2 0,1-2-2 15,-2 2 0-15,3 0 0 0,-1-2 0 0,-2 1 0 16,2 1 0-16,0-2 0 0,-2 0 0 16,2 0 1-16,-1 0-1 0,0 0 1 0,0 1 0 15,0-3-1-15,-1 3-1 0,0-3 1 0,0 2-1 16,2-2 0-16,-2 2 0 0,3-2 1 0,-1 2 0 15,0 0 1-15,-2-3 0 0,0 2 0 16,2 2-1-16,1-4 0 0,-1 2 0 0,0 0 0 16,-1 0 0-16,5 0 0 0,0 2 1 15,0 1 0-15,3 0-1 0,0 1 1 0,1 0-1 16,2-1 0-16,0 2-1 0,2 0 0 16,-1-1-1-16,1 2 0 0,-1-2 0 0,1 1 1 15,0 0-1-15,-4-1 1 0,0 2 0 0,0-1 0 16,-4 0 1-16,3-1-1 0,-6 0 0 0,3 1 0 15,-2-3 0-15,-1 1 0 0,-3 0 0 16,2-1 1-16,-1 1 0 0,1-4 0 0,-3 3 0 16,1-2 1-16,-1 0-1 0,1 3 0 15,0-4 0-15,0 3 1 0,0-1-1 0,-1 1 1 16,4-1-1-16,-3 2 0 0,2-1 0 0,0 1 0 16,-2 0 0-16,4-2 0 0,-4 2 0 15,3-1 0-15,-3 0 0 0,0-2 0 0,0 2 0 16,2-1 0-16,-2 0 0 0,1-1-1 0,-3-2 1 15,2 1-1-15,0-1 1 0,-1 1 0 0,-1-1 0 16,-1 1 0-16,3-1 0 0,-3-1 0 16,2 0 0-16,-2 2 0 0,3-2 0 0,-3 1 0 15,3-1 0-15,-1 2 0 0,0-2 0 16,-1 1 0-16,1 1 0 0,0-1 0 16,-1 1 0-16,2-2 0 0,-1 1 0 0,2 1 0 15,-1-1 0-15,-1 0 0 0,1 3 0 0,1-3 0 16,-3 2 1-16,2 1-1 0,2 0 0 0,-2 0 0 15,2-1 0-15,-2 1 1 0,2 2-1 16,0-1 0-16,-1 3 0 0,1-1 1 0,0 2 0 16,3-1 0-16,-4-1 1 0,3 1 0 15,-2 0-1-15,-1-1 1 0,1 1-1 0,1-1-1 16,-1-1 0-16,-2-2 0 0,0 1 0 0,1-1-1 16,-1 0 1-16,-2-3 0 0,1 2-1 15,-2-2 1-15,3 1-1 0,-3-1 1 0,0-1 0 16,3 2-1-16,-1-2 0 0,-2 0 1 0,1 1 1 15,1 0-1-15,-1 1 1 0,3 1 1 16,-3 0-2-16,2 0 2 0,2 2-2 0,-1-1 1 16,-1 1 0-16,3 2-1 0,-3-1 0 0,0 0 0 15,0 0 0-15,2 0-1 0,-2 1 0 16,1 0-2-16,-3-3-3 0,1-1-3 0,-1 0-6 16,-1 0-6-16,0-1-7 0,0 1-9 15,0-2-14-15,-1 1-31 0,-1 0-68 0,1 3-74 16,-3-3-141-16,1 0-241 0,-2 3-319 0,2-1-330 15,-2-4-217-15,-1 0-6 0,2-3 565 16</inkml:trace>
  <inkml:trace contextRef="#ctx0" brushRef="#br2" timeOffset="92210.61">15945 7099 125 0,'-2'0'357'15,"2"2"187"-15,-1-2 130 0,-1 0-107 0,-1 0-136 16,3 0-91-16,0 0-44 0,0 0-31 0,0 0-15 15,3 2-20-15,-1-2-15 0,-2 0-14 16,0 0-19-16,1 0-19 0,-1 0-25 16,0 0-20-16,3-2-13 0,-3 2-14 0,2-2-7 15,0 0-6-15,-1-2-3 0,1-1-7 0,-1 3-8 16,1 0-4-16,1-4-1 0,0 5 2 16,-1-2 11-16,4 0 20 0,-3-1 18 0,2 2 19 15,0-3 19-15,1 2 3 0,-1-1-3 0,4-2-15 16,-1 1-16-16,0-1-22 0,0 0-22 15,1 0-18-15,0 0-12 0,0-1-12 0,2 0-7 16,-1 0-5-16,-1 0-5 0,0-1-2 16,3 1-1-16,-4-2-3 0,2 0 1 0,-2 1-1 15,0 1 1-15,0-1-1 0,3-3-2 0,-3 4 1 16,0 0-3-16,0-2 1 0,1 1-1 0,-1 0 0 16,1 0 1-16,0-1 0 0,-1 1 1 15,1 1 0-15,-1-3 1 0,1 3 1 0,0 0 3 16,-1-1-3-16,-2 1 1 0,3-1 0 0,-2 2-1 15,-1 0-3-15,2-1-1 0,0 2 1 16,0 1 0-16,-4-1 1 0,4 0-1 0,0 1 2 16,-2 0 0-16,2 1-1 0,1-2 0 15,0 1-2-15,-3-1 0 0,2 1 0 0,0-2-1 16,1 2 0-16,-2-2 1 0,1 0 3 16,-2 1-2-16,3 0 0 0,-2 1-1 0,-1-2 1 15,1 1-1-15,-3 2 0 0,4-1 0 0,-3-1 0 16,0 1 1-16,-1 1 0 0,1-2 0 15,0 2-2-15,3 0 1 0,-4-1 1 0,1 1 0 16,0-2 0-16,1 0 1 0,-1 2-2 16,1-2 1-16,1 0 0 0,-3 1 0 0,3-2-1 15,-2 1 0-15,1 0 0 0,-2 1 1 0,3 0-1 16,-1-1-1-16,-1-1 1 0,3 2 0 0,-2 0 0 16,0-2 0-16,-1 0 0 0,2 1 1 15,0-1-1-15,0 1 0 0,-1-3 0 0,1 2 0 16,-1-1 1-16,1 1-2 0,-2-1 2 0,3-1 1 15,-3 1-1-15,0 1 2 0,3-1-1 16,-4 2 0-16,1 0-2 0,-2-1 0 0,2 1 0 16,-2 1 0-16,3 1 0 0,-2 0 1 15,0-1 1-15,0 1-1 0,0 0-1 0,1-2-1 16,2 1 0-16,0-1-1 0,0 0 0 16,-1-1 1-16,2 0 2 0,1-1 0 0,-1 1 0 15,0-3 2-15,0 1-1 0,3 1 1 0,-3 0-1 16,0-1-2-16,3 1 0 0,-1-1 0 15,-2 0 1-15,1 3-2 0,-1-3 1 0,1 2 0 16,-1-1-1-16,2 1-1 0,-2 0-1 16,0-2 1-16,0 2 2 0,1 0-1 0,-1-1 0 15,2 1 1-15,-1-1-2 0,-1-1 1 0,1 1 0 16,1 0 0-16,1 0 1 0,-2-1-1 0,-1 1 0 16,3-1 1-16,-3 1-2 0,0 0 1 15,1 1 0-15,-1-2 1 0,0 0 0 0,0 2 1 16,2 0-1-16,-2 0 0 0,-2 0 0 0,2 0 0 15,0 0 0-15,0 2-1 0,0-1 1 16,0 1 2-16,1 0-2 0,-1-2 2 0,2 2 1 16,-1 0-2-16,-1-1 0 0,1-1 0 15,-1 1-1-15,3-1-1 0,-3 2 1 0,3-2 0 16,0 2 0-16,-1-2-1 0,-1 0 1 16,4 0 0-16,-4 0 0 0,1-1 0 0,2 2 0 15,-2-1 1-15,0-1-1 0,0 1 1 0,2 0 0 16,-3 0-1-16,4 1 0 0,-2-3 3 0,1 1-2 15,0 0-1-15,-1-1 0 0,1 0 0 16,1-1 0-16,-1 2 0 0,1-3 0 0,-2 3 0 16,3-2 0-16,-1 1 0 0,0 0 0 15,-1 1 0-15,0-1 0 0,0-1 1 0,3 4 0 16,-2-3 1-16,-1 2-1 0,-1-1 1 0,3 1-1 16,-3 0 2-16,1 0-1 0,0-1 2 15,-1 1 0-15,1-3-1 0,0 0 1 0,2 1 0 16,-5 1 1-16,3-3-1 0,1 0-1 0,-3 1 2 15,3 1-1-15,-1-2-1 0,0 0 0 16,0 2 0-16,-1-1 1 0,0 2-1 0,0-1 0 16,0 1 1-16,-1 0-1 0,2 2-1 0,0-3 1 15,0 1 0-15,-1 1 0 0,2-2-1 16,1-3 1-16,1 4-1 0,-2-3 0 16,4-1 0-16,0 1-1 0,-1-2 0 0,3 0-1 15,-1 1 0-15,-2-1 0 0,2 0 1 0,-1 0 0 16,-1 2-1-16,-2 1 0 0,2-2 0 0,-3 0-1 15,1 3-1-15,-3-1 2 0,0 1 0 16,0-1 1-16,-1 2 1 0,-2-1 1 0,2 1-2 16,-2-1 1-16,0 2-1 0,-1-1 2 15,0 1 0-15,-2-2-1 0,3 2 3 0,-3 0-2 16,3-1 1-16,0-2-1 0,0 2 2 0,0-1 0 16,0-2-1-16,2 3-1 0,-2 0 0 0,2-2 0 15,-1 1-1-15,3-1 0 0,-3 0 0 16,3-1 0-16,-2 1 0 0,1-1 0 0,2-1-1 15,-2 0 0-15,-1 0 1 0,0 3-1 16,0-1 1-16,-2 0 0 0,3 1 1 0,-3-3-2 16,2 1 0-16,-1 1-1 0,0-2 1 0,-1 3 1 15,2-3-2-15,-1 1 1 0,2-1 1 16,-3 0-1-16,3 1 1 0,0 0-1 0,-1-1-1 16,2 1 2-16,0-1-1 0,-2-1-1 15,0 1 1-15,0 0-1 0,-1 0 0 0,4-2 1 16,-4 1 0-16,4 1 0 0,-5-1-2 0,1 0 1 15,2 2 0-15,-3-1 0 0,-2 4-1 0,3-2 1 16,-3 1 0-16,1 2 0 0,-2 0 1 16,2 1-1-16,-2-1-1 0,-1 2 1 15,2-2-1-15,-1 3 1 0,0-1-1 0,0-1 1 16,0-1 0-16,-1 2 1 0,2-1 0 0,1 1-1 16,-2-2 0-16,1 1 1 0,0-1 1 0,2 0-1 15,-2 0 1-15,2 0 0 0,-1-1 1 16,2-1 0-16,-1-1-1 0,0 2 1 0,2-2 0 15,0 0-1-15,-2-1 1 0,2-1-2 16,2 0 2-16,-2 1-3 0,1-2 1 0,0 2 0 16,-1-1 0-16,-1 1 1 0,2-1-2 0,-1 1 0 15,-2 2 1-15,3 0-1 0,-5-1 1 16,2 2-1-16,-2 0 0 0,2 0 0 0,-2 1-1 16,-1 0 1-16,0 1-1 0,0-1-1 0,-2 2 2 15,3-2-2-15,-3 2-1 0,0 1-8 16,1 0-11-16,-3-1-26 0,-1 3-68 0,0 0-75 15,-3 1-141-15,-2 2-219 0,-4 2-310 0,-1 0-337 16,-1 4-229-16,-4 2-40 0,-5 5 507 16</inkml:trace>
  <inkml:trace contextRef="#ctx0" brushRef="#br2" timeOffset="93694">15008 6261 33 0,'0'0'301'0,"0"0"216"0,-2 0 207 16,2 0-5-16,-2 0-80 0,2 0-86 0,0 0-61 15,0 0-59-15,0 0-55 0,-3 0-64 0,3-2-56 16,-2 2-45-16,2 0-13 0,-1 0 7 15,-1 0 12-15,1 0 7 0,-1 2-9 0,0-2-23 16,1 0-39-16,-1 3-40 0,-1 0-32 16,-1-2-26-16,0 3-20 0,1 0-9 0,-2 0-5 15,2 1-4-15,-2-1-2 0,1 2-1 0,0 0-2 16,-2 2-1-16,2-1 0 0,-1 2 0 16,0 0-1-16,-2-1 0 0,3 3-1 0,-2-1 1 15,1 2-1-15,0-2-2 0,-1 3 0 0,1 0 0 16,-1 0-2-16,1 1-1 0,0 1 0 15,1-2-1-15,-1 2-1 0,1-2-1 0,0 2 1 16,-1-1 0-16,2 1 0 0,2 0-1 0,-3 0 1 16,1 1 0-16,1-2 2 0,1 3-1 15,-1-1 0-15,-1 0 1 0,1 1 1 0,1 0-1 16,-1-1 1-16,-1 0 0 0,3 1 0 0,-3-2 1 16,2 0-2-16,1 0-1 0,-2-2-1 15,2 0-2-15,0-1-1 0,-1-2 0 0,1 1-1 16,0-3 1-16,0 2 1 0,0-1 0 0,0-2 0 15,-2 1 1-15,2 0-1 0,-2-1-1 16,2 0 0-16,0-1 0 0,-1 0 0 0,-1-1-1 16,2-1 0-16,0-1 0 0,-2 0-1 15,2 0-1-15,0-2 0 0,0 1-1 0,0-2 1 16,0 0-1-16,0-2-1 0,0 0-1 16,0-2-7-16,2-2-10 0,-2 2-16 0,2-3-35 15,-1 1-56-15,1-2-64 0,0 1-61 0,-1 0-98 16,2-2-152-16,0 1-213 0,-3 3-232 0,3-1-205 15,-1-2-152-15,-1 4 185 0,1-2 478 16</inkml:trace>
  <inkml:trace contextRef="#ctx0" brushRef="#br2" timeOffset="94248.41">15048 6484 241 0,'2'0'481'15,"-1"-3"230"-15,1 3 95 0,-2 0-121 0,3-2-111 16,-1 2-80-16,-1 0-62 0,1 0-58 15,-2 0-63-15,0 2-58 0,0-2-43 0,0 3 4 16,2 2 26-16,-2 3 14 0,0 0-5 16,0 1-20-16,0 5-29 0,0 0-51 0,0 5-51 15,1 2-41-15,-1 3-21 0,4-1-11 0,-3 5-7 16,2 0-6-16,3-2-4 0,1 4-1 16,-1-4-4-16,2 0 1 0,1 0-2 0,-1-4 1 15,2-2-1-15,0-1-1 0,0-4 2 0,2-1-1 16,-3-6 0-16,4 2-2 0,-4-3 1 0,2-5 1 15,-3 0 0-15,0-2 2 0,0-2 1 16,1-3 2-16,-4-3 1 0,1-2 0 0,-2-3-1 16,1-2-1-16,-4-1 0 0,2-1 0 15,-1-4-1-15,-2 0 1 0,-2-3-1 0,1-1 0 16,-1 2 0-16,-3-4 0 0,2 2 1 16,-2 2 2-16,-1-1 1 0,-2 1 2 0,4 2 2 15,-3 4 1-15,1 0-1 0,-1 4-1 0,1 1 0 16,1 4-2-16,-1 0-3 0,0 2-3 0,-1 3-2 15,1 2-4-15,1 1-2 0,-1 3-6 16,1 1-10-16,0 2-23 0,1 0-46 0,-2 0-65 16,1 1-63-16,0 1-115 0,0-2-164 15,0 2-270-15,0 0-262 0,2-2-215 0,-1 0-140 16,1-2 269-16,1-1 527 0</inkml:trace>
  <inkml:trace contextRef="#ctx0" brushRef="#br2" timeOffset="94539.61">15050 6722 363 0,'3'6'773'0,"2"-2"264"16,0-1 77-16,0-2-244 0,1 2-297 15,3-1-205-15,-1-1-93 0,3-1-42 0,3 0-60 16,-1 0-50-16,4-3-35 0,-2 2-23 16,2-2-17-16,1-2-21 0,0 1-12 0,0 0-22 15,-1-1-28-15,-1 1-71 0,-2 0-158 0,0 1-285 16,-2 0-280-16,-3 3-264 0,4 0-216 16,-2 0 126-16,-2 1 538 0</inkml:trace>
  <inkml:trace contextRef="#ctx0" brushRef="#br2" timeOffset="95610.72">17061 6241 226 0,'-1'-1'531'0,"1"-1"254"15,-2 2 155-15,0-2-185 0,2 2-198 0,0-1-121 16,-1 1-75-16,1-3-56 0,-2 2-52 16,2-2-52-16,0 0-43 0,0 0-21 0,0 0 14 15,0 1 41-15,2-1 39 0,-1 2 13 0,3-1-3 16,-3 1-23-16,2 1-36 0,1 0-45 16,2 1-41-16,2 2-25 0,0 2-14 0,-2 1-8 15,5 1-9-15,2 3-6 0,0 1-3 16,0 3-3-16,0 1-4 0,4 1-3 0,-2 1-2 15,0 2-4-15,2 4-1 0,-2 1-4 0,0-1-2 16,0 5-2-16,0-1-2 0,0 3-1 16,-4-2-1-16,2 2 0 0,-2 1 0 0,0 0 1 15,-3-1-1-15,-2 1 2 0,1-1 0 0,-3 0 0 16,0 0 2-16,-3-2 0 0,-1 1 0 16,0-4-1-16,0 2 0 0,-1-2-1 0,-1-3-1 15,-1-2-1-15,-2-1-1 0,0 0 0 0,2-5-2 16,-4 1-3-16,2-2-9 0,-2-5-12 15,-1 2-19-15,1-5-30 0,-1 1-58 0,0-1-67 16,0-2-64-16,-2 0-103 0,2-3-161 16,0 1-252-16,0-1-233 0,1 0-207 0,0 2-131 15,1-2 242-15,-1 0 518 0</inkml:trace>
  <inkml:trace contextRef="#ctx0" brushRef="#br2" timeOffset="96226.42">16987 6552 321 0,'-6'1'686'0,"-1"-1"323"0,2 3 123 16,1 0-274-16,-3-3-253 0,1 2-168 0,2 3-107 15,-1-3-54-15,1 2-25 0,1 3-5 0,0-1-2 16,1 0-9-16,-1 1-24 0,2 4-39 16,-1-1-40-16,-1 2-39 0,3 4-30 0,5 3-16 15,-4 3-9-15,1 1-7 0,1 4-2 16,0 1-4-16,2 0-2 0,2 3-5 0,0-3-3 16,1 1-4-16,0-2-2 0,0-2-6 0,3-2 1 15,-1-2-3-15,-1-5-1 0,2-1-1 0,-1-2-2 16,-2-5 3-16,2-3-1 0,-3-2 2 15,-1-3 2-15,-1-4 0 0,1-4 1 0,0-2-1 16,-2-4 0-16,-1-3-3 0,-2-1-2 16,3-2 2-16,-4-4-1 0,0 1 1 0,0-1 2 15,-4-4 1-15,1 2 0 0,0-4 0 0,-3-1-1 16,0 2-2-16,-1-1 0 0,2 1 0 16,-3 3 0-16,2 2 0 0,0 5 1 0,0 3 0 15,-1 2 0-15,2 4-1 0,-1 2-3 16,2 5 0-16,-3 2-3 0,4 3-7 0,-2 5-15 15,2 0-33-15,0 4-63 0,-2-1-65 0,2 2-94 16,2 0-159-16,-3 0-282 0,-1-1-289 0,4 2-224 16,-1-1-174-16,2-1 184 0,0-2 558 15</inkml:trace>
  <inkml:trace contextRef="#ctx0" brushRef="#br2" timeOffset="96493.29">16853 6763 411 0,'1'4'903'0,"-1"0"273"0,3 0-12 0,2 0-292 16,-1 3-332-16,5-1-228 0,0 1-111 0,2-1-54 15,2 0-39-15,0-3-24 0,2 0-24 0,1-1-16 16,1-2-17-16,1-2-19 0,-1-1-29 16,0-1-59-16,-2-1-147 0,0 1-285 0,-2 0-272 15,1-1-277-15,-2 1-222 0,-3 0 51 16,2 1 532-16</inkml:trace>
  <inkml:trace contextRef="#ctx0" brushRef="#br2" timeOffset="100647.9">11412 885 368 0,'0'1'753'0,"0"2"297"15,-3 0 59-15,3-1-290 0,0-1-288 0,3-1-168 16,-3-1-97-16,1-1-22 0,4-1 38 15,0 0 19-15,3 2-10 0,3-1-22 0,0-1-34 0,0 0-44 16,6-1-64-16,-1 0-51 0,3-1-27 16,0-1-13-16,2 1-6 0,2 2-9 0,3-1-6 15,-1 2 3-15,-1 2 1 0,0 0 0 0,-1 0 2 16,-1 2 1-16,-2 2 4 0,-2 3 3 0,-3 0 1 16,-1 2 2-16,-5 4-1 0,-2 2-2 0,-4 3-4 15,-3 2-2-15,-2 1-2 0,-4 2-5 0,-2 2-3 16,-3 2-2-16,-3 1-2 0,-2 3-2 0,-3-2-3 15,-2 5 0-15,1-3 0 0,-2 2 7 0,-2-1 5 16,2 1 2-16,1-2 3 0,2-3 0 0,0-2-1 16,0 1-8-16,4-5-5 0,0-1-3 15,4-3-1-15,2-3-3 0,2-3 0 0,1-2 0 16,4 0 1-16,1-2 0 0,2-1 0 0,1 0 1 16,4-1 1-16,1-1 1 0,2 0 0 0,2-3-2 15,2 0 1-15,1-1-2 0,1-4 0 0,2 2-1 16,0-4 0-16,2 1 0 0,1-4 1 0,-2 1-1 15,4-2 0-15,-3-1 0 0,0 0 0 0,0 0 0 16,-3 1-7-16,1 0-14 0,-4 2-19 16,-1-1-23-16,-2 3-39 0,-2-1-72 0,0 1-73 15,-4 3-117-15,1-2-191 0,-1 2-296 0,-3 2-302 16,2 1-223-16,-3 0-95 0,2 3 402 0,-2-2 604 16</inkml:trace>
  <inkml:trace contextRef="#ctx0" brushRef="#br2" timeOffset="101142.58">12413 1114 199 0,'8'-15'845'0,"-1"0"531"0,-3 2 135 0,-1-1-205 16,-2 3-457-16,-1 1-306 0,-1 1-156 0,-1-1-102 15,1 2-85-15,-3 2-55 0,-2 2-37 16,2 1-27-16,-1 1-21 0,-2 4-22 0,-2 2-13 16,-2 4-12-16,1 5-6 0,-2 5-4 0,-1 6-2 15,2 5-1-15,-1 5 0 0,0 5 0 0,1 3-1 16,0 3-1-16,5-1 0 0,1-1-1 0,3-4 0 16,4-1-1-16,1-5-1 0,4-6 2 0,2-7-1 15,2-3 1-15,4-9 0 0,0-4 1 0,1-8 2 16,5-10 3-16,-1-5 0 0,1-8-3 0,1-7-2 15,0-5-2-15,0-7-1 0,0 0-2 0,-1-5-3 16,-4 0 4-16,2 1 2 0,-3-2 5 0,-5 2 4 16,-1 2 2-16,-4 2 3 0,-3 0-4 15,-3 3-2-15,-5 3-5 0,-1 3-2 16,1 3-2-16,-5 6-1 0,1 4 4 0,1 5 1 16,-3 8 1-16,0 3-1 0,3 7-1 0,-3 5 5 15,3 6 0-15,-1 7 2 0,1 6 2 16,1 4 1-16,3 4-4 0,-2 3-5 0,2 5-2 15,1 1-2-15,0 3-2 0,3 1-2 0,-2 1 4 16,4-2 4-16,0 1 1 0,1-4-4 0,0-3-12 16,3-1-13-16,2-2-19 0,0-5-33 0,0-3-56 15,3-2-61-15,-2-3-54 0,0-3-73 0,1-2-121 16,0-3-165-16,-2-1-239 0,4-5-213 16,0 0-200-16,0-1-13 0,2-2 381 0,1-4 480 15</inkml:trace>
  <inkml:trace contextRef="#ctx0" brushRef="#br2" timeOffset="101544.86">13241 933 132 0,'-6'-8'802'0,"-5"2"636"0,0 1 142 0,-4 2-243 16,0-2-445-16,-4 1-343 0,1 2-182 0,-2 0-129 15,1 4-85-15,-2 0-50 0,-1 3-31 0,3 2-26 16,0 0-18-16,2 4-11 0,4-1-9 0,2 0-6 16,2 2-5-16,4 0 0 0,2 1 1 0,4 1-1 15,1 0 2-15,4 1-2 0,5-2 6 0,0 0 2 16,3 0 2-16,2 2-1 0,3-3 1 16,-1 0 1-16,2-1-5 0,2 1-1 0,-1 1-2 15,0 2 0-15,0-2-2 0,-3 4-3 0,1-1 0 16,-5 2 0-16,-1 1 0 0,-4-2 1 0,-4 3 2 15,-2-1 3-15,-4 2 0 0,-4-1 2 0,-3 2 0 16,-2-1 1-16,-5 3-1 0,-2 0-1 0,-1 2 3 16,-4 1-1-16,-2 1 1 0,2 1 1 0,-5-1 1 15,3 2-2-15,1-2-3 0,2-2-1 0,1-2-1 16,2-4-5-16,6-4-16 0,0-5-25 0,3-4-69 16,4-6-75-16,2-3-154 0,3-9-285 15,7-4-315-15,2-6-377 0,4-3-239 0,-1-6 8 16,7-4 678-16</inkml:trace>
  <inkml:trace contextRef="#ctx0" brushRef="#br2" timeOffset="101726.11">13513 907 350 0,'6'-3'1373'0,"-2"6"414"0,-3 3-270 0,-2 2-363 16,-4 5-460-16,-3 6-297 0,-3 5-181 0,-2 7-71 15,-1 6-37-15,1 4-27 0,-1 4-22 0,0 1-17 16,1-2-15-16,4 1-15 0,4-4-16 0,2-6-25 15,3-6-47-15,0-2-83 0,5-8-164 0,2-4-269 16,-2-3-329-16,5-7-404 0,-4-5-380 0,2-5 11 16,0-6 787-16</inkml:trace>
  <inkml:trace contextRef="#ctx0" brushRef="#br2" timeOffset="101892.9">13477 742 146 0,'-11'-9'1047'0,"-2"4"625"0,-1 4-113 0,1 2-335 16,0 6-428-16,-1 0-356 0,1 3-224 16,1 2-100-16,4 1-49 0,2-2-27 0,2-1-19 15,3 0-15-15,2 1-45 0,3-1-71 0,1 3-94 16,-1-3-171-16,4 5-294 0,0-2-332 0,0 3-320 16,2 5-196-16,0 1 186 0,0 0 668 0</inkml:trace>
  <inkml:trace contextRef="#ctx0" brushRef="#br2" timeOffset="102264.56">13586 1463 6 0,'3'1'489'0,"2"-2"459"15,-1-4 241-15,-2-3-34 0,1-3-326 16,2-3-316-16,0-4-186 0,1-5-67 0,2 1-7 16,1-4 7-16,-1 1-8 0,2 0-21 0,1-3-39 15,-2 4-38-15,1 1-44 0,-1 1-40 0,1 4-27 16,-2 4-9-16,0 1-5 0,-1 2-5 0,0 7 3 15,-1 2 3-15,-1 4 10 0,-2 6 7 0,3 4 8 16,-3 3 3-16,-1 4-4 0,1 4-1 0,-3 3-12 16,2-1-8-16,0 4-8 0,-1-1-7 0,2-3-5 15,-1 0-5-15,1 0-3 0,2-6-3 0,-1-2-2 16,1-4 0-16,2-5 0 0,-1-8 0 0,4-2 0 16,0-6 0-16,0-9 2 0,0-4-1 0,2-6-1 15,-2 1 1-15,2-4-1 0,-4 1 0 0,2 0 0 16,-2 5 1-16,-1 3 0 0,-2 4 0 0,-2 4 1 15,2 2 0-15,-3 4 1 0,-1 4-1 0,1 5 0 16,0 4 1-16,-2 5 0 0,0 5 0 0,-2 2-2 16,2 7-2-16,0 0-4 0,0 5-12 15,2-1-24-15,-1 0-75 0,2 1-87 0,2-2-195 16,1 0-287-16,2-2-350 0,3-1-416 0,3-3-222 16,-1-3 184-16,4-3 819 0</inkml:trace>
  <inkml:trace contextRef="#ctx0" brushRef="#br2" timeOffset="102958.86">14457 703 147 0,'-8'-7'775'15,"0"0"542"-15,2 4 202 0,-2-2-181 16,2 1-454-16,1 4-351 0,0 2-166 0,4 5-110 15,-1 3-87-15,2 9-52 0,3 7-25 0,0 7-10 16,2 4-6-16,2 7-7 0,2 3-14 0,-1 6-9 16,2 3-11-16,0 2-9 0,3-4-3 15,0 1-6-15,4-1-4 0,0-5-3 0,1-7-3 16,2-4-3-16,0-7-4 0,2-7-3 0,0-4-1 16,1-10 1-16,-2-3 1 0,1-7 0 0,-2-4 2 15,-2-8 0-15,1-6 0 0,-3-5 1 0,-2-4 1 0,0-4-1 16,-3-4 0-16,0-2 1 0,-4-4-2 0,-1 1 0 15,-1-1-1-15,-4-2-1 0,-2-1-2 0,-4 4 1 16,-3-2 0-16,0 3 1 0,-6-1 2 16,0 3 1-16,-5 3 2 0,1 3 0 0,-4 6 2 15,0 4-2-15,1 6-1 0,-2 6-1 16,-1 8-2-16,1 6-2 0,0 8 1 0,1 3-1 16,0 5-3-16,4 3-3 0,1 3-1 0,3 2 0 15,2-2-8-15,0 0-12 0,6 0-12 0,-2-3-22 16,5 0-45-16,0-3-74 0,1-2-109 0,2-2-174 15,0-3-287-15,0-1-331 0,4-2-313 0,-4-3-171 16,1-2 291-16,-1-3 661 0</inkml:trace>
  <inkml:trace contextRef="#ctx0" brushRef="#br2" timeOffset="103178.44">14394 1028 424 0,'2'7'1001'0,"-1"-3"287"0,4-1-48 16,-4 1-184-16,2 2-352 0,2 3-239 0,2-4-121 16,-1 0-67-16,5 2-51 0,-2-3-73 0,4-2-61 15,1 0-34-15,2-2-19 0,5-2-12 0,-1 0-10 16,3-5-6-16,2-2 2 0,2 0-3 16,-1-2 0-16,3 1-9 0,-1 0-32 0,-1-1-69 15,1 3-76-15,-5 0-130 0,-1 0-256 0,0 4-316 16,-3 0-329-16,0 4-218 0,-2 3-49 0,-4-1 502 15</inkml:trace>
  <inkml:trace contextRef="#ctx0" brushRef="#br2" timeOffset="103422.51">15188 948 337 0,'4'7'1140'0,"-2"1"450"0,1-1-130 15,2 2-289-15,-1-1-492 0,1-1-258 0,0-2-172 16,3-1-92-16,1 0-54 0,1-2-35 0,1 0-25 0,3 1-17 16,1-3-10-16,2 0-8 0,0-1-2 15,2-1 2-15,2-1-1 0,-2 2-20 0,1-1-66 0,-1 0-68 16,-3 2-152-16,-3 0-285 0,3 2-320 16,-7 0-374-16,0 2-262 0,-2 0-11 0,-2 1 671 15</inkml:trace>
  <inkml:trace contextRef="#ctx0" brushRef="#br2" timeOffset="103609.17">15181 1188 154 0,'-6'6'853'0,"3"1"574"0,-3-2 31 16,4 1-217-16,2-4-407 0,2 3-331 0,4-5-174 0,0 0-111 15,2 0-56-15,3-5-48 0,5 2-41 0,1-4-27 16,2-2-19-16,5 0-12 0,1-1-7 0,2-1 1 15,1 1 0-15,1 1-17 0,4-1-59 16,-4 3-76-16,1-1-153 0,-2 4-280 0,-1 3-322 16,0 1-379-16,-2 3-293 0,-3 3 12 0,-1 1 683 15</inkml:trace>
  <inkml:trace contextRef="#ctx0" brushRef="#br2" timeOffset="104225.59">16411 646 32 0,'2'-6'527'0,"-1"2"456"0,1-1 226 0,0 1-56 16,-1-2-329-16,4 2-221 0,0-1-117 16,1-1-87-16,0 4-53 0,2-1-41 0,2 2-38 15,2 1-69-15,0 0-51 0,3 2-22 16,1 7-15-16,5 1-12 0,-1 5-12 0,-1 6-12 15,3 4-9-15,0 7-9 0,-1 4-10 0,0 3-10 16,-3 3-20-16,0 3-16 0,-1 0 0 0,-1 4 0 16,1-2 0-16,0 0 0 0,-2-1 0 15,1-4 0-15,-2-3 0 0,-3-3 0 0,-1-5 0 16,-1-3 0-16,-4-5 0 0,-2-4 0 0,-1-2 0 16,-4-5 0-16,1-3 0 0,-4-4 0 0,-2-1 0 15,-2-5 0-15,1-2 0 0,-2-5 0 0,-3-1 0 16,1-6 0-16,-2 0 0 0,1-6 0 0,2-1 0 15,-3-4 0-15,3-1 0 0,-3-1 0 0,4 1 0 16,-1 3 0-16,2 0 0 0,-1 4 0 0,2 3 0 16,2 3 0-16,-2 3 0 0,0 5 0 0,4 3 0 15,-3 5 0-15,1 6 0 0,-2 6 0 0,0 4 0 16,0 6 0-16,2 5 0 0,-3 0 0 0,-1 5 0 16,0 0 0-16,0 3 0 0,-2 4 0 0,1-2 0 15,-3 1 0-15,3 3 0 0,-2-3 0 0,2-1 0 16,1-3 0-16,0-1-3 0,0-7-54 15,2-2-68-15,-3-5-104 0,0-3-231 0,0-5-300 16,-1-1-376-16,-3-3-445 0,-2-5-233 0,-2 0 370 16,-5-8 923-16</inkml:trace>
  <inkml:trace contextRef="#ctx0" brushRef="#br2" timeOffset="105692.42">12212 1777 118 0,'-3'1'482'0,"1"3"341"15,1-3 232-15,-1 1-95 0,1-1-253 0,-1 1-188 16,2-2-146-16,-2 1-109 0,2-1-81 0,2 0-62 15,1 0-40-15,0 2-25 0,3-1-5 0,2 1 3 16,2-1 13-16,2 0 12 0,0 1 4 0,0 0 1 16,2-2-5-16,3 0-5 0,-2 0-16 0,3-2-16 15,-1-1-11-15,2 0-11 0,-3-1-5 16,2-1-10-16,-3 0 0 0,1 0 2 0,-4-1 0 16,2 0-1-16,-4 2-24 0,-2-3-38 0,0 3-32 15,-5 2-81-15,0 2-160 0,-3 0-292 0,-4 0-260 16,-1 2-243-16,-2 2-203 0,-2 3 165 15,-2-1 542-15</inkml:trace>
  <inkml:trace contextRef="#ctx0" brushRef="#br2" timeOffset="105946.25">12223 1954 253 0,'3'4'731'0,"-3"-2"332"16,3 1 51-16,-1-2-255 0,1-1-289 0,2 2-226 16,4 1-136-16,-2-3-67 0,2 2-29 0,4-2-16 15,-1 0-25-15,1 0-27 0,3-2-17 16,-2-1-10-16,3 0-7 0,1 0-3 0,-4-3-3 16,3 0-1-16,-2 0-1 0,0 2 0 0,-3-2-18 15,-3 1-69-15,-4 2-125 0,3 0-186 0,-7 1-290 16,-1 2-270-16,0 0-212 0,-5 2 48 15,-1 1 383-15</inkml:trace>
  <inkml:trace contextRef="#ctx0" brushRef="#br2" timeOffset="106106.85">12302 2065 140 0,'11'6'384'0,"-3"0"174"0,3 0 111 16,2-1-165-16,0-1-221 0,2 0-133 0,1 1-63 15,3-4-79-15,3 3-158 0,0-3-261 0,2-1-148 16,1 1-53-16,2 1 57 0,3 2 168 16</inkml:trace>
  <inkml:trace contextRef="#ctx0" brushRef="#br2" timeOffset="112453.5">14591 1669 286 0,'8'-5'848'16,"-3"3"357"-16,-2-3 13 0,1 2-231 15,-3 0-406-15,4 0-256 0,-2 0-140 0,0 2-73 16,2-2-37-16,1 0-23 0,2 0-13 0,1 0-16 16,3-2-10-16,2 1-6 0,0 0-6 15,3-2-5-15,-1 1 1 0,3-1-1 0,-3 0 1 0,3 4-15 16,-1-5-31-16,-3 2-89 0,-2 2-137 15,-4 1-253-15,-1 1-282 0,-3 2-259 0,-5 3-172 16,-2 2 181-16,-4 1 452 0</inkml:trace>
  <inkml:trace contextRef="#ctx0" brushRef="#br2" timeOffset="112638.84">14638 1802 246 0,'4'0'427'16,"4"0"148"-16,-2-1 55 0,1-2-245 0,-1 0-181 16,2 0-93-16,-2 0-46 0,1 0-25 15,-3 0-16-15,1 0-33 0,0 0-69 0,-1 0-180 16,-1 2-208-16,-1-2-103 0,-2 2-3 0,2-3 113 16,-2 3 176-16</inkml:trace>
  <inkml:trace contextRef="#ctx0" brushRef="#br2" timeOffset="112802.68">14658 1792 326 0,'0'8'623'15,"-2"-1"210"-15,2 0 56 0,0 3-275 0,0-2-288 16,2-1-163-16,1 0-77 0,4 0-45 0,-3 0-14 16,7-3-11-16,0 1-13 0,2-3-44 0,1 2-54 15,3-3-93-15,-1 2-196 0,2-1-243 0,-1 0-148 16,0 2 2-16,0-2 152 0,1 3 246 15</inkml:trace>
  <inkml:trace contextRef="#ctx0" brushRef="#br2" timeOffset="138045.01">12063 3726 222 0,'5'-3'514'0,"-2"0"250"0,0 0 172 0,1 0-170 15,-3 2-150-15,1-1-111 0,-1 0-84 0,-1 0-61 16,0 2-53-16,2 0-18 0,-2-3 5 16,0 3-8-16,0 0-14 0,0 0-21 0,0 0-25 15,0 0-47-15,0 0-52 0,0 3-32 16,0-3-19-16,0 0-12 0,0 0-9 0,0 2-8 16,0-2-9-16,-2 2-9 0,1 0-8 0,-2-1-7 15,-1 2-6-15,1 0-2 0,-2 0-3 0,1 1 0 16,-4 1 0-16,3-1-1 0,-1 2 0 15,-1 2-1-15,1-2 1 0,-2 1-1 16,2 1 0-16,0 0-1 0,-1 2 0 0,2 0 1 16,-4 1 0-16,4 0 0 0,-1 2-1 0,-1 1 2 15,0 1 0-15,2 1-1 0,-1 0 1 0,1 1-1 16,0-1 1-16,0 1 0 0,-1-1-1 16,3-1-4-16,0 0-4 0,0-2-1 0,-1 0-1 15,4-1-1-15,-3-2-1 0,3-1 5 16,-1 0 2-16,1-3 2 0,-2 0 1 0,2 1 0 15,0-4 1-15,0 0 0 0,0 1 0 0,0-1-1 16,0-2 0-16,0 1 0 0,0-1-2 16,0-1 1-16,-2 2-2 0,2-2 5 0,0 0 0 15,-1 0-9-15,1 0-8 0,-2 0-13 16,2 0-28-16,-1 0-59 0,-1-2-71 0,-1-1-79 16,0 1-143-16,1-4-181 0,-2 2-299 0,0-1-255 15,0-1-201-15,0 4 0 0,-2-3 443 0,2 2 476 16</inkml:trace>
  <inkml:trace contextRef="#ctx0" brushRef="#br2" timeOffset="138259.2">11815 4060 180 0,'0'3'523'0,"-2"1"338"0,2 0 205 0,0-2-162 16,0 1-217-16,0-1-170 0,0-1-108 16,2 2-45-16,-1 1-15 0,1 0-20 0,0 2-47 15,1 1-33-15,0 0-37 0,0 0-54 16,1 4-52-16,0-1-41 0,0 0-17 0,1 3-11 15,-3-1-12-15,3 0-8 0,0-1-7 0,-2 2-5 16,2-3-4-16,2-1-1 0,-2 2-4 16,2-4 6-16,-1 1-12 0,0-1-57 0,2-2-65 15,0-1-93-15,0-3-174 0,3 1-309 16,0-5-336-16,2 0-273 0,1-1-175 0,0-4 217 16,3-1 647-16</inkml:trace>
  <inkml:trace contextRef="#ctx0" brushRef="#br2" timeOffset="139794.76">20260 4060 180 0,'0'-1'473'0,"0"-1"254"16,0 2 166-16,0 0-150 0,1 0-168 15,-1 0-105-15,2 2-81 0,-2-2-60 0,1 1-50 16,1-1-50-16,0 2-45 0,-1-1-18 0,4 3 22 16,0 2 21-16,1 0 16 0,-1 3 1 15,1-2-14-15,-1 2-26 0,1 1-46 0,0 1-35 16,2 1-30-16,-1 2-21 0,-1 0-14 16,3 1-10-16,-2 0-4 0,-1 3-5 0,1 1-2 15,-1-2-3-15,3 1 0 0,-2 3-1 0,-3-2-3 16,3 2 0-16,-2-3-5 0,1 3-1 0,-3-2-2 15,0 4-4-15,0-3 1 0,-3 2-2 16,3-3 1-16,-3 0 1 0,0-1 0 0,0 1 0 16,-3-3-1-16,3-1-1 0,-1 0-1 0,-3-3-4 15,3-2-8-15,-2-1-23 0,-2-1-45 16,2-2-60-16,-2-1-57 0,0-3-82 0,1-2-125 16,-3-1-161-16,-2 0-235 0,4-4-216 15,-1-1-211-15,1 2-26 0,0-5 333 0,0 2 459 16</inkml:trace>
  <inkml:trace contextRef="#ctx0" brushRef="#br2" timeOffset="140009.54">20331 4452 119 0,'3'5'667'0,"-1"-1"435"15,-1 0 135-15,3 3-101 0,2 0-344 0,-2 3-227 16,4-1-139-16,2 2-85 0,2-3-57 15,1 3-53-15,1 0-71 0,2-3-63 0,5-2-44 16,-4-2-22-16,5-1-15 0,0-2-6 0,2-2-3 16,-2-2-11-16,4-3-33 0,-3 0-71 15,-1-3-82-15,-2 0-157 0,-2-2-289 0,-3 1-321 16,-3 1-323-16,-2 0-190 0,-4 0 113 0,-6 2 624 16</inkml:trace>
  <inkml:trace contextRef="#ctx0" brushRef="#br2" timeOffset="160666.37">23801 6203 10 0,'0'0'320'0,"0"0"258"16,0 0 247-16,-1 0 85 0,1 0-189 0,0 0-144 15,0 0-108-15,0 0-85 0,0 0-75 16,0 0-68-16,0 0-66 0,0 0-49 0,1-2-44 16,-1 2-21-16,0 0-15 0,2 0-13 15,0 0 16-15,-1 0 69 0,2 0 55 0,1 0 22 16,-3-2 2-16,2 2-3 0,1 0-24 0,2 0-59 15,-3 0-40-15,-2 0-23 0,4 0-11 16,-2 0-5-16,1 0-1 0,-1 0 0 0,2 2-2 16,1-2-1-16,-2 2 1 0,1-2-2 15,2 0-3-15,1 1-3 0,-1-1-2 0,1 0-2 16,0 0-2-16,0 0-1 0,1 0-2 0,1 0 0 16,-2 0 1-16,4-1-3 0,-3 1-1 0,0 0-1 15,0 0-1-15,1 0-2 0,0 0 0 16,-1 1 0-16,-1-1 1 0,1 1-3 15,-1-1 0-15,3 0 1 0,-3 2-1 0,0-2-1 16,0 2 1-16,1-2 0 0,1 1 0 0,-2 0-2 16,1 1 2-16,-1-2-1 0,0 1-1 0,0-1 1 15,1 2-1-15,-2-1 2 0,-1 1 0 16,2-1-1-16,0-1 1 0,-2 2-1 0,1-1 0 16,-1 1 1-16,3-1-1 0,-2 1 0 0,-1-1 1 15,2 1-1-15,-1-2 0 0,2 1-1 16,-1-1-1-16,0 2 0 0,1-1 0 0,1-1 0 15,-2 0 1-15,0 0-1 0,2 0 1 16,-2 0 0-16,2 0 1 0,-1 1-1 0,1-1 0 16,0 2 0-16,0-2-1 0,0 0 1 0,0 2-1 15,0-2 0-15,0 1 0 0,0 0 1 16,0-1 0-16,-2 2 0 0,4 0 0 0,-4-2 0 16,2 1 0-16,2 0-1 0,-3-1 2 0,0 2-2 15,3-2 0-15,-3 2-1 0,4-2 1 16,-4 0 1-16,1 0-1 0,1 0 0 15,-2 0 0-15,4 0 2 0,-4-2-2 0,1 2 0 16,0-2 1-16,0 1 0 0,-2 0-1 0,0 1 0 16,3-2 0-16,-3 0 0 0,0 1 1 0,0 0-2 15,1-1 1-15,-1 0 1 0,1 1-1 16,-2 0 0-16,-1-1 0 0,2 1 0 0,-1 1 0 16,-1-2-1-16,3 2 1 0,-2 0 0 15,-1 0 0-15,2 0-1 0,0 0 0 0,0 2 1 16,-2-2 0-16,4 1 0 0,-1-1 0 0,-1 2 0 15,0-1 1-15,-1-1-1 0,2 0 0 16,-1 1-1-16,-2-1 1 0,2 2-1 0,1-2 0 16,-2 2 1-16,-1-1 0 0,2-1-1 15,0 1 1-15,-2-1 1 0,2 2-1 0,-1 0 0 16,0-1 0-16,0 0 0 0,-1-1-1 0,1 0 0 16,-3 2 0-16,5-2 1 0,-4 2-1 0,2-2 0 15,-1 0 1-15,2 0-2 0,-4 0 1 16,1 0 1-16,2 0 0 0,-1 0 0 0,1 0 0 15,0 0 1-15,0 0-1 0,-1 0 2 16,0 0-2-16,-1 0 0 0,4 0 1 0,-2 0 0 16,-1 0 0-16,2 0-1 0,0-2 0 0,-2 2 1 15,1 0-1-15,1-2-1 0,-2 2 1 16,0 0 0-16,0 0 0 0,1 0 0 0,-1 0 0 16,0 0 0-16,1 0 0 0,-1 0-1 15,-1 0 1-15,1 0 0 0,0 2 0 0,2-2 0 16,-3 2 2-16,2-2-2 0,1 0 1 0,-2 1 1 15,0-1-1-15,0 0-1 0,1 1 0 16,-1-1 0-16,0 2 0 0,1-2-1 0,-3 3 1 16,3-3 0-16,-1 0 0 0,0 2 0 15,1-2 1-15,-1 0-1 0,1 3 0 0,-3-3 1 16,4 0-1-16,-2 1 0 0,-1 1 0 0,2-2 0 16,-3 0 0-16,4 1 1 0,-3-1-1 0,1 1 0 15,1-1 0-15,-3 0 0 0,2 0 1 16,1 0-1-16,-2 0 0 0,1 0 0 0,0 0 0 15,0 0-1-15,-1 0 0 0,2 0 1 16,-3 0 0-16,1 0 1 0,0 0-2 0,1 0 1 16,-1 0 0-16,0 0 0 0,-2 0 0 0,2 0 0 15,-1 0 0-15,1 0 0 0,1 0 0 16,-1 0 1-16,1 3 0 0,-1-3-1 0,0 0 0 16,1 0 0-16,-3 2-1 0,4 0 0 15,-3 0-1-15,1-2 2 0,0 2 0 0,3 0 1 16,-4 0 0-16,1-1 0 0,0 0-1 0,-2 1 0 15,2-1-1-15,3 1 1 0,-4-1 0 16,1-1-1-16,2 0 2 0,-2 2-1 0,-1-2 0 16,2 0 1-16,-1 0-2 0,0 0 1 15,0 0 0-15,0 0 0 0,-1-2-1 0,2 2 1 16,1 0 0-16,-2 0 1 0,-1-1-2 0,1 1 1 16,2 0 0-16,-1-2 0 0,-2 2 0 0,1 0-1 15,0-1 1-15,0 1-1 0,0 0 0 16,1-2 0-16,-2 2 1 0,1-1 0 0,2 1 0 15,-4 0 1-15,2-1-1 0,-1 1 1 16,-1-2-2-16,2 2 1 0,-2 0 1 0,2 0-2 16,-2 0 1-16,1 0 1 0,0 0-1 0,1 0-1 15,-1 0 1-15,1 0 0 0,0 0-1 16,-2-2 1-16,2 2 1 0,0 0-1 0,-1-1 0 16,3 0-1-16,-4 1 1 0,0-2 0 15,2 0 0-15,-2 0-1 0,2 2 2 0,-1-3-1 16,0 1 0-16,0-1 1 0,1 0-1 0,-2 1-1 15,2-1 0-15,-2-1 0 0,1 0 1 0,2 2 0 16,-3-3 0-16,2 2 0 0,-2-3 0 16,0 2 0-16,0-1 0 0,2 1 0 15,-2-2 0-15,3 0-1 0,-3-2 1 0,1 1 0 16,-1-1 0-16,2-1 0 0,-4 0-1 0,3 0 0 16,0-1 0-16,1-1 0 0,-2 1 1 0,0-2 0 15,0 0 3-15,0 0-1 0,1 0 1 16,-3-2-1-16,3-1 0 0,-3 2 0 0,1-2 0 15,-1-2-1-15,1 1 0 0,1 0-1 16,-2-2 1-16,-1 0-1 0,2 2 1 0,-2-1 0 16,1-2 0-16,-1 0 0 0,0 1-1 0,0 0 0 15,0-2 1-15,0 1-1 0,0-1 0 16,0-1 1-16,0 0 0 0,0 0-1 0,0-1 0 16,0-2-1-16,0 4 0 0,0-1-1 0,0 0 0 15,2 0 1-15,0 0 0 0,-2 2 0 16,0-2 0-16,0 1 0 0,0 1 0 0,1 0-1 15,-1-1 1-15,0-2 1 0,2 3 0 0,0-1 0 16,-1 1 1-16,1-2 0 0,-2 0 0 16,1 2-1-16,1-1 0 0,0 1 1 0,-1-1 1 15,2 1-2-15,-1 0 1 0,1-1 0 16,-2 0-1-16,2 1 0 0,-3-1 0 0,4 2 1 16,-3-1-1-16,1-1 0 0,0 1 0 0,1-1 1 15,-2 1-1-15,1-2 0 0,0 2-1 16,-1 0 0-16,1 0 0 0,-1 1 0 0,1-1 0 15,0 0 0-15,-2 0 1 0,0 1 0 16,2-2-1-16,-2 2 1 0,0-1 0 0,0-1 0 16,2 2-1-16,0 0-1 0,-2 0 0 0,0-1 0 15,1 4 0-15,1-2 2 0,-1 1-1 0,-1 0 1 16,2-2 1-16,0 2 0 0,-1 1 0 16,1 1 0-16,-1-3 0 0,-1 2-1 0,4-1 1 15,-4 2 1-15,0 1 0 0,1-1-1 16,-1 1 0-16,0 2 1 0,0 0-1 0,-1-1-1 15,1 2 0-15,0 0 0 0,0-3 0 0,-2 2-1 16,2-1 1-16,0 1 1 0,2-3-1 0,-2 2 0 16,0-1 0-16,0-2 0 0,1 1 1 15,1-1-2-15,-1 1 2 0,1 0-1 0,0-3-1 16,0 2 1-16,0-2 0 0,0 3 1 16,1-3-1-16,-2 3 0 0,3-2 0 0,-3 1 0 15,2 0-2-15,-3 2 1 0,4-1-1 16,-3 2 1-16,2-1 0 0,-1-1 0 0,1 3 0 15,0-3 0-15,0 1 0 0,0-1-1 0,1-2 1 16,-3 2 0-16,4-1 0 0,-2-1 0 16,1-1-1-16,-1 0 2 0,-2 1 1 0,4-1 0 15,-5 0-1-15,1 3 2 0,-1 0 0 0,0 3-1 16,0-3 0-16,0 2 1 0,-1 1 0 16,1-1-1-16,0 1 1 0,-2 2-1 0,-1-1 0 15,2 1 0-15,1-2-1 0,-2 1 0 16,1 0 1-16,1 1-7 0,0-2-1 0,-2 1-3 15,2-1-1-15,0 0 0 0,2 0 0 0,-2-1 5 16,3-1 2-16,-3 3 2 0,1-3 1 0,2 1 0 16,-1-1 0-16,-1 3 0 0,1-2 1 15,-1 2 0-15,1-1-1 0,0 1 1 0,-2 1 0 16,1 0 0-16,1 0 0 0,-2 0 0 16,1 0 0-16,1-2 0 0,0 2 0 0,-2-1 0 15,1-1 0-15,-1 3 0 0,2-4 0 0,0 2 1 16,-2 0-2-16,1 0 1 0,1-1 0 15,-2 1 0-15,0 0 0 0,1 1-1 0,-1 0 1 16,0 0 0-16,0 0 0 0,0 3 0 16,0-1 0-16,0 2 0 0,0 1 0 0,0-1 0 15,0 1 0-15,0 0 0 0,0-1-1 0,0 1 1 16,0 0 0-16,0-2-1 0,0 2 1 16,0-3 0-16,2 1 5 0,1 1 3 0,-3-1 1 15,1-2 1-15,1 2 0 0,-2 2 0 0,1 1-5 16,-1-2-2-16,0 3-1 0,0-1 0 15,0 1-1-15,0 1-1 0,2 1-1 0,-2-3 0 16,0 3 0-16,0 0 0 0,0 0-1 0,0 0 2 16,0 0-1-16,0 0 1 0,0 0-1 15,0 0 1-15,0 0-1 0,0 0-5 0,0 0 3 16,0 0 0-16,0 0-4 0,0 0-2 16,0 0 4-16,0 0 8 0,0 0-3 0,0 0 0 15,0 3-1-15,0-3 4 0,0 0-7 0,2 1-3 16,-2 1-1-16,0 1 0 0,1-1 5 15,-1 0-2-15,0 1 4 0,2 0 2 0,-2 0 0 16,2 1 1-16,-2-1 0 0,0 2 0 0,0 1 0 16,0 1 0-16,0 0 0 0,0 1 0 15,0 1 0-15,0-1 0 0,0 3 0 0,-2 0 0 16,0 0-2-16,1 0 1 0,-1 3 0 16,0-1 0-16,1 0 0 0,-1 2 0 0,2 0 0 15,-1 0 0-15,-4 0 1 0,5 0-1 0,-1 1 1 16,-2-1-2-16,3 0 1 0,-2-1 0 15,0 3 1-15,1-3-1 0,-1 1 1 0,0-1-1 16,2 1 1-16,-1-2-1 0,-1 2 6 0,1-1 1 16,1-1 2-16,-2 0 0 0,2 1 0 15,-2-2 0-15,2 2-5 0,0-2-2 0,-1-1-2 16,-1 3-1-16,2-2 0 0,0 2-1 0,0-2 1 16,0 1-1-16,0 1 0 0,0-3 1 15,0 4 1-15,0-2-1 0,0-1 1 16,2 1 0-16,-1 1 1 0,-1-2 0 0,2 3-1 15,-2 0 1-15,2 0 0 0,-2 0 0 0,0 0 1 16,-2 0 0-16,2 2 0 0,-2-3-1 0,2 1 0 16,0-1 0-16,-1 1-1 0,-1-2 1 15,2 2-1-15,0-1 0 0,0-1 0 0,0 0 0 16,0 1 0-16,0 0-1 0,0-1 1 16,2 1 0-16,-1-2 0 0,-1 4-1 0,0-2 2 15,0 1-2-15,2 0 2 0,-2 0-2 0,0-2 1 16,0 2-1-16,0 0 0 0,0 0 0 15,-2-2-1-15,2 2 0 0,0-1 0 0,-1 1 0 16,-1 0 0-16,2 0 1 0,-1 1-1 0,1-3 0 16,-5 2 0-16,5 0 0 0,-1 0 0 15,-2-1 0-15,1 0 1 0,0 2-1 0,1-3 0 16,-3-1-1-16,1 1 1 0,2-1 0 0,-3 1 0 16,1 0 0-16,2-1 1 0,-4-2 0 15,2 2 1-15,1 1 0 0,-1-2 0 0,2 1 0 16,-3 0 0-16,1 0-1 15,2-1 1-15,1 0 0 0,-4-1-1 0,4 2 0 0,0-3 0 16,0 1 1-16,0 1-1 0,0-3 0 0,0 2 0 16,0-2 1-16,2 2 1 0,0 0-1 0,-2 1 0 15,0-3 0-15,1 3-1 0,-1 0 0 16,0-3 1-16,2 3-1 0,-1 0 0 16,-1 1 0-16,0-2 1 0,0 1-1 0,0-1 1 15,-1 0-1-15,1 1 1 0,0-2-1 0,-2 1 1 16,2 0-1-16,0 0 0 0,-1-1 0 0,1 1 1 15,-2 1-1-15,0 0 0 0,1 1 0 16,-1-2 0-16,1 2 0 0,-1 0-1 0,0 0 1 16,-2 0 0-16,2 1 0 0,-1-3 0 0,2 3-1 15,-3-1 1-15,1 0 0 0,2 3 0 16,-3-4 0-16,3 1-1 0,-1 1 1 0,1-1-1 16,-1 0 1-16,0 0-1 0,2 2 1 15,-2-4 0-15,2 1 0 0,0-2 0 0,-2 1 1 16,2 1-1-16,0-3 1 0,0 2-1 15,0-2 0-15,0-1 1 0,2 2-1 0,-2-2 1 16,0 2-1-16,0-2 2 0,2 3-1 0,-2-3 0 16,0 1 0-16,0 3 0 0,0-3 0 0,0 1-1 15,0 0 1-15,0 0-1 0,0 1 1 16,0 1-1-16,0 0 1 0,0-1-1 0,0 1 0 16,0-1 1-16,0 1-1 0,2-1 0 15,0-1 0-15,-2 2 0 0,0-2 0 0,1 0 0 16,-1 0 0-16,2 1 1 0,-2-1-1 0,0 0 0 15,1-2 1-15,-1 1-1 0,0 1 0 16,2-1 0-16,-2-1 2 0,2 1-2 0,-2-1 1 16,0 1 0-16,0-1-1 0,1-1 1 0,-1 1-1 15,0 1 1-15,0 0-1 0,-1 0 0 16,1 0 0-16,0 0 1 0,-2-1-1 0,2 4 1 16,-2-4 0-16,2 2 1 0,0 0-1 15,-1 0 1-15,1 0-2 0,-2 1 1 0,2-2 0 16,-1 0-1-16,1 1 0 0,0-1 0 15,0 2 0-15,0-3 0 0,0 1 0 0,1 1 0 16,-1 0 1-16,0-1 0 0,0 2 0 0,0-3 0 16,0 4-1-16,0-4 2 0,0 1-1 0,0 3 1 15,0-1 1-15,-1-1 0 0,1 0 0 16,0 1 0-16,0-1 0 0,0 0-1 0,0-1 0 16,0 3 0-16,1-3-1 0,-1 0-1 15,2 2 1-15,-2-2-1 0,0 1 1 0,0-1 0 16,0 3-1-16,1-3 0 0,-1-1 1 0,0 1-1 15,2 1 0-15,-2-2 0 0,2 1 0 16,-2-1 1-16,0-1-1 0,1 0 1 0,-1 3 1 16,0-4-1-16,2 3 0 0,-2-2 0 15,1 0-1-15,-1-1 1 0,2 1-1 0,0 0 0 16,-2 0 0-16,1 0 1 0,1-2-1 0,-1 1 1 16,1 0 0-16,0-1 0 0,0-1 0 15,0 2-1-15,0 0 1 0,-1-2-1 0,1 3 0 16,-1-4 0-16,3 3 0 0,-3-2 0 15,2 0 0-15,-1 0 0 0,1 1 0 0,-1-1 0 16,1 2 0-16,-1-1 0 0,2-1 1 0,-2 1 0 16,1 0-1-16,-2 0 1 0,4 0 0 0,-2 1 1 15,1 0-1-15,-3-1 0 0,3 0-1 16,-1 3 1-16,3-2 0 0,-3 0-1 0,2 1 1 16,-2-1 0-16,0 1 0 0,0-1-1 15,4 1 0-15,-4-1 0 0,3 0 0 0,-1-1 0 16,0 1 1-16,-1-2 0 0,3 0 0 0,0-2 0 15,0 0 3-15,-1 2 1 0,1-3 1 16,2 0 1-16,-1 0 0 0,0 0 0 0,0-3-2 16,3 3-1-16,-2-1-2 0,1 0-1 15,1-1 0-15,-2 1 0 0,3 1 0 0,-2-3-1 16,0 3 1-16,0 0-1 0,0-2 0 0,-2 2 0 16,2 0 0-16,1 0 0 0,-3 0 0 0,0 0 1 15,0 0-1-15,1 0 0 0,-1 0 0 16,0 0 0-16,-2 0 0 0,2 0 0 15,-2-3-1-15,2 3 1 0,-3 0 0 0,2-2 0 16,0 2 0-16,0-1-1 0,-3 1 1 0,1 0-1 16,0-1 1-16,1 1 0 0,0 0 1 0,-1 0-1 15,2 1 0-15,-2-1 1 0,2 0-2 16,-2 1 0-16,1-1 0 0,1 2 1 0,-1-2 0 16,2 0 0-16,-4 0 0 0,5 0 0 15,-5-2 1-15,4 2-1 0,-2-1 0 0,2 1 0 16,-1 0 0-16,-1 0 0 0,3 0 0 0,-2 0 0 15,-1 0-1-15,2 0 1 0,-1 1 0 16,-1 1 0-16,2 1-1 0,-4-3 1 0,3 2-1 16,-1-2 0-16,2 3 1 0,-3 0-1 15,1-2 2-15,1 0-1 0,-3-1 0 0,2 3 0 16,-3-3 1-16,2 2-1 0,0-2 0 0,-2 0 0 16,2 2 0-16,-2-2 0 0,3 0 0 0,-3 0 0 15,1 0 0-15,-1 0 0 0,0 0 0 16,-1 0 0-16,1 0 0 0,0 2 1 0,0-2 0 15,2 0 0-15,-2 1 0 0,2-1 1 16,-2 1-1-16,0-1 0 0,2 2 1 0,-2-2-1 16,4 2 1-16,-3-2-1 0,1 1 1 0,0-1-1 15,-1 1 1-15,3-1-1 0,0 2 0 16,-2-2-1-16,2 1 1 0,-3-1 0 0,3 2-1 16,-2-2 1-16,2 1 0 0,0-1 0 0,-3 2 0 15,1-2 0-15,0 1 0 0,1-1 0 16,-3 0 0-16,4 2 0 0,-4-2-2 0,2 0 2 15,0 0-1-15,-2 0 1 0,0 0 0 0,1 0 0 16,1 0 0-16,-2 0 0 0,1 0-1 16,0 0 1-16,0 0-1 0,0 0 0 0,1 1 1 15,-2-1-1-15,0 0 2 0,0 2-1 16,1-2 0-16,-1 0 1 0,0 1-1 0,0-1 0 16,0 2-1-16,-1-2 0 0,2 0 0 0,-1 0 0 15,1 0 1-15,-3 0-1 0,3 0 1 16,-1-2 0-16,0 2 0 0,-1-1 1 0,1 1-1 15,-2 0 1-15,3-2 1 0,-2 2 0 16,2 0 0-16,-1 0 1 0,-2 0-1 0,3 2-1 16,-3-2 1-16,1 3-2 0,-1 0-1 0,-1 0 0 15,0 1-2-15,-1 2-5 0,-2 2-17 0,-2-1-37 16,-2-2-87-16,-2 0-180 0,1 0-266 16,0-1-335-16,-1-3-428 0,1-6-452 0,-3-1 68 15,-5-3 912-15</inkml:trace>
  <inkml:trace contextRef="#ctx0" brushRef="#br2" timeOffset="163109.54">26464 2807 217 0,'0'0'553'15,"-1"0"336"-15,1 2 216 0,-4-2-198 0,3 0-213 16,1 0-95-16,-2 0-51 0,0 2-67 0,-1-2-86 16,3 0-68-16,-3 0-52 0,0 0-65 0,1 0-67 15,-1 0-43-15,-1 0-26 0,1 0-15 0,-2 0-10 16,1 0-8-16,0 0-4 0,-3-2-4 15,1 2-1-15,2 0-2 0,-3-2 0 0,1 2-3 16,-2 0-3-16,-2-3-1 0,2 2-2 0,-1 0-1 16,-2 0-2-16,1-1 0 0,-1-1-1 0,-3 1 0 15,3 2-2-15,0-3-1 0,-5 1 0 0,3 1 0 16,-1 1-1-16,0-1 0 0,0 1-1 16,-1-2 1-16,3 2-1 0,-1 0-2 0,2-2-1 15,-1 2 0-15,0 0-3 0,3 0-1 0,0 0-2 16,-1 0 0-16,2-1-2 0,-3 1 0 0,5 0-1 15,-1 0 0-15,1 0 0 0,-2-1 0 16,4 1 0-16,-3 0 0 0,2 0 0 0,0 0 0 16,1-2 0-16,-1 2 0 0,2 0 0 0,0 0 0 15,1 0 0-15,1 0 0 0,-1 0 0 16,0 0 0-16,2 0 0 0,-1 0-1 0,-1 0 1 16,2 0-1-16,0 0 0 0,0 0-1 0,0 0 0 15,0 0 0-15,0-2-1 0,0 2 1 0,0 0-2 16,0 0-1-16,0-1-4 0,0 1-7 0,0 0-9 15,-1 0-14-15,1 0-18 0,0 0-26 16,-4-1-49-16,4 1-69 0,-1-2-87 0,-1 0-157 16,1 2-274-16,-4-1-314 0,4 1-288 0,1 0-180 15,0 0 130-15,-2 0 629 0</inkml:trace>
  <inkml:trace contextRef="#ctx0" brushRef="#br2" timeOffset="163751.67">25946 2869 61 0,'0'4'367'0,"-2"1"271"0,2-1 243 0,0-4 9 15,2 2-163-15,-2 0-142 0,-2 0-111 16,0-1-73-16,2-1-20 0,0 0-24 0,0 0-29 16,2-1-30-16,0-1-31 0,-2 0-35 0,0 0-54 15,-2-2-45-15,0 2-35 0,2-3-23 0,0 3-11 16,-1-4-8-16,-1 1-5 0,2 1-4 0,-1 0-2 16,-1-1-2-16,0-1-2 0,1 2-1 0,1-1-4 15,-3 1-3-15,1-2-5 0,0 1-2 16,1 1-4-16,-3-3-3 0,4 4-3 0,-3-4-1 15,-1 1-3-15,2 0-2 0,-1 1-2 0,2-2 0 16,-1 1 0-16,-1-1 1 0,1 1-1 0,-1-1-1 16,0-1 0-16,1 0-2 0,-1 1-1 15,1-1-1-15,-2 1 1 0,2-3-1 0,-1 3 0 16,2 0-1-16,-3-1 0 0,3 1 0 0,-3 1-1 16,3-1-1-16,-1 2 1 0,1 0-1 0,1-1 0 15,0 3 0-15,-2 0 0 0,2 2 0 0,0-3-1 16,0 4 1-16,0-1-1 0,0 0 0 15,0 1 0-15,0 0 0 0,0-2 1 0,0 2-1 16,2 0 0-16,-2 0 1 0,1-2 0 0,2 2 0 16,1 0 0-16,1-1 0 0,-2 1 0 0,3-3 2 15,0 2 0-15,1-1-1 0,1-1 2 16,1 0-1-16,0-1 0 0,-1-1 0 0,2 2 4 16,1-1 1-16,-2 0 2 0,1-2 1 0,1 2 0 15,-2 0-1-15,3-1-2 0,-3-1-3 16,0 0 0-16,1 1-2 0,-1 1 0 0,-1 0-2 15,0-1 1-15,-1 1-2 0,-1 1-1 0,-2 0-1 16,0 0-1-16,-3 1-5 0,1-1-12 0,0 3-20 16,-4-1-44-16,-1 0-82 0,-1 2-186 15,-3 0-274-15,1 2-335 0,1 2-417 0,-3-1-405 16,-5 2 70-16,0-1 909 0</inkml:trace>
  <inkml:trace contextRef="#ctx0" brushRef="#br3" timeOffset="181873.01">13508 4810 143 0,'-6'-1'321'16,"3"-1"135"-16,0 2 57 0,0-1-99 0,-1 1-104 16,1 0-64-16,0-2 2 0,1 2 36 0,1-1 25 15,-1 1 16-15,2 0 4 0,0 0-9 16,0 0-20-16,0 0-51 0,0 0-47 16,0 0-38-16,0 0-34 0,0 0-30 0,0 0-17 15,0 0-12-15,0 0-10 0,0 0-7 0,0 0 0 16,0 0-7-16,0 0-5 0,0 0-3 0,0 0 1 15,0 0-3-15,0 0-3 0,0 0-6 16,2 0-7-16,-2 0-5 0,1 0 2 0,1 1 52 16,1 1 21-16,4 1 17 0,-2-1 14 15,1 0 24-15,3 1 3 0,-1-2-36 0,0 3-20 16,1-3-9-16,-1 0-10 0,2 2-29 0,-2-2-10 16,1 0-12-16,1-1-6 0,-1 1-5 15,1-1-1-15,-2 2 6 0,0-2-5 0,1 0 4 16,0 3 1-16,1-3 1 0,-2 0-5 15,3 0 1-15,-2 0-1 0,0 2 0 0,1-2-1 16,0 0-1-16,0 3 0 0,0-3 7 0,2 0 3 16,-3 0 1-16,2-3 1 0,-1 3 1 0,-1 0 1 15,4-2-8-15,-5 2-1 0,1-3-3 16,4 1-2-16,-4 1-3 0,1-1 1 0,2-1-2 16,-2 1 0-16,0 0-2 0,0 0-1 15,1 1-1-15,-1-2-1 0,1 1 0 16,0 1-1-16,-1 0-1 0,0-2 2 0,0 3 1 0,0-2-1 15,1 1 1-15,-2-1 0 0,-1 1 1 16,3 1-1-16,-3-2-1 0,2 1 1 0,-1-1 1 16,0 0 1-16,-1 1 1 0,1 0 2 15,0-1 1-15,-3 2 0 0,2-1 1 0,0-1-2 16,1 2-1-16,-1-1-2 0,0 1 0 0,-1 0 0 16,2 0-1-16,-3 1 0 0,2-1-1 0,0 2 0 15,1-2 1-15,0 1 1 0,-1 1-1 16,0-1 1-16,1 0 0 0,-1 1 1 0,1 1-1 15,1-1 1-15,-4-1-2 0,2 2 0 16,2-1 0-16,-1 1-1 0,0-2 1 0,0 2-1 16,1-1 0-16,-2-1 0 0,2 0 0 0,1 1 1 15,-2 0 1-15,1 0 0 0,1 1 0 16,-2-3 0-16,1 1-1 0,-2 0 1 0,3 0-2 16,-2 1 0-16,-1 1-1 0,3-3 1 15,-3 2-1-15,0-2 0 0,0 3-1 0,1-3 0 16,-1 1 1-16,-1 1-1 0,2-1-1 0,-3 1 1 15,2-2 0-15,1 2 1 0,0-1-1 0,0 0 0 16,-1 1 0-16,0 0 1 0,3-1 0 16,-3 0-1-16,2 1 1 0,1 1-1 15,-2-2 0-15,1 1-1 0,1 1 0 0,-2-2-1 16,2 2 1-16,0 0 0 0,-1-1 1 0,0 1 0 16,0-2 0-16,-2 2 0 0,4 0 0 15,-3 0-1-15,0 0 0 0,1 0-1 0,1 0 1 16,-2 1-1-16,-1-2 0 0,2 1 0 0,1 0 0 15,-2-1 1-15,1 2 0 0,2-1-1 16,-2 1 0-16,0-3 2 0,0 0-1 0,2 3 1 16,-3-4 0-16,4 1 2 0,0-1 0 0,-3 0-1 15,2 0 2-15,0 0-1 0,1 0 0 0,-2 0 1 16,4 0-1-16,-3-1 0 0,1 1 0 16,1-2-1-16,-2 0 1 0,2 1 0 0,-1 0 0 15,0-1 0-15,-1 0 0 0,1 1 0 16,1-1 1-16,-1 1-1 0,3-2 0 0,-3 1 0 15,0 2 2-15,2-3-1 0,-1 0 1 0,0 2-1 16,-1-3 1-16,3 3-1 0,-2 0-1 16,0-3 0-16,1 3-1 0,-1 0-1 0,-1-1 1 15,0-1-2-15,0 2 1 0,1-1 0 16,-2 1 0-16,0-1-1 0,1 1 0 0,-2 1 0 16,1-2 1-16,0 2-1 0,-1-1 0 0,1 1-1 15,1 0 1-15,-2-2 0 0,3 2 0 0,-2 0-1 16,1 0 0-16,0 0 1 0,0 0-1 15,0 0 0-15,-1-1 0 0,2 1 1 0,-1-2-1 16,1 2 0-16,-1 0 0 0,1-2 0 16,0 1 0-16,-1 1 0 0,1-1 0 0,-1-1 0 15,1 1-1-15,1-2 2 0,-2 2 0 0,0-1 1 16,1 0 0-16,1 1 0 0,0 0 1 16,-2 1-1-16,2-2 0 0,0 2 0 0,0 0 1 15,0 2 0-15,1-2 0 0,1 1 0 16,-2 0 1-16,2 1 0 0,0-2 0 0,-1 2 1 15,2-1 0-15,-4-1-1 0,2 0 0 16,-2 0 1-16,3 0-1 0,-4 0 0 0,3 0 0 16,-4 1-1-16,1-1-1 0,1 2 0 0,-2-2 0 15,0 1 1-15,-2 1 2 0,1-1 0 0,0 0 2 16,-2 3 0-16,1-1 0 0,1 0 0 16,-2 0-1-16,-1 0-1 0,3-1-1 0,-3 3 0 15,2-2-1-15,-1 0-1 0,0 1 1 16,-1-3 0-16,2 1 0 0,-1 0 0 0,1 1 1 15,0-3-1-15,-1 0 1 0,0 0-1 0,-1 0 1 16,0 0 0-16,3 0 0 0,-3-3-1 16,2 3 0-16,1-2 0 0,-3 1-1 0,1 0 0 15,2 0-1-15,-3 1 1 0,3-3 0 0,2 3 2 16,-4 0 2-16,3-1 1 0,-2 0 2 16,1 1 1-16,2-2 0 0,0 0-1 0,0 1-1 15,0-2-2-15,0 1-1 0,1 1 0 0,1-2 0 16,-1 0 1-16,0 0 0 0,1 2 2 15,-1-2-7-15,-1 1 0 0,0 0 0 0,-1 2 0 16,-1 0 0-16,3 0 0 0,-3 2 0 16,1 0 0-16,-2-1 0 0,1 1 0 0,-1 1 0 15,-1 0 0-15,-1-2 0 0,1 1 0 0,-1-1 0 16,0 2 0-16,-1-3 0 0,-1 3 0 0,3-3 0 16,-4 0 0-16,3 0 0 0,-3 0 0 15,3 0 0-15,-2 0 0 0,0-1 0 16,1-1 0-16,-1 0 0 0,3 1 0 0,-2 1 0 15,-1-1 0-15,2-1 0 0,0 1 0 0,-2 1 0 16,2-2 0-16,0 1 0 0,0-1 0 0,2 1 0 16,-4 1 0-16,4-2 0 0,0 1 0 15,0-1 0-15,0 2 0 0,2-2 0 0,-2 1 0 16,2 1 0-16,-1 0 0 0,1 0 0 16,-2 0 0-16,0 0 0 0,0 0 0 0,0 0 0 15,0 1 0-15,0 1 0 0,0 0 0 0,0-1 0 16,-2 1 0-16,4-1 0 0,-2 1 0 15,0-1 0-15,-1 1 0 0,4-1 0 0,-4 1 0 16,2-1 0-16,-1 0 0 0,-1 1 0 16,4-2 0-16,-4 0 0 0,3 2 0 0,-2-1 0 15,0-1 0-15,0 0 0 0,0 0 0 0,2 0 0 16,-3 0 0-16,4 1 0 0,-4-1 0 0,1 0 0 16,1 0 0-16,-2 0 0 0,2 0 0 15,0 0 0-15,-1 0 0 0,0 0 0 0,-1 0 0 16,0 0 0-16,-1 2 0 0,0-2 0 15,1 0 0-15,0 2 0 0,-1-2 0 0,1 0 0 16,-3 0 0-16,2 1 0 0,-1-1 0 0,-1 0 0 16,2 1 0-16,-4-1 0 0,1 0 0 0,-2 3 0 15,2-3 0-15,0 0 0 0,-1 1 0 16,1 0 0-16,-2-1 0 0,2 1 0 0,-2 1 0 16,2 1 0-16,0-1 0 0,3-2 0 15,-4 4 0-15,4-2 0 0,1 1 0 0,0 0 0 16,0 0 0-16,3 0 0 0,0 0 0 0,1 0 0 15,2 0 0-15,-2-2 0 0,4 1 0 16,1-1 0-16,1 0 0 0,0-1 0 0,1 0 0 16,1 0 0-16,0-1 0 0,-1 0 0 15,2-1 0-15,-1-1 0 0,3 1 0 0,-2-3 0 16,0-1 0-16,-1 0 0 0,0 0 0 0,1-1 0 16,-2 1 0-16,0-1 0 0,-3 1 0 15,-1 0 0-15,-2 2 0 0,-1-1 0 0,-5 2 0 16,0 2 0-16,-2-1 0 0,-4 4 0 15,-1-1 0-15,-4 2 0 0,2 2 0 0,-7-1 0 16,3 2 0-16,0 1 0 0,-1-1-106 0,-4-1-146 16,1 1-173-16,1 0-280 0,0-1-347 0,-1 1-421 15,3-2-240-15,-4 1 160 0,0-2 799 16</inkml:trace>
  <inkml:trace contextRef="#ctx0" brushRef="#br3" timeOffset="182238.88">17533 4806 67 0,'-7'0'606'15,"2"3"474"-15,0-1 194 0,1 2 2 0,-4 0-304 16,3 3-299-16,2 1-191 0,-2 0-114 0,2 3-77 16,0 0-90-16,1 6-79 0,1-1-47 15,-1 2-28-15,2 2-17 0,2-1-9 0,-1 3-6 16,2-3-7-16,1 0-3 0,-1-1-3 15,0-2-2-15,3 1-3 0,-2-2-9 0,2-3-15 16,-5 0-42-16,2-3-72 0,-3-1-69 16,-3-2-115-16,0-4-167 0,-5 0-265 0,0-5-283 15,-1 1-202-15,-4-3-135 0,-1-3 235 0,-3-1 522 16</inkml:trace>
  <inkml:trace contextRef="#ctx0" brushRef="#br3" timeOffset="182456.78">16893 4901 174 0,'-17'10'746'0,"0"3"389"0,-1 2 63 0,1 0-128 15,4 2-435-15,-2-2-299 0,3 3-136 0,1-2-61 16,1 0-33-16,1 0-26 0,3 0-19 16,1 0-13-16,2-2-22 0,-1 1-9 0,2-1-7 15,0 1-6-15,2-3-8 0,-1 1-16 16,-1 1-23-16,-1-3-85 0,1 0-151 0,-2-3-260 15,-3 1-276-15,2-5-255 0,-1 0-190 0,-2-4 169 16,0-4 490-16</inkml:trace>
  <inkml:trace contextRef="#ctx0" brushRef="#br3" timeOffset="182656.51">16294 5065 146 0,'-14'3'723'0,"-2"2"428"15,0 0 91-15,2-1-129 0,1 2-413 0,1-2-278 16,2 2-144-16,2-1-79 0,2-1-48 16,-1 0-33-16,0 0-35 0,4-2-34 0,-2 2-35 15,3 1-45-15,-1-3-38 0,3 1-66 0,-1 2-123 16,-4-1-185-16,2 1-294 0,0-1-247 16,0 1-235-16,-1 0-24 0,0-1 380 0,0-3 466 15</inkml:trace>
  <inkml:trace contextRef="#ctx0" brushRef="#br3" timeOffset="182828.65">15920 5161 404 0,'-10'5'767'0,"-1"-1"235"0,2 2 12 16,-3 0-309-16,2 2-280 0,2-1-174 0,-2 0-99 15,2 3-47-15,0-1-25 0,2 0-19 16,1-2-30-16,0 2-47 0,-1-3-77 0,2 0-111 15,0 0-150-15,1-1-289 0,-2-3-239 16,2 2-127-16,0-4 91 0,0-1 304 0</inkml:trace>
  <inkml:trace contextRef="#ctx0" brushRef="#br3" timeOffset="183022.3">15578 5095 37 0,'-8'-3'422'0,"-3"3"293"15,2 0 182-15,-1 3 17 0,-2 0-360 0,2 0-264 16,0 2-137-16,0 0-73 0,2 0-32 16,-1 0-22-16,2 0-10 0,2-3-26 0,0-2-48 15,2 0-68-15,-2-1-94 0,4-5-153 16,-1 0-262-16,0-3-150 0,-1-2-10 0,2-2 156 16,-2-2 236-16</inkml:trace>
  <inkml:trace contextRef="#ctx0" brushRef="#br3" timeOffset="183190.35">15311 4928 313 0,'-13'10'549'0,"-4"0"195"0,1 2 68 15,-3 0-251-15,0 0-180 0,2 1-102 16,-1 0-58-16,2-1-42 0,-1-2-34 0,1-1-38 16,4-2-40-16,1 1-31 0,-1-3-16 15,0-2-31-15,2-2-56 0,2-2-75 0,-1-2-100 16,1-2-165-16,0-3-264 0,2 0-162 0,-2-3-8 15,2-1 168-15,-1-2 258 0</inkml:trace>
  <inkml:trace contextRef="#ctx0" brushRef="#br3" timeOffset="183344.43">14922 4926 288 0,'-17'3'561'0,"-4"3"214"16,3 1 93-16,-4 1-273 0,-1 2-227 0,-2 2-126 16,1 0-74-16,-3-1-48 0,0 1-30 15,0-1-19-15,2 2-27 0,1-4-20 0,0-1-39 16,4 3-91-16,-1-3-184 0,2 1-276 15,2-1-200-15,2-1-124 0,-2 0 63 0,4-1 270 16</inkml:trace>
  <inkml:trace contextRef="#ctx0" brushRef="#br3" timeOffset="186317.03">12663 3916 42 0,'1'-1'249'0,"-1"-1"138"0,0 1 118 16,2-1-80-16,-1 1-135 0,-1 1-86 0,0-2-43 15,0 2-23-15,-1-1-15 0,-1-1 24 16,1 1 45-16,-1 1 25 0,0-2 16 0,1 1 18 16,-1 1 14-16,-1-2 0 0,1 2-2 15,-1-2-9-15,2 2-16 0,-3 0-18 0,0-1-27 16,2 1-34-16,1 0-31 0,-1-2-27 0,2 2-24 15,-1-1-21-15,1 1-15 0,0 0-15 16,0 0-10-16,0 0-6 0,0 0-6 0,1 0-2 16,-1 0-2-16,2 0 0 0,-1 1-3 15,1-1 14-15,4 2 27 0,-3-1 31 0,4 1 17 16,-1 1 6-16,2 0 6 0,1 0-11 0,-1 0-22 16,0 2-25-16,0-3-15 0,3 2-9 15,-3 1-2-15,0-3-2 0,1 2 24 0,-1-2 27 16,0 2 14-16,0-2 7 0,1 1-1 15,-2-1 0-15,-1 1-16 0,2 0-19 0,1 0-10 16,-2 0-3-16,1 0-3 0,0 1-3 0,3-1-3 16,-2 1-6-16,-1 0-2 0,3 0-1 0,-3 1-6 15,0-1-4-15,3 0 5 0,-3 0 0 16,0 1 0-16,2-2-1 0,-1 0 6 0,0 1 3 16,-2 0-5-16,1-1-4 0,1 0-2 15,1 0 0-15,-2-1-3 0,1 1-1 0,-1-2-2 16,-2 3 1-16,2-2-1 0,2 0 0 0,-2 1 0 15,0-1 0-15,0 1 1 0,-1 1-1 16,1-1 2-16,0 0 0 0,0 1 2 0,1-1 1 16,-1 0 1-16,1 2 2 0,-2-3 1 0,3 3-1 15,-2-1-1-15,0 0-1 0,2-1-1 16,-1 1-2-16,0 1 0 0,0-2 0 0,1 0 0 16,-2 2 0-16,2-3-2 0,0 1 1 0,-2 0-2 15,2 0 0-15,-1 2-1 0,-1-2 0 16,0 0-1-16,0 0 1 0,1 1 0 0,-1-1-1 15,-1-2 0-15,-1 3 1 0,3-2-7 16,-2 3-2-16,-1-1-3 0,2-2 0 0,1 3 0 16,0-2 0-16,-1 0 7 0,2 1 3 0,2 0 3 15,-1-2 2-15,1 2 2 0,1 0 0 0,3-1 0 16,-4-1 0-16,6 3-1 0,-6-2 0 16,4 2-2-16,-2-2 0 0,-1-1-2 0,1 2 0 15,-1-2-1-15,1 2 0 0,-4-2-1 16,1 2 2-16,0-3-2 0,0 3 1 0,-3-2 1 15,4 0 0-15,-2 1 0 0,0 0 1 0,2-2 0 16,-2 1 1-16,2-1 1 0,-1 2 0 16,1-1 6-16,1 0 3 0,-1-1 0 0,2 0 1 15,-1 1-1-15,-1 1 0 0,2-2-7 16,1 1-2-16,0-1-3 0,-2-1 0 0,4 2 3 16,-4-1 2-16,4 0 1 0,-4-1 2 15,3 2-1-15,-2-2 0 0,0 0-4 0,-1 1-2 0,3 1 0 16,-3 0-1-16,-1-2-1 0,4 3 1 15,-3-2 0-15,1 1 0 0,0-1 0 0,0 2-1 16,-1-2 1-16,-2 1 0 0,3 1 0 16,-1-2-1-16,1 3 0 0,-3-2 0 0,2 2 0 15,0 1 0-15,-4-3-2 0,3 3 1 0,1-2 1 16,-3 1-2-16,4-1 1 0,-3 2 0 16,2-2 1-16,-2 0-1 0,0 1 1 0,3-1 0 15,-3 0 0-15,3 0-1 0,-3 0 0 16,2-1 0-16,1 1 1 0,-1-2-1 0,-1 2 0 15,1-2 1-15,-1 1-1 0,0 0 1 0,1-1-1 16,-1-1 0-16,1 1-1 0,-2-1 1 16,2 0-2-16,-4 2 2 0,4 0-1 0,-4-2 1 15,3 2 1-15,-2 1-1 0,2-2 1 0,-1 0 0 16,1 3-1-16,-1-2 0 0,-1 0 0 16,4 2-2-16,-3 1 1 0,3-2 0 0,-1 0 0 15,-2 0 0-15,3 0-1 0,-1 0 2 16,1 0-1-16,1-2 0 0,-2 2 0 0,0 0 0 15,0-2 1-15,0 1-1 0,-1 0 0 0,2-1 0 16,-2 1 1-16,2-2-1 0,-5 1 0 0,4 1 1 16,-1-1 1-16,-2-1-1 0,1 2 1 15,3-1-1-15,-2 0 1 0,-2 1-1 0,2-2 0 16,0 2 0-16,-1-1 0 0,2 0 0 0,-1 3 1 16,1-3 0-16,-2 0-1 0,3 2 1 15,-1-2 1-15,3 0 0 0,-2 3-2 0,0-4 2 16,2 2-1-16,-2 0 1 0,2-2 0 15,0 4-1-15,-2-2 0 0,2 1-1 0,0-1 1 16,0 0 0-16,-2 2-2 0,2-3 1 16,-2 2 0-16,2 0 0 0,-4 0 0 0,1 0 0 15,1-1 1-15,-2 3-1 0,1-2 0 0,-3 2 0 16,0-2 0-16,0 1 0 0,-1 0 1 16,0 1 0-16,0 1-1 0,-2-2 1 0,1 0 0 15,-2 2-1-15,3-1 0 0,-4-1 0 16,3 0 0-16,-3 1 0 0,1-1 0 0,-1-1 1 15,1 2-1-15,1-2 0 0,-3 0 2 0,1 0-1 16,0 0 0-16,3-1 0 0,-4 0-1 0,0 1 0 16,0-2 1-16,1 3-1 0,2-2 0 15,-1 1 1-15,-2-1 0 0,1-1 0 0,0 4 0 16,2-5-1-16,-1 2 0 0,1 1 0 0,-2 0 0 16,0-2 0-16,2 1 1 0,-1 0 0 15,1-1 0-15,-2 0 0 0,2 3-1 0,-1-3 1 16,1 0-1-16,0 1 0 0,0 0 0 15,-1-1 2-15,0 2 0 0,2-2 2 0,-2 1 2 16,2-1 0-16,-3 0 2 0,3 3-3 16,0-3 2-16,-2 1-3 0,2 1-1 0,-1-2-1 15,2 2-1-15,-1 0 1 0,2 0-1 0,-1 1 1 16,0 1-1-16,1 0 1 0,1 0 0 0,0-1-1 16,-1 3 0-16,2-2 1 0,-1 1 0 15,0-1-1-15,0-1 1 0,0 0-1 0,-1-1-1 16,1 0 0-16,-2 0 0 0,1 0 1 15,-1-1-1-15,1-1 0 0,-2-1 1 0,0 2 0 16,1-2 0-16,-2 0 0 0,1-2-1 0,-2 2 1 16,1 0 0-16,0-1-1 0,-1 1 1 15,-1 0 0-15,0-2-1 0,3 1 0 0,-4 1 0 16,3 0 1-16,-2-2-2 0,1 2 1 0,2 0 0 16,-4 2 0-16,1-2 0 0,2 1 1 15,-1 1 0-15,2-2-1 0,-2 1 1 0,0 2 0 16,-1-2-1-16,2 1 1 0,-1 0-1 0,-2-1 0 15,1 0 0-15,-2 3 1 0,2-4-1 16,-1 1 0-16,-3 0 0 0,1 2-1 0,-1-3 0 16,1 0 1-16,1 1-1 0,-3-1 0 15,1 1 0-15,-1-1 0 0,0 0 0 0,0 1-2 16,0-1-1-16,-1 3-10 0,-2-3-17 0,0 2-40 16,-2-2-82-16,-2 2-136 0,-2-2-266 15,-2 3-314-15,3-2-388 0,0-1-393 0,0-1-52 16,0-4 649-16</inkml:trace>
  <inkml:trace contextRef="#ctx0" brushRef="#br3" timeOffset="188201.97">16083 4684 239 0,'-5'0'439'0,"-2"2"193"0,2-2 78 0,-2 3-131 16,2 0-91-16,-1-2-33 0,1 1-11 0,0 0-26 15,0-1-42-15,1 0-58 0,1-1-58 16,1 0-53-16,1 2-20 0,-1 0 1 0,0-1 9 16,2-1 9-16,-1 1-2 0,1 1-13 15,0 0-31-15,0-1-35 0,0-1-29 0,0 1-22 16,0 1-17-16,1-1-13 0,-1-1-6 0,0 2-6 15,2-2-4-15,0 1-1 0,-1-1 1 16,2 1-3-16,3 1 5 0,-1 1 4 0,2-1-1 16,1-1 1-16,1 1 0 0,0-1 4 15,1 1-1-15,4-2-5 0,-3 0-2 0,2-2-4 16,3 1-3-16,-4-2-3 0,2 0-5 0,1-2-2 16,-1 2-2-16,0-1-1 0,0 1-4 0,1-1-1 15,0-1-1-15,-2 0-1 0,3 1-1 16,-2-1 1-16,-1 0-1 0,3 3 0 0,-2-2 0 15,0 2 0-15,-1-2 1 0,1 2 0 16,-1 0 0-16,1-1 1 0,-3 2-1 0,0-1 0 16,1 1-1-16,-2 1 0 0,0-2 0 0,0 1 0 15,0-1 0-15,-2 1 2 0,1 1-1 0,1-2 0 16,-4 1 1-16,2-3 0 0,2 3 1 16,-2 1-3-16,-2-3 1 0,2 3 0 15,1-1-1-15,-1-1 0 0,0 1 0 0,0 0 0 16,3-1 0-16,-3 0 0 0,-1 1-1 15,2 0 0-15,-3-1 0 0,1 0 2 0,1 0 1 0,-4 0 2 16,2-1 2-16,-1 0 1 0,-2 0 0 16,1 3-1-16,0-2 0 0,-2 0-2 0,1 2-1 15,-1-4-1-15,-1 4-1 0,1-1-1 16,2 0 0-16,0-2-1 0,-3 3-1 0,2-2 1 16,2 0 0-16,-2 0-1 0,2 0 0 0,0-2 1 15,3 2-1-15,-4-1 0 0,1 0 1 16,0-2 0-16,1 2-1 0,2-1 1 0,-2 1 0 15,-1-1 0-15,0 0-1 0,2 2 1 0,-3-2 0 16,2 3-1-16,-1-2-1 0,1 1 1 16,-1-1 0-16,0 2 0 0,-2-2 0 0,3 1 1 15,-1 0 0-15,2-2-1 0,-1 2 1 0,0-2 0 16,2-1-1-16,-2 3 1 0,2-2 0 16,0 0-1-16,1 1 1 0,1-1-1 0,1 1 0 15,0-1 0-15,0 0 0 0,1 1 0 16,2 1 0-16,-1-2 0 0,0 2 1 0,0-2-2 15,0 2 1-15,0 0 0 0,-2-1 0 16,1 0 0-16,1 0 0 0,-1 3 0 0,1-2 0 16,0 0 1-16,3-2-1 0,-2 2 0 0,3-2 0 15,-2-1-1-15,2 1 1 0,2-2 0 0,-3 2 0 16,2-3 0-16,0 0-1 0,1 2 1 16,-3-3-1-16,4 0 0 0,-1 1 0 0,-1 0 0 15,-1 1 1-15,1 0 0 0,0 0 0 16,0 2 1-16,-5 0 0 0,1-1-1 0,2 2 1 15,-5 0 0-15,1 0 0 0,1 2 0 0,-1-2 0 16,0 0 0-16,-3 1 0 0,2 0-1 16,-3 0 1-16,0 0-1 0,2 1 0 0,-3-1 0 15,1-1 0-15,-1 2 0 0,-1-1 0 0,2 1 0 16,-4-2 0-16,1 3 0 0,0 0 1 16,2 0-1-16,-3 0 1 0,2-2-1 0,-1 2 1 15,0-2 0-15,0 2-1 0,1 0 0 16,-1-3 0-16,1 2 0 0,-1-1 0 0,0-1 0 15,1 1 1-15,-1 0 0 0,2-1 0 0,0 2-1 16,-1-3 0-16,2 3 1 0,0-2-1 16,3 2-1-16,-1-1 1 0,4-1 0 0,-3 2 1 15,2-1-1-15,2 0 1 0,0 1-1 0,2-1 0 16,-1 1 1-16,1-2-2 0,2 0 0 16,-3 1 1-16,4-2 0 0,0 2 0 0,0-3-1 15,0 2 1-15,0-3-1 0,0 1 1 0,0-1-1 16,1-1 0-16,0 2 1 0,-1-2-1 15,-1 1 0-15,0-1-1 0,2 3 0 0,-4 0 1 16,2-2 0-16,-3 3 1 0,1-2 1 16,-2 2 0-16,0 2 0 0,-2-1 0 0,1 1 0 15,-1-1 0-15,-2 1 0 0,2 1 0 0,-4 0-1 16,2 0 0-16,-1 0 0 0,-1 0 1 0,-1 0 0 16,1 1 0-16,0 1 0 0,-3-2 0 15,0 1 0-15,3 1 1 0,-2-1-2 16,-1-1 0-16,-1 2 0 0,4-1 0 0,-2 1 0 15,-1-2 1-15,2 2 0 0,-1-2 0 16,2 0 0-16,-1 0 1 0,-2 0 0 0,2 0 2 16,3 0 2-16,-3-2 0 0,2 2 1 0,0-2 0 15,0 2-1-15,1 0-1 0,0-1-1 0,0-1-2 16,3 2 1-16,-1-1-1 0,0-2 0 16,3 0 0-16,-2-2 0 0,2-1 0 0,-2-1 0 15,3 2-1-15,-1-1 0 0,1-1 0 0,2 0-1 16,-3 0 1-16,1 2-1 0,1-1 0 15,1-1 0-15,1 3 0 0,-2 0 0 16,2 0 0-16,0-1-1 0,0 3 1 0,4-2-1 16,-2 2-1-16,0-2 0 0,0 2 1 0,3-3 0 15,-3 1 0-15,2-1 0 0,-2-1 1 16,-1 0 0-16,-2-1 0 0,0-1-1 0,-5 2 0 16,0 1-2-16,-2-1-4 0,-6 2-6 0,3-1-11 15,-4 3-14-15,-2-3-22 0,0 1-44 16,-3-1-80-16,0 1-116 0,-3-1-201 0,2 2-297 15,-3-1-358-15,1 1-356 0,-3 0-120 0,-2-2 390 16,-1 1 710-16</inkml:trace>
  <inkml:trace contextRef="#ctx0" brushRef="#br3" timeOffset="189223.16">14419 4376 280 0,'4'-3'625'0,"-4"3"317"0,0-2 163 16,-4 2-239-16,3 2-233 0,-1 1-142 15,-1-1-54-15,1 2-25 0,-1-2-43 0,1 0-50 16,-1 4-40-16,-3-2-39 0,1 1-58 0,2 1-56 16,-2 0-37-16,-1-1-21 0,0 2-13 15,0 0-8-15,-1-1-7 0,2 2-8 0,1-1-5 16,-3-1-5-16,1 2-4 0,-2-1-5 15,3 3-3-15,1-2-2 0,-3 3-3 0,-2 1-1 16,4 1-1-16,-1 2 0 0,-1 2-1 0,2 1 0 16,-2 0 0-16,2 1 0 0,2 1 0 0,0 1-2 15,-1-4 1-15,4 3-1 0,-1-2 0 16,1 0-1-16,1-1 0 0,-1-2 0 16,2 0-1-16,0-2 1 0,-1-1-1 0,1 0 0 15,0-3-2-15,-1-2 0 0,1 0-3 0,-1 0-11 16,1-3-17-16,1 0-34 0,-2-2-64 0,2-4-67 15,-3-2-81-15,2-3-122 0,-2-2-174 16,0 0-276-16,0-3-216 0,3 0-201 0,-1 0-52 16,1 0 349-16,0-1 492 0</inkml:trace>
  <inkml:trace contextRef="#ctx0" brushRef="#br3" timeOffset="189624.27">14501 4515 65 0,'4'-4'494'0,"-1"3"405"0,0 0 240 16,-1 1-68-16,-1 0-319 0,1 1-244 0,-1 4-149 16,1 1-55-16,2 5-27 0,-1-1-21 15,1 3-23-15,1 4-23 0,-1 1-33 0,3 1-41 16,2 2-35-16,-1 2-26 0,0-3-15 0,3 4-12 15,0-4-10-15,0 1-14 0,2-2-9 16,-4-4-8-16,3-1-3 0,-2-2-2 16,1-3 0-16,-1-1 1 0,1-6 1 0,-1 0-1 15,-2-4 1-15,1-4 0 0,-3-2-1 0,2-4 1 16,-3-3 1-16,0-2 1 0,-2-2 1 0,1-1 0 16,-1-1 2-16,-3-1-1 0,0 1 1 15,-1 0 0-15,-1 0-2 0,-4-1 0 0,3 3-2 16,-2 1-1-16,1 2-3 0,-3 3 1 15,1 2-2-15,-2 2-1 0,2 4-2 0,-2 2-7 16,-3 5-44-16,1 4-71 0,-1 3-84 0,-3 2-158 16,1 2-277-16,-1 2-327 0,1-1-303 0,2 2-186 15,-1-2 124-15,2-1 600 0</inkml:trace>
  <inkml:trace contextRef="#ctx0" brushRef="#br3" timeOffset="189838.83">14505 4596 48 0,'1'-4'593'0,"4"3"487"0,1 1 171 0,-4-1-115 16,2-1-348-16,1 4-308 0,2-1-178 0,-1 0-93 16,4 1-46-16,0 1-22 0,0 1-26 15,4-2-40-15,-1 2-31 0,1-2-20 0,2 3-11 16,-2-2-19-16,3 0-50 0,1 1-66 15,-2 0-152-15,1-3-289 0,-1 2-285 0,1-1-300 16,1-1-203-16,1 0 86 0,1 1 572 0</inkml:trace>
  <inkml:trace contextRef="#ctx0" brushRef="#br3" timeOffset="191140.9">17456 4461 161 0,'8'-4'463'16,"-3"-1"257"-16,-2 1 175 0,3 2-138 16,-2-2-174-16,-1 3-123 0,0 0-80 0,-1-1-57 15,-1 2-49-15,-1-2-47 0,0 2-37 0,2-1-12 16,-2 1 19-16,1 0 36 0,-1 0 21 15,2 0 5-15,-2 0-12 0,0 0-30 0,-2 0-40 16,2 0-44-16,0 0-33 0,0 0-23 0,-1 0-14 16,1 0-11-16,-2 0-8 0,2 0-7 15,0 0-7-15,-1 1-8 0,1 1-5 0,-4 2-6 16,1 1-5-16,-2 2-4 0,1 4-1 0,-1 2-2 16,2 1 0-16,-2 3 0 0,0 1 1 0,2 2 0 15,2 1 1-15,1 3 1 0,0 1 1 16,1-1 0-16,4 0 0 0,0 0-1 15,1-3-2-15,3 0 1 0,1-5-1 0,0-2-1 16,4-1-1-16,-2-5 2 0,1-4 0 16,3-2 0-16,-2-5 0 0,4-4 1 0,-4-4 0 15,3-3-1-15,-1-1 0 0,-3-3 0 0,-2-1 0 16,0 0 1-16,-2-3 0 0,-2 1 0 0,-3 0 0 16,1 0 1-16,-2 0 0 0,-3 0 0 15,-3 2 0-15,0-1 0 0,-2 2 0 0,0 2 0 16,-3 1 0-16,0 2-1 0,-1 3-1 15,0 2-1-15,-1 3 0 0,-2 3-2 0,0 4-1 16,0 1-1-16,2 4-2 0,-1 4-1 0,0-2-10 16,2 4-20-16,1 1-51 0,0-2-74 15,0-1-104-15,0 0-173 0,2-1-292 0,-1 0-336 16,0 1-302-16,0-4-155 0,2 0 226 0,2-1 639 16</inkml:trace>
  <inkml:trace contextRef="#ctx0" brushRef="#br3" timeOffset="191357.18">17400 4592 413 0,'1'5'807'0,"1"1"281"0,1 0 44 16,0-4-300-16,2 4-287 0,2-3-170 0,0 1-56 16,3 0-50-16,0-3-45 0,2 0-36 0,0-2-31 15,2 0-35-15,2-4-48 0,2 0-30 16,-1-2-20-16,2-2-12 0,-2-1-6 0,-1 3-30 15,1-2-47-15,0 1-52 0,-5 1-112 16,-2 1-177-16,-4 2-306 0,-3 0-274 0,0 0-231 16,-3 1-104-16,-1 2 334 0,-2-2 520 0</inkml:trace>
  <inkml:trace contextRef="#ctx0" brushRef="#br3" timeOffset="191821.37">17106 4464 12 0,'7'-3'361'0,"-2"-1"312"16,-2 1 232-16,2 2 27 0,-2 0-201 16,1 1-161-16,0 0-134 0,2 1-69 0,-1 3-10 15,3 3-13-15,-1 1-58 0,3 0-36 0,-3 4-28 16,1 3-38-16,-2 0-48 0,2 3-37 16,-2 1-24-16,-3 1-30 0,2 2-19 0,-5 1-9 15,2 0-13-15,-4-1-62 0,2 2-64 0,-5-1-120 16,0-1-195-16,-4 1-302 0,1 1-333 15,-1-2-252-15,-1-1-119 0,-4-1 372 0,3-2 591 16</inkml:trace>
  <inkml:trace contextRef="#ctx0" brushRef="#br3" timeOffset="194771.18">12675 3381 162 0,'-3'4'411'0,"3"0"207"15,-1-2 154-15,-1 1-163 0,2-1-127 0,2-2-64 16,-1 0-33-16,-1 0-22 0,3 0-7 0,0-2-32 16,2-1-50-16,-2-1-46 0,2-2-36 15,2 0-14-15,-3 1-6 0,4 1 7 0,-2-1 0 16,-1 1-6-16,0-1-11 0,0 2-19 15,1-1-31-15,-2 1-28 0,-2 0-17 0,1 2-10 16,-1-1-9-16,0 0-9 0,-1 0 0 0,-1 2-3 16,2 0 1-16,-2 0-3 0,0-3-3 15,0 3-3-15,1-1-5 0,-1 1-5 0,0 0-5 16,2 0-5-16,-2-1-1 0,3 0-4 16,0-4-2-16,3 3 1 0,-1-5-1 0,3-1-1 0,0-1 0 15,3-1 0-15,0-2 1 0,0-2-3 16,3-1 1-16,-1 0 7 0,1-1 2 0,1-2 2 15,0 1 1-15,-4 1 0 0,2 0-1 16,-2 2-6-16,-1 2-4 0,-4 1-1 0,2 4 0 16,-4 1 0-16,-4 1-5 0,0 3-13 15,-3 4-46-15,-4 3-69 0,-1 1-89 0,-4 1-165 16,0 4-293-16,-2-1-324 0,-2 4-303 0,0-2-188 16,0 1 149-16,2-4 638 0</inkml:trace>
  <inkml:trace contextRef="#ctx0" brushRef="#br3" timeOffset="195004.09">12849 3164 196 0,'8'-8'452'0,"1"-2"251"15,-1 0 187-15,1 0-159 0,1 1-154 16,-2-1-82-16,4-1-55 0,-2 2-73 0,3-1-69 16,-2 2-65-16,3 2-51 0,-2-2-53 0,0 2-40 15,-1 3-24-15,-3 1-18 0,3 2-4 0,-3 0 8 16,-2 2 1-16,-1 4 8 0,0 0-5 15,-3 3 1-15,-1 1-8 0,-1 4-15 0,-1 2-12 16,-1 1-6-16,-1 3-1 0,-2-1-8 16,2 4-27-16,-2-2-33 0,2 1-56 0,0 0-142 15,1-3-204-15,0-3-292 0,4-1-268 0,1-2-235 16,2-4-17-16,3 0 439 0</inkml:trace>
  <inkml:trace contextRef="#ctx0" brushRef="#br3" timeOffset="196138.67">19956 3592 419 0,'3'-1'889'16,"-1"-4"310"-16,0-1 9 0,-2-1-228 15,1-2-220-15,-1-1-196 0,0-2-137 0,-1 1-86 16,-1-3-60-16,0-1-83 0,-2 1-68 16,-1-3-36-16,-2-2-16 0,-2 3-11 0,1-3-8 15,0 0-8-15,-3 2-5 0,0-3-7 0,-2 3-6 16,1-4-5-16,1 4-3 0,-5-1-4 16,3 0-4-16,-1 0-1 0,0 3-1 0,1-1-1 15,-1 2-1-15,1 1 0 0,-1 1 1 0,1 1-2 16,4 3-4-16,-4 1-2 0,4 1-2 15,1 0-2-15,-1 1-1 0,0 1-1 0,1 1-1 16,-1 0-1-16,5 1-2 0,-3 1-7 0,2 1-13 16,-1 0-19-16,1 1-30 0,-1-1-71 15,0 2-83-15,-1 1-146 0,2-2-234 0,1 2-314 16,0 0-357-16,-2 2-232 0,2-3-27 0,-1 0 572 16</inkml:trace>
  <inkml:trace contextRef="#ctx0" brushRef="#br3" timeOffset="196374.52">19501 3133 32 0,'-5'-4'478'0,"0"-2"437"16,0-2 269-16,-1 0-24 0,0-3-361 0,1-2-196 15,4 0-99-15,-1-3-87 0,2 0-70 0,0-1-50 16,3-3-46-16,1 2-69 0,0-1-66 0,2 1-43 16,1-1-23-16,-1 5-15 0,2 0-11 0,1 1-6 15,-1 3-8-15,0 3-1 0,0 0-5 0,3 3 0 16,-1 3-1-16,-1 4 0 0,2 1-2 15,-1 3-1-15,-2 4-1 0,1-1-1 0,-1 3-1 16,-2 2-3-16,1 2-13 0,-4-1-62 0,0 1-78 16,2 1-161-16,-5 0-276 0,0-1-321 15,-5 2-384-15,2 0-275 0,-2-1 47 0,-3-1 708 16</inkml:trace>
  <inkml:trace contextRef="#ctx0" brushRef="#br3" timeOffset="203389.83">24075 6145 170 0,'3'0'448'0,"-1"2"244"16,-1-1 171-16,1 1-141 0,-1-2-146 0,-1 1-94 16,2 1-74-16,-2-1-65 0,2 1-56 15,-1-2-69-15,-1 0-67 0,4 1-54 0,-4-1-36 16,1 0-30-16,1 0 12 0,2 0 29 16,-1 0 44-16,2 2 25 0,1-2 29 0,-1 1 20 15,3-1-11-15,1 0-10 0,0-1-30 0,-1 1-23 16,1-2-25-16,-1 2-22 0,0 0-14 15,1 0-21-15,0 0-6 0,-2 0-2 0,1 2 0 16,0-1-1-16,0-1-1 0,0 1 5 16,0 1-1-16,0 0-1 0,1-1-3 0,-1 0-2 15,2 1-1-15,-1 1-6 0,0-2-5 0,1 3-4 16,1-3-1-16,-2 0 0 0,1 1-1 0,1 1 6 16,-2-3 3-16,3 2 1 0,-2-2 3 15,2 0-2-15,-1 0 1 0,1 0-6 0,-2 0-2 16,1 0-3-16,1 0-1 0,0 0 0 15,-3 0-2-15,4 0 2 0,-2 0 0 0,1 0-1 16,-1 3 0-16,1-3 2 0,0 0 0 0,-1 1-2 16,2-1 0-16,0 0 0 0,-4 0 0 15,4 0 0-15,-1 0-2 0,0 0 1 0,0 0-2 16,-1-1 2-16,2 1-1 0,-4 0-1 0,3 0 0 16,0 0 0-16,-1 0 0 0,-1 0 0 15,2 0-1-15,-1 0 0 0,-1 1 1 0,1-1 0 16,-2 2 1-16,4-1-1 0,-4 0 0 15,3 2 1-15,-4-3-1 0,2 0 0 0,0 2 0 16,0 0 0-16,0 0 0 0,0-2 0 0,0 1 0 16,0 0 0-16,-2 1-2 0,2-2 1 15,1 2 1-15,0-1-1 0,-1 0 1 0,0 1 0 16,2-1 0-16,-1 2 0 0,1-1 0 0,0-1 1 16,0 1 0-16,-1-1 0 0,2-1 0 15,-1 0-1-15,3 0 2 0,-1 0 0 0,0-1 0 16,0-1-1-16,1-1 2 0,0 2-1 15,0-2-1-15,-1 0 0 0,0 0 0 0,1 0 0 16,-1 0-1-16,0-1 0 0,2 1 1 0,-2 1-2 16,2-1 0-16,-3 0 0 0,2 1-1 0,0-1 2 15,-2 0-1-15,0 2 0 0,0-1 0 16,0 0 0-16,-2 2 1 0,3 0 0 0,-3 0 0 16,1 0 0-16,0 0 0 0,-1 0 1 15,1 0-1-15,-1 0 1 0,1 0-2 0,2 0 1 16,-5 0 0-16,4 0 0 0,-2 0-1 0,0-1 1 15,1 1 2-15,0-1-1 0,-3 1 0 16,4-2 0-16,-2 0-1 0,-1 2 0 0,0 0-1 16,2 0 1-16,-3 0-1 0,2 0 2 15,-1 0-1-15,2 0 0 0,-2 2 0 0,-1 0-1 16,4-2 0-16,-4 1-1 0,1-1 1 0,1 1 0 16,-2-1 1-16,-1 0 0 0,5 2 1 15,-5-2-1-15,1 0 0 0,1 0 1 0,1 0-1 16,-5 0 0-16,4 0 0 0,-1 2 1 15,-3-2 0-15,2 0-1 0,0 1 0 0,0-1 0 16,-2 1 0-16,2 1 0 0,-1-2 0 0,2 3 0 16,-3-3 1-16,2 2-1 0,1-2 0 0,-3 3 0 15,1-3 0-15,2 1 1 0,-3-1-1 16,0 2 0-16,2-2 1 0,-2 0 0 0,1 1 0 16,-2 0-1-16,1-1 1 0,2 0 0 15,-4 3 0-15,1-3 0 0,2 0-1 0,-1 2 1 16,2-2 1-16,-4 0-2 0,4 2 2 0,-3-2 9 15,2 2 4-15,0-2 3 0,0 0 2 0,-1 0 1 16,-1 0-1-16,1 0-8 0,0 0-4 16,1 0-4-16,-3 0 0 0,0 0 3 0,1 0 2 15,-1 0 2-15,1 0 1 0,-1 0 0 16,0 0 0-16,-3 0-3 0,3 0-2 0,-1 0 2 16,-2 1 1-16,3-1 0 0,-3 0 1 0,2 0 0 15,2 0 1-15,-2 0 0 0,2 1-1 16,-4-1 0-16,6 0 0 0,-2 0-2 0,-1 0-2 15,2 0-3-15,2 0 0 0,-3 0-2 16,3 0 0-16,1 2-1 0,-1-2 1 0,2 0-1 16,0 0-1-16,2 0 1 0,-1 0-1 0,2 0 1 15,-2 0 0-15,2 0 0 0,-1 0 0 16,-1-2-1-16,2 2 1 0,-4 0-1 0,3 0 0 16,-3 0 0-16,0 0 1 0,1 0-1 15,-2 2 1-15,3-2-1 0,-5 0 0 0,2 2 0 16,0-2 0-16,1 1 0 0,-2-1 0 0,1 0 0 15,1 1-1-15,-3-1 1 0,2 0 0 0,1-1 0 16,0 1 0-16,-1 0 0 0,0-1 0 16,0 1-1-16,1-2 1 0,-1 2 0 0,0 0-1 15,3 0 1-15,-3 0-1 0,0 0 0 16,-2 0 0-16,5 0 1 0,-3 2-1 0,0-2 1 16,0 1 0-16,3-1 0 0,-5 0-1 0,2 1 1 15,0-1 0-15,1 0-1 0,-2 2 1 16,-1-2 0-16,2 0 0 0,-2 1-1 0,1-1 1 15,1 2-1-15,-3-1 0 0,1 1 0 0,1-1 1 16,0-1-1-16,-1 2 2 0,1-1 0 16,0 1-1-16,0-2 0 0,-1 1 1 0,1 1 0 15,1-1 0-15,-2 1 0 0,2-1 0 0,-2 1 0 16,0-1 0-16,4 2-1 0,-4-1 0 16,0-1-1-16,2 2 2 0,0-1-1 0,-2 0 0 15,2 0 1-15,-1 0 0 0,-1-1-1 16,3-1 0-16,-2 1 0 0,-1 1 1 0,2-2-1 15,-2 0 0-15,1 0 0 0,-1 0 1 0,1 0-1 16,-3 0 1-16,2-2-1 0,-1 2 0 0,-2 0 1 16,4 0-1-16,-4 0 0 0,2 0 1 15,-2 0-1-15,3 2 1 0,-1-2-1 0,0 0 0 16,-2 3 0-16,2-3 0 0,-1 0 0 16,2 0 0-16,-2 2 0 0,0-2 1 0,1 0-1 15,2 0 0-15,-3 0 0 0,1 3 0 0,1-3 1 16,-1 0-1-16,0 0 0 0,0 0 0 15,0 0 0-15,-1 0 0 0,2 0 0 0,-1 0-1 16,-2 0 1-16,4 0 0 0,-4 0 1 16,2 0-1-16,1 1 0 0,-2-1 1 0,1 2-1 15,0-2 1-15,-2 0-1 0,4 1 0 0,-1-1 1 16,-2 1-1-16,1-1 0 0,-1 0 0 16,0 0-1-16,1 0 1 0,0 0 0 0,-1 0 0 15,3 0-1-15,-4 0 0 0,2 0 1 16,0 0 0-16,-2 0 0 0,2 0 0 0,-1 0 0 15,1 0 0-15,-2 0 0 0,2 0 1 0,0 0-1 16,-2 0 1-16,2 0-1 0,2 0 1 16,-2 0-1-16,1 0 0 0,1 0 1 0,-1 0-1 15,2-1 0-15,-2 1-1 0,2-1 1 0,0 1 0 16,1 0-1-16,1-2 1 0,0 1 0 16,0-2 0-16,-1 3 0 0,0 0 0 0,2 0 0 15,-1 0 0-15,-2 0 0 0,2 0-1 0,-2 0 0 16,2 0 1-16,-2 0-1 0,1 0 0 15,-1 0 0-15,0 0 0 0,-1 3 1 0,2-3-2 16,-1 0 1-16,-2 1 0 0,2-1 0 16,0 0 0-16,-2 0 0 0,1 0-1 0,-1 0 1 15,-1-1 1-15,2 1 0 0,-2-3-1 0,0 3 1 16,2-2 0-16,-3-1 0 0,2-1-1 0,1 0 1 16,-1 0 0-16,-1 0-1 0,1-1 1 15,0-1-1-15,1 2 1 0,-2-2-2 0,-1 0 1 16,3-2-1-16,0 0 0 0,-2 0 1 15,2 0-1-15,-3-2 1 0,1 0 1 0,0-1 0 16,3-1 0-16,-4-2 1 0,1 1 1 0,0-2 0 16,0 0 1-16,0-2-1 0,1 0 0 15,-3 1 0-15,0-2-1 0,0-2 0 0,2-1-1 16,-2 1 2-16,1-3-2 0,-1-1 1 0,-2 0 0 16,4-3 0-16,-2-1-1 0,-2-1 0 15,3-2 0-15,-3-1 0 0,3-1-1 0,-1 0 0 16,-2 0 0-16,-1 2-1 0,4-2 0 15,-4 1 0-15,1 2-1 0,1-1 2 0,-1 1 1 16,-1-2-1-16,2 4 2 0,1-4 0 0,-2 2 2 16,-1 1-1-16,2-2-1 0,-1 1 1 0,1 0 0 15,0-1-1-15,-2 1 0 0,1-2-1 16,1 1 0-16,0-3 0 0,-1 2 0 0,1 0-1 16,-1-1 1-16,-1 2-1 0,2 2 0 15,-2-1-1-15,0 3 0 0,0-3 0 0,0 4 0 16,0-4 0-16,2 2-1 0,-2 3 1 15,0-4 2-15,1 2-1 0,1-1 1 0,-1 1 1 0,1-2 1 16,1 1 0-16,0-1-1 0,0-1-1 16,0 0 1-16,2 2 0 0,-2-4 0 0,2 2 0 15,2-1-1-15,-1 0 0 0,-2 0 0 16,1 2 0-16,2-2 0 0,-3 4 0 0,0 0-1 16,2 2 0-16,-2 1 0 0,0 1 0 0,0 2 0 15,0 2-1-15,-1-1 1 0,2 2-1 16,-4 2 0-16,4 0 1 0,-2 0 0 0,2 1 0 15,-4 2 0-15,2-2 0 0,1 3 0 0,1-3 1 16,-2 1 1-16,3-1 1 0,-5-1 0 16,4-1 0-16,0-1-4 0,-2-2-3 0,0 3-1 15,2-3-1-15,-2 2-1 0,2 1-1 0,-4 1 5 16,-1 1 2-16,2 2 1 0,-2 1 0 16,0-1 1-16,0 2-1 0,0 0 1 0,-2 2 0 15,1 0 0-15,1 1 0 0,-5-2 0 0,5 3 0 16,-1-3 0-16,1-1 0 0,-2 2 0 15,1-3 0-15,1 1 0 0,0-2-1 0,1 1 1 16,1-1 0-16,-1-1-1 0,-1 0 0 16,5 2 1-16,-4 0 0 0,1 2-1 0,-1-1-1 15,1 2 1-15,0 2 0 0,-1-1 1 0,1 0 0 16,0 4 0-16,-1 0 1 0,1 0 0 16,-2 0-1-16,0 1 0 0,0 0 0 0,0 2 0 15,0-1 0-15,0 1 0 0,0 0 0 0,0 1 0 16,0 0 0-16,0-2 0 0,0 2 1 15,0-2-1-15,0 2 1 0,0 0-1 0,0 0 0 16,0 0 0-16,0 0-1 0,0 2-1 16,0-2-1-16,0 2 1 0,0-1-1 0,0 2 1 15,-2 1 1-15,1 1 1 0,1 1 0 0,-2 1 0 16,0 0 0-16,2 4 0 0,0-3 0 16,-1 3 0-16,1 0 0 0,0 3 0 0,-2-3 0 15,2 2 0-15,0 0 0 0,0 2 0 0,0-1 0 16,0 1 0-16,0 1 0 0,0 1 1 15,0 0 0-15,0 0 0 0,0 3 0 0,0-3-1 16,0 5 5-16,0-1 3 0,0 0 0 0,0 0 1 16,2 1-1-16,-2-1 0 0,0 1-3 15,0 3-2-15,0-4 0 0,0 1-1 0,0 2 1 16,0-1 0-16,-2 1 0 0,2-2-5 16,-2 4-2-16,2-2-1 0,0 1-2 0,-1 0 0 15,1 0 0-15,-2 1 3 0,2 0 4 0,0 0 0 16,0 0 1-16,-1 1 6 0,1-2 1 15,0 0 2-15,0 0 0 0,0-2 0 0,0-1-1 16,0 2-4-16,0-4-3 0,0 3 0 0,0-2-2 16,0 0-1-16,0-2 1 0,0 1-2 15,0 0 2-15,-3-3-1 0,1 1-1 0,2 1 2 16,-1-2 0-16,1 1 1 0,-3-1 1 0,3-1 0 16,-4 1 0-16,4-2-1 0,-1 0 0 15,-1 0-1-15,2 0 2 0,-2-2-1 0,2 1 0 16,0-1-1-16,-1 1 2 0,1 1-1 15,-2-1 0-15,2 2-1 0,-1-1 0 0,-1 0 1 16,0 1-2-16,-1-1 2 0,2 1-1 16,1 1 0-16,-5 0 1 0,4-1-1 0,-1-2 1 15,1 4-1-15,-1-4 0 0,0 2 0 0,2-2 0 16,-1 2 0-16,1-2 0 0,-2-3 0 0,2 3-1 16,-2-1 1-16,2-1 0 0,-1 2 0 15,-1-1-1-15,2 2 0 0,0-1 1 0,-1 0-1 16,1-1 0-16,-2 2 0 0,0-2 0 15,2 1 1-15,0-1-1 0,-1-1 0 0,1 2 1 16,0-2-1-16,0-2 1 0,-2 2-1 0,1 0 1 16,1 1-1-16,-2-3 0 0,2 3 1 0,-3-2 0 15,3-1-1-15,-1 2 0 0,1-2 1 16,-2 2 1-16,1-1 0 0,-1 2-1 0,2-3 2 16,-2 2-1-16,2-2 0 0,-1 1 1 15,1-1-2-15,-2 1 1 0,0-2 0 0,2 1 0 16,0-1-1-16,0 0 1 0,-1-2-1 0,-1 3 0 15,2-2 1-15,-1 2-1 0,-1-1 0 16,0 0 1-16,2 0 0 0,-1 0-1 0,-1 1 1 16,1 1-1-16,1-1 1 0,-2 1 0 15,-1 0 0-15,2-3-1 0,1 3 2 0,-2-1-1 16,0 0-1-16,1 0 0 0,-1-1 0 0,1 2 0 16,1-3 0-16,-2 1 0 0,0 0 0 15,1 2 0-15,1-3 0 0,-2 2 0 0,2-1 0 16,-1 0 0-16,1 0 0 0,-2 0 0 15,0 0 0-15,1-2 0 0,1 2 1 0,-2-3-1 16,2 2 0-16,-1-1-1 0,1-2 1 0,-2 3-1 16,0-2 0-16,2 0 0 0,0-1 0 0,-2 1 1 15,2-1 0-15,0 1 0 0,-2-2 1 16,0 2-1-16,2-1 0 0,0 1-1 0,0-2 1 16,0 1 0-16,0-1-1 0,0 1 1 15,0 1 0-15,0 0-1 0,0 1 2 0,0-1-2 16,0 0 1-16,0 2 0 0,-1-1 0 0,1 2 0 15,-2 0-1-15,2-1 1 0,0-1-1 16,-1-1 1-16,1 2-1 0,0-1 0 0,0-2 1 16,0 1 0-16,0-2 0 0,0 2 0 15,0-1 0-15,0 1 0 0,0 1 0 0,-2-5-1 16,2 5 1-16,-2-1-1 0,2 2 0 0,0-1 1 16,-1 2-1-16,1-1 1 0,0-3-1 0,-2 3 1 15,2 0 1-15,0-1-1 0,0-2 0 16,0 0 0-16,0 2 0 0,0-3 0 0,2 0 0 15,-2-2 0-15,1 1-1 0,-1 0 1 16,4-1 0-16,-3-1 0 0,1 2 0 0,-1-3 0 16,3 2 1-16,-2-1-1 0,2 1 0 0,-1-1 0 15,-2 1 0-15,3-2 0 0,-3 1 0 16,2 2 0-16,1-2 0 0,-4 1 1 0,1 1 0 16,2-2-1-16,-1 1 1 0,0 1 0 15,-1-2-1-15,4 3 0 0,-4-3 1 0,1 2-1 16,1 0 1-16,-1-1 0 0,-1-2-1 0,2 4 1 15,-1 0-1-15,0-1 1 0,1-1-1 0,-1 2 0 16,1-2 0-16,1 2 1 0,-1-2-1 16,0 1 0-16,1 0 0 0,0-1 0 0,1 1 0 15,2-2 0-15,-1 1 1 0,2-1-1 16,-2 1 0-16,1-2 1 0,3 0-1 0,-2 0 1 16,2 0-1-16,1-2 1 0,-2 2-1 0,3-1 0 15,-2-1 0-15,2 2 0 0,-1-1 0 16,1-1 0-16,-2 2 0 0,1-1 0 0,1 1 0 15,0 1 0-15,0-1 0 0,-1 2-1 16,-1-1 1-16,2 1 0 0,0 1 0 0,-1 0 0 16,-1-2 0-16,2 2-1 0,-3 0 1 0,2 0 0 15,0-2 1-15,-3 3 0 0,5-2-1 16,-5 0 0-16,0 0 0 0,3-1 0 0,-3-1-1 16,0 1 0-16,0 1 0 0,-1-2 0 0,0 0 1 15,-3 0 0-15,3 0 0 0,-2-2 0 16,1 2 0-16,-3 0 0 0,2 0 0 0,-4 0 0 15,3 0 0-15,-3 0-1 0,1 0 1 0,-2 0 0 16,1 0-1-16,1 2 1 0,0-2-1 16,-2 0 1-16,1 3 0 0,1-3 0 0,-1 0 0 15,1 0 0-15,1 2 0 0,-2-2 0 16,2 0 0-16,-3 0-1 0,4 3 1 0,-3-3-1 16,1 0 1-16,0 1 0 0,-1 1 0 0,2-2 0 15,-1 1 0-15,1 0 0 0,0 2 0 16,3-3 0-16,-1 2 0 0,2 2 0 0,-3-2 0 15,4 0 0-15,2 1 0 0,-2 0 0 0,1 0 0 16,4 0-1-16,-2-2 0 0,2 2 1 16,1-1 0-16,-1 1 0 0,4-2 2 0,-3 1 0 15,3-1 0-15,-1 1-1 0,2-1 1 0,0 2-1 16,0-1 0-16,1-1 0 0,-3 0 1 16,3 3-1-16,-3-2 0 0,2 0 0 0,0 1 0 15,-2-2 0-15,-1 4-1 0,0-5 0 16,0 2 1-16,0 1-1 0,-2 0 0 0,1-1 0 15,-2 1-1-15,2-1 1 0,-1 2 0 0,0 0 0 16,-4-1 0-16,3 1 0 0,-2-1 1 16,2 2 0-16,-3-1-1 0,2 1 0 0,-1-1 1 15,1 2-1-15,0-1 1 0,0-1-1 0,-2-1 0 16,2 3 0-16,-1-4 0 0,-1 2-1 16,4-1 0-16,-4 1 1 0,1-4-1 0,1 4 1 15,-2-2 0-15,1 0 0 0,1 0 0 0,-1 0 0 16,-1-1 0-16,2 2-1 0,-1-2 1 15,-1 1-1-15,0-1 0 0,1 1 0 0,0-1 1 16,-2 2 0-16,-1-1 0 0,1-1 0 16,-1 1-1-16,-1-1 1 0,2 1-1 0,-4 1 1 15,1-2 0-15,-2 0 0 0,2 1 0 0,-1 0 0 16,-1-1 0-16,-2 0 0 0,4-1 0 0,-4 2 0 16,1 0 0-16,-1-2 0 0,3 0 0 15,-3 0 1-15,1 0-1 0,-1 0-1 16,1 0 1-16,0 0 0 0,-1 0-1 0,3 0 1 15,-1 0-1-15,3 0 1 0,-3-2 0 0,2 2-1 16,-1-2 0-16,1 2 1 0,2 0 0 0,0-1-2 16,0 1 1-16,2 0 1 0,-1-1 0 15,3 1-1-15,-1 0 2 0,-1 0 0 0,4 0 0 16,-2 0-1-16,0 1 1 0,0 0 0 16,0-1-1-16,0 4 0 0,-1-3 0 0,-1 0 1 15,-1 1-1-15,1 0 0 0,-2-1 0 0,-1 0 1 16,-1 1-1-16,-2-2 0 0,3 3 0 15,-4-3 0-15,-1 0 0 0,1 0 1 0,0 0-1 16,-2 0 0-16,0 0 0 0,-2 0-2 16,0-3-4-16,-1 3-12 0,-3 0-19 0,-2 0-48 15,0-2-83-15,-3 2-160 0,-3-1-267 0,1 2-326 16,-2-1-407-16,-1 2-378 0,-5 1 19 16,1-1 761-16</inkml:trace>
  <inkml:trace contextRef="#ctx0" brushRef="#br3" timeOffset="205171.03">27087 2802 4 0,'-5'0'320'15,"5"0"274"-15,-3-1 274 0,3 1 91 0,-1-2-179 16,1 2-159-16,-4 0-118 0,4 0-94 0,-1 2-62 16,1-2-40-16,0 0-45 0,0 0-44 15,0 0-26-15,1 0-22 0,-1 0-30 0,0 0-40 16,2 0-29-16,0 0-24 0,-1 1-15 0,-1 0-13 15,3-1 8-15,2 4 4 0,-1-4 5 0,0 4 9 16,1-1 2-16,1-2 2 0,0 3-8 0,0-3-3 16,2 2-4-16,0-2 1 0,0 2-2 15,3-1 1-15,-1 1-3 0,3-2 2 0,-1 1-2 16,3-1-3-16,2 1-3 0,-1-1 1 0,1 2-2 16,2-1-4-16,-2-1-4 0,4-1-2 0,-4 1-1 15,2-1-5-15,-3-1-3 0,3 1-2 16,-2-1 0-16,-2-1 4 0,-1-1 3 0,-1 2 0 15,-2-2 1-15,-1 0-1 0,-1 0 1 0,-3 1-6 16,-1-1-1-16,0 2-2 0,-3-1 1 0,-2 2-1 16,2-1 1-16,-2 1-2 0,-2-1 0 15,0 1-2-15,-2-2-1 0,1 0-6 0,0 1-10 0,0 1-20 16,-4-3-49-16,2 1-73 0,1 0-94 16,-4-3-173-16,2 2-294 0,-1-2-331 0,1-1-299 15,0 0-173-15,0-1 187 0,1-1 666 0</inkml:trace>
  <inkml:trace contextRef="#ctx0" brushRef="#br3" timeOffset="205517.37">27391 2619 20 0,'1'2'455'0,"4"3"372"0,-2 0 208 15,-2-1 35-15,3-1-281 0,0 0-234 0,3 2-117 0,1-1-55 16,3 0-2-16,-2 3-44 0,5-1-55 16,1 1-53-16,0 1-61 0,1-1-42 0,5 2-36 15,-2 0-21-15,3-2-18 0,0 5-3 16,2-4-5-16,-2 2-2 0,2 0-4 0,-2-1-2 16,-1-1-2-16,1 3-1 0,-5-2 1 0,-1 1 4 0,-1-2-1 15,-3 3 3-15,-3-1 1 0,0-1-1 16,-5 2-3-16,-3 1-2 0,-2-1 1 0,-6 0-3 15,0 3-4-15,-5-2-4 0,-2-1-5 0,-3 3-4 16,0-3-7-16,-3 0-5 0,2 1-5 0,-2-2-1 16,2-1-1-16,0-2-2 0,2-2-10 15,1 1-22-15,0-5-64 0,4-2-100 0,-1-3-243 16,4-2-294-16,3-1-375 0,0 0-468 0,2-4-258 16,3 4 405-16,0-3 970 0</inkml:trace>
  <inkml:trace contextRef="#ctx0" brushRef="#br0" timeOffset="-194630.59">3486 9979 305 0,'2'-4'646'16,"-1"-1"283"-16,1 1 117 0,-2 0-243 0,0 0-213 16,1 1-144-16,1-1-88 0,1 2-36 15,0-3-19-15,0 3-4 0,2 0-32 0,1-1-23 16,2 2-29-16,3-3-38 0,0 2-34 0,3-2-39 15,1 0-21-15,2 1-14 0,-1 0-10 0,3 0-8 16,-3 2-8-16,3-1-8 0,-3 1-4 0,1 1-5 16,-1 1 0-16,-2-1 0 0,-1 3 2 0,-1 0 3 15,-2 3 1-15,-1 0 1 0,1 4 0 16,-6 3 0-16,1 5-2 0,-3 1-2 0,-2 5-3 16,-2 1-4-16,-3 4-2 0,1 1-5 0,-4 2-2 15,0-1-3-15,-2 3-4 0,2-3 0 0,-4 2-2 16,1 1-1-16,-2-1-2 0,2 2-1 15,0-2 0-15,-1 1 0 0,2-3-1 0,2 1-1 16,0-2 0-16,2 0 1 0,1-5 0 0,2-2 1 16,1-1 0-16,2-2 0 0,0-2 2 0,0-1-2 15,3-1-1-15,1 0 1 0,2-3-1 16,2-1 0-16,0 0-1 0,1-2 1 0,5 1-1 16,-1-1-1-16,3-3-1 0,0-1-1 0,4-2 1 15,-2-1 0-15,4-2 2 0,0-1 0 0,0-2 1 16,0-4 1-16,2 0-1 0,1-6 0 15,0 0-1-15,-2-2-8 0,2-3-10 0,-1-1-21 16,-2 0-48-16,-3-1-80 0,-2-1-135 0,-2 1-254 16,0 0-313-16,-4 2-379 0,3-3-349 0,-6 0-64 15,0-4 589-15</inkml:trace>
  <inkml:trace contextRef="#ctx0" brushRef="#br0" timeOffset="-194314.37">4238 9826 315 0,'3'-8'1131'16,"-1"0"506"-16,0 3-115 0,-1 1-302 15,-1 2-493-15,-1 2-262 0,-1-3-179 0,2 6-104 16,-2-3-61-16,1 2-42 0,-2 4-29 0,0-1-21 16,0 8-12-16,0 0-8 0,-1 5-3 15,1 6 0-15,0 2 0 0,1 5 2 0,-1 4-5 16,3 2-1-16,0 4 1 0,3 2-2 15,2 2-1-15,0 0 5 0,6 2 6 0,-2-3 2 16,3-1-1-16,0-3 0 0,4-3-2 0,1-2-5 16,-1-5-4-16,6-2-1 0,0-6 0 0,2-3-1 15,2-4-1-15,2-7 0 0,0-1-1 16,2-6 0-16,2-3-1 0,-2-6-5 0,0-4-11 16,0-1-19-16,-1-5-44 0,-1-1-76 15,-3-1-91-15,-4-3-149 0,-1 1-228 0,-1-1-319 16,-3 0-310-16,-2 1-190 0,-4 0 34 0,-2 1 522 15</inkml:trace>
  <inkml:trace contextRef="#ctx0" brushRef="#br0" timeOffset="-194063.81">4156 10101 69 0,'-11'3'825'0,"2"1"711"15,1-3 37-15,5 2-301 0,1 1-408 0,2-4-391 16,3 2-215-16,2-4-117 0,7 0-49 0,1 0-26 16,3-3-12-16,5-3-4 0,2 1-11 15,4-4-12-15,3 1-10 0,0-4-7 0,3 2-5 16,-1-1-3-16,3-2-5 0,-4 3-1 16,1 0-4-16,0 0-33 0,-4 3-76 0,-3 1-86 15,-5 2-160-15,-3 3-279 0,-3 2-333 0,-1 1-330 16,-7 3-179-16,-3 2 139 0,-4 1 625 15</inkml:trace>
  <inkml:trace contextRef="#ctx0" brushRef="#br0" timeOffset="-193880.38">4148 10305 357 0,'-3'16'1013'0,"5"-3"324"0,4-2-89 15,4-3-211-15,5-2-474 0,3-5-238 16,4-2-106-16,5-5-42 0,-1-2-24 0,6-3-17 15,1-4-32-15,2-1-33 0,0-3-24 0,3-6-25 16,1 3-12-16,-1-3-9 0,-1 2-63 0,-2 1-59 16,-4 2-131-16,-1 4-226 0,-3 3-296 15,-2 2-326-15,-1 5-233 0,-3 4-68 0,-2 2 462 16</inkml:trace>
  <inkml:trace contextRef="#ctx0" brushRef="#br0" timeOffset="-193330.83">4981 9853 22 0,'8'8'610'0,"-1"0"656"16,1 3 240-16,-2 3-139 0,2 2-355 0,0 2-398 16,-2 3-198-16,3 4-142 0,1 1-76 0,-2 4-63 15,3 3-43-15,-1 3-33 0,1 0-23 16,1 3-14-16,-1 2-11 0,1-1-4 15,0 1-4-15,-2 0-1 0,-2-4 0 0,-1-3-2 16,-2-1 2-16,0-5 1 0,0-2 3 0,-4-3 4 16,1-5 4-16,0-3 4 0,-2 0 3 0,-2-6 1 15,2-2-4-15,-3-4-2 0,-1-1-6 16,-2-5-4-16,0-5-3 0,-3-6-2 0,-1-4-1 16,0-5 0-16,-4-5 0 0,1-9-1 15,-2-3-2-15,0-7-1 0,0-3-1 0,2-3-2 16,2-1 0-16,0 1 0 0,4 2 1 0,3 3 2 15,0 3 2-15,4 5 1 0,2 2 0 0,3 5 2 16,1 3-1-16,2 2-1 0,3 6-1 16,0-1 2-16,3 6 0 0,-1 2-1 0,2 4 1 15,0 3 0-15,-2 2 1 0,3 3-1 16,-2 3 1-16,0 3 0 0,-1 3 1 0,1 2 0 16,-1 5 0-16,-2 2-1 0,0 4 1 0,-2 2 1 15,-1 4 2-15,0 4 4 0,-2 1 5 16,-1 4 2-16,-2 0 2 0,-1 1 2 0,0 1-1 15,-2-1-2-15,0 0-4 0,0-1-3 16,-2-3-3-16,2 3-2 0,0-3-2 0,-2-2-2 16,2-1-2-16,0-2-1 0,0-2-1 0,2-4-1 15,1 0-2-15,0-4-2 0,5 0-11 0,-2-4-14 16,2-3-31-16,2-5-73 0,2-2-81 16,-4-6-154-16,4-1-261 0,-2-7-323 15,0-4-358-15,1-3-219 0,2-9 31 0,-2-4 628 16</inkml:trace>
  <inkml:trace contextRef="#ctx0" brushRef="#br0" timeOffset="-193014.53">5619 9951 382 0,'11'15'1318'16,"-3"4"382"-16,-2 8-221 0,3 4-325 0,-1 6-471 16,2 5-274-16,2 3-171 0,0 4-81 0,0 1-47 15,6-3-34-15,-1-1-28 0,2-6-20 0,1-8-14 16,1-7-9-16,1-7-1 0,-1-9-3 15,-2-8-1-15,1-4 1 0,-4-11 0 0,-3-7 0 16,-2-6-1-16,-5-5 0 0,-3-5 0 16,-3-4 0-16,-3-2 0 0,-6-1 0 0,-4-2 2 15,-3 4 5-15,-3-2 8 0,-4 3 6 0,-4-3 6 16,-5 1 1-16,-1 0 5 0,0 3 3 16,-2 2-2-16,0 7-3 0,-1 5-3 0,1 10-4 15,2 6-4-15,3 12-7 0,3 10-8 16,6 8-5-16,2 8 0 0,5 8-3 0,3 5-2 15,8 4-13-15,3 1-21 0,5 3-44 0,4-2-90 16,2 1-181-16,4-4-276 0,3 1-341 0,4-4-423 16,2-7-392-16,-1-1 102 0,3-5 874 15</inkml:trace>
  <inkml:trace contextRef="#ctx0" brushRef="#br0" timeOffset="-192630.63">6349 10049 285 0,'8'2'1000'15,"0"4"460"-15,0 0 18 0,2 2-240 0,2-1-490 16,1 2-258-16,2-2-155 0,1 0-87 16,2 1-71-16,1-1-43 0,4-3-29 0,1 1-25 15,3-2-19-15,1-3-15 0,1-2-13 16,0 0-10-16,1-4-9 0,0-3-6 0,0 1-5 15,-2-1-3-15,-1-1-6 0,-2 0-14 0,-3 1-31 16,-4 0-80-16,-1 0-120 0,-7 3-239 0,-2 1-310 16,-4 1-385-16,-1 4-438 0,-3 0-127 15,-6 0 523-15,0 2 812 0</inkml:trace>
  <inkml:trace contextRef="#ctx0" brushRef="#br0" timeOffset="-192446.73">6526 9882 437 0,'-6'2'1290'0,"1"1"352"0,-1 3-222 16,3 1-320-16,1 2-487 0,2 1-245 15,2 3-173-15,1 4-82 0,3 0-40 0,2 1-29 16,3-1-18-16,3 6-9 0,1-4-9 0,3 3-4 16,3 0-51-16,3 0-78 0,3 1-159 15,-2 0-272-15,5-2-304 0,0 2-388 0,0-4-324 16,3-1 3-16,-3-3 692 0</inkml:trace>
  <inkml:trace contextRef="#ctx0" brushRef="#br0" timeOffset="-191981.57">7742 9696 148 0,'-11'-11'840'0,"-2"2"643"0,-1 1 90 0,0-2-254 16,-3 1-447-16,1 2-332 0,-3-1-175 16,-2 2-126-16,2 2-79 0,-3 1-48 0,2 3-31 15,-1 1-21-15,2 2-18 0,0 3-12 16,3 3-7-16,-1 2-6 0,6 2-4 0,0 2-7 15,3 2-3-15,5 4-3 0,1-1 0 0,4 3-2 16,7-1 0-16,-1 1 0 0,6 0 0 0,5-2 0 16,3-1 0-16,2-2 1 0,6 2 0 15,0-2 0-15,6-3 1 0,-2 0-2 0,0-1 1 16,0-2 0-16,-1 1 0 0,0-2 0 16,-3 1 0-16,-3 1 1 0,-2 2 2 0,-4 2-1 15,-4 2 2-15,-4 1 0 0,-2 7 0 0,-6 1 1 16,-4 3-1-16,-4 3 0 0,-6 2 0 0,-1 1 0 15,-4 2-1-15,-3 0-1 0,-4 1-1 16,0-2 0-16,-1-1-2 0,-1-5 0 0,2-2 0 16,2-4-1-16,-1-5-5 0,4-4-15 15,-1-4-26-15,2-2-72 0,3-7-86 0,2-6-169 16,2-4-286-16,3-3-331 0,5-6-393 0,3-3-231 16,4-3 96-16,1 0 732 0</inkml:trace>
  <inkml:trace contextRef="#ctx0" brushRef="#br0" timeOffset="-191563.94">8294 10347 274 0,'-5'6'1081'0,"0"0"562"0,1-2-105 0,0 2-312 15,1-3-490-15,0 0-271 0,3-2-187 16,-3-1-114-16,3-4-60 0,0-3-32 0,0-5-23 15,3-7-15-15,0-4-4 0,2-7-1 0,0-5-2 16,1-5-7-16,1-4-5 0,2-6-2 0,-1 0-4 16,0-3-4-16,0 1-1 0,1-1-1 15,-2 2-1-15,-3 3-2 0,1 1 0 0,-5 7-3 16,0 3-12-16,-3 5-20 0,-3 5-55 16,-4 5-75-16,-4 4-130 0,-1 5-232 0,-3 6-305 15,-3 6-359-15,2 3-311 0,-5 4-100 0,-1 5 487 16,0 2 688-16</inkml:trace>
  <inkml:trace contextRef="#ctx0" brushRef="#br0" timeOffset="-191381.35">7973 9739 244 0,'3'4'811'0,"2"-2"356"16,0 2 44-16,2-2-157 0,1 3-337 0,4 2-230 15,3 2-110-15,1 1-62 0,3 1-49 16,3 1-50-16,1 1-75 0,2 0-54 0,2-3-37 15,1 2-20-15,2 0-13 0,0-1-7 0,2 0-4 16,-1 1-1-16,1-1-29 0,0 0-77 0,-4-1-99 16,0 3-184-16,-4-2-290 0,-3 2-335 15,-1-2-348-15,-4 1-164 0,0-3 259 0,-3 0 672 16</inkml:trace>
  <inkml:trace contextRef="#ctx0" brushRef="#br0" timeOffset="-191097.54">8931 9512 390 0,'0'-7'1378'0,"-6"3"371"16,-2 4-268-16,-5 6-343 0,-1 1-453 0,-5 4-311 15,-1 5-162-15,-1 4-73 0,-4 6-39 16,-1 5-24-16,1 2-21 0,0 10-12 0,2 0-7 15,3 6-5-15,1 2-2 0,8 3-5 0,3 4-3 16,5 0-4-16,4 1-6 0,4-3-7 0,7-4-3 16,3-5-5-16,3-6-1 0,4-7-4 15,5-6-10-15,1-9-14 0,2-5-29 0,2-6-75 16,-1-7-87-16,4-7-164 0,-2-4-282 0,-1-6-334 16,3-5-385-16,0-1-204 0,-2-5 106 15,0-1 693-15</inkml:trace>
  <inkml:trace contextRef="#ctx0" brushRef="#br0" timeOffset="-190779.4">9312 9869 146 0,'2'-6'983'16,"1"6"646"-16,-2 8-54 0,-1 5-314 0,2 9-443 15,-1 4-327-15,4 8-220 0,0 3-107 16,3 5-56-16,3 3-36 0,3 2-24 0,2-2-19 16,2-2-11-16,2-4-10 0,-1-7-4 0,3-7-4 15,0-9-1-15,-4-8-5 0,1-10-6 16,-4-9-6-16,-2-9-7 0,-5-8-6 0,-3-7-4 15,-2-4 1-15,-6-4 7 0,-2-4 7 16,-1-1 9-16,-5 0 11 0,-2 0 11 0,-3 0 13 16,-1 3 13-16,1 3 11 0,-3 2 11 0,0 7 5 15,0 2 0-15,0 6-6 0,3 4-11 0,-3 6-11 16,3 5-11-16,2 4-10 0,1 8-8 16,1 6-5-16,4 7-2 0,2 6-2 0,2 5-1 15,4 4-1-15,2 2 1 0,3 5 1 16,3 1-1-16,4 5-1 0,3 0-6 0,2 1-20 15,1 0-49-15,2-3-83 0,-1-3-161 0,0-5-271 16,1-6-327-16,-2-6-397 0,1-8-356 0,1-7 18 16,-4-9 762-16</inkml:trace>
  <inkml:trace contextRef="#ctx0" brushRef="#br0" timeOffset="-190481.77">9714 9559 613 0,'-2'-21'1665'0,"-4"9"142"0,0 6-374 15,-3 8-368-15,0 5-461 0,-2 5-303 0,1 6-134 16,0 5-62-16,0 2-37 0,2 2-24 16,2 1-19-16,1-2-14 0,5-1-6 0,5 3-5 15,1-4-2-15,2-1-2 0,5 1-2 0,1-3-4 16,2-1-11-16,1 1-17 0,2-4-32 16,-1 1-64-16,2-2-71 0,-1 1-69 0,0 0-70 15,3 2-56-15,-3-1-17 0,0-1 72 0,0 3 91 16,-3 0 95-16,1-1 105 0,-2 1 86 15,0 0 95-15,-4 3 137 0,-1 3 85 0,-1 0 10 16,-1 3-33-16,-3 4-43 0,-2-3-60 16,-1 3-84-16,-2 0-63 0,-2 0-41 0,1-2-60 15,-3 3-91-15,-4-3-105 0,2-2-183 0,-2-4-295 16,0-4-349-16,0-4-333 0,2-8-149 16,-3-6 265-16,2-5 660 0</inkml:trace>
  <inkml:trace contextRef="#ctx0" brushRef="#br0" timeOffset="-190113.72">11059 9675 503 0,'4'3'1038'0,"0"1"267"0,6 4 64 0,-2 1-260 16,4 3-414-16,4 1-218 0,2-2-112 0,2 1-69 15,2-1-97-15,3-1-60 0,1-2-38 0,4 0-24 16,-2-2-19-16,2-3-15 0,1-2-12 15,-1-1-9-15,0-1-7 0,0-2-6 0,-2-1-4 16,0-2-2-16,-2 0-5 0,-3 1-17 16,-5 2-40-16,-3 0-83 0,-3 2-157 0,-4 2-264 15,-2 2-325-15,-5 0-401 0,-5 2-409 0,-2 1-8 16,-6 0 758-16</inkml:trace>
  <inkml:trace contextRef="#ctx0" brushRef="#br0" timeOffset="-189915.11">11118 9576 142 0,'-7'4'1172'0,"1"3"613"15,0 0-196-15,0 2-381 0,2 1-367 16,1 3-439-16,3 3-196 0,-1 4-87 0,2 1-40 16,1 7-22-16,1 0-21 0,2 2-17 0,2 2-10 15,3 0-5-15,1 2-5 0,3-1-19 16,2-2-73-16,1 0-108 0,0 0-254 0,0-5-288 15,0 0-369-15,1 0-454 0,-1-5-190 16,-3-4 459-16,-1-1 887 0</inkml:trace>
  <inkml:trace contextRef="#ctx0" brushRef="#br0" timeOffset="-189348.28">12946 9669 32 0,'6'-11'571'0,"-2"2"493"15,-5 3 232-15,-5 5 17 0,1 2-292 0,-5 5-351 16,-2 3-199-16,-6 7-110 0,-2 1-73 16,-1 7-86-16,-1 5-67 0,-3 2-37 0,1 6-23 15,3 1-11-15,0 6-10 0,2 2-5 0,4 5-6 16,1 2-6-16,6-1-6 0,3-2-8 15,2-5-7-15,6-6-6 0,2-7-5 0,2-7-3 16,3-7-3-16,3-6 0 0,1-10-1 16,1-6 1-16,3-12-2 0,0-8 1 0,1-11-1 15,1-6-1-15,0-9-1 0,0-5 2 0,-1-2 1 16,2 1 2-16,-3-1 1 0,-1 4 0 0,-4 2 2 16,0 6 0-16,-3 7-1 0,-1 4 0 15,-2 9 0-15,-3 7 1 0,-2 4-2 0,0 8 1 16,-2 8-1-16,-2 5-1 0,0 10-1 15,1 5 0-15,-1 7-1 0,2 5 2 0,0 3-1 16,3 6 2-16,2 0-1 0,0 2 0 0,4 4 1 16,-1 0-2-16,5 0-5 0,1 1-15 0,2-4-27 15,1-1-83-15,2-3-124 0,-3-7-257 16,4-6-307-16,-2-5-384 0,3-4-456 0,-1-8-93 16,-2-6 592-16</inkml:trace>
  <inkml:trace contextRef="#ctx0" brushRef="#br0" timeOffset="-189147.8">13526 10034 475 0,'0'16'1492'16,"-3"5"266"-16,-1 4-321 0,1 4-358 0,-2 5-455 16,1 4-319-16,-1 2-150 0,2 7-66 15,0 1-35-15,1 2-17 0,4 5-13 0,0-1-11 16,2-1-8-16,5-1-8 0,1-3-35 15,1-4-81-15,2-4-128 0,-2-4-250 0,3-4-298 16,-3-8-376-16,2-2-387 0,-1-8-92 0,-4-5 544 16</inkml:trace>
  <inkml:trace contextRef="#ctx0" brushRef="#br0" timeOffset="-188714.34">13972 9343 332 0,'-16'-15'909'0,"1"2"321"15,2 1-15-15,3 2-177 0,2 2-393 0,0 2-237 16,7 3-72-16,1 3-40 0,1 4-33 15,7 5-41-15,2 6-49 0,-1 7-27 0,5 7-38 16,2 6-23-16,1 5-13 0,-1 8-12 0,0 6-6 16,2 7-9-16,-1 4-7 0,0 3-7 0,-1 2-8 15,3 1-4-15,-3-4-7 0,1-1-4 16,2-7-5-16,0-6-2 0,-2-10-2 0,1-7-1 16,-1-9 0-16,-1-9-1 0,-2-10 2 15,-1-6 0-15,-3-10 0 0,-3-8 0 0,-2-5-1 16,-2-6 0-16,-3-6 0 0,-5 1 0 0,-4-2 1 15,-2 2 1-15,-5-2 1 0,-3 6-1 0,-1 1 1 16,-3 3 0-16,0 4 1 0,-1 5-2 16,2 7-2-16,1 3 0 0,2 5-1 0,2 5 0 15,4 3 0-15,2 7 0 0,5 3 0 0,3 5-8 16,3 2-23-16,3 0-72 0,6 4-83 0,1 0-162 16,4-2-286-16,2-1-331 0,4 0-389 15,0-5-231-15,3-4 74 0,3 0 712 16</inkml:trace>
  <inkml:trace contextRef="#ctx0" brushRef="#br0" timeOffset="-188323.41">14633 10084 153 0,'-2'8'755'16,"2"1"435"-16,-3 4 97 0,1 1-53 16,-1 4-371-16,3 3-308 0,-2 5-160 0,2 2-90 15,0 5-64-15,-1 1-82 0,-1 4-70 0,2 1-39 16,2-3-22-16,-1 4-14 0,1-5-9 16,1-5-16-16,2-2-75 0,0-5-80 0,0-6-139 15,1-6-252-15,0-2-314 0,-1-7-368 0,1-4-225 16,-1-7 18-16,0-2 548 0</inkml:trace>
  <inkml:trace contextRef="#ctx0" brushRef="#br0" timeOffset="-187979.74">15254 9520 280 0,'-1'-10'1214'0,"-6"1"517"0,2 7-175 0,-3-5-342 16,-1 5-467-16,-1 2-303 0,-1 3-194 15,-3 5-95-15,3 1-51 0,-5 6-33 0,4 4-25 16,-4 4-15-16,3 5-10 0,2 3-6 15,0 9-4-15,3 3-1 0,3 5 0 0,4 7-1 16,2 2-1-16,4 2-1 0,3 1-1 0,4-3-5 16,3-3-3-16,5-7-10 0,1-6-22 15,4-9-61-15,-1-7-85 0,1-7-172 0,0-8-279 16,-2-6-342-16,1-6-410 0,-4-6-303 16,-4-3 84-16,1-2 793 0</inkml:trace>
  <inkml:trace contextRef="#ctx0" brushRef="#br0" timeOffset="-186864.46">16824 9621 199 0,'3'-21'865'0,"-4"1"561"16,-1 2 86-16,1 5-215 0,-1 2-464 0,0 2-314 15,2 4-164-15,-1-1-119 0,1 2-85 16,1 2-56-16,1 6-30 0,1 2-17 0,2 3-9 16,4 6-6-16,-2 2 1 0,2 5-1 0,0 3-5 15,-1 3-3-15,0 4-8 0,-3 3-3 0,0 1-3 16,-3 1-3-16,-2 4-2 0,-4-1-2 16,-2 2 0-16,-4-1 0 0,-2 1-1 0,-4-2-1 15,-4-4 0-15,-1-3-1 0,-6-2-1 16,-2-5 0-16,1-7 0 0,-4-4-1 0,2-2 1 15,0-9-2-15,0-4 1 0,3-4 0 0,1-6 0 16,0-3 0-16,6-6-1 0,1-2-1 0,4-5-1 16,5-1 0-16,3 0-1 0,6-1 0 15,2 1 0-15,6 0 2 0,5 4 0 0,2-2 0 16,5 2 3-16,0 5 1 0,5 3 0 0,3 3 1 16,1 5 1-16,2 2-1 0,0 5 0 15,2 5 0-15,0 3 0 0,-2 6 0 0,1 2 1 16,-2 6-1-16,-1 0 2 0,-1 5-1 15,-3 3 0-15,1 0 0 0,0 3-2 0,-1 0-1 16,0-1-3-16,-3-4 0 0,1-3-8 0,-1-1-18 16,-3-7-40-16,3-2-82 0,-7-4-113 0,2-4-208 15,-3-1-302-15,-3-9-357 0,0 0-361 16,-4-4-131-16,2-5 374 0,-2 0 721 16</inkml:trace>
  <inkml:trace contextRef="#ctx0" brushRef="#br0" timeOffset="-186164.52">17466 9828 49 0,'12'18'610'0,"1"3"541"0,-3 3 282 15,2 6-48-15,-1 4-377 0,-1 7-357 0,1 6-202 16,0 9-125-16,-1 4-98 0,2 7-84 15,1 7-53-15,2 4-26 0,2 5-18 0,0 5-5 16,2 0-7-16,1 7-3 0,4-1-4 0,0 1-7 16,-2-4-8-16,2-5-5 0,-1-8-2 0,-2-9-2 15,-4-11 0-15,2-10-2 0,-6-12 2 16,-2-11-2-16,-3-14-2 0,-5-11 0 0,-5-13 2 0,-1-10 0 16,-6-14 2-16,-4-12 1 0,-2-11 0 15,-5-12-3-15,-3-10-2 0,-4-9 1 0,-3-8-1 16,-2-7 0-16,1-9 0 0,-1-4-2 15,0-6 4-15,6-1 0 0,0 2 0 0,7 2-1 16,2 11 2-16,6 3 2 0,3 12-2 0,0 8-1 16,8 7-1-16,0 10 0 0,8 7-1 15,-2 6 1-15,5 6 1 0,2 4 0 0,1 6 1 16,5 2 1-16,-1 4 0 0,2 4 1 0,0 4-2 16,1 4 1-16,0 5-2 0,-4 1 0 15,2 8 0-15,0 4-1 0,-5 6 1 0,2 3 1 16,-5 7-1-16,0 4 1 0,-2 3 4 15,0 5 5-15,-5 5 3 0,0 3 4 0,-3 6 6 16,-2 2 5-16,-1 5-1 0,-3 4-3 0,-1 1-2 16,-2 4-3-16,-1 1-3 0,0-1-3 15,0-1-2-15,0-1-3 0,2-7 0 0,2-4-3 16,4-5-3-16,1-6-2 0,1-6-1 16,4-4 0-16,2-5-1 0,3-5 1 0,2-5 0 15,3-4 0-15,0-3 0 0,3-8 0 0,-1-1-2 16,1-2-4-16,0-1-4 0,2-1-4 0,-1 1-3 15,-3 0 0-15,1 4 0 0,-2 4 4 16,-1 0 4-16,-3 5 5 0,-1 3 3 0,-3 5 2 16,0 3 0-16,-4 4 2 0,-3 7 1 0,-3 2 0 15,-4 4 7-15,-2 5 7 0,0 5 6 16,-4 1 6-16,-5 4 1 0,1 3 1 0,-2 6-7 16,-3-1-6-16,-2 2-7 0,4 0-5 0,-2-3-4 15,1-4-3-15,5-7-9 0,4-4-17 16,2-6-35-16,4-9-81 0,4-5-146 15,2-8-261-15,6-5-326 0,3-6-411 0,0-7-463 16,4-3-43-16,-1-5 743 0</inkml:trace>
  <inkml:trace contextRef="#ctx0" brushRef="#br0" timeOffset="-185498.44">18685 9787 207 0,'-16'-9'811'0,"0"2"407"0,2-1 39 0,1 3-148 15,5 0-412-15,2 1-233 0,3-1-99 16,3-2-64-16,3 2-39 0,3-1-39 0,4 1-42 16,1-1-54-16,5 0-33 0,2 2-17 15,3 0-8-15,5 4-5 0,2 5-8 0,2 2-3 16,3 6-8-16,1 5-10 0,2 6-11 0,-3 4-5 16,2 7-2-16,0 3-6 0,-1 8-4 0,-2 5 1 15,0 7-2-15,-2 5-1 0,-5 6-3 16,2 1-1-16,-5 4-2 0,-3 0 2 15,-5-2 0-15,-4-3 8 0,-2-3 4 0,-7-2 7 16,-1-2 6-16,-7-5 2 0,-3-5 2 0,-4-2-3 16,-7-7-1-16,-1-5-4 0,-5-7-4 0,2-6-1 15,-7-8-2-15,-2-6-2 0,0-10 2 16,3-7-1-16,-1-6 1 0,4-9-2 0,4-4 0 16,-2-9-2-16,8-4-4 0,3-5-3 15,4-4 0-15,7-6-1 0,4-1 0 0,4-8-1 16,7 0 1-16,5-4-2 0,6-3-3 0,7 0-2 15,2-3 0-15,7 1-2 0,4-1-2 0,3 3-9 16,6 0-19-16,0 5-38 0,1 3-84 16,1 6-168-16,0 5-269 0,0 7-336 0,-1 5-426 15,-2 9-428-15,-3 5 34 0,-4 7 844 16</inkml:trace>
  <inkml:trace contextRef="#ctx0" brushRef="#br0" timeOffset="-184794.66">20713 9909 33 0,'-15'-8'594'0,"2"4"512"0,-1 0 354 15,3-2-45-15,-2 3-374 0,7 2-410 16,1 0-204-16,0 1-116 0,5-2-104 0,0 2-72 15,5 0-34-15,5 0-17 0,5 0-5 0,6 0-2 16,3 0-6-16,6 0-6 0,3-1-7 16,5-2-6-16,3 1-5 0,3-5-7 0,4-1-9 15,-2 0-8-15,2-2-7 0,1 1-6 0,-4 1-4 16,-1-4-4-16,-3 5-2 0,-4 1-1 16,-3 0-3-16,-4 3-3 0,-4 3-12 0,-4 2-19 15,-6 0-35-15,-4 5-80 0,-7-1-124 16,-5 3-236-16,-3-1-307 0,-8-3-378 0,0 1-417 15,-7-4-114-15,-2-1 510 0,-6-2 787 0</inkml:trace>
  <inkml:trace contextRef="#ctx0" brushRef="#br0" timeOffset="-184529.61">21013 9568 470 0,'18'-9'955'0,"3"0"280"16,0 2-18-16,2-1-187 0,6 4-342 0,1-1-179 15,1 4-115-15,2 1-76 0,-1 1-58 16,3 4-86-16,-2 1-63 0,2 1-32 0,-2 4-21 16,2 1-14-16,-2 3-12 0,-3 2-7 0,0-1-5 15,-4 3-6-15,0-2-6 0,-2 6-2 0,-4-4-1 16,0 0-1-16,-3 1-1 0,-3-1 0 16,-3 1-2-16,-1 1-2 0,-4-1 0 0,1 3 1 15,-5 1-1-15,-2-1-1 0,-2 1 0 16,-2-2-8-16,-4 1-35 0,0 1-82 0,-1-3-109 15,-7-4-190-15,2 2-299 0,-5-6-353 0,0-4-377 16,0-4-148-16,-2-5 319 0,-1-5 702 16</inkml:trace>
  <inkml:trace contextRef="#ctx0" brushRef="#br0" timeOffset="-183214.51">23518 9719 365 0,'3'-10'857'16,"-3"-2"339"-16,-1 2 20 0,-1 1-190 0,2 0-287 15,0 2-169-15,0 0-122 0,0 1-82 16,0 3-60-16,0 0-78 0,2 2-79 0,-1-1-46 16,-1 5-28-16,2 3-16 0,0 7-10 15,-1 8-8-15,1 8-4 0,-4 8-6 0,1 6-5 16,-3 6-6-16,0 4-6 0,-4 4-3 0,2 4-2 16,-1 1-4-16,2-4-2 0,1-1-1 0,-1-4-2 15,4-7 0-15,2-3-1 0,2-9 0 16,3-7 0-16,-1-7 1 0,7-6 0 15,1-8-1-15,2-9 2 0,4-7 0 0,4-10-1 16,3-8 0-16,2-9 0 0,6-6-2 16,2-6-1-16,0-6-1 0,2-1-1 0,2-1 2 0,1-2 1 15,-3 2 0-15,-4 5 0 0,0 2 2 16,-4 6 0-16,-5 7 0 0,-5 7 0 0,-7 4 1 16,-3 10 0-16,-7 4 1 0,-5 9-1 15,-6 5 2-15,-3 7-1 0,-6 7 0 0,-5 6-2 16,-1 6 0-16,-2 6 1 0,-2 2 1 0,1 5 0 15,0 5 0-15,2 4 2 0,2 2 0 16,5 4-1-16,4 1-2 0,5-1 0 0,2 0-1 16,6-8-2-16,6 0-1 0,2-6-1 15,5-4-1-15,4-7 1 0,5-5-2 0,2-5-12 16,2-6-18-16,2-7-43 0,1-4-82 0,-1-6-132 16,-1-4-249-16,1-4-308 0,-1-2-374 0,-1-4-370 15,-1 0-62-15,0-1 555 0</inkml:trace>
  <inkml:trace contextRef="#ctx0" brushRef="#br0" timeOffset="-182915.05">24325 10419 457 0,'-2'7'1315'0,"-1"1"370"0,-2-5-221 16,-1 0-371-16,1-5-461 0,2-5-235 0,1-4-181 16,1-3-89-16,2-11-48 0,3-5-26 15,1-8-17-15,4-5-13 0,0-6-9 0,6-5-3 16,0-1-4-16,6-4 0 0,0 2 1 0,1-1 1 15,3 4 2-15,-3 5 2 0,2 6 2 16,-2 5-1-16,-3 8 3 0,-3 6 2 0,-2 7 5 16,-1 9 1-16,-4 7 4 0,0 8 2 15,-1 6 0-15,-3 8-2 0,0 8-4 0,-2 5-2 16,-1 7-2-16,-1 5-4 0,3 5-3 0,-4 7-3 16,0 1-2-16,0 7-5 0,2-2-4 0,-2 4-3 15,0-5-6-15,4-3-14 0,-3-6-25 16,2-7-64-16,-1-8-83 0,-2-7-161 0,-2-7-280 15,-1-4-330-15,2-8-395 0,-9-4-281 16,2-6 53-16,-1-4 723 0</inkml:trace>
  <inkml:trace contextRef="#ctx0" brushRef="#br0" timeOffset="-182747.91">24219 10251 234 0,'-18'-21'1066'15,"3"4"558"-15,4 7-118 0,2 4-306 0,6 4-473 16,3 4-293-16,8 2-202 0,4 4-106 0,5-2-50 15,6 1-31-15,6 1-20 0,7-2-11 0,4-2-5 16,4-2-5-16,5-2-16 0,0-2-77 16,-1-1-89-16,-3 0-182 0,-3 1-286 0,-4 1-326 15,0 1-386-15,-2 0-196 0,-2 0 179 16,-4 1 715-16</inkml:trace>
  <inkml:trace contextRef="#ctx0" brushRef="#br0" timeOffset="-182532.07">25052 9810 428 0,'0'-9'1350'0,"0"7"365"0,0 2-239 0,-1 2-339 15,1 7-493-15,-3 5-256 0,3 2-169 0,-2 6-78 16,2 5-45-16,0 5-28 0,2 5-20 16,-1 4-15-16,1 5-12 0,4 3-10 0,-5 4-5 15,6 1-6-15,-3 2-19 0,1-6-44 0,2 0-85 16,-1-6-139-16,-2-7-241 0,1-6-318 15,-2-6-383-15,1-7-371 0,-3-6-53 0,-2-8 605 16</inkml:trace>
  <inkml:trace contextRef="#ctx0" brushRef="#br0" timeOffset="-182348.27">24774 9934 84 0,'-11'-28'674'0,"4"4"590"0,-1 5 193 0,2 6-135 16,6 4-392-16,5 1-354 0,3 1-185 15,1 3-135-15,7-2-79 0,2 0-62 0,5 1-43 16,1-1-26-16,3 0-15 0,-2 1-6 16,5 1-7-16,0 0-5 0,0 2-7 0,0 2-3 15,2 2-26-15,0 2-82 0,-2 0-104 0,0 4-191 16,-2 1-289-16,-3 2-348 0,1 4-388 16,-9 0-170-16,0 6 289 0,-4 3 721 0</inkml:trace>
  <inkml:trace contextRef="#ctx0" brushRef="#br0" timeOffset="-182013.71">25315 10774 298 0,'8'-19'972'0,"-2"-4"511"0,3-6 28 0,1-3-258 16,1-8-514-16,5-6-265 0,-4-2-154 15,6-6-118-15,-2-3-83 0,2-1-48 0,0-3-31 16,-1 3-18-16,4-4-10 0,-4 4-1 0,1 5 0 16,0 3 1-16,-2 9 1 0,-2 7 1 15,-1 7-1-15,-3 7-3 0,1 9-2 0,-5 7-3 16,0 9 0-16,-1 7 6 0,2 8 4 16,-3 9 2-16,-1 7 1 0,0 10 1 0,2 5-1 15,-2 8-8-15,2 6-4 0,-1 5-5 0,-1 2-1 16,1 2 0-16,-1 1-1 0,-1-4-1 0,3-4-2 15,-2-9-9-15,2-6-27 0,0-9-63 16,-2-9-75-16,0-9-128 0,0-8-212 0,-3-6-309 16,0-10-345-16,-5-5-260 0,4-10-102 15,-2-6 435-15,-1-5 633 0</inkml:trace>
  <inkml:trace contextRef="#ctx0" brushRef="#br0" timeOffset="-181864.78">25618 10378 92 0,'-6'-33'899'0,"0"12"747"0,-2 2-1 16,0 10-337-16,1 6-435 0,0 7-361 15,2 5-230-15,3 6-128 0,2 3-64 0,3 3-36 16,3 1-23-16,6 3-16 0,0-3-7 0,9 2-9 16,2-1-11-16,4-4-35 0,3-2-80 0,3-4-122 15,2-4-250-15,2-6-299 0,3-3-367 16,2-5-384-16,1-5-103 0,2-3 520 0</inkml:trace>
  <inkml:trace contextRef="#ctx0" brushRef="#br0" timeOffset="-181581.4">26183 10024 15 0,'-35'-28'644'0,"-2"2"807"0,-2 7 234 16,0 0-262-16,0 8-407 0,5 2-411 0,4 6-224 15,3 4-164-15,6 5-83 0,5 4-49 16,5 6-32-16,5 4-23 0,6 0-11 0,8 4-7 16,1 0-5-16,7 0-2 0,6 0-1 0,5-1-2 15,3 0-2-15,3-3-3 0,1 1-12 16,2-2-17-16,-1 3-24 0,-1-2-36 0,-4 3-43 15,-4 0-43-15,-4 1-24 0,-5 1-12 0,-4 3 11 16,-6 3 37-16,-4 1 55 0,-5 2 46 16,-4 2 31-16,-6 1 25 0,-1 2 6 0,-4 2 3 15,-1-1 0-15,-4 2-2 0,2 1-8 0,-2-3-34 16,2-3-50-16,2-6-147 0,3-1-243 16,0-10-280-16,6-5-291 0,3-5-231 0,1-5 10 15,3-8 505-15</inkml:trace>
  <inkml:trace contextRef="#ctx0" brushRef="#br0" timeOffset="-181398.69">26361 10003 242 0,'7'-25'1185'16,"-4"9"561"-16,0 8-164 0,-1 5-351 16,-1 11-469-16,2 7-298 0,-3 10-209 0,-3 8-95 15,3 10-52-15,-1 10-33 0,-3 6-24 16,1 9-16-16,2 8-12 0,-3 1-7 0,3 6-11 15,1-4-27-15,1 1-83 0,3-8-147 0,-1-10-246 16,2-7-313-16,-4-12-419 0,4-8-509 16,-2-9-117-16,-2-12 750 0</inkml:trace>
  <inkml:trace contextRef="#ctx0" brushRef="#br0" timeOffset="-181213.62">26279 10072 75 0,'-18'-31'1070'15,"0"9"750"-15,-3 9-155 0,4 6-402 0,3 7-376 16,2 4-459-16,6 4-219 0,3 2-100 0,4 2-48 16,6 2-25-16,2-2-16 0,7 1-9 15,3-3-7-15,5 0-4 0,3-3-12 0,4-5-46 16,4 2-83-16,2-4-130 0,2-4-242 16,2 2-310-16,2-1-378 0,3-1-355 0,0 0-67 15,-1 3 541-15</inkml:trace>
  <inkml:trace contextRef="#ctx0" brushRef="#br0" timeOffset="-180295.08">27114 10394 217 0,'-10'2'817'0,"-3"1"422"16,0-3 134-16,1 0-98 0,3 2-457 0,0 4-279 15,4-1-143-15,0 3-85 0,2 3-83 0,3 5-72 16,1 4-40-16,2 6-24 0,4 5-15 16,-1 4-13-16,3 6-11 0,0 4-11 0,-1 4-11 15,-2 4-9-15,1 3-8 0,-2-2-7 16,-1 0-2-16,0-5-4 0,0-1 0 0,-3-9-3 15,1-5 1-15,-1-9 1 0,-1-8-1 0,-1-6 2 16,-2-11-1-16,-2-8 1 0,-3-9-1 0,0-11 0 16,-1-7 0-16,-3-8-2 0,3-6 0 15,-2-5 0-15,1-3 0 0,1-5 2 0,-4-3 0 16,5-4 2-16,5-3-1 0,1 0 1 16,7 3-2-16,3 1-1 0,5 7-2 0,1 5 1 15,3 2-1-15,4 6 0 0,0 6 0 0,2 6 1 16,0 4-1-16,-1 7 2 0,0 6-1 15,-5 4 1-15,4 7 1 0,-6 6 0 0,1 4 2 16,-2 9 0-16,-4 4 2 0,-4 6 0 0,-2 7 1 16,-4 7-1-16,-5 5 1 0,-3 5 3 15,-5 6 3-15,1 3 3 0,-4 2 1 0,-2 5 0 16,0 1 2-16,0-2-3 0,1-3-4 16,2-5-2-16,1-4-3 0,6-7-1 0,3-7-4 15,5-6-1-15,4-8-2 0,4-8-7 0,1-7-9 16,7-10-18-16,4-7-23 0,1-8-48 0,6-5-77 15,1-7-81-15,6-2-126 0,-1-5-180 16,2-1-268-16,-1-2-283 0,-1 1-186 0,0 1-82 16,-3 5 406-16,1 3 594 0,-6 7 407 15,1 7 368-15,-5 6 442 0,-3 7 313 0,-5 7 98 16,-2 6-186-16,-4 7-237 0,0 5-220 0,-6 8-159 16,1 3-102-16,0 5-113 0,-2 3-77 0,0 5-42 15,0 2-28-15,0 2-16 0,3 0-15 16,0 0-10-16,5-4-10 0,4-7-10 0,4-6-5 15,5-11-5-15,2-7-1 0,4-9-3 16,-3-9 0-16,5-8-1 0,-6-8-1 0,-1-8 0 16,-4-5-1-16,-2-4 1 0,-7-4 2 15,-2-1 1-15,-7-2 4 0,-5-3 0 0,-3 1 0 0,-7 2 0 16,-2 0-2-16,-5 1 0 0,0 6-1 16,-7 3-1-16,2 5-1 0,1 8 0 0,0 7-2 15,3 5 1-15,3 12-1 0,3 8-9 16,3 6-19-16,2 6-66 0,2 7-89 0,5 4-188 15,2 2-284-15,3 5-339 0,5 2-417 0,0 1-270 16,3 4 164-16,1-2 811 0</inkml:trace>
  <inkml:trace contextRef="#ctx0" brushRef="#br0" timeOffset="-179779.74">28279 10147 41 0,'11'2'575'0,"2"2"493"16,-4 5 319-16,5 3 17 0,-1 8-368 15,3 5-358-15,-3 5-201 0,1 6-118 0,-5 5-103 16,3 7-94-16,-2 4-52 0,-2 4-33 0,0 2-22 16,-3 2-14-16,0-1-13 0,1 0-10 15,-1-6-6-15,0-5-5 0,-2-5-3 0,0-9-1 16,-1-6-2-16,-1-13 1 0,-1-7-2 16,-1-10 0-16,1-10 0 0,-2-12-2 0,0-7-1 15,1-7 3-15,-2-8 0 0,-1-4-1 0,-1-6 2 16,-4-4 0-16,1-2 0 0,-1-4-1 0,1-2-2 15,-1 2 0-15,2 1-1 0,2 8 0 16,2 6 0-16,1 5 0 0,2 11 0 0,2 4 1 16,1 9 1-16,4 4 2 0,2 7-1 15,4 5 2-15,0 1 1 0,5 7 0 0,2 3 0 16,2 1 1-16,0 3-1 0,4 0 0 16,3-2 0-16,-1 2-1 0,1-3-1 0,-2 0-1 15,1 0 0-15,-1-2 0 0,-2 0-1 0,-1-2-2 16,-5 3-7-16,0-5-15 0,-8 2-39 0,0 2-77 15,-8 0-95-15,-4 5-176 0,-7-2-296 16,-8 2-336-16,-4 1-353 0,-3 2-175 0,-5 1 193 16,-5 1 694-16</inkml:trace>
  <inkml:trace contextRef="#ctx0" brushRef="#br0" timeOffset="-179615.11">28211 10409 53 0,'3'17'617'0,"4"-2"468"16,3-1 150-16,5-4-121 0,5-1-351 15,4-1-392-15,3-3-183 0,8-1-91 0,1-2-42 16,5-4-19-16,5-2-6 0,3 0-7 0,3-3-7 16,0-1-24-16,1-1-74 0,-3 0-158 15,-5 2-304-15,-1-1-268 0,-6 2-261 0,-7 3-171 16,-1 3 185-16,-6 2 510 0</inkml:trace>
  <inkml:trace contextRef="#ctx0" brushRef="#br0" timeOffset="-179283.39">28935 11106 39 0,'10'9'585'0,"1"-9"485"0,1-11 188 16,3-6-62-16,2-13-246 0,1-5-296 0,4-9-176 16,0-8-96-16,-2-2-62 0,2-4-62 15,2-7-84-15,-5 0-63 0,2-2-36 0,-3-1-23 16,-1 0-12-16,0-1-5 0,-4 7-2 0,1 3-2 15,-3 8-1-15,-2 6 0 0,-1 9-3 16,-2 8-5-16,1 6-3 0,-2 7-5 16,-2 9-3-16,2 6-5 0,1 6-1 0,0 8-1 0,0 6-1 15,-1 7 0-15,3 7-2 0,0 7 1 16,-2 5-2-16,2 9-1 0,0 6 1 0,1 4 1 16,0 9-1-16,2 1 1 0,-1 6 0 0,3-1 0 15,3-1-4-15,-2-4-11 0,4-7-17 16,-2-7-38-16,-2-8-80 0,-3-9-96 0,-1-9-178 15,-3-6-293-15,-4-9-339 0,-1-8-362 0,-5-7-166 16,-5-8 191-16,-2-5 700 0</inkml:trace>
  <inkml:trace contextRef="#ctx0" brushRef="#br0" timeOffset="-179099.32">29204 10618 524 0,'2'14'1098'0,"-2"1"248"15,3 3-108-15,4 1-257 0,2-2-401 0,3 4-181 16,4-3-107-16,0-2-62 0,4-1-41 16,1-2-47-16,1 0-52 0,4-1-40 0,-1-3-43 15,2 1-80-15,-2-1-81 0,0 3-173 0,-3-3-288 16,0 3-316-16,-1 5-351 0,-2 1-220 16,0 3 94-16,-3 3 681 0</inkml:trace>
  <inkml:trace contextRef="#ctx0" brushRef="#br2" timeOffset="-116542.36">3391 9441 337 0,'-8'2'638'0,"-2"-2"263"0,1 2 121 0,1-2-231 16,0 2-205-16,2 0-123 0,-2-2-40 0,3 0 18 16,2 1-42-16,0 0-65 0,1 1-53 15,-1-2-43-15,1 0-55 0,1 1-71 0,1-1-40 16,0 2-22-16,-2-2-17 0,2 0-9 0,0 1-8 15,2-1-4-15,-2 0-4 0,0 1-4 0,1-1-1 16,1 0-3-16,0 2 0 0,-1-2 0 0,3 2 0 16,0 1 0-16,6 1 7 0,2 3 5 0,3 1 3 15,5 2 2-15,2 3 10 0,5 0 6 0,5 2 2 16,1 1 2-16,7 2 6 0,1 0 7 16,6 2-1-16,-1-1-3 0,8-1 0 0,1 2 2 15,5-2-5-15,7 1 0 0,2 4-4 16,5-4-2-16,1 3-4 0,-1 0-5 0,2 1-3 15,0 0-3-15,1 3-2 0,-4 2-1 16,1-2-1-16,-1 3-1 0,-3-1-6 0,1 2-11 16,-5 0 0-16,-1 0 0 0,0 2 0 0,-5 0 0 15,0 0 0-15,-3-1 0 0,-3 1 0 0,0-2 0 16,-4 0 0-16,-2-3 0 0,-3 0 0 16,-2-3 0-16,0-1 0 0,-4-4 0 0,-2 1 0 15,-2-2 0-15,-2-2 0 0,0-1 0 0,0 1 0 16,-3-1 0-16,0-1 0 0,0-1 0 15,-3-1 0-15,0 1 0 0,-3 0 0 0,-1-2 0 16,-4-2 0-16,0-2 0 0,-3 1 0 0,0-2 0 16,-5-2 0-16,0 0 0 0,-5 0 0 15,-1-2 0-15,-2 0 0 0,-1-2 0 0,-2 0 0 16,-3 0-8-16,-2-2-42 0,0 0-18 16,0 2-24-16,-4-2-52 0,-2 4-75 0,1 0-104 15,-4 3-176-15,1 3-291 0,-1 1-337 0,2 1-284 16,-2 2-133-16,2 0 299 0,-2 1 660 0</inkml:trace>
  <inkml:trace contextRef="#ctx0" brushRef="#br2" timeOffset="-115658.46">4113 11737 360 0,'-4'9'715'0,"1"1"299"0,1-4 88 15,2 1-299-15,-3-1-253 0,3-3-156 0,-2 0-113 16,2 0-84-16,0-3-59 0,0 1-33 0,0-2 20 16,5 0 49-16,-2-4 34 0,5-1 7 0,-2-4-5 15,4-1-14-15,-2-1-46 0,3-4-48 16,0 1-34-16,0-6-17 0,2 4-4 0,0-5 4 16,0 2 0-16,0-2 3 0,1-3-1 15,1 3-1-15,0-3-2 0,1 0-7 0,1-1 1 16,1-1-1-16,3-3 0 0,2-1 3 0,0 0-1 15,4-5-1-15,3-2-6 0,1-4-5 16,4-3 1-16,6-5-2 0,0-2-1 0,6-8-1 16,1-1-1-16,7-8 1 0,2-5-4 0,3-4-3 15,0-3-3-15,2-4 0 0,-2-1-1 0,2-1-17 16,-4 1-2-16,-1 1 0 0,0 3 0 16,-2 1 0-16,-1 2 0 0,-5 3 0 0,0 4 0 15,-6 1 0-15,-1 4 0 0,-3 3 0 16,-5 2 0-16,0 2 0 0,-4 3 0 0,-4 3 0 15,0 5 0-15,-4 0 0 0,-3 5 0 16,-2 5 0-16,-1 3 0 0,-2 4 0 0,-3 4 0 16,-3 5 0-16,0 0 0 0,-2 7 0 0,-1 1 0 15,0 5 0-15,-2-1 0 0,-1 3 0 16,-1 1 0-16,1 1 0 0,0 3 0 0,-2-1 0 16,1 2 0-16,-1-1 0 0,0 2 0 15,-1-1 0-15,1 2 0 0,-2 0 0 0,0 2-125 16,-1-1-160-16,-2 2-250 0,-3 2-321 0,-4 2-414 15,-4 0-497-15,-3 6-109 0,-3-1 737 0</inkml:trace>
  <inkml:trace contextRef="#ctx0" brushRef="#br2" timeOffset="-109889.58">7285 11158 193 0,'0'1'432'15,"0"2"178"-15,0-3 104 0,2 0-212 0,-1 0-198 16,-1 2-105-16,0-2-59 0,2 0-23 16,-1 0 25-16,3 0 45 0,0 2 24 0,3 0 32 15,2-2 26-15,2 1 19 0,-1 0-20 0,4 2-30 16,-1-1-31-16,2-1-27 0,1 1-16 15,3 1-9-15,0-2 16 0,5 1-1 0,0-2-7 16,2 1 18-16,1 1-8 0,2 0-19 16,-2-2-38-16,1 1-21 0,1 0-13 0,1 1-37 15,-2-1-13-15,2-1-5 0,0 2 0 0,-1-1-4 16,1-1-1-16,1 1 0 0,-2-1-7 16,2 0-7-16,1 0-3 0,-2 0-1 0,3 0 1 15,-1 0 0-15,0-1 2 0,-1 0 1 16,3 1 1-16,-3-2 1 0,4 1-3 0,-2-1 2 15,3 2 1-15,-1-1 1 0,0 0-3 0,1-1 0 16,-1 0 0-16,-1 1-1 0,0-1-3 0,2 1-2 16,-1-2 0-16,-2 1-1 0,2 1-2 15,-3-1 0-15,3 1-2 0,-2-1 0 0,0 0-2 16,-1 0 4-16,-1 0 1 0,1 0 1 16,0 2 1-16,-1-3 2 0,-1 3 0 0,0-1-1 15,0 1 0-15,1 0 6 0,0 1 7 0,-1-1 4 16,2 3 3-16,-1-1 0 0,1 0 0 15,1 0-6-15,-1 0-6 0,2 0-5 0,-2-1-4 16,1 1-2-16,-1-1-1 0,-1 1 0 16,3 1-1-16,-3-2 0 0,3 2 0 0,-1 1 0 15,-2-2-1-15,3 1 2 0,-1 1 0 0,-1 1 1 16,1-1 0-16,0 1 1 0,0 0 1 16,3 0-1-16,-3-1 1 0,2 2 0 0,0-1 1 15,3-1-2-15,-1 0 1 0,0 2-1 0,1-1 0 16,0-1 0-16,0 2-1 0,0 0 0 0,0 0-1 15,0 0-1-15,0 0 1 0,1 1-1 16,1-1 0-16,-2 3 0 0,-1-2 2 0,2 2 1 16,-3 0 0-16,2 0 0 0,0 0 0 0,-1 0 0 15,3 1 0-15,-1 0-1 0,0 0 1 16,2-1 0-16,-3 0 0 0,3 0-1 0,-1 0 1 16,2-2-1-16,-2-1 0 0,0 0 0 15,1 2 0-15,-2-3 1 0,1 1-2 0,1-1 1 16,-2 0 0-16,1 0 0 0,0-1 1 15,0 2-1-15,0-2 2 0,1 0 1 0,2 3-1 16,-2-3 0-16,3 1 1 0,-1 0-1 0,3-1 0 16,1 2 0-16,-1-1-1 0,2-1 0 15,-4 0-1-15,3 2 0 0,2-1-2 0,-3-1 1 16,1 0-1-16,1 0 0 0,-1-1 1 0,-1 1 1 16,1-1 2-16,-2 0-1 0,4-1 1 15,-1-1 1-15,2 2 0 0,2-3-1 0,-1 2 1 16,1-1-2-16,1 1 0 0,-2-2 0 0,3 1-1 15,-2 1-1-15,1-1-1 0,0 0-1 0,1 1 3 16,-1 0 0-16,0-2 1 0,-1 5 1 16,3-4 0-16,2 1 2 0,0 1-2 0,0-3-1 15,3 4 1-15,0-4-1 0,1 2 0 0,-1-1-2 16,1-1-1-16,-1 1 0 0,0-1 0 16,2 0 2-16,-4 0 1 0,4 0 0 0,-2 2 1 15,3-2 1-15,2 1-1 0,0-1 0 0,2 2-1 16,0-1 1-16,-2 1-2 0,0-2 0 15,2 1-2-15,-3 1 2 0,1-2 0 0,0 2 1 16,0-2 1-16,1 0-1 0,2 0 3 16,0-2-2-16,2 2-1 0,1-3-2 0,-2 1 1 15,-1 1 0-15,2-1-2 0,-2 1 1 0,1-1 1 16,1 0 1-16,-2 0 1 0,2 0-1 16,1 0 2-16,0-1-2 0,0 2-1 0,3-1 0 15,-2-1-1-15,-1 1 0 0,1 0-2 16,-2 2 3-16,0-2 1 0,1 2 0 0,-5 2 0 0,4-2 1 15,0 2 1-15,0 0-2 0,2 2-1 16,-3-2 0-16,-1 5 0 0,3-4 0 16,-4 1-2-16,1 1 0 0,-2 1 2 0,-1-1 0 15,-2-1 1-15,1 0 2 0,2 0 0 0,-1 1 0 16,1 1 0-16,1-1-2 0,-3-1-1 0,1-1 0 16,2 1-1-16,-2 1-1 0,1-1 1 15,-2-2 0-15,1 0 1 0,-1 0 1 0,1 0 2 16,-1 0 0-16,5-2 0 0,-3 0 0 15,2 0-2-15,0 0-1 0,-2-2 0 0,1 1-1 16,-2 0 1-16,1-3-1 0,-3 2 1 0,2-1 1 16,-4 0 1-16,1-2 1 0,0 1-1 15,1-1 2-15,0 0-2 0,0-1 0 0,2 0-2 16,-1 0 0-16,-4 1 0 0,-2-1 0 0,1-1-2 16,-5 3 0-16,-1 0 0 0,-2-2 2 15,-2 2 0-15,-2 2 0 0,-2-3 2 0,0 3-1 16,-3 0-1-16,-3 1 1 0,0 0 0 0,-2-1-1 15,-4 1 0-15,-1-1 0 0,-2 2 1 16,-3-1 0-16,-4 1 0 0,-3 0-1 0,-2 0 0 16,-3 0 0-16,-3 1 1 0,-2-1 0 0,-2 2 0 15,-2-2 8-15,-2 0 8 0,1 0 5 16,-1 0 6-16,-3 0 5 0,1 0 2 0,-1 0-5 16,-1 0-6-16,0 0-4 0,-1 0-5 15,-1-2-6-15,-1 1-3 0,-2-1-2 0,3-1-1 16,-2 0-1-16,-2 0-1 0,3-2 0 0,-2 1-1 15,2-1 0-15,-1 0-1 0,3-1 1 16,-1-2-1-16,2 0 0 0,0-1 0 0,2 1 0 16,1-1-1-16,0-1 1 0,2-1 0 0,-2-1 0 15,5-2 1-15,-4-1 1 0,3-3 0 16,-1-1 1-16,1-6 1 0,0-1 0 0,0-6-1 16,-1-3 1-16,1-3-1 0,-1-4-1 15,2-2-1-15,-4 2 0 0,1 1 0 0,0 1-1 0,-2 7-1 16,0 5 2-16,-3 6 0 0,0 3-1 15,0 6-2-15,-3 5-12 0,-2 8-21 16,-4 2-67-16,-4 5-98 0,1 7-223 0,-7 4-289 16,1 1-360-16,1 3-439 0,-2-4-262 0,-3-1 311 15,-2 1 911-15</inkml:trace>
  <inkml:trace contextRef="#ctx0" brushRef="#br2" timeOffset="-108669.39">12460 12889 382 0,'-8'-15'1254'0,"-1"3"430"15,-6 0-185-15,0 3-319 0,-6 2-507 0,2 1-239 16,-3 1-179-16,-1 5-92 0,-4 4-55 0,-2 3-37 16,4 7-26-16,-4 4-19 0,1 10-10 15,2 8-5-15,1 7 1 0,6 12 3 0,3 12 6 16,5 10 1-16,4 10-1 0,7 6 2 0,6 7-2 15,5-1-4-15,6-3-5 0,4-3-6 0,4-9 0 16,7-9-4-16,1-14-2 0,5-13 0 16,1-12 0-16,2-15 2 0,4-15 2 0,1-15-1 15,0-14-2-15,1-13-1 0,-3-9-3 0,0-11 3 16,-6-6-1-16,-1-4 1 0,-5-1 2 16,-4-4 1-16,-3 1 2 0,-5 4-2 0,-7 3-1 15,-3 3 0-15,-6 4 8 0,-8 5 5 16,-4 6 4-16,-8 3 3 0,-8 5 4 15,-4 5 2-15,-5 2-4 0,-4 8-5 0,-4 4-3 16,0 7-6-16,-2 6-10 0,-1 7 0 0,1 9 0 16,1 4 0-16,1 6 0 0,1 7 0 0,5 6 0 15,-1 4 0-15,7 4 0 0,4 3 0 0,3 0 0 16,5-2 0-16,7 1 0 0,5-5 0 16,5-4 0-16,5-3 0 0,5-6 0 15,6-2 0-15,2-4-6 0,3-3-25 0,3-6-16 0,1-3-28 16,3-4-68-16,-1-5-82 0,-1-4-142 15,1-1-268-15,-2-1-324 0,0-2-382 0,0 0-248 16,-1-2 3-16,-1-2 653 0</inkml:trace>
  <inkml:trace contextRef="#ctx0" brushRef="#br2" timeOffset="-108056.08">13184 12975 85 0,'7'2'1022'16,"-4"2"715"-16,1-1-108 0,-4 3-355 0,0 0-387 15,-4 3-397-15,2 0-229 0,-1 1-97 0,0 5-42 16,1 2-25-16,1 4-21 0,-1 1-12 16,1 6-10-16,-1 1-8 0,0 4-9 0,-1 5-7 15,1 5-8-15,1 5-9 0,-5 5-4 0,3 3-6 16,-4 8-1-16,3 0 0 0,-3 7 1 15,1 2 0-15,-2 2 0 0,3-2 1 0,2 1-2 16,1-5-1-16,1-7-1 0,2-8-1 0,1-7-1 16,3-7 0-16,1-7 1 0,2-11 0 15,2-5 2-15,1-10 1 0,3-10 1 0,0-10 0 16,5-9 2-16,1-10-2 0,0-9 0 16,3-6-1-16,2-6-2 0,2-7-2 0,-1-2 1 15,4-4 1-15,0-1 0 0,3-2 1 0,-3 0 1 16,2-1 2-16,-2 5-3 0,0-2-1 15,-2 6 0-15,-1 3-1 0,-2 4-1 0,-1 2 0 16,-5 9 0-16,0 4 1 0,-6 7 2 16,1 4 7-16,-4 6 12 0,-4 5-12 0,1 2-8 15,-5 4 0-15,-2 4 0 0,-5 2 0 0,-1 5 0 16,-5 5 0-16,-2 2 0 0,-4 9 0 0,-5 2 0 16,1 5 0-16,-4 6 0 0,0 4 0 15,-2 5 0-15,0 2 0 0,2 6 0 0,4-1 0 16,-1 4 0-16,3-1 0 0,5-1 0 0,3-1 0 15,1-1 0-15,4-5 0 0,6-3 0 16,2 0 0-16,4-6 0 0,3-2 0 0,4-4 0 16,6-1 0-16,0-5 0 0,6 0 0 15,2-6 0-15,2-1 0 0,2-3 0 0,2-2 0 16,2-2 0-16,0-3 0 0,3 1 0 16,-2-3 0-16,1 1 0 0,-1-1 0 0,-1 3 0 15,-2 1 0-15,-1 3-62 0,-1 2-276 0,-1 1-266 16,1 3-343-16,-1 4-432 0,-2 2-455 0,-3 0 14 15,0 5 863-15</inkml:trace>
  <inkml:trace contextRef="#ctx0" brushRef="#br2" timeOffset="-106273.89">11116 12647 362 0,'13'-14'790'16,"-2"0"288"-16,-5 5 19 0,-1 2-320 16,0 4-283-16,-2 3-153 0,-3 3-104 0,0 6-26 15,0 4 41-15,-3 7 45 0,-2 4-8 16,0 5-32-16,0 7-29 0,-1 7-36 0,-2 3-55 16,-1 5-45-16,-1 5-30 0,1 5-16 0,-1 4-13 15,-1 4-9-15,0 1-6 0,0 4 4 16,1 1-1-16,1 1 1 0,1 1-6 0,0 1-3 15,3-1-6-15,1 0-6 0,-1 2-3 0,5-3-4 16,0 2 9-16,2-3 11 0,2-2 6 0,1-2 3 16,0-4-3-16,3-4-3 0,4-4-6 15,-2-4-9-15,4-3-4 0,0-3-5 0,2-4 4 16,3-2 2-16,0-5 1 0,2-1 1 0,4-4 0 16,0 0 0-16,4-3 6 0,1 0 1 15,3-2 1-15,2-2 4 0,1-2 0 0,4-1 3 16,2-5-10-16,3 0-4 0,5-4 0 0,2-1-2 15,4-5 0-15,4-2-1 0,3-1 14 16,3-5 8-16,4-1 5 0,1-5 2 0,5-1 0 16,2 0 1-16,4-4-8 0,3 3-5 15,1-3-5-15,2 1-4 0,2 0-3 0,-1 1-4 16,-1 2 0-16,-1 1 1 0,0 0-1 0,-3 0 0 16,3 1 3-16,2 1 1 0,-4 0-1 15,-1-1-1-15,-2 1-1 0,0-1 7 0,-4 2 3 16,-1 0 2-16,-4-1 3 0,-2 0 1 0,0 1 8 15,-3 1 2-15,0-2 2 0,-3 0-1 16,3-1 2-16,-5 1-1 0,-1 0-5 0,-1-1-8 16,-5 0-4-16,3 3-4 0,-4-3-3 0,2 1-1 15,-4-1 0-15,0-1 1 0,-1 1-2 0,-2-1 1 16,0 0 1-16,-2-3-1 0,-2 5-1 16,0-5-2-16,-1 0 1 0,-5 2-1 15,-2-1-1-15,-1 1 0 0,-4-1 0 0,-5 0-1 16,-1-2 1-16,-3 1 0 0,-5 0-1 15,0-3 0-15,-5 0 1 0,0 0 0 0,-4-3-1 16,-2 0 0-16,0-4-1 0,-2-4 2 0,-3 0-1 16,2 0 1-16,-2-4 1 0,0-1 0 0,-1-2 0 15,2 1 2-15,-2-1-2 0,1-2 1 16,0 0-1-16,-1 0 0 0,1-2 0 0,0-2 0 16,-1 1-1-16,1-3-1 0,-1-3 0 15,-1 1 0-15,-1-3-2 0,2-4 0 0,-2-3 0 16,0 0 0-16,0-6 1 0,0-1 2 0,-2-3 1 15,2 0 1-15,-1-4 0 0,-1-1 0 0,-1 1-1 16,1-1-1-16,-1 0-2 0,0 6-1 16,1-1 1-16,-1 4 1 0,2 5 0 0,-3 5 1 15,-2 4 2-15,3 6 2 0,-2 3-2 0,-1 4 0 16,0 6 1-16,-2 0-1 0,2 4 0 16,-2 2-1-16,-1 2 1 0,0-1-1 0,0 5 0 15,-3-1 0-15,0 0-1 0,-1 0 1 16,-1 1 0-16,-2-2-1 0,-1-1 1 0,-1 2 0 15,0-1 0-15,-2 1 3 0,2 0 2 16,-6 1 4-16,2 2 2 0,1 2-3 0,-3 0-9 16,-1 3 0-16,0 1 0 0,-1 1 0 0,-4 0 0 15,0 2 0-15,0 0 0 0,-6 0 0 0,3 0 0 16,-5-2 0-16,-2 1 0 0,-2-2 0 16,-4-1 0-16,-6-4 0 0,-5-2 0 15,0 0 0-15,-8 0 0 0,0-4 0 0,-1 1 0 16,1-1 0-16,0 5 0 0,3-3 0 0,-1 3 0 15,0 3 0-15,-2 3 0 0,2 3 0 0,-4 3 0 16,1 3 0-16,-2 3 0 0,0 3 0 16,0 2 0-16,-2-1 0 0,1 4 0 0,-1-1 0 15,1-1 0-15,-2 2 0 0,0-4 0 0,-1-1 0 16,-3 0 0-16,0-3 0 0,1-2 0 16,1 0 0-16,7-4 0 0,3 0 0 0,6 0 0 15,5-1 0-15,7-2 0 0,7 0 0 0,6 0 0 16,4-2 0-16,8 0 0 0,2 1 0 15,4-1 0-15,6 2-10 0,3 0-180 0,4 0-192 16,1 2-273-16,3 1-343 0,2 0-426 16,-1 3-414-16,-2 1 102 0,-2 5 951 0</inkml:trace>
  <inkml:trace contextRef="#ctx0" brushRef="#br0" timeOffset="-83059.27">21013 14153 311 0,'0'0'659'0,"0"-1"289"15,0 1 121-15,0 0-246 0,0 0-242 0,0 0-158 16,-2 1-108-16,0 1-76 0,-1 1-63 16,0 3-53-16,0-1-27 0,-1 0-10 0,1 5 8 15,2-1 23-15,-5 1 8 0,2 2 7 16,0 3-6-16,-1-1-14 0,2 1-21 0,-4 3-28 15,2-2-19-15,-1 0-12 0,2 2-12 0,-3-1-6 16,2 0-7-16,1-1-3 0,-2 0 1 16,2-1-5-16,0-2 2 0,0-1-2 0,1-2 1 15,2-1-3-15,1-2-2 0,-2 0-1 0,0-2-6 16,2-3-2-16,0 2-32 0,2-4-36 16,-2 0-38-16,2 0-33 0,-1 0-41 0,1-5-70 15,-1 1-73-15,-1 0-87 0,2-3-130 0,0 1-256 16,-2 1-209-16,0-1-75 0,0 2 179 15,0-1 342-15</inkml:trace>
  <inkml:trace contextRef="#ctx0" brushRef="#br0" timeOffset="-82709.32">20886 14414 33 0,'-2'5'325'0,"1"0"225"15,-1 1 178-15,1-3-41 0,1 0-201 0,0 0-145 16,0-1-75-16,0 2-31 0,1-2-12 16,1 2-9-16,1-2 11 0,0 2-16 0,0 0-16 15,3 1-24-15,-3 0-17 0,2 1-1 0,2-2-16 16,-1 2-15-16,5-2-9 0,-1 4 10 16,2-1 37-16,6 2 21 0,-2 2 9 0,4-3-1 15,2 4 2-15,2-2-21 0,0 0-35 16,3-1-36-16,-1 2-25 0,1-1-14 0,2-1-25 15,-4 0-13-15,2-1-7 0,-2 1-6 16,1-3-1-16,-1-2-4 0,-2 2 0 0,1-3-2 16,-3 1 0-16,-2-2-3 0,-3 0 0 0,-1-1 1 15,-2 1-23-15,-2-2-42 0,-5 1-55 16,-1-1-49-16,-2 2-88 0,-3-2-149 0,-3 0-193 16,-2 0-256-16,-1 0-232 0,-3 0-196 0,-1 0 67 15,-3-2 448-15</inkml:trace>
  <inkml:trace contextRef="#ctx0" brushRef="#br0" timeOffset="-82091.97">21017 14209 384 0,'0'-3'761'0,"-1"2"279"0,1-1 53 16,0 1-312-16,0 1-268 0,1-2-177 16,-1 2-121-16,3 0-58 0,0 2-31 0,0 1-20 0,4 0-9 15,3 1-2-15,0 2 11 0,3 2 16 16,4-2-5-16,-1 1-11 0,5 1-10 0,0 1 5 15,1-1 10-15,1 0-19 0,2 0-8 16,1-1-5-16,-4 1-8 0,5-2-14 0,-2 1-22 16,2 1-15-16,-2-3-8 0,-2 1-3 0,0 0 0 15,1-2-6-15,-1 0 2 0,-3 2 0 16,0-1-1-16,1-1-3 0,-4-1 0 0,0 2 1 16,-1-1-2-16,0 0-2 0,-1 0 0 15,-3-2 2-15,-1 3 0 0,-1-2 1 0,0 0 1 16,-1-1 0-16,-5 3-1 0,3-3-1 0,-1 2 1 15,-3-4-1-15,0 2 3 0,0 0 0 0,-1-2 2 16,0 2 1-16,-2-2 16 0,0 1 14 16,1-1 7-16,-1 0 4 0,-1 1 2 15,1-1-1-15,0 0-14 0,-2 2-12 0,0-2-8 16,-1 2-7-16,1 0-1 0,-1 1-4 16,2 2-2-16,-5-1 0 0,3 2-2 0,-2 0 2 0,0 1-1 15,0 1 0-15,0 1 1 0,-2 1 0 16,0 1 3-16,1 1-3 0,-2 0 2 0,-3 1 0 15,1 4 0-15,1-4 0 0,-4 4 0 16,2-2-1-16,2 2 1 0,-5-2-2 0,2-2-2 16,2 1 0-16,0-3 0 0,0-1-2 0,2-2-12 15,-1-1-41-15,1-2-62 0,2 0-62 0,-1-3-119 16,1 0-205-16,0 1-305 0,1-2-276 16,3-1-220-16,2 0-99 0,0 0 372 15,0 0 580-15</inkml:trace>
  <inkml:trace contextRef="#ctx0" brushRef="#br0" timeOffset="-81009.62">27397 14189 102 0,'4'8'369'0,"0"0"204"0,0 2 163 0,1 2-88 16,2 2-170-16,-1-1-113 0,2 4-62 0,-2-1-45 16,1 0-45-16,-1 2-49 0,3-4-45 15,-1 3-43-15,-1-4-36 0,1 0-21 0,-1 0-9 16,0-2-9-16,-3 1-2 0,1-4-2 0,0 1 0 15,-1-1 0-15,0-2-5 0,-3 1-29 0,-1-1-71 16,-1 2-109-16,-3-1-193 0,0-1-260 0,-2 2-185 16,1-1-43-16,-3 1 173 0,-1-1 291 15</inkml:trace>
  <inkml:trace contextRef="#ctx0" brushRef="#br0" timeOffset="-80659.75">27440 14189 59 0,'4'0'407'15,"1"-2"274"-15,-2 2 180 0,2 0-26 16,-1-2-233-16,0 1-171 0,2 0-117 0,1-1-68 15,1 0-14-15,1 0-29 0,2-1-42 0,3 2-43 16,0-1-25-16,2-3-14 0,2 0-29 16,0 1-18-16,2-2-10 0,0 0-6 0,2-2-2 15,2-1-5-15,-2 0-1 0,2 2 4 16,1-3-1-16,0-1-3 0,-2 3-1 0,-1-1 0 16,0 0-4-16,-5 2-3 0,1 1 0 0,-6 1-2 15,-1 2-9-15,-3 2-25 0,-1 1-47 16,-6 0-69-16,2 1-92 0,-3 1-111 0,-1 1-147 15,-1 0-237-15,1 1-178 0,-1 2-30 16,0-2 152-16,1 2 281 0</inkml:trace>
  <inkml:trace contextRef="#ctx0" brushRef="#br0" timeOffset="-80373.73">27512 14509 168 0,'8'2'444'0,"-2"-1"226"15,2-1 164-15,0-1-132 0,2 1-168 16,2-2-113-16,0-2-72 0,3 1-55 0,0-2-59 15,0-1-58-15,3-1-58 0,1-3-45 16,-1 2-27-16,2-3-16 0,0-1-9 0,1 0-13 16,-2-1-57-16,0 1-104 0,-3-1-159 0,-2 0-297 15,-1 3-248-15,-1-1-197 0,-2 1 20 16,-2 1 305-16</inkml:trace>
  <inkml:trace contextRef="#ctx0" brushRef="#br0" timeOffset="-80175.81">27958 14089 21 0,'-2'9'467'0,"2"2"398"16,-1-1 222-16,1 2-9 0,-2 2-335 0,2-1-303 16,0 2-183-16,2 1-103 0,-1-3-55 0,3 1-37 15,0 0-28-15,1-3-58 0,2 0-94 16,-1 2-151-16,-2-4-304 0,1 1-257 15,-2 1-231-15,1 1-56 0,-4-1 261 0,-2 2 421 16</inkml:trace>
  <inkml:trace contextRef="#ctx0" brushRef="#br0" timeOffset="-75272.96">21406 14977 87 0,'5'3'370'15,"0"-1"203"-15,1-1 140 0,-3-1-100 0,0 1-209 16,0 1-128-16,0-1-71 0,1 1-13 16,-1 0 9-16,0 0 28 0,0 1 6 0,3-1-22 15,-3 2-1-15,2-4-21 0,0 4-31 16,-2-2-12-16,2 0-26 0,3 0-11 0,-4 1-30 15,3-2-15-15,-1 2 5 0,1 0-12 0,0-1-7 16,1 1-5-16,0 0-3 0,0-2 0 16,2 1-18-16,-4-1 19 0,2 2 34 0,-2-2 15 15,5 1 15-15,-3-2 30 0,0 1 10 16,-1-1-18-16,0 2-33 0,1 0 5 0,-3-2 1 16,3 1-23-16,0 0-9 0,-4-1-10 0,1 2-4 15,0 0-21-15,0-2-15 0,1 1-5 16,-1-1-9-16,-1 2-2 0,1-2 8 0,0 1 4 15,2-1 3-15,-3 0-1 0,2 2 2 0,1-2 2 16,-1 1-9-16,2-1-4 0,-1 0-3 16,0 0-3-16,1 0-1 0,0 0 0 0,3 0 0 15,-1 0 1-15,-2 0 1 0,1 0 0 0,4 0 1 16,-4 0 0-16,4 0-1 0,-2 1-2 16,0-1 1-16,3 0-1 0,-1 2-2 0,1-1 0 15,-1 1 1-15,2 0 0 0,-2-2 0 16,2 2 0-16,0-2-1 0,-2 3 0 0,3-1-1 15,-2-1 1-15,2 2-1 0,-3-3 0 0,2 2 0 16,0 0 0-16,-2-2 1 0,0 0-1 16,1 2 0-16,-1-2 0 0,-2 1 0 0,3-1 1 15,-2 0-1-15,0 0 1 0,-1 0-1 16,-1 1-1-16,2 1 0 0,-1-2-1 0,-1 1 0 16,2 1 0-16,-2-1 2 0,1 2-1 15,2-1 0-15,-4-1 0 0,3 1 1 0,-2-1-1 0,3 1-2 16,0-2 2-16,-2 2 0 0,0-1 0 15,3 0 0-15,-3-1 0 0,3 3 2 0,-3-1-1 16,1 0 0-16,0 1 0 0,-1 1 0 16,2-2 0-16,-2 3 1 0,0-2 0 0,3 1-1 15,-1 1 0-15,-1-3 0 0,1 3-2 16,-2-3 1-16,5 2 1 0,-3-2-1 0,2 0 0 16,-2-2 0-16,4 2-1 0,0-2 0 0,0-2-1 15,0 2 2-15,2-2 3 0,0 2-1 16,0-2 1-16,3 2 0 0,0-4-1 0,-2 3 0 15,1 0-2-15,1-2 0 0,1 3 0 0,-1-2-1 16,0 2 0-16,2 0 1 0,-3 0-1 16,0 0 1-16,1 2 0 0,-1-2 0 0,1 3 1 15,0-3-1-15,0 1 0 0,-1 0 0 16,0 0 1-16,1 2 0 0,-1-3-1 0,-3 0 0 16,4 0 1-16,-2 0 1 0,0 0-2 15,0-3 0-15,0 2-1 0,-2-1 1 0,2-1 1 16,-2 1-1-16,1 2 0 0,-3-4 0 0,5 3 0 15,-5-1 1-15,3 1-1 0,-2 1 0 0,-1-1 0 16,1 1 0-16,-1-2 0 0,1 2-1 16,-1 0 1-16,3 0 1 0,-3 2 1 0,1-2-2 15,4 1 0-15,-4-1 0 0,4 0-1 16,-2 1 2-16,1-1-1 0,1 0 1 0,0 0 0 16,-1 2 0-16,0-2 0 0,1 0-2 0,0 0-1 15,1 0 0-15,-3 0 1 0,1 0 0 16,2 1 0-16,-2-1 0 0,0 2 1 0,0 0-1 15,0-2 1-15,0 2 0 0,0 1 1 16,-2-2-1-16,3 0 0 0,-3 0 0 0,0 2 1 16,1-1 0-16,-1-2 1 0,0 2 0 0,-2 0 0 15,3 0 0-15,-2 0-1 0,1-1-1 16,-1 1 0-16,-1-1 0 0,1 2 0 0,1-1-2 16,-1-1 2-16,-1 1-2 0,1-1 1 0,2 1 0 15,-3 1 0-15,3-2 1 0,-3-1 1 16,5 3 0-16,-3-1 1 0,-2-1-3 0,3 0 2 15,0 1 0-15,0-1-1 0,2 3 0 0,-4-3 0 16,4 1 0-16,-4 1 0 0,1-2 0 16,0 2-2-16,0 0 1 0,-1 0 1 0,2 2 0 15,-1-3-1-15,-1 2 1 0,0 1 1 0,2-1 0 16,-3-1 0-16,3 0-1 0,-3 1-1 16,3-1 1-16,-1-1 0 0,-1 1 1 0,2-2-2 15,-2 1 1-15,2-2-1 0,0 2 0 0,0-2 0 16,1 0 0-16,-3-2 1 0,1 2 2 0,2 0-1 15,-2-2 1-15,0 2-1 0,-1-1 2 0,2 1-2 16,-1 0-1-16,0 0 0 0,1 1 1 16,-1 1 0-16,1-2-2 0,-2 2 2 15,4-1 0-15,-1 0-1 0,-1 2 0 0,0-3 1 16,2 2-1-16,0-1-1 0,-1-1 1 16,0 1 0-16,0-1 0 0,2 0 0 0,-4-1 1 15,2 1-1-15,0-1 1 0,-2-1-1 0,2-1 0 16,-1 2-1-16,-1 0 0 0,0-1 1 0,0 0 0 15,-1 1 1-15,2 0-1 0,-3-1 1 16,3 0 0-16,-5 2 0 0,3 0-1 0,0 0 0 16,0 0 0-16,-3 2 0 0,3-2-1 0,-1 2 0 15,-2-2 1-15,2 0 2 0,0 1-2 0,-2-1 0 16,4 0 1-16,-2 0 0 0,-1 0-1 0,0 0 0 16,0-1 1-16,1-1-1 0,2 0 1 15,-1 2 0-15,-1-3-1 0,1 2 1 0,1-1-1 16,-1 1 0-16,0-1 0 0,2 1 2 0,2 0 1 15,-4 1-1-15,4-2 6 0,1 2 4 0,-3 0 1 16,3 0 1-16,2 0 0 0,-4 0 1 16,4 0-6-16,0 0-3 0,-2-2-2 0,0 2-1 15,2-2-1-15,-1 2-2 0,3 0 1 16,-2 0 0-16,-1-3 0 0,2 3-1 0,-1-1 1 16,0 1 0-16,0 0-1 0,-1-1 1 15,3 1-1-15,-1-1 2 0,-3 1 0 0,4 0 5 16,-5-3 2-16,5 3 3 0,-3 0 1 0,1-2-1 15,2 2 1-15,-3 0-5 0,4 0-2 0,-2 0-1 16,-1 0-2-16,3 0 0 0,0-2-2 16,0 2 1-16,-2-2-1 0,2 2 0 0,0-1 0 15,-2-1 0-15,2 1 0 0,-2 0-1 0,1-2 0 16,0 0 0-16,-2-2 0 0,-1 0-1 16,-2 1-1-16,1 0-1 0,-4 0-2 0,-1-1-11 15,-2 0-28-15,-5 1-67 0,-3-1-74 16,-5 1-132-16,-4 0-232 0,-5 4-313 0,-6-4-340 15,-4 4-240-15,-6-2-69 0,-7 2 485 0,-8-3 629 16</inkml:trace>
  <inkml:trace contextRef="#ctx0" brushRef="#br0" timeOffset="-74575.46">24235 15196 223 0,'8'-6'663'0,"0"-1"369"16,-2-1 135-16,-3 2-224 0,0-1-284 0,0 1-173 16,-3 2-85-16,3 0-58 0,-3 2-54 0,0-1-42 15,0 1-42-15,0-2-52 0,-1 3-60 16,-1-2-45-16,2 2-26 0,-1-1-43 0,-3-1-67 16,1 2-57-16,0-3-107 0,-1 2-175 15,-1-3-309-15,-2 2-287 0,3-1-214 0,-1 0-137 16,-4-3 290-16,1 1 558 0</inkml:trace>
  <inkml:trace contextRef="#ctx0" brushRef="#br0" timeOffset="-72977.79">21667 14487 145 0,'-5'2'385'0,"2"-2"203"0,2 0 121 16,-1 0-114-16,0 0-143 0,2 0-94 15,0 0-50-15,0 0-38 0,2 0-36 0,-2 0-40 16,2 0-41-16,-1 0-38 0,2 1 6 0,2-1-1 15,-2 1-3-15,3 1 21 0,1-1 12 0,-1 2 5 16,7-1-26-16,-4-1-3 0,4 2 0 16,3 0 13-16,0 0 16 0,2 0 4 0,1 1-11 15,2 0 8-15,4-2-7 0,1 3-33 0,0-2-27 16,3 0-17-16,-1 0-6 0,1 0-30 16,-2 1-13-16,1 0-7 0,1 1 11 0,-2-3 5 15,-1 3 3-15,1 0 4 0,-2-1-1 16,1 2-2-16,-4-1-14 0,2 0-10 0,-1 1-5 15,-1 1-3-15,-1 0-2 0,1-2-2 0,0 2 4 16,-1 0 0-16,-1 1-1 0,1-2 0 16,-2 1 0-16,2-1 1 0,-1 0-3 0,-1 0-1 15,2-2 1-15,-4 2 0 0,5-1 1 16,-1 0 0-16,-2-3 1 0,1 3 0 0,1-3 1 16,-4 3-1-16,2-3 0 0,0 2-1 0,-3 0 0 15,1-1 2-15,-1 2-2 0,1-1 0 0,-4 0-3 16,3 1 0-16,-3-1 0 0,1 1-1 15,-1-1 0-15,-4 1 2 0,3-1 0 0,1 1 1 16,-1-1 2-16,-2 2-2 0,2-4-1 16,2 3 0-16,-5-3 0 0,4 2-1 0,-1 0 1 15,1-1 1-15,0 2 1 0,-1-1-1 0,1 0-1 16,1 1 0-16,-1-1-2 0,3 2 0 16,-3-2 1-16,1 0-1 0,-2 0 2 0,4 1 0 15,-3-1 0-15,1 1-1 0,0-2-2 16,-1 2 3-16,3-2-2 0,-3 2 0 0,0 0 1 15,0-1 1-15,3 1 1 0,-5 1-1 0,4 0 1 16,-1-2-1-16,-3 2 0 0,3-1 1 16,-1-1-2-16,1 1 1 0,-2-1 0 0,1 1 0 15,0 0 3-15,0-1-1 0,0-2 0 0,2 1 0 16,-1-1-1-16,0 0 2 0,0 1-3 16,-1-3 1-16,0 1 0 0,3 1 2 0,-5-1-2 15,3 2 0-15,-1 0 0 0,1 0-1 0,-3 0 1 16,0 2-1-16,5-1 0 0,-3 0 1 15,-1 1-1-15,2-1 0 0,0 1 0 0,-1 0 1 16,2-1 0-16,-1 1 7 0,-2 0 5 16,2-3 2-16,-1 2 1 0,0-2 1 0,-1 2-2 15,0-3-6-15,0 2-3 0,-1-2-3 0,2 1 0 16,-4-1-2-16,3-1 0 0,-2 2 0 16,2-1-2-16,-1 1 1 0,0-1-1 0,-2-1 1 15,2 2 0-15,0-2 2 0,-1 0-1 0,-1 0-1 16,2-2 2-16,0 2-2 0,-1-1 1 15,1-1-1-15,-2 1 1 0,1-1-1 0,1 2 2 16,-1-1 0-16,-2-1-1 0,1 2 1 0,-1 0-2 16,0 0 2-16,-2 2-2 0,2-1 1 15,-2 2-1-15,1 2-1 0,-3 0 3 0,1 0-2 16,0 2 0-16,1-1 0 0,-3 2 1 16,4-2 1-16,-4-1-3 0,2 2-1 0,-1 1 1 15,0-2 1-15,2-2-1 0,-2 1 0 0,0-2 1 16,-1 0 0-16,0 0 0 0,0 0 1 0,1-2-1 15,-1 1 0-15,-2-1 0 0,4-1 0 16,-4 1-1-16,2-1 0 0,-1 2-1 16,0-2 0-16,-2 0-1 0,1 1-8 0,-1-1-35 15,0 0-75-15,-1 0-88 0,-1 0-163 0,-3-1-295 16,2 1-328-16,-1-2-337 0,1 1-177 0,3-2 156 16,0 0 655-16</inkml:trace>
  <inkml:trace contextRef="#ctx0" brushRef="#br0" timeOffset="-71621.38">24192 15105 226 0,'-3'0'436'0,"1"0"219"0,-1 0 75 15,3 0-102-15,-1 0-116 0,1 0-103 16,0 0-88-16,1 0-81 0,-1 0-74 16,0 0-63-16,3 1-45 0,-1-1-29 0,2 0 27 15,1 0 16-15,2 0 30 0,1 0 28 0,0-1 28 16,2 1 13-16,3-3-26 0,1 0-10 0,2 0-9 16,3-2 5-16,3-1 14 0,1-2 14 15,3-1 10-15,3 0-9 0,-1 1-17 16,4-3-30-16,-1 1-31 0,3-1-30 0,-3 0-21 15,3 0-10-15,-3-2-7 0,2 3 4 0,1-1 11 16,-3 2 10-16,4-2 0 0,-4 1 1 0,3-1-3 16,-3-2-2-16,1 5-16 0,-1-3-8 15,-1 1-3-15,0-1-2 0,1 2 0 0,-1 1-3 16,0-3-1-16,-2 3 0 0,-1 1-2 16,0-1 0-16,2 2 2 0,-3 0-2 0,1 2 3 15,2-1-2-15,-4 2 2 0,2-1-1 0,-5 3-1 16,5-3 1-16,-3 3-3 0,1 0 1 0,-4-1 0 15,2 0-1-15,-1 0 0 0,0 2 1 16,-1-4 0-16,0 2 0 0,-1-1-1 0,-1-1 0 16,0-1 1-16,-1 1-1 0,0-2 0 15,1-2 2-15,-3 1-1 0,5 0 0 0,-5-2 1 16,1 0-1-16,2-1 1 0,-5 2-1 0,3 0 1 16,-1 2 0-16,0 0 2 0,-2 1-1 15,4 1-2-15,-6 1-1 0,4 0 2 0,-3 2-1 16,1 0-2-16,0-1 2 0,-1 2-1 15,3 0 0-15,-3 0 0 0,1 0 0 0,-2 0 0 16,2 0 2-16,-1 0 0 0,2-2 2 16,0 1 0-16,0 1-2 0,-1-2 0 0,-1 1 1 15,4-1-1-15,-3 2-1 0,2-1 1 0,-2-1 1 16,3 0 0-16,-1 0-1 0,3 0 1 16,0 1 0-16,-1 0-2 0,0-3 1 0,2 2 1 15,2-3-2-15,-2-1 0 0,1 1-1 0,3-2 0 16,-1-2 0-16,1-2 0 0,-2 1 0 0,4 0 1 15,-1-2 2-15,-2 1-1 0,-1 0-1 16,2 2 0-16,-2-1 0 0,-1 1 0 0,0 0 0 16,-3 1 0-16,1 0 2 0,-3 3 2 15,3-1-2-15,-3-1 0 0,0 1 0 0,-3 2-1 16,1 0 3-16,-2-1-4 0,2-1 0 16,-2 2 0-16,-1-2 1 0,0 0 0 0,-2 2-2 15,3-2 0-15,-3 0 0 0,-1 1 0 0,0-1 0 16,0-2-1-16,-1 2 0 0,1-1 0 0,0-1-4 15,-1 1-15-15,0-2-27 0,0 0-36 16,-1-1-37-16,-1-1-33 0,1 2-35 0,0-2-14 16,1 2-13-16,-4 0-40 0,0 2-85 15,-1-2-147-15,-2 3-262 0,0-1-250 0,0 4-175 16,0-2 79-16,-3 5 381 0</inkml:trace>
  <inkml:trace contextRef="#ctx0" brushRef="#br0" timeOffset="-70694.07">21250 15374 255 0,'1'-2'604'0,"2"1"296"0,-3-2 146 15,2 1-202-15,0 2-232 0,-2 0-154 16,0-2-109-16,0 0-63 0,1 2-45 16,-1 0-18-16,0 0-6 0,0 2 2 0,2-2-6 15,-1 2-17-15,-1-2-20 0,0 2-32 0,0 3-32 16,0 1-30-16,0 2-20 0,0 3-14 0,0-1-12 15,0 2-10-15,0 1-8 0,0 2-6 16,0-1-2-16,0-1-3 0,0 2-3 0,0-3 0 16,0 0-1-16,0 1-1 0,0-3-3 15,-1 1 0-15,-1-3 0 0,2-2-1 0,-1 2-2 16,1-4-16-16,-4-1-54 0,3-1-61 0,-2-2-64 16,-1-2-102-16,3-1-150 0,-4-1-201 15,2-4-248-15,-5 2-216 0,7-1-169 0,-4-1 103 16,1 1 418-16</inkml:trace>
  <inkml:trace contextRef="#ctx0" brushRef="#br0" timeOffset="-70493.89">21181 15511 57 0,'0'5'371'15,"-1"0"245"-15,1 1 191 0,0 0 0 0,1-1-166 16,1 1-135-16,1 0-96 0,0 0-50 16,1 0-38-16,-1 0-66 0,2 0-65 0,1 0-57 15,-2-1-43-15,3-1-33 0,-2 0-23 0,1-1-16 16,2-2-8-16,-2-2-5 0,1-2 0 15,-1-1-2-15,0-2-2 0,2-3 0 0,-3-2 0 16,1 2 0-16,-1-4-2 0,0-1 0 16,-2 1-13-16,0 0-36 0,-2-1-73 0,-2 0-111 15,-2-1-168-15,0-2-295 0,-2 3-255 0,0 0-172 16,-1-1 53-16,-1-2 341 0</inkml:trace>
  <inkml:trace contextRef="#ctx0" brushRef="#br0" timeOffset="-70091.9">21181 15004 96 0,'0'4'375'0,"-3"-2"236"0,3 0 234 16,-1-1-29-16,1 1-138 0,-2-1-116 0,2-1-89 16,0 0-77-16,0 0-98 0,0 0-88 15,0-1-75-15,-3-1-56 0,3-1-34 0,0-1-22 16,0 0-12-16,0 0-4 0,0-3-6 0,3 0-1 15,-1 0-1-15,-2 0-1 0,1-1 3 16,2 1 0-16,-3-1 0 0,4 1 0 0,-4 1 1 16,1 1 1-16,-1 3-3 0,0-2-2 0,0 2 0 15,0 2 4-15,0-3-8 0,-1 6-29 16,-3-2-64-16,0 4-120 0,-2-1-159 0,-1 2-299 16,-1 1-263-16,0-1-190 0,1 2 31 15,-1-1 358-15</inkml:trace>
  <inkml:trace contextRef="#ctx0" brushRef="#br0" timeOffset="-69893.41">21107 14941 255 0,'5'-8'518'0,"-2"-2"246"16,0 0 158-16,0-1-186 0,1-1-189 0,-1 1-123 16,2-2-89-16,-1 1-79 0,2 1-84 15,1 2-67-15,-2 2-43 0,1 1-31 0,0 1-15 16,-1 4-7-16,4 1-2 0,-4 3-4 15,2 3 2-15,-1 0-45 0,0 5-118 0,-1 0-177 16,0 0-288-16,-1 1-247 0,0 1-204 0,1 0 14 16,-4 2 351-16</inkml:trace>
  <inkml:trace contextRef="#ctx0" brushRef="#br4" timeOffset="-58191.93">22861 12808 45 0,'-2'1'376'0,"2"4"301"15,0-5 259-15,-1 0 22 0,1 2-217 0,0-2-182 16,0 0-128-16,0 0-102 0,0 3-87 16,0-3-71-16,0 0-59 0,0 1-25 0,1-1 5 15,2 0 17-15,3 2 31 0,-1-1 29 16,2-1 23-16,1 0 5 0,-2 0-21 0,3-1-20 16,-1-1-30-16,2-2-26 0,1 2-23 0,-2-3-21 15,4 2-10-15,-1-2-8 0,1-1-5 16,1-2-6-16,-1 2-4 0,3 0-4 0,-3 0-4 15,-1 1-5-15,2-1-4 0,-4 0-1 16,1 1-2-16,-2-1-2 0,-1 4 0 0,0-3-1 16,2 3 0-16,-6-2 1 0,1 2 1 0,-2 0-1 15,1 0-1-15,-3 1-1 0,1 0-1 0,0 1 1 16,-2 0-2-16,1-2-2 0,-1 2-9 16,-1 0-27-16,1 0-58 0,-4 0-65 0,3 0-64 15,-3 0-111-15,0 0-156 0,0 0-206 16,0-2-237-16,-1 2-205 0,0 0-150 0,1 0 175 15,0-1 451-15</inkml:trace>
  <inkml:trace contextRef="#ctx0" brushRef="#br4" timeOffset="-57888.35">23066 12694 39 0,'3'3'309'0,"1"0"202"0,-3 2 186 16,2 1 12-16,1-1-145 0,0 3-85 16,-1 1-37-16,2-1-26 0,0 4-34 0,0 0-46 15,-1 0-58-15,4 2-50 0,-3 2-37 16,1-1-31-16,1 2-21 0,-1-3-21 0,2 1-16 16,-4 0-16-16,3 0-26 0,-2-3-17 0,0 1-18 15,-1-2-7-15,2 1-5 0,-3-1-8 16,1-2-3-16,-1 2-7 0,-1-3-25 0,-1 0-33 15,1 1-25-15,-2-2-32 0,0-1-48 16,0 0-66-16,-2-1-65 0,-1-1-72 0,0 0-91 16,-1 1-119-16,1 0-163 0,-1-2-141 0,-1-2 4 15,2 3 166-15,0-4 243 0</inkml:trace>
  <inkml:trace contextRef="#ctx0" brushRef="#br4" timeOffset="-57491.2">22927 12760 154 0,'5'2'412'0,"-4"1"211"16,1 0 172-16,-1 1-125 0,3 1-137 0,-3 1-77 16,4 1-43-16,0 0-30 0,-2 4-50 0,5-3-52 15,-4 4-51-15,1 1-38 0,2 1 0 16,-1-1 6-16,2 2 7 0,0 2-7 0,-2-1-10 16,1 1-22-16,-1-1-40 0,1 1-37 15,0-2-32-15,-1-2-22 0,1 2-16 0,-2-2-6 16,2-1-7-16,-2 2-3 0,0 0-2 0,-2-4 0 15,0 1 3-15,0-1-5 0,1-1 2 0,-3-2 0 16,4 0-2-16,-4 0-25 0,-1-2-53 16,0 0-49-16,0-4-56 0,-1 0-86 15,-4-1-128-15,4-1-129 0,-4-2-128 0,2 0-236 16,-1 2-204-16,1-4-29 0,2 2 239 0,-3-2 356 16</inkml:trace>
  <inkml:trace contextRef="#ctx0" brushRef="#br4" timeOffset="-57290.32">23074 13103 182 0,'8'2'453'0,"-2"-2"239"0,2 0 181 15,-1 0-114-15,2 2-156 0,0-2-106 16,-1 0-73-16,2 0-68 0,1-2-72 16,-2 0-69-16,3 1-54 0,2-2-41 0,-1 0-36 15,0-2-22-15,0 1-21 0,3-2-11 0,-2 2-13 16,0-2-10-16,1 1-15 0,-2 1-41 0,-1 0-121 15,-2-1-205-15,-1 4-286 0,2-3-277 16,-1 4-243-16,-4 0-69 0,3 0 387 16</inkml:trace>
  <inkml:trace contextRef="#ctx0" brushRef="#br4" timeOffset="-56240.34">24614 13080 69 0,'0'0'383'0,"2"-2"268"0,-1 1 211 16,-1 1-50-16,0 0-204 0,2 0-162 15,0 0-107-15,-2 0-75 0,0 0-45 0,2 1-29 16,-2 1-22-16,4 1-19 0,-3 0-15 0,2 1-10 16,2 1-10-16,0 2-15 0,1-1-14 15,2 2-18-15,-2 1-12 0,2-1-13 0,2-1-10 16,1 0-11-16,-2-1-7 0,1 0-5 15,2 0-4-15,0-3-1 0,-3-1-1 0,4 0-3 16,-5-2 0-16,1 0 0 0,0 0-9 16,0-1-16-16,-5 0-26 0,1-3-72 0,-3 2-122 15,-4-3-166-15,1 2-283 0,-3-1-261 0,0 2-212 16,-3-1 29-16,1 0 358 0</inkml:trace>
  <inkml:trace contextRef="#ctx0" brushRef="#br4" timeOffset="-55950.7">24649 13009 128 0,'3'-6'406'15,"2"-3"232"-15,-4 2 182 0,2-2-93 0,2 0-159 16,-2-2-112-16,4 0-66 0,-2 0-50 15,2-3-44-15,1 1-56 0,-1-2-51 0,1-2-45 16,2-1-34-16,0 0-30 0,0 0-28 16,2-3-17-16,-2 2-13 0,4 0-10 0,-5-4-9 15,3 6-3-15,-2-1-3 0,-2 3 3 0,0 3-1 16,-3 3 0-16,0 3-3 0,-2 1-22 16,-3 4-46-16,0 1-88 0,-1 1-122 0,-3 4-190 15,0 1-284-15,-3 3-232 0,2-1-121 16,1 1 146-16,-2 0 362 0</inkml:trace>
  <inkml:trace contextRef="#ctx0" brushRef="#br4" timeOffset="-55638.25">24829 12734 241 0,'7'-1'583'0,"-6"0"273"0,4 0 107 16,-4 1-253-16,2 0-211 0,1 1-149 16,-1 0-99-16,0 2-63 0,0 0-36 0,2 2-20 15,1-1-21-15,-1 1-22 0,1 1-18 16,1-1 3-16,-1-1 7 0,3 0 7 0,-1 1-10 16,0-1-14-16,2 1-6 0,1-1-15 0,-3-1-18 15,1 1-9-15,0 0-9 0,0-2-4 16,0 2-2-16,0-2-1 0,-1 3 1 0,0-3 2 15,-3 1-3-15,2 0 1 0,-1 2-6 0,-2-1-24 16,-4 0-75-16,0 2-147 0,0-1-220 16,-4-1-283-16,-1 2-261 0,0-1-185 0,1-1 121 15,-3 2 442-15</inkml:trace>
  <inkml:trace contextRef="#ctx0" brushRef="#br4" timeOffset="-55357.87">24802 13194 44 0,'6'3'394'15,"1"-3"339"-15,-2-3 287 0,-1-2 3 16,1-4-234-16,2-1-201 0,0-2-122 0,3-2-61 15,0-2-43-15,0-3-52 0,1 0-49 0,1-2-41 16,2 0-48-16,-3-3-55 0,4 0-50 0,-2-1-32 16,1 1-16-16,-1 0-12 0,0 1-38 15,-1 2-64-15,-4 2-60 0,-1 2-110 0,-2 3-180 16,-5 0-312-16,0 3-280 0,-2 4-220 16,-3 1-121-16,-1 1 320 0,-2 2 557 0</inkml:trace>
  <inkml:trace contextRef="#ctx0" brushRef="#br4" timeOffset="-54440.81">24806 12919 200 0,'0'3'421'0,"0"2"184"16,-2 1 81-16,2-2-141 0,-2 2-146 0,2 2-85 15,-1-1-29-15,-1 1-21 0,2 4-14 0,-1-1-20 16,-3-2-26-16,1 5-27 0,2-2-23 16,-3 3-17-16,1-1-15 0,0 1-12 0,0 1-10 15,-5-1-4-15,3 2-14 0,1 0-9 0,-1-2-12 16,-2 3-8-16,0 0-5 0,0 1-8 16,-1-1-6-16,2 1-6 0,-3 0-5 0,2 1-3 15,-1-1-6-15,-1 3-6 0,0-3-2 16,0 1-4-16,0 1 2 0,0-2-4 15,1 1 0-15,0-2 0 0,0 0-1 0,-2-2 3 0,2 2-3 16,0-1-1-16,0-1-2 0,1 1 0 16,-3-1-2-16,4 2 2 0,-5 0-1 0,1 0-2 15,1 3 3-15,-4-1-2 0,4 1 8 16,-3-1-4-16,0 3 5 0,-1 0 3 0,2-1 3 16,-1 2-3-16,0-1-2 0,2-1 5 0,-2 1-4 15,3 0 0-15,-2 0-2 0,1-2 2 16,2 0-2-16,0-1-3 0,1 1 0 0,0-2 2 15,-1 1-2-15,3 0-2 0,-2-1-1 16,1 1 1-16,-1 0-5 0,1 1-1 0,-1 1 1 16,0 1-1-16,0-3 4 0,1 1 0 0,-1 0 0 15,1-1 1-15,-1-1-1 0,-2 0 2 16,3-1-5-16,0 1 3 0,-4-1-1 0,2 1-2 16,0-1 1-16,0 2 2 0,-1 0 2 15,0 1-1-15,0 0 5 0,-1 0 3 0,0 0 0 16,4 1-1-16,-2 2-3 0,-1-2 5 0,1 0-6 15,-1-1 2-15,2 1 1 0,1-3 0 16,1 0 1-16,-3 1-4 0,1-2 4 0,1 0 1 16,0 0 0-16,-1 1 2 0,1 0 0 0,0 0-3 15,-4 0-2-15,2 1-1 0,-1 2-3 16,0-1 2-16,-1 0 0 0,0-2 2 0,2 0 0 16,-1-4-4-16,1-3-11 0,3-5-38 0,-1-4-87 15,-2-4-133-15,4-6-216 0,-1-4-284 16,2-6-256-16,-1-4-155 0,-1-6 151 0,1-4 410 15</inkml:trace>
  <inkml:trace contextRef="#ctx0" brushRef="#br4" timeOffset="-53357.35">23207 13108 175 0,'-3'-3'359'0,"1"1"162"15,-1 1 46-15,2-2-104 0,1 3-104 0,-2-2-60 16,0 1-11-16,1 1-8 0,-1-1-2 0,2 1-12 15,0 0-25-15,0 1-34 0,0-1-46 16,0 1-43-16,0-1-42 0,0 2-30 0,3 1-19 16,-1 2-2-16,1 2 9 0,2-1 11 0,1 3 5 15,0 2 5-15,2-1 29 0,0 4 6 16,1-2-8-16,1 3-9 0,1 0-3 0,0 0 13 16,2 1-17-16,-2 4-6 0,2 0 3 0,0-1 9 15,-1 3 22-15,1 4 20 0,1-2 25 16,-1 3 26-16,-2 0 9 0,3-1-3 0,-3 3-23 15,1 2-31-15,0-2-31 0,-1 0-19 16,1 2-16-16,-1-1-8 0,-1 1-7 0,1-2-3 16,-2 0-6-16,1 2-12 0,2-2-5 0,-4-3-4 15,2 3-3-15,-1-1-2 0,-1 2 2 0,0-3-1 16,0 2 0-16,1 0 0 0,0-1 0 16,-3 1-1-16,0-2 1 0,3-1-1 0,-2 2-2 15,1-3 2-15,0 2-1 0,1-4 0 16,1-1 1-16,-1 2 1 0,2-3-1 0,-3 2-2 15,3-4 1-15,-1 1-1 0,-1 1-1 0,1-3 0 16,1-1 3-16,-3 2-2 0,0-2-1 16,-2-1 3-16,3 0-1 0,-2-1 1 0,-2 2-1 15,-1 0 1-15,1-3 2 0,0 3-2 16,-1-1 2-16,-1 2-1 0,1-1-2 0,1-1 3 16,-4 2-2-16,2-1 2 0,1 0-3 0,-3-1 1 15,2 0 1-15,1-1 0 0,0 1-2 16,-2-2-2-16,2 0 4 0,0 1-2 0,-3-1 0 15,2 1-1-15,1 1 0 0,-1 0 2 16,0-1-3-16,1 0-1 0,0-2 1 0,-3 0-3 16,2-3-30-16,1 1-58 0,-3-3-59 0,-1-3-91 15,0-2-162-15,0-1-286 0,-1-6-290 16,-3-2-234-16,1-1-173 0,2-6 184 0,-1-2 548 16</inkml:trace>
  <inkml:trace contextRef="#ctx0" brushRef="#br4" timeOffset="20346.12">28154 1917 210 0,'-3'-10'482'15,"-3"-1"208"-15,-2 2 105 0,-5-1-210 0,4 0-204 16,-4 0-93-16,0-1-18 0,1 3 1 16,-4-3 18-16,1 0 1 0,-3 2-24 0,2-2-31 15,-5 1-55-15,3 1-37 0,0-1-42 0,-4 0-30 16,1-1-22-16,1 0-17 0,-2-1-15 15,1-1-19-15,-1 1-36 0,-4-3-82 0,0-2-129 16,-4 1-235-16,0-2-277 0,-2-1-256 0,-1 0-151 16,-1 2 145-16,0 1 412 0</inkml:trace>
  <inkml:trace contextRef="#ctx0" brushRef="#br4" timeOffset="20563.51">26803 1551 106 0,'-39'4'643'0,"1"1"423"16,-1-5 126-16,-4 0-114 0,5 0-396 16,2-2-342-16,-3-1-156 0,2 0-89 0,2-3-47 15,0 2-21-15,2-4-15 0,-2 1-10 0,0-1-10 16,1 0-22-16,-2-3-31 0,3 0-36 0,-1 0-39 16,3 0-43-16,-1 1-42 0,4-3-32 0,-1 5-31 15,2-3-34-15,3 5-45 0,1 0-99 16,-3 3-165-16,1 0-101 0,3 1 27 0,-4 2 147 15,3 2 201-15</inkml:trace>
  <inkml:trace contextRef="#ctx0" brushRef="#br4" timeOffset="20744.48">25547 1492 168 0,'-35'14'388'0,"2"-1"174"0,-2 0 124 16,-1 0-184-16,-1 2-157 0,1-2-81 0,-2 2-24 16,4 0-19-16,-1 1-14 0,-2 0-22 0,2-3-20 15,2 2-23-15,0-1-36 0,1-1-18 16,1-1 0-16,2 0-24 0,2-1-18 0,2-1-12 15,2-1-12-15,3-3-8 0,1 3-25 0,2-3 1 16,1 0 0-16,1 1-36 0,3 0-70 16,0-1-92-16,-1 1-113 0,4 2-207 0,-3 3-238 15,2-3-98-15,-2 5 85 0,3-1 227 0,-2 2 244 16</inkml:trace>
  <inkml:trace contextRef="#ctx0" brushRef="#br4" timeOffset="20961.74">24575 2323 144 0,'-16'34'355'16,"2"-3"148"-16,-4-3 101 0,7 1-196 0,0-3-186 16,2 2-107-16,1-3-51 0,4-1-34 0,1-1-10 15,3 1-11-15,0-2-1 0,5-1-4 16,0 2 4-16,1-2-4 0,3 1 1 0,1 0 1 16,1 0-2-16,2-1 0 0,0 1-4 0,0 2 4 15,0-1 26-15,1 2 10 0,1 0-5 0,0 0-24 16,-2 1-36-16,2 2-47 0,-1-1-114 15,0 2-182-15,-2 2-145 0,1 0-28 0,0 3 77 16,0-1 133-16</inkml:trace>
  <inkml:trace contextRef="#ctx0" brushRef="#br4" timeOffset="21094.94">24949 3570 62 0,'24'23'285'16,"0"0"138"-16,0-3 113 0,-1-2-107 15,6-1-182-15,-1 0-113 0,4-3-59 0,-1-1-32 16,3-1-18-16,0-3-6 0,1 0-5 15,3 2-6-15,-2-4-8 0,1 1-29 0,-2-1-44 16,-2 1-109-16,2 1-200 0,-4-1-96 0,5 0 1 16,-2 1 89-16,-1 0 129 0</inkml:trace>
  <inkml:trace contextRef="#ctx0" brushRef="#br4" timeOffset="21279.41">26540 4086 168 0,'44'6'397'0,"0"-3"165"0,1 0 109 16,0-2-204-16,0-1-200 0,4 0-116 0,-3-3-66 15,2-1-40-15,0-2-29 0,3-2-40 0,-4-1-62 16,1 0-135-16,-2-1-234 0,-1-2-121 16,1-2-15-16,2 1 102 0,-4-2 167 0</inkml:trace>
  <inkml:trace contextRef="#ctx0" brushRef="#br4" timeOffset="21429.5">27939 3988 305 0,'13'15'615'0,"-4"0"218"0,-2-1 66 0,-1 0-264 16,2 0-286-16,-4-3-167 0,3 2-91 0,-1-5-40 16,2-1-28-16,5-3-32 0,-4-3-57 15,7-4-82-15,-2-3-131 0,5-3-252 0,0-1-195 16,5-4-84-16,1-2 94 0,0-1 229 15</inkml:trace>
  <inkml:trace contextRef="#ctx0" brushRef="#br4" timeOffset="21627.98">28709 3789 249 0,'13'-11'487'0,"-5"-1"178"16,0-3 91-16,0-1-259 0,2-4-223 0,0-3-126 15,0-3-62-15,0-2-48 0,2-6-38 0,2-3-16 16,2-3-16-16,3-3-10 0,1-3-19 16,2-1-18-16,0 0-35 0,-1-1-46 0,-2 4-60 15,-2 2-95-15,-2 1-127 0,-6 2-83 16,2 3 32-16,-4-1 106 0,-4 1 133 0</inkml:trace>
  <inkml:trace contextRef="#ctx0" brushRef="#br4" timeOffset="21834.51">28847 2088 87 0,'-10'-57'302'15,"1"0"148"-15,-4 2 131 0,-3 5-115 0,-1 5-128 16,-4 3-55-16,1 6-11 0,1 4-17 0,-3 4-27 16,1 0-33-16,4 5-48 0,-2 1-44 0,4 3-50 15,1 1-63-15,5 3-92 0,-2 3-167 16,3 2-269-16,1 3-183 0,3 0-78 0,-1 3 93 15,-4 4 240-15</inkml:trace>
  <inkml:trace contextRef="#ctx0" brushRef="#br1" timeOffset="36553.95">30158 6336 171 0,'0'-2'398'0,"0"2"185"0,0-3 90 16,0 0-140-16,1 2-131 0,-1 1-81 0,2-2-33 16,-2 2-11-16,1-2-8 0,1 2-9 15,1 0-19-15,-3 0-27 0,1 0-27 0,-1 0-32 16,2 0-28-16,-1 0-25 0,-1 2-28 0,0-2-20 15,2 2-20-15,0-2-15 0,-2 0-6 0,0 1-3 16,1-1-3-16,3 0 31 0,-3 0 20 0,2-1 13 16,2 1 3-16,0 0 0 0,1 0 3 15,0 0-34-15,1 0-19 0,-2 0-9 0,3 0 25 16,1 0 23-16,-1 1 12 0,1-1 13 0,2 1-1 16,-1 1-2-16,0-2-27 0,2 3-24 15,-3-3-11-15,3 0-12 0,-2 0-3 0,0 2-1 16,1-2 2-16,2 0-2 0,-4 0-1 0,4 0-2 15,-4 0-1-15,3 0 0 0,0 0 0 0,-1 0-1 16,-1 0-5-16,2 0 6 0,-2 0-1 0,0 0-3 16,0 3 2-16,-2-3 1 0,4 0-1 15,-3 1-3-15,-1-1 2 0,1 2 1 0,-1-2-3 16,1 0 2-16,0 1 0 0,-1-1 1 0,2 0 0 16,-2 1 0-16,-1-1 1 0,1 0 0 15,1 0 0-15,1 3-1 0,-4-3 0 0,2 0-1 16,0 0 0-16,0 0-2 0,0 2 3 0,0-2 1 15,-1 0-2-15,0 2 4 0,-1-2 0 0,1 0-3 16,-3 0-2-16,2 0-1 0,-1 0 1 0,0 0-3 16,0 0 4-16,0 0 2 0,-2 0 4 15,0 0-2-15,1 0-2 0,-1-2 1 0,1 2-3 0,-3 0-3 16,3 0-1-16,-3-2 1 0,1 2 3 16,-1 0-2-16,1 0 1 0,0 0 3 0,-1-3 3 15,1 3 25-15,-1-1 31 0,1 0 17 0,1-1 8 16,-2 1 4-16,2-2 0 0,-3 1-21 0,4-3-24 15,-4 3-15-15,1-3-7 0,1 0-4 16,0-1-3-16,-1 1 1 0,1-3-5 0,-1 1-1 16,3-2-2-16,-1-1-3 0,-2-1-4 0,3 2-2 15,-2-2-1-15,2-2-1 0,-3-1 0 0,2 1 1 16,1-4-1-16,-1 0 2 0,-2 0 2 16,3-1 0-16,0-3 3 0,0 0 1 0,-3-3-1 15,5 0 0-15,-3-3-1 0,2 0 0 0,-2-2-1 16,4 1-2-16,-2-4 1 0,1 4 1 0,2-4 0 15,-4 2 2-15,3 0-2 0,-1 2 1 16,2-2 0-16,-2 1-2 0,1 2 1 0,-2 0-3 16,-1 0 0-16,4 2 1 0,-2-1-2 0,1 1-1 15,-2 1 1-15,-1-2 1 0,4 4 1 0,-3-5-1 16,0 4 2-16,-1-1 0 0,3-1 3 0,-2 1 1 16,1-3 1-16,2 0-2 0,-2 2 1 0,0-1-7 15,5 0-6-15,-3 2-4 0,0 0-3 16,3 2 1-16,-3 0-2 0,2 3 7 0,-2 0 5 15,1 1 2-15,-3-1 1 0,1 5 0 0,-1-1 1 16,2-1-1-16,-5 3-1 0,2-4 0 0,-2 3 0 16,0-1-1-16,0 0 2 0,-1 1-1 15,0-3 1-15,1 1 1 0,-2 1-1 0,-1 1 1 16,5 1-1-16,-4-2 0 0,1 2 0 0,-1-1-1 16,3 1 0-16,-3 1 1 0,-1-2 1 0,2 2 1 15,0 2 0-15,-2-3 5 0,1 5 3 16,-1-3 3-16,0 4-1 0,0-1 2 0,0 1 1 15,0 1-5-15,0 1-2 0,0 2-4 0,0 0-1 16,0 0-2-16,0 2-1 0,0-1 2 0,0 1-3 16,0 1 1-16,0 0 1 0,0-2-1 0,0 2 0 15,0 0-1-15,0 0 1 0,0 0 0 16,0 0-2-16,-1 2 2 0,1-2 1 0,0 3-1 16,-2 0-1-16,2 1 0 0,-2 2 2 0,2 1-1 15,-1 1 0-15,-1 1 0 0,0 1 1 0,1 0 0 16,-2 0-1-16,0 2 0 0,1 1 0 0,1 0 1 15,-2 4 0-15,-1-4-1 0,3 2 2 16,-1 0-1-16,1 0-1 0,-3 2 0 0,4-3 3 16,-1 1-1-16,1 1-2 0,-2 1 0 0,2 0 0 15,-2-1 0-15,2 1 0 0,-1-1-1 0,-1 2 0 16,1-1 0-16,1 1 1 0,-5 0 0 0,5 0 0 16,-1 1 1-16,1-1-1 0,-2 2 1 15,2 0-1-15,-1-1 5 0,1 0 4 0,0 0 1 16,0 1 2-16,0-2 0 0,0 1-2 0,0-1-7 15,1 1-1-15,1-1 0 0,-2-2-1 0,1 0 2 16,4 1 0-16,-5 0 2 0,3-2-2 0,-2-1-6 16,1 2-5-16,0-1-2 0,-1-2-2 0,1 2 1 15,0 0-2-15,-2-2 5 0,1 0 5 16,1 2 3-16,-2-3 0 0,1 1-1 0,-1-1 2 16,0 2 1-16,2-2-2 0,0 0 1 0,-2 0-1 15,3 0 2-15,-3-2-2 0,1 2-1 0,-1 0 1 16,5-1 0-16,-4-1 1 0,2-1 0 15,-1 2 0-15,0-2 0 0,-1-1 0 0,3 3-1 16,-1-3 0-16,-3 3-2 0,1-3 2 0,3 0 0 16,-3-1-1-16,1 1 1 0,-1-1 0 0,1-1 0 15,1 1 1-15,-3-2-1 0,1 1 2 16,-1 2-1-16,2-3 1 0,-2 3 0 0,0-2-2 16,0 0 3-16,-2 0-2 0,2 2 0 0,0-3 0 15,-1 3-1-15,1 0 0 0,-3-1 0 0,1 1-2 16,1-1 0-16,-1 3 6 0,1-2-1 15,1 1 6-15,-4-1 0 0,4-1 4 0,-1 0 1 16,1 1-7-16,-2-3 1 0,1 4-4 0,1-3-3 16,0 0-1-16,-2 0-1 0,2-1 1 0,0 2 0 15,-2-1-1-15,2-2 1 0,0 2-1 16,-1 0 1-16,1 0-2 0,-2 0 1 0,0 2-1 16,1-1 1-16,1 1-2 0,-2-1 2 0,1 1 0 15,-2-1 0-15,1 0 1 0,2 1 1 0,0 0 1 16,0-1-1-16,-1-1 0 0,1 1-1 0,0-1 0 15,0-2 0-15,0 2-1 0,0-2 0 16,0 1 0-16,0-1 2 0,0 2 1 0,0-2 0 16,0 1-1-16,0 0 0 0,0-1-1 0,0 0-2 15,0 1 2-15,1-3-1 0,-1 4 1 0,0-1 1 16,0-1 0-16,2-1-1 0,1 0-1 0,-3 0 0 16,1 0 1-16,1 0 0 0,-1-2 1 15,-1 2 0-15,2 0-1 0,0-1 2 0,-1-1-2 16,-1 1 0-16,2-1 0 0,0 1 0 0,-1-1 2 15,1-1-2-15,-2 3-1 0,1-3 1 0,1 1-1 16,0 1 1-16,1-2 0 0,-2 2 0 16,-1-1 2-16,5-1-1 0,-5 1 1 0,1 1 0 15,2 0 0-15,-1 0-1 0,0 0 1 0,-1 1-1 16,3 0 0-16,-3 0-1 0,1-1 1 0,1 1-1 16,-1 0 0-16,1-1 0 0,-2 1 1 0,1 3-1 15,0-4-6-15,0 0 3 0,0 1-5 16,0 0-2-16,1 0-1 0,-2 0-2 0,-1-2 5 15,4 2-2-15,-4-1 3 0,1-1 9 0,1 1-2 16,-1 1 0-16,-1-2-1 0,2 1 2 0,0-2 0 16,-1 1-6-16,2-1 3 0,-1 1 2 15,0-1 2-15,2 2-1 0,-1-2-1 0,-1 0 0 16,1 2 1-16,0-2-1 0,0 1-1 0,1-1 1 16,1 1 1-16,-1 1 0 0,1 0 0 0,-1-2 1 15,3 1 1-15,-2 0-1 0,0 1-1 16,1 0 0-16,1-2 1 0,-2 1-2 0,3 0 0 15,-1 1 1-15,2 1-1 0,-3-3 1 0,1 2 0 16,1 1 0-16,-1 0 1 0,1-2 2 0,-1 3-2 16,1-2 1-16,1 2 0 0,-3-2-1 0,2 2 0 15,0-2 0-15,2 0 2 0,-2 1 0 16,0-2 0-16,1 2 5 0,2 0 3 0,-1-1 1 16,-1 1 0-16,4-2 0 0,0 2-1 0,-1-1-4 15,2 0-2-15,2 0-2 0,-2 0 0 0,4-1 5 16,-2-1 3-16,1 0 0 0,0-1 0 0,1-1 0 15,-2-1 0-15,1 2-6 0,-3-4-4 16,2 1-2-16,-2-1 0 0,-1 1 0 0,-2-1 0 16,-1 1-1-16,-1 0 0 0,-3-2 1 0,1 2 0 15,-3 1 1-15,0-1-1 0,-2 4 1 0,2-2-1 16,-4-1-2-16,0 3-5 0,-2-2-16 0,-2 2-43 16,0 0-73-16,-2 0-87 0,0-1-165 15,-1 1-295-15,0 0-326 0,0 0-311 0,1 0-188 16,-1 0 149-16,4 0 650 0</inkml:trace>
  <inkml:trace contextRef="#ctx0" brushRef="#br2" timeOffset="46455.5">30116 6220 87 0,'-1'-1'325'0,"-4"-1"175"16,2 2 144-16,-3 0-88 0,3-1-126 0,-1 1-68 16,1 0-29-16,1 0-3 0,-1 0 4 0,2 1 0 15,-3-1-19-15,3 0-33 0,1 0-41 16,-3-1-44-16,1 1-34 0,-1 0-32 0,2 0-19 15,1 0-2-15,0 0 13 0,0 0 15 0,0 0 5 16,0 1-1-16,0-1-7 0,0 0-19 16,0 0-27-16,0 0-23 0,1 0-22 0,-1 2-14 15,0-2-13-15,0 0-8 0,3 0-6 16,-1 0-1-16,1 0 0 0,0 1-4 0,0-1 2 16,2 0 3-16,-2 2 2 0,4-2-2 0,-1 1 1 15,-2-1 4-15,1 0 1 0,2 0-4 0,-2 0 0 16,1 0 0-16,1 0-1 0,0 0 4 0,-1 0 21 15,1 0 12-15,0 0 8 0,0 0 1 0,1-1 2 16,-2 1-7-16,1 0-20 0,2 0-11 16,-4 0-4-16,1 0-5 0,0 0-1 0,0 0 0 15,1 0 0-15,-1 0 0 0,1 0-4 0,-3 0 2 16,1 0 0-16,3 0-2 0,-3 0-2 0,-1 0 0 16,1 1 2-16,0-1 0 0,1 0 0 15,-1 2 0-15,1-2 3 0,-3 0-2 0,2 1 2 16,0-1-2-16,-2 2 1 0,5-2 0 0,-5 0-2 15,0 1 1-15,2-1-2 0,-2 2 3 0,4-2-1 16,-6 0 0-16,5 0 1 0,-1 0-1 16,-2 0-1-16,1 0-1 0,0 0 1 0,0 0 1 15,0 0 0-15,1 0-1 0,-2 0 1 0,0 0 0 16,0 0 0-16,1 0-1 0,-1 0 0 0,-2 1 1 16,3-1-1-16,-1 0 1 0,-2 2-1 15,3-1 0-15,-2-1 0 0,2 0 0 0,-1 1 1 16,-2-1-1-16,3 2 0 0,-1-2 2 0,0 0-1 15,0 2 1-15,0-2-1 0,1 0 1 0,-3 0 1 16,5 0-1-16,-3 0-2 0,1 0 1 16,-1 0 0-16,0 0 0 0,-1 0-3 0,1 0 0 15,-1 0 2-15,1 0-1 0,-2 0 1 0,2 0-1 16,-1 0 1-16,-2 0 0 0,1 0 0 0,1 0 1 16,-1 0-2-16,-1 0 1 0,2 0 0 15,0-2 0-15,-1 2 0 0,-1 0 0 0,3 0 2 16,-3-2-1-16,4 2 0 0,-4 0-1 0,1 0 1 15,-1 0-3-15,4 0 1 0,-4 0 0 0,1 0-1 16,1 0 1-16,-1 0 0 0,-1 0 0 0,2 2 1 16,1-2 0-16,0 0 1 0,-2 2 2 0,3-2-2 15,-3 1 1-15,1-1 1 0,1 0-2 16,-1 0 1-16,-1 1-2 0,1-1 1 0,0 0-2 16,-1 0-1-16,1 2-1 0,-1-2 0 0,4 2 2 15,-5-2-1-15,3 0 2 0,-2 1 0 0,1-1 0 16,0 1 0-16,1-1 1 0,-1 0-1 0,-1 0 0 15,1 0 1-15,-1 0 0 0,-1 0 0 16,2 0-1-16,0 0 0 0,-1 0-1 0,1 0-1 16,-2 0 1-16,1 0 0 0,-1 0 1 0,0 0 0 15,0 2 3-15,2-2-3 0,1 0 1 0,-3 0-1 16,1 0 1-16,-1 0-1 0,2 2-1 16,-1-2 2-16,1 0 0 0,0 1 0 0,-1-1 1 15,1 0-1-15,1 1 0 0,-1-1-2 0,1 2 0 16,0-2 0-16,-1 0-1 0,-1 3-1 0,3-3 1 15,-2 0 1-15,0 0 0 0,0 0 0 16,-1 0 2-16,1 0 1 0,-1-3-1 0,-1 3 2 16,4 0-2-16,-4 0 0 0,3 0 0 0,-2 0 0 15,1 0-1-15,0 0-3 0,-1 0 3 16,2 0-1-16,-1 0 1 0,0 0-2 0,-1 0 2 16,2 0 1-16,-1 0-2 0,1 0 2 0,-2 0 0 15,1 0-1-15,0 0 0 0,1 0 1 0,-2 0-1 16,1 0-1-16,0 0 0 0,-1 0 0 0,3 0 0 15,-3 0 0-15,1 0 1 0,-1-2 2 16,4 2-2-16,-4-1 2 0,1 1 0 0,-1 0-2 0,1 0 3 16,0-1-3-16,1 1 0 0,-2 0-2 15,3-2 0-15,-3 2 2 0,3-2-2 0,-1 2 1 16,-2 0-1-16,4-1 2 0,-2 1 0 0,-2-1 0 16,1 1 0-16,0 0-1 0,-1-2 1 15,-1 2 0-15,2-2 0 0,-1 2 3 0,-1-1-2 16,0 0 2-16,2-1 0 0,0 2 0 0,-2-3-2 15,0 2 0-15,1-1 0 0,-1 1 0 0,0-2-1 16,0 1-1-16,0 1 2 0,0-1 0 0,0 2-2 16,0-1 0-16,2-1 0 0,0 1-2 15,-2-1 1-15,0 2 0 0,1-1 1 0,-1-1 0 16,2 2 1-16,-2-1 0 0,0 1-1 0,1 0 1 16,1-2-1-16,1 1 1 0,-3 0-1 0,1-1-2 15,1 2 3-15,-1-2 0 0,3 1-1 16,-3 0 1-16,1-1 0 0,0 0-1 0,1 2 0 15,-3-2 0-15,1 2 1 0,1-3 0 0,0 3 1 16,-2 0 1-16,0-1-2 0,1 0 1 0,-1-1 2 16,2 1-3-16,-2-2 2 0,1 1-2 15,-1-1 2-15,2 0 1 0,1-2-3 0,-2 1 1 16,2 0-2-16,-3-1 0 0,4-1-2 0,-1 0 0 16,-1 0 1-16,1 0 1 0,-2 0 1 0,3 0 1 15,-1-1 1-15,-2 1-1 0,3-1 0 0,-2 1-1 16,2 0 1-16,-1 0-1 0,-2 1 1 15,3-3-1-15,-3 1 1 0,1 0 0 0,1 1-1 16,-1-3 1-16,1 1 0 0,-2 1 2 0,1 1-1 16,0-1 0-16,-1 0 0 0,4 1 0 0,-4-2 0 15,1 1-1-15,-1-1-1 0,1 2 0 16,0 0 1-16,1-1 0 0,-2-1 0 0,-1 1 2 16,4-1-1-16,-3 1 0 0,1-2-2 0,-1 0 1 15,3-1 0-15,-3 0 0 0,2 1 0 0,0-2-1 16,-1 3 6-16,-1-1 0 0,3 1 4 0,-3-1 0 15,1 0 1-15,-1 1 2 0,3 0-4 0,-3 0-3 16,1 0-3-16,0 1 1 0,1 0 0 0,-3 1 0 16,1-2 0-16,2 2 0 0,-1 2-2 15,-2-2 1-15,1-1-1 0,1 2 0 0,-2-1 0 16,0 1 1-16,0 1 1 0,1-1-3 0,-1 0 1 16,0 1-2-16,0 0 0 0,2-2 0 15,-2 1-1-15,2 0 0 0,-1 0 0 0,-1 1 1 16,3-2 1-16,-1 0-1 0,0 1 0 0,-1-1-1 15,3-1 1-15,-1 3-1 0,-2-2-1 0,-1 2 1 16,5-2 1-16,-5 0 1 0,1 0 0 16,1 0 0-16,-2 0 1 0,1 0-1 0,-1 0 0 15,0-2-1-15,2 2 0 0,-2-3 0 0,0 1-1 16,2 1 2-16,-2 0-2 0,0-1 2 0,0 1-1 16,0-2 0-16,0 2 0 0,0-1-1 15,1 3 1-15,-1-4-2 0,0 1 2 0,2 1-1 16,-2 1 0-16,2-1 0 0,-2-1 1 0,0 1-1 15,1 1 1-15,1-2-2 0,-2 1 1 0,0-1 0 16,0 1 0-16,0-3 1 0,0 3 1 0,0 0 0 16,0-1 1-16,0 1-1 0,0-2-2 15,0 1 1-15,0 2-2 0,0-5 1 0,0 4-2 16,0-2 3-16,0 0 0 0,0 0 0 0,0 2 1 16,0-2 0-16,0 0 0 0,0-1 1 0,0 3 0 15,0 1 1-15,0-1-2 0,0 1 0 16,0 0 1-16,-2 0-1 0,1 1 0 0,1 1 0 15,0 0 0-15,0-1 0 0,-2 0 0 0,2 1 0 16,-2-1 0-16,2-1 0 0,0 1-1 0,0-1 0 16,0 2-1-16,-1-2-1 0,1 2 1 0,0-1 1 15,0 0 1-15,0 1 1 0,0-1-2 0,0 0 2 16,0-1 0-16,0 1-1 0,0 1 1 16,0-1-2-16,0-1 2 0,0 4-1 0,-2-3 0 15,2 0-1-15,0 2-1 0,-2-1 1 0,2-1 1 16,0 1-1-16,0 1 0 0,0-2 0 0,0 1 0 15,0 1 0-15,0-2 0 0,0 1-1 16,2 0 0-16,-2 0 0 0,2 0 0 0,-2-1 1 16,0 0-2-16,1 2 1 0,-1-2 1 0,2 0 0 15,0 0 2-15,-2 1-1 0,3 0 0 0,-3 1 0 16,1-2-1-16,-1-1 0 0,4 2-1 0,-4-1 0 16,1 1-1-16,1 0 1 0,-1-1 2 15,-1-1 1-15,2 4-2 0,1-4 0 0,-2 4 1 16,1-3-1-16,-2 0-1 0,1 2 0 0,1-1 1 15,0-1 1-15,-2 1-1 0,0 1 2 0,1-2 0 16,-1 1-1-16,0 1-1 0,2 0-1 16,0-1 0-16,-2 0 0 0,0 2-1 0,0-2 2 15,1 1 0-15,1-1 0 0,-2 2 0 0,0-1 1 16,1 0-2-16,-1 1 1 0,0-2 0 0,2-1 0 16,-2 1 1-16,2 1-2 0,-2-1 1 15,0-1 1-15,0 2-2 0,0 0 0 0,0-1 2 16,0 1-1-16,0 0 0 0,0 0 0 0,0 0 0 15,0 2 0-15,0-3 1 0,0 3-1 0,0 0 0 16,0-1 1-16,0-1-1 0,0 1 0 16,0-2-2-16,0 2 2 0,0-1 0 0,0 0-1 0,0 1 0 15,0-3 1-15,0 1 0 0,0 2 2 16,0-2-2-16,0 2 0 0,0-1 1 16,0 1-1-16,0 1 0 0,0-2 1 0,0 3-1 0,0-2 1 15,0 1-2-15,0-1 2 0,0 0-1 16,0 0-1-16,-2 0 1 0,2-1-1 0,-2 2 1 15,2-2-1-15,0 0 0 0,-1 0 0 0,1 1 1 16,0 0-1-16,0 0 1 0,0-1 0 0,-2 0-1 16,2 0 1-16,-1 3-2 0,1-2 2 0,0 2 0 15,0 0-2-15,0 0 2 0,0 0 1 16,0 0 0-16,0 0-1 0,0 0-1 0,0 0 1 16,0 0 0-16,0 0-1 0,0 0 1 0,0 0 1 15,0 0-1-15,0 0 2 0,0 0 0 0,0 0 0 16,0 0-1-16,0 0 6 0,0-2 1 15,0 2-1-15,0 0 1 0,0-3 0 0,0 2 0 16,0 0-5-16,0 0 0 0,0-2-1 0,0 2 0 16,0-2-2-16,0 1-1 0,0 1 0 0,0-2-1 15,0 1 1-15,0 1 0 0,0 0 0 0,0-1 1 16,0 2 1-16,0-1-1 0,0 1 0 16,0 0 1-16,0 0 1 0,0 0 0 0,-2 0 1 15,2 0-2-15,0 0 0 0,0 0-1 0,0 0 0 16,0 0 0-16,0 0 0 0,0 0 0 15,0 0 0-15,0 0 1 0,0 0 0 0,0 0-1 16,-2 0 0-16,2 1 0 0,0-1-1 0,-1 3 1 16,-1-2 0-16,0 3 0 0,1-2 0 0,-2 2 0 15,0 1 1-15,1-3 0 0,1 4 0 0,-1-4-1 16,1 4 0-16,-3-1 0 0,3 1 0 16,-1-2 0-16,1 2 0 0,-3-2 1 0,3 2 0 15,-1-1 0-15,0 1 0 0,1 0 0 0,-1-2 0 16,1 3 0-16,-4-4-7 0,4 4 3 0,-1-3-4 15,1 3 4-15,-3-1-4 0,3-2-3 0,1 2 5 16,-2-1-3-16,2 2 4 0,-2-1-4 16,2-1 4-16,0 1 1 0,-1 0 2 0,1 0 0 15,-2 1 0-15,2-1 0 0,0 0 1 0,0 0 1 16,0 0-1-16,-1 0 2 0,1-2-1 0,0 1 1 16,-2-1-1-16,2 1 0 0,-2-1-1 15,2 0 0-15,0 1 0 0,-1-1 0 0,1-2 0 16,0 4-1-16,-2-4 1 0,1 2 0 0,1 1 1 15,0-2-1-15,0 2 0 0,-2-1 0 0,-1 2 0 16,3-1-2-16,0 2 0 0,0-1 1 0,0-1 0 16,0 1 0-16,0 0 1 0,0 0 6 0,3 1 4 15,-1-1 0-15,-2-1 2 0,0 1-1 16,1-2 0-16,1 2-6 0,-1-2-2 0,-1 2-1 16,2-3-1-16,-2 2 1 0,2-1-1 0,-2-1-1 15,0 0 1-15,1 2-1 0,-1-3-2 0,2 3 1 16,-1 1 0-16,-1-4 1 0,2 4-2 15,0-3 1-15,-2 1 2 0,1 1-1 0,-1 1 0 16,2-2 0-16,0-1 0 0,-2 2 0 0,0-1-1 16,0 1 0-16,1-1 0 0,1-1 0 0,-2 1 0 15,0 1 1-15,1 0-1 0,-1-3 0 16,0 3 0-16,0 0-1 0,5-1 0 0,-5 1 0 16,1 0 2-16,1-1 0 0,-2-1-1 0,1 1 2 15,-1-1-1-15,0 2-1 0,2-2 0 0,-2 0 0 16,2 0 1-16,-2 0-1 0,0-1 1 15,0 3 2-15,0-2-2 0,0 1 0 0,0 0 0 16,0 0 0-16,-2 1-1 0,2-1 0 0,0 1 1 16,0 1 0-16,0-3 0 0,-2 2-1 0,2-1 1 15,0 0 0-15,0-1-1 0,0 2 1 16,0-1 0-16,0-1 1 0,0 1 0 0,0 1-1 16,-1-2 1-16,1 1-1 0,0 0 1 0,0 0 0 15,-2 1-2-15,2-1 1 0,-1 1 1 0,1-1-2 16,0 4 1-16,-5-2-1 0,5-2 1 0,-1 2 1 15,1 0 0-15,-3 0 1 0,3 0-2 0,-2 0 1 16,0 0 0-16,2 0 1 0,0-1-1 0,-1 1-1 16,-1-2 1-16,0 1-1 0,1 1 1 15,-1 0 0-15,1-2 0 0,-1 2 1 0,-1 0 1 16,0 0-1-16,1 0 0 0,-1 2-2 0,2-1 1 16,-2-2-1-16,1 1 0 0,0 2 0 0,1-4 0 15,1 2 0-15,-2 1 1 0,0-2-1 16,2 1 1-16,0-2-1 0,0 1 0 0,0-1 0 15,0 0-1-15,-1 1 1 0,1 1 0 0,0-1 0 16,-2-1 0-16,1 1 2 0,-1 0-1 0,0-1 0 16,1 0 0-16,1 2 0 0,-2-1 0 15,1 1 0-15,-1-2 0 0,-1 0 0 0,3 2 0 16,-1-1 1-16,1 1-2 0,-2 0 0 0,2-1 0 16,-2 1-1-16,2 0 1 0,-1 0-1 0,1 0 2 15,-2-1 1-15,2 2-1 0,0 0 0 16,0-1 0-16,0 2-1 0,0-2 0 0,0-2-1 15,0 1-2-15,0 2 2 0,0-1-1 0,0 0 1 16,0 0 1-16,0 0-1 0,0-1 1 0,2 1 1 16,-2-2-1-16,1 2 1 0,-1 0-1 15,0 0 0-15,2 0 1 0,-2-1-2 0,2 1 1 16,-2-1-2-16,0 1 1 0,1 0 1 0,-1-2-1 16,0 1 0-16,3 0 2 0,-3 1-2 15,2-1-1-15,-2 1 0 0,0 0 1 0,1-2 0 16,1 0-1-16,-2 1 1 0,0 0 1 0,0 1 1 15,0-2-1-15,0 1 0 0,0 0 0 0,0-1-1 16,0 0 1-16,1-1 0 0,-1 2 0 0,0-1 0 16,0-1 0-16,0 1-1 0,0 1-1 0,0 0 1 15,0 1-1-15,0-2 1 0,0 1 0 16,0-1 1-16,2 1 0 0,-2 1 0 0,2-2 0 16,-2 1 1-16,0 1-1 0,1-2 0 0,-1 2 0 15,2-1 0-15,-1-1-1 0,-1 1 0 0,2-1 1 16,0 0 0-16,-1 1 0 0,1 1-1 0,0-1 1 15,1-1 1-15,-3 0-1 0,1 2 0 16,4-2 0-16,-4 2 1 0,1-2 0 0,-1 1-1 16,3-1-1-16,-4 1 1 0,1-1 0 0,1-1-1 15,-1 1 0-15,-1 0 1 0,2 0 0 0,0-1 0 16,-1 0 0-16,-1 2 0 0,4-2 0 16,-4 1-1-16,0 0 1 0,3-2 1 0,-3 3-1 15,1-2 0-15,-1 0 0 0,2 0 1 0,1 0-1 16,-2-2-1-16,1 2 1 0,-2-1 1 0,1-1 0 15,1 1-1-15,0-1 0 0,-2 1 0 16,1-1-1-16,1 1 0 0,0-2 1 0,-1 1 0 16,1-1 1-16,-1 2 0 0,3-1 0 0,-3 0-1 15,1 1 0-15,1-2-1 0,0 2 0 0,0-1 0 16,-2 0 0-16,3-1 1 0,-4 2 1 0,1 0-1 16,3-1 2-16,-4-1-1 0,3 1-1 15,-3 1 3-15,1-2-3 0,1 2 1 0,-2-1-1 16,2-1 0-16,-2 1 0 0,0 1 0 0,1 1 0 15,-1-3 0-15,2 2 1 0,-2-2-1 16,0 3 0-16,0 0 0 0,0 2 0 0,0-3 0 16,0 2 1-16,0-2 0 0,0 3 0 0,0-2-1 15,0 1 1-15,0 1-2 0,0-2 0 0,0 1 1 16,0 1 0-16,1-1 0 0,-1 0 1 0,0 0-1 16,2 0 0-16,-2-1 0 0,2 3-1 0,-2-4 1 15,2 1-1-15,-2-2 0 0,4 2-1 16,-4-2 1-16,1 2 1 0,1-3-1 0,-1 2 0 15,-1 0 1-15,0 0 1 0,4-1 0 0,-4 0 0 16,3-1 0-16,-2 0 0 0,1 2 0 0,0-2 0 16,-1 0-1-16,1 2 0 0,-1-2 0 0,3 1 0 15,-2-1 0-15,-2 0-1 0,4 1 1 16,-3 1 0-16,1-1 0 0,-1-1 0 0,3 2 1 16,-3-1 0-16,2 1-1 0,1-1 1 0,-3 1 0 15,2-1-1-15,1 1 0 0,2-1 1 0,-3 1-1 16,0-1 0-16,2 1 0 0,0-2 2 15,0 1 1-15,-1 1-1 0,2-2 1 0,-1 1-1 16,0-1 0-16,0 0-2 0,0 1 0 0,-1 1 0 16,4 0 0-16,-3-1 0 0,0 0 0 0,-1-1 0 15,3 4 0-15,0-3 1 0,0 0 0 16,-1 1 0-16,1 0 1 0,2-1 1 0,-3 2-1 16,1 0 0-16,1-3-1 0,0 2-1 0,1 1-1 15,-1-2 1-15,-2 1 0 0,1 0 1 0,0 1-1 16,0-1 2-16,-1 2-2 0,1-3 2 15,0 2-1-15,-1 0 0 0,1-2 0 0,-1 2 0 16,1-1 1-16,2-1 0 0,-3 2 0 0,1-3-1 16,1 2 1-16,-2-1-1 0,2-1-2 0,-3 0 1 15,1 0 1-15,0-1-1 0,2-1 0 16,-2 1 1-16,1-1 0 0,-2-1-1 0,-1 0-1 16,2 1 0-16,-1-2 1 0,-2 2-3 0,1-2 2 15,-1 2-1-15,0-1-4 0,-1 1-10 0,-2 0-29 16,0 1-68-16,0-2-66 0,-4 1-110 0,1 2-179 15,-2-5-307-15,-1 4-310 0,0 0-228 0,1-1-145 16,-1 2 295-16,-1 0 597 0</inkml:trace>
  <inkml:trace contextRef="#ctx0" brushRef="#br3" timeOffset="56850.89">30783 6156 216 0,'2'0'455'0,"-2"-2"218"0,0 2 105 0,-2 0-147 15,2 0-134-15,0 2-71 0,0-2-43 16,0 0-35-16,0 0-39 0,0 0-44 0,0 0-49 15,2 0-51-15,0 0-45 0,-2-2-37 0,0 1-24 16,1-1-16-16,1-1-7 0,-1 2 2 16,1-2 5-16,0 0 12 0,-1 1 15 0,2 1 9 0,1-2 5 15,-3 2 0-15,2-1-9 0,-1 2-12 16,0-2-16-16,-1 2-9 0,2 0-16 0,-1 0-2 16,1 0 30-16,-2 0 18 0,1 0 8 0,1 2 2 15,0-2 1-15,1 0-5 0,-3 2-22 16,4-2-2-16,-2 1-2 0,2-1-2 0,-1 0-2 15,1 0 1-15,-2 0-8 0,2 0-15 0,2 0-11 16,-1 0-3-16,0 0-4 0,-1 0-3 0,1 0 0 16,1 0 0-16,-1 0 0 0,-2 0 0 15,3 0 0-15,-2 0 2 0,1 0 1 0,2 0-1 16,-4 0-2-16,1 0 3 0,2 0-1 0,-1 0-2 16,-1 0 0-16,3 0-1 0,-4 0 0 0,3 0 1 15,-2-1-2-15,-1 1 3 0,2 0-1 16,1 0 1-16,-2 0 0 0,-1 0-2 0,0 0 0 15,0 0 0-15,0 0 0 0,-3 0 1 0,4 0 0 16,-4 0-1-16,2 0-1 0,-1-2 1 0,1 2 0 16,0 0-2-16,-1 0 1 0,1-2 3 0,-1 2-2 15,1 0 1-15,0 0 0 0,2-1 1 16,-2 1 2-16,-2 0-2 0,4 0 0 0,-2 0 1 16,-1-1-1-16,1 1-1 0,1 0-1 0,-3 0-1 15,2 0 0-15,2 0 0 0,-2-2-2 0,-2 2 2 16,1 0-2-16,0 0 3 0,-1-2 1 0,3 2 1 15,-3 0-1-15,1 0 0 0,-1-2 0 0,1 2-1 16,0 0-2-16,1 0 1 0,-2 0 1 16,-1 0 1-16,5 0-1 0,-2 0 2 0,0 0-1 15,-1 0-1-15,1 0 0 0,0 0-2 0,-1 0 1 16,1 0 1-16,-1 0 0 0,1 0 2 0,-3 0-1 16,1 0 0-16,-1-3 1 0,2 3-1 0,-2 0 0 15,0 0 0-15,0 0 2 0,0 0 1 16,0 0-1-16,0 0 2 0,0-1-1 0,3 1 0 15,-3-1 1-15,0-1 0 0,1-2-1 0,-1 2 1 16,2-1-2-16,-1 0 1 0,-1 0-3 0,2 0 1 16,0-2-2-16,-1 1 0 0,3 0 1 15,-3-2 2-15,2 1-1 0,-1-2 0 0,1 1 2 16,-1 0 2-16,1-1 0 0,-1 0 2 0,2 1 0 16,-2-1 1-16,1-1 1 0,-2 2-1 0,3-1-7 15,-1 1-5-15,-2-2-3 0,3 1-2 16,-3 0-1-16,2 1-2 0,1-2 6 0,-3 0 3 15,4 0 0-15,-2 1 2 0,-2-2-1 0,3 0 1 16,-1 0 0-16,2 0 2 0,-4 1 0 0,3-3-2 16,-1 2 2-16,-2-1-1 0,2 2 1 0,-1-1-1 15,-1 0 1-15,1 0 1 0,-2-1-1 16,1 2 0-16,1 0 1 0,-2 0 0 0,2 1-1 16,-2 0 1-16,3-1 0 0,-3 2-1 0,1 0 0 15,-1-1-2-15,4 3 1 0,-3-2-2 0,-1-2 2 16,4 3 1-16,-3-1-2 0,1-1 1 15,-1 1 2-15,4-2-1 0,-4 1-1 0,1-1 0 16,-1 0 0-16,3 0 0 0,-3-1-2 0,2 1 1 16,1-3-1-16,-3 4 0 0,1-2 1 0,0 2 1 15,-1-1 0-15,1 1 1 0,-1 1-1 16,1-1 1-16,1 0-1 0,-3 1 0 0,3-1-1 16,-3-3 1-16,0 3 1 0,1 0 0 0,-1-1-1 15,2-2 0-15,0 3 0 0,-2-3 0 0,1 1 0 16,-1 0 0-16,0 0-1 0,2 0 0 0,-2 0 2 15,2 2-2-15,-1-2 0 0,1 1 0 16,-2-1-1-16,1 3 1 0,-1-5 5 0,0 4 5 16,2-2 2-16,-2 0 1 0,2 0 0 0,-2 2-7 15,0-3-8-15,1 2-5 0,-1 0-3 0,0-1 0 16,0 2-1-16,0-1 6 0,0 2 3 0,-1 0 2 16,1 0 0-16,0 1 1 0,0-1-1 0,0-2 0 15,0 2 0-15,0-2-1 0,1 3 1 16,1-5-1-16,-2 3 1 0,1-2-1 0,-1-2 2 15,2 2 0-15,1-1-1 0,-3-1 0 0,1 0 0 16,-1 3 0-16,0-3 0 0,0 0 1 16,0 3 0-16,-1-1 0 0,1 0-1 0,-5-2 0 15,5 2 0-15,-1 0-2 0,-2 2 3 0,1-2-1 16,0 0 1-16,1 1-1 0,-1 1 0 0,1-1 0 16,-3-1 0-16,1 1 0 0,0 1 0 0,0-2 0 15,-3 2 0-15,3-1 0 0,-1 1 0 0,-1 1 0 16,1-1 0-16,-1 0 0 0,-1 1-1 0,1 0 2 15,0 0-1-15,0 0 1 0,1 0-2 16,-1 2 1-16,0-2 0 0,-1 1-2 0,1-1 1 16,4 2 0-16,-4-1 0 0,2 1-1 0,-1 0 2 15,3 0 1-15,-1 0 0 0,1 1-1 0,1 1 0 16,-2-3-1-16,-1 3-1 0,3-2-1 0,0 2 1 16,3-2 1-16,-1 3-1 0,-2-2 1 15,0 0 1-15,1 2 0 0,-1-1 0 0,2 1 0 16,-2-2 0-16,1 1 0 0,1-1 0 0,0 0-1 15,1-1-1-15,-2-1 2 0,3-1 0 16,-1 2 0-16,0-2 0 0,0 0 0 0,0 1 0 16,0-1-1-16,-1 1 1 0,-1 3 0 0,1-2-2 15,0 3 2-15,-2-2 0 0,0 1 0 0,1 1 0 16,1 0-2-16,-2-1 2 0,0 2-1 0,0-1 2 16,0 1 0-16,0 0-1 0,0 0 1 15,0 0-3-15,0 0 2 0,0 0-2 0,0 0 2 16,0 0 0-16,0 0-1 0,0 0 2 0,0 0-2 15,0 0 0-15,0 0-1 0,0 0 0 0,0 0 0 16,0 1 0-16,0-1 0 0,0 2 0 16,0-2 0-16,0 1-2 0,0-1 2 0,0 1 0 15,0 1 1-15,1 0-1 0,-1 0 4 0,0 2 0 16,0 1-2-16,0 0 1 0,0 0-1 0,0 1-1 16,0 1 1-16,2 1 0 0,0-2 0 15,-2 1 2-15,0 1-1 0,1-2-1 0,-1 1 0 16,0 0 0-16,0-1 1 0,2 1-1 0,-2 2 2 15,0-1-1-15,-2-1-1 0,2 0 1 0,0 1 0 16,-1-1-1-16,1 1 1 0,-4 0 0 0,4 0-1 16,-1 0 0-16,-1 1 0 0,1-2 0 15,-1 4 1-15,0-2-1 0,2 1 0 0,-1-1 0 16,1 3 0-16,0-1-1 0,-2 1-1 0,1-2 2 16,1 4 0-16,0-2-1 0,-2 1 0 15,2-1 1-15,0 2 0 0,0-1-1 0,0 1 1 16,0-3 1-16,0 3-1 0,0-2 1 0,2 0 0 0,-2 0-2 15,0 0 1-15,1 0-1 0,1-1 0 16,-1-2-1-16,-1 4 0 0,2-2 2 0,-2-3 0 16,2 2 7-16,-2-2-1 0,0 2-3 0,0-2 1 15,0 2-2-15,0-2-1 0,0 2-6 0,-2-1 1 16,0 1 3-16,2 0 1 0,-1 1 1 0,-1 1 0 16,1-1 0-16,1-1 0 0,-2 2 0 0,-1-1 0 15,2 1-1-15,-2-2 0 0,1 1 1 16,-1 0-1-16,1-1 0 0,-1 0 2 0,0 1 0 15,1-1 0-15,-1 0-1 0,1 1 2 0,-1-2-1 16,-1 2-2-16,2-2 0 0,0 1-1 0,-1-1 0 16,3 1-1-16,-1 0 1 0,-1-3 1 15,2 4 0-15,-2-3 2 0,2 0-1 0,2 1 0 16,-2-1-1-16,2 0 1 0,-1 2-1 0,1-2-1 16,-1 2 1-16,1-2 1 0,0 2 0 0,-1-3-1 15,2 2 1-15,-1 0-1 0,-1 0-1 16,-1 0 0-16,0 0 0 0,0-1 1 0,0 1 0 15,-1 0 0-15,-1-2 0 0,-1 1 2 0,2 1-2 16,-3-2 0-16,3 2 1 0,-2 0-1 0,1-1-1 16,-1-1 0-16,1 4 1 0,-1-3 0 0,1 2-1 15,1-3 1-15,-2 2 0 0,1 0 1 0,0-1-1 16,0 3 0-16,2-3 1 0,-2 0 5 16,2 1 3-16,-2 0 2 0,2-2 0 0,0-1 1 15,0 2 0-15,0-1-8 0,0-2-1 0,0 0-3 16,2 2 0-16,-2-1 0 0,0 0 0 15,0-1 0-15,2 2 0 0,-2-1-1 0,0-2 1 0,0 2 0 16,0-1-2-16,0 1 0 0,0-2 0 16,0-1 1-16,0 2 1 0,2-1-1 0,-2 0 1 15,0-2 2-15,0 0 0 0,2 1-1 0,-2-2-1 16,2 1 1-16,-2 0 1 0,0-1-3 0,3 0-1 16,-3-1 1-16,0 2-1 0,1-2 0 15,-1 1 1-15,4-1 1 0,-3 2 1 0,1-1-1 16,-1-1 1-16,1 0 1 0,0 2-1 0,-1-2 0 15,-1 1-1-15,3-1 2 0,-3 0-1 16,4 2-1-16,-3-2 0 0,2 1 1 0,-1-1 0 0,1 0 0 16,-2 0-1-16,3 0 1 0,-1 0-1 15,-2 0 0-15,1 0-2 0,0 2 2 0,-1-2 0 16,3 0-2-16,-4 1 1 0,3-1 1 0,-2 2 1 16,2-1-1-16,-1 1 1 0,1-1 0 0,-2-1 1 15,1 2 0-15,0-1-1 0,1 0 0 0,-2 1 1 16,3-2-2-16,-3 2 1 0,3-1-1 15,-1 0 0-15,0-1-1 0,3 0-1 0,-3 2 2 16,0-2 0-16,4 2 1 0,-4-2 2 0,2 0-2 16,1 1 0-16,-3-1 0 0,2 1 0 15,-2 1-2-15,0 0 1 0,2-2 0 0,0 1 1 16,1 0-6-16,-3 1 3 0,2 1 1 0,0-3 1 16,1 2-6-16,0-2-2 0,0 3 3 0,1-2-3 15,1 1 0-15,-3 0 0 0,1-2 5 16,2 3 5-16,0-1 3 0,-2-2 0 0,1 4 1 0,0-3-2 15,-1 0 0-15,1 1-1 0,-1 0-1 16,1-1 0-16,0 2 0 0,-2-2-1 0,1 1 0 16,-1-1 7-16,3 1 3 0,0-1-4 0,-3 1-3 15,3-1 7-15,-2-1 2 0,2 2-5 16,0-1-1-16,-2-1 3 0,1 2 3 0,1-2-6 16,1 1-2-16,-4 1-1 0,3-2-2 0,-4 1-1 15,1-1 0-15,1 3-2 0,-1-3 2 0,1 1-1 16,-1 1 0-16,2 0 1 0,0-1-1 0,0-1 0 15,-1 1 0-15,1 1-1 0,0 0-1 16,-1-2 1-16,2 1 0 0,1 0 1 0,-3 1 0 16,3 0 0-16,-2-2 0 0,1 1-1 0,1 0 1 15,-1 1-1-15,0-2 0 0,-2 3 0 16,3-3 1-16,-1 2 0 0,-1-2 2 0,1 0 0 16,-3 3 0-16,2-2 1 0,0 1 1 0,-3-2 5 15,3 1 2-15,-2 0 1 0,1-1 0 0,-2 3 2 16,1-3-2-16,-2 0-4 0,2 2-3 15,0-2 0-15,-2 2-3 0,3 0 0 0,-3-2 0 0,4 1 0 16,-4 0 0-16,2-1 1 0,0 2 0 16,1-2 0-16,-3 2 0 0,2-2 1 0,0 1-1 15,-1-1 1-15,0 0 0 0,0 0 1 0,2 0 1 16,-3-1 0-16,2-1 1 0,-1 0-2 0,-1 1-2 16,-2 0 0-16,3-5-2 0,-4 2 1 0,1 0-3 15,1-1 0-15,-4-2 0 0,1-1-3 16,-1 0-7-16,-1 1-15 0,-2 0-40 0,0-1-76 15,-1-1-110-15,-3 1-204 0,1-3-297 0,-2 3-350 16,1 1-349-16,1-1-160 0,0 2 349 16,-2-1 720-16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18T06:46:44.422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1928 1167 45 0,'8'-10'411'0,"-3"-1"350"0,0 3 291 16,-3-1 24-16,-1 0-245 0,-2 0-128 15,-1 1-91-15,-3 3-105 0,0-1-93 0,-3 2-73 0,-6-1-67 16,1 0-81-16,-4 1-58 0,1 1-34 0,-6 3-24 16,0 0-18-16,-5 4-13 0,-1 3-11 0,1 3-8 0,-3 1-6 15,-2 6-4-15,-1 1-2 0,4 8 0 0,-1 2 0 16,0 4 0-16,5 4 0 0,0 0 2 0,6 4 0 0,3 2-3 16,5 1-3-16,3 3-4 0,5 0-2 15,5 1-4-15,4 0-4 0,3-4 3 0,4-1 0 0,4-5 0 16,3-2 0-16,3-5 0 0,6-5 1 0,1-2 0 15,1-5-1-15,2-7 0 0,2-1 0 0,2-8 0 16,0-3 0-16,1-5-1 0,0-6 4 0,1-3 1 16,0-4 0-16,-3-4-6 0,-1-2-6 0,-2-2-10 15,-3-2-20-15,-3 1-24 0,-2-1-46 0,-4-2-61 16,-2 1-60-16,-6 1-77 0,-1 1-109 0,-2-2-142 16,-5 3-119-16,-2-2-91 0,0 2-129 0,-3 0-115 15,0-1 11-15,-3-1 215 0,1-1 288 0,1 2 268 0,1 1 173 16,1 3 121-16,1 3 148 0,-1 4 191 15,3 4 210-15,-2 5 88 0,3 7-12 0,0 4-52 16,0 5-44-16,3 7-61 0,1 2-42 0,2 7-16 0,4 6-44 16,2 3-61-16,0 3-67 0,1 2-57 0,2 0-60 15,-1 2-67-15,5-1-51 0,-2-3-29 0,3-3-19 16,2-3-8-16,-1-7-4 0,1-5-4 0,1-6 0 16,0-6 0-16,1-4 0 0,-1-8-1 15,-3-3 5-15,1-6 2 0,-4-4 3 0,0-4 0 0,-5-7-2 16,-2 0-4-16,-1-2-7 0,-5-1-1 0,-4-3 2 15,-5 2 7-15,-3-1 14 0,-7-1 15 0,-5 2 12 16,-4 0 6-16,-5-1 4 0,-6 2-2 0,-3 4-3 16,-5 2-5-16,-3 5-6 0,1 6-7 0,-4 7-8 15,1 6-7-15,0 9-7 0,1 5-6 0,4 7 1 16,3 7-1-16,3 3-1 0,7 5 1 0,3 2-2 0,6-1-3 16,7 3-7-16,4-2-14 0,5 0-21 0,5-1-53 15,4-1-83-15,4 2-173 0,6-6-274 0,2 2-329 16,6-3-403-16,3-1-335 0,3-1 54 0,4-2 806 15</inkml:trace>
  <inkml:trace contextRef="#ctx0" brushRef="#br0" timeOffset="468.05">2939 1129 420 0,'-2'-2'810'0,"-1"2"307"0,0 4 37 0,3-3-314 16,-2 5-261-16,2 2-87 0,2 7-62 0,1 1-70 15,2 7-45-15,1 2-43 0,2 7-49 0,0 2-73 16,0 3-52-16,3 6-28 0,-2 0-25 0,1 1-16 16,1 0-8-16,-3 0-6 0,3-2-10 0,0-3-8 15,-2-3-6-15,1-4-4 0,1-4-8 0,-3-5-35 16,-2-5-52-16,1-4-51 0,-4-4-58 0,1-6-105 16,-4-7-163-16,-4-4-153 0,1-6-215 0,0-6-232 15,-2-4-179-15,0-5 121 0,-3-2 419 0</inkml:trace>
  <inkml:trace contextRef="#ctx0" brushRef="#br0" timeOffset="750.54">2956 1133 185 0,'2'-10'410'0,"4"3"217"15,3 4 159-15,-1 1-121 0,4 5-99 0,2 2-44 0,2-1-17 16,1 2-72-16,4 1-45 0,2 1-55 0,3 0-20 16,4 1-18-16,3 1-35 0,0 1-15 15,2-1-35-15,1 2-28 0,2 3-42 0,-3-2-40 0,1 1-24 16,-3 1-12-16,1 3-9 0,-3 2-2 0,-2 1-5 15,-4 3 5-15,-1 1 0 0,-5 2 0 0,-4 4-3 16,-2 1-3-16,-6 3-10 0,-3 3-12 0,-4 0-8 16,-6 3-8-16,-2 0-7 0,-5 3-3 0,-6 1 1 15,-1-1 1-15,-4-1 0 0,-5-2-1 0,-1-3 1 16,-1-3-1-16,-1-3 5 0,-1-5 2 0,1-7 0 16,2-2 0-16,5-5-1 0,0-8-7 0,8-3-22 15,2-6-24-15,4-7-42 0,3-6-70 0,7-3-90 16,1-5-165-16,6-6-263 0,3-3-310 15,4-2-324-15,6-5-201 0,2-3 98 0,6 0 645 16</inkml:trace>
  <inkml:trace contextRef="#ctx0" brushRef="#br0" timeOffset="1018.09">3876 961 148 0,'5'-6'896'15,"-2"6"678"-15,-3 2 28 0,-1 2-293 16,-4 5-450-16,-3 0-336 0,-1 3-192 0,-1 4-126 0,-1 3-72 15,0 3-37-15,0 5-22 0,0 5-16 0,-2 0-9 16,4 5-7-16,-1 0 1 0,1 2-9 0,4 3-8 16,0-4-5-16,2 1-6 0,1 3-5 0,2-3-4 15,4 0-1-15,0-2-1 0,3-1-2 0,4-4-1 16,0 0-1-16,3-3-1 0,2-2 0 0,1-4 0 16,4-4 1-16,1-4-1 0,3-1 0 0,0-5 1 15,3-4-6-15,0-3-9 0,2-4-13 16,2-3-23-16,-2-4-40 0,1-2-77 0,-1-4-92 15,-1-1-162-15,-4-3-286 0,0-1-329 0,-1-2-340 16,-2 0-190-16,0-1 146 0,-3-2 668 0</inkml:trace>
  <inkml:trace contextRef="#ctx0" brushRef="#br0" timeOffset="1252.35">3884 1096 272 0,'-17'12'1238'0,"-1"-1"495"0,6-3-215 16,-1 1-358-16,5-1-460 0,0-6-338 0,5 2-189 0,0-1-82 15,6-3-29-15,3 0-18 0,4-1-3 16,4-2 0-16,5-2-6 0,5-3-7 0,4-2-14 16,4-2-5-16,3 0-3 0,1-1-2 0,1-1-4 15,2 2-13-15,-3 0-44 0,-1 2-80 0,-5 1-158 16,-3 1-271-16,-3 4-311 0,-5 1-377 0,-2 1-354 15,-2 4 2-15,-5 1 709 0</inkml:trace>
  <inkml:trace contextRef="#ctx0" brushRef="#br0" timeOffset="1451.03">3783 1470 61 0,'-5'13'883'0,"4"-1"715"16,-1-3-14-16,4 0-320 0,-1-3-404 0,4 0-378 15,3-3-242-15,3 1-112 0,3-3-48 0,2-1-26 16,6-1-10-16,4-6-14 0,2 1-9 0,5-2-4 16,4-5-5-16,2 1-3 0,4 0-22 0,1 2-72 15,-1-1-87-15,-1 2-169 0,0 2-283 16,-2 2-329-16,0 2-374 0,0 3-221 0,2 2 130 16,1-1 682-16</inkml:trace>
  <inkml:trace contextRef="#ctx0" brushRef="#br0" timeOffset="2100.94">5084 966 485 0,'0'-2'988'0,"0"2"278"0,-1-1-14 0,1 1-265 16,-2 1-299-16,2 2-190 0,-1 3-126 0,-1 2-71 15,0 0-62-15,-1 5-68 0,-2 4-50 16,-1 3-29-16,2 5-24 0,-1 6-13 0,-2 5-11 16,-1 3-10-16,-1 4-4 0,1 4-5 0,-2 1-5 15,1 0-2-15,1-3-3 0,3-2-7 0,2-5-8 16,3-4-6-16,2-6-3 0,3-5-3 0,3-4-1 16,4-6 9-16,3-5 5 0,3-7 2 0,4-4 2 15,1-8 1-15,5-4 0 0,1-3-4 16,2-1-2-16,1-2-3 0,1 0-2 0,0 1-6 0,2 1 0 15,-2 2-3-15,-1 4 0 0,-2-1 1 0,-3 7 3 16,0 0 4-16,-4 5 2 0,1 3 2 0,-5 4 2 16,0 2 1-16,-2 4 1 0,-4 1 1 0,0 1 0 15,-2 4 1-15,-3-2 1 0,-2 1 1 0,3-1 0 16,-4 0 1-16,-2-3 2 0,1-1 4 16,-1-4 5-16,-2-1 10 0,1-3 4 0,1-3 2 15,-3-1-1-15,0-7-1 0,0-4-3 0,-1-2-4 16,-1-6-1-16,0-6 1 0,1-3 0 15,-1-7-3-15,-1-2-3 0,1-6-4 0,-1-1-5 16,3-5-4-16,0 0-4 0,3 2-2 0,-1 0-2 16,1 2 0-16,0 8-2 0,2 1 0 0,-2 8-1 15,2 2-5-15,-2 8-7 0,2 3-13 0,0 4-19 0,1 7-24 16,2 3-59-16,1 4-72 0,-1 3-110 0,0 1-184 16,3 5-293-16,-1 2-339 0,1 2-275 15,1 0-154-15,-1 4 332 0,1-1 661 0</inkml:trace>
  <inkml:trace contextRef="#ctx0" brushRef="#br0" timeOffset="2350.4">5956 1374 109 0,'14'37'658'0,"-3"2"443"0,3 0 141 15,-1-1-104-15,2-2-399 0,0-3-264 16,2-3-159-16,1-6-88 0,2-5-54 0,-1-5-43 16,3-8-36-16,0-7-42 0,2-9-23 0,-5-6-16 15,3-7-4-15,-2-5 19 0,-2-7 33 0,-1-3 33 16,-2-4 23-16,-3 1 19 0,-4-3 10 0,-1 2-8 15,-4 0-19-15,-5 2-19 0,-3 2-17 16,-3 2-16-16,-4 5-12 0,-1 1-10 0,-4 3-10 0,-1 4-14 16,-4 5-9-16,-3 5-5 0,0 6-5 0,-2 7-7 15,-2 7-4-15,2 10 2 0,-1 5 1 0,4 6-1 16,1 5 3-16,5 3-12 0,1 6-25 0,4-2-67 16,-1 4-81-16,6-2-140 0,3 2-291 15,5-2-321-15,0-2-370 0,5 1-252 0,0-6 27 16,6-1 637-16</inkml:trace>
  <inkml:trace contextRef="#ctx0" brushRef="#br0" timeOffset="3034.17">6610 1021 13 0,'0'-4'556'0,"5"1"548"15,-4 2 250-15,1 1-83 0,1 1-291 0,2 2-332 16,-2 4-208-16,2 2-115 0,3 2-70 0,-4 2-52 15,3 4-57-15,-1 3-39 0,1 3-25 0,0 6-18 16,-2-1-11-16,3 5-8 0,-3 0-5 0,1 3-6 16,0 1-7-16,-1 0-5 0,-2 1-4 0,0-1-3 15,1-1-6-15,-3-2-2 0,-1-1-2 16,2-3-2-16,-2-5 1 0,0-1-2 0,0-7-1 16,0-2 0-16,0-3 0 0,-2-5 0 0,2-2-1 15,-3-4-1-15,1-5-1 0,-1-4 0 0,0-5-1 16,-2-2 0-16,-1-4 0 0,1-4 1 0,1-1 2 15,-1-2 0-15,-2-4 1 0,3 2-4 0,-1 0-4 16,2-2-1-16,0 3-1 0,3-1-2 0,0 0-1 16,3 3 5-16,3-1 2 0,0 4 1 0,4 0 1 15,1-2-1-15,5 5 2 0,1 1 0 0,2 0 0 16,2 3 0-16,1 2 1 0,-1 1-1 0,1 1 2 16,1 2-1-16,-2 2 0 0,-1 3 0 15,1-1 0-15,-3 4 1 0,-1 1 0 0,-3 1 0 16,0 2 2-16,-3 3 0 0,-3 1 2 0,-2 4 1 15,-3 0-1-15,-3 5 2 0,-1 2-1 0,-5 1 0 16,-2 5 4-16,-3 3 2 0,-3 0 1 0,-2 4-1 16,-3 3 4-16,0 0 1 0,-2 1-1 0,1 0 2 15,1 3 1-15,0-1 2 0,4 0-3 0,0-1-2 16,2-2-2-16,5-4-5 0,2-3-3 0,6-3-3 16,2-5-1-16,4-1-1 0,3-4-1 0,4-3-2 15,6-4-1-15,0-3 0 0,5-6-1 16,1-4-1-16,5-4-12 0,2-2-19 0,-1-2-42 15,-1-4-80-15,0-2-115 0,-1-1-210 0,-1 0-302 16,-1-1-351-16,1 0-360 0,-4 0-129 0,0-1 370 16,1 0 725-16</inkml:trace>
  <inkml:trace contextRef="#ctx0" brushRef="#br0" timeOffset="3236.05">7456 1102 169 0,'-2'-1'861'0,"-1"2"605"0,0 4 71 0,0 4-242 16,-2 1-454-16,1 2-325 0,-1 5-174 0,-2 1-123 16,1 4-77-16,1 4-50 0,0 2-32 0,-2 2-23 15,5 4-16-15,-3 1-10 0,2 1-5 0,3 1-2 16,0 1-4-16,0-2-5 0,3 1-25 0,-1-6-78 16,1-3-84-16,-1-5-159 0,1-4-272 15,1-6-333-15,-2-2-378 0,0-5-210 0,-1-5 84 16,1-2 651-16</inkml:trace>
  <inkml:trace contextRef="#ctx0" brushRef="#br0" timeOffset="3550.2">7372 1074 474 0,'2'-13'991'0,"-2"3"250"16,0 4-65-16,4 3-295 0,-2 3-292 15,4 3-161-15,1 3-76 0,1 4-49 0,4 0-45 16,-1 2-36-16,2 1-65 0,3 2-63 0,1 0-45 15,-1 3-21-15,4-1-11 0,0 4-10 0,0 1-2 16,-1 2-5-16,2 1-3 0,-1 4-2 0,1 2 1 16,-2-2 1-16,-2 3-2 0,-1-1 3 0,0 1 2 15,-5 0 3-15,0-1 2 0,-5 1 14 0,-3-3 16 16,-4 4 17-16,-3-3 16 0,-5 2 12 16,0 1 12-16,-6-1-5 0,-5 4-9 0,-4-2-10 15,-4 2-11-15,-2 1-8 0,-2-1-8 0,-1 0-9 16,3-3-6-16,0-1-5 0,3-6-7 0,5-3-7 15,1-3-5-15,4-4-7 0,7-6-8 16,2-2-11-16,5-6-18 0,5-6-31 0,6-2-75 16,3-5-99-16,6-5-195 0,7-4-290 0,3-6-345 15,4-1-406-15,2-5-189 0,2 3 262 0,3-3 792 16</inkml:trace>
  <inkml:trace contextRef="#ctx0" brushRef="#br0" timeOffset="3966.68">8724 1107 98 0,'-25'3'1124'0,"-2"1"739"16,-5-1-193-16,-4 0-417 0,-4 2-405 0,-1-3-407 16,-3 4-219-16,1 0-94 0,-2 4-45 0,2-1-22 15,1 3-13-15,0 0-10 0,4 2-11 0,2 2-5 16,4 0-2-16,2 2-2 0,3 0-1 0,7 4-5 15,2-1-3-15,4-1-5 0,6 3-3 0,3 1-2 16,4-2-1-16,4 2 0 0,3 0 1 0,5-1-1 16,2-1 2-16,4 1 1 0,2-3 1 0,5 0-1 15,4-2 0-15,1-1 1 0,2-1 0 16,3 0-1-16,0-3 0 0,1 0 0 0,0 0-1 16,0 0 0-16,-3-2-1 0,-2-1 0 0,-2 0 0 15,-3 1 1-15,-1-3-1 0,-5 2 1 16,-5-3 1-16,-3-1 2 0,-1 0 1 0,-6 3 1 15,-4-3 1-15,-4 3 5 0,-6-1 4 0,1 2 2 16,-6 0 2-16,-3 2 0 0,-3 2-2 0,-4 4-5 16,-1 0-5-16,-1 3-4 0,-3 3-3 0,-1 0-5 15,-3 3-10-15,1-1-14 0,0 1-29 16,-3-2-60-16,1 0-86 0,0-2-165 0,-1-2-276 16,3 0-335-16,-2-3-394 0,-3-1-290 0,3-3 55 15,-3-2 742-15</inkml:trace>
  <inkml:trace contextRef="#ctx0" brushRef="#br0" timeOffset="4600.85">2483 3177 42 0,'2'-1'271'0,"-4"-2"142"0,-7 1 120 0,-1 2-78 16,-4-2-187-16,-2 2-97 0,-2 0-55 0,-2-3-25 16,0 1-21-16,-5 1-10 0,2 1-10 0,-2-1-29 15,0-1-19-15,1 2-12 0,-1-2-3 0,4 1-1 16,1 0-5-16,1-3-21 0,1 0-30 0,3 1-49 16,4-3-76-16,1 0-133 0,-2 0-136 0,2-1-15 15,2-2 69-15,-1-1 122 0</inkml:trace>
  <inkml:trace contextRef="#ctx0" brushRef="#br0" timeOffset="5183.87">1949 2946 242 0,'-11'-7'510'0,"0"5"242"0,-2 0 122 0,4 0-178 0,-1 2-157 15,-2 2-77-15,-1 0-56 0,0 0-55 0,-1 3-48 16,-2-3-35-16,4 0-6 0,0 3 2 0,3-1-15 16,1 0-15-16,2-1-20 0,1 0-26 0,-1-1-47 15,4-1-55-15,1 0-35 0,1 1-23 0,3-1-11 0,3 2-5 16,4 0 3-16,2 0 4 0,7 2 10 0,3-2 5 15,5 0 10-15,6-2 7 0,5 0 0 0,5-1 4 16,8 0 2-16,4-1-1 0,8-2-10 0,7-1-2 16,7-1 0-16,7-1 3 0,6-1 2 0,5 0 7 15,6-3 2-15,4 3-4 0,2-4-4 0,10 1-5 16,3-1-4-16,4 1-6 0,4-2 2 0,6 2-12 16,5-1-25-16,7-2 0 0,5 1 0 0,6 4 0 15,1-3 0-15,5 3 0 0,6-2 0 16,-1 2 0-16,2 1 0 0,1-2 0 0,0 1 0 15,4 1 0-15,-4 0 0 0,0 1 0 0,-3 0 0 16,-1 0 0-16,-4 0 0 0,-2-1 0 0,-6-1 0 16,-5 3 0-16,-3-6 0 0,-4 3 0 15,-4-4 0-15,-3 0 0 0,-5-3 0 0,-8-2 0 16,-5-1 0-16,-3 0 0 0,-5-1 0 0,-5-1 0 16,-2-3 0-16,-4 4 0 0,-7-1 0 0,-8 1 0 15,-4 1 0-15,-8 2 0 0,-7 1 0 0,-7 1 0 16,-7 2 0-16,-7 1 0 0,-8 3 0 15,-6 0 0-15,-6 2 0 0,-5 2 0 0,-5-1 0 16,-3 3 0-16,-3-3 0 0,-5 2 0 0,-3-1 0 16,-3 1 0-16,0 1 0 0,-2 0 0 0,0 1 0 15,-1-2 0-15,2 3 0 0,-1-2 0 0,0 2 0 16,0 0 0-16,0 0 0 0,-1 0 0 0,3-3 0 16,0 3 0-16,1-2 0 0,-1 2 0 15,1 0 0-15,2-1 0 0,0 1 0 0,-1 0 0 16,-1-1 0-16,2 1 0 0,0 0 0 0,-1 0 0 15,1 0 0-15,-2 0 0 0,0 0 0 0,-1 1 0 16,0 2 0-16,0 2 0 0,-3-1-2 0,-2 3-274 16,-2 0-244-16,1 0-313 0,-1 4-402 15,-1-1-479-15,-1 2-170 0,-1-2 583 0,2 1 891 16</inkml:trace>
  <inkml:trace contextRef="#ctx0" brushRef="#br0" timeOffset="7450.44">9636 4886 565 0,'-9'-4'1156'0,"-4"1"339"0,-3-1-92 15,-3 2-327-15,-1-1-443 0,-1 0-203 0,-4 2-128 16,0 1-101-16,-2 1-67 0,-3 4-41 0,0 1-32 15,1 1-19-15,1 5-12 0,2 2-7 16,1 3-7-16,3 3 1 0,3 8 0 0,3 3 0 16,8 8 0-16,1 7 1 0,5 7 2 0,5 4-4 15,6 4-2-15,1 4-2 0,7 4-6 0,1 0 1 16,7 0-1-16,0-1-3 0,5-6-1 16,0-5-3-16,5-6 3 0,0-7-4 15,3-10-1-15,1-8-1 0,1-8 1 0,1-10 0 16,-1-12 2-16,2-6 3 0,-2-12 0 0,-4-7 2 15,2-11-1-15,-5-5 0 0,-4-5-1 16,-4-5-1-16,-3 4 1 0,-4-4 1 0,-6 4 1 16,-7 0 6-16,-3 3 6 0,-9-2 4 0,-2 3 5 15,-8-1 0-15,-4-1 0 0,-5 4 0 0,-4-2-3 16,-3 5 1-16,0 3-2 0,-3 4 0 16,0 5-2-16,-1 6-4 0,2 6-2 0,0 4-5 15,2 8-7-15,0 5-3 0,3 6-3 16,3 4 0-16,0 8-2 0,4 2-1 0,2 1 6 15,5 5 4-15,5 0 0 0,2-1 0 0,4 2 0 16,3-1 0-16,6 0-6 0,0 0-12 16,6-3-13-16,-1 2-18 0,1-3-30 0,4-1-70 15,-3-1-78-15,3-2-126 0,-1-1-187 0,-2 0-306 16,5-3-344-16,-2 0-236 0,0-2-105 16,-1 1 410-16,3-2 602 0</inkml:trace>
  <inkml:trace contextRef="#ctx0" brushRef="#br0" timeOffset="7699.89">10264 5707 698 0,'-1'14'1794'15,"-4"-1"59"-15,-3 0-430 0,-5-1-379 16,2-4-450-16,-2 0-297 0,1-2-128 0,-1-2-60 15,-1-1-31-15,4 0-26 0,1-2-22 0,-2-2-15 16,6 0-9-16,0-3-5 0,4-1-11 16,2-3-17-16,3-1-30 0,2-1-75 0,3-4-111 15,-1 1-241-15,2 1-304 0,1-2-385 16,-2 4-455-16,3 1-170 0,-2 1 465 0,1 2 876 16</inkml:trace>
  <inkml:trace contextRef="#ctx0" brushRef="#br0" timeOffset="9949.77">10849 5136 296 0,'3'-5'605'0,"-3"1"323"0,2-2 132 15,-2 1-199-15,-2-1-184 0,1 2-60 16,-1-2-52-16,-1 3-84 0,1-2-83 0,-4 1-64 15,1 1-53-15,0 0-79 0,-4 1-64 0,-1 1-36 16,2 1-27-16,-4 1-18 0,2 1-13 16,-1 1-11-16,-3 0-10 0,3 0-7 0,0 4-7 15,0 1-4-15,1 3-3 0,0 6-2 16,3 2-1-16,2 6-1 0,4 6 1 0,2 3 0 16,3 7 3-16,4 3 0 0,4 1 2 0,2 3 0 15,2-1 0-15,3 2 0 0,5-3-2 0,-1-4-2 16,3-6-1-16,0-4 0 0,3-7-2 15,-2-6-1-15,2-7 1 0,-2-7 1 16,-1-5 1-16,-2-9 1 0,-2-6 1 0,-3-7 0 16,-2-5 1-16,-5-6 0 0,-2-3-1 0,-3-3 1 15,-4 0 0-15,-3-2 7 0,-5 2 4 0,-4 2 4 16,-4-1 1-16,-4 1 2 0,-6-1-2 16,-3 4-5-16,-6 1-5 0,2 1-3 0,-2 4 1 15,1 5 1-15,-1 5-1 0,4 5-1 16,1 5-1-16,2 4 1 0,1 5-5 0,5 5-2 15,0 3-2-15,6 6 0 0,4 3-2 0,3 2 0 16,4 4-1-16,4 1 1 0,2 0-5 16,6 1-11-16,-1-2-22 0,4 2-55 0,1-2-78 15,1 1-148-15,0-2-273 0,-2 1-319 16,4-2-382-16,-1 1-319 0,0-2-9 0,0-2 672 16</inkml:trace>
  <inkml:trace contextRef="#ctx0" brushRef="#br0" timeOffset="10676.4">11755 5017 175 0,'6'-13'928'15,"-3"4"654"-15,-3-2 5 0,-3 5-291 0,-5-1-455 16,-1 2-325-16,-4 2-188 0,-1 0-126 16,-3 3-69-16,-2 1-43 0,0 1-31 0,-5 2-18 15,0 2-13-15,-1 2-6 0,1 1-7 16,2 0-4-16,0 3-1 0,0 0-4 0,4 1-3 16,1 2-2-16,4-2 0 0,1 2-1 0,2 1-1 15,4-1-1-15,1 1-1 0,3 0-1 0,2 2 1 16,5 0-2-16,0-2 1 0,5 1 0 15,2 1 0-15,1-2 1 0,6 2 1 0,-2-3 1 16,5-1 2-16,2 1-1 0,3-4 2 16,1 2-1-16,1 0 2 0,0-1-2 0,2 0 1 15,-1 2 0-15,0-1 0 0,0 1-1 0,-3 0 1 16,-3 3-1-16,-2 0 0 0,-5 1 1 0,1-1 0 16,-6 2 1-16,-4 2 0 0,-2 0 0 15,-4-1 0-15,-4 2 0 0,-4-3-1 0,-5 2 1 16,-2-3 0-16,-4 2-1 0,-4-4 0 15,-2 1-1-15,-2-4 0 0,-2-1-1 0,-2-3 1 16,2-2-1-16,-1-3-1 0,6-4 1 0,-4-2-1 16,4-2 0-16,0-5 1 0,6 1-1 15,-1-3 0-15,6-3-2 0,1-1 1 0,4-3-1 16,5-4-1-16,2-1 1 0,7-3-1 16,1-2 0-16,1-2 1 0,7-2 0 0,-1-1 1 15,3-1 0-15,1-1 3 0,1 0 0 0,1-3 2 16,0 1 1-16,-1-1 0 0,0 1-1 0,-1-1 1 15,-4 1 0-15,0-3-1 0,-5 3 0 16,-3 1 0-16,-4 1 2 0,-4 1 1 0,-6 3 2 16,-5 0 3-16,-2 4-1 0,-4 4 3 15,-5 1 1-15,-2 4-3 0,-3 5-2 0,0 5-2 16,-3 5-2-16,0 5-2 0,0 5-3 0,3 5 0 16,1 4-2-16,2 5 1 0,5 2-1 15,3 4-2-15,5 0-1 0,4 3-6 0,7 0-11 16,4 0-21-16,2-3-51 0,5 2-80 0,3-4-152 15,2 1-269-15,3-2-320 0,5-2-392 16,1 1-338-16,-1-4-7 0,5 1 705 0</inkml:trace>
  <inkml:trace contextRef="#ctx0" brushRef="#br0" timeOffset="11099.45">12125 5803 276 0,'6'-5'818'0,"2"-2"376"15,-3-6 70-15,3-2-96 0,-2-6-329 0,2-5-261 16,3-4-149-16,2-3-92 0,-2-4-70 0,4-4-97 16,0 0-55-16,2-2-29 0,-1-1-14 0,1 1-10 15,0 0-5-15,-2 2-7 0,1 2-4 16,1 3-6-16,-2 2-6 0,-3 7-4 0,1 0-5 16,-2 6-3-16,-3 1-4 0,-2 5-3 15,1 3 0-15,-3 2-1 0,0 4-1 0,0 0-1 16,-1 3 0-16,0 3 0 0,-1 4-1 0,0 4-1 15,-1 2-2-15,-1 7-1 0,0 3-2 16,0 6-2-16,-3 4-3 0,1 5 0 0,-2 4 1 16,-4 5-1-16,2 1 1 0,-4 5-1 0,3 3-1 15,-5-1 0-15,4 2-3 0,-2 0-4 16,1-3-13-16,1 2-19 0,3-5-40 0,-1-2-83 16,3-2-145-16,1-7-265 0,2-1-319 15,0-6-398-15,3-4-416 0,2-4-26 0,2-5 701 16</inkml:trace>
  <inkml:trace contextRef="#ctx0" brushRef="#br0" timeOffset="12249.43">12923 5134 95 0,'0'-5'481'0,"-1"3"393"16,-1-2 267-16,-1 2-73 0,2-2-287 16,-1 3-147-16,2 0-96 0,0-1-108 0,0 2-93 15,2-2-64-15,-1 1-46 0,5-2-62 16,1 0-53-16,2-1-26 0,1-4-14 0,6 2-6 15,1-1-8-15,0-2-9 0,5 0-1 0,2 1-6 16,-2 1-5-16,5-1-7 0,-2 1 0 16,2 2-2-16,-2 2-5 0,0 3-2 0,-2 0-3 15,-2 2 1-15,-4 4-1 0,-1 1-2 16,-5 6-2-16,-2 1-2 0,-6 6-2 0,-4 2-3 16,-4 5-3-16,-4 2-2 0,-4 0-2 0,-1 5 0 15,-2-1-1-15,-3-2 1 0,3 1 1 0,-1-2 1 16,2-3 1-16,0-2-1 0,4-2-1 15,0-3-1-15,1-3 0 0,5 0-2 0,2-6-1 16,2 3 1-16,2-3-1 0,2 0-1 0,2-3 1 16,3 1 1-16,3 0-1 0,2-3 2 15,2 1 1-15,2-1 0 0,1-1 0 0,4 1 1 16,-1-1 0-16,4-1 0 0,-1 1 1 0,4 1-1 16,-2 0 0-16,-1 0 1 0,2 3-1 15,-2 1 0-15,1 2 0 0,-4 2 0 0,-1 1 0 16,-4 1 1-16,-3 3 0 0,-2 1 1 15,-3 2-1-15,-5-2 1 0,-2 4-1 0,-5-1 1 16,-4-1-1-16,-5-1 1 0,-1 0-1 0,-4-2 5 16,-2-2 3-16,-3-3 1 0,-2-2 1 15,0-2-1-15,-3-2 0 0,0-2-6 16,1-4-3-16,-3-2-2 0,4-2-3 0,1-3 0 16,3-1-3-16,3-1-6 0,3-3-15 0,3 0-21 15,2 1-60-15,4-1-82 0,1-2-147 16,2 1-275-16,3 0-317 0,1 1-387 0,4 0-291 0,2 1 16 15,1-2 660-15</inkml:trace>
  <inkml:trace contextRef="#ctx0" brushRef="#br0" timeOffset="14617.76">13946 5048 57 0,'4'-10'290'0,"-3"1"172"15,2 0 166-15,-3-1-53 0,2-1-89 0,-2 1-34 16,-2-1 14-16,2 0 3 0,-1 1-10 16,-1 1-44-16,2 2-30 0,-1 1 13 0,-1 1-16 15,0 3-47-15,1-2-41 0,-3 3-37 0,1 1-46 16,-1 3-66-16,-1 3-50 0,0 1-27 15,1 7-19-15,-1 0-10 0,1 5-8 0,1 6-6 16,2 2-5-16,1 3-4 0,0 3 1 16,1 2-1-16,2 1 1 0,-1 1 1 0,3 1 2 15,0-1 0-15,1-1-1 0,-1 0-1 0,4 0-2 16,-1-3-3-16,0-1-3 0,1-3-1 0,1 0-2 16,0-5 0-16,2 0 0 0,-1-6 1 15,2-1 0-15,1-5 1 0,2-4 0 0,1-1 1 16,1-4-1-16,2-5-1 0,1-1-1 15,2-3-1-15,-2-2 0 0,4-2-2 0,-1 0 0 16,0-2 0-16,-2 1 0 0,0 1 0 0,0-1 1 16,-4 1 0-16,1-1 0 0,-7 4 0 15,2 1-1-15,-4 1 0 0,-4 1-1 0,4 0 1 16,-6 2 0-16,0 3 3 0,-3 2 2 16,1 6 2-16,-2 0 2 0,-2 5 1 0,-1 5 1 15,1 3-1-15,-1 4 0 0,-3 3-3 0,3 2 0 16,0 5 0-16,1 0 0 0,-1 3 0 0,3 2 0 15,-2 2-1-15,1 0-2 0,-1 1 0 16,2-1-2-16,0-4-1 0,0 1 0 0,2-5-2 16,-1-1 0-16,1-5-2 0,0-1-2 15,-1-4 1-15,1-3-3 0,-1-3 0 0,-1-2-1 16,0-2-7-16,0-4-12 0,0 1-22 0,-3-5-53 16,0-2-82-16,-2-4-160 0,-3-2-271 15,3 0-326-15,-2-6-404 0,0 1-333 0,-1-3 16 16,2-2 743-16</inkml:trace>
  <inkml:trace contextRef="#ctx0" brushRef="#br0" timeOffset="20986.87">18326 5293 20 0,'-5'0'437'0,"2"0"403"0,-2-1 291 15,-1-1 29-15,2 1-338 0,-3-2-201 0,5 3-93 16,-2-2-86-16,2-1-80 0,-1 0-62 15,1 1-50-15,-1-2-68 0,0-1-67 0,0 1-38 16,3 0-20-16,-2-2-9 0,1 1-6 16,-1-1-3-16,2 0-2 0,0 0-2 0,0 0-3 15,0 0-2-15,0-1 0 0,2 0 0 0,-1 1 0 16,1-1-1-16,4 0 0 0,-3 1-2 16,4-2-2-16,-1 2 0 0,4-1-1 0,2-1-1 15,3 2 2-15,0-1-3 0,4 0 0 16,5 4-3-16,0-2-5 0,2 0-1 0,1 4-4 15,2 1 0-15,-2 1-1 0,1 0 1 0,2 5 0 16,-3 2 0-16,-2 0-1 0,-3 2-2 16,-1 1-1-16,0 2-2 0,-4 0 0 0,-3 3 0 15,0-1 1-15,-2 0 2 0,-4 1 3 0,-2 2 3 16,-2 0 2-16,-1 1 3 0,-3-2 2 16,0 4-1-16,-4-1-1 0,-4 4-17 0,0-2 0 15,-3 2 0-15,-5 2 0 0,3-1 0 16,-5 2 0-16,2-4 0 0,-5 2 0 0,1 2 0 15,1-2 0-15,-2-2 0 0,2-1 0 0,0 2 0 16,4-4 0-16,-2 1 0 0,4-4 0 16,1 2 0-16,3-4 0 0,0-1 0 0,0-1 0 15,5-1 0-15,0-1 0 0,3-1 0 0,-1-1 0 16,4 0 0-16,-1-1 0 0,3-1 0 0,0 1 0 16,5-1 0-16,-2-1 0 0,3-1 0 15,-1-1 0-15,5 0 0 0,-1-2 0 0,3 0 0 16,1 0 0-16,0-4 0 0,1 0 0 15,3 0 0-15,1-3 0 0,-3-1 0 0,1 4 0 16,2-5 0-16,-2 2 0 0,-3-1 0 0,0 0 0 16,1 2 0-16,-4-1 0 0,2 2 0 15,-4-2 0-15,1 3 0 0,-2-1 0 0,-3 0 0 16,1 2 0-16,-1-1 0 0,-3 0 0 16,0 2-29-16,-2-1-91 0,0 0-87 0,-3 1-166 15,0 0-273-15,0 0-329 0,0 0-402 0,-3-2-336 16,2 0 47-16,1 0 792 0</inkml:trace>
  <inkml:trace contextRef="#ctx0" brushRef="#br0" timeOffset="21626.42">19289 5770 154 0,'-1'3'727'16,"-3"-1"435"-16,-1-1 131 0,2 1-9 0,0-1-370 16,0 1-287-16,0-2-173 0,1 1-98 0,-1 1-77 15,0-1-101-15,2 0-66 0,1-1-39 16,0 2-24-16,0-2-14 0,1 0-11 0,-1 0-6 15,2 0 0-15,-1-2 3 0,4 0 6 16,-1-3 5-16,3-2 5 0,1-2 2 0,3-5-2 16,1-4-3-16,1-2-6 0,5-3-3 0,0-4-3 15,0 0-4-15,2-4-3 0,1-3-2 0,1 0-3 16,0-1-1-16,0 1 0 0,-2-1 1 16,-2 2 1-16,3 0 1 0,-5 3 1 0,1 0-1 15,-3 3-12-15,2 2 0 0,-5 2 0 0,0 2 0 16,0 3 0-16,-3 3 0 0,-1 2 0 15,-1 3 0-15,2 2 0 0,-7 2 0 0,4 1 0 16,-3-1 0-16,1 4 0 0,-2-1 0 0,1 1 0 16,1 2 0-16,1 0 0 0,-3 0 0 15,2 1 0-15,-1 0 0 0,2 4 0 16,-2 1 0-16,1 2 0 0,-1 1 0 0,-1 1 0 16,3 4 0-16,-4 2 0 0,1 2 0 0,-1 2 0 15,-1 1 0-15,1 1 0 0,-4 3 0 16,3 0 0-16,-3 1 0 0,1 4 0 0,-3-1 0 15,2 0 0-15,-1 2 0 0,0 0 0 0,0 0 0 16,-1 0 0-16,0-1 0 0,3 0 0 16,-2 0 0-16,0-2 0 0,2-2 0 0,-2-2 0 15,2 1 0-15,-2-3 0 0,2-3 0 0,0-2 0 16,0 2 0-16,-1-6 0 0,3 1 0 16,-1-4 0-16,1 1 0 0,-1-3 0 0,2-1 0 15,0-1-23-15,0-1-175 0,2-2-101 0,-2-1-181 16,3-2-288-16,0-2-351 0,2 0-378 15,1 1-155-15,3-2 265 0,-1-1 733 0</inkml:trace>
  <inkml:trace contextRef="#ctx0" brushRef="#br0" timeOffset="21855.81">20029 5895 61 0,'3'6'909'0,"-3"-2"777"0,-1 2-9 15,-2-1-342-15,1-3-421 0,-1 2-369 0,-1-3-250 16,3 1-121-16,-2-2-62 0,1 0-39 16,0 0-29-16,-1-2-19 0,3-1-13 0,0 0-7 15,0 0-4-15,3-1-3 0,1-2-1 16,-1-1-9-16,2 3-19 0,-2 0-54 0,0-1-81 16,0-1-155-16,2 1-275 0,-4 1-323 0,4 0-397 15,0 0-331-15,1 2 18 0,2-1 717 0</inkml:trace>
  <inkml:trace contextRef="#ctx0" brushRef="#br0" timeOffset="22856.3">20661 5290 13 0,'5'-6'383'0,"-2"-1"355"16,1-1 315-16,-3 0 59 0,-1 1-278 0,0 1-177 15,0 0-66-15,0 2-80 0,-1 0-90 16,-1-1-72-16,0 0-56 0,-1 3-66 0,0-2-77 16,0 3-45-16,-2-2-28 0,-1 0-17 15,0 3-12-15,-1 0-12 0,1 3-9 0,-2 0-6 16,-1 0-7-16,-1 3-5 0,0 3-3 15,-1 1-3-15,2 2-1 0,-1 4-1 0,-1 3 1 16,3 3-1-16,0 4 2 0,0 2 0 0,2 5 1 16,2 2-1-16,0 5 1 0,1 1-2 0,2 2 0 15,2 1-1-15,-1-1 0 0,5-1 0 16,0-2-1-16,2-1-1 0,3-1-1 16,0-3 0-16,0-4-1 0,3-4 0 0,0-1 0 0,3-5 0 15,0-3 0-15,2-4 1 0,1-6-1 16,1-2 1-16,0-5 1 0,2-2 2 0,-1-6 0 15,-1-4 1-15,2-2 0 0,-2-4 2 16,1-1 0-16,-2-4 0 0,1-3-1 0,-3-1 0 16,0-3-1-16,-1-1 0 0,-2-1-2 0,0-1 0 15,-1-1 0-15,-4 2 0 0,-1-2 0 16,-3 0 0-16,-3-2-1 0,-2 3 0 0,-3-2 1 16,-4 1 0-16,-2 2 2 0,-1 1 0 0,-2 2 0 15,-6 2 1-15,2 2-1 0,-2 3-1 16,-3 3 0-16,2 2-1 0,-2 3 0 0,0 3-1 15,1 2 0-15,-2 4 1 0,2 1 0 16,2 2 0-16,-1 2-2 0,2 3 0 0,-1 4 0 16,1 2-1-16,4 2 0 0,-1 3-1 0,2 0 0 15,0 3 1-15,3 0 0 0,1 3 0 0,3-1-3 16,4 2-14-16,1 1-32 0,3 1-75 16,0-1-81-16,5 1-153 0,0 1-292 0,1 0-324 15,4-1-356-15,1 0-205 0,7-1 70 16,-4-2 650-16</inkml:trace>
  <inkml:trace contextRef="#ctx0" brushRef="#br0" timeOffset="23429.43">21556 5406 55 0,'0'-2'606'0,"0"1"490"16,-1 1 236-16,-3 0 6 0,1 0-343 0,2 0-345 16,-5-2-198-16,2 2-109 0,0-1-86 0,-1 1-88 15,2 0-60-15,-4-2-33 0,4 2-21 16,-3 0-14-16,1 2-10 0,0-1-7 0,-3 4-9 16,0 2-1-16,-1 3 0 0,0 3 0 0,-3 5 5 15,-2 3 0-15,1 4 7 0,0 4 0 16,0 5 2-16,-3 2 0 0,3 3-2 0,4 2-4 15,-2 1-5-15,4 0-3 0,3-1-6 16,0 2-3-16,4-4-2 0,5-2-2 0,2-1-1 16,2-4 0-16,4-6 0 0,3 0-1 0,4-6 0 15,2-2-1-15,2-7 0 0,1 0-1 16,4-5 0-16,-1-6 1 0,2-3-1 0,0-1 3 16,0-7 2-16,0-2 0 0,0-5 1 0,2-6 0 15,-4-1 1-15,1-4 0 0,-1-5-2 16,-3-1 1-16,-2-3-1 0,-3-1-1 0,-1-1 1 15,-4 1-1-15,-5-3-1 0,-2 0 0 0,-3-2 0 16,-2-1-1-16,-3-1 1 0,0-1 7 16,-3 1 9-16,-2-1 11 0,-3 5 10 0,-1 3 6 15,-2 6 2-15,-5 2-6 0,-1 6-8 16,-4 6-24-16,-4 2-7 0,-2 10 0 0,-4 4 0 16,-3 7 0-16,-2 7 0 0,0 6 0 0,-3 5 0 15,3 5 0-15,0 7 0 0,4 1 0 0,2 5 0 16,5 3-7-16,3 2-45 0,1-2-71 15,5 2-114-15,1-3-249 0,3 0-309 0,2 2-392 16,2-3-479-16,3 2-190 0,0 0 521 0,0 2 909 16</inkml:trace>
  <inkml:trace contextRef="#ctx0" brushRef="#br1" timeOffset="37345.42">19022 4648 80 0,'0'-1'315'0,"0"-1"168"0,0 0 143 16,0 1-83-16,-2 0-131 0,2 1-60 15,0-2-20-15,-2 2-6 0,2 0-8 0,0 0-24 16,0 0-34-16,0 2-40 0,0-2-30 0,0 0-27 16,0 1-27-16,0-1-19 0,0 0-21 15,0 1-14-15,0-1-15 0,0 0-7 0,0 0-3 16,0 0 1-16,0 0 22 0,0 2 43 0,0 1 36 15,2 0 20-15,-2 2 6 0,0-1-6 16,0 2-22-16,0 0-44 0,-2 0-36 0,2 2-13 16,0 1-12-16,0 0-6 0,-2 0-5 15,0 0-2-15,2 1-3 0,0-1-13 0,-2 2-8 16,2-2-6-16,0 2-3 0,-1-3 0 16,1 1-2-16,0 0 0 0,0-1-2 0,0 1 1 15,0-1-1-15,0 0 1 0,-2 0 8 0,2 1 2 16,0 2 4-16,-1-3 2 0,1 3 1 15,0-1-1-15,-2 0-6 0,2 3-4 0,-2-2-4 16,2 1-2-16,0-1-1 0,0 1 0 0,0-2 1 16,0 4 0-16,0-2-1 0,0-1 1 0,0 2-2 15,0-2-1-15,0 1-1 0,0-1 1 16,0-1 0-16,0 1 0 0,0-3 0 0,0 1 1 16,0 0-1-16,2 0 1 0,-2 0 1 15,2-2 0-15,-2 1 0 0,0 0 0 0,0 0-1 16,0-1-1-16,0 0-1 0,0-1 0 0,0 2 0 15,0-2 2-15,0 1 0 0,0-1 0 16,0 1 1-16,0 1 0 0,0-3 0 0,0 3-1 16,0-1 1-16,0 2 0 0,0-2 1 15,-2 1-1-15,2 0 1 0,0 0-2 0,-2 0 1 16,2-1-2-16,0 1-1 0,0-2 0 0,-1 0 1 16,1 0 0-16,0 0-1 0,0 0 1 15,0 0 3-15,0-2 0 0,0 4-1 0,0-2 0 16,0 0-1-16,1 1-1 0,-1-1-1 0,0 2 2 15,2-1-1-15,-2 1 0 0,2 1 1 16,-2-2 0-16,1 2 0 0,1 0-2 0,-1 0 1 16,-1-1 0-16,2 1 1 0,0-2 0 15,0 2 0-15,-2 0-1 0,4-1-1 0,-4-1 0 16,1 2-1-16,-1 0 2 0,0-1 0 0,3 0 2 16,-3-1-2-16,2-1 0 0,0 1 1 15,-2 1-1-15,1-1 0 0,-1 2-1 0,2-2 1 16,-1 1 0-16,-1 0 1 0,0 0-1 0,2 0 0 15,0 1 1-15,-2 0-1 0,0 0 2 16,0 0-1-16,1 2 0 0,-1-2 1 0,0 2-2 16,2-1 1-16,-1 0-1 0,1 1 1 0,-2-1-1 15,2 0 0-15,-1 1 1 0,2-2-1 16,-1 1 1-16,-2 0-1 0,1-3 1 16,-1 2-1-16,2 0 0 0,-2-1 1 0,1-1 0 15,1 1 0-15,0-1-1 0,-2 1 1 0,1 1-1 16,1-2-1-16,-1 1 2 0,-1-1 0 0,2 2-1 15,0 0 0-15,-1 0-1 0,-1-1 1 16,2-1-1-16,-2 3 0 0,2-2 1 0,-2 0 0 0,0-1 2 16,1 1-2-16,-1-1 1 0,2 2 1 15,-1-4 0-15,-1 4-1 0,0-1-2 16,3-2 1-16,-3 1 0 0,2 0 0 0,-2-1 0 16,0 0 0-16,0 1 0 0,0-1 1 0,0 0-1 15,1 1-1-15,-1 1 0 0,0-1 1 0,0 1 0 16,0-3 0-16,2 4 1 0,-2-3 0 15,0 1 1-15,0-1 3 0,0 2 4 0,0 1 2 16,0-3 1-16,0 1 1 0,0 0 0 16,0 0-4-16,0-1-3 0,0 2-2 0,0-2 0 15,0 1-1-15,0-1-1 0,0 0-1 0,1 0 1 16,-1 2-1-16,0-3 0 0,0 4 0 16,0-3 0-16,0-1 2 0,2 3-2 0,-2-2 0 15,2 1 1-15,-2-1 0 0,0-1-2 16,0 1 1-16,0 1-1 0,0-1 1 0,0 1-1 15,0 0 2-15,0-1 1 0,0 1 4 0,0 2 4 16,0 0 2-16,0 0 3 0,-2 1-1 0,0 1-1 16,2 0-5-16,-1 1 0 0,-1 0-4 15,1 1-1-15,1 1-1 0,-2-2 0 0,-1 2 0 16,2-3-2-16,1 3 0 0,-2-4 0 16,2 2-1-16,0-1 2 0,-1 2-1 0,1-1 1 15,-2 0 0-15,0 0-1 0,2-1 1 0,0 2 0 16,-1-3-1-16,-1 3 0 0,2-3 1 0,0 4-1 15,-2-4 0-15,2 2-1 0,0 1 0 16,0-1 0-16,0-1 0 0,0 1 1 16,0 0 0-16,0 0 0 0,0-1 1 0,0 0-2 15,0 1 0-15,0-2 0 0,0 0 0 16,0 2 0-16,0-3 0 0,0 2-1 0,0-3 0 0,0 5 0 16,-1-3 0-16,-1 1 1 0,2-1 0 15,0 2 1-15,-1-1 1 0,1 2 0 0,0 1-1 16,-2-2 1-16,2 3 0 0,-2-1-1 15,2 1 0-15,-1 1 0 0,-1 2 1 0,2-4-1 16,-1 5 0-16,1-2-1 0,0-3 0 0,-2 3 0 16,2-2 0-16,0-1 1 0,0 3-1 15,0-3 2-15,0 1-2 0,0-2 1 0,0 1-1 16,0 1-1-16,-3-2 2 0,3 1-1 16,0 0 0-16,-1 0 1 0,-1 2-1 0,2-2 1 15,0 1-1-15,0 0 0 0,-2 0 0 0,2 1 0 16,-3 0-1-16,3-1 0 0,-1 1 1 15,1 1 0-15,0 0 0 0,0 0 0 0,-2-2 0 16,0 2 0-16,2 0 0 0,0-1-1 0,0 0-1 16,0-1 1-16,0 0-1 0,0 1 1 15,0 0-1-15,0-3 1 0,-1 2 1 16,1 0 0-16,0 1 2 0,-2-2-1 0,2 0 2 16,0 1 0-16,-1-2-1 0,1 0 0 0,0-1-1 15,-2-1 0-15,2 0-1 0,-2-3 1 0,2 0-1 16,0 0 1-16,-1-1-1 0,-1-2 1 15,2 0-1-15,0-3 0 0,0 2 0 0,0-2 0 16,0 0 0-16,0 0 0 0,0-1 0 0,0 0 0 16,0-1 1-16,0 0 2 0,0 2 3 15,0-2 4-15,0 0 3 0,0 1 3 0,-1 1 1 16,1-2-1-16,0 0-3 0,-2 1-2 16,0-1-4-16,2 2-1 0,-2-2-2 0,0 1 0 15,0 1 1-15,2-2-1 0,-3 2 0 0,2-2 0 16,-1 1 2-16,0 0 0 0,-1-1 0 0,2 0 3 15,-3 2 0-15,1-2-1 0,0 2 2 16,-3-2-1-16,3 0-1 0,-2 0 0 0,0 0 1 16,-1 0 1-16,-1 0 0 0,1-2 0 15,-2 2 2-15,0-2 0 0,2 1-1 0,-3 0 2 16,1-1-1-16,0-1 0 0,-2 0 0 16,-1 0 0-16,2 1 0 0,-4 0 1 0,4 0 0 15,-1 0 0-15,-1 0-1 0,2 2-1 0,-3-3-1 16,0 1-3-16,1 2-2 0,-1-1-1 15,-1 1-2-15,-2 1 0 0,0-1 0 0,-2 2 0 16,0 1 0-16,0-1 1 0,-4 3 0 0,2-2 2 16,-1 3 3-16,-1-3 0 0,2 0 3 15,0 0-10-15,0 0-1 0,-1-2 0 0,2 1 0 16,0-2 0-16,1 0 0 0,-1 0 0 16,2-2 0-16,0 1 0 0,1 0 0 0,2-3 0 15,-2 2 0-15,1 0 0 0,3-1 0 0,0 1 0 16,-3-1 0-16,2 0 0 0,2 2 0 0,-2-2 0 15,1 1 0-15,0 0 0 0,-1 2 0 16,0-3 0-16,-2 2 0 0,0 0 0 0,-2 1 0 16,2-1 0-16,-2-2 0 0,0 3 0 15,-1 0 0-15,3-2 0 0,-4 2 0 0,0 0 0 16,2-2 0-16,0 2 0 0,0-2 0 0,0 1 0 16,4 1 0-16,-4 0 0 0,3-1 0 15,3 1 0-15,-2-2 0 0,2 2 0 0,2 0 0 16,2-1 0-16,-1 1 0 0,0 0 0 0,2 0 0 15,2 0 0-15,0 0 0 0,0-2 0 16,-2 2 0-16,4 0 0 0,-2 0 0 0,1 0 0 16,-1 0 0-16,1 0 0 0,-1-1 0 15,1 1 0-15,-1 0 0 0,1 0 0 0,-1 0 0 16,0 0 0-16,0 0 0 0,2 0 0 0,-1 0 0 16,0 0 0-16,1 0 0 0,1 0 0 15,-2 0 0-15,2 0 0 0,0 0 0 0,0 0 0 16,0 0 0-16,0 0 0 0,0 0 0 0,0 0 0 15,0 0 0-15,0 0 0 0,0 0 0 0,0 0 0 16,0 0 0-16,-1 0 0 0,-1 0 0 16,2 0 0-16,0 0 0 0,0 0 0 15,0 0 0-15,0 0 0 0,-2 0 0 0,2 0 0 16,0 0 0-16,-1 0 0 0,-1 0 0 0,1 1 0 16,1-1 0-16,-4 0 0 0,1 2 0 15,2-2 0-15,-3 0 0 0,0 0 0 0,2 0 0 16,-1 0 0-16,2 1 0 0,-3-1 0 0,3 0 0 15,-2 0 0-15,1 0 0 0,-1 0 0 16,-1 0 0-16,1 0 0 0,-1 0 0 0,2 0 0 16,-2 0 0-16,0 0 0 0,1 0 0 15,2 0 0-15,-3 0 0 0,-1 0 0 0,2 0 0 16,2 0 0-16,-4 0 0 0,2 0 0 0,2 0 0 16,-3 0 0-16,1 0 0 0,3 0 0 15,-2 0 0-15,-1 0 0 0,2 0 0 0,-1 0 0 16,0 0 0-16,1-1 0 0,-1 1 0 0,1 0 0 15,-2-2 0-15,1 2 0 0,-1-1 0 0,2 1 0 16,-3 0 0-16,1-2 0 0,0 1 0 16,0 1 0-16,-1-2 0 0,0 1 0 15,-1-1 0-15,1 1 0 0,-1-1 0 0,0 2 0 16,2-2 0-16,-2 1 0 0,2 1 0 16,-2 0 0-16,2-2 0 0,0 2 0 0,1 0 0 15,-1-1 0-15,1 1 0 0,1-1 0 0,-1 1 0 16,2 0 0-16,-1-2 0 0,-1 2 0 0,0-1 0 15,2 1 0-15,-3 0 0 0,3 0 0 16,-1-2 0-16,-1 2 0 0,0 0 0 0,2-1 0 16,-2 1 0-16,2 0 0 0,-2 0 0 15,2 0 0-15,0 0 0 0,-2 0 0 0,2 0 0 16,0 0 0-16,0 0 0 0,0 0 0 0,0 0 0 16,0 0 0-16,0 0 0 0,0 0 0 15,0 0 0-15,0 0 0 0,0 0 0 0,0 0 0 16,0 0 0-16,0 0 0 0,0 0 0 0,0 0 0 15,0 0 0-15,0 0 0 0,0 1 0 0,0-1 0 16,0 0 0-16,2 2 0 0,0-1 0 16,0 2 0-16,3 1 0 0,2 1 0 15,-3 3 0-15,4-2 0 0,3 0 0 0,-3 5 0 16,4-3 0-16,0 3 0 0,-1-2 0 16,0 1 0-16,2 1 0 0,0 0 0 0,-3 0 0 15,2 0 0-15,-3 1 0 0,3-3 0 0,-2 1 0 16,-2 1 0-16,1-1 0 0,-2-3 0 0,-2 2 0 15,-1-1 0-15,1-2 0 0,-2-1 0 16,-1-1 0-16,1 1 0 0,0-2 0 0,-1-2 0 16,-1 1 0-16,-1-1 0 0,0 0 0 15,2-1 0-15,-2 2 0 0,0-2 0 0,-2 0 0 16,2 1 0-16,-1-1 0 0,-1 0 0 0,-1 0 0 16,0-1 0-16,0 1 0 0,-2-2 0 15,2 0 0-15,0-1 0 0,-4 0 0 0,2-2 0 16,-4-1 0-16,3-1 0 0,-2-1 0 15,0 0 0-15,-1-2 0 0,-1 0 0 0,0-1 0 16,1 1 0-16,1-2 0 0,-2 2 0 0,1-2 0 16,1-1 0-16,-1 1 0 0,1 0 0 0,-1 1 0 15,2-3 0-15,1 1 0 0,-1 0 0 16,0 0 0-16,0-1 0 0,2 2 0 16,1 1 0-16,-1-1 0 0,0 1 0 0,1 0 0 15,0 2 0-15,1 2 0 0,2-1 0 0,-3 2 0 16,1 2 0-16,2-1 0 0,1 1 0 0,-2 0 0 15,0 4 0-15,2-4 0 0,-1 3 0 16,1 1 0-16,0-1 0 0,0 1 0 0,0-3 0 16,0 3 0-16,0 0 0 0,0-2 0 15,0 2 0-15,1 0 0 0,1 0 0 0,1-4 0 16,2 1 0-16,0-1 0 0,4 0 0 0,1-4 0 16,-1 1 0-16,5-2 0 0,-1 0 0 0,3-1 0 15,0-2 0-15,1-1 0 0,1 1 0 16,-3-1 0-16,3-1 0 0,-1 3 0 0,-1-1 0 15,0-1 0-15,-4 2 0 0,2 2 0 0,-4 1 0 16,-2 0 0-16,1 2 0 0,-1 2 0 16,-3 0 0-16,2 0 0 0,-6 2 0 0,2-2 0 15,2 3 0-15,-5-3 0 0,1 2 0 16,-1-2 0-16,0 0-11 0,0-2-166 0,-1 0-151 16,-4-2-261-16,2 1-330 0,0 1-408 15,-2 0-423-15,0 0-28 0,-1 2 750 0</inkml:trace>
  <inkml:trace contextRef="#ctx0" brushRef="#br1" timeOffset="39545.26">13951 7585 134 0,'2'-2'688'0,"-2"0"437"16,-2 0 121-16,2 1-64 0,0-1-340 15,0 2-239-15,0-1-147 0,0 1-87 0,0 0-64 16,0 1-71-16,2-1-81 0,-2 2-56 15,0 2-36-15,0 2-18 0,-2 5-10 0,2 1-1 16,0 6 0-16,0 3 3 0,0 4 3 0,0 5-2 16,0 3 0-16,2 7-2 0,-2 3-2 15,0 5-5-15,0 1-4 0,-2 4-5 0,2 2-6 16,-1 2-4-16,-3 1-5 0,1 0 0 0,0-1-2 16,-3-1 1-16,3-1 0 0,0-4 0 15,-1-3 0-15,1-5-1 0,2-3-2 0,-3-8-2 16,3-3-1-16,1-4-2 0,0-5-12 0,0-4-13 15,1-5-22-15,-1-4-43 0,4-5-74 16,-4-6-81-16,1-7-120 0,1-4-170 0,1-6-287 16,0-3-288-16,0-5-199 0,3-2-98 0,1-3 328 15,-1-5 533-15</inkml:trace>
  <inkml:trace contextRef="#ctx0" brushRef="#br1" timeOffset="39828.03">14234 7761 139 0,'11'-17'740'16,"-3"2"554"-16,-2 4 225 0,-1 1-166 0,-1 3-458 16,-1 3-331-16,-2 0-180 0,1 4-126 15,-2 4-97-15,0 3-58 0,0 3-29 0,0 7-11 16,-2 5-4-16,1 4-1 0,-1 3-5 0,2 6-5 16,-1 3-10-16,-1 3-8 0,0 0-7 15,2 3-7-15,-1 0-6 0,-1 0-5 0,0 2-4 16,2-4-1-16,-3 1-1 0,3 0 0 0,-3 0-1 15,1-5 2-15,1 0-1 0,-1-2 1 16,-1-3-2-16,0-2-1 0,2-3-3 0,-1-5-10 16,1-2-17-16,-3-5-27 0,3-4-67 15,-3-1-74-15,1-3-128 0,-2-5-183 0,1-3-303 16,-2-3-334-16,1-3-242 0,-2 1-117 0,1-4 375 16,0-2 600-16</inkml:trace>
  <inkml:trace contextRef="#ctx0" brushRef="#br1" timeOffset="40178.29">13834 8237 155 0,'0'-4'762'0,"0"1"455"0,-1 2 118 16,1-2-65-16,1 1-391 0,-1 0-309 0,2-2-168 15,1-1-98-15,0 1-68 0,5-4-74 0,1 1-54 16,1-4-28-16,7 2-10 0,1-4-4 16,6-1-10-16,1-2-9 0,2 0-10 0,3-2-8 15,1-3-9-15,4 0-6 0,3-2-5 16,0-2-4-16,1 0-1 0,-1 1-3 0,2 1 0 16,-2-1-2-16,-4 4 0 0,-2-1-3 15,-3 4 1-15,-7 0-2 0,0 6-1 0,-5 1 0 16,-4 2 0-16,-2 2-1 0,0 2-5 0,-6 1-8 15,-2 2-12-15,-1 2-27 0,-4 2-58 16,-1 3-69-16,-4-1-95 0,-5 3-149 0,1 3-232 16,-5 0-308-16,3 2-254 0,-4 0-186 15,0 1 96-15,-1-2 517 0</inkml:trace>
  <inkml:trace contextRef="#ctx0" brushRef="#br1" timeOffset="40411.67">13848 8395 411 0,'-9'18'856'0,"6"-3"249"0,0-1-20 0,3-5-260 15,1-2-309-15,4-1-189 0,4-2-55 16,2-3-30-16,2-2-3 0,6-3 18 0,1 0-11 16,1-5-23-16,3-1-48 0,3-5-27 15,0 1-29-15,1-3-47 0,2-2-31 0,2-1-18 16,-1-3-10-16,-1 3-2 0,0-1-6 0,0 1-11 15,-1 1-67-15,-5 3-75 0,1-3-155 0,0 4-285 16,-3 2-307-16,0 1-372 0,-1 2-234 16,1 0 52-16,-1 3 647 0</inkml:trace>
  <inkml:trace contextRef="#ctx0" brushRef="#br1" timeOffset="41335.04">14969 8287 456 0,'5'-3'920'0,"-2"0"271"0,-1 2-21 0,1 1-328 15,-3 0-322-15,3 1-194 0,-1 2-79 0,-1 1-16 16,2 7 1-16,-1 3-5 0,3 2-7 15,-2 5-17-15,2 3-40 0,0 5-45 0,2 0-36 16,-2 7-19-16,1 1-16 0,1 2-12 0,-2 3-5 16,2 0-5-16,-2-1-4 0,1 0-9 15,-1 0-5-15,-1-4-2 0,0-1-1 0,2-7-2 16,-3-2 0-16,-1-3 0 0,0-3 2 0,-1-5 4 16,1-4 8-16,-2 1 10 0,2-5 14 15,-2 0 8-15,-2-3 2 0,0-1-5 0,-3-2-6 16,2-2-9-16,-4-2-13 0,0-1-8 0,1-5-4 15,-2-1-2-15,-1-5-2 0,1 0-1 16,-2-7 0-16,4-2 0 0,-3-7-1 0,0-1-2 16,3-4 0-16,3-4 1 0,1-1-2 15,2-1 0-15,3 2 1 0,2-1-1 0,2 2 3 16,1 2-1-16,2 2 2 0,3 4 0 0,0 1 0 16,1 2 0-16,3 4 0 0,-2 2-1 15,3 1 1-15,-1 2 0 0,1 2-1 0,0 1 2 16,1 2 0-16,0 0 1 0,-5 2-1 0,2 1 1 15,-4 3 0-15,0-1 0 0,0-1-1 16,-4 5 1-16,0-1-1 0,1 1 1 0,-2 2 1 16,-2 0-2-16,-1 2 5 0,1 2 1 0,0 3 2 15,1 1 2-15,-4 4-1 0,-1 2 1 16,-1 2-3-16,-1 4-2 0,-3 0-2 0,-2 6-2 16,-2-2 1-16,0 1-2 0,0 2 1 15,-6 2 1-15,3 0 0 0,-4-1-1 0,0-1-1 16,1-2-1-16,1-1 0 0,-1-3-1 0,3-2-1 15,1-4-1-15,-2-1-1 0,4-3-8 0,2-1-14 16,-1-5-25-16,0-2-52 0,3-1-70 16,1-2-71-16,2-4-95 0,2-2-133 0,2-2-179 15,3 2-248-15,1-2-204 0,2 2-176 16,3 0 51-16,3-2 391 0,1 1 446 16</inkml:trace>
  <inkml:trace contextRef="#ctx0" brushRef="#br1" timeOffset="41694.85">15638 8245 203 0,'3'-4'855'15,"-4"-2"617"-15,-3 3 88 0,-3 0-260 0,1 0-474 16,-6 3-302-16,-2 3-163 0,0 0-136 0,-2 3-83 16,-1 1-48-16,-1 5-35 0,1 2-20 15,-2 2-16-15,4 4-9 0,-2 1-5 0,4 1-3 16,1 2-1-16,2 1-2 0,4-3-1 0,3-1-2 15,1-1-1-15,5-4-3 0,1-3-1 16,2-3 0-16,2-5 1 0,4-5 0 0,1-5 0 16,1-3 1-16,2-7 0 0,1-5 1 0,1-1 1 15,3-6 1-15,-5 0 0 0,2 0 1 0,0 0-1 16,-4-1 0-16,-1 7 0 0,-1-1-1 16,-4 5 2-16,0 2 1 0,-2 5 1 0,-1 0 1 15,-2 4 0-15,1 2 1 0,-3 1-1 16,-1 3-2-16,0 3-1 0,0 4-1 0,-1 3 0 15,-3 3-1-15,3 6-1 0,-1 1-1 0,0 2 0 16,1 3 0-16,-1 0 0 0,2 0 0 0,0 1 0 16,2-1-9-16,-1-2-23 0,3-4-75 15,1 0-82-15,-1-6-139 0,1-4-233 0,0-4-322 16,4-1-364-16,-1-4-222 0,2-5-16 16,1-2 513-16</inkml:trace>
  <inkml:trace contextRef="#ctx0" brushRef="#br1" timeOffset="42027.93">15937 8229 222 0,'9'4'671'0,"-2"4"367"0,-2 2 140 0,-1 4-217 15,0 2-270-15,2 2-158 0,-5 2-105 0,2 1-78 16,1 1-65-16,-1-1-45 0,-2 2-53 16,3-3-60-16,-3-2-46 0,3 1-26 0,-1-4-21 15,-2-3-11-15,4-3-3 0,-4-2 2 16,-1-2 5-16,2-4 0 0,-1-4 2 0,-1-3 0 15,2-3-2-15,-2-2-9 0,0-2-6 0,2-2-3 16,-2-2-2-16,0 0 1 0,0-1 1 0,0 0-2 16,-2-1 0-16,2-3-2 0,0 2 0 15,0-3-1-15,0 3-1 0,3-1-1 0,-3 4-1 16,3 0-1-16,-1 4-2 0,-2 3 0 16,3 3 0-16,1-1 0 0,0 5-1 0,1 1 1 15,-1 4-1-15,1 3 0 0,2 2-11 0,-2 1-39 16,-1 3-70-16,4-1-75 0,-3 1-133 15,1-1-213-15,2-1-316 0,-1 0-293 0,3 0-208 16,0-2-23-16,6 0 449 0,1-1 538 16</inkml:trace>
  <inkml:trace contextRef="#ctx0" brushRef="#br1" timeOffset="42378.55">16462 8191 83 0,'-5'-5'715'0,"2"4"728"0,-3 1 189 0,-4 3-253 15,-1 3-434-15,-3 1-366 0,-3 5-189 0,-1 1-151 16,-2 5-80-16,-1 1-47 0,4 2-30 0,-2 0-20 16,3 3-14-16,0 2-12 0,3-1-10 15,4 1-7-15,0-1-5 0,2-1-7 0,6-4-3 16,1-4-4-16,1-4-2 0,6-3-2 16,3-8 1-16,3-2-1 0,0-5-1 0,4-6 0 15,2-3-5-15,-3-2-4 0,3-3-5 0,-1-3-1 16,-3 1-2-16,1-1 2 0,-2 4 5 0,-3-1 4 15,-1 5 5-15,-1 3 5 0,-2 3 1 16,-6 3 1-16,1 5 0 0,-2 1 1 0,-2 5-1 16,-1 3 0-16,-2 5-2 0,0 0 1 15,-1 2 1-15,3 2-1 0,-2 2 1 0,0 0 0 16,2 1 0-16,2 0-1 0,-1-1-1 0,0-1-1 16,2 0-3-16,2-3-15 0,0-2-31 15,1-2-77-15,0-3-79 0,0-4-149 0,1-1-257 16,-3-3-325-16,4 0-355 0,1-1-206 15,-1-1 7-15,1 0 574 0</inkml:trace>
  <inkml:trace contextRef="#ctx0" brushRef="#br1" timeOffset="43028.56">16647 8622 95 0,'-5'2'719'15,"2"-2"544"-15,2-2 153 0,-3-1-116 16,1-3-367-16,3-3-358 0,0-3-187 0,2-4-112 16,-1 0-76-16,4-3-66 0,0-4-51 15,4-1-29-15,-1-1-19 0,3-2-9 0,0 1-4 16,2-1-7-16,-1 1 1 0,0 3-2 0,0 1 2 16,-1 1-2-16,-1 2 1 0,0 4-1 15,-3 2 0-15,-1 2-1 0,-1 4 6 0,0 1 6 16,-2 4 4-16,1 2 2 0,-3 6-3 15,1 3-2-15,-4 3-6 0,2 3-7 0,-3 5-5 16,0 1-2-16,-1 4 2 0,1 0 2 0,0 3 1 16,0 0 1-16,0 1 0 0,1-1 0 15,-1 1-4-15,2-4-3 0,1-4-3 0,1-1 0 16,2-5-2-16,0-3-2 0,2-5 1 0,3-1-2 16,0-6 2-16,1-4-1 0,3-4 2 15,0-4-1-15,2-3 0 0,-1-2 0 0,4-2-1 16,-2-2 1-16,0 0-1 0,-2 1 0 0,1 1 1 15,-3 1 1-15,-1 3-1 0,2 3 1 16,-4 1-1-16,-1 3 0 0,-1 2 1 0,-1 1 0 16,-1 3 0-16,0-1 0 0,-1 6 2 0,-1-1 0 15,-1 4 1-15,-1 2-1 0,2 3 1 16,-2-2-1-16,-2 5 0 0,2 1 0 0,0-1 0 16,0 3 0-16,0-2-1 0,0 1-1 15,0-2 0-15,3-1-2 0,1-1 0 0,0-5-1 16,2-2 1-16,2-2 0 0,0-5 0 0,0-4 0 15,5-2 0-15,-4-5-2 0,5-5 1 0,-2 0-1 16,-1-1 1-16,0 1 1 0,-2-2 1 16,3 5 0-16,-3 0 1 0,-1 2 1 0,0 1 0 15,-2 4-1-15,2 2 0 0,-2 1 1 16,-1 4 1-16,-2 4-1 0,0 0 0 0,1 4 2 16,-3 4 0-16,1 2 0 0,-1 1 0 0,-1 3-1 15,0 1 0-15,2 0-3 0,-2 1-1 16,3 1-8-16,-2-2-22 0,1 0-60 0,-1-2-90 15,1 1-189-15,0-1-281 0,3-1-348 16,-2 2-425-16,3-4-303 0,2 2 154 0,3 0 858 16</inkml:trace>
  <inkml:trace contextRef="#ctx0" brushRef="#br1" timeOffset="43222.95">17618 8832 707 0,'-5'9'1752'0,"-2"1"55"0,-5 1-415 0,4-2-370 16,-2-2-466-16,1 1-302 0,3-3-127 16,1-2-59-16,0-1-33 0,4 1-51 15,-1-6-102-15,2 0-175 0,3-2-259 0,-1 1-319 16,1-2-417-16,-1 2-457 0,-1 1 26 0,-4 1 822 16</inkml:trace>
  <inkml:trace contextRef="#ctx0" brushRef="#br2" timeOffset="54408.2">19366 4689 149 0,'0'-3'413'0,"0"3"203"16,0-2 153-16,0 2-134 0,0-2-163 15,0 2-83-15,0-3-37 0,0 3-11 0,2-1-19 16,-2 1-32-16,0 0-36 0,0-1-46 0,0 1-39 16,-2-1-37-16,2 1-22 0,0-3-4 0,0 3 13 15,0 0 24-15,0 3 29 0,0-3 18 16,0 0 4-16,0 1-14 0,0-1-26 16,0 1-32-16,0-1-34 0,0 0-26 0,0 1-20 0,0-1-14 15,0 3-9-15,0-3-7 0,0 2-3 16,0 0-3-16,0 1 1 0,0 3-4 0,0-2 1 15,-1 2 0-15,1 2-2 0,-2-1 0 16,2 1 1-16,0 0 1 0,0 2 5 0,0 1 5 16,-2-3 1-16,2 3 3 0,-1-1 0 15,-1 1 2-15,2-1-4 0,-1 2-4 0,-4-2 0 16,5 3-2-16,-1-2-1 0,-1-1-2 0,1 0-2 16,1-1-2-16,-2 1 0 0,2 1 1 15,-2 0 0-15,2-1 1 0,0 1 0 0,-1-1-1 16,-1 1 0-16,2 0 0 0,-1 1-2 15,-1 1 1-15,0-2 3 0,-1 0 2 0,1 3 2 16,1-2 0-16,-2 0 1 0,0 0-1 0,0 2-3 16,0-3-2-16,-1 3-1 0,1-2-2 0,1 0-1 15,-1 0 0-15,0 2 0 0,1-3 0 16,1 3-1-16,-1-2 0 0,1 0-1 0,1 0 0 16,0 2 0-16,-2-3 0 0,2 0 1 0,0 0-1 15,0 0 1-15,0-2 0 0,0 2-1 16,0 0 0-16,0-3 1 0,0 1 0 0,-3 0 1 15,3-2 0-15,0 3 0 0,-1-2 1 0,-1-1 0 16,1 4-1-16,-3-3-1 0,4 0 0 16,-3 1 1-16,1-2-1 0,1 2 1 15,-1 0 0-15,1 0-1 0,-1-1 0 0,0 1 1 16,2 0 0-16,-1 0-1 0,-1-2 1 0,2 1 0 16,0-1-1-16,-1 1 1 0,1-1-1 0,0 1 1 15,-2-1-1-15,2-1 0 0,-3 2 0 16,3-2 0-16,0 1 0 0,0 1 0 0,0-1 0 15,0 0 1-15,0 3 0 0,0-1-1 16,0 0 0-16,0 0 0 0,0 0 0 0,0 1 0 16,0-1 0-16,0 1 0 0,0 0 0 0,3-1 0 15,-3 2 0-15,2-3 0 0,-2 1 0 16,0 0 0-16,1 2 0 0,-1-3 2 0,2 2-2 16,-2-1 1-16,1 2 0 0,-1-3-1 0,0 1 0 15,2 2 0-15,-2-1-1 0,0 2 1 16,0 0 0-16,0 1 0 0,0 0 0 0,-2 0 0 15,2-1-1-15,0 3 1 0,0-1-1 0,0 0 1 16,0-1 0-16,0 0-1 0,0-1 1 16,0 1-1-16,0 0 1 0,0 0-2 0,0-1 2 15,0 0 0-15,0 0 1 0,0 0-1 16,0 2 0-16,0-1 1 0,0-1-1 0,-1 2 0 16,1-1 0-16,-2 2 2 0,1-2-1 0,1 0 1 15,-2 0-1-15,-1 0-1 0,3 3 0 16,0-3 0-16,-1 2-1 0,-1-1 1 0,2-1 0 15,0 2 0-15,0-1-2 0,0 1 2 16,0-2 2-16,0 2-2 0,0 2 1 0,2-2-1 16,-1 0 2-16,-1 0-1 0,0 1-1 0,3 0 1 15,-3 0-1-15,0 0 0 0,2-1 5 16,-2 1 3-16,0 0 0 0,0 0 2 0,0-2-1 16,0 1 2-16,0-2-5 0,0 0-3 15,-2 0 1-15,2 2-1 0,0-3 0 0,0 1 0 16,0-1 0-16,0 0 0 0,0-1-1 0,0 2-1 15,-3-2 0-15,3-1 0 0,0 1-1 0,0-1 1 16,0 1 0-16,0-2-1 0,0-1 1 16,3 3-1-16,-3 0 1 0,2-1-1 0,-2 2 0 15,0 0 0-15,1-1-1 0,-1 2 1 16,0-2 0-16,2 1 0 0,-1-2 1 0,-1-1 0 16,2 2 0-16,-2-2 0 0,2-2 0 0,-2 3-1 15,0-3 0-15,0 2 1 0,0 0 0 0,0-2 0 16,0 2 1-16,0 0 0 0,-2 1 0 15,2-1 0-15,-2 1 0 0,2-1-1 0,0 1 1 16,-1-1-1-16,1 2 0 0,-2-1 1 16,2 1 1-16,0-2-2 0,0 0 0 0,0 0 1 15,0 1-1-15,0-1 1 0,0 0-2 0,0 3 1 16,0-3 0-16,0 2 0 0,0-1 0 16,0 2 0-16,0 0 0 0,0 2 0 0,-1-3 1 15,1 5-1-15,0-3 2 0,0 2-1 16,0 0 0-16,0-1 1 0,0 3 1 0,1-3 1 15,-1 1 0-15,2 0-1 0,-1-1 1 0,-1 3-2 16,4-3 1-16,-3 0 0 0,1 1-1 16,-1 0-1-16,1 2 0 0,1-3 0 0,1 1-1 15,-3-1 0-15,2-1 0 0,2 0-1 16,-4 1 0-16,2-1 1 0,1-2-1 0,-1 1 0 16,0 0 0-16,-1-2 0 0,1 0-1 0,-1-1 1 15,1-2 0-15,-2-1 0 0,4 1 0 0,-4 0 0 16,2-3 0-16,-1 1 1 0,0-1-1 15,-1 0 1-15,3 0-1 0,-3-2 2 0,1 2-1 16,-1 1 1-16,3-3-1 0,-3 2 1 16,2-2 1-16,-1 0-1 0,2 1 0 0,-1 0-1 15,-1 0 2-15,1 1 1 0,1 0-1 0,-1 0 1 16,2 0 1-16,-4 2 3 0,2 2 0 16,1-2 1-16,0 1 2 0,-1 1 0 0,0-1-1 15,2 1 0-15,-2-1-1 0,2-1 0 16,0-1-2-16,1 1 0 0,-1-4-3 0,1 1 1 15,-1-1 0-15,1 0 0 0,2-2 1 0,-2 0-1 16,1 0 2-16,-1-2 0 0,-1 0 0 0,4 1-1 16,-2-1-1-16,-1 1-1 0,2 0 0 15,0-2-1-15,-2 1 0 0,2 1-1 16,0 1 1-16,0 0 0 0,0 0-1 0,-2 0 1 16,2 0 1-16,-1 1-1 0,0 1 0 0,0-1-1 15,1 1 0-15,-4 0 0 0,4 0 0 0,-2-1 0 16,-1 1 0-16,2 0 1 0,-3-1 1 15,4 2 2-15,-2-1 2 0,-1 1 1 0,3-2 1 16,-1 2-1-16,2-1 1 0,-1 0-1 16,2 0-2-16,0 0-1 0,0 0 0 0,1 1-1 15,1-2 0-15,0 0-1 0,2 0 0 0,0 2 0 16,1-3 1-16,0 2 0 0,4-2-1 16,-3 2 1-16,3-2 1 0,-1 2 0 0,0-2 0 15,3 0 0-15,-2 1-2 0,1 0-4 16,-2 1 0-16,2-1 0 0,1 1 0 0,-2 1 0 15,1-2 0-15,-1 3 0 0,1-3 0 0,0 2 0 16,-1-1 0-16,-2 0 0 0,2 1 0 0,-1 0 0 16,1 0 0-16,-3 0 0 0,1-1 0 15,2 1 0-15,-5-2 0 0,3 2 0 0,-4 0 0 16,3-1 0-16,-2 1 0 0,-1-2 0 16,1 2 0-16,-1-1 0 0,1 0 0 0,-1 2 0 15,-1-2 0-15,-1 1 0 0,2-1 0 0,1 0 0 16,-3 0 0-16,3-2 0 0,-2 0 0 15,-3 0 0-15,3-4 0 0,-2 2 0 0,0-3 0 16,0-1 0-16,-1 1 0 0,-1-2 0 16,-2 1 0-16,3-2 0 0,-2 4 0 0,-3-2 0 15,1 3 0-15,0 0 0 0,1 2 0 0,-3-1 0 16,2 4 0-16,-2-1 0 0,0 4 0 16,1-1 0-16,-1 1 0 0,-1 2 0 0,-1-1 0 15,-1 3 0-15,0-3 0 0,0 2 0 16,-1 1-8-16,1-4-51 0,-4 0-53 0,-1-2-83 15,1-3-152-15,-1-3-270 0,0 1-326 0,-1-2-399 16,1 0-346-16,0-2 10 0,2-3 725 0</inkml:trace>
  <inkml:trace contextRef="#ctx0" brushRef="#br2" timeOffset="54740.55">20543 7636 91 0,'-2'-10'658'0,"1"1"461"0,-1 1 129 0,0 1-116 16,2 1-323-16,4 0-250 0,-3 1-133 16,6 3-82-16,-3 2-50 0,6 0-44 0,-2 5-68 15,1-1-70-15,2 4-50 0,0 1-26 0,1 1-16 16,0 3-9-16,-1-1-4 0,0 0-2 16,2 1-3-16,-4 0 0 0,4-1 3 0,-7 2 3 15,2 0 8-15,-1-3 7 0,-3 2 10 0,2-3 7 16,-4 1 6-16,-1 0 1 0,-1-1 1 15,-1-1-2-15,-1 0-4 0,-2-2-4 0,-1 4-4 16,0-1-5-16,1 0-5 0,-3 1-5 0,-2 2-3 16,1 0-4-16,0 2-3 0,-2 0-4 15,0 3-3-15,1 0-2 0,-2 0-2 0,2-2-10 16,-1 2-16-16,2-1-25 0,-2-2-69 16,2-3-83-16,1-4-173 0,1-2-280 0,3-4-325 15,-1-4-385-15,2-4-250 0,0-4 94 0,2-7 737 16</inkml:trace>
  <inkml:trace contextRef="#ctx0" brushRef="#br2" timeOffset="56473.64">21926 7831 296 0,'8'-10'699'15,"-5"0"357"-15,-1 3 123 0,-4-2-252 16,-1 3-202-16,-2-1-112 0,-3 3-114 0,0-2-102 16,-6 3-77-16,1 1-59 0,-4 2-75 0,0 0-65 15,-4 0-37-15,3 2-23 0,0 3-13 16,-3 0-10-16,4 1-9 0,1 0-7 0,1 2-6 15,3-1-4-15,1 0-5 0,0 2-1 16,5 1-3-16,1 1-3 0,2 1 1 0,1 1-1 16,4-2 0-16,1 3-1 0,5 0 0 0,1 1 1 15,3 1 0-15,2 0 1 0,3 1-1 16,-1 0 2-16,5 2 0 0,-3-2-1 0,0 0 1 16,-1 1-2-16,-1-1 1 0,-2 0-2 15,-2 0 2-15,-3-1 0 0,-3 1 0 0,-4 1 2 16,-2 0 2-16,-2 2 0 0,-3-2 1 0,-4 2 2 15,0-1-1-15,-3 0-1 0,0-1-2 0,1 1 1 16,-5-3-4-16,3 0 0 0,-1-3-1 16,1-1 0-16,2-1 0 0,0-3-1 0,5-2-2 15,0-1-11-15,2-4-19 0,0-2-50 16,2-4-74-16,2-4-84 0,2-4-143 0,2-4-205 16,4-3-318-16,0-2-274 0,3-3-190 0,2 2-4 15,3-1 457-15,1-4 520 0</inkml:trace>
  <inkml:trace contextRef="#ctx0" brushRef="#br2" timeOffset="57206.3">22050 7972 114 0,'0'3'680'0,"0"2"453"16,-4-1 127-16,3 0-96 0,-3 2-349 0,1 1-237 16,-1-1-151-16,2 1-91 0,-1 1-62 0,2-1-56 15,1-1-69-15,0 2-66 0,1-2-37 16,2 1-19-16,5-2-11 0,-2 0-6 0,6-3-2 15,1-1-1-15,0-3-4 0,6-4 1 16,0-4-3-16,3-1 0 0,4-4-1 0,-3 0-1 16,1-2-1-16,-2 0-1 0,0 4 2 0,-6 3 4 15,-2 0 9-15,-2 2 5 0,-4 3 8 16,-2 4 4-16,-5 2 4 0,-1 4-1 0,-1 5-3 16,-5 3-3-16,-2 5-3 0,-4 5-4 0,0 2-3 15,-1 2-3-15,2 2-5 0,-1 1-2 16,0 2-4-16,3 0-1 0,-2-1 0 0,4-1-1 15,1-2-1-15,1-3 0 0,4 0 1 16,1-6-3-16,1-4 0 0,4-1 0 0,1-7 0 16,3-3 1-16,3-7 3 0,2-3 1 0,3-7 1 15,1-4 0-15,4-4-1 0,0-5 0 16,2-4-3-16,2-2 1 0,-1 1-1 0,0-4 2 16,-2 2 0-16,-2 1 0 0,-2 0 2 0,-2 6-2 15,-2 2 1-15,-4 5 0 0,-2 2 1 16,-1 5 1-16,-1 2 3 0,-2 2 1 0,-4 4 1 15,2 1 0-15,-3 3-2 0,0 3-1 16,-1 3-3-16,-1 0-1 0,1 2-1 0,1 3 0 16,-2-1-1-16,0 1 0 0,1 0-1 15,1-2 1-15,0 0-2 0,0-2-1 0,0-1 0 16,0-1-1-16,0-2 1 0,1-2 0 0,3 1 2 16,-3-5 1-16,5 0 3 0,-3-4 0 0,2 0 0 15,0 0-1-15,1-2 0 0,-1 0-1 16,-2 0-1-16,3-1 1 0,-3 4-1 0,2-1 0 15,-1 3 0-15,-3-1 0 0,2 2-2 16,-1 2 0-16,0 1 0 0,1 1 2 0,0 3-1 16,1 4 2-16,-1 3 2 0,2 6 5 0,-1 2 5 15,-3 5 7-15,2 5 8 0,-1 5 4 16,-2 5 5-16,-2 4-3 0,-1 7-2 0,-2 2-4 16,-3 4-6-16,-1 2-6 0,-4 4-4 15,1-1-3-15,-3 1-3 0,-2-2-4 0,1-3-2 16,-3-5 0-16,0-2 0 0,0-6 0 0,-1-6 1 15,-1-5 1-15,-2-6 0 0,1-6-1 0,-1-6 0 16,-1-5-2-16,2-6-2 0,0-6-8 16,2-4-11-16,2-7-19 0,1-4-36 15,1-7-75-15,5-4-77 0,-1-5-117 0,5-6-169 16,2-2-283-16,4-4-313 0,2 0-203 0,4 0-131 16,5 2 266-16,5-2 554 0</inkml:trace>
  <inkml:trace contextRef="#ctx0" brushRef="#br2" timeOffset="57591.11">22889 7611 101 0,'8'-26'706'0,"1"4"562"16,-5 2 255-16,0 5-154 0,-4 3-435 16,4 4-367-16,-4 4-188 0,-2 4-122 15,0 6-101-15,-1 6-66 0,0 8-32 0,0 4-12 16,0 6-4-16,-2 7-3 0,4 7-6 0,-1 5-2 15,0 5-6-15,4 4-6 0,0 3-8 0,4-2-5 16,0-3-4-16,4-7-2 0,2-2-2 0,2-10-2 16,2-5 1-16,-2-8 0 0,4-5 2 15,-4-6 1-15,-1-5 1 0,-1-7 3 16,0-6 0-16,-4-4 0 0,-1-3 1 0,-4-5-1 16,1-1 1-16,-4 1-1 0,-5-5 1 0,-2 2-1 15,-2-3 1-15,-4 2 3 0,-1 0 3 0,0 2 4 16,-2 3 3-16,-1 3 0 0,-2 6-1 15,0 4-4-15,-2 9-4 0,-1 3-4 0,1 7-4 16,3 3-1-16,-3 4-1 0,7 3-2 16,-2 2 0-16,5 2-1 0,1 0-1 0,1 1-3 15,6 0-7-15,1-3-18 0,2-2-47 0,4-5-78 16,5-5-95-16,-1-6-169 0,5-2-298 16,4-8-339-16,-1-6-308 0,4-3-158 0,1-4 191 15,1-4 645-15</inkml:trace>
  <inkml:trace contextRef="#ctx0" brushRef="#br2" timeOffset="57986.14">23229 7542 84 0,'0'-26'686'0,"0"9"633"0,0 0 230 16,0 7-195-16,-1 1-429 0,1 7-362 0,-4 2-186 15,3 7-134-15,-1 4-92 0,1 4-48 0,-3 4-25 16,3 4-13-16,-3 5-4 0,1 2-6 15,2 5-2-15,-4 2-5 0,2 4-8 0,0 1-7 16,-2 2-8-16,4-1-8 0,-3-3-6 16,4-5-5-16,2-3-4 0,3-6-3 0,1-7-1 15,5-3 0-15,0-9 0 0,2-5 0 0,3-8 2 16,-2-4 1-16,3-6-1 0,-2-2 1 0,0-4 0 16,1-1 0-16,-2-2 0 0,-2 2 0 15,-2 2 1-15,-2 3 3 0,-1 2 4 0,-2 2 7 16,-2 6 3-16,0 0 1 0,0 3 0 15,-3 5-4-15,-6 5-3 0,1 5-6 0,-1 5-3 16,-4 6-2-16,-1 5-2 0,1 2-1 0,2 5-1 16,-1 3-2-16,1 2 0 0,2 1-4 15,3-1-9-15,-1 3-20 0,1 0-35 0,3-6-82 16,2-2-117-16,1-3-218 0,2-7-299 0,3-4-355 16,4-9-390-16,-1-4-122 0,7-6 409 0,-2-8 744 15</inkml:trace>
  <inkml:trace contextRef="#ctx0" brushRef="#br2" timeOffset="58223.01">23611 8121 93 0,'4'9'728'0,"-3"4"685"0,-1 4 176 0,0 4-241 15,-1 3-444-15,1 3-364 0,-2 1-192 16,0 0-146-16,4 3-89 0,0-4-49 0,3-1-27 16,-1-4-16-16,1-4-10 0,4-5-6 0,-1-4-3 15,2-6-1-15,0-8-2 0,0-2 1 16,-2-6 1-16,0-4 1 0,0-4 0 0,-5-3 3 15,0-1 8-15,-4-3 5 0,-1-1 5 0,-5-1 5 16,-1-2 3-16,-2 1 5 0,-2 0-4 16,-3 5-1-16,-2 3-5 0,-1 7-6 0,-2 4-5 15,-2 6-6-15,1 6-6 0,-1 8-4 16,2 3-12-16,4 3-32 0,-2 2-87 0,6 4-153 16,2-1-262-16,2 2-311 0,4 0-397 0,4-1-422 15,4 2-8-15,4-2 722 0</inkml:trace>
  <inkml:trace contextRef="#ctx0" brushRef="#br2" timeOffset="58794.46">24183 7986 66 0,'-7'-5'618'0,"2"0"494"0,0 3 299 15,-2-1-25-15,2 0-400 0,0 3-345 0,1 0-202 16,-1 1-118-16,0 2-111 0,2 1-92 0,-2 1-51 15,2 2-32-15,3 2-16 0,2-1-9 16,1 3-5-16,3 1-2 0,0 1 0 0,2-1-2 16,5 4 1-16,-4 0-1 0,4 0-1 0,3 2 1 15,-2-1 0-15,3 5 0 0,-1-2 1 16,2 1-2-16,-2 2 2 0,-2-1 1 0,-5 0 8 16,4 4 6-16,-7-2 8 0,-3 1 4 0,-1 1 4 15,-4-2 0-15,1 0-6 0,-6-2-5 16,-2-4-6-16,1-1-4 0,-2-4-4 0,-3-2-3 15,0-4-3-15,-3-3-4 0,2-2-12 16,-4-5-21-16,2-3-69 0,-2-4-88 0,1-4-175 16,-1-5-284-16,-1-2-327 0,1-7-395 0,3-4-245 15,-1-3 137-15,2-5 743 0</inkml:trace>
  <inkml:trace contextRef="#ctx0" brushRef="#br2" timeOffset="58972.82">24140 7729 489 0,'6'-7'1460'0,"-1"1"282"0,-2 4-306 0,-1 2-347 16,-2 4-479-16,-2 0-294 0,1 5-154 16,1 1-73-16,-2 2-35 0,2 4-24 0,2 1-12 15,1 0-9-15,4 1-7 0,1 3-23 0,4-2-83 16,0 2-110-16,2 0-225 0,4 4-288 16,-2-4-357-16,4 1-414 0,-1 0-149 0,2 1 395 15,1 2 774-15</inkml:trace>
  <inkml:trace contextRef="#ctx0" brushRef="#br2" timeOffset="59157.64">24728 8200 256 0,'-3'-1'1308'0,"-2"1"525"0,-3 1-268 16,-1 5-381-16,-3 1-432 0,-1 6-361 0,0 4-192 15,-1 2-90-15,1 3-42 0,2 2-25 16,-2 3-19-16,5 0-11 0,3-1-8 0,4-1-18 15,1-1-58-15,0-4-92 0,5-1-198 0,-1-4-274 16,8-5-343-16,-2-2-429 0,3-5-324 0,1-6 170 16,1-6 874-16</inkml:trace>
  <inkml:trace contextRef="#ctx0" brushRef="#br2" timeOffset="59309.08">24853 7913 457 0,'-16'-22'1498'16,"-1"7"279"-16,-5 7-328 0,-4 6-366 15,2 4-451-15,-1 4-342 0,1 3-152 0,6 4-69 16,3 2-37-16,7 3-17 0,2 0-35 16,11 0-84-16,1-2-117 0,5 2-251 0,6-1-291 15,4-2-361-15,5 1-403 0,0-2-116 0,1 5 472 16,3 0 782-16</inkml:trace>
  <inkml:trace contextRef="#ctx0" brushRef="#br2" timeOffset="59857.8">25621 8013 155 0,'-15'3'743'16,"-1"-1"446"-16,-2 0 88 0,7 2-143 0,1-3-440 16,3 0-307-16,2 2-166 0,2-1-91 15,5-2 2-15,1 1-9 0,7-1 23 0,2 0 23 16,3 0 6-16,5 0 8 0,0-1-42 0,2 1-24 16,1 0-35-16,0 1-26 0,-1 0-17 15,-3 2-8-15,2 2-3 0,-4 0 2 0,-4 4 6 16,-4 2 4-16,1 2 4 0,-6 3-6 15,-4 5-4-15,-3 4-8 0,-4 2-5 0,-1 1-8 16,-2 2-4-16,-2 4-4 0,-1 0 1 0,1 3-1 16,0-2-1-16,1-1-1 0,1-3-1 0,1 1-1 15,3-4-2-15,2-3-3 0,4-3 0 16,2-4-2-16,1-2-11 0,5-6-31 0,1-1-79 16,3-7-98-16,-3-2-195 0,7-5-296 15,-2-3-346-15,2-1-373 0,-2-4-165 0,4 0 275 16,-2-2 735-16</inkml:trace>
  <inkml:trace contextRef="#ctx0" brushRef="#br2" timeOffset="60472.82">25980 8539 229 0,'0'6'876'16,"0"0"406"-16,0-4-8 0,2-2-137 0,2-4-393 15,1-6-252-15,6-3-142 0,2-6-69 0,1-3-37 16,5-3-50-16,0-3-62 0,3-1-46 16,0-2-24-16,3-1-15 0,-2 2-12 0,1 1-11 15,-4 2-5-15,-2 5-8 0,-3 1-3 16,-2 7-3-16,-2 0-3 0,-3 6 3 0,-3 3 4 16,-4 5 1-16,-1 5 4 0,-1 5 0 0,-4 6 0 15,-2 5-4-15,-3 4-5 0,0 2 0 16,0 3-2-16,1 1 0 0,1 2 0 0,0 0 2 15,2 0 0-15,1-1-1 0,1-1-1 0,4-4-1 16,0-1-2-16,1-5 0 0,7-5-1 16,-2-2 0-16,4-5 0 0,4-7 1 0,0-6 1 15,7-5-1-15,-4-8 1 0,7-2-2 16,0-6 0-16,2-6 0 0,1 0 0 0,-3-2 2 16,3 0-1-16,-3-1 0 0,-1 7 2 0,-5 2-2 15,-1 2 0-15,-4 8 0 0,-2 1 3 0,-5 5 5 16,1 4 2-16,-6 7 7 0,-1 4 4 15,-1 4 3-15,-6 6 1 0,2 2-2 0,-3 1-3 16,-1 3-3-16,3 1-3 0,-2 2-4 16,1-3-2-16,3 1-3 0,1 1-2 0,1-4-2 15,1-1-1-15,2 0-2 0,2-4-1 0,3-5 0 16,2-3 0-16,4-3-1 0,0-8 0 0,2-4 1 16,4-4 0-16,-1-7-1 0,2-1 2 15,0-4 0-15,-2-2 2 0,2 1 0 0,1 0 2 16,-3 0 0-16,-1 2 0 0,-1 4-1 15,-2 3-1-15,1 1 1 0,-4 7-1 0,-2 2 1 16,-2 6-1-16,2 4 1 0,-7 2 1 0,1 7-2 16,-4 3 0-16,2 4 0 0,-3 3 0 15,0 3-1-15,0 3-1 0,2 1-8 0,1-1-23 16,0 0-65-16,1 0-84 0,4-4-164 16,-1-4-283-16,4-1-333 0,2-3-400 0,2-8-277 15,5-1 76-15,0-8 744 0</inkml:trace>
  <inkml:trace contextRef="#ctx0" brushRef="#br2" timeOffset="60623.38">27160 8458 534 0,'-2'10'1533'0,"-4"4"229"0,-4 5-329 0,-1 4-353 16,0-2-472-16,-1 5-301 0,-1 2-146 0,0-2-70 16,5-1-35-16,2-1-25 0,3-3-24 15,1-4-55-15,4-5-90 0,1-5-162 0,3-7-269 16,2-6-315-16,5-4-403 0,-2-5-364 15,3-5 30-15,0-4 734 0</inkml:trace>
  <inkml:trace contextRef="#ctx0" brushRef="#br2" timeOffset="60790.65">27323 7891 189 0,'-12'3'827'15,"-2"9"441"-15,-2 4 34 0,2 3-161 0,0 3-436 16,3 3-320-16,-2 5-162 0,5-2-81 15,3 2-49-15,2 4-79 0,3-2-71 0,2 0-148 16,3 0-243-16,-1 0-292 0,5-4-299 16,1-1-246-16,3-1-56 0,3-2 471 0</inkml:trace>
  <inkml:trace contextRef="#ctx0" brushRef="#br2" timeOffset="61106.34">27574 8474 29 0,'-3'-4'865'0,"-2"3"829"0,-1-2 25 0,-4 3-358 16,-1-2-417-16,2 4-393 0,-3 1-256 0,-2 3-121 16,1 2-60-16,-4 3-35 0,4 1-21 15,-2 4-17-15,0 0-11 0,3 2-9 0,1 2-7 16,1 3-5-16,3 0-5 0,0 1-2 0,4-2-2 16,3-1-2-16,3-4-2 0,5-5-3 15,5-5-7-15,1-6-8 0,2-6-14 0,1-6-14 16,4-6-17-16,1-7-13 0,-3-2-4 15,1-4 4-15,-2-1 12 0,-2 2 18 0,-1 2 19 16,-4 6 16-16,-2 1 11 0,0 5 7 0,-5 5 7 16,0 4 1-16,-3 3 0 0,-1 9 1 15,-1 5 0-15,-4 4-2 0,-1 8-3 0,0 3-3 16,1 5-1-16,0 0-29 0,2 3-84 16,-1 0-94-16,1 1-186 0,2-1-288 0,-1-2-348 15,2-4-377-15,0-3-160 0,2-4 223 0,-1-4 712 16</inkml:trace>
  <inkml:trace contextRef="#ctx0" brushRef="#br2" timeOffset="61825.48">28045 8841 314 0,'-8'15'893'0,"4"-2"336"0,-3-4-12 0,1 0-225 16,2-4-390-16,0-5-193 0,4-4-75 0,0-6-36 15,4-5-34-15,1-7-25 0,3-6-40 16,5-6-49-16,0-7-46 0,3-2-29 16,4-3-11-16,4-2-9 0,-1 3-9 0,0 0-12 15,0 4-7-15,3 7-9 0,-5 4-6 0,-1 4-3 16,-1 8-5-16,-3 5-1 0,-1 5-1 0,-2 5 5 16,-1 8 2-16,-4 3 5 0,1 8 3 0,-5 0 6 15,4 7 3-15,-7 1-4 0,3 3-1 16,-1 4-2-16,-2 0 1 0,1 3-4 0,0 0-2 15,-1-1-1-15,3 0 0 0,0-4-4 0,2-5-3 16,2-5-2-16,4-6-1 0,1-7-1 16,7-7 0-16,2-8-1 0,3-9 1 0,3-7-1 15,2-7-1-15,4-5 0 0,-1-3-1 16,0 1 1-16,0-3 0 0,-3 5 2 0,0 1 0 16,-4 7-1-16,-4 2 2 0,-3 5 2 0,-4 7 6 15,-2 5 4-15,-1 5 5 0,-3 5 3 0,-1 6-1 16,-2 6-2-16,-3 3-4 0,1 4-4 15,-2 6-3-15,-2 2-3 0,0 4 0 0,0 2-3 16,0 3-2-16,2 3 0 0,0-1-3 16,-1 4-3-16,2-3-13 0,1-2-25 0,0-1-79 15,0-6-117-15,0-3-250 0,4-4-308 0,-3-5-392 16,1-2-472-16,1-4-153 0,1 0 559 0,-1-4 863 16</inkml:trace>
  <inkml:trace contextRef="#ctx0" brushRef="#br0" timeOffset="68860.5">14002 10720 330 0,'1'-8'842'0,"1"2"340"0,-2 1 25 16,0 0-227-16,1 2-252 0,-1 2-202 0,2 1-124 16,1 0-77-16,-1 2-44 0,-1 5-52 15,3 1-64-15,-1 8-40 0,0 2-22 0,3 6-8 16,-1 4-9-16,1 7-7 0,-1 5-7 16,2 7-7-16,-3 5-6 0,2 5-9 0,-1 4-9 15,-2 1-9-15,-1 6-7 0,-1-3-7 0,-1 3-6 16,0-2-3-16,0-3-3 0,0-1-2 0,0-6-2 15,0-3-2-15,2-3-1 0,-2-7-1 16,0-2 0-16,0-7 0 0,0-4-3 0,-2-6-5 16,2-3-9-16,0-5-14 0,-1-3-21 15,-1-7-33-15,2-3-74 0,0-8-82 0,-3-5-138 16,3-5-222-16,0-6-313 0,-2-5-344 0,2-2-210 16,-1-4-17-16,1-3 521 0</inkml:trace>
  <inkml:trace contextRef="#ctx0" brushRef="#br0" timeOffset="69106.92">14341 10720 386 0,'12'-13'901'0,"-4"2"306"0,1 5 26 16,-3 4-139-16,2 4-321 0,-1 7-236 0,-1 0-130 15,0 7-75-15,1 3-58 0,-1 5-91 0,1 6-48 16,-3 4-28-16,1 5-16 0,-2 6-14 0,-2 5-19 15,1 4-15-15,-4 3-15 0,2 3-11 16,-3 0-6-16,2 1-6 0,-1 0-2 0,-1-5-1 16,3 0-1-16,0-5 0 0,0-1-2 15,3-8-2-15,-1-1 0 0,-2-7-3 0,0-1-9 16,-2-5-14-16,-1-6-23 0,-1-2-51 0,-3-4-71 16,-1-2-84-16,-4-5-143 0,0-3-214 15,-2-4-309-15,0-2-281 0,-1-2-199 0,0-3-5 16,2-3 489-16</inkml:trace>
  <inkml:trace contextRef="#ctx0" brushRef="#br0" timeOffset="69373.77">13766 11276 337 0,'-1'-3'834'15,"-1"2"314"-15,0-2 2 0,2 2-254 0,4-1-268 16,0 1-140-16,6 0-88 0,4 1-44 0,2-4-36 16,6 3-37-16,3-4-56 0,4 1-69 15,2-3-46-15,3-3-31 0,2-1-18 0,2-2-17 16,4-2-12-16,1-1-13 0,0-3-8 0,1 2-6 16,-1-4-4-16,1 0-3 0,-4-3-2 15,-1 4-9-15,-4-1-45 0,0 4-77 0,-7-2-140 16,-4 2-266-16,0 4-311 0,-4 0-386 15,-4 4-358-15,0 1-50 0,-5 3 646 0</inkml:trace>
  <inkml:trace contextRef="#ctx0" brushRef="#br0" timeOffset="70356.73">14024 11522 305 0,'-21'10'601'16,"-2"-3"261"-16,-1 1 166 0,2-4-218 16,1 1-249-16,2-2-123 0,3-3-74 0,-1 0-55 15,4 0-40-15,1 0-8 0,2 0 5 0,2 0-8 16,1 0-16-16,2 0-29 0,0-1-42 15,3 1-52-15,1 0-42 0,-1 0-30 0,2 0-22 16,3 0-9-16,-1 0-4 0,4 0 6 16,2-2 4-16,3 2 8 0,2-2 5 0,4 1 3 15,2-1 2-15,4-1-3 0,0 2 3 16,4-3-3-16,1 0 4 0,2-1 2 0,2-3 0 16,4 2-1-16,1-2-2 0,1-3-1 0,4 0-5 15,-2-1-3-15,0-2-2 0,-1-1-3 16,-3 0-2-16,-1 0-3 0,-5-1-1 0,-3 0-2 15,-2 1-3-15,-4 0-2 0,-4 2-3 16,-2 0-1-16,-3 0-3 0,-2 1-1 0,-4 0-1 16,-1 2-2-16,-1 1 0 0,-4 0 0 0,-2 3-2 15,-2-1-1-15,0 2-1 0,-3 1-2 0,1 1-6 16,-2 1-12-16,0 0-20 0,0 2-37 16,0 2-79-16,2 0-126 0,-3 0-254 0,2 0-303 15,2 1-377-15,2-1-403 0,1-1-102 16,2-1 567-16</inkml:trace>
  <inkml:trace contextRef="#ctx0" brushRef="#br0" timeOffset="71256.11">15034 10957 213 0,'-1'-6'565'0,"-1"2"287"16,2 0 163-16,0-2-137 0,0 1-246 0,0-1-155 15,0-1-90-15,0 0-4 0,2 1 4 0,-1-1-32 16,3 1-38-16,-3-2-39 0,2-1-36 15,0 1-57-15,0-2-59 0,0 1-39 0,2-1-19 16,-2 1-10-16,2-2-5 0,2-1-2 0,0 0-2 16,1 1-2-16,2 1-4 0,2 0-6 15,1 1-6-15,2 0-4 0,2 1-3 0,2 1-1 16,-2 2-2-16,4 1 2 0,1 2 0 0,-1 1-1 16,1 1-2-16,-1 1-1 0,-1 3 0 15,0 0-3-15,1 3-1 0,-4 2-1 0,0 2 0 16,0 1 1-16,-4 3-1 0,-1 3 0 15,-3 1-1-15,0 2 1 0,-4 3-1 0,0 2-1 16,-5 1-12-16,0 1 0 0,0 2 0 16,-3 1 0-16,-2-2 0 0,0 1 0 0,-1 0 0 15,-2 0 0-15,2 1 0 0,-2-3 0 0,-3 0 0 16,1-1 0-16,-1 2 0 0,0-3 0 0,0 0 0 16,-2 1 0-16,-1 0 0 0,2 0 0 15,-2 2 0-15,1-2 0 0,-3 0 0 0,5-2 0 16,0 0 0-16,0 1 0 0,1-3 0 0,2 0 0 15,2-4 0-15,2-1 0 0,0 0 0 16,1-3 0-16,3 0 0 0,0-2 0 0,3-1 0 16,1-2 0-16,0 3 0 0,2-5 0 15,2 2 0-15,0-3 0 0,0 1 0 0,3-2 0 16,-1 0 0-16,1-1 0 0,1-1 0 0,-2 0 0 16,4-1 0-16,-3 0 0 0,0 0 0 15,2 0 0-15,-2-1 0 0,3 1 0 0,-3-2 0 16,2 0 0-16,1 1 0 0,-3-2 0 0,3 0 0 15,-1 0 0-15,3-3 0 0,-2 2 0 16,2-4 0-16,-2 1 0 0,3-1 0 0,-2-1 0 16,-1-1 0-16,3 1 0 0,-4-2 0 15,3 1 0-15,-3-1 0 0,-1 1 0 0,-1 3 0 16,-3 0 0-16,1 0 0 0,0 1 0 0,-5 0 0 16,3 1 0-16,-1 1 0 0,-2 1 0 15,1 0 0-15,-1 0 0 0,-1 0 0 0,-2 1 0 16,-1 1-108-16,0-1-211 0,-1 4-256 15,-2-2-331-15,-1 1-418 0,-1 1-473 0,1 2-33 16,-1 1 789-16</inkml:trace>
  <inkml:trace contextRef="#ctx0" brushRef="#br0" timeOffset="73340.25">21507 11458 100 0,'0'4'658'0,"-1"0"454"0,-1-2 141 15,1 0-103-15,-1-2-322 0,0 3-247 16,2-3-137-16,0 2-85 0,0-1-59 0,0-1-53 16,2 0-73-16,-2 0-69 0,2 0-45 0,-1 0-21 15,1-1-11-15,1-2-7 0,1 0 1 16,1-2 5-16,0 0 2 0,1-1 2 0,1-2 2 15,4-1 2-15,-2-4-2 0,2 0-2 16,3-4-1-16,3-4-6 0,0-3-3 0,5-4-3 16,-1-3-4-16,4-4-1 0,2-2-3 0,3-4-3 15,0-1 5-15,0 1 3 0,0-1 0 0,-4 3 3 16,1 2 3-16,-1 3 0 0,-2 2-4 16,-4 4-2-16,-4 4 0 0,0 4 0 0,-5 4-4 15,0 2 1-15,-5 4-1 0,-1 2-1 0,-2 2-1 16,0 4-2-16,1 2-2 0,-4 2 1 15,0 4-1-15,0 5 1 0,0 3 0 0,-4 0 1 16,4 4 1-16,-1 4 1 0,-1 1 1 16,1 3 2-16,1 2 3 0,-4 3 2 0,3 2 1 15,-3 2-12-15,1-1-6 0,-3 3 0 16,-2-1 0-16,2 4 0 0,-1 1 0 0,-2-1 0 16,1 0 0-16,0 1 0 0,2-1 0 0,-2-3 0 15,2-5 0-15,1 0 0 0,0-4 0 16,4-2 0-16,-3-3 0 0,4-5 0 0,-1-1 0 15,1-4 0-15,0-4 0 0,0 0 0 16,0-5 0-16,0 1 0 0,1-4 0 0,-1-1 0 16,2-3 0-16,0-2 0 0,-1-1 0 0,2-1 0 15,-3 0 0-15,4 0-66 0,-4 3-91 0,-4-1-132 16,1 3-255-16,2 0-315 0,-6 2-398 16,2 2-447-16,-1 3-101 0,2 1 645 15</inkml:trace>
  <inkml:trace contextRef="#ctx0" brushRef="#br0" timeOffset="73599.08">22307 11616 167 0,'8'2'1113'0,"-2"0"643"0,-2-2-143 0,-1-1-365 15,-2 0-442-15,1-1-334 0,0-2-224 16,-2 1-102-16,0 1-52 0,1-4-32 0,-1 4-24 15,3-2-17-15,-1-1-10 0,1 1-6 16,2-1-5-16,-4 0-2 0,2 2-2 0,-1-1-4 16,0 1-15-16,-1 1-34 0,-1 0-70 0,0 2-84 15,-1-2-163-15,-4 4-290 0,-3-2-327 16,0 3-354-16,2 1-219 0,-1 0 94 0,1-1 683 16</inkml:trace>
  <inkml:trace contextRef="#ctx0" brushRef="#br0" timeOffset="74090.78">22821 11001 82 0,'0'-17'667'15,"0"2"506"-15,-1 0 258 0,-3 4-73 16,3 1-399-16,-3 1-356 0,0 4-193 0,-2 3-112 16,-1 2-99-16,1 2-79 0,-1 7-44 15,0 6-22-15,1 2-12 0,-3 9-1 0,3 6-3 16,0 6 2-16,-3 7 0 0,4 5-2 0,-2 4-2 16,2 3-4-16,2 1-3 0,2 0-7 0,1 0-5 15,4-4-6-15,4-5-5 0,5-7-3 16,6-5-3-16,5-9 0 0,2-9-2 0,4-8 1 15,2-5-1-15,1-10 1 0,2-6-1 16,-2-8 0-16,-1-4-1 0,1-5 0 0,-4-5 1 16,-2 0 1-16,-4-4 2 0,-2-1 1 15,-4-1 2-15,-5-1 1 0,-6 0 0 0,-3 0 0 16,-6-1 1-16,-5-3-1 0,-3 1 0 16,-6 0 4-16,-4 1 3 0,-5 4 0 0,0 5 2 0,-4 6-1 15,-4 6-2-15,1 6-3 0,-3 8-4 16,-2 8-2-16,2 6-2 0,2 6 0 0,1 5-2 15,3 7 0-15,3 3-1 0,4 4-1 16,3 2-1-16,2 6 0 0,1 4-2 0,4 2 2 16,3 2 0-16,3 2-1 0,3 2-10 0,4-3-17 15,1-3-40-15,7-2-78 0,4-4-83 16,1-5-154-16,4-3-260 0,5-8-325 0,1-2-325 16,1-4-187-16,6-7 31 0,0-2 584 15</inkml:trace>
  <inkml:trace contextRef="#ctx0" brushRef="#br0" timeOffset="74438.75">23564 11212 114 0,'-1'-3'927'0,"-3"6"696"0,-4 4-20 0,-1 5-324 15,-4 5-434-15,1 3-344 0,-2 5-221 16,-1 2-117-16,3 4-58 0,1 5-30 0,1-2-21 15,2 3-13-15,4-2-12 0,4-2-9 0,4-3-4 16,6-3-6-16,2-7-5 0,6-3-3 16,3-6-3-16,2-7-6 0,2-4-10 0,4-4-10 15,-3-7-11-15,5-3-10 0,-6-6-4 16,0-4 2-16,-1-4 9 0,-4 0 11 0,-3-3 13 16,-4-2 11-16,-3-1 10 0,-7 0 13 0,-1 0 9 15,-7 0 7-15,-1-1 6 0,-10 1 3 16,0 2-2-16,-6 2-7 0,-3 2-6 0,-2 6-5 15,-5 4-6-15,1 8-7 0,-1 6-4 16,-1 5-3-16,1 6-3 0,4 6-4 0,1 4-1 16,6 5-13-16,2 3-49 0,6 2-83 15,4 1-157-15,5 3-270 0,5-2-320 0,7 1-397 16,0 0-343-16,5 1 28 0,5 1 729 0</inkml:trace>
  <inkml:trace contextRef="#ctx0" brushRef="#br0" timeOffset="74954.14">25013 11189 119 0,'-12'-13'670'0,"2"1"455"16,0 4 143-16,2-1-86 0,1 4-392 0,4 0-291 16,-1 2-131-16,2 3-64 0,7 2-47 0,-1 1-44 15,5 2-45-15,0 4-28 0,7 0-37 16,1 2-34-16,2 0-21 0,3-1-18 0,2 1-10 15,3-1-6-15,2-1-6 0,-3 0-4 0,4 1-1 16,-3-3-1-16,2-1-2 0,-4-2-1 16,-3 1-3-16,-1-2-24 0,-4 0-66 0,-4-1-69 15,-7-2-147-15,-4 0-278 0,-4-1-320 16,-4-2-342-16,-2 0-243 0,-5-3 8 0,-1 0 620 16</inkml:trace>
  <inkml:trace contextRef="#ctx0" brushRef="#br0" timeOffset="75189.05">25267 11074 25 0,'22'-5'392'0,"0"5"318"0,2-1 256 15,0 2 98-15,1 3-313 0,4-1-209 16,-3 4-113-16,1 3-45 0,2 0-8 0,-4 2-12 16,-1 3-35-16,-2-1-33 0,-3 1-30 15,-5 4-53-15,-1 0-51 0,-7 2-52 0,-3 2-30 16,-4 0-24-16,-6 2-17 0,-5 0-13 0,-3 2-10 15,-3 1-6-15,-3 1-4 0,-5-1-5 16,1 2-1-16,0-3-3 0,0-1-11 0,1-2-41 16,7-3-81-16,-2-2-144 0,6-3-267 0,3-4-309 15,4-4-386-15,6 1-368 0,2-4-32 16,5-2 670-16</inkml:trace>
  <inkml:trace contextRef="#ctx0" brushRef="#br0" timeOffset="76238.92">26227 11231 126 0,'-6'-5'623'0,"3"0"428"15,-2 1 167-15,-2 1-122 0,6 1-410 0,-3-1-261 16,3 3-165-16,1 0-93 0,0 2 6 0,1 4 29 16,4 3 22-16,2 4 4 0,-1 7 0 15,3 3-17-15,1 7-47 0,0 6-40 16,0 5-30-16,2 3-16 0,-3 4-13 0,0 3-8 15,-2 1-12-15,-1 3-13 0,-3-1-9 16,1 0-7-16,-3-3-7 0,-1-1-3 0,0-3-3 0,-1-3-2 16,-3-7 0-16,3-3-1 0,-2-5 1 15,-1-6 1-15,-1-1 5 0,2-8 4 0,-3-3 2 16,2-4 1-16,-1-7-1 0,0-4 0 16,0-6-5-16,0-7-4 0,4-6-2 0,1-5 0 15,-3-8-2-15,6-6 0 0,-2-6 0 0,4-6-3 16,3-3-1-16,2-1 0 0,4 0 0 15,0 0 0-15,7 4 2 0,1 3 0 0,2 6 1 16,-1 3 2-16,2 6-2 0,2 5 0 16,-2 6-1-16,1 5-2 0,-4 4 1 0,0 7-1 15,-1 5 0-15,-2 6 0 0,0 2 2 0,-5 6 0 16,2 2 1-16,-3 4 0 0,-3 1-1 0,2 3 2 16,-4 0 1-16,1 3 2 0,-1-3 0 15,-3 3 1-15,1-1 0 0,-1-1 0 0,2-1-2 16,0-3-1-16,-2-3-1 0,3-3 0 15,0-4 1-15,2-3 1 0,3-5-1 0,3-5 1 16,0-4 0-16,4-7 0 0,4-5-1 0,-2-2 0 16,2-7 0-16,0 0 0 0,-2-3 1 15,-3-1 0-15,-2-1 1 0,-2 3-1 0,-6 0 0 16,-1 5 1-16,-7 2-1 0,-2 7 0 16,-6 4-2-16,-3 5 2 0,-3 7-3 0,-5 6 0 15,1 5-2-15,-2 6 0 0,1 3 1 0,1 6-1 16,0 3 1-16,3 2-1 0,1 2 1 0,0 3 1 15,4 0 1-15,1 1 1 0,-1 0 1 16,5-3 1-16,3 1 0 0,2-4 0 0,6-5-2 16,3-3 0-16,3-6-1 0,4-5 0 15,6-7 0-15,2-6-1 0,5-6 1 0,3-6-1 16,1-5 1-16,3-8-1 0,0-3 1 0,-2-4 1 16,1-2-1-16,-3-5 0 0,1 2 1 15,-6-3-1-15,-1 2 0 0,-4 2 0 0,-3 1 1 16,-3 4 1-16,-4 5 1 0,-3 5 3 0,-5 5 1 15,-2 5 0-15,-3 6 1 0,-3 8 0 16,-3 7-1-16,-5 7-3 0,0 6 3 0,-4 7 3 16,1 4 0-16,1 3 1 0,0 5-2 15,0 3-1-15,0 2-3 0,4 0-2 0,-3 3-3 16,3 0 0-16,3-2-2 0,3-2-8 0,-1-4-22 16,3-5-66-16,1-6-80 0,1-4-154 15,-1-6-280-15,4-8-329 0,1-4-393 0,-2-7-276 16,3-3 24-16,-2-4 702 0</inkml:trace>
  <inkml:trace contextRef="#ctx0" brushRef="#br0" timeOffset="76456.67">27088 10663 559 0,'-9'-12'1378'0,"3"4"281"0,-2-2-262 15,3 3-363-15,2 5-476 0,-2-4-226 16,5 5-164-16,2 1-85 0,5 1-41 0,2 2-19 16,3 2-10-16,4 1-6 0,2 1-5 15,4 3-1-15,3-2-1 0,0 1-36 0,0 5-81 16,-1-4-140-16,-2 1-274 0,0 6-293 0,-2-3-372 16,-2 3-348-16,1 1-24 0,-3-1 627 15</inkml:trace>
  <inkml:trace contextRef="#ctx0" brushRef="#br0" timeOffset="77022">27401 11641 190 0,'10'-4'791'0,"-3"0"393"15,-1-4 51-15,0-1-144 0,0-1-377 0,2-4-221 16,0-2-111-16,5-2-67 0,-2-6-44 15,4-1-33-15,2-1-59 0,0-4-61 0,0 0-37 16,2 2-17-16,-3 0-11 0,3 4-11 16,-3 1-10-16,-3 4-8 0,-1 4-7 0,-3 2-2 15,1 8 3-15,-3 3-1 0,-3 7 6 0,2 5 1 16,-3 6 1-16,-3 3-1 0,0 5 1 0,0 0-1 16,0 5-5-16,-3-3-1 0,3 2-2 15,-1 0-5-15,2-3-3 0,-1-3-3 0,3-1-3 16,2-4 0-16,0-4-2 0,2-2 0 15,3-6 0-15,5-5 0 0,2-5 0 0,4-7 0 16,2-4 0-16,6-3 0 0,-1-4 0 0,2-2 0 16,0 0 0-16,0 0 0 0,-1 4 0 15,-7 0 0-15,2 5 0 0,-5 2-2 0,-3 3 0 16,-2 3 0-16,-3 6 1 0,-3 2 0 0,-2 5-2 16,-4 6 2-16,-4 3 0 0,-2 4-1 15,-1 3 1-15,-2 3 0 0,-1 1 0 0,2 2-5 16,-2 2-15-16,2 1-31 0,1-4-67 0,2 1-73 15,1-4-119-15,4-3-199 0,1-2-308 16,4-8-324-16,5-2-238 0,1-7-123 0,6-6 352 16,0-6 640-16</inkml:trace>
  <inkml:trace contextRef="#ctx0" brushRef="#br0" timeOffset="77309.52">28368 11355 358 0,'1'-9'1241'0,"-2"2"464"0,-6 5-192 0,-2 5-363 16,-9 4-470-16,0 5-247 0,-3 5-195 0,-1 2-93 15,-5 5-48-15,0 2-28 0,0 2-16 0,3 4-14 16,1-3-8-16,2 3-9 0,5-3-6 16,4-4-6-16,7-2-5 0,7-5-4 0,7-7-3 15,8-2-1-15,7-12-5 0,8-4-12 16,4-6-18-16,2-6-31 0,5-6-39 0,-4 0-33 16,-1-2-23-16,-1 2-6 0,-7 0 9 0,-5 3 53 15,-5 4 88-15,-4 4 71 0,-3 2 39 0,-7 5 22 16,-3 5 8-16,-3 4-9 0,-4 4-29 15,-6 6-24-15,-2 3-18 0,-3 4-10 0,-2 5-11 16,-1 2-5-16,3 2-7 0,0 0-6 16,5 1-19-16,0 1-79 0,3-3-106 0,6-1-196 15,1-5-285-15,5-2-348 0,3-1-415 0,3-4-190 16,6-1 300-16,0-2 749 0</inkml:trace>
  <inkml:trace contextRef="#ctx0" brushRef="#br0" timeOffset="78131.78">29065 11301 161 0,'8'-2'732'0,"-3"-1"407"0,1-1 70 15,2 1-130-15,0-2-423 0,1 2-215 0,5 2-95 16,1-1-32-16,3 0-24 0,2 2-32 16,2 2-29-16,1 1-61 0,-1 0-56 0,-1 5-36 15,0-1-19-15,-4 3-4 0,0 4-8 0,-4 2-5 16,-4 1 0-16,-4 3-3 0,-3 5-5 16,-4 0-6-16,-4 5-2 0,-5 1 1 0,-2 3-4 15,-1 3-4-15,0-2-1 0,-2 3-1 16,2-4-5-16,3-1-3 0,-2-3-2 0,5-2-2 15,3-8-2-15,2-3-1 0,5-7 1 0,1-4-1 16,5-6 1-16,4-6 1 0,8-7 1 16,2-7-1-16,6-5 0 0,5-5-1 0,4-2-1 15,1-3 0-15,3 3-2 0,-2-3 1 0,1 5 0 16,-4 1-1-16,0 4 1 0,-6 4 0 16,-6 4 0-16,-3 4 0 0,-4 4 0 0,-7 6 2 15,-6 5 0-15,0 4 0 0,-8 3 1 0,0 6 1 16,-6 3 1-16,-2 3-1 0,-1 2-1 15,-3 5 1-15,2 0 0 0,0 0-1 0,3 0 0 16,4-1 0-16,2-1-2 0,5-3-1 0,3-3 0 16,6-5-1-16,5-4-1 0,5-3 0 15,3-6 0-15,5-7-1 0,0-3-7 0,6-4-15 16,-2-4-35-16,-1-3-71 0,-1-2-69 16,-3-3-105-16,-3 0-174 0,-4 0-301 0,-5 0-303 15,-4 0-216-15,-3 1-137 0,-3-1 251 0,-9 1 587 16</inkml:trace>
  <inkml:trace contextRef="#ctx0" brushRef="#br0" timeOffset="78271.38">29751 11143 147 0,'-5'-11'697'0,"2"4"398"0,0 1 91 16,1 3-123-16,1 3-419 0,1 3-284 16,0 4-155-16,1 1-75 0,1 2-41 0,1 2-27 15,0 2-24-15,1 1-21 0,-1 1-11 0,0 4-5 16,0 0-2-16,-1 3-17 0,-1 0-50 15,-1 2-107-15,2-2-143 0,1 1-256 0,-3 0-277 16,1-1-243-16,4 2-83 0,0 0 278 0,1-3 414 16</inkml:trace>
  <inkml:trace contextRef="#ctx0" brushRef="#br0" timeOffset="78956.09">29930 11651 432 0,'14'7'833'0,"0"-3"247"0,-3-2 4 15,3-4-304-15,-1-2-273 0,2-3-185 0,0-1-91 16,1-2-29-16,1-3 7 0,1 1 11 0,-1-1 7 15,0-2 6-15,0 1-6 0,-4 1-22 0,0 3-39 16,0-1-39-16,-5 1-34 0,0 5-27 16,-5 2-17-16,0 3-9 0,-1 3-4 0,-2 2-2 15,-3 6-1-15,-1 1-1 0,0 3-2 0,-1 3 0 16,0 3-1-16,2 3-2 0,-2 1-2 0,4 1-5 16,-1 1-3-16,4-3-5 0,1-2-4 15,4-2-4-15,3-3-1 0,1-5-1 0,7-3 0 16,0-5-1-16,6-5 0 0,3-4 0 0,3-4 0 15,4-2 0-15,5-5 0 0,-3-2-1 0,1 0 0 16,1 1 0-16,-5 0 0 0,0-2-1 16,-3 5 1-16,-5-2 1 0,-3 7-2 0,-2-2 1 15,-6 5 0-15,-3 2 0 0,-2 0 0 0,-4 2 2 16,-4 4 0-16,-1 0 0 0,0 2 0 0,-3 2 0 16,0 2-1-16,-3-1 0 0,1 3-1 0,0 1 0 15,2-1 0-15,2 1 0 0,-3 0 0 0,4-1 0 16,2 0 0-16,0-3-1 0,2-2-1 15,1 0-1-15,3 1 0 0,1-4-1 0,-1 1-4 16,2-2-10-16,2 1-15 0,0-1-26 0,-3-1-49 16,4 1-62-16,-4 1-56 0,3 0-42 15,-2 3-46-15,-2-3-60 0,2 2-68 0,-1 1-58 16,1 1-60-16,-4 2-67 0,1 0-25 0,2-1 58 16,-4 2 166-16,-1-2 195 0,0 2 150 0,-1 1 105 15,2-4 80-15,-4 4 70 0,2-1 55 0,-1 1 30 16,-2-1 8-16,0 2 2 0,0 0-12 15,0 0-20-15,0 1-1 0,3-1-3 0,-2-1-18 16,4-3-30-16,0 0-40 0,2-4-19 0,2-2-38 16,-1-2-34-16,1-2-15 0,4-6-13 0,-2-2 0 15,2-2-3-15,1-2-8 0,-3-3-3 16,3-2 1-16,-1-1 3 0,0-1 18 0,-3-3 19 16,0 2 15-16,-2 1 10 0,-2-3 6 0,-1 4 21 15,-4 2 40-15,-1 0 47 0,-1 6 47 0,-4 0 15 16,-2 4-4-16,-3 3-22 0,-1 3-48 15,-3 4-50-15,-1 3-46 0,-2 2-28 0,3 3-20 16,-4 4-12-16,2 2-9 0,1 2-5 0,-1 0-3 16,0 3-3-16,3 1-2 0,-1 1-2 0,5 1-9 15,1-1-28-15,0-1-72 0,5-2-65 16,1-4-117-16,5-2-184 0,1-4-310 0,5-3-311 16,0-1-221-16,3-5-120 0,2-5 337 0,2 0 579 15</inkml:trace>
  <inkml:trace contextRef="#ctx0" brushRef="#br0" timeOffset="79122.35">31116 11683 355 0,'0'1'705'15,"-2"4"251"-15,-1 3 42 0,0 1-290 0,0 4-263 16,-2 2-173-16,1 4-107 0,0 4-58 0,-4 1-37 16,3 2-30-16,2-1-67 0,0 0-95 15,0 0-131-15,1 0-160 0,4-1-252 0,-1-2-221 16,4 1-75-16,0-2 159 0,0-3 303 0</inkml:trace>
  <inkml:trace contextRef="#ctx0" brushRef="#br0" timeOffset="79330.78">31421 11987 46 0,'20'11'724'16,"-4"1"667"-16,-2-1 122 0,-4-1-245 15,-4-1-389-15,0 0-396 0,-4-1-223 0,-1-3-131 16,-1-1-78-16,-1-1-67 0,1-3-58 0,-2-3-47 16,1-1-46-16,-4-5-88 0,4 1-124 0,-1-3-145 15,1-2-253-15,1-2-237 0,1-2-197 0,1-4 74 16,4-3 392-16</inkml:trace>
  <inkml:trace contextRef="#ctx0" brushRef="#br0" timeOffset="79504.94">31617 11451 189 0,'12'-32'982'0,"0"7"654"15,-3 5-43-15,-4 5-323 0,-2 4-461 0,0 4-294 16,-1 6-193-16,-2 2-118 0,-4 4-61 0,1 4-35 16,-2 3-30-16,-4 2-26 0,0 0-16 15,-4 3-13-15,-1 1-8 0,-2-2-6 0,-3 2-3 16,-1-1-1-16,0-1-4 0,-2-1-1 0,2-3-1 16,1 1-8-16,2-5-16 0,-1-2-24 0,1-1-62 15,1-3-80-15,2-2-164 0,-2-2-276 16,2 0-325-16,-1 1-392 0,-4-1-287 0,2 1 32 15,-10-2 732-15</inkml:trace>
  <inkml:trace contextRef="#ctx0" brushRef="#br0" timeOffset="93356.08">20488 13555 108 0,'0'9'615'0,"-2"-4"434"15,0-1 169-15,-1 0-86 0,2 0-410 16,1-2-197-16,-2-1-95 0,2 0-65 0,0 1-54 16,0-2-47-16,0 0-47 0,2-3-65 15,-1 0-61-15,2-1-40 0,2-7-18 0,0 3-8 16,2-3-3-16,2 0-3 0,-1-3 6 15,2-2 1-15,2-1-4 0,-1-2-3 0,3-3 0 16,-1 1-3-16,2-4-4 0,0 1 0 0,0-2 1 16,0 2 1-16,0-1 2 0,1 1-2 0,0 0-2 15,-3 2-2-15,2 1 1 0,-3 3 2 16,-1 0 1-16,0 3 1 0,-2 2 0 0,-2 4 0 16,-1-1-6-16,2 3-3 0,-5 1-3 0,2 1-1 15,-4 2-1-15,2 0 0 0,1 0-1 16,-3 3 2-16,3-1 0 0,-3-1 0 0,2 2 4 15,0 2 2-15,-1-1 1 0,-1 0 4 16,2 3 4-16,-3 0 2 0,2 4-2 0,-2 0 0 16,-2 2-2-16,2 1-2 0,-3 6-3 15,2 0-1-15,-4 3-2 0,1 0-2 0,0 5 0 16,-1 1-1-16,1 3 0 0,-3-1 0 0,1 2-2 16,1 1 1-16,2 1-1 0,-2 0-1 0,2-3-1 15,0 3-1-15,1-3 0 0,-1-1 0 16,0-1-1-16,1 0 0 0,0-2 0 0,2-4 0 15,-2 1 1-15,0-3-1 0,1-6 2 16,-1 3-1-16,2-4 0 0,-1-2-1 0,1-1 1 16,-2-3 0-16,2-2 0 0,-2 1 1 0,1-3-1 15,-1-2 1-15,1 3-1 0,-3-3-2 16,1-3-2-16,1 3-10 0,-1 0-18 0,2-2-33 16,-4 2-79-16,1 0-96 0,-1 0-169 0,0 0-289 15,0 2-333-15,0 1-365 0,-1 0-177 16,2 2 184-16,-3 1 682 0</inkml:trace>
  <inkml:trace contextRef="#ctx0" brushRef="#br0" timeOffset="93665.79">20958 13911 269 0,'5'-9'1196'15,"-2"0"530"-15,1 1-177 0,-4 0-345 16,-4 1-468-16,4 1-286 0,-3-5-197 0,2 5-90 16,-3-1-48-16,2 1-30 0,0 2-25 0,2-1-17 15,-2 1-15-15,2 1-11 0,0 0-7 16,-1 0-5-16,1 1-3 0,0 1-2 0,0-2-2 16,0 3-2-16,0-2-1 0,0 0-1 0,0 2 1 15,1-3-8-15,1 2-15 0,0 0-24 0,0-1-65 16,0 1-75-16,0-2-129 0,-2 3-209 15,1-2-306-15,-1 2-347 0,3-5-257 16,1 4-103-16,-3-4 422 0,2-1 648 0</inkml:trace>
  <inkml:trace contextRef="#ctx0" brushRef="#br0" timeOffset="94092.08">21288 13427 85 0,'0'-5'646'16,"0"2"474"-16,-4 0 150 0,3 1-102 15,-1 2-336-15,1 2-268 0,-1 1-149 0,0 1-88 16,1 4-59-16,1 2-46 0,0 4-57 16,0 2-56-16,0 4-37 0,1 4-20 0,1 2-11 15,1 5-9-15,0 0-8 0,2 0-4 0,3 3-5 16,-2-5-7-16,2-2-3 0,3-2-2 0,3-8-3 15,-1 0 0-15,6-9 0 0,-1-4 1 16,2-8-1-16,0-3 3 0,0-7 1 0,0-4 1 16,-1-7 0-16,-3 0-1 0,0-6 1 0,-2-1 5 15,-4-4 2-15,-1 2 8 0,-4-1 8 16,-4 3 6-16,-4 0 3 0,-2 1-3 0,-6-1 1 16,-1 2-5-16,-4 1-7 0,0 1-5 0,-3 2 2 15,0 4-1-15,-2 2-3 0,3 2-3 16,0 5-1-16,-1 4-2 0,3 5-4 0,1 4-3 15,-1 4-1-15,2 5-2 0,2 6-1 16,3 4-1-16,0 4 0 0,1 2-1 0,3 5 0 16,0 2-1-16,2 4-1 0,-2 2-2 0,5 0-3 15,0 3-13-15,2-2-16 0,2-3-41 16,1-3-75-16,2-3-80 0,2-6-133 0,3-3-196 16,1-6-320-16,3-2-300 0,2-3-200 0,0-8-48 15,3-3 423-15,1-4 561 0</inkml:trace>
  <inkml:trace contextRef="#ctx0" brushRef="#br0" timeOffset="94437.02">21823 13429 83 0,'2'5'645'0,"-4"4"476"0,-2 3 160 16,-1 1-57-16,0 5-323 0,0 5-302 0,1 1-180 15,-1 1-101-15,0 2-65 0,1 2-70 16,2-2-71-16,2 0-47 0,2 0-27 0,4-3-15 15,-2-3-10-15,4-3-6 0,4-4-3 16,2-3-1-16,2-5-2 0,3-4 0 0,2-4 2 16,2-7-1-16,1-5 2 0,-1-2-2 0,2-7 1 15,-4 1 0-15,1-6-2 0,-1-1 2 16,-7-1-1-16,-2-1 1 0,-2-1 3 0,-5 0 5 16,-3 0 5-16,-6 0 6 0,0 0 3 0,-8-4 6 15,-2 5 3-15,-3 1 1 0,-5 5-3 16,-2 1-2-16,-3 7-5 0,-1 5-4 0,-2 7-6 15,-2 7-6-15,-1 7-4 0,1 6-4 0,1 6-2 16,1 3-3-16,4 5-2 0,7 1-4 16,0 1-20-16,8 2-75 0,0 0-85 0,3 2-154 15,4-3-283-15,2 0-334 0,4 0-386 0,2 2-222 16,6-4 99-16,4 3 673 0</inkml:trace>
  <inkml:trace contextRef="#ctx0" brushRef="#br0" timeOffset="95304.29">22772 13515 301 0,'-3'3'669'0,"0"0"314"0,0-1 125 16,1 0-258-16,0 1-259 0,-1-1-168 0,3-1-116 15,-1 2-83-15,1-3-67 0,0 2-48 16,0-2 29-16,3 0 58 0,2 0 30 0,0 0 10 16,4-2-3-16,0-1-7 0,3-3-53 15,0 0-57-15,2-1-33 0,3-3-24 0,0 2-12 16,3-3-9-16,-1 0-3 0,3 3-3 0,0-1-8 15,2 2-1-15,-3 2 1 0,-1 2-5 0,0 2 3 16,-3 3 0-16,0 3 1 0,-3 4 2 16,0 2-4-16,-4 5 0 0,-1 2-5 0,1 3-3 15,-4-1-2-15,0 5-5 0,3-2-2 0,-2-1-2 16,1-1-2-16,0-1 0 0,2-1 0 16,0-4-1-16,2-2-1 0,2-3 0 0,-1-3 1 15,1-3-1-15,2-5 1 0,2-4 1 16,-2-4 1-16,3-6 2 0,1-2-1 0,-2-2 1 15,3-3-2-15,-4-1 0 0,0 1-1 0,0-1-1 16,-2 0-3-16,-2 5-15 0,-1 1-35 16,0 2-81-16,-4 2-105 0,-2 5-201 0,2 0-303 15,-2 1-354-15,2 4-385 0,-1-2-157 16,2 2 319-16,-1 3 745 0</inkml:trace>
  <inkml:trace contextRef="#ctx0" brushRef="#br0" timeOffset="96069.93">24704 13245 42 0,'-3'-5'585'0,"-2"-1"502"0,0 3 224 0,-1-1 2 16,-3 2-324-16,-1 0-329 0,2 4-203 15,-4 0-116-15,1-1-74 0,-3 2-87 0,1 2-64 16,2 0-42-16,-3 1-22 0,2 2-17 16,3 1-11-16,-4 2-8 0,5 1-6 0,2 1-4 15,0 2-2-15,3 0-1 0,1 3-1 0,4-1-1 16,4 2 0-16,-2-1-2 0,8 2 1 0,-1-1-1 15,5 2-1-15,2-1-1 0,2 0 2 16,2 0-1-16,1-1 0 0,1 1 0 0,2 0 0 16,-1-1 2-16,-2 1 0 0,-1-1 1 15,-2-4 0-15,-2 2 11 0,-5-2 7 0,0 0 8 16,-5 0 9-16,-4 0 5 0,-2 0 4 0,-5 0-9 16,-4 1-6-16,-2-2-7 0,-2 1-7 0,-3 0-6 15,-4-2-3-15,2 0-2 0,-2-1-2 16,-1 1-1-16,1-4 0 0,1-1-2 0,1-3 0 15,0 0-2-15,3-4 0 0,1-2-1 16,2-4-5-16,2 0-10 0,2-7-16 0,2-1-39 16,0-6-76-16,3-2-77 0,1-5-133 0,1 0-226 15,1-3-316-15,0-3-320 0,0 1-194 16,2-2-57-16,-3 1 471 0,1 1 604 0</inkml:trace>
  <inkml:trace contextRef="#ctx0" brushRef="#br0" timeOffset="96303.4">24687 13174 175 0,'0'-6'797'16,"0"3"484"-16,0-1 104 0,0 2-166 15,1 2-443-15,-1 0-274 0,2 0-147 0,-1 3-95 16,4 0-64-16,0 0-46 0,2 1-32 0,3 1-40 16,2-2-24-16,0 1-14 0,6 1-14 0,2-3-10 15,-1-2-6-15,5 3-4 0,1-6-3 16,2 3-3-16,0-2-1 0,-2-1 1 0,5 0 0 15,-3-2-1-15,3 1-1 0,-1 0-5 16,-3-1-43-16,0-1-70 0,-3 3-73 0,-2-1-132 16,1 0-239-16,-3 2-322 0,-1 0-301 0,0-1-205 15,0 2-28-15,-1-2 477 0</inkml:trace>
  <inkml:trace contextRef="#ctx0" brushRef="#br0" timeOffset="96603.04">25436 13194 205 0,'-5'18'845'0,"-4"1"461"0,1 2 88 16,2 2-146-16,-1-2-431 0,3-1-306 15,-2 0-160-15,2-2-99 0,4-1-77 0,0-4-66 16,6-2-44-16,1-4-23 0,1-1-10 0,3-6-6 16,3-3-3-16,1-3-1 0,2-3-5 0,-3-3 0 15,2-2-1-15,-3-2 6 0,-1 1 8 16,-2 0 5-16,-6 0 6 0,0 2 2 0,-3 0 3 15,-2 0-2-15,-4 2-7 0,-2 4-7 16,-2 0-6-16,-4 2-6 0,2 4-7 0,-4 2-4 16,0 2-3-16,0 5-2 0,0 0-3 0,1 3 0 15,1 3-2-15,5 2-2 0,1 1-2 16,0 0-13-16,7 3-25 0,0 0-73 0,3-1-84 16,3-1-162-16,1 4-287 0,-1-3-334 15,2 1-386-15,5 3-225 0,-4 0 84 0,4 1 707 16</inkml:trace>
  <inkml:trace contextRef="#ctx0" brushRef="#br0" timeOffset="96902.27">25827 13947 100 0,'-5'7'1007'0,"0"1"723"0,1-2-93 15,-4 0-366-15,0 3-429 0,-2-2-356 16,4 2-242-16,0-1-110 0,2 1-54 15,1-2-28-15,3 1-20 0,2 0-13 0,3 0-9 16,-1-2-6-16,4 0-2 0,5 0-2 0,-4-5 1 16,4-1 0-16,1-1 0 0,1-2 0 0,0-4 2 15,-2-1-2-15,-1 0 2 0,0-2-1 16,-4 1 1-16,-1-2 0 0,-4 4 0 0,1-2-1 16,-4 2 1-16,-4 1-2 0,-3 1-1 15,-1 2 0-15,-3 3-1 0,-2 2 0 0,0 1-2 16,-1 3 0-16,-3 0-1 0,1 1-12 0,2 0-27 15,-2 1-74-15,3-3-78 0,1 2-160 0,-1-3-288 16,4-2-324-16,-3 0-364 0,3 0-217 16,1-1 72-16,-2 0 679 0</inkml:trace>
  <inkml:trace contextRef="#ctx0" brushRef="#br0" timeOffset="97272.49">25237 14224 11 0,'-1'0'505'0,"-1"-3"479"0,2-2 240 15,2-2-53-15,-1-2-294 0,7-1-220 16,1-6-165-16,4-1-99 0,4-6-61 0,5-2-48 15,4-7-56-15,1-2-76 0,7-6-48 16,1-1-30-16,6-6-17 0,1-2-12 0,3-2-13 16,1-3-8-16,2-2-8 0,-4-1-4 15,2 0-4-15,-3 0-2 0,1-1-3 0,-6 1 0 16,-2 3-2-16,-4 4-1 0,-5 4 0 0,-4 5 0 16,-5 4 1-16,-6 7-1 0,-2 6 1 0,-5 1 0 15,-4 6-2-15,-1 6-2 0,-5 2-1 16,1 4-6-16,-6 4-19 0,-1 3-49 0,2 5-80 15,-1 2-132-15,-1-1-252 0,3 4-311 16,2 1-366-16,1 0-327 0,1 0-49 0,0 1 560 16</inkml:trace>
  <inkml:trace contextRef="#ctx0" brushRef="#br0" timeOffset="98753.42">28004 13048 437 0,'9'-14'916'0,"-2"2"298"16,-6 2-12-16,-1 1-253 0,-1 2-274 16,-3 4-167-16,0 1-115 0,-2 2-72 0,-2 3-52 15,-2 3-64-15,-2 3-57 0,0 3-43 0,-2 6-21 16,-2 3-9-16,-1 5-7 0,1 4-3 16,-1 7-3-16,-1 5-2 0,0 4-6 0,0 7-6 15,-3 3-8-15,1 3-9 0,1 2-5 16,-5 3-6-16,1-1-5 0,1 4-2 0,-3 2-3 15,-1 0 1-15,1 1-3 0,-2-1-1 0,-2-1-2 16,1 3-3-16,-1-4 0 0,3-2-2 0,-2-2 1 16,5-4-1-16,-1-2 1 0,4-8 1 15,0-2-1-15,5-7 0 0,2-5-1 0,2-6-2 16,3-4-1-16,2-2 0 0,-1-7 0 16,3-5-1-16,0 2-4 0,0-6-10 0,1-2-18 15,1-3-31-15,1-2-72 0,1-2-85 16,0-6-146-16,0 1-280 0,1-7-321 0,4 1-367 15,1-1-224-15,0 0 29 0,1-3 637 0</inkml:trace>
  <inkml:trace contextRef="#ctx0" brushRef="#br0" timeOffset="99295.39">28556 13780 269 0,'-2'-10'876'16,"-3"-1"415"-16,-1 4 63 0,-2 1-136 0,-3 3-464 16,-2 1-260-16,-1 4-132 0,0 2-91 15,-3 4-71-15,1 2-64 0,-1 5-48 0,-1 2-25 16,1 4-17-16,-2 2-10 0,4 5-9 16,-2 3-7-16,4 2-5 0,2 3-3 0,0 2-3 15,2-1-3-15,2-1 0 0,3 0-3 16,2-5-1-16,4-4-3 0,1-2-1 0,5-8-2 15,0 0 0-15,3-6 1 0,1-3-8 0,4-6-24 16,-2-4-66-16,4-2-70 0,-4-5-109 0,3-6-184 16,-1-3-310-16,1-1-323 0,0-4-238 15,-2 0-133-15,0-2 301 0,2 0 604 0</inkml:trace>
  <inkml:trace contextRef="#ctx0" brushRef="#br0" timeOffset="99786.63">28682 13846 447 0,'4'3'969'0,"-4"5"281"0,-2 1-43 16,-1 2-254-16,0 6-303 0,-1 4-176 0,0 3-106 16,-1 1-64-16,-2 2-50 0,0 2-57 15,0 1-64-15,3-2-54 0,-1 2-32 0,3-5-19 16,2-3-8-16,2 0-7 0,3-8-7 16,4-2 0-16,4-4-3 0,3-7 0 0,2-4-1 15,6-7 0-15,2-4-2 0,1-7-1 16,3-4-1-16,0-4-1 0,0-3-2 0,-4 0-1 15,1 0 3-15,-5-2 0 0,-4 2 1 0,-3 4 2 16,-3 1 1-16,-4 3 0 0,-2 2 0 0,-5 3 3 16,-1 3-1-16,-1 1 0 0,-2 4-2 15,0 2 1-15,-2 3 0 0,0 3-2 0,0 3 1 16,0 3 0-16,1 2-1 0,-1 2 0 16,1 4-1-16,0-1 1 0,-1 5 0 0,4 2 0 15,-1-1 0-15,1 5 1 0,1-1 1 0,0 1 1 16,0-2-1-16,1 0-1 0,2 0 0 15,2-1-1-15,0-4-1 0,3-1 0 0,0-2-1 16,3-1 0-16,1-3 0 0,0-1-1 0,0-1 3 16,2-1-2-16,-1 1 2 0,3-3 0 15,-3 4 1-15,-4 0-1 0,4 2 1 0,-7 1 1 16,1 5 0-16,-4 1 1 0,-3 1 0 16,-3 3 2-16,-2 5 0 0,-7-1-2 0,0 4 0 15,-4 2-1-15,-4 0-2 0,0 3-3 0,-3 0 1 16,-2-1-1-16,-2 2-7 0,-3-1-41 15,0 0-68-15,0-3-62 0,-2-2-110 0,2-1-179 16,2-7-315-16,1-1-283 0,4-4-212 0,3-3-134 16,3-5 285-16,2-4 573 0</inkml:trace>
  <inkml:trace contextRef="#ctx0" brushRef="#br0" timeOffset="101002.84">29474 13489 96 0,'0'-11'392'0,"0"3"232"0,-1-1 180 0,-1 0-45 15,1 1-165-15,1 3-90 0,0-1-62 16,-2 0-48-16,0 2-45 0,1 1-52 0,1-1-53 16,0 4-16-16,0-2 1 0,0 2 12 0,0-3-3 15,1 3-17-15,-1 0-27 0,0 0-46 16,2 3-36-16,-2-1-32 0,2 2-20 0,-2 5-8 15,0 5-7-15,0 2-2 0,-2 7-5 16,0 4-7-16,-1 3-6 0,-3 4-4 0,1 2 3 16,1 5 0-16,-1 2-3 0,-2 1-1 0,3 2-2 15,0-2-2-15,0 1-6 0,2-3-4 0,2-4-1 16,0-1-3-16,4-6-2 0,2-4 0 16,0-6 0-16,2-5 0 0,2-5 0 0,0-4 0 15,3-7 1-15,3-8 0 0,-2-4 0 16,7-6-1-16,-4-6 0 0,5-2 0 0,-1-5-2 15,0 0 1-15,-3-1-1 0,0 1 0 0,-2 1 2 16,-2 4 0-16,-3 2 2 0,-5 4 0 16,2 3 1-16,-3 4 0 0,-2 4 0 0,-2 2-1 15,-2 3-1-15,-1 4 0 0,-1 2-1 0,-1 4 1 16,-3 5 0-16,1 2 0 0,-1 5 1 16,1 2-1-16,-2 1 0 0,4 2 1 0,0 5-1 15,1-1 0-15,2-1-1 0,1 4 0 16,1-4 0-16,2 0 0 0,2-3-1 0,3-1 0 15,3-6-1-15,0-2 1 0,3-3 0 0,2-9 1 16,3-4-2-16,0-6 1 0,5-8 0 16,0-4-1-16,2-4 0 0,0-8 1 0,-2-1-2 15,3-6 0-15,-4-1 1 0,1-3 1 0,-2-2 2 16,-5 1-1-16,2-5 3 0,-4 2 0 16,0-1-1-16,-4-2 1 0,-1 2-2 0,-2 2 1 15,-4 3-1-15,-2 5 1 0,-4 5 0 0,1 5-1 16,-7 6 1-16,4 5-1 0,-5 5 0 0,0 5 0 15,-2 6 0-15,0 4 0 0,0 6-1 0,-2 6 1 16,0 4 0-16,1 7-1 0,1 2 0 16,-2 5 0-16,2 6 0 0,0 2-1 0,3 4 1 15,-3 1 0-15,1 3 1 0,2 2 0 16,-1 3 0-16,3 1 1 0,-1 0-2 0,4-2 0 16,2-2-1-16,4-5-2 0,2-4-1 0,3-5-7 15,4-5-15-15,-1-6-41 0,5-4-73 0,-2-7-76 16,2-4-145-16,-3-4-244 0,2-3-318 15,0-8-311-15,0-1-202 0,0-3-4 0,-2-3 537 16</inkml:trace>
  <inkml:trace contextRef="#ctx0" brushRef="#br0" timeOffset="101878.7">30286 13791 7 0,'0'-8'423'0,"0"3"416"0,0 1 291 16,0 0 18-16,-2 0-337 0,1 2-272 0,-1 0-143 16,0 1-68-16,2 2-34 0,-1 1-11 15,-3 2-14-15,3 5-24 0,-4 3-39 0,2 1-48 16,-5 4-41-16,3 4-35 0,1 3-23 0,-1 3-13 16,2 2-10-16,-1 3-7 0,1 0-7 0,2 3-5 15,1-2-6-15,0 1-3 0,1-1-4 16,1-5-1-16,3-1-1 0,-1-4-1 0,4-5 1 15,3-3-2-15,0-6 1 0,1-4 1 0,2-5 1 16,0-5 0-16,3-7-1 0,-1-3 0 0,3-3 0 16,0-5 0-16,-1-5-1 0,0-1-1 15,-2-3 2-15,0 0-2 0,-5 2-1 0,2-1-1 16,-5 2 1-16,0 2 0 0,-5 3 0 0,0 2 7 16,-1 4 7-16,-2 2 1 0,0 6 1 0,-3 3 1 15,-1 2 0-15,3 7-6 0,-4 2-4 16,0 5-3-16,2 4 1 0,-2 5-1 0,1 2-1 15,1 3 1-15,1 2 0 0,2 1-1 0,2 0 0 16,1 0-1-16,3 0-2 0,0-1 1 0,0-1-1 16,4-1-1-16,1-3-1 0,0-2 1 0,-1-3 0 15,4 0-2-15,-5-5-8 0,4-1-17 0,-4-5-43 16,3-1-69-16,-4-2-67 0,1-2-115 16,-1-2-173-16,-2 0-303 0,-1-1-279 0,3-1-210 15,0 1-131-15,-2-1 292 0,1 3 566 0</inkml:trace>
  <inkml:trace contextRef="#ctx0" brushRef="#br0" timeOffset="116809.94">17494 15081 332 0,'-3'0'725'0,"-2"0"344"0,2 0 93 15,-2 0-283-15,1 0-228 0,2 0-77 0,1 0-91 16,-1 0-92-16,1-2-68 0,1 2-55 0,-2-2-63 16,2 2-77-16,0-4-49 0,2 3-25 15,-2 0-17-15,1-4-3 0,2 1-2 0,-1 1 4 16,4-1 1-16,-1-2 4 0,1 2 1 0,2-3 3 16,0 0 0-16,5 1 0 0,0 0-3 15,2-1-4-15,1-1 1 0,5 1-5 0,0-3-4 16,2 5-5-16,1-1-4 0,-1 0-2 0,2 2-7 15,-4 3-3-15,1-1-1 0,-1 2 2 16,-2 2 1-16,-2-1 0 0,-1 4 1 0,-3 1 2 16,-2 1 0-16,0 2-2 0,-3 2-1 15,-4 1 1-15,-2 3 1 0,1 0-2 0,-6 1-2 16,1 5 3-16,-2-2 0 0,-4 1-2 0,-3 1-1 16,0 4 0-16,-5-2-4 0,2 4-5 15,-4 1 0-15,1-1 0 0,-2-1 0 0,1 2 0 16,-1-1 0-16,2 0 0 0,1-2 0 15,1 2 0-15,0-1 0 0,4-1 0 0,0-1 0 16,2-3 0-16,2-1 0 0,4-3 0 0,0 0 0 16,0-2 0-16,3-1 0 0,4-3 0 15,-1-1 0-15,2-3 0 0,0 1 0 0,3-2 0 16,3-2 0-16,0-2 0 0,2-2 0 0,3 0 0 16,0-4 0-16,2 0 0 0,1-2 0 15,1 0 0-15,0 0 0 0,0-1 0 0,-2 1 0 16,2-2 0-16,-4 1 0 0,2 3 0 0,-2-2 0 15,-1 1 0-15,0 0-3 0,-1 1-26 16,-1 1-23-16,-3 0-43 0,-2-2-80 0,0 0-127 16,-1 1-214-16,0 1-304 0,-2-1-362 15,2-2-364-15,-3 0-133 0,1 0 437 0,0-2 743 16</inkml:trace>
  <inkml:trace contextRef="#ctx0" brushRef="#br0" timeOffset="117195.33">18277 15227 86 0,'6'-3'661'0,"-4"3"474"15,-1 3 147-15,1 1-58 0,0 3-305 16,-2 5-315-16,1 3-173 0,-1 5-96 0,2 3-61 16,-1 3-70-16,-1 6-74 0,2 1-48 15,1 1-30-15,1 2-15 0,3-3-13 0,1-1-10 16,3-5-5-16,5-5-3 0,0-3-2 0,4-8 0 15,2-6-1-15,1-7 0 0,2-5-1 16,0-9 1-16,2-6-1 0,-2-6 0 0,-4-5 3 16,1-4 4-16,-5-6 10 0,-2 3 13 15,-4-2 11-15,-5 2 8 0,-6 0 5 0,-8 1 3 16,-3 1-3-16,-8 3-5 0,-2 1-9 16,-7 2-2-16,0 0-6 0,-6 4-5 0,1 2-1 15,0 5-4-15,1 4-1 0,1 5-6 0,1 2-2 16,3 7-3-16,2 5-6 0,1 2-2 0,2 7-2 15,6 3-1-15,0 3-3 0,5 3-2 16,5 1-1-16,2 3-1 0,4 1-3 0,4 1-11 16,2 2-15-16,5-1-24 0,2 0-52 15,0 0-82-15,2-3-129 0,1 0-194 0,1-3-305 16,1 0-356-16,2-1-312 0,1-4-119 0,0 1 401 16,1-1 668-16</inkml:trace>
  <inkml:trace contextRef="#ctx0" brushRef="#br0" timeOffset="117460.59">19000 15582 129 0,'-4'4'1132'0,"1"-1"694"0,-2-1-175 0,-1-2-379 16,-2 0-411-16,2 0-387 0,-1-4-224 0,-2 2-99 15,3-3-51-15,0-1-35 0,-1-2-24 16,2 1-18-16,-1 2-12 0,3-3-7 0,2 0-3 16,1 1-3-16,0-2-2 0,1 3-11 15,2-2-19-15,3 2-46 0,-3 2-82 0,1-3-137 16,1 4-270-16,-1 1-323 0,1 0-389 0,4 1-367 16,-2 1-42-16,2 1 660 0</inkml:trace>
  <inkml:trace contextRef="#ctx0" brushRef="#br0" timeOffset="120465.67">19271 15121 41 0,'-3'-1'324'0,"2"-1"207"0,-4 0 189 16,2 1 11-16,2-2-167 0,1 0-101 0,-2 2-45 16,0-2-29-16,2 0-40 0,-1 0-45 0,1 0-53 15,-2-2-51-15,0 2-46 0,2-1-32 16,-1-1-5-16,1-1 24 0,1 1 32 0,-1-1 31 16,2-1 17-16,1 1-7 0,-1-3-13 15,0 0-39-15,1 0-36 0,1-1-36 0,-1 0-27 16,0-1-15-16,1 2-9 0,-3-2-4 0,4 2-6 15,-2-1-5-15,2 1-9 0,-2 0-7 16,2 2-8-16,-1-2-5 0,0 2 0 0,0 1-2 16,-2 0 3-16,5 2 4 0,-3-1 7 15,2 1 5-15,-1-1 1 0,2 4 0 0,-1 0 3 16,0-1-2-16,3 2-4 0,0 2-4 0,0-1-1 16,0 2 0-16,3 0 0 0,-4 1 0 0,1 1 1 15,2-1 1-15,-1 2-1 0,-2-2 2 16,2 3 1-16,-2 0 3 0,1 1 0 15,-2-1 2-15,-1 1 1 0,1 0 2 0,-1 0 7 16,-1 1 0-16,3 0 2 0,-5 2-1 0,0 0-3 16,0-1-1-16,2 0-8 0,-3 1-4 0,-1-1-3 15,3 1 0-15,-4-1 0 0,1 0 1 16,-1 1 1-16,0-2 1 0,0 2 0 0,-1-1 1 16,-1 1-3-16,0 0-2 0,-1 0-1 15,-2 3-1-15,0-2-2 0,1 1-1 0,-2 2 1 16,1-1 0-16,0-1-1 0,0 2 1 0,2 0 0 15,-2-1 1-15,2 0 1 0,-1 1-1 0,1-1 0 16,1 0 0-16,0-1-1 0,-1-1 0 16,3 1 0-16,-2-2 1 0,1 1-2 0,-1-1 1 15,1-1 1-15,-3-1-1 0,3 0 0 16,-1-2 0-16,1 3-1 0,-4-3 1 0,2 1-1 16,1-1 0-16,-1-1 1 0,0 2-1 0,1-3 0 15,-1 2 0-15,2-1 1 0,-3-2-1 16,3 1-1-16,-1-1 1 0,1 0 0 0,-1 0 0 15,-1-2 0-15,3 1 0 0,-1-1 0 0,1 0-1 16,-2 1 1-16,2-3-1 0,0 1 1 16,0 1 0-16,2-1 0 0,-2 1 0 0,1-1 0 15,-1 1 0-15,3-1 0 0,-1 1 0 0,-1 0 0 16,2-1 0-16,1 0 0 0,0 1 0 16,1 0 1-16,2-1 0 0,0 0 5 15,3 1 3-15,0-2 2 0,0 1 0 0,0-1 1 16,3-1 2-16,-1 1 0 0,3-3-1 0,0 2-1 15,1-1-1-15,0-1 0 0,-2-2-2 0,3 2-4 16,-2-1-2-16,0 0-2 0,0-2-1 16,-1 1-1-16,-3-1-2 0,0 2 0 0,0 0-2 15,-3 1 0-15,0 0-4 0,0 2-13 16,-4 1-27-16,0 1-75 0,-3 2-133 0,-1 0-251 16,-3 3-317-16,-2 2-398 0,-2 4-475 0,0 0-133 15,-2 1 665-15</inkml:trace>
  <inkml:trace contextRef="#ctx0" brushRef="#br0" timeOffset="121867.34">20148 14802 90 0,'0'6'403'0,"-2"-2"298"0,0 0 266 0,2 0-29 16,0-2-187-16,-1 2-144 0,-1-3-107 16,2 1-56-16,-1 1-58 0,1 1-50 0,0 1-46 15,0 6-39-15,1-1-41 0,-1 7-53 0,2 1-37 16,-1 8-37-16,3 3-24 0,-3 3-12 15,-1 6-8-15,3 4-5 0,1 3-5 0,2 4 2 16,-2 0 2-16,1 0-5 0,5 1-3 16,1-2-2-16,1-2-5 0,6-3-7 0,-4-3-5 15,6-7-3-15,1-3-2 0,3-6-2 0,0-9-1 16,2-7 1-16,1-5-1 0,2-12 1 16,-1-7-1-16,-1-7 1 0,3-9 0 0,-3-7-2 15,-2-6 3-15,-3-3 2 0,-4-2 8 0,-2 1 7 16,-5-1 10-16,-6 2 8 0,-7 4 4 0,-4 3 3 15,-9 1-7-15,-5 2-4 0,-5 3-8 16,-9 2-8-16,-2 1-6 0,-5 5-4 0,-3 7-3 16,1 5-2-16,0 5-1 0,4 10 0 15,2 4-2-15,2 9-1 0,5 6-2 0,7 7-1 16,7 4-1-16,2 6-5 0,9 3-19 16,5 1-61-16,3 3-94 0,8 1-217 0,5-3-281 15,6-1-359-15,5 1-437 0,6-3-292 0,3-3 278 16,3 1 917-16</inkml:trace>
  <inkml:trace contextRef="#ctx0" brushRef="#br0" timeOffset="123813.17">14775 17083 246 0,'6'-21'716'0,"-3"5"389"0,1 1 101 0,-3 1-228 16,1 3-242-16,-1 4-142 0,1 3-124 16,-2-1-101-16,2 2-69 0,-1 3-55 0,-1 3-67 15,3 3-63-15,-1 4-38 0,-1 6-14 0,2 6-6 0,-1 4-2 16,1 5-5-16,-1 5-5 0,1 6-3 16,-1 0-8-16,-1 4-6 0,3 5-5 0,-4 1-5 15,1 2-4-15,-1 1-5 0,0 1-3 0,0-1-5 16,0 3-6-16,0-5-4 0,0 0 3 15,0-3 0-15,2-7 0 0,-1-3 5 0,2-7 3 16,0-3-4-16,0-4-20 0,2-7-36 0,-2-2-66 16,1-5-66-16,-1-6-90 0,-1-5-150 0,-1-5-207 15,1-6-294-15,-1-3-219 0,1-8-197 0,4-3 17 16,-3-6 458-16</inkml:trace>
  <inkml:trace contextRef="#ctx0" brushRef="#br0" timeOffset="124048.72">15036 17099 478 0,'11'-28'965'0,"-3"5"269"0,-2 1-43 0,-3 7-327 16,2 2-241-16,-2 2-173 0,2 5-88 0,-1 4-61 15,0 2-41-15,1 4-42 0,-2 3-57 16,0 8-46-16,0 3-39 0,0 7-18 0,-1 3-14 16,1 6-10-16,-3 7-7 0,-3 4-9 0,1 6 1 15,-1 3-6-15,0 4-5 0,1 4-3 0,-2 1-2 16,0-2-1-16,3-1-6 0,-1-3-2 0,0-5 0 15,4-4-6-15,1-5-22 0,-1-6-50 16,1-5-62-16,0-7-90 0,-3-6-140 0,0 0-202 16,0-8-307-16,-3-3-266 0,2-5-213 0,-4-3 29 15,0-3 432-15,-4-4 505 0</inkml:trace>
  <inkml:trace contextRef="#ctx0" brushRef="#br0" timeOffset="124313.34">14638 17467 68 0,'-7'0'568'0,"1"3"418"0,-1-1 175 0,1 0-76 15,1 0-382-15,4 1-297 0,1-3-141 0,1 2-30 16,4 2-8-16,4-2 37 0,1 0 10 0,4-2-7 16,5 0-28-16,3-2-45 0,3-4-37 0,4-2-41 15,3-1-27-15,1-4-30 0,3-2-18 16,2-4-13-16,0-1-10 0,3-1-11 0,-1-1-7 15,0-1 1-15,-4-2-1 0,3 3 1 0,-6 1-1 16,1 0-1-16,-4 2 0 0,-4 2 0 0,1 1-2 16,-6 0-23-16,1 4-67 0,-5 2-73 15,-4 1-151-15,-2 3-284 0,0 2-322 0,-4 1-360 16,-1 3-242-16,-1 0 38 0,0 3 650 0</inkml:trace>
  <inkml:trace contextRef="#ctx0" brushRef="#br0" timeOffset="124930.69">14683 17673 101 0,'-11'4'417'0,"0"0"237"0,1 2 182 15,-2 0-13-15,4 2-249 0,0-3-148 0,3 3-58 16,-2 1-37-16,3-3-48 0,1-1-58 0,2 1-57 15,1-1-29-15,1-2 1 0,2 1 24 16,7-1 19-16,-4-2 32 0,5 1 19 0,2-4-8 16,1 0-24-16,2-4-39 0,1-3-25 0,2-1-36 15,2-6-27-15,1 0-10 0,2-4-16 0,1-1-10 16,0-4-8-16,-1 2-3 0,1-1-4 16,2-1-14-16,-2-1-8 0,1 1-3 0,-2-2-4 15,1 4-4-15,-2-1-2 0,1 2 6 0,-3 2 1 16,-1 2 1-16,-1 2 0 0,-3 0 1 0,1 3-1 15,-1 2-1-15,-2 1-12 0,-1 1-37 0,1 2-68 16,-3 2-80-16,1-1-130 0,0 2-205 16,1 1-316-16,1 0-295 0,0-1-213 0,0 4-19 15,2-2 423-15,2-1 541 0</inkml:trace>
  <inkml:trace contextRef="#ctx0" brushRef="#br0" timeOffset="125679.99">15728 17211 42 0,'-1'-3'498'0,"-1"-1"408"0,0-1 211 0,0-2-12 16,0 2-352-16,2-1-269 0,0-1-159 16,0 1-63-16,4-1-1 0,0-2 2 0,0 2-7 15,3-2-13-15,1 0-20 0,1-1-36 0,1-1-47 16,1 2-39-16,1-2-28 0,-1 2-27 0,2-1-19 16,1 1-5-16,1-1 0 0,0 2-4 0,0-1-1 15,0 1 7-15,1 2 1 0,-2 0-2 0,2 3 1 16,0 0 1-16,-2 0-5 0,2 3-1 15,-1 0 1-15,0 3 3 0,0 0-3 0,-2 0-2 16,0 2 0-16,0 1-2 0,-2 1 0 0,-1 2-1 16,0 1 0-16,-3 0-1 0,-1 2 0 0,-1 1 0 15,0 2 0-15,-2 2-5 0,-3-1-3 16,0 2-1-16,0 3-2 0,-3 1-1 0,-2-1 1 16,0 3 2-16,-3 4 8 0,-1-1 3 0,-1 1 3 15,1 1 0-15,-2 1 0 0,1 0-1 0,-1-3-5 16,2-1-1-16,3 1 0 0,-3-1-2 0,3-2-1 15,1-1-5-15,2-1-5 0,-1-1-3 16,1-2-2-16,1-1-1 0,0-1 0 0,2 0 4 16,0-4 1-16,0-1 2 0,4-3 0 0,-4 0 0 15,1-1 0-15,2-1-1 0,0-1 1 0,-1-1 1 16,1-2-1-16,0 1 1 0,0-1 0 16,0-2 0-16,2 3-1 0,0-3 1 0,0 0 0 15,2 1 0-15,2-2 0 0,-3 2-1 0,2-2 1 16,1 0-1-16,-1 0 1 0,3 0-1 0,0 0 0 15,0 0 0-15,-1 0 1 0,2 0-1 16,0-2 0-16,2 0 0 0,-3 1 1 0,2 0-1 16,1-3 0-16,-1 3 5 0,0-2 1 0,-1 0 2 15,-1 0-1-15,3 0 1 0,-3 0-1 0,3 0-4 16,-4 0-3-16,1 2-1 0,0-2 0 16,-2-2-1-16,-1 4 1 0,2-2 0 0,-4 1-1 15,2 0 0-15,-3-1 1 0,0 3-1 0,1-1 1 16,-2 0-1-16,0 1 0 0,-1 0 0 0,0 0 0 15,-1 0-2-15,-1 1-7 0,3 0-11 0,-4 2-17 16,1-1-31-16,-1 0-60 0,0 0-71 16,0-2-89-16,0 0-151 0,0 0-247 0,0 0-302 15,3-2-255-15,-1 0-187 0,2 2 82 0,1-2 548 16</inkml:trace>
  <inkml:trace contextRef="#ctx0" brushRef="#br0" timeOffset="127950.42">21793 16698 109 0,'-3'-8'544'0,"-3"1"394"0,1 1 220 15,-1-2-58-15,-1 1-383 0,-2 1-191 0,1 1-61 16,0 2-61-16,-1-2-63 0,-1 3-52 0,1 0-45 15,-1 2-56-15,-1 0-68 0,2 2-49 0,-1 0-27 16,-1 3-17-16,0 3-12 0,1-1-6 16,-2 4-3-16,4 2-4 0,-2 2 0 0,4 4 2 15,-1 2 0-15,3 4 1 0,3 4 1 0,1 2 2 16,1 4-1-16,3 5 0 0,3 0 6 0,3 4 2 16,-1-1 3-16,4 1-1 0,1 0 0 0,2-3 0 15,1-1-13-15,2-7-8 0,0-2-4 0,3-5-4 16,2-6-1-16,0-4 0 0,-2-6 6 15,3-6 4-15,2-5 4 0,-2-5 1 0,1-8 1 16,-4-2 0-16,2-8-1 0,-4-4 0 0,-4-3-1 16,1-3 2-16,-2-5 0 0,-1 0 7 0,-8-2 9 15,1 0 4-15,-4 3 8 0,-5-1 4 0,-3 1 3 16,-4 3-6-16,-5 1-7 0,-2 3-3 16,-6 1-3-16,-2 3-3 0,0 4 0 0,-3 4-3 15,2 4 0-15,0 4-2 0,0 6-6 0,1 3-4 16,3 6-3-16,1 5-1 0,4 3-2 0,0 3 1 15,5 3 0-15,2 3 1 0,2 2 0 0,6 2 1 16,1-2 0-16,3 2 1 0,2 2 0 16,5-4-2-16,0 2-14 0,1-1-40 0,5-1-75 15,-2-2-102-15,2-4-172 0,0 2-300 0,1-4-342 16,0-2-345-16,-1-2-182 0,1-1 224 0,0-4 677 16</inkml:trace>
  <inkml:trace contextRef="#ctx0" brushRef="#br0" timeOffset="128216.55">22450 17087 293 0,'0'-2'1228'0,"-4"-2"490"0,-1 2-198 16,1 0-345-16,-5 1-466 0,1-2-297 0,-1 1-191 15,0 2-91-15,1-1-46 0,2 1-27 0,-1 0-20 16,3-2-15-16,-2 2-11 0,3-1-4 0,-1 1-6 16,4 0-4-16,-1-2-2 0,1 0-5 0,1 1-17 15,1 0-46-15,1-2-70 0,3 1-76 16,-1-2-134-16,1 1-203 0,-1 0-315 0,0 0-283 16,1 0-201-16,2 0-45 0,-2 0 416 0,1 0 540 15</inkml:trace>
  <inkml:trace contextRef="#ctx0" brushRef="#br0" timeOffset="128696.13">22600 16679 8 0,'-2'-6'411'16,"2"0"379"-16,0-2 276 0,0 3 49 15,0-2-320-15,0 1-250 0,0-2-168 0,2 2-100 16,-2-1-30-16,5 2-16 0,-1-1-14 0,1 1-7 16,4 0-9-16,-1 0-8 0,0 3-35 0,5 0-32 15,-4 0-30-15,3 1-18 0,2 1-13 0,-2 1-15 16,4 3-7-16,-2-2-1 0,-1 2-2 15,4 2-8-15,-2-1-3 0,-1 1-2 0,0 3-5 16,0 0-2-16,-2 1-3 0,-2 1 1 0,2 2 0 16,-4 0-2-16,-4 2-1 0,2 0-1 0,-2 1-1 15,-4 4-1-15,-4 1 3 0,-2-1 0 16,0 6 2-16,-4 1 1 0,-2 0 3 0,-1 4 2 16,-1 0-9-16,-4 2 4 0,6 0 1 0,-4 1 0 15,3 0-4-15,-1 1-2 0,5 0 3 0,-1-4-7 16,2-1-3-16,4-1-2 0,0-3-4 15,4-2 0-15,0-2-2 0,4-5-1 0,0 0-2 16,6-2 0-16,-1-4 1 0,4-3 0 0,3-4 0 16,0-3-10-16,2-4-18 0,3-4-36 0,-2-3-74 15,2-4-76-15,-1-3-147 0,-1-2-215 16,2-2-315-16,-1-2-317 0,-1-1-216 0,2 0-53 16,1-1 492-16,-1 0 579 0</inkml:trace>
  <inkml:trace contextRef="#ctx0" brushRef="#br0" timeOffset="129013.17">23396 16879 39 0,'0'17'583'0,"4"2"507"15,-4 3 207-15,-4 6-25 0,4 2-309 0,-1 4-308 16,-1 2-201-16,1 3-116 0,-2-1-73 0,3 1-81 16,3-5-70-16,1-4-50 0,3-4-30 15,3-7-15-15,3-4-4 0,4-8-7 0,-2-5-3 16,4-5 0-16,0-6-2 0,2-6 1 0,-2-3-3 15,1-6-2-15,-2-3 1 0,-1-3-1 0,0-2-1 16,-2-1-2-16,-2-4 2 0,-3 1 2 16,-5-2-2-16,0 1-1 0,-3-2 5 0,-4 2 2 15,-3-2 4-15,0 3 10 0,-3-1 6 0,-2 6 7 16,-3 1 1-16,-3 6-1 0,2 5-4 0,-3 3-6 16,-3 5-7-16,-2 9-8 0,0 7-4 15,-1 5-4-15,2 5-2 0,0 6-2 0,4 3 0 16,1 5-22-16,3 0-66 0,4 3-80 0,3 0-157 15,4-2-281-15,4 1-332 0,4-1-381 0,6 1-251 16,1-3 64-16,8 0 695 0</inkml:trace>
  <inkml:trace contextRef="#ctx0" brushRef="#br0" timeOffset="133284.6">24450 16948 72 0,'0'0'328'0,"-2"0"208"0,2 1 197 0,-2 1-40 15,2 1-81-15,0-3-57 0,2 0-48 16,-2 2-56-16,0-2-62 0,0 0-68 0,0 0-85 15,0 0-75-15,0-2-53 0,0 2-38 0,0 0-20 16,2 0 37-16,-1-3 56 0,6 1 49 16,-3 1 22-16,4-2 5 0,-2-1-8 0,2-2-45 15,1-2-51-15,0 1-43 0,0-1-25 0,3 0-16 16,-2-2-11-16,2 3-7 0,0 1-5 0,1-2 0 16,0 2-3-16,1 1 0 0,-2 3 4 15,2 0 3-15,1 2 4 0,-1 2 2 0,3 0-1 16,-1 4 5-16,-2 2 0 0,4 1-3 0,-4 4-2 15,2-2-1-15,-2 4-1 0,3 0-3 0,-1 2-5 16,0 0-2-16,-2 0-1 0,4-1-2 0,-2 1 0 16,1-2-2-16,1-1 0 0,-1-1-2 15,-1-1 1-15,3-3 1 0,-1-2 0 0,2-1 1 16,-2-4 0-16,2-2 2 0,-2-2-2 0,3-2 1 16,-2-2-1-16,1-3 0 0,-1-3-1 0,1 0 1 15,-2-1 0-15,-2-1-2 0,2-3 0 0,-2 3-2 16,-1-1 0-16,0 1-4 0,-1 1-17 15,-3 2-62-15,0 1-69 0,-3 1-130 0,-2 1-213 16,2 2-314-16,3 2-353 0,2 0-270 0,-4 0-119 16,5 2 460-16,-2-2 645 0</inkml:trace>
  <inkml:trace contextRef="#ctx0" brushRef="#br0" timeOffset="134301.73">26388 16990 309 0,'-2'9'542'0,"-1"-2"206"0,0 1 93 0,-1 0-185 16,2-1-93-16,0-1-64 0,-1-1-48 15,3-2-28-15,-1 0-11 0,1-1-38 0,0 0-57 16,0 0-57-16,0 0-32 0,1-1-32 0,1-2-46 16,3-1-32-16,1-2-31 0,2-4-10 0,0-3-13 15,4-2-5-15,1-2-2 0,1-3-7 0,2-3 0 16,3-2-4-16,-3-1 0 0,2-1-6 16,2-4-6-16,0 2-4 0,1-1-3 0,-4 1 1 15,2 0-5-15,-1 1-3 0,-3 2-2 0,-2 5-3 16,-1-1-2-16,-2 5-3 0,-2 3 0 15,0 0 0-15,-4 5 2 0,1-1-1 0,-1 4 0 16,-3-1 0-16,1 3-1 0,-1 0-3 0,1 0-1 16,0 1 1-16,-2 0-1 0,1 1 0 0,-1 1-2 15,0 0 0-15,2 3 0 0,-2 0-2 0,1 2 0 16,1 1-1-16,0 1 0 0,0 2 4 0,2 0 1 16,-1 3 3-16,-2 0 3 0,3 2 3 0,-1 2 1 15,2 0-2-15,-4 3 0 0,1 3 2 16,-1-1-2-16,1 4-1 0,0 1 0 0,-2 1-2 15,0 2-1-15,0 2-4 0,0 1-2 0,-2 0-1 16,0 1-1-16,1-1-1 0,-1 1-1 0,1 0 0 16,1-3 0-16,0-1 1 0,0-3-1 15,0-1-1-15,0-2 1 0,0-5-1 0,0-1 0 16,0-3-1-16,0-1 0 0,0-3 0 0,0-1 0 16,0-4 2-16,0 1-1 0,-2-2 0 0,0-2 0 15,2 0 0-15,0-2 0 0,-1-1-1 0,1 2-1 16,0-2-5-16,0 0-7 0,-3 0-10 15,3-2-13-15,0-1-17 0,0 0-22 0,1-1-37 16,1-2-66-16,1 0-65 0,-1-1-99 0,2-3-153 16,0 1-256-16,0-3-286 0,1 1-212 15,1 1-158-15,1-2 180 0,-3 1 533 0</inkml:trace>
  <inkml:trace contextRef="#ctx0" brushRef="#br0" timeOffset="134652.6">27264 16471 136 0,'0'0'779'16,"-3"2"602"-16,0 1 141 0,-4 2-193 0,-1 3-442 15,1 1-338-15,-1 5-178 0,1-2-128 0,-1 1-84 16,1 2-56-16,0 0-32 0,2-1-24 15,2-1-13-15,0-2-9 0,3-3-5 0,0 0-7 16,2-2-5-16,2-2-3 0,1-2-2 0,0-2 1 16,3-2-1-16,0-2-1 0,0-2 1 0,-2-2-1 15,2 0-1-15,-2 1 2 0,-3-3-1 16,1 3 0-16,-1-1 1 0,-3 2-1 0,0 0 1 16,0 1-1-16,-2 3-1 0,1-1 0 0,-3 1-2 15,3 2 0-15,-3 2-2 0,1 2-1 0,-1 2-2 16,1 4-1-16,0 0-3 0,1 3-14 15,0 1-31-15,2 1-71 0,0 3-73 0,0-3-143 16,2 6-250-16,-2-2-315 0,2 3-336 0,1 0-218 16,3 0-27-16,-5 1 555 0</inkml:trace>
  <inkml:trace contextRef="#ctx0" brushRef="#br0" timeOffset="134952.44">27523 17217 115 0,'3'16'736'16,"1"2"529"-16,-3-2 163 0,2 1-150 0,-1-2-384 15,0-2-333-15,-1 1-173 0,-1-5-113 0,0 0-77 16,2-3-50-16,-2-1-41 0,1-2-22 0,1-3-14 16,0-2-5-16,-1-4-7 0,4-2-6 15,-1 0-9-15,0-4-10 0,-3-2-6 0,2 4-2 16,1-1-1-16,-4 1-3 0,1 2-4 0,-1 2-2 15,0 2-2-15,0 1-6 0,-1 1-4 0,-1 2-2 16,0 0-4-16,-1 5 0 0,-2 1-3 16,2 2 0-16,-3-1-10 0,5 0-16 0,-3 2-25 0,1-3-58 15,2 2-78-15,-3-4-138 0,0 2-242 16,0-2-306-16,1 1-361 0,0-3-288 0,-1-2-63 16,-1 0 545-16</inkml:trace>
  <inkml:trace contextRef="#ctx0" brushRef="#br0" timeOffset="135418.18">27070 17476 45 0,'0'3'407'0,"-2"-1"328"0,0 2 253 0,1-2 35 15,-3 0-254-15,1-2-197 0,2 3-123 0,-4-3-29 16,5 0-17-16,0 2-39 0,-1 0-50 0,1-2-46 16,0 2-45-16,0-4-69 0,1 0-54 0,-1 0-42 15,5-2-25-15,-1-3-7 0,1-1-5 16,3-1 0-16,5-3 1 0,-4-2-1 0,6-1-3 15,0-4-4-15,5-5 2 0,2-1-3 0,0-4-4 16,4-4 9-16,4-1 3 0,0-5 3 0,4-2 0 16,-1-5-1-16,0 0-1 0,0 1-5 0,1-1-4 15,-4 1-5-15,0 2-2 0,-5 2 0 0,-1 3-1 16,-3 1 1-16,-1 3-1 0,-4 2 0 16,0 4-2-16,-4 3 0 0,-1 0-1 0,-1 4-1 15,-4 2 1-15,-1 3-2 0,2 0 1 0,-3 1-1 16,1 2-1-16,-2-1-1 0,-2 4-1 15,3-2 0-15,-1 1-2 0,2 1-11 0,-3 2-26 16,2 1-70-16,-1 1-80 0,-3 1-161 0,-3 2-287 16,-1 3-325-16,-2 3-371 0,2 2-233 0,-3 2 69 15,-3 2 698-15</inkml:trace>
  <inkml:trace contextRef="#ctx0" brushRef="#br0" timeOffset="135951.68">28686 16504 59 0,'22'-19'535'0,"-5"4"437"15,-3 0 211-15,-1 4-45 0,-5 1-371 16,-2 2-196-16,-1 3-83 0,0 0-76 0,-4 5-53 16,-1 0-52-16,0 2-46 0,-3 6-71 0,-2 3-66 15,-3 2-37-15,0 5-25 0,-2 5-9 0,-3 4-10 16,-1 4-6-16,1 5-6 0,-3 5 0 0,0 2-1 16,-3 6-2-16,2 6-3 0,-5 5-3 15,0 5-4-15,-2 4-6 0,-3 4-7 0,2 4-4 16,-2-2-1-16,0 6 0 0,2-4 0 0,1 2 0 15,-2-3 2-15,3-1 1 0,-1-5-1 0,2-3-2 16,3-5-1-16,-1-8-2 0,3-4-2 0,0-10-8 16,4-5-14-16,1-10-24 0,3-7-47 15,0-8-72-15,2-7-75 0,2-8-120 0,4-6-162 16,-1-2-254-16,4-7-268 0,-1-1-203 0,4-1-129 16,1-2 264-16,0-1 503 0</inkml:trace>
  <inkml:trace contextRef="#ctx0" brushRef="#br0" timeOffset="137067.98">28941 17269 174 0,'0'-10'781'0,"0"-1"425"16,-3-1 56-16,0 3-139 0,-1 0-356 0,-1 3-240 15,2 0-124-15,-1 2-71 0,0 2-51 0,0 4-48 16,0 1-70-16,-4 3-61 0,2 4-40 0,-2 4-22 16,0 5-10-16,0 1-6 0,0 4-5 0,2 4-6 15,-2 1-3-15,-2 3-2 0,6 2-4 0,-1-1-2 16,0 0 0-16,5-3 1 0,2-2-1 15,2-6-1-15,8-3-1 0,2-7-2 0,0-5-1 16,6-7-1-16,2-7-2 0,4-5 2 0,-2-5 0 16,3-7 0-16,1-3 0 0,0-3-1 0,1-4 0 15,-2-1-1-15,-1-1-1 0,0 1 2 0,-5-1 1 16,-3 4 1-16,-2 3 1 0,0 2 2 0,-6 7 1 16,0 1 0-16,-5 6 0 0,-2 3 0 15,1 6 1-15,-4 4-2 0,-4 4 1 0,0 7 1 16,-2 4-1-16,-2 5 1 0,1 1 1 0,-1 4-1 15,-1 1 0-15,3-1-2 0,-1 4-1 0,1-1 1 16,2 1-1-16,3-3 0 0,1-1 1 16,1-5-2-16,3-1 1 0,4-2-2 0,0-6 2 15,2-3-1-15,3-7-2 0,1-4-7 0,4-4-18 16,1-5-24-16,0-5-33 0,1-2-32 0,1-4-22 16,-5 3-10-16,3-2 7 0,-5 3 25 0,2 1 40 15,-5 2 30-15,-1 3 19 0,0 2 14 16,-3 5 7-16,-2 2 4 0,-1 4 4 0,-2 4 8 15,-2 4 1-15,-2 3 8 0,-1 6 10 0,0 2 5 16,-2 1-5-16,-1 8 0 0,-3 2 4 0,1 1-8 16,-2 4 10-16,-1 2 22 0,-3 4 28 0,-1-1 16 15,-2 2 7-15,-2 1 4 0,2 3-16 0,-2-2-24 16,0-1-25-16,0-3-17 0,2-1-13 16,2-3-6-16,1-5-5 0,3-5-4 0,3-8-1 15,5-6-2-15,-1-7-2 0,8-10-3 0,1-5-4 16,3-6-4-16,2-9-6 0,3-5-9 0,2-7-7 15,0-2-8-15,0-8-13 0,2-4-13 0,0-6-3 16,2-4-1-16,2-7 6 0,2-4 8 16,1-3 22-16,3-1 22 0,0 1 9 0,0 2 15 15,-2 6 14-15,0 6 13 0,-4 6 15 0,0 6 12 16,-4 7 13-16,-1 8 3 0,-5 5-5 0,0 8-4 16,-2 2-4-16,-1 5-6 0,-2 5-5 15,1 6-4-15,-4 3 0 0,0 3-4 0,-1 5-4 16,-1 2-5-16,-1 5-2 0,0 5-2 0,0 2-2 15,-1 3-2-15,1 5-3 0,-3 4-4 16,-1 3-4-16,3 2-4 0,-2 5-2 0,-1-3-5 16,2 2-3-16,2-5-2 0,4-2-1 0,1-5-2 15,3-6 1-15,0-5-1 0,4-5 1 0,-1-8 1 16,2-3 0-16,1-5 1 0,1-6 0 0,4-5 1 16,-1-5-1-16,2-4 0 0,5-4 0 0,-2-2 0 15,3-1 0-15,-2 0-1 0,3 1 0 16,-2 3 0-16,-3 3 0 0,0 5 1 0,-3 4 0 15,0 3 1-15,-6 4 0 0,1 8 0 0,-3-1 0 16,-5 9 1-16,1 3 0 0,-1 4-1 0,-2 3-1 16,1 5 2-16,-2 2-1 0,1 2-1 0,1 2 0 15,-1 0 0-15,4 2-2 0,-2 0 1 0,4 1 1 16,1-2 1-16,0-2 0 0,3-3 2 0,0 0-1 16,2-7 0-16,2-2-1 0,0-5-1 0,0-4 0 15,1-4 0-15,-1-5-1 0,0-3 1 0,3-6-1 16,-4-1 0-16,2-3 1 0,-1 0 0 0,-3-1 0 15,1 2-1-15,-3 2 0 0,-4 2-1 0,-1 1 0 16,0 1-3-16,-3 4-4 0,0 1-8 0,-4 3-15 16,1 1-29-16,-2 1-62 0,-3 2-68 0,-1-1-113 15,0 1-183-15,-2 3-300 0,-1-2-322 0,1 2-249 16,-1-3-154-16,3 2 325 0,-4-3 631 0</inkml:trace>
  <inkml:trace contextRef="#ctx0" brushRef="#br0" timeOffset="153165.87">17194 14771 65 0,'5'6'519'16,"-1"0"366"-16,-4 0 178 0,-1 2-21 0,-2 0-347 16,0 1-260-16,-2 3-133 0,0 0-66 15,-1 2-26-15,1 2-13 0,-3 3-3 0,0 3 6 16,2 4 5-16,-4 4-4 0,1 1-12 0,1 3-22 16,-2 0-33-16,1 4-37 0,3 1-29 15,-2 1-17-15,1 2-13 0,-1 0-9 0,2 2-7 16,0-2-2-16,1 1-3 0,0-2-4 15,0-1-3-15,2 1-2 0,-1-2-3 0,2-1-2 16,-1 2-3-16,2-2 0 0,-3-1-1 0,3 1 1 16,-1-3-2-16,1 0 0 0,-1-2-1 15,2-3 0-15,0-3 1 0,0 0 3 0,2-5-1 16,-1 0 1-16,2-5 1 0,1-2 0 0,0 0-1 16,2-2-3-16,1-2 1 0,-1 0 2 0,2-1-1 15,1-2 0-15,3-1 1 0,-1-1 0 0,1-1-2 16,3 1 0-16,0-2 2 0,1-1-2 15,1 1 1-15,1 0 0 0,1-2 0 0,1 1-1 16,0-2 0-16,2 0 2 0,0 0 1 0,-2 2 1 16,4-3 0-16,1 0 1 0,2 0 5 0,0-3 6 15,1 2-2-15,0-1 4 0,2-1 0 16,1 1 2-16,4-2-7 0,-2 0-3 0,0 1-2 16,4-1-1-16,-3 1-1 0,1-2-2 0,2 2 0 15,0 0 0-15,-2 0-1 0,2 2-1 0,-3-2 1 16,1 3 0-16,2-1 1 0,0 1-3 0,-2-2 2 15,2 2 0-15,-3 0 0 0,5 2 1 16,-5-1-1-16,6-1 0 0,-6 3-2 0,4-2 0 16,-1 2-1-16,1 2 0 0,1-1 3 0,-1 1-1 15,0 0 0-15,0 1 1 0,-2 0 1 0,1 0-1 16,-2 1-2-16,-2 0 0 0,0-2 0 16,0 0-1-16,-3-1 1 0,0-2 0 0,0-1 0 15,0-1 0-15,-3-3 0 0,0 1 1 0,-2 0 0 16,-1-3 0-16,0 0 0 0,-2 1 1 15,-3-1-1-15,0 0 1 0,1 2 0 0,-3-1-1 0,0 1 0 16,-3 0-1-16,3 0 0 0,-4 1-1 0,1 1 1 16,1 1 0-16,-1-1 2 0,-2 1 1 15,1-2 5-15,3 1 3 0,-2-1 4 0,3 1 5 16,1-4 0-16,-4 2 0 0,6-1-5 0,-2-1 0 16,3 1-6-16,1-2-3 0,-2 0-1 0,4 0-1 15,0 1-1-15,-1-2-2 0,1 1 1 16,2 2-1-16,-1 0-1 0,2 2 0 0,-2 1 0 15,2 0 0-15,-3 2 0 0,3 0 0 0,-1 3 0 16,1-2 0-16,0 3-1 0,-2 0 1 0,2 0 0 16,-3-1 0-16,1 2 0 0,0-1 1 0,-1-3 0 15,1 2 0-15,-2-3-1 0,0 0 0 16,1 1 0-16,-2-2 0 0,-3-2 0 0,2 1-1 16,-5 1-1-16,1-1-1 0,-6 1-6 0,1-2-5 15,-2 2-8-15,-2 2-9 0,-1-2-10 16,-3 1-22-16,-1 2-37 0,-3 0-56 0,0 1-51 15,-1 2-74-15,-3 0-128 0,0 0-186 0,-1 2-264 16,0-2-217-16,2 1-202 0,0 1 3 0,1-1 413 16</inkml:trace>
  <inkml:trace contextRef="#ctx0" brushRef="#br0" timeOffset="172934.1">21121 1201 166 0,'-1'-6'375'16,"-1"0"178"-16,-1 2 165 0,1-3-160 0,-2 3-78 16,1 0-15-16,1-1-1 0,-1 1-22 0,-2 0-43 15,2-1-56-15,-4-1-48 0,4-1-26 0,-1 4-16 16,1-1-6-16,1 3-9 0,1-3-14 15,1 2-23-15,-2 0-41 0,0 0-39 0,2 1-34 16,0 0-22-16,0-1-18 0,0 1-9 0,2-1-5 16,1 1-2-16,5-2 0 0,-2 0 0 0,2-1 1 15,3 0-1-15,3 0 0 0,-1-1-3 0,4 1-3 16,-1-2-1-16,3 1-2 0,3-1-2 0,-2 1-2 16,3-1-1-16,1 2-3 0,-1 0 0 0,0 0-2 15,4 2 0-15,-4 0-1 0,2 2-1 0,1 0-1 16,-4 2-1-16,2 0-1 0,-1 2-1 15,-1 2 0-15,-2 1-1 0,-2 1-1 0,-2 4 1 0,-2 0-1 16,-1 3 1-16,-2-2-1 0,-5 3 0 16,-1 2 0-16,0-1-1 0,-5 4 0 0,-2-2 0 0,-1 6 0 15,-2-3 5-15,-4 3 3 0,1 0 1 16,-1 0 0-16,-4 2 0 0,-1 2-1 0,-2-2-4 0,0 3-2 16,-4-2-5-16,0 1-3 0,-1 1 0 15,-1 1 0-15,-1-2-2 0,-1-1-1 0,2-1 5 16,0-1 2-16,3-4-1 0,2 0 3 0,2-4-1 15,0 2 1-15,4-5-1 0,0 0 0 0,5 0 1 16,-2 0 0-16,3-4 2 0,1 1 1 16,3-1 2-16,2 0 1 0,1 2 2 0,1-1 1 15,4 1 0-15,-1-1 0 0,5 0 0 0,0-2-1 16,0 0-2-16,3 0 0 0,1-3-1 0,2-1-2 16,-1 0-1-16,4-3 0 0,1 1-1 15,0-4 4-15,2-2 1 0,-1 0 0 0,3-2-1 16,0 1 1-16,-2-4-1 0,1 3-5 0,-1-2-1 15,1 0-2-15,-3 0 0 0,1 0-2 0,-2 2-2 16,0-1-8-16,-3 2-12 0,-3 0-24 0,0 1-35 16,-1 2-76-16,-5-2-105 0,1 2-189 0,-4 2-289 15,-2-2-332-15,0 2-369 0,-1-2-174 16,0 2 256-16,-1-1 736 0</inkml:trace>
  <inkml:trace contextRef="#ctx0" brushRef="#br0" timeOffset="173549.48">22511 1513 11 0,'3'-7'456'0,"-1"3"457"0,0 0 283 16,-4 1-11-16,0 0-312 0,1 0-215 0,-1 2-143 15,1-1-114-15,-4 2-78 0,0 2-57 0,-3-1-60 16,0 4-66-16,0-1-54 0,-2 4-26 16,-2 2-13-16,1 4-8 0,-3 1-4 0,3 4-2 15,0 5-1-15,-3 3-9 0,2 3-6 0,2 3-3 16,2 3 0-16,0-1-4 0,1 1-4 0,1 0 4 15,3-2 7-15,3-1 1 0,3-2-1 16,3-5-2-16,1 0 0 0,2-5-2 0,4-3-7 16,-1-3-3-16,1-5-2 0,6-1 0 0,0-7 0 15,0-2 1-15,3-7 1 0,3-3-4 0,1-3-2 16,-1-5-3-16,4-6 0 0,-1-4-2 16,1 1-2-16,-3-4 4 0,0 0 4 0,-1-2 0 15,-4-2 8-15,-3 3 3 0,0-5 5 0,-6 0 8 16,-2-1-1-16,-1-2 1 0,-6-2-3 0,-3-2 0 15,-1-1-2-15,-7-2-6 0,0 2 3 0,-1-1 3 16,-5 4 3-16,-1 3-1 0,-2 5 1 0,1 4-1 16,-4 3-3-16,0 7-4 0,-2 2-5 0,0 6-3 15,-1 5-2-15,2 3-2 0,-3 4 0 0,2 5 1 16,5 3-1-16,-4 2 0 0,2 2 0 0,3 5 0 16,2-1 0-16,0 4-1 0,3 0 0 0,0 2-2 15,1 2 5-15,2 0 0 0,2 2 3 0,2-3-2 16,0 3 1-16,1 0-2 0,1-1-11 0,2 0-12 15,0 0-13-15,2-4-21 0,0 2-39 0,-1 0-72 16,3-3-69-16,0-3-112 0,2-1-176 16,1 1-305-16,-1-6-298 0,2 3-211 0,1-3-116 15,3 0 327-15,-1-1 587 0</inkml:trace>
  <inkml:trace contextRef="#ctx0" brushRef="#br0" timeOffset="173815.01">23129 1986 692 0,'-3'4'1629'0,"-2"-2"109"0,1 1-352 16,-2 0-362-16,-1-2-452 0,2 2-279 0,1-2-127 15,0-1-60-15,0 2-34 0,-1-2-24 0,4 0-19 16,-3 0-14-16,4-2-10 0,-1 1-7 0,1 0-15 16,1-2-36-16,1-1-78 0,1-1-118 15,2 2-222-15,-1-1-302 0,1-1-364 0,2-1-395 16,-1 4-139-16,0-3 441 0,-3 4 760 0</inkml:trace>
  <inkml:trace contextRef="#ctx0" brushRef="#br0" timeOffset="174765.51">23882 1402 86 0,'6'-4'365'0,"-3"0"228"0,-1-1 210 0,0-1-18 15,-1 1-130-15,-1-2-89 0,0 2-70 0,0 0-27 16,0-2 5-16,-1 3-25 0,-1-2-64 0,0 1-64 16,-2 1-49-16,-1-1-56 0,-1 2-72 0,-1 0-53 15,-1 2-35-15,0 1-21 0,-1 0-13 0,1 3-8 16,-1-1-6-16,-2 6-5 0,1 1-2 0,0 4 0 16,-2 4-2-16,3 7 0 0,-1 2 2 0,-1 7 1 15,1 3 0-15,2 4 0 0,-1 5 2 16,5 3 1-16,-1 3-1 0,1 2 1 0,3-1-2 15,2-1-1-15,4-2-2 0,3-4 0 0,6-2 0 16,-1-4-4-16,6-5 9 0,3-8 3 0,0-2 2 16,5-8 1-16,3-2 2 0,4-10 0 15,0-4-5-15,4-7-4 0,-2-7 1 0,2-2 1 16,1-6-6-16,-3-3-4 0,1-6 0 0,-3-2-1 16,-4-2-2-16,-3-1 3 0,-3-3 14 0,-4 2 14 15,-4-2 9-15,-7-3 3 0,-2-2-2 0,-7-1-6 16,-5-1-7-16,-2-4-13 0,-6 2-8 0,-4-2-2 15,-1 0 2-15,-6 5 4 0,0 3 2 16,-1 4 1-16,-4 7 0 0,-2 6 2 0,-1 6-2 0,-3 6-2 16,0 7-2-16,-1 4-2 0,2 6 1 15,0 5-2-15,4 5 0 0,0 3 0 0,7 5-1 16,-1 5-1-16,3 3-2 0,4 5 0 0,3 1 0 16,1 3-1-16,4 3 1 0,2 1 1 0,5 4 0 15,2-1-8-15,5 2-24 0,3-2-60 0,5-3-70 16,1 0-116-16,5-5-178 0,5-4-302 15,0-4-326-15,4-2-263 0,2-8-146 0,3-2 311 16,3-6 596-16</inkml:trace>
  <inkml:trace contextRef="#ctx0" brushRef="#br0" timeOffset="175152.66">24867 1403 475 0,'3'0'907'16,"-3"5"257"-16,-4 4-6 0,1 6-304 0,-4 3-260 16,1 8-149-16,-2 4-63 0,-2 6-52 0,2 3-61 15,-1 4-46-15,0 4-69 0,2 1-58 0,2-2-40 16,2-1-22-16,5-3-7 0,4-3-8 16,5-4-4-16,3-7-3 0,5-4-8 0,5-6-6 15,3-6-2-15,3-7-6 0,3-5-17 0,3-6-28 16,-1-7-39-16,3-4-29 0,-1-6-29 15,-2-3-13-15,-1-2 8 0,0-3 30 0,-4-2 45 16,-3-1 34-16,-4-1 34 0,-3-3 58 0,-3-1 80 16,-5-1 45-16,-2-3 22 0,-7-4 9 0,-3-1-3 15,-7-1-30-15,-5 0-50 0,-4 1-27 0,-8 3-19 16,-4 5-13-16,-5 3-15 0,-5 7-8 0,-5 10-10 16,-8 4-9-16,-1 12-6 0,-5 7-5 0,-3 8-2 15,0 7-6-15,-3 8 0 0,1 3-2 0,5 9 5 16,2 2 0-16,4 4 0 0,7 4 1 0,6-1-15 15,7 3-51-15,5-3-92 0,7 1-172 0,8-2-275 16,5-5-335-16,8 1-405 0,4-5-339 16,2-1 87-16,4-1 794 0</inkml:trace>
  <inkml:trace contextRef="#ctx0" brushRef="#br0" timeOffset="176530.9">21193 2514 185 0,'-16'7'482'0,"-2"1"238"16,4-4 130-16,-2 1-135 0,3-1-207 15,1 0-97-15,3 0-44 0,0-2-37 0,0 0-20 16,3 0-50-16,1-2-58 0,0 1-55 0,4-1-55 16,1 0-34-16,0 1-27 0,0 1-16 0,3 0-4 15,3 0 39-15,1 3 28 0,5-3 17 16,1 2 62-16,4 0 31 0,1 1 13 0,2-1-27 15,4-2-17-15,-2 2-15 0,5-3-39 0,2 0-26 16,1 1-16-16,1-1-10 0,4-1-4 0,-2 2-4 16,6-2-3-16,-4 1 0 0,3-1-1 0,0 0-7 15,3 0-4-15,0 0-3 0,2 0-7 16,3 0-5-16,0 0 2 0,6 0 3 0,2-1 0 16,-1-1-1-16,3-1 1 0,4 1-2 0,0-3 1 15,4 2-4-15,0-1 2 0,2-3-5 0,2 3-3 16,1 2 0-16,2-4 0 0,4 1 1 0,0 1-2 15,2 1 5-15,-1 0 7 0,2 0 1 16,-4 0-3-16,-1 3-3 0,-1-1-1 0,-2 1 1 16,-2 1-10-16,0 1-4 0,0 0-2 0,0 3-1 15,-2 0-3-15,-1 2-1 0,-1 1 4 0,-1 0 8 16,-1 3 2-16,-2 0 3 0,-2 1 0 0,-3 0 1 16,2 1 2-16,-4 1-3 0,-1-2 3 0,1 1 3 15,-1-1 2-15,2 0 0 0,0-3-1 16,0 0 0-16,-1-1-6 0,-2-1-3 0,1-2-2 15,0-2-2-15,-2-1-1 0,0-2 1 0,-2 0 1 16,-3 0 2-16,0 0 0 0,-3-2 1 0,-4 2 1 16,-1 0-2-16,-6 0 0 0,1 0-2 15,-4 2 0-15,-1-2 0 0,-3 1-1 0,-3 0-1 16,-1 1 1-16,-3-1-1 0,-1 1 2 0,0-1 2 16,-3 1 4-16,-2-2 3 0,0 1 1 0,-3 1 2 15,1-1-1-15,-1 1-3 0,-2-2-2 0,1 1-2 16,-1-1-2-16,1 2-1 0,0-2-3 15,0 0-2-15,-1 1 0 0,1-1 0 0,0 0 0 16,-1 0 0-16,1 0 0 0,-1 0 0 0,-1 0 0 16,3 0 0-16,-4 0 0 0,1 0 0 0,0 0 0 15,-2 2 0-15,1-2 0 0,-1 0 0 0,0 1 0 16,0-1 0-16,-2 0 0 0,1 0 0 16,-1 0 0-16,-1 0 0 0,2 0 0 0,0 0 0 15,-2 0 0-15,0 0 0 0,0 2 0 0,0-2 0 16,0 1 0-16,0-1 0 0,0 1 0 0,0-1 0 15,0 0 0-15,0 2 0 0,0 0 0 16,-2 0 0-16,2 0 0 0,-2 0 0 0,2-1 0 16,0 0 0-16,0 1 0 0,0 0 0 0,0-1 0 15,0-1 0-15,0 1 0 0,0-1 0 0,0 0 0 16,-1 0 0-16,1 0 0 0,0 0 0 0,-2 0 0 16,2 0 0-16,0 0 0 0,-1-1 0 15,1 1 0-15,-5-1 0 0,2-1 0 0,0 2 0 16,0-2 0-16,-4 1 0 0,-1 0-58 0,-1-1-52 15,-1 0-83-15,-2 0-152 0,-1-2-270 16,0 3-324-16,-1-2-399 0,2 2-349 0,-4-1-12 16,2 2 742-16</inkml:trace>
  <inkml:trace contextRef="#ctx0" brushRef="#br0" timeOffset="180825.78">22062 846 215 0,'2'-2'516'0,"-2"2"267"0,-2 0 177 0,2-2-190 15,0 2-217-15,0 2-123 0,0-2-88 0,0 0-62 16,0 0-64-16,0 0-47 0,0 2-41 0,2-2-33 16,-2 0-18-16,3 0-7 0,-2 3 9 0,2 0 35 15,-1 4 37-15,3 3 26 0,-2 3 3 0,2 5-10 16,-2 1-18-16,0 4-20 0,3 4-26 0,-2 3-25 16,-1 6-15-16,0 3-11 0,0 3-8 0,-1 6-12 15,-1 1-7-15,-1 7-7 0,-1 1 3 16,-2 5 0-16,-1 0-1 0,0 4-7 0,-6 1-4 15,4 2-1-15,-2-1-4 0,0-2-7 0,-1 0-2 16,1-5-2-16,1-3-2 0,1-4-1 0,-2-6-3 16,5-7-2-16,-2-3-28 0,2-5-60 0,2-7-54 15,-1-5-66-15,0-7-118 0,1-4-158 0,1-9-211 16,0-2-228-16,0-9-213 0,1-6-131 16,1-5 228-16,0-7 435 0</inkml:trace>
  <inkml:trace contextRef="#ctx0" brushRef="#br0" timeOffset="182481.92">22096 679 125 0,'6'-4'523'15,"-3"2"310"-15,0 0 141 0,0 1-118 0,0 0-294 16,1-1-174-16,4 2-95 0,-1-1-21 16,4-1-9-16,5 2 7 0,2-1-8 0,2-1-24 15,4 2 5-15,1 2-23 0,4-2-9 16,2 0-23-16,4 0-31 0,4 0-28 0,1-2-50 16,5 2-20-16,0-1-22 0,4 1-11 15,0-3-7-15,3 1-4 0,-1 0 10 0,3-2 0 16,0 1 0-16,1 2 0 0,-3-2 4 15,2 1 8-15,0 1-2 0,-4 1-1 16,-1 0-2-16,0 0-1 0,-3 1-10 0,1 1-11 16,-4 1-6-16,0 0-5 0,0 0-2 0,-4-1-3 15,-1 2 5-15,3-1 1 0,-5-2 2 16,1 2 0-16,-2-1 1 0,0-1-2 0,-1 1 1 16,-2-1 1-16,1-1-1 0,-2 1 5 15,0 1 3-15,-1 0 1 0,-5 0-1 16,4 0 0-16,-2 2 0 0,-2 1-6 0,0-1-3 15,0 0 2-15,0 2 6 0,1 0 3 0,-1-1 2 16,4-1 3-16,-1 0 1 0,1-2-4 16,2-1-2-16,2-2-3 0,2-1-3 0,0 0-1 15,4-2-6-15,-1 0-5 0,-1 0-1 16,-1 0-3-16,-2 1 5 0,-1-1 3 0,-2 4 6 16,-2 0 4-16,-2 0 1 0,-2 0 0 15,-2 3-4-15,-2-2-4 0,1 2-1 0,-1 2 0 16,-4 0 5-16,4-1 4 0,1 2 2 15,-1-1 2-15,2 2 0 0,1-3 0 16,1 2-7-16,0-1-1 0,-1-3-3 0,2 3 1 16,0 0-2-16,1 0 1 0,2-1 0 0,-4 0-1 15,2 1 1-15,-3-1 0 0,1 2 1 0,0 0-1 16,-1-1 1-16,1 1-1 0,-3-2 0 0,4 2 0 16,-1-2 0-16,0 0-2 0,0 0 1 0,-1-1 0 15,0-2 1-15,0 2-1 0,-1-2 0 16,0 0 1-16,-1-1-1 0,-2 0-1 0,-2 0 0 15,-1 0 0-15,-1-1 0 0,-2 1 0 0,-3 0 0 0,0 0 0 16,-3 0 1-16,-2 0-1 0,1 0-1 0,-1 0 1 16,0 0 0-16,-1 0 0 0,-2 0 0 0,0 0 0 15,2-1 0-15,-1 1 0 0,-1 0 1 0,1-3 0 16,-1 2 0-16,0 1-1 0,1-3 1 16,0 1-1-16,0 1 1 0,-3 0-1 0,3 1 1 15,-1-2-1-15,-2 0 1 0,-1 2 1 0,3 0-1 16,-3 0 0-16,2 0 0 0,-2 0 0 0,0 0 1 15,1 2 0-15,-1 0 0 0,2-1 1 0,-1 0-1 16,1 3 1-16,0-2-1 0,-2 2 0 0,1-2-1 16,1 3 0-16,-1-3 0 0,1 1 0 0,0-2-1 15,-1 4 0-15,1-2 1 0,0 2 0 0,-2-1 1 16,1 2-1-16,-1-1 1 0,0 3-1 0,0 1 0 16,0 2 0-16,-1 2 0 0,-1 0 0 0,-1 1 1 15,-1 4 0-15,0 0 0 0,-1 2 0 16,0 2-1-16,-2-1 0 0,2 3 0 0,-2-1 0 15,1 1-1-15,-2 1 1 0,0-1 0 0,2 2-1 16,-1-1-1-16,1 1 1 0,-2 1-1 0,4-2 0 16,-3 1-1-16,2 0 0 0,1-1-1 0,-2 2 0 15,2-2 1-15,0 2 1 0,0-3 1 0,0 0 2 16,0-1-1-16,3-2 1 0,-3-2 1 0,1-3-2 16,2 1 0-16,-4-3 1 0,2-1 5 0,3-1 4 15,-1 0 5-15,-3-3 3 0,3 0 3 16,-1 2 0-16,1-3-4 0,-1-1-4 0,0 0-4 15,1 0-4-15,1 1-2 0,0 1-1 0,0-2-2 16,0 1 0-16,1 1-2 0,1-1 1 0,0-1 0 16,1 1 0-16,2-2-1 0,-4-1 1 15,4 2 0-15,-1-1 0 0,1-1 0 0,-2 1-1 16,1-1 0-16,0 0 0 0,0-1 0 0,-3 1 1 16,2-1 0-16,1 1 0 0,-2 1 1 0,0 0 0 15,0-2 0-15,-2 3 0 0,0 0 0 16,0 0 0-16,0 2-1 0,0-2 0 0,0 4 1 15,-2-3-1-15,0 1 0 0,2 0 0 0,-2-1 1 16,2 0-1-16,-2 1 0 0,0 0 0 0,1 0 0 16,-1 2 0-16,2-3-1 0,-1 2 0 0,-1 1 0 15,0 0 0-15,1 0 1 0,-1-1-1 0,1 1 0 16,-3 0 1-16,4 1-1 0,-1-3 1 16,-1 4-1-16,0-3 0 0,-1 2 1 0,2 0-1 15,-2-1 0-15,1 2 0 0,-1-1 0 0,2 2 0 16,-3-2 0-16,3 1 0 0,-2 1 0 0,-1 0 0 15,1 0 0-15,0 1 1 0,0-1-1 16,-3 4 2-16,1-3 0 0,2 0 0 0,-2 1 1 16,0 1-1-16,0 1 0 0,-1 0 0 0,2 1 0 15,0-1 0-15,-1 1 0 0,2-2-1 0,0-1 1 16,0 1-1-16,1 0 0 0,1-1 1 0,-1-1-1 16,-1-1 0-16,3 1-1 0,0-4 1 15,0 2 0-15,3-3-1 0,-1 1 1 0,-2-2-1 16,1-2 0-16,-1 0 0 0,2 0 0 0,-2-1 1 15,0-1-1-15,0 1 1 0,0 0 1 0,-2-1-1 16,2 0 0-16,-1 1 1 0,-4 1-1 16,4 1 0-16,-2-2 0 0,1 1 0 0,-1 1 0 15,-1-2 0-15,0 3 0 0,0-3 0 0,0 1-1 16,-1 1 1-16,0-2 0 0,1 0 1 16,-3 0-1-16,2-2 0 0,1-1 0 0,-4 2 0 15,2-3 0-15,-1 3 0 0,1-5 1 0,-1 2 0 16,0 1 1-16,0 0-1 0,-1 2 0 0,0-3-1 15,-1 4 1-15,1-1-1 0,0 1 1 0,-3 0-1 16,3 0 1-16,2 1-1 0,-1-2 0 16,-2 2-1-16,5-2 1 0,-1-1 1 0,0-1-1 15,2-1 0-15,-2 0-1 0,2 1 0 0,-2-3-3 16,4-3-4-16,-3 1-8 0,1 0-16 0,-2-1-26 16,2 0-60-16,-2 0-85 0,-1-1-152 0,0-1-274 15,1 4-326-15,0 1-392 0,2 0-289 16,2 2 37-16,-4 2 696 0</inkml:trace>
  <inkml:trace contextRef="#ctx0" brushRef="#br0" timeOffset="188872.32">1158 9743 61 0,'0'0'645'0,"5"-2"535"0,-5 2 263 15,0 0-100-15,0 0-378 0,0 0-365 0,0 0-188 16,0 0-111-16,0 0-92 0,0 0-71 16,3-6-47-16,-1 3-32 0,0-3-22 0,-1 4-16 15,4-5-11-15,-2 1-5 0,2-2-2 16,1-1-1-16,2 0-2 0,5-1 1 0,2 1 1 15,5-2 2-15,3 2 2 0,4 1 1 0,3 4 2 16,3 2 0-16,2 2 2 0,0 4-1 0,1 2-1 16,-1 1 0-16,-2 6 0 0,0 1 1 0,-4 4 2 15,-4 1-1-15,-4 5 2 0,-4-1 2 16,-4 5 4-16,-4 2-1 0,-4 1-2 0,-5 2 1 0,-5 1-1 16,-3 1 0-16,-3 1-6 0,-3-4 1 0,0 2-1 15,1-3-3-15,-3-3-1 0,3-3-3 0,1-5 0 16,3-1-1-16,-1-2 0 0,1-6 0 0,4-2 1 15,0-1-2-15,2-1 1 0,0-3-2 0,1 1-2 16,0-4-1-16,1 3-2 0,2-2-1 16,1 3-1-16,4-3 2 0,3 2 1 0,3 3 1 15,2-1 2-15,3 2 0 0,3 0 0 0,2-1 1 16,0 2 0-16,3 2 0 0,-2-3 0 0,0 4 0 16,1-4 1-16,-1 2-1 0,-3 0 1 0,0-1-1 15,-4-1 0-15,1 0 0 0,-4 1 1 0,-2-1 1 0,-2-2 1 16,-2 1 2-16,-4 1 1 0,-1-1 1 15,-4 2-1-15,-3 2 2 0,-3-1 7 0,-3 5 2 16,-6-2 3-16,0 1 3 0,-4 1 3 0,-3 0 7 16,-3 0 1-16,-1 1 0 0,-2-3-1 0,-2-3-3 15,1 1-4-15,-1-6-9 0,0 0-7 0,4-2-5 16,1-1-3-16,3-2-2 0,2 0-2 0,5-2 0 16,2 0-3-16,3 1-8 0,4 1-10 0,5-3-16 15,3 0-21-15,6-3-49 0,5 0-80 0,3-1-142 16,5-2-264-16,2-1-309 0,4-1-386 0,2 2-361 15,3-2-30-15,-1-1 682 0</inkml:trace>
  <inkml:trace contextRef="#ctx0" brushRef="#br0" timeOffset="190453.08">2398 10416 113 0,'-2'10'601'0,"-1"1"451"0,-2-2 185 0,-1-2-124 16,3-1-335-16,0 0-181 0,0-2-139 0,1 1-103 15,2-3-70-15,0 3-48 0,0-5-64 16,0 1-66-16,2-1-48 0,-2 0-26 0,3-3-13 16,0-2 4-16,2-4 4 0,4-3 10 0,1-4 8 15,1-7 8-15,5-3 3 0,-2-2-5 0,5-6 2 16,0-2-7-16,0-3-5 0,1-2-9 15,2-2 3-15,-4 0-1 0,2-1-6 0,0 1-5 0,-3 2 2 16,2 0 3-16,-5 4-8 0,2 1 0 16,-4 4 3-16,0 4 1 0,-2 2-2 0,-1 4-5 15,-3 4-1-15,-1 3-4 0,1 0-3 0,-3 7-4 16,0 1-1-16,0 1-1 0,-1 1 0 16,-2 1-1-16,2 2 0 0,-1-1-1 0,-1 2-1 15,2-1 1-15,-2 2 0 0,3 0 1 0,0 2 1 16,0-1 0-16,3 2 1 0,-1 0 0 0,0 1 1 15,1 1 0-15,1 1 0 0,0 0 0 0,0 0 1 16,-1 2 1-16,-1 1 4 0,0 0 3 16,1 1 1-16,0 4-4 0,-1-1-12 0,-2 4 0 15,-1 3 0-15,-1 0 0 0,-1 5 0 0,-1 3 0 16,-2 3 0-16,-2 5 0 0,-3 3 0 0,-1 5 0 16,-3 3 0-16,0 3 0 0,1 3 0 0,-2 1 0 15,2 0 0-15,0 0 0 0,3-4 0 16,0-2 0-16,4-2 0 0,0-6 0 0,3-4 0 15,1-4 0-15,1-6 0 0,1-3 0 0,3-5 0 16,1-3 0-16,-2-5 0 0,3-4 0 0,1-3 0 16,0-7 0-16,3-3 0 0,-2-6-28 15,1-4-37-15,1-1-40 0,-3-4-78 0,0 0-111 16,-2-2-188-16,0 3-294 0,-1-1-355 0,-2 2-368 16,0 1-152-16,1 3 344 0,-3 0 722 0</inkml:trace>
  <inkml:trace contextRef="#ctx0" brushRef="#br0" timeOffset="190904.09">3301 10509 111 0,'8'0'721'0,"-2"0"485"0,0-2 128 15,-2-2-72-15,-1-2-345 0,0-4-338 0,0-1-178 16,-1-4-100-16,4-3-70 0,-2-5-68 0,1-1-63 16,2-4-31-16,1-3-14 0,4-6-6 0,-2-1-4 15,1-5 3-15,0-2 0 0,2-3-3 0,-1-3-10 16,1 0-7-16,-2-4 3 0,3 1-7 0,-1 1 0 16,1 3 0-16,-3 3 7 0,-1 6 5 15,0 4-2-15,-1 8 0 0,-3 5-3 0,-3 5-1 16,2 5-5-16,-1 2-3 0,-2 5-4 0,0 1-3 15,-1 4-2-15,2 4-2 0,2 7 0 16,0 5 0-16,0 3 1 0,1 5-6 0,0 8-6 16,2-1 0-16,-3 6 0 0,2 4 0 0,-3 0 0 15,4 2 0-15,-3 2 0 0,-1 1 0 0,0 3 0 16,-1 0 0-16,0-1 0 0,-1 2 0 0,-1 0 0 16,-1-3 0-16,3-2 0 0,-3 1 0 0,-3-1 0 15,3-4 0-15,-3-1 0 0,3-2 0 16,-3-3 0-16,3-4-29 0,-2-4-41 0,1-2-66 15,-1-5-87-15,2-3-158 0,-2-7-278 0,2 3-323 16,2-9-391-16,0 3-267 0,1-5 42 0,0-5 714 16</inkml:trace>
  <inkml:trace contextRef="#ctx0" brushRef="#br0" timeOffset="191122.7">4155 10526 704 0,'6'2'1745'0,"-3"0"78"0,-3-1-395 0,0 0-373 16,-1 1-466-16,-3 0-290 0,1-1-127 0,0 0-61 15,-2-1-38-15,2 0-27 0,-1 0-20 16,2 0-15-16,0-1-7 0,2-2-5 0,2 0-7 16,2-2-16-16,0 0-31 0,0-3-78 15,1 1-119-15,0 0-239 0,0-1-312 0,0 1-386 16,2 2-450-16,1 0-144 0,-1-1 528 0,-1 1 825 15</inkml:trace>
  <inkml:trace contextRef="#ctx0" brushRef="#br0" timeOffset="191993.5">4823 9990 347 0,'3'-9'871'0,"-1"2"347"16,-5-1 50-16,1 1-166 0,-2 3-320 16,1 0-222-16,-2 2-146 0,0 2-91 0,0 0-77 0,0 0-94 15,1 0-60-15,-1 6-38 0,2 3-22 16,0 5-13-16,6 8-6 0,0 8 3 0,5 6 4 16,0 7 1-16,3 7 0 0,3 3-2 15,2 1-3-15,3-1-7 0,1-1-5 0,1-3-5 16,1-6-2-16,3-3-2 0,2-6 0 15,-1-9 0-15,2-6 0 0,1-7 2 0,1-8 3 16,-2-8 2-16,1-8 2 0,-3-10 2 0,1-6-1 16,-3-8 1-16,-3-6-2 0,-1-4 1 15,-3-4-2-15,-4-1 0 0,-5 0 0 0,-3 0 4 16,-7 0 4-16,-4-1 2 0,-4 5 7 0,-7-2 6 16,-2 1 5-16,-5 1-4 0,-4 2 0 15,-2 5 6-15,-2 3-3 0,-1 7-4 0,1 5-4 16,-1 9-2-16,0 4-4 0,3 6-8 0,1 7-6 15,3 5-4-15,2 7-2 0,5 5 0 16,0 8-1-16,5 3-1 0,6 4 2 0,3 1 0 16,2 6 2-16,6 1 0 0,2 4 2 15,3 3 0-15,6 0-1 0,2 0-8 0,3-1-13 16,4-4-19-16,3-4-39 0,2-4-71 0,4-4-72 16,1-10-97-16,0-4-143 0,4-7-223 0,-1-6-292 15,1-4-203-15,3-5-180 0,-2-7 79 16,0-4 474-16</inkml:trace>
  <inkml:trace contextRef="#ctx0" brushRef="#br0" timeOffset="192336.72">5941 9776 181 0,'5'-1'803'0,"-2"4"458"0,-3 6 117 15,-1 3-130-15,-1 5-412 0,0 2-307 0,1 5-154 16,-1 4-90-16,1 6-73 0,-1 2-64 0,2 4-47 15,3 6-28-15,0-1-20 0,4 2-12 0,2 1-14 16,2-1-9-16,5-5-9 0,3-5-7 16,3-5-5-16,3-8 0 0,1-8-2 0,4-9 4 15,2-7 0-15,-1-10 1 0,1-9 0 16,1-9 0-16,-2-9-1 0,-5-6-1 0,1-2 0 16,-2-6 0-16,-6-3 3 0,-3 4-1 0,-4-2 3 15,-7-3 2-15,-3 2 5 0,-6-3 0 16,-5 2 5-16,-2 2 8 0,-3 1 7 0,-5 4 5 15,-3 7 2-15,-5 5-1 0,-3 8-5 0,-3 10-7 16,-7 9-8-16,-1 9-9 0,-5 10-6 16,0 10-3-16,-3 7-4 0,3 8-2 0,1 5-9 15,5 5-17-15,2 1-41 0,6 4-76 0,4-2-112 16,3 3-201-16,3-2-298 0,4 0-347 16,1 0-353-16,6-3-147 0,0 0 348 0,1-2 712 15</inkml:trace>
  <inkml:trace contextRef="#ctx0" brushRef="#br0" timeOffset="193036.65">4213 11548 382 0,'0'-9'905'0,"-2"2"311"15,1-1-17-15,-1 4-278 0,2-1-289 0,0 2-184 16,0 3-111-16,2-1-64 0,-1 2-27 0,3 1-24 16,-1 4-44-16,3 5-46 0,-1 2-28 15,3 5-10-15,-2 4-16 0,-1 3-12 0,3 7-12 16,-3 3-4-16,-2 5-7 0,3 2-6 0,-5 3-3 16,1 0-7-16,-2 2-5 0,0-2-5 15,0-1-6-15,-2-3-2 0,1-4-6 0,1-3-3 16,-2-4-2-16,1-4-1 0,-2-6-1 15,1-2-7-15,1-6-22 0,-2-5-61 0,-2-2-77 16,-2-10-118-16,-1-5-176 0,-4-6-311 0,2-5-345 16,-1-7-269-16,-3 0-128 0,0-5 331 0,-4 0 599 15</inkml:trace>
  <inkml:trace contextRef="#ctx0" brushRef="#br0" timeOffset="193269.45">3981 11726 63 0,'-2'5'558'0,"1"6"404"16,1 3 164-16,3 3-20 0,3 7-345 0,3 5-231 15,3 3-107-15,3 1-43 0,1 4-21 16,3 1-55-16,-1 0-42 0,2 1-64 0,4 1-60 16,-1-3-43-16,0-3-31 0,2-1-17 0,2-6-17 15,0-2-11-15,1-6-8 0,2-5-4 16,0-5-6-16,2-7-2 0,-2-8-3 16,3-5 1-16,-1-8 2 0,-1-6-1 0,-1-6 2 0,0-4 1 15,-3-3 3-15,-3-1-2 0,0-1-3 16,-4-1-13-16,-4 1-44 0,-2-2-72 0,-7 6-92 15,-6-3-159-15,-5 6-300 0,-6 1-324 16,-6 7-302-16,-4 5-181 0,-6 8 167 0,-4 8 623 16</inkml:trace>
  <inkml:trace contextRef="#ctx0" brushRef="#br0" timeOffset="193985.91">1913 13843 9 0,'6'-15'466'0,"-3"3"446"0,3 2 248 15,-3 1-21-15,1 3-338 0,-3 1-275 0,-1 1-181 16,2 2-60-16,1 0 16 0,0 4-12 0,2 1-15 16,3 5-21-16,-2 0-23 0,2 7-40 0,0 2-49 15,1 5-25-15,3 9-17 0,-3 1-12 0,2 10-12 16,-1 2-5-16,-1 7-10 0,-1 4-9 0,-2 3-8 15,-1 2-9-15,0 0-6 0,-2 3-10 0,-1 2-7 16,-1 0-6-16,-1 2-4 0,0 1-4 0,-1-2 1 16,1-1 0-16,-2-4 0 0,2-5 2 0,2-5 1 15,-2-5 0-15,1-7-5 0,3-6-2 0,-1-5-1 16,1-3-9-16,-1-7-10 0,2-5-17 0,0-6-22 16,-2-3-50-16,2-8-73 0,0-7-78 0,-2-9-118 15,3-5-166-15,-3-8-269 0,0-4-270 16,2-7-199-16,-2-4-88 0,2-4 298 0,3-3 507 15</inkml:trace>
  <inkml:trace contextRef="#ctx0" brushRef="#br0" timeOffset="194238.98">2295 13964 357 0,'14'-49'826'0,"-2"11"355"0,-3 4 48 0,-3 9-233 16,1 5-215-16,-4 5-193 0,2 2-153 16,-2 5-105-16,1 2-69 0,-2 6-78 0,1 3-68 15,-3 6-35-15,2 6-18 0,-1 8-7 0,1 5-2 16,-2 8-7-16,2 8-3 0,-1 4-6 0,1 6-8 15,-2 6-6-15,0 3-2 0,0 4-2 0,0 1-7 16,0 2-4-16,0 0-3 0,0-1-2 0,0-3-5 16,0-1-6-16,3-3 1 0,-3-7 2 0,3-3-1 15,-1-8 0-15,1-5-2 0,1-4-9 16,-2-9-17-16,-2-4-22 0,0-5-60 0,0-6-70 16,-4-5-116-16,-3-5-171 0,1-5-276 0,-4-4-327 15,-2-3-258-15,1-6-157 0,-5-3 300 16,0-2 591-16</inkml:trace>
  <inkml:trace contextRef="#ctx0" brushRef="#br0" timeOffset="194501.54">1778 14590 281 0,'0'7'788'0,"2"1"324"0,-1-4 31 16,1 1-253-16,0-3-335 0,-1-2-199 0,2 0-63 15,4 0-8-15,4-2 14 0,1-3 5 0,4-2-18 16,2-4-42-16,4-1-46 0,1-5-38 0,6-4-34 16,1 0-21-16,3-6-12 0,3-2-21 0,2-4-19 15,2-1-18-15,4-2-12 0,-1-3-11 16,1 0-7-16,-3 2-2 0,1-1-1 0,-3 2-2 16,-3 3-3-16,-3 3 0 0,-3 1-2 0,-3 4-1 15,-6 4-14-15,-2 3-24 0,-6 4-56 0,-4 3-75 16,-4 6-156-16,-7 3-282 0,-7 7-314 15,-2 3-352-15,-5 6-293 0,-6 2 12 0,-5 6 686 16</inkml:trace>
  <inkml:trace contextRef="#ctx0" brushRef="#br0" timeOffset="194751.79">1968 14698 305 0,'5'20'930'0,"-2"-7"338"0,0-1-42 0,2-3-194 16,4-2-434-16,2-2-200 0,5-3-76 0,0-2-34 15,3-2-15-15,2-4-13 0,2-5-44 0,4 0-55 16,3-6-38-16,2-4-25 0,3-1-14 0,3-7-16 16,1-2-9-16,2-1-16 0,2 0-13 0,-2-5-10 15,0-1-11-15,-1 1-6 0,-1-1-5 16,-3-2 1-16,-1 2 0 0,-3 1-2 0,-1 2 5 16,-2-1 1-16,-1 5-1 0,-1 1-7 0,-6 2-21 15,1 3-48-15,-3 3-77 0,-5 3-114 16,0 1-190-16,-4 2-302 0,0 3-343 0,-4 0-319 15,0 2-164-15,-1 1 300 0,-4-1 681 0</inkml:trace>
  <inkml:trace contextRef="#ctx0" brushRef="#br0" timeOffset="195268.73">2792 13948 172 0,'1'1'769'15,"1"2"406"-15,-1-6 54 0,3-1-161 0,2 0-422 16,2-5-278-16,6-1-108 0,1 0 2 0,3-2-7 16,4-1-9-16,1-1-14 0,2-1-38 0,2 0-40 15,1 2-56-15,1-1-28 0,-1 4-13 16,-1 1-12-16,-3 3-3 0,0 1-2 0,-2 3 1 16,-2 4 2-16,-2 3 1 0,-3 3 0 0,-4 5-1 15,-1 2-6-15,-4 4-3 0,-3 5-6 16,-3 3-6-16,-3 4-6 0,-6 6-1 0,-1 1 3 15,-4 5-2-15,0 0-2 0,-1-2-1 0,-2 1-1 16,4-5-7-16,-1 0-3 0,5-6-2 0,-2-5-1 16,5-2-2-16,2-5-1 0,1-4-1 0,3-4 0 15,3 0 0-15,2-3 0 0,4-6 1 0,3-2 2 16,2-2 2-16,5-5 2 0,1 0 1 16,4-4-1-16,0 1 1 0,4 0-5 0,-1-2 1 15,2 1 1-15,-1 2-1 0,-1-3 1 0,-2 3 0 16,-4 3 4-16,1 2-2 0,-5 1-1 0,-1 3 0 15,-5 3 2-15,0 1 0 0,-4 4 2 0,-4 4 0 16,-3 2 0-16,-5 4 1 0,-2 1-2 16,-3 3 5-16,-3 4 4 0,-3 2 2 0,-3 2 2 15,-3 0 1-15,0 3-2 0,-2 2-4 0,0-4-4 16,2-1-4-16,0-3-2 0,3-1-2 0,2-4-1 16,1-1-1-16,2-4-1 0,3-4-1 15,1-1-6-15,2-5-15 0,4-1-20 0,-1-3-42 16,3-3-74-16,2-3-90 0,2-5-150 0,1-1-274 15,2-5-321-15,1 1-319 0,5-3-204 16,-1-2 88-16,-1-1 607 0</inkml:trace>
  <inkml:trace contextRef="#ctx0" brushRef="#br0" timeOffset="195742.5">3601 14733 29 0,'7'7'566'16,"-1"-2"490"-16,2-5 199 0,-4-4-85 0,3-3-270 16,-1-6-251-16,2-6-176 0,0-3-92 0,3-6-62 15,-1-6-49-15,4-3-67 0,0-5-71 16,3-4-44-16,-1-4-25 0,3-2-11 0,2-5-9 15,-2-2-8-15,3-1-9 0,0 0 0 0,-1-1-1 16,1 1 0-16,-2 3 1 0,-1 2 4 0,0 7 5 16,-2 5-1-16,-4 6-1 0,-2 5-2 15,0 5-2-15,-3 6-6 0,-1 2-3 0,-2 5-3 16,-1 4-2-16,-1 3-2 0,0 1-2 16,0 4 1-16,-1 4-1 0,1 2 1 0,-1 6 0 15,-1 2 3-15,1 6 2 0,-2 2-8 0,3 5-9 16,-3 4 0-16,2 4 0 0,0 5 0 15,-1 5 0-15,-1 6 0 0,2 2 0 0,-1 5 0 16,1 4 0-16,-2 0 0 0,4 1 0 0,-2-1 0 16,1 2 0-16,2-3 0 0,-2-1 0 15,2-2 0-15,0-1 0 0,2-5 0 0,-2 0 0 16,2-3 0-16,-1-7 0 0,-1-4 0 0,-2-4-111 16,3-5-257-16,-1-3-279 0,1-5-358 15,2-3-435-15,-1-1-379 0,2-5 75 0,-1-3 889 16</inkml:trace>
  <inkml:trace contextRef="#ctx0" brushRef="#br0" timeOffset="196937.12">6814 14477 88 0,'0'12'768'0,"0"-4"721"0,0-2 107 15,0 2-285-15,0-4-421 0,0 1-365 0,2-3-193 16,-2 2-145-16,1-4-67 0,1 1-33 16,2-2-15-16,0-5-4 0,2-3-7 0,4-8 3 15,4-6-2-15,0-11 0 0,6-7-5 16,1-8-12-16,5-8-6 0,0-3-7 0,1-4-4 15,0 2-3-15,1-1-4 0,-4 5 3 0,-1 3-1 16,-3 8 2-16,-4 6-1 0,-1 7 0 16,-3 8 0-16,-3 4-6 0,-3 5-18 0,-1 5 0 15,-2 6 0-15,1 5 0 0,-3 6 0 0,-1 8 0 16,0 5 0-16,0 6 0 0,-3 3 0 16,3 4 0-16,0 2 0 0,0 2 0 0,3 1 0 15,-1 1 0-15,1 1 0 0,1-2 0 0,1 0 0 16,0 0 0-16,1-2 0 0,-1-1 0 15,2-1 0-15,-1-6 0 0,0 3 0 0,-1-3 0 16,0-2 0-16,-2-2 0 0,-2-1 0 0,1-2-15 16,-2-3-66-16,0-1-79 0,-2 0-118 15,1-3-213-15,-1-2-300 0,1 0-367 0,2-4-413 16,-1 1-140-16,3-2 382 0,2-1 790 0</inkml:trace>
  <inkml:trace contextRef="#ctx0" brushRef="#br0" timeOffset="197141.26">7566 14391 213 0,'13'-7'1163'0,"-3"3"598"0,-4 1-170 0,-3 0-362 16,-3 1-458-16,-3 2-314 0,1 2-217 15,-5 0-102-15,2-1-50 0,-1 0-32 0,1 3-24 16,0-3-16-16,2 0-11 0,0-1-5 16,1 0-10-16,4-1-23 0,4 0-78 0,0-4-95 15,2-2-183-15,2-4-285 0,1-4-354 0,0-2-408 16,3-2-219-16,0-2 226 0,2-2 761 15</inkml:trace>
  <inkml:trace contextRef="#ctx0" brushRef="#br0" timeOffset="197452.39">7935 13893 334 0,'3'19'1305'0,"-1"5"416"0,-2 4-241 15,0 3-346-15,-2 3-445 0,-1 3-313 0,3 6-177 16,-2-1-78-16,-2 0-38 0,4-2-23 15,0-4-22-15,4-4-16 0,1-6-11 0,2-6-7 16,2-6-1-16,2-7-2 0,3-7 1 0,2-6 1 16,2-9 0-16,0-9 0 0,0-8 0 15,2-7 0-15,-1-2-1 0,-3-6-1 0,0-1-1 16,-5 2 0-16,-4-1 2 0,-3 2 0 16,-4 1 0-16,0 6 0 0,-6 1 7 0,-2 6 8 15,0 5 2-15,-4 4 2 0,-3 4 1 0,1 8 0 16,-2 5-6-16,-3 7-6 0,3 5-3 0,1 7-4 15,0 5-1-15,1 6 0 0,3 2-2 16,4 9 0-16,3-1-2 0,1 2-1 0,3 4-2 16,6 0-1-16,0 0-5 0,4 2-13 0,2-3-37 15,3-1-75-15,2-3-87 0,-1-4-147 16,6-7-232-16,0-4-326 0,1-6-329 0,3-5-197 16,1-8 25-16,2-3 528 0</inkml:trace>
  <inkml:trace contextRef="#ctx0" brushRef="#br0" timeOffset="197734.74">8431 14211 111 0,'15'-5'700'0,"-3"4"487"16,-2 2 203-16,-2 5-79 0,0 4-396 0,3 2-325 16,-5 2-187-16,2 3-107 0,1-1-93 15,-2 0-79-15,1 3-54 0,0-6-32 0,2-1-17 16,0-1-11-16,0-5-1 0,2-6-3 0,-2-5-1 16,1-7-1-16,-2-6 0 0,-1-8 3 15,0-2-3-15,-3-2 5 0,1-7 8 0,-6-1 10 16,0 1 12-16,-4-1 9 0,-3-2 9 15,-1 0 5-15,-3 3 1 0,-1 4-3 0,-3 2-8 16,-2 4-8-16,-1 4-8 0,-2 4-10 0,0 7-8 16,0 4-8-16,-2 5-5 0,4 6-3 15,1 5-3-15,2 4-1 0,5 4-1 0,5 3-3 16,2 4-10-16,6 0-19 0,2 2-35 0,5 1-79 16,2-1-114-16,3 2-227 0,0-1-300 15,3-1-357-15,-1 3-395 0,-1-6-139 16,1 1 419-16,-1-1 780 0</inkml:trace>
  <inkml:trace contextRef="#ctx0" brushRef="#br0" timeOffset="198221.38">9211 13983 154 0,'3'7'742'15,"2"2"415"-15,-2 0 68 0,5-1-146 0,0 3-436 16,0-4-319-16,6 0-148 0,0-1-71 16,2-1-32-16,0-4-17 0,4-1-7 0,-2-4-9 15,4-2-13-15,0-3-11 0,2-5-12 16,-2-1-8-16,0 0-17 0,-2-3-79 0,-3 2-164 16,-4-1-298-16,-3 0-264 0,-5 3-269 0,-2 0-191 15,-4 4 198-15,-6-1 536 0</inkml:trace>
  <inkml:trace contextRef="#ctx0" brushRef="#br0" timeOffset="198469.07">9448 13756 226 0,'15'-1'450'0,"0"-1"206"0,1 1 150 16,1 1-173-16,1 1-140 0,2-1-55 0,-1 2-27 15,0-2-39-15,0 1-42 0,2-1-65 0,-4 2-59 16,2 1-32-16,-3 0-11 0,1 3 13 0,-4 1 24 15,-1 2 13-15,-2 3-5 0,-5 2-20 0,0 4-29 16,-5-1-40-16,-5 5-39 0,0 0-33 16,-5 2-17-16,-2 2-12 0,1 1-7 0,-3 0-7 15,1-2-5-15,2-1-18 0,0-2-59 16,3-4-58-16,0 0-96 0,3-8-160 0,2-4-266 16,3-5-308-16,2-4-237 0,2-3-174 0,3-6 187 15,3-3 533-15</inkml:trace>
  <inkml:trace contextRef="#ctx0" brushRef="#br0" timeOffset="198719.28">10109 13536 365 0,'11'13'996'16,"-5"4"314"-16,-1 4-58 0,2 4-113 15,-1 2-444-15,3 6-229 0,-2 0-124 0,1 5-68 16,0-1-48-16,2 2-77 0,0 1-66 0,1 0-38 15,2 0-19-15,-2-2-14 0,4-1-5 0,-3-4-3 16,2-3-2-16,-3-3 0 0,0-3-2 16,-2-3 0-16,-1-4 0 0,-1-6 0 0,-4 2-13 15,-1-6-31-15,-4-1-55 0,-1-1-54 16,-4-4-52-16,-3-1-77 0,-3-3-120 0,-3 0-142 16,-5-3-229-16,-1-1-220 0,-3-4-219 0,-2 1-45 15,-3-7 335-15,1-1 467 0</inkml:trace>
  <inkml:trace contextRef="#ctx0" brushRef="#br0" timeOffset="198922.44">9951 13809 74 0,'3'-29'688'16,"2"2"576"-16,1 1 143 0,0 1-118 0,1 1-344 15,3 0-358-15,0 0-183 0,3 0-120 16,0 2-60-16,1-3-63 0,0 6-53 0,2-2-37 16,0 4-24-16,1 1-13 0,0 2-12 15,1 3-11-15,2 2-5 0,-2 1-4 0,2 4-5 16,-1 3-6-16,1 3-36 0,-2 3-82 0,-2 4-131 15,-2 2-253-15,1 3-303 0,-3 1-379 16,3 2-397-16,0 1-70 0,-2-1 577 0</inkml:trace>
  <inkml:trace contextRef="#ctx0" brushRef="#br0" timeOffset="199318.17">10678 13486 527 0,'-5'-8'1503'0,"-4"4"243"16,1 2-306-16,-2 4-344 0,-2 4-474 0,-1 5-280 16,1 0-149-16,-1 5-69 0,3 2-38 15,-2 1-28-15,6 3-23 0,1-1-16 0,2 2-9 16,1-3-6-16,5 1-3 0,0-5-3 0,2 1 0 16,3-5 0-16,3-3 0 0,0-5 0 0,2-2 1 15,-2-5 1-15,3-7 1 0,0 0 2 16,-1-6-1-16,1-1 1 0,-3-2-1 0,-1-1 1 15,-1 1-3-15,-4 2-3 0,-2 3-7 16,0 1-9-16,-6 1-14 0,2 6-19 0,-4 5-37 16,0 2-70-16,-1 5-67 0,-2 3-111 0,2 5-182 15,1 1-301-15,0 4-299 0,3 2-210 0,2 3-106 16,5 2 342-16,0 2 583 0</inkml:trace>
  <inkml:trace contextRef="#ctx0" brushRef="#br0" timeOffset="199518.35">10934 14172 679 0,'4'1'1739'0,"-4"-1"94"16,-2 1-403-16,0-1-375 0,-1-1-460 0,0-1-291 15,1 0-129-15,-1-1-62 0,2 1-34 16,-1-3-25-16,-1 3-20 0,0 0-15 0,1 0-8 16,2 1-6-16,-3 0-2 0,3-1-4 0,0 2-2 15,0-2-4-15,0 2-11 0,0 2-20 16,-1 0-39-16,-1 2-78 0,-3-1-128 0,0 5-240 15,-3-1-310-15,-4 3-380 0,2 0-402 16,-2-1-109-16,-1 1 529 0,-4 0 772 0</inkml:trace>
  <inkml:trace contextRef="#ctx0" brushRef="#br0" timeOffset="199768.76">10498 14343 682 0,'-7'3'1738'0,"-2"0"74"0,0-2-415 0,1-1-379 16,1-4-455-16,1-5-296 0,6-5-123 16,0-7-50-16,5-6-24 0,1-7-8 0,5-7-10 15,5-7-10-15,0-6-9 0,4-1-8 0,0-4-5 16,3-3-5-16,-1 4-6 0,3-4-3 16,-2 1-1-16,1 1-1 0,-1 3-2 0,-1 3-2 15,-3 6-1-15,-1 3-9 0,-4 7-18 16,0 2-36-16,-6 8-82 0,-1 3-136 0,-3 5-263 15,-1 2-319-15,0 4-396 0,0 6-434 0,2-1-60 16,3 3 659-16</inkml:trace>
  <inkml:trace contextRef="#ctx0" brushRef="#br0" timeOffset="202971.23">11888 13687 472 0,'-3'-12'919'15,"-4"1"268"-15,-2 1-25 0,-1 1-302 16,-1 5-276-16,-3-1-129 0,-2 3-79 0,-1 4-50 16,-1 3-44-16,-1 4-42 0,-2 3-60 0,0 3-55 15,0 3-39-15,2 3-24 0,2 2-17 16,1 3-8-16,5 4-10 0,1 2-6 0,4 0-7 15,3 3-6-15,3-1-2 0,3 0-3 0,3-1-2 16,1-5-1-16,2-2 0 0,3-4-1 0,2-2-2 16,0-5 2-16,0-3-1 0,2-5-16 15,0-1-49-15,-2-4-68 0,0-4-76 0,-3-2-135 16,-1-4-199-16,1-2-317 0,-2-2-270 16,-1-2-203-16,0 1-44 0,-2-2 409 0,2-1 527 15</inkml:trace>
  <inkml:trace contextRef="#ctx0" brushRef="#br0" timeOffset="203403.38">12003 13734 168 0,'5'-7'837'16,"0"3"518"-16,-4 3 23 0,1 2-191 0,-2 3-389 16,0 4-292-16,-2 4-163 0,2 2-97 0,-1 2-51 15,-1 4-42-15,1 1-50 0,1 1-42 16,0 4-24-16,1-1-14 0,1 0-11 0,1 0-4 15,3-1-4-15,0-2-4 0,2-2-2 0,2-3-1 16,-2-2-1-16,4-7-4 0,-2-3-8 0,1-5-14 16,2-5-15-16,-2-5-13 0,0-5-6 15,-2-5-4-15,-1-2 9 0,3-2 13 0,-5-4 16 16,1 3 16-16,-1-1 5 0,-1 2 4 16,-2 2 4-16,2 5 5 0,-4 0 7 0,2 3 9 15,-1 3 14-15,-2 3 4 0,2 3 3 16,-1 2 5-16,-1 6 2 0,0 3-7 0,0 5-9 15,0 4-3-15,-1 3-3 0,-1 4-6 0,2 5-5 16,0 2 1-16,-2 2 1 0,1 3 2 16,-2 4 4-16,-3 3 4 0,1 0 5 0,-3 5 1 15,-2 2 1-15,-4 0 0 0,1 2-3 0,-2 0-5 16,-1-3-5-16,-1-2-4 0,1-4-5 16,-2-1-4-16,2-7-3 0,-1-5-2 0,4-7-3 15,-1-6-1-15,3-6-3 0,0-7-3 0,5-7-11 16,3-6-18-16,3-6-37 0,3-6-66 0,3-2-68 15,3-5-109-15,0-3-167 0,2-3-298 16,3-2-294-16,0 0-220 0,3-5-142 0,1-1 267 16,4-2 584-16</inkml:trace>
  <inkml:trace contextRef="#ctx0" brushRef="#br0" timeOffset="204122.68">12403 13347 308 0,'3'-36'1131'0,"-3"6"508"0,-3 6-130 15,-2 4-314-15,-1 6-495 0,0 6-267 0,0 3-176 16,-3 5-102-16,2 6-50 0,-1 5-33 0,1 7-18 16,-1 3-13-16,2 4-10 0,0 5-8 15,3 5-6-15,0 0-3 0,1 8-4 0,0 0-5 16,2 2-1-16,2 2 0 0,1 0-2 16,1 1 0-16,0-3-1 0,4 1 2 0,0-6-2 15,0-4-2-15,4-6 1 0,0-7-1 0,-3-5 0 16,3-6 0-16,1-6 0 0,1-6 0 0,-1-8 1 15,0-5-2-15,3-5 1 0,-2-4-1 16,0-3 2-16,1-3 0 0,0 0 1 0,-4 0 1 16,-1 1 0-16,2 3 1 0,-4 2-1 15,-3 3 2-15,3 2-1 0,-5 3 1 0,-2 5-1 16,-2 3 0-16,-1 2 0 0,-2 4-2 0,-2 3 0 16,-1 2 3-16,-1 6 2 0,-1 3 1 0,1 1 1 15,1 1 0-15,1 2 0 0,0 1-2 16,0 3-2-16,3-1-2 0,-1 3 1 0,4-2 0 15,0 4-2-15,2-3 0 0,1 3 0 16,3-3 0-16,0-3-2 0,1-3 0 0,1-2-1 16,4-4 1-16,1-5-1 0,0-3 0 0,1-5 1 15,2-5-1-15,0-4 2 0,-2-4-2 16,3-4 1-16,-1-4-1 0,-2-2 0 0,1-1 0 16,-3 0 1-16,1-4 0 0,-1 2 2 0,-2 1 0 15,-2 0 2-15,0 0 1 0,-1 2 0 16,-2-1-1-16,-1 0 1 0,-3 1-1 0,-1-1 1 15,0 2-1-15,-1 3 7 0,-1-3 6 0,-1 7 5 16,-1 0 3-16,1 4 2 0,-1 2 0 16,2 2-6-16,-1 1-5 0,2 2-5 0,-1 2-5 15,0 0-2-15,2-1-1 0,0-1-2 16,0-1 1-16,0-2-1 0,2-3 0 0,0-4-1 16,1 0 0-16,-2-2 1 0,4-1-1 0,-2-1 0 15,-2 0 0-15,1 4 1 0,0 1 0 16,-1 3-1-16,1 3 0 0,0 2 1 0,-2 3 0 15,1 6-1-15,1 4 2 0,-1 5 0 0,-1 7 1 16,2 4 0-16,0 5 0 0,-1 6-1 16,-1 3 0-16,3 4-2 0,-3 6 0 0,2 0-2 15,1 3 1-15,-2 1 1 0,2-2 0 16,1 0-1-16,-1-3 1 0,2-3 0 0,0-5-2 16,1-2-9-16,2-5-17 0,-4-5-43 0,1-3-82 15,-2-6-139-15,-3-2-265 0,2-4-322 16,0-2-393-16,-1-3-388 0,1-2-45 0,-1-1 666 15</inkml:trace>
  <inkml:trace contextRef="#ctx0" brushRef="#br0" timeOffset="204686.27">13108 13915 400 0,'-3'-9'1551'0,"-1"3"322"0,-1 3-366 0,-2-1-403 15,-1 2-431-15,-1 1-369 0,1 1-161 0,0-1-73 16,-1 1-50-16,-2 0-84 0,0 0-119 16,-1-2-256-16,2 2-285 0,2 0-367 0,4 2-460 15,1-4-250-15,5 0 458 0,-1 0 916 16</inkml:trace>
  <inkml:trace contextRef="#ctx0" brushRef="#br0" timeOffset="206630.44">12166 13444 6 0,'13'15'211'16,"1"-2"106"-16,-3-2 95 0,1-3-58 15,-2-2-173-15,1-1-118 0,3-5-93 0,-1 0-83 16,3 0-82-16,0-2-79 0,4-1-49 0,2-3 32 15,4 1 74-15</inkml:trace>
  <inkml:trace contextRef="#ctx0" brushRef="#br0" timeOffset="213826.73">8604 4761 4 0,'0'6'159'0,"-3"-1"69"15,1-1 22-15,-1 0-52 0,1 2-51 0,-1 0-28 16,0 0-15-16,0 0-5 0,0 0-5 16,-1 0-9-16,0-1-10 0,2 0-15 0,-1-3-11 15,2 1-10-15,-1 0-8 0,2-1-9 0,-2-2-7 16,2 3-5-16,-1-2-2 0,1 1-4 0,0-2-4 16,0 1 0-16,0-1 0 0,-2 2 0 15,2 0-2-15,0 0 0 0,0 2 0 0,-1 0 0 16,-1 0 0-16,2 1 2 0,0 2-4 15,0 1 4-15,-2-1-2 0,2 3 2 0,0 3 0 16,-1-1 0-16,-1 1 0 0,0 1 0 0,1 2 2 16,1 2-2-16,-2-3 0 0,1 3 2 15,-2 1 2-15,1 1-2 0,-1 2 0 0,0-2-2 16,1 3 0-16,-1-1 0 0,0 2 2 16,1 1 0-16,-1 1 2 0,0-1 2 0,1 3-1 15,-2-1 1-15,2-2-2 0,-1 3-4 0,3-3 0 16,-3 0-2-16,1 1-2 0,1-2 2 15,-1 0 2-15,-1-2 0 0,3 1-2 0,-2-2 0 16,2-1 4-16,0 0-2 0,0 0 0 16,0-3-2-16,0 3 2 0,0-4 0 0,0 3-3 15,0-1 3-15,0 0 0 0,0-2 0 0,0 2 0 16,-1-1 0-16,1 1 3 0,-2 0-3 16,2 0 0-16,0 2 0 0,-2-1 2 0,2 0 2 15,0 1-2-15,0-2 2 0,2 1-2 16,0-1-2-16,1 0 0 0,0-1 2 0,0 1-2 15,1-2 28-15,0 2 11 0,1-1 4 0,-2-1 10 16,0 1-23-16,0-1-11 0,-1 1-32 16,1 0-15-16,0-1-7 0,-1 1-7 0,1 0 17 15,0 0 11-15,-1-1 8 0,2 1 2 0,-1-1 2 16,2-1 0-16,-1 0 0 0,0 0 2 16,3-1-2-16,0 0 1 0,0-1-1 0,1-2 2 15,0 2-2-15,3-3 2 0,-2-1 0 0,1 0-2 16,2 0 0-16,-2-2 2 0,1 0 0 15,1 1 2-15,-2-1 0 0,1-1-2 0,0 0 0 16,-3 0 0-16,2 0-2 0,-1-2 0 16,-1 2 0-16,0-1 2 0,2-1-2 0,-1 0 0 15,0 2 2-15,-1-1-4 0,3 0 29 0,-3-1 15 16,2 2 3-16,2-1 2 0,-1 1 2 16,1-2-5-16,0 4-25 0,1-2-9 0,-1 1-6 15,3-1 4-15,-1 1 2 0,0 1-22 0,3 2-13 16,-1-4-7-16,0 4-5 0,3-3-2 15,0 1-7-15,3 1 27 0,-1-4 7 0,3 1 4 16,1 0 4-16,0-1 4 0,5 1 2 16,-3-4 0-16,3-2 2 0,2 3 4 0,1-1-6 15,-2-2 0-15,-1-2-2 0,2 2 2 0,1-3 0 16,-1 3 0-16,-1-2 26 0,1 2 11 16,-2 0 6-16,0 2 1 0,2-2-1 0,-4 3-2 15,2 1-21-15,-4 0-9 0,2 2-1 0,-1-2 2 16,0 2 0-16,0-2 3 0,0 2-1 0,-1-1-2 15,0 1-2-15,-1-4-28 0,2 3-11 16,-2 0-10-16,2-3-5 0,0 2-5 0,0 0-2 16,0-1 20-16,-2-1 13 0,1 0 14 15,0 2 8-15,0-3 2 0,-1 0 33 0,0-1 26 16,-1 0 10-16,3 0 1 0,-2-2 2 16,0-2 0-16,2 2-22 0,-3-5-15 0,3 1-12 15,-2 0-10-15,-1 2-4 0,1-3-5 0,0 2-6 16,-1 1-4-16,0-1 2 0,-2 4 1 15,0 1 1-15,1 1 8 0,0 2-1 0,-1 2-1 16,-1 1-3-16,1 1 5 0,2 1-4 16,-2 0-1-16,-1 1-5 0,0 2 4 0,3-1-2 15,-3-2-2-15,1 3-1 0,3-3 24 0,-3 2 7 16,2-3 10-16,-2 1 3 0,2-3 6 16,-1-2-3-16,-2 0-20 0,3-1-10 0,1 0-7 15,-1 0-11-15,-1-2 0 0,1 1-1 0,0 0-5 16,1 1-1-16,0 0 5 0,-2-1-7 0,1 0-4 15,-1 1 0-15,2 1 0 0,-1-2-8 16,0 2-5-16,0-1 9 0,-1-1 8 0,-1 1 9 16,1-2 5-16,0 0 9 0,-1 0 6 15,2-2 2-15,-1-1-1 0,0 0-4 0,2-1-1 16,0 1 3-16,-2-3-3 0,2 1-3 16,-1-1 0-16,-1-1 0 0,1 0 0 0,0 0-2 15,0 1-2-15,-1-1-4 0,1-1 1 0,-2 1-3 16,0 1 1-16,0-2 1 0,-1 2-1 15,-2 0-2-15,3-1 0 0,-1 2-2 0,-1 2-2 16,1-2-5-16,-2 3 1 0,-2 0-1 0,2 2 1 16,-3 0-1-16,1 2-2 0,-1-1 2 15,1 0-4-15,0 3 0 0,0-2-4 0,0 3 0 16,1-3 2-16,0 0 0 0,-2 2 2 0,3-4 8 16,-1 1 3-16,-1-2 5 0,2 1 6 15,2-4 2-15,-1 2 2 0,-1 0 2 0,2-4-3 16,-1 1 1-16,1 3-2 0,1-3-2 0,0 0-4 15,0 3-2-15,-3-4-1 0,3 3 3 16,-4-2-3-16,2 2-2 0,-1 0 3 0,-3 2-1 16,1-1-1-16,-4 1-4 0,1 1-23 15,-3 0-49-15,-3-1-113 0,-3 1-262 0,0 1-150 16,-5-1-50-16,-2 0 83 0,-4 1 174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18T06:57:04.403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F0"/>
    </inkml:brush>
    <inkml:brush xml:id="br3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1530 1589 276 0,'8'0'701'0,"-2"0"320"16,1 0 80-16,0 2-248 0,-2-2-276 0,-5 3-189 0,0-3-127 15,-3 0-66-15,3 2-12 0,3 4 13 0,2 3 27 16,3 6 5-16,3 3-9 0,-2 4-11 0,-1 7-28 15,0 2-36-15,0 6-38 0,-2 1-26 0,1 5-15 16,-2 1-15-16,-2 3-12 0,2 0-12 0,-1 2-10 16,-1-3-9-16,-1-2-2 0,3-1-3 0,-2-4-1 15,0-3 0-15,2-4-1 0,-2-2 0 0,-1-4-3 16,2-4-12-16,-1-2-30 0,-1-4-57 0,-2-5-59 16,-3 0-128-16,-3-4-177 0,2-2-255 0,-2-5-295 0,1-7-250 15,-1-5-166-15,-2-5 319 0,-1-5 530 0</inkml:trace>
  <inkml:trace contextRef="#ctx0" brushRef="#br0" timeOffset="499.39">1506 1645 283 0,'8'-6'800'0,"-1"2"337"16,0-1 21-16,-2 2-247 0,0 0-347 0,-4 0-239 15,1 1-91-15,0-3-16 0,4 0 6 0,5 3 24 0,0-5-8 16,6 3-14-16,-2-3-41 0,2 0-43 0,1 1-29 15,2 0-32-15,-1 0-20 0,3 0-13 0,0 1-10 16,2 1-4-16,0 1-6 0,1 3-7 0,2 2 0 16,-2 1 0-16,-1 3 0 0,1 1 1 0,-2 4 0 15,-3 2 3-15,0 4 0 0,-4 1 1 0,-2 4 0 16,-4 2-1-16,-2 2 0 0,-5 2 2 0,-3 4 1 16,-3-1 1-16,-2 4 0 0,-5-3-1 0,-2 3-2 0,-1 0-3 15,-4-2-1-15,3-1-1 0,-2-4-4 0,0 0 0 16,2-7-4-16,1 0-2 0,2-3-3 0,0-3-4 15,5-2-1-15,-2-5-4 0,3 0-1 0,1-3-3 16,2 2-1-16,2-3 0 0,2 2-1 0,4-3 0 16,0 1 2-16,5 1 1 0,3-2 0 0,-1 0 2 15,6-2-1-15,0 4 0 0,3-5 2 0,0 0-2 16,2 0-1-16,0 0-3 0,1 0 1 0,0 2-2 16,2-2-4-16,-6 4 1 0,3 1 2 0,-4 1 1 15,-1 0 2-15,-5 4 3 0,-3 1 1 0,-1 2 2 16,-7 2 2-16,0 3 3 0,-6 0 0 0,-4 0 2 15,-2 3 0-15,-4-1 2 0,-4 2-6 0,-2 1-2 16,-1-2 2-16,-4 1 1 0,-1-1 0 0,-1 0 0 16,1-1 3-16,-2-2 2 0,2-2-1 0,0-3-4 0,1 0-2 15,3-2-1-15,1-4-2 0,2-2-2 0,2 0-2 16,5-2-12-16,-1-1-23 0,5-1-52 0,3-1-78 16,0-3-128-16,3 0-214 0,4-1-304 0,2-2-350 15,3-1-314-15,4 0-103 0,-1 1 446 0,5-3 664 16</inkml:trace>
  <inkml:trace contextRef="#ctx0" brushRef="#br0" timeOffset="984.3">2542 2245 41 0,'1'-9'615'0,"1"5"529"16,-2-1 213-16,1 1-74 0,1 2-333 0,1 0-334 16,-3 2-205-16,2-2-112 0,1 4-70 0,-1-1-60 15,1 3-45-15,0 5-28 0,2 3-15 0,3 1-7 16,-2 6-7-16,-1 3-11 0,1 4-11 0,-1 1-14 15,1 3-10-15,-3 0-8 0,2 0-4 0,-2 1-5 16,2-1-2-16,-2-1-3 0,0-3 0 0,2 0-2 16,0 0 0-16,-2-5-1 0,0 0 0 0,-1-4-5 15,-2-1-8-15,0-5-16 0,-2 0-37 0,-1-4-66 16,1 0-69-16,-5-2-124 0,2-4-187 0,-3-2-304 16,0-4-302-16,1 3-226 0,0-7-123 0,2-1 383 15,0-2 584-15</inkml:trace>
  <inkml:trace contextRef="#ctx0" brushRef="#br0" timeOffset="1484.14">3010 2278 38 0,'9'-3'568'0,"-2"2"502"15,2-2 237-15,-6 1 33 0,2 2-321 0,-2-3-304 16,-3 1-215-16,0 1-122 0,-3 0-78 0,1-1-92 16,-1 2-70-16,-3-2-39 0,0 2-25 0,-2 0-17 15,0 0-13-15,-1 2-11 0,-1 1-8 0,-1-2-7 16,-3 4-6-16,1 1-3 0,-1 1-1 0,1 3-1 16,0-1-2-16,-1 0 0 0,1 1-1 0,1 2 0 15,2 0-2-15,1-4-1 0,1 1-1 16,4 1 0-16,0-2-2 0,3 1 0 0,1-2-1 15,3 2 1-15,0 0 0 0,6-1-2 0,1 3 1 16,1-4-1-16,3 2 0 0,2 0 1 0,1-2 0 16,1 0 1-16,1 1 0 0,3 1 1 0,-1-1-2 15,1-1-3-15,-2 1-4 0,2 0-2 0,-4 0-3 16,-1 0-1-16,-3 1 2 0,0-1 3 0,-4 3 4 16,-2 0 3-16,-5-3 4 0,-1 4 1 0,-4-2 2 15,-4 0 1-15,-1 1-1 0,-5-1 2 0,-1 1 0 16,-6 2-1-16,0-2 2 0,-3 1 3 0,-3 0 2 15,-2 1 2-15,1 1 0 0,-2-1 0 0,1 2-1 16,0-1-3-16,2 0-2 0,0 0-3 0,6-1-3 16,0 2-1-16,2-5-3 0,4 0-2 0,3-3-1 15,5 1-4-15,-1-2-10 0,6-3-20 0,5-2-52 16,1-2-77-16,2-5-131 0,2 0-246 0,7-3-312 16,-1-1-377-16,6-3-330 0,0-4-79 0,3 0 547 15,1-2 715-15</inkml:trace>
  <inkml:trace contextRef="#ctx0" brushRef="#br0" timeOffset="1850.06">3528 2370 213 0,'-4'12'941'0,"-2"0"548"15,1 2 19-15,0 3-257 0,0 3-467 0,2-1-300 16,1 4-176-16,1 1-110 0,2 1-72 0,1 2-45 15,1 2-30-15,5-1-21 0,0 2-8 0,3-3-5 16,3-2-5-16,2 0-1 0,0-4-2 0,3-5-2 16,0-3-16-16,1-2-17 0,1-5-20 0,0-6-31 15,2-5-40-15,-1-2-45 0,-2-4-28 0,0-5-13 16,-3-1 4-16,-1-7 25 0,0 1 46 0,-5-3 54 16,-3-1 66-16,1 2 96 0,-4-2 77 15,-5 1 47-15,-2 1 22 0,-4-1 0 0,-3 0-25 16,-2 3-50-16,-5-3-43 0,0 4-27 0,-4-1-19 15,0 3-14-15,-5 1-12 0,0 6-11 0,-2 1-10 16,0 4-8-16,-1 4-7 0,1 4-3 0,1 4-3 16,1 2-1-16,3 3-2 0,2 3-1 0,4 1-2 15,0 3-12-15,5 0-17 0,3 2-32 0,3 0-74 16,2-1-101-16,6-1-197 0,3-3-285 0,4-1-335 16,3 1-389-16,4-6-184 0,3 1 255 0,3 0 752 15</inkml:trace>
  <inkml:trace contextRef="#ctx0" brushRef="#br0" timeOffset="3954.04">1024 1282 335 0,'9'-15'776'0,"-4"1"307"0,0 6 47 0,-2 1-272 16,0-1-294-16,-1 2-185 0,-2 6-53 0,0 0-1 16,0 0-11-16,0 0-27 0,0 0-32 15,0 0-38-15,0 0-67 0,0 0-58 0,0 0-39 16,-3 12-22-16,0 4-13 0,-1 7-5 0,0 9-1 16,-4 3-4-16,0 9 3 0,2 7 0 0,-4 4 0 15,1 6-1-15,1 7-3 0,-2 7 1 16,1 3-4-16,-1 8-3 0,2 2 0 0,0 3 4 15,-1 4 6-15,1 1 5 0,2 0 3 16,-1-1 1-16,4-2-2 0,-3-5-4 0,6-1-4 16,0-6-5-16,2-5-2 0,2-2 1 0,1-6-1 15,1-5 1-15,2-3-1 0,3-7-1 16,0-3-1-16,-1-3-1 0,4-6 2 0,-1-1-1 16,2-6-1-16,-2-1 2 0,0-4-1 15,1-3 0-15,-1-1-2 0,2-1 1 16,0-3 0-16,0-2 0 0,0 1 6 0,2-4 5 15,-1 1 2-15,1-2-1 0,4 0 0 0,0-3 0 16,2 0-4-16,4-1-3 0,1-1 0 0,1-2 2 16,2-1 0-16,3 0-7 0,-1-1-1 15,5-1-2-15,0-2-2 0,6-2 0 0,-1 1-1 16,4-1 6-16,1-1 3 0,2 0 4 0,2-1 5 16,-1 1-1-16,3-2-1 0,1 1 2 0,0-2 1 15,3 2-3-15,0-1-4 0,2 0-5 0,2 0-2 16,0-1-3-16,1 3 2 0,0 0 2 15,-1 3 1-15,1-3 4 0,1 4 2 0,0-1-1 16,-1 0-2-16,0 0-2 0,-1 1-2 0,3 1 3 16,1-2 2-16,2 0 7 0,0 1 2 0,3-1 0 15,0 0 1-15,1-2-1 0,0 3-1 0,0-2-6 16,-3 0-2-16,4 0-1 0,-4-1 1 0,1 1-2 16,1-1 1-16,3-1 0 0,-2 2-2 0,-3-1-1 15,0-1 0-15,-2-1-1 0,-5-1 0 16,-4-1 0-16,-1-2-1 0,-6-1-2 0,-4 2 2 15,-4-3 0-15,-5-1 1 0,-5-2 0 16,-3 0 2-16,-4-1 1 0,-4-1 4 0,-4-2 6 16,-5 1 4-16,-2-1 6 0,-1-1 3 15,-4-1 4-15,-1-1-2 0,-4-1-1 0,1 2-3 16,-2-4-4-16,0 0-3 0,-3 1-3 0,3-4-4 16,-2 1-3-16,-1-1-2 0,3-4-1 15,0-1-3-15,3-2 0 0,-1-3-1 0,4-1-1 16,1-4 0-16,2-2 1 0,2-2 0 0,0-3 0 15,5-1 2-15,1 1 1 0,2-4 1 0,0-1-1 16,2 1 0-16,3 0 0 0,-1-1-2 16,2 3 0-16,-1-3-1 0,0 0-2 0,1 0 0 15,-1-2 0-15,1-1 1 0,0-3 1 0,-4 0 0 16,-2-4-1-16,0-1-2 0,-3-4-2 0,-3-1-2 16,-1-1 4-16,-4 3 1 0,-1 1 4 15,-3 4 3-15,-4 5 2 0,-4 3 0 0,-3 4-2 16,-1 3 0-16,-4 7-1 0,-3 4-4 0,-2 0-2 15,-1 4 0-15,-4 3-1 0,-3 2 0 0,-3 3 0 16,-2 1 3-16,-5 2 6 0,0 3 2 0,-5 1 0 0,-2 2 0 16,-1-1-3-16,-3 2-1 0,-3 1-3 15,-3 0-2-15,-2-1-1 0,-4 1-1 0,-4-2 2 16,-6-4 1-16,-3 3 0 0,-5-3 0 0,-3-2 1 16,-6 0 0-16,1-2 0 0,-6 1-1 0,-4-2 0 0,1 3 0 15,-2-2-2-15,-1 4 0 0,3 1-1 0,3 2 1 16,1 2 1-16,0 2 0 0,2 3 0 0,2 0-1 15,0 4-1-15,2 0 1 0,0 4-1 0,4 0 0 16,4 0-2-16,4 2-7 0,6-3-8 0,5 4-12 16,6-4-16-16,7 2-21 0,9 0-52 0,5-3-74 15,8 0-147-15,7-5-264 0,7 3-309 0,10-4-379 0,4 1-324 16,11-1 3-16,2 0 701 0</inkml:trace>
  <inkml:trace contextRef="#ctx0" brushRef="#br0" timeOffset="5382.73">8296 1617 106 0,'-5'-2'643'0,"-2"2"445"0,-1 0 149 16,-4 2-94-16,1 0-358 0,0 0-215 15,-2 1-121-15,0 3-84 0,1 0-58 0,-1 3-57 16,0 2-67-16,-1 2-71 0,3 6-50 0,-3 0-28 16,3 6-15-16,1 4-6 0,1 5 0 0,-1 4-2 15,2 5 5-15,2 5 0 0,0 3 2 0,1 5-3 16,2 4 2-16,0 1 1 0,1 1-4 0,2 1-4 15,0-2 1-15,2-3-1 0,1 0-2 16,0-5-3-16,2-4-2 0,1-6 1 0,0-4-4 16,1-6 0-16,1-3-2 0,0-5-1 0,-1-6 0 15,0-3 0-15,-1-2 2 0,-1-6 0 0,0-2 1 16,1-4 2-16,-1-5 1 0,0-6-5 0,-1-6-2 16,1-5-2-16,0-5-4 0,3-6 1 15,-2 0 3-15,2-6 8 0,0-1 4 0,4-2 1 16,1 0 0-16,4-1 2 0,1 1-10 0,4 2-6 15,3 1-2-15,2 4-3 0,3 2 2 0,2 0-3 16,-1 6 5-16,1 2 5 0,0 2 1 16,-1 5 1-16,-1 2 1 0,-1 4 0 0,-1 2 0 15,-4 4 0-15,2 2 2 0,-3 2 8 0,-3 4 7 16,-2 0 5-16,1 5 8 0,-5 1 6 0,-1 5 5 16,-4 3-2-16,-4 3-3 0,-3 5-2 0,-2 2-4 15,-5 5-5-15,-1 3-11 0,-4 2-6 16,-2 2-6-16,-1 2-4 0,0 0-3 0,1-6-3 15,2-2 3-15,2-2 1 0,2-7 0 0,3-2 0 16,1-4-2-16,4-5 0 0,3-5 6 0,1-3 2 16,5-6 3-16,3-7 0 0,2-7 1 15,3-7-3-15,3-4-11 0,3-5-8 0,2-3-8 16,0-2-7-16,0-1-4 0,0 0-1 0,1 2 6 16,-2 1 7-16,-1 4 5 0,-5 5 9 0,0 3 2 15,-5 5 3-15,-2 4 2 0,-1 4 1 16,-5 7 1-16,-4 3 2 0,0 8 3 0,-3 3 8 15,-5 6 3-15,0 6 6 0,-2 3 5 0,-3 5 4 16,2 2 1-16,0 2-5 0,1 3-3 0,0-2-6 16,4 0-4-16,1-2-6 0,2-4-4 0,5-6-3 15,0-2-1-15,7-5-2 0,1-7 0 16,4-7 0-16,3-5 1 0,3-5 0 0,4-7 0 16,3-6-4-16,0-4-6 0,0-6-11 0,2-4-13 15,-4-1-13-15,2-3-15 0,-4 0-7 0,-4 0 1 16,0 0 8-16,-3 0 13 0,-5 3 14 0,0 1 20 15,-4 4 18-15,-4 3 21 0,-1 2 16 16,0 7 12-16,-1 2 4 0,-2 4 0 0,-1 4-8 16,-2 2-13-16,-1 6-14 0,1 4-10 0,-2 3-6 15,1 4-1-15,1 4-1 0,-1 4 1 0,2 3 1 16,2 5-5-16,-1 4-2 0,1 4-4 0,2 5-1 16,-1 4 3-16,1 5 2 0,-1 7 6 15,0 0 1-15,0 7 1 0,-1-1 2 0,-2 4-3 16,2 0-3-16,-2 3 1 0,-2 2 7 0,-1 2 9 15,-2 1 5-15,-5-1 8 0,-4-3 9 0,-2-3 9 16,-6-2 3-16,-6-4-2 0,-7-3-1 16,-5-4-7-16,-7-1-7 0,-6-3-9 0,-6-9-8 15,-3 0-13-15,-4-9-7 0,1-6 0 16,3-9 0-16,2-8 0 0,3-10 0 0,8-8 0 16,4-9 0-16,8-11-38 0,7-7-51 0,8-7-83 15,9-9-168-15,10-5-268 0,8-5-334 0,9-3-418 16,10-3-410-16,6-4 27 0,11 1 840 15</inkml:trace>
  <inkml:trace contextRef="#ctx0" brushRef="#br0" timeOffset="6116.52">9628 2833 34 0,'0'5'550'0,"2"-2"453"16,-1-2 189-16,4-2-83 0,-3-2-333 15,4-6-323-15,2-1-167 0,3-6-8 0,2-4 20 16,2-3 2-16,0-5-23 0,5-6-26 0,-2-1-40 16,4-5-66-16,2-1-51 0,-4 0-28 0,1 0-16 15,-1 4-9-15,-4 2-3 0,0 7-4 0,-5 5-2 16,-2 3 1-16,-1 7-2 0,-3 0-2 16,-2 3-4-16,1 6-4 0,-3 3-3 0,-1 5-4 15,-1 5-4-15,-1 6-2 0,-1 4-1 0,1 3-1 16,-1 5 0-16,3 3-7 0,0-1-4 0,0 4-3 15,3 1 1-15,0-3-2 0,1-1-2 16,0-2 6-16,4-2 2 0,-2-3 1 0,2-5 1 16,0-4-1-16,2-3 0 0,1-6 2 0,0-5 0 15,6-8 0-15,-1-6 1 0,3-8 0 0,1-5-1 16,1-7 6-16,1-3 2 0,0-3 0 0,-1 1 0 16,-4 2 1-16,1 3 1 0,-6 4-5 0,-2 7 0 15,-1 5 3-15,-1 3 3 0,-5 6-1 16,1 3 0-16,-3 6 1 0,-1 6 0 0,-3 6-7 15,1 8-5-15,-4 2-1 0,1 6-2 0,2 4-1 16,-3 2-2-16,3 2 3 0,0 1 1 16,1 1 1-16,2 1 6 0,0-3 1 0,2-1 1 15,-1-2-1-15,3-3 0 0,0-3-10 0,4-2-28 16,-2-5-73-16,1-4-75 0,-1-4-147 0,3-4-283 16,-1-3-328-16,0-1-384 0,2-4-242 0,1-4-3 15,-2-1 661-15</inkml:trace>
  <inkml:trace contextRef="#ctx0" brushRef="#br0" timeOffset="6566.63">10509 2761 424 0,'-3'6'1122'0,"1"-2"395"15,-1-2-79-15,0 0-311 0,1-4-449 0,1-1-241 16,-1-4-154-16,4-4-94 0,-1-2-64 15,4-5-40-15,2-3-26 0,1-5-18 0,2-2-8 16,2-1-7-16,0 0-1 0,1-1-1 0,-2 4 1 16,3 3-1-16,-4 2 1 0,-1 3 0 0,0 5-1 15,-2 2 0-15,-1 3 0 0,1 4 0 16,-1 4-1-16,-2 4-2 0,1 4-2 0,-3 4-4 16,1 5-4-16,-3 4-2 0,0 2-2 0,0 0-2 15,2 4-2-15,-1-4-2 0,1 1-1 0,0-2 0 16,2-3-2-16,2-3-1 0,-1-3 1 0,3-4-1 15,0-3 1-15,3-5 2 0,-1-3 0 16,2-9 0-16,2-4 1 0,1-5-1 0,0-3-1 16,2-6 1-16,1-2-2 0,0-1 1 0,1 0-1 15,-1 1 0-15,-1 4 0 0,-2 2 1 0,0 3-1 16,-3 6 1-16,-1 4 1 0,-1 3 0 0,-1 3 1 16,-3 4 1-16,2 6 1 0,-3 5 2 15,-1 3 1-15,-3 4 0 0,2 5-1 0,-3 2-1 16,0 2-1-16,3 4-1 0,-3 1-2 0,3 0-2 15,0 0-2-15,-1 0-9 0,4-2-22 0,-2-2-57 16,-1-4-82-16,3-1-163 0,0-2-277 0,2-5-332 16,0 0-405-16,2-3-322 0,4-3 43 15,-1-2 758-15</inkml:trace>
  <inkml:trace contextRef="#ctx0" brushRef="#br0" timeOffset="6702.33">11303 2763 673 0,'6'3'1743'16,"-3"2"91"-16,-1 5-411 0,-4 0-375 0,-1 3-462 15,0 6-293-15,-3 0-133 0,-1 2-61 0,2 0-32 16,-1-1-25-16,2-1-20 0,2-3-14 0,2-1-21 16,0-5-42-16,3-5-89 0,0-5-191 15,5-6-264-15,-2-9-344 0,4-4-443 0,1-8-452 16,0-6 101-16,0-4 958 0</inkml:trace>
  <inkml:trace contextRef="#ctx0" brushRef="#br0" timeOffset="6882.39">11409 1870 313 0,'-10'-3'1268'0,"-3"5"473"0,1 0-229 0,-1 3-349 0,2 1-471 15,0 0-296-15,2 2-196 0,2-1-90 16,1 1-43-16,3 0-29 0,3 0-20 0,3 0-11 16,3-1-21-16,2 2-80 0,2-2-90 0,2-1-182 15,-1 1-279-15,1-4-340 0,0-2-403 0,1 1-214 16,2-2 171-16,-2-2 743 0</inkml:trace>
  <inkml:trace contextRef="#ctx0" brushRef="#br0" timeOffset="7218.05">11682 1759 97 0,'0'-2'837'0,"0"2"730"16,0 1 54-16,-3 2-298 0,2 1-425 0,-1 2-355 15,-1 3-201-15,1 5-130 0,-1 2-62 0,0 6-35 16,0 4-27-16,-1 4-20 0,0 5-17 0,-1 5-14 15,2 4-12-15,-2 6-10 0,-1 6-4 16,-1 4-5-16,1 3-3 0,0 0 0 0,4-1-2 16,-1-4 1-16,5-7-3 0,1-7-1 0,2-10-1 15,2-7 0-15,1-7-4 0,0-10-3 0,2-7-7 16,2-10-5-16,1-6-5 0,1-9-2 0,2-5 2 16,0-3 5-16,0-2 6 0,1-1 6 15,-2 1 5-15,0 2 3 0,-2 1 2 0,1 5 1 16,-4 3 1-16,-2 7 1 0,-2 2 0 0,1 4 1 15,0 5 1-15,-2 3 0 0,0 7 0 0,-2 5 0 16,0 6 1-16,1 5-1 0,0 5-3 16,0 5-1-16,1 3-9 0,2 5-41 0,-1 1-83 15,5-1-141-15,-2 3-257 0,4-1-319 0,1 1-410 16,2-1-419-16,3-3-56 0,1-2 682 0</inkml:trace>
  <inkml:trace contextRef="#ctx0" brushRef="#br0" timeOffset="7570.82">13180 2067 110 0,'20'-32'681'0,"-2"8"426"0,-1 5 140 0,-3 5-79 15,2 7-272-15,0 5-294 0,-1 7-130 0,0 5-67 16,-1 8-48-16,-3 6-61 0,0 7-87 16,-2 7-58-16,-4 5-36 0,-1 2-31 0,-3 7-25 15,-2 5-19-15,-4 0-11 0,-2 4-10 0,1-1-10 16,-2-1-5-16,4-6-5 0,-1-2-2 0,1-5-5 15,3-6-11-15,-2-7-18 0,-2-6-32 0,4-7-73 16,-2-10-87-16,-2-6-152 0,0-10-259 16,-2-10-326-16,3-8-360 0,-1-7-217 0,1-10 30 15,-1-5 608-15</inkml:trace>
  <inkml:trace contextRef="#ctx0" brushRef="#br0" timeOffset="7854.31">13224 1914 47 0,'8'-37'559'0,"-2"9"432"16,2 4 202-16,0 6-49 0,3 5-346 0,2 2-268 15,4 5-128-15,2 5-53 0,3 2-36 16,3 4-39-16,2 2-38 0,3 5-49 0,2 1-52 16,1 5-37-16,0 2-24 0,2 5-18 0,-2 5-10 15,-1 2-7-15,0 6-7 0,-4 4-7 0,-3 4-8 16,-4 3 0-16,-4 7-2 0,-3 0-5 0,-6 2-1 16,-4 2 0-16,-6 2 7 0,-3-2 3 15,-4-2 4-15,-2 0 2 0,-5-5 4 0,-3-3 2 16,-5-3-5-16,-1-6-4 0,-5-5-5 0,-2-4-3 15,-1-7-5-15,-3-5-4 0,-1-5-3 0,2-5-2 16,2-5-3-16,3-4 0 0,3-4-6 16,4-1-11-16,4-4-21 0,6-2-37 0,5 0-68 15,5-3-66-15,4 0-74 0,4-1-96 0,7-1-132 16,1 2-143-16,5 0-174 0,4-1-209 0,5 0-172 16,3 1 53-16,3-1 356 0,2 2 396 0</inkml:trace>
  <inkml:trace contextRef="#ctx0" brushRef="#br0" timeOffset="8117.47">13851 2677 224 0,'21'5'557'0,"1"-2"288"0,-1 0 159 0,-2 1-192 16,0-4-212-16,0 0-158 0,-2-3-108 15,0-3-71-15,-1-3-61 0,0-4-55 0,-1-2-41 16,-2-5-18-16,-1-1-8 0,-1-2 41 0,0-1 56 16,-2 2 57-16,-4-1 21 0,-2-2 0 0,-3 1-16 15,-3 2-40-15,-2 1-51 0,1-2-44 16,-5 4-28-16,-3 1-17 0,2 3-8 0,-2 4-6 15,-2 5-6-15,1 2-5 0,0 5-3 0,2 5-6 16,0 3-7-16,0 7-5 0,2 3-4 0,1 3-2 16,-2 5-2-16,6 3-2 0,-1 3-2 0,2 3 1 15,1 2-2-15,2 1-1 0,2 1 0 0,-1 1-2 16,4-2-2-16,3-2-10 0,3-1-34 16,0-6-86-16,5-4-141 0,-4-3-258 0,7-4-316 15,-3-4-403-15,3-5-430 0,2-4-39 0,1-3 683 16</inkml:trace>
  <inkml:trace contextRef="#ctx0" brushRef="#br0" timeOffset="8704.02">14780 2082 110 0,'1'-23'639'0,"1"2"461"0,-4 2 150 16,1 1-96-16,-1 3-290 0,-1 0-225 0,1 6-155 16,-3-1-104-16,1 3-69 0,-2 3-61 0,-1 1-84 15,1 3-65-15,-5 3-37 0,3 4-22 0,-3 5-20 16,-2 3-4-16,2 5-1 0,-2 6 1 0,-1 10-2 16,3 3 2-16,0 10 14 0,0 5 2 0,1 9-2 15,1 4-3-15,1 4-2 0,3 0-6 16,4 2-8-16,2-7-8 0,3-6-4 0,4-6-3 15,6-11-1-15,0-6 0 0,3-9-1 0,4-8 0 16,-2-8 2-16,1-7 0 0,-4-5 2 0,3-11 0 16,-6-5 1-16,1-5 1 0,-3-6 0 15,0-7-1-15,-5-2 1 0,-2-3-1 0,-3-2 2 16,-6-1-2-16,1 3 0 0,-7 2 2 0,-2 0-1 16,-1 6 1-16,0 2-1 0,-4 7 0 0,4 3 1 15,-2 5-1-15,0 4 0 0,2 7 0 16,1 5-1-16,-1 6 1 0,2 7 0 0,2 6-1 15,-1 6-2-15,5 5 0 0,1 2-1 0,5 4-2 16,3 1-6-16,2 0-13 0,6-1-28 16,0 0-72-16,5-4-85 0,1-3-171 0,2-6-285 15,2-4-334-15,6-5-383 0,1-9-220 0,5-6 103 16,2-8 729-16</inkml:trace>
  <inkml:trace contextRef="#ctx0" brushRef="#br0" timeOffset="9115.75">15173 2499 239 0,'-9'-5'1188'0,"-4"0"555"0,-6 10-191 0,-3 0-350 16,-3 5-454-16,-1 8-307 0,-2 1-207 0,3 6-96 16,1 5-46-16,3 0-29 0,4 0-24 15,6 1-15-15,4-2-12 0,4 1-4 0,6-4-5 16,7-2-3-16,3-4 0 0,6-2-1 0,6-6-1 16,3-5-9-16,6-5-20 0,1-5-44 0,1-6-71 15,2-3-69-15,0-5-97 0,-4-3-125 0,1-3-134 16,-5-2-82-16,0 0 4 0,-3-1 25 15,-3 2 118-15,-3 0 206 0,-3 3 232 0,-3 0 226 16,-3 3 187-16,-4 3 98 0,0 2 16 0,-4 5-10 16,-1 2-22-16,-3 2-31 0,0 6-42 0,-3 4-47 15,-1 3-39-15,0 5-45 0,-3 3-48 16,1 6-50-16,-2 4-46 0,0 6-25 0,-2 3-13 16,1 3-8-16,-2 5-3 0,-2 1 2 0,-1 4 6 15,-2 5 4-15,-1 0 6 0,-5 8 6 16,1 1 1-16,-6 3-1 0,-3 2-7 0,0 1-7 15,-3-1-10-15,0-5-8 0,-1-3-7 0,1-6-8 16,2-6-4-16,1-7-2 0,1-10-3 0,4-8 0 16,3-11 0-16,4-9-3 0,1-9-9 15,7-8-12-15,3-8-25 0,2-8-51 16,5-10-76-16,8-3-79 0,0-6-120 0,6-5-167 16,7 0-248-16,2-3-263 0,6-1-197 0,4 2-119 15,3 0 238-15,4-1 498 0</inkml:trace>
  <inkml:trace contextRef="#ctx0" brushRef="#br0" timeOffset="9431.68">15603 2669 370 0,'13'7'902'15,"-5"2"329"-15,1 1 11 0,-1 2-235 0,0 2-271 16,0 3-217-16,1-4-137 0,3-1-86 0,-1-4-63 16,5-2-74-16,2-2-61 0,0-8-45 15,2-3-25-15,1-5-13 0,3-4-4 0,-1-5-4 16,1-4-3-16,1-1 0 0,-2-5-1 0,0 2 0 15,-2-3-3-15,-4 0 1 0,1 0-2 0,-4 0 8 16,-3 2 9-16,-3-1 13 0,-5 2 12 0,0 2 13 16,-6 1 7-16,-2 1 3 0,-3 5-2 0,-2 0-3 15,-7 4-5-15,-1 4-8 0,-4 4-6 16,-2 6-8-16,-5 5-5 0,-1 9 1 0,0 6-1 16,0 3-1-16,3 6 0 0,4 5-2 0,3 4-3 15,3 4-9-15,3 4-4 0,3 4-4 0,5 4-3 16,2-1-2-16,4 2-2 0,5-2 0 0,6-2-3 15,5-3-9-15,2-5-20 0,4-6-49 16,1-5-82-16,4-7-162 0,3-2-274 0,2-7-332 16,3-5-417-16,3-5-364 0,4-5 22 0,2-5 784 15</inkml:trace>
  <inkml:trace contextRef="#ctx0" brushRef="#br0" timeOffset="9881.86">16446 1896 135 0,'2'-8'763'0,"-1"2"555"0,3 3 119 15,-4 0-162-15,1 2-395 0,1-1-328 0,-1 4-163 16,-1 0-115-16,2 4-71 0,-2 5-59 16,3-3-44-16,-3 4-32 0,-3 2-22 0,3 3-14 15,-2 2-9-15,1 1-7 0,-1-1-6 0,-1 4-6 16,-2 0-3-16,4-1-4 0,-4 1-1 0,1 2-15 16,0-4-43-16,-4 2-81 0,3-3-127 15,0 4-233-15,-1-5-309 0,3 0-366 0,0 0-357 16,3 1-83-16,0-2 511 0,1-1 704 0</inkml:trace>
  <inkml:trace contextRef="#ctx0" brushRef="#br0" timeOffset="10265.79">17064 2499 523 0,'-6'-10'1564'15,"-4"3"229"-15,-5 0-336 0,-1-1-354 0,-5 2-450 16,1 0-305-16,-1 2-140 0,-3 1-67 0,-1 1-38 16,0 5-30-16,1 0-26 0,0 5-19 15,-1 2-12-15,1 5-8 0,4 2-2 0,2 4-3 16,1 1-1-16,8 4-2 0,2 2 0 0,4 0-1 16,5 2-1-16,2-4-1 0,4-2-1 0,4-2 1 15,3-3-2-15,1-4-1 0,5-7-4 0,1-3-2 16,1-6-3-16,-2-7-4 0,4-5-1 15,-3-5 0-15,2-4 4 0,-5-4 2 0,2-1 3 16,-4-3 4-16,1 0 3 0,-7 0 3 0,1 4 2 16,-4 1 1-16,0 5 3 0,-3 2 3 0,-1 6 1 15,-2 3 0-15,-1 6 0 0,-2 5-1 0,-1 7-2 16,1 4-3-16,-4 8 0 0,5 5-2 16,-3 3-1-16,5 7-3 0,1-1-9 0,4 1-28 15,2 0-82-15,0-1-126 0,5-1-251 0,-1-2-310 16,4-2-408-16,4 0-464 0,4-4-116 15,4-4 618-15</inkml:trace>
  <inkml:trace contextRef="#ctx0" brushRef="#br0" timeOffset="10650.42">18268 2406 53 0,'-16'0'650'16,"-5"2"551"-16,1 2 259 0,0 0-74 16,-1 1-367-16,2 1-391 0,3-1-188 0,2 1-119 15,2-2-99-15,4-1-82 0,2 0-52 0,3 0-34 16,3-2-25-16,8 1-14 0,1-2-6 0,9 0-7 16,1-2 1-16,5 1-2 0,6-2 0 0,1-1 0 15,6-1-3-15,5 2 0 0,3-1-19 0,-1 0-75 16,3 0-106-16,-2 1-248 0,0 3-283 15,-2 0-376-15,0 4-455 0,-5 3-196 0,-2-3 433 16,-3 2 894-16</inkml:trace>
  <inkml:trace contextRef="#ctx0" brushRef="#br0" timeOffset="11249.75">19358 1894 15 0,'5'-12'576'15,"-3"6"545"-15,-2 0 297 0,-2 2-44 16,0 2-333-16,-2 2-383 0,-2 2-212 0,-1 1-114 16,-1 3-91-16,-1 1-75 0,-4 5-49 0,2 3-25 15,-3 4-17-15,1 5-13 0,-2 2-11 0,0 4-9 16,1 1-8-16,1 3-14 0,1 0-9 0,-1 1-6 16,4-2-3-16,-1-1-2 0,2-3 0 15,5-2 0-15,3-1-1 0,3-2 0 0,3-4-1 16,6-1-1-16,0-2 0 0,6-3 2 0,5-1 0 15,1-2 2-15,6 1 0 0,6-3 0 0,1 2 0 16,-1-1 0-16,4 1-1 0,-1 0 0 0,-1 3-1 16,-1 0 0-16,-3 1 0 0,0 1 0 15,-6 0 0-15,0 1 1 0,-4-1 0 0,-3 0 0 16,-1-1-1-16,-3-4 1 0,-2-1 0 0,-1-4 1 16,-3-4-1-16,2-4 1 0,-1-8 1 15,1-3-1-15,0-6 0 0,-1-7 0 0,-2-4 0 16,4-6 1-16,-4-4 6 0,-1-4 7 0,0-6 7 15,0-5 5-15,-5-2 3 0,1-4 2 0,-5-1-5 16,0-1-6-16,0 3-5 0,-3 3-5 0,-2 6-4 16,0 8-3-16,-1 4-1 0,-2 9-2 0,2 6-2 15,1 3 0-15,0 10-2 0,4 5 0 16,-1 8-2-16,2 5-7 0,2 8-12 0,2 6-21 16,3 3-45-16,-1 3-83 0,5 5-150 0,-1 5-266 15,1-1-319-15,1 5-399 0,1 5-374 0,1 2-17 16,1 1 706-16</inkml:trace>
  <inkml:trace contextRef="#ctx0" brushRef="#br0" timeOffset="12052.26">20419 2454 181 0,'-3'-16'1206'16,"0"-1"655"-16,-5-2-203 0,-3 5-399 0,-3 0-444 15,-3 3-344-15,-1 2-211 0,-2 5-97 0,-2 4-51 16,1 3-30-16,-1 5-22 0,0 4-18 0,1 3-21 15,5 3-21-15,2 1 0 0,3 2 0 16,5 3 0-16,2 0 0 0,8-3 0 0,2 2 0 16,4-3 0-16,5 0 0 0,1-2 0 0,8-4 0 15,1-4 0-15,4-5 0 0,1-5 0 0,0-4 0 16,1-3-25-16,1-5-10 0,-1-4-8 0,0-1 0 16,-5-2 4-16,1-2 6 0,-2-1 8 0,-4 2 8 15,0-1 7-15,-5 1 5 0,-1 2 3 16,-3 3 3-16,-2 2 1 0,-2 4 3 0,-3 1 1 15,0 4 4-15,-3 4 5 0,-1 3 4 0,-1 4 2 16,-1 4 5-16,-3 3 0 0,-1 4-4 0,2 4-3 16,0 1-4-16,-2 3-5 0,4 1-4 15,-2-1-2-15,3 0-3 0,3-1-1 0,1-3-2 16,1-2-1-16,2-5-1 0,2-2 0 0,0-5 0 16,3-4 0-16,2-5 1 0,-1-5 0 0,-1-6 1 15,6-5 1-15,-6-5-1 0,6-5 1 16,-4-3 0-16,2-6-1 0,-2-3 1 0,2-6 0 15,-3-3 2-15,0-6 1 0,0-4 1 0,1-6 1 16,1 0 1-16,0-2-2 0,-2 3 1 0,2 3-1 16,0 4 5-16,0 6 5 0,2 9 1 15,-3 3 2-15,0 9 1 0,-4 4-3 0,-2 7-14 16,-1 6 0-16,-2 7 0 0,-1 10 0 0,-4 6 0 16,0 7 0-16,-2 6 0 0,-1 6 0 0,-1 7 0 15,1 6 0-15,-4 7 0 0,0 4 0 0,-1 4 0 16,-1 5 0-16,0 2 0 0,-1 0 0 15,3-2 0-15,3-3 0 0,-1-8 0 0,5-5 0 16,5-8 0-16,-2-9 0 0,3-6 0 0,2-9 0 16,3-9 0-16,-1-8 0 0,3-8 0 15,2-7 0-15,0-5 0 0,0-6 0 0,1-3 0 16,1-2 0-16,-4-3 0 0,4-1 0 0,-2-4 0 16,0 0 0-16,0 1 0 0,0-2 0 0,2 0 0 15,-2-2 0-15,0 1 0 0,2-2 0 0,0 0 0 16,2 1 0-16,2 0 0 0,-2 2 0 15,0 4 0-15,-3 4 0 0,-2 4 0 0,-3 4 0 16,0 7 0-16,-7 2 0 0,1 5 0 0,-2 5 0 16,-3 3 0-16,-1 8 0 0,-2 3 0 0,-2 7 0 15,-3 7 0-15,0 6 0 0,0 4 0 0,-3 8 0 16,-1 6 0-16,-3 6 0 0,0 3 0 0,0 6 0 16,0 2 0-16,0 1 0 0,3 0 0 15,2-2 0-15,4-2 0 0,4-3 0 0,4-5 0 16,4-2 0-16,2-5-14 0,4-5-68 0,-2-3-85 15,1-4-190-15,5-7-276 0,0 0-358 0,3-7-462 16,1-5-400-16,4-2 129 0,5-7 967 0</inkml:trace>
  <inkml:trace contextRef="#ctx0" brushRef="#br0" timeOffset="12765.77">21572 2530 161 0,'-9'8'610'0,"1"-1"352"0,1 0 121 0,0-1-151 15,3-1-347-15,3 1-203 0,2-1-123 0,4-2-61 16,3-2-24-16,3-1 10 0,5 0 27 0,0-4 36 16,6-1 14-16,1-6-3 0,1-1-14 0,3-4-31 15,3-3-40-15,-1-3-51 0,-1-3-35 16,0 0-22-16,-2-4-10 0,-3 2-4 0,-3 1 0 16,-2 0 0-16,-5 0 0 0,-2 3 1 0,-6 3-5 15,-4 0-6-15,-4 2-8 0,-4 3-9 0,-5 0-7 16,-1 3-6-16,-5 3-5 0,-3 3-3 15,-1 6-3-15,-3 3-3 0,-1 4 1 0,1 7-2 16,0 4-1-16,3 1 3 0,0 7 1 0,4 4 2 16,2 2 1-16,2 4 1 0,3 3 1 15,5 4-2-15,1 0-1 0,2 4-1 0,4-2-1 0,2-1-2 16,2-4 0-16,5-4-1 0,2-4 0 0,4-2-1 16,3-8-9-16,2-4-15 0,3-6-34 15,-1-6-71-15,4-6-83 0,-2-7-152 0,-1-4-260 16,2-4-323-16,-3-6-346 0,2-2-219 0,-3-5 20 15,-2-2 604-15</inkml:trace>
  <inkml:trace contextRef="#ctx0" brushRef="#br0" timeOffset="13098.94">22038 2332 373 0,'-1'0'914'0,"-2"3"310"0,0 3-20 16,1 3-288-16,1 4-304 0,1 1-207 15,1 4-80-15,1 1-21 0,4 5-31 0,-3-1-34 16,3 3-34-16,-1 1-45 0,3 1-50 0,1 1-43 15,-1 2-24-15,0 0-13 0,4 1-12 16,-3-2-9-16,0-1-5 0,3-4-3 0,0-1-1 16,-2-3 1-16,-1-4-2 0,4-4 1 0,-5-4 3 15,1-4 2-15,0-5 5 0,1-6 3 0,0-6 5 16,0-5 2-16,0-4 1 0,0-4 1 0,0-5-2 16,-1-3 2-16,-1-2-1 0,0-4 0 15,-2 1 0-15,0-2-1 0,-1 2 0 0,0 1-3 16,-4 4-3-16,2 5-4 0,1 2-2 0,-3 7-5 15,4 2-2-15,-4 5-2 0,1 5-1 0,1 2-1 16,0 5 0-16,4 3 1 0,-3 5 1 0,6 0-1 16,-1 6-2-16,1 2-11 0,2 0-21 15,3 1-45-15,-1 2-70 0,0 2-73 0,2-2-127 16,0 2-194-16,3 0-302 0,0-1-286 0,4 1-202 16,4-2-96-16,3-3 376 0,4-1 575 0</inkml:trace>
  <inkml:trace contextRef="#ctx0" brushRef="#br0" timeOffset="13432.44">22984 2470 625 0,'3'-13'1601'0,"-6"1"206"0,-3 3-342 16,-7 1-394-16,-6 1-456 0,-4 5-268 0,-4 2-146 15,-7 2-72-15,0 2-40 0,-5 5-27 0,1 2-17 16,-1 4-13-16,1 1-8 0,5 4-5 16,1 3-7-16,7 0-3 0,4 6-3 0,2-1-1 15,8 2-3-15,2 4 0 0,6-2-2 0,4-1 0 16,4-2-1-16,9-2-1 0,2-6 0 0,6-4 0 15,5-5 1-15,5-8-1 0,3-5 1 16,3-7-2-16,2-6-4 0,2-5-5 0,-1-8-4 16,1 0-1-16,-4-5-2 0,-3 1 1 0,-1 0 5 15,-8 2 6-15,0 6 4 0,-8 3 2 16,-2 2 3-16,-4 6 1 0,-5 4 0 0,0 4 1 16,-6 4 0-16,-1 6 0 0,-1 6-1 0,-4 2 1 15,0 10-1-15,-1 1 1 0,1 1-2 0,4 6-2 16,1 3-1-16,1-2-1 0,2 3-3 0,7-2 0 15,-1 1-6-15,4-2-16 0,3 0-33 16,0-4-82-16,2-1-131 0,0-4-255 0,-1-2-320 16,4 1-401-16,0-2-442 0,1-2-73 15,1-1 633-15</inkml:trace>
  <inkml:trace contextRef="#ctx0" brushRef="#br0" timeOffset="15099.19">26824 1246 215 0,'-3'-21'801'16,"-6"4"409"-16,-7 1 48 0,-4 2-141 0,-1 6-411 16,-1 7-225-16,-7 5-103 0,1 8-65 0,-4 9-38 0,-1 11-37 15,-3 11-46-15,-2 9-45 0,-5 13-35 16,0 10-21-16,-5 12-14 0,-5 11-8 0,-2 15-13 15,-4 4-6-15,6 6-8 0,-1 0-9 0,8 0-7 16,6-1-12-16,7-5-4 0,8-6-8 0,8-8-3 16,10-6-1-16,10-12-9 0,11-10-19 15,7-10-51-15,9-12-85 0,8-11-170 0,6-9-277 16,6-11-331-16,-2-8-407 0,3-9-342 16,-3-8 52-16,-1-5 796 0</inkml:trace>
  <inkml:trace contextRef="#ctx0" brushRef="#br0" timeOffset="15733.62">27264 2279 154 0,'2'-15'778'16,"-4"1"484"-16,-3-3 140 0,-3 3-114 0,0-2-414 15,-4 1-335-15,1 4-159 0,-6 1-99 0,0 3-81 16,-1 4-73-16,-6 3-49 0,-2 6-28 0,-1 6-14 16,-3 7-11-16,0 6-2 0,0 6-3 15,0 8 0-15,4 5-1 0,-1 6-7 0,2 3-3 16,4 0-4-16,4 0-3 0,5-5-3 0,6-6-1 15,6-5-1-15,11-8 1 0,4-8-6 0,3-8-3 16,7-7-1-16,9-12 2 0,1-10-3 0,3-8-1 16,6-9 11-16,-1-7 6 0,-1-8 0 15,1-2 3-15,-4-4 3 0,-2 0 1 0,-5 0-9 16,-7-1-4-16,-3 2-1 0,-6-2-2 0,-2 4-3 16,-6-2-2-16,-3 5 5 0,-4-1 2 0,-1 6 2 15,-3 8 1-15,-2 3 2 0,0 8 1 0,-4 5-2 16,1 4-1-16,0 7 1 0,0 8-2 0,-3 5 1 15,3 9 0-15,-1 6 1 0,0 9-1 16,1 7 1-16,0 5 1 0,1 8 3 0,1 5 5 16,-3 3-3-16,-1 4 0 0,0 5-2 15,1 0-1-15,1 2-6 0,2-4-9 0,2-6-14 16,4-3-68-16,5-7-66 0,2-9-116 0,2-8-184 16,4-5-311-16,0-8-343 0,0-8-240 0,2-6-138 15,1-8 339-15,0-6 614 0</inkml:trace>
  <inkml:trace contextRef="#ctx0" brushRef="#br0" timeOffset="16047.82">27530 2266 35 0,'-4'16'469'0,"1"3"378"0,-2 1 236 16,-2 5 25-16,0 3-334 0,3 0-275 0,-1 2-167 15,0-4-97-15,1 1-67 0,2-3-57 0,2-1-49 16,2-5-22-16,3-4-12 0,2-1 2 0,3-6 15 15,4-5 14-15,2-6 6 0,2-4-3 16,2-6-2-16,3-4 2 0,3-3 21 0,0-4 23 16,-1-4 29-16,2 0 22 0,-4-3 3 0,-1 0-8 15,-3-1-32-15,-3 0-35 0,-5 2-31 0,0 0-20 16,-5 2-14-16,-1 3-8 0,-3 4-5 16,1 2 1-16,-5 7-2 0,-1 2-2 0,0 5-2 15,-4 6 3-15,1 5 2 0,-3 5-1 0,1 5 0 16,-2 6-15-16,-1 3-51 0,3 2-69 0,2 2-64 15,-1 2-97-15,3 2-154 0,-2 2-239 0,-1-1-251 16,4 2-210-16,0 1-169 0,3-3 131 0,1-1 460 16</inkml:trace>
  <inkml:trace contextRef="#ctx0" brushRef="#br0" timeOffset="16484.3">28178 2301 245 0,'6'-22'875'0,"-4"3"418"15,-4 4 45-15,1 2-139 0,-6 2-438 0,1 5-280 16,-3 5-138-16,-3 4-89 0,0 4-68 0,-4 7-63 16,0 4-50-16,0 4-30 0,0 5-19 15,1 3-15-15,2 4-6 0,1-1-5 0,4 4-5 16,3-3-4-16,3 0 6 0,4-2 9 0,4-5 1 16,4-3-17-16,4-4-44 0,3-9-56 0,4-1-55 15,2-9-59-15,3-4-80 0,-2-6-75 0,-1-6-25 16,3-2 8-16,-1-2 9 0,-2-5 28 15,-2 0 81-15,0 2 118 0,-1-1 136 0,-2 2 118 16,-3 2 93-16,-2 2 60 0,-2 0 24 16,0 6-12-16,-4 2-36 0,-3 1-49 0,1 4-41 15,-3 3-25-15,-1 2-8 0,-1 5 11 0,0 4 16 16,-1 4 13-16,-4 5 10 0,0 1 18 0,-1 4-8 16,-2 1-21-16,-1 2-22 0,-3 4-19 0,-2 2-23 15,-2 2-13-15,-1 4-1 0,-4 0 2 0,-6 3 4 16,-1 0 6-16,-5 1 6 0,-5 0-9 0,-6-1-9 15,-1-2-4-15,-5-2-7 0,-1-1-6 16,2-7-8-16,0-2-7 0,5-3-7 0,6-6-7 16,2-4-5-16,7-5-6 0,7-4-2 15,5-4-2-15,5-4-3 0,7-2-4 0,5-3-15 16,9-4-35-16,5 0-76 0,6-4-89 0,7-1-171 16,5-1-294-16,3-2-333 0,3 1-358 15,1-3-181-15,-1 3 155 0,0 2 695 0</inkml:trace>
  <inkml:trace contextRef="#ctx0" brushRef="#br0" timeOffset="17033.12">28932 2363 84 0,'-6'-10'787'0,"-4"3"693"15,-4 0 121-15,-2 5-267 0,-4 0-422 0,-3 5-364 16,-4 3-205-16,-1 3-128 0,-4 3-76 0,1 5-42 16,-1 1-26-16,1 6-21 0,-1 4-14 15,3 2-11-15,4 2-7 0,2-1-5 0,7 1-7 16,2-5-4-16,7 0-2 0,6-6-2 0,5-3-1 16,6-6 0-16,6-3-4 0,6-8-8 0,2-4-16 15,4-6-29-15,2-4-51 0,3-8-57 0,2 0-51 16,0-5-37-16,-4 1-20 0,-1-4 14 0,-2 1 62 15,-5 0 70-15,-1 2 62 0,-6 1 60 16,0 0 88-16,-3 4 96 0,-3 2 55 0,-5 3 23 16,-2 3-1-16,-1 0-30 0,-4 3-52 0,-2 5-58 15,-3 2-38-15,-3 4-23 0,-2 5-15 0,-3 3-9 16,2 3-7-16,-4 4-5 0,2 4-4 0,0 1-9 16,-1 2-6-16,-2 5-4 0,6 0 2 15,-4 2 2-15,3 2-2 0,2 0-6 0,2-4-55 16,1 0-75-16,4-1-175 0,3-4-271 0,2-4-329 15,4-1-407-15,2 0-321 0,2-5 25 16,-1-1 775-16</inkml:trace>
  <inkml:trace contextRef="#ctx0" brushRef="#br0" timeOffset="17781.36">28973 2710 391 0,'-6'4'868'16,"0"1"322"-16,-1-3-3 0,6 1-329 0,-3-3-305 0,1 2-204 15,3-2-136-15,2-2-64 0,3-3-21 16,0-1 15-16,5-5 4 0,3-3 29 0,4-4 12 16,1-2-13-16,4-5-11 0,2-1-34 15,0-2-21-15,3-1-37 0,-2 1-24 0,0-1-5 0,-2 2-11 16,-2 3-6-16,0 3-1 0,-6 3 0 16,-3 3-2-16,-3 4-1 0,-1 1-3 0,0 3-1 15,-3 1-1-15,-2 4 0 0,-3 2-3 0,0 2-2 16,-2 4 2-16,-3 3 1 0,1 6 3 0,-2 1 3 15,-2 4 3-15,0 0 0 0,1 5-3 0,0-1-3 16,0-1-2-16,1 3-6 0,1-2-3 16,2-1-2-16,-1-2-3 0,1-2-1 0,2-3 0 15,2-3-3-15,2 0-1 0,1-5 0 0,2-4 1 16,2-4 1-16,5-2 0 0,1-8 1 0,5-3 0 16,2-4-5-16,2-2 1 0,2-5 0 15,4-4-5-15,3 2-10 0,-2-4-15 0,3-1-21 16,-2 2-32-16,1-1-30 0,-2 0-16 0,-1 2-4 15,-4 5 10-15,-4 3 26 0,-3 5 33 0,0 5 29 16,-7 2 16-16,-3 8 7 0,-2 4 6 0,-1 6 10 16,-4 3 20-16,-1 5 32 0,-3 3 14 0,-1 6 18 15,-4 2 5-15,1 3-3 0,-2 3-8 16,-2 0-20-16,1 1-11 0,-1 1-14 0,0-1-7 16,2-3-6-16,-3 0-9 0,3-3-6 0,3-3-4 15,-1-4 6-15,6-5 0 0,1-4-23 0,1-1-71 16,3-8-83-16,0-3-176 0,4-7-287 0,0-3-340 15,2-6-375-15,-1-2-219 0,4-5 136 16,-2-5 723-16</inkml:trace>
  <inkml:trace contextRef="#ctx0" brushRef="#br0" timeOffset="17966.39">29904 1941 187 0,'4'-22'884'0,"-3"3"508"0,-4 7 3 0,-2 5-235 16,-1 2-378-16,-5 6-312 0,1 4-164 15,-2 2-99-15,-1 4-50 0,0 2-30 0,3 2-54 16,-3 2-35-16,3 2-21 0,-1 5-7 0,5-1-6 16,0 1-4-16,2 4 2 0,4-2-49 0,4-1-69 15,0 1-128-15,4 0-256 0,6-1-293 0,2 1-370 16,2-1-303-16,2 2-76 0,1 0 523 16</inkml:trace>
  <inkml:trace contextRef="#ctx0" brushRef="#br0" timeOffset="18298.66">30274 2532 113 0,'-8'-5'956'0,"-2"2"713"0,-5 0-49 0,0 2-339 15,-5-2-433-15,-3 3-347 0,-2 0-220 0,-2 2-114 16,-3 0-52-16,1 6-31 0,-1-1-22 0,1 3-22 16,-1 1-16-16,2 3-13 0,3 3-8 0,-1-1-6 15,8 0-3-15,2 1 2 0,3-1 0 16,7-2 0-16,7-2 4 0,7-2 3 0,5-4 0 15,9-3 1-15,5-6-2 0,6-4 2 0,5-7-9 16,3-3-10-16,6-3-9 0,3-3-12 0,-1-2-4 16,-3 0-7-16,-4 2-2 0,-4 1 6 0,-6 3 8 15,-5 1 17-15,-7 5 7 0,-4 2 13 16,-4 2 8-16,-4 4 4 0,-4 3 2 0,-8 2 0 0,0 4-2 16,-7 4 1-16,-4 2-3 0,0 5 1 15,-5 5 5-15,-1 0 2 0,-1 3 1 0,-1 4-5 16,1-1-3-16,2 0-3 0,2 3-7 0,1 0-5 15,6-1-7-15,-2-1-31 0,8-1-80 0,1-4-112 16,4-1-236-16,3 0-295 0,2-4-372 0,3-1-401 16,2-2-139-16,3-3 454 0,3-1 786 0</inkml:trace>
  <inkml:trace contextRef="#ctx0" brushRef="#br0" timeOffset="18898.12">31561 2569 62 0,'-1'-17'690'0,"-6"3"605"15,-7 0 190-15,0 4-190 0,-6 3-351 0,-6 0-399 16,-4 7-175-16,-3 2-118 0,-3 3-75 0,-3 5-42 16,-1 2-43-16,2 4-25 0,0 2-21 0,3 5-16 15,0-1-9-15,5 2-7 0,3 1 1 0,3 0-2 16,6-1 0-16,5-2-1 0,5-1-1 0,8-3-5 16,3-3-10-16,8-3-3 0,6-5-3 0,9-6 0 15,5-4-1-15,6-5 6 0,2-2 2 0,4-7 1 16,4 1 2-16,-4-3 0 0,5 0-1 0,-9 1 0 15,2-1 0-15,-6 3 1 0,-5 0-1 0,-6 4-1 16,-4 3 1-16,-1 2 1 0,-8 4 1 0,1 3 2 16,-6 3-1-16,-3 4 2 0,-6 2 0 15,-3 6-1-15,-2 0 0 0,-5 5 1 0,-1 1-2 0,-2 3 1 16,-1 0-2-16,0-1 0 0,0 2-1 0,4-2-2 16,3-4-1-16,2 0 3 0,3-3 4 15,3 0-15-15,4-4-54 0,3-3-70 0,1-5-130 0,5-2-233 16,3-4-316-16,3-5-365 0,1-2-308 15,3-7-108-15,2-2 507 0,0-4 678 0</inkml:trace>
  <inkml:trace contextRef="#ctx0" brushRef="#br0" timeOffset="19131.31">32116 1911 170 0,'12'-48'759'0,"-8"10"410"0,0 7 60 15,-6 7-153-15,-3 7-442 0,-1 8-308 0,-6 9-140 16,-1 2-70-16,0 13-40 0,-4 4-4 0,2 8 63 15,0 6 53-15,0 4 28 0,0 7 10 0,2 4 4 16,-5 0-5-16,2 6-56 0,-1 3-51 0,-1 2-34 16,1 0-24-16,1 0-19 0,2 0-21 15,3-2-7-15,5-7-6 0,1 0-3 0,5-7-4 16,5-3 0-16,3-6-2 0,0-3-4 0,1-8-11 16,2-2-25-16,-1-6-44 0,-1-1-63 0,0-7-64 0,0-4-111 15,-1-3-157-15,-4-3-208 0,2-2-267 0,-2-3-216 16,-1-2-167-16,-3-2 181 0,-3 0 478 0</inkml:trace>
  <inkml:trace contextRef="#ctx0" brushRef="#br0" timeOffset="19348.12">31680 2294 474 0,'-3'-19'946'0,"3"6"233"16,0-1-54-16,3 4-306 0,3 0-354 0,6 3-207 15,3 3-100-15,3 0-40 0,5 2-14 0,4 0-10 16,5 2-18-16,-1 2-12 0,3 0-8 0,2-1-30 15,-1 0-19-15,3 1 4 0,-2 1-3 0,-1 0-7 16,0 0-1-16,-4-1 17 0,-1 3 2 0,-3 0-10 16,-2-1-9-16,-4 2 0 0,0 0-4 15,-6 0-19-15,-3 0-46 0,-4-1-137 0,-5 2-201 16,-3-1-283-16,-3 0-279 0,-2 2-253 0,-3-2-46 16,0 3 434-16</inkml:trace>
  <inkml:trace contextRef="#ctx0" brushRef="#br0" timeOffset="19847.84">32305 2457 25 0,'-7'-6'610'16,"1"1"594"-16,-5 3 194 0,1 2-165 15,-2 4-348-15,1 3-346 0,-2 5-157 0,-3 3-107 16,2 5-56-16,-3 2-31 0,2 4-26 0,0 1-52 16,2 0-47-16,0 1-29 0,5 1-17 0,4-2-11 15,0-3-2-15,8-2-4 0,0-4 0 0,4-3 0 0,3-3 1 16,4-4 1-16,0-6-1 0,3-3 0 0,2-5 0 16,2-3 2-16,1-4-2 0,0-2-1 15,1-2 2-15,-4-1-1 0,0-1 0 0,-3-1 0 0,-4 1 0 16,-4-1 1-16,0 2 0 0,-4-1-1 15,-3 2 0-15,-2-1 0 0,-3 3 1 0,-2 2 1 16,-4 1-2-16,1 3 0 0,-4 5-1 0,-2 0-1 16,0 8-1-16,-3 2-2 0,-3 4-25 0,2 5-71 15,-3-1-73-15,2 5-144 0,0 2-259 0,3 0-321 16,2-1-344-16,5 4-217 0,1-1 12 0,2 1 569 16</inkml:trace>
  <inkml:trace contextRef="#ctx0" brushRef="#br0" timeOffset="20614.9">32508 2977 280 0,'-2'-4'827'0,"0"-2"337"0,2-2 10 0,0-3-206 16,6 0-432-16,-1-5-253 0,3-1-123 0,5-3-67 15,1-4-27-15,3 0-13 0,4-3 4 16,1 0 5-16,3-1 36 0,-1 1 52 0,3 0 45 16,-2 3 23-16,0 1-8 0,-3 2-19 0,-4 3-41 0,-1 3-46 15,-4 2-44-15,-1 4-26 0,-4 1-17 0,-1 1 2 16,-2 2 0-16,-4 2 1 0,1 1 2 0,-4 4-1 15,-3 1 1-15,0 4-6 0,-4 3-6 0,-3 2 3 16,-1 3 1-16,-1 1 1 0,-1 2 1 0,0 1-2 0,0 3-2 16,0-2-3-16,2 3-4 0,0 2-2 15,1-5-1-15,2 3 0 0,2-3-1 0,0 0 0 16,4-5-1-16,0 0 0 0,3-1 0 0,2-6-1 16,1 1 0-16,3-5 3 0,1-1 1 0,2-6 2 0,3-1-1 15,4-6 1-15,2-2 1 0,1-4-2 0,3-1-1 16,5-1-1-16,-5-1 0 0,5 0-1 0,-4 2 0 15,-3-1 0-15,0 2-1 0,-2 2 1 0,-1 0-1 16,-3 2-1-16,1 3 2 0,-6 1-2 0,0 3 1 16,-2 0-1-16,0 0 0 0,-3 4-1 0,1 0 1 15,-1 1 1-15,-2 1 2 0,-1 3-1 0,0 2 2 0,0 0 1 16,0 2 5-16,-1 1 3 0,-2 3 2 16,1 0 1-16,0 2-1 0,-1 0 0 0,2-1-3 0,-4 0-4 15,4 2-3-15,-3 0-1 0,1-2-1 0,2-1-2 16,-3-1 0-16,4-2-2 0,-1 0 0 0,1-1 0 15,0-2 0-15,0-2-1 0,1-1 1 0,3-1 1 16,0-2 1-16,1-2 0 0,4-4 0 0,-1 0 1 16,4-3 0-16,0-1 0 0,-1-1-1 0,3 1-1 15,-2-3 0-15,-1 5-2 0,-1-1-6 0,0 1-16 16,-2 0-34-16,-1 4-64 0,0 1-65 0,-4 2-78 16,1 1-127-16,-3 0-186 0,-2 4-283 0,1 0-216 0,-4 6-194 15,3-2-31-15,-2 5 376 0,-3 2 497 0</inkml:trace>
  <inkml:trace contextRef="#ctx0" brushRef="#br0" timeOffset="20831.96">33161 3034 288 0,'4'-5'1303'15,"-1"4"491"-15,-2 0-255 0,1 0-379 0,0 1-453 16,-2-3-328-16,1 3-193 0,1-2-90 0,0 2-43 15,-2 0-21-15,1 0-13 0,1-2-10 0,-2 2-5 16,1-3-2-16,4 0-2 0,-2 0-1 0,0 0-1 0,2-2-7 16,-2 1-26-16,4-3-61 0,-3-1-81 15,4-2-159-15,-3 0-284 0,3-1-321 0,-2 0-360 0,-1-1-262 16,-1 0 66-16,-2 0 687 0</inkml:trace>
  <inkml:trace contextRef="#ctx0" brushRef="#br0" timeOffset="21298.46">33486 1408 104 0,'-2'-1'596'0,"2"1"377"0,0 0 131 15,0 0-84-15,2 3-421 0,1 0-272 0,5 3-140 16,0 2-69-16,1 4-2 0,5 4 47 0,1 5 51 16,3 5 83-16,3 6 22 0,3 5 6 0,0 6-32 15,1 3-45-15,0 4-46 0,1 1-57 0,-1 2-27 16,0 6-17-16,2 3-2 0,-5 1-8 15,-3 2-3-15,-3 0-9 0,-8 3-13 0,-8 0-13 16,-7 6-13-16,-7 1-9 0,-5 1-10 0,-6 4-7 16,-5-3-1-16,-3 1-2 0,-4-1-1 15,-4-2-4-15,11-18-6 0,-3 4 0 0,0-1 0 16,0 1 0-16,1-3 0 0,0 0 0 0,6-7 0 16,0-1-5-16,4-6 1 0,1-3 0 0,4-4 1 15,1-2 0-15,3-7-2 0,-1-3-5 0,5-2-8 16,1-4-12-16,0-7-16 0,2-1-29 0,-2-4-54 15,1-2-74-15,-2-5-106 0,3-2-188 0,-2-2-299 16,1-2-333-16,0-3-293 0,-3 0-146 0,0-3 303 16,0-1 680-16</inkml:trace>
  <inkml:trace contextRef="#ctx0" brushRef="#br0" timeOffset="26281.91">3990 4513 313 0,'-8'0'643'0,"2"-2"291"0,1 1 128 16,0 0-263-16,2-1-211 0,-2 2-143 0,1-1-103 16,2 1-73-16,1 0-46 0,-1 0-40 15,2 0-19-15,0-2-14 0,0 2-3 0,0 0 3 0,0 0-4 16,0 0-9-16,2 2-20 0,-2-2-17 15,0 0-18-15,1 1-24 0,-1-1-18 0,2 0 0 16,2 2 0-16,-2 0 3 0,3 2 4 16,0-2 5-16,1 4 2 0,2 0-8 0,1 1-4 15,1-1-5-15,3 1-4 0,-1 1-4 16,3-1-4-16,0 2-9 0,1-1-5 0,0-1-4 16,-2 2-3-16,3 1-1 0,-2 0-1 0,0-1 6 15,0 3 2-15,0 0 2 0,-2 1 2 16,1 2 1-16,-3 2-2 0,-1 1-1 0,1 0 0 15,-3-1-2-15,0 5 0 0,0-3-1 16,-2 3-1-16,0 1 2 0,-2-2 1 0,0 2-1 16,-2 1 0-16,0-2 1 0,-1 2-1 0,1-3 0 15,-2 2-2-15,0-1 0 0,0 2 0 0,0-1 0 16,-2 0-1-16,1 0 0 0,-1 1-2 16,-1-1 5-16,0 1 0 0,-1 0 0 0,1 0 0 15,-2-2-1-15,-1 2 1 0,3-1-5 0,-2-2-1 16,1-1-2-16,0 3-4 0,-1-3-3 15,2 1-2-15,-1 1-1 0,2-1 0 0,-1 2-1 16,0-3 5-16,1 3 1 0,2-3 2 0,0 2 0 16,0 0-1-16,2 0 2 0,0 0-1 15,1-1 1-15,0 0 0 0,1-1 1 0,1-1-1 16,0-1 0-16,1 0 1 0,2-3-1 16,1 0 0-16,1 0 1 0,0-2 0 0,2-1 1 15,-2 1-1-15,3-1 1 0,1-3 0 0,-2 1 0 16,2-1 3-16,1 0 3 0,-1 0 0 15,0 0 2-15,2-1-1 0,-2-1 1 0,0 3-6 16,-1-2-1-16,-2 1-2 0,3 0-1 16,-2 0 0-16,0 1-1 0,-1 1 0 0,-1 0 0 15,1-1 0-15,-2 1 0 0,1-1 0 16,-1 0 0-16,-3 1 0 0,2 1 1 0,-1-1-2 16,-1 1 3-16,2 0 0 0,-2-2 1 0,-1 3 1 15,-2 0 0-15,1 2 1 0,-1-2 0 0,-2 4 0 16,1 0 0-16,-2 0 1 0,0 3-1 15,0-1 1-15,-2 2-2 0,1 1 1 0,-1 0-1 16,-1 0 0-16,1 1 0 0,-1 1 0 0,1-2 0 16,-1 2-1-16,2-3 0 0,-1 0-1 15,-1 0 0-15,1-1 0 0,1-1-1 0,-1-1 1 16,2-3-1-16,-3 0 0 0,2 0 0 16,1-1 0-16,-2-2 0 0,2-2-1 0,0 2 1 15,-1 0 0-15,-1-3-1 0,0 2 1 0,2-1-1 16,-1 1 1-16,-1-1-1 0,-1 1 1 15,1-1 0-15,1 1-1 0,-1 0 0 0,0-4 1 16,1 0-2-16,1 1 1 0,-2-4-1 16,2 1 0-16,0-3 1 0,-1 2-1 0,1-3 1 15,-2 0-1-15,2-1 1 0,0 0 0 0,0 0-1 16,0-4-1-16,0 1 1 0,0-3-1 16,0 0 0-16,0 0-4 0,2-1-7 0,-2 1-12 15,0-1-19-15,0 1-33 0,-2-1-66 0,2 1-72 16,-3 1-104-16,0-1-166 0,0 4-299 15,1-2-308-15,-3 3-236 0,2 0-158 0,0-2 252 16,0 3 608-16</inkml:trace>
  <inkml:trace contextRef="#ctx0" brushRef="#br0" timeOffset="26813.94">4319 6686 216 0,'-1'-4'564'0,"-1"-2"332"0,0 2 179 16,1-1-197-16,1 1-229 0,-2 1-162 0,2 0-122 15,0 0-101-15,0 2-71 0,2-1-60 0,-2 2-45 16,1-2-28-16,1 2-5 0,1 2 29 16,0 0 52-16,3-1 43 0,1 4 19 0,1 0 8 15,1 3-13-15,4 2-34 0,-2 2-45 16,3 3-35-16,-1 2-23 0,4 2-19 0,-3 2-10 16,5 1-6-16,-3 3-4 0,3-2-3 0,-1 4 1 15,2 1 1-15,-1-2-1 0,0 4-3 16,2-1-2-16,-4-2-2 0,4 2-1 0,-4-4 0 15,2-1 0-15,-2-2-1 0,1-5 2 0,-1-2-1 16,0-3 2-16,-2-3 1 0,2-4 3 16,-4-5 3-16,1-2 6 0,0-8 5 0,-1-4 4 15,1-4 5-15,-1-2 3 0,1-5 1 16,-3 0-1-16,2-3 0 0,-2-1-4 0,0-1-3 16,-3 1-5-16,3-1-4 0,-3 1-5 0,0-2-4 15,-2 1-5-15,2-2-2 0,-2 1-2 0,-1 0-3 16,-2 0-3-16,2 2 0 0,-2 0-1 15,2 1-3-15,-2 2-5 0,0 4-15 0,0 1-21 16,-1 3-62-16,-2 2-80 0,0 3-160 0,0 2-277 16,0 5-329-16,3 4-397 0,0 2-296 15,2 1 16-15,3 4 738 0</inkml:trace>
  <inkml:trace contextRef="#ctx0" brushRef="#br0" timeOffset="28784.86">6028 7629 123 0,'11'-7'458'0,"-1"2"265"0,2-1 210 0,-2-2-9 15,2 1-243-15,1-4-153 0,3 1-90 16,0-1-45-16,4 0-38 0,0-6-38 0,0 5-24 15,3-5-20-15,-2 1-32 0,3-1-31 0,-2-1-37 16,0 0-36-16,-3 2-38 0,0-1-22 0,-3 0-10 16,-2 6-9-16,-1-3-3 0,-2 5-2 15,-3 2-1-15,-3 1 1 0,-1 3-1 0,1-2-3 16,-3 4-3-16,-1-1-5 0,-1 2-8 0,-1 2-7 16,-4 1-8-16,-1 1-5 0,-4 6-4 15,-4-1-4-15,1 4-2 0,-6 2 0 0,0 2-1 16,-3 0 0-16,-2 3-1 0,1 1-1 0,-1 0 0 15,-3 3 0-15,2-3-1 0,-1 3 1 0,0-1 0 16,-1-1 1-16,0-1 0 0,3 1 1 16,-3-1 0-16,0 0 0 0,0-1 0 0,2-1 0 15,0-1-1-15,4 0 0 0,1-2 0 16,1-2 0-16,5-1-1 0,2-4 0 0,2 1-1 16,2-1 0-16,3 0 1 0,3 2-4 0,2 0-1 15,5 3 0-15,3-1 1 0,6 1 0 16,0 0 2-16,7 2 4 0,0-1 2 0,2-1 3 15,4 0 4-15,1 0 3 0,1-3 0 16,1 0 0-16,2-1-1 0,-1-3-1 0,-1 0-5 16,0-1-3-16,0-1-3 0,-1-2 0 0,-1 0-2 15,-3-1 1-15,-1 0-2 0,-2 1 1 0,0-2-1 16,-4 3-2-16,-1-4-5 0,-1 5-14 16,0-2-25-16,-5 0-65 0,0 1-88 15,0-1-182-15,-3 0-284 0,3 1-347 0,-3-1-422 16,2 1-274-16,-4-3 132 0,3 0 821 0</inkml:trace>
  <inkml:trace contextRef="#ctx0" brushRef="#br0" timeOffset="30428.58">7488 7188 377 0,'1'-2'832'15,"-1"1"321"-15,0 1 27 0,0-1-318 16,0-1-285-16,0 0-211 0,2 2-136 0,-2 0-79 16,3 0-21-16,3 0 16 0,0-1 1 0,1 1 33 15,4-1 5-15,0-1-5 0,0 0-18 0,5 0-35 16,-2-1-21-16,-1 1-31 0,4 2-12 16,-4-1-6-16,3-2-10 0,-4 3-2 0,2 3 1 15,-2-2-3-15,-3 1 1 0,2 3 1 16,-5 1 1-16,1 2-2 0,-4 3-4 0,0-1-4 15,-3 3-6-15,-3 1-5 0,-2 4-4 0,0 0 0 16,-1 0 1-16,0 1-1 0,-2 0 0 16,2 2-2-16,-1-4-3 0,1 1-4 0,1 1-4 15,1-2-4-15,2-2-2 0,-1 0-1 16,3-2 0-16,0 0 0 0,3-1-1 0,-1-3 0 16,2 0 1-16,2-2 0 0,-1 1-1 0,3-2-1 15,0-2 0-15,3-1-1 0,0-1-1 16,-1-2-1-16,4 0-9 0,0-2-18 0,0-3-42 15,-1 0-79-15,-2-2-124 0,0 0-241 16,0-2-307-16,0 0-372 0,-3 0-373 0,0-2-108 16,0 0 504-16,-2-1 754 0</inkml:trace>
  <inkml:trace contextRef="#ctx0" brushRef="#br0" timeOffset="31296.4">7995 7074 146 0,'0'3'339'0,"2"-3"171"0,-1 1 74 0,1 0-18 16,-1 1-11-16,-1-2-7 0,0 3-14 0,0-3-38 15,0 0-54-15,0 0-55 0,0 2-43 16,0-2-36-16,0 0-24 0,2 2-11 0,-2-2-17 16,0 0-26-16,0 3-42 0,2-2-46 0,-1-1-44 15,-1 0-32-15,2 1-21 0,-1-1-1 0,1 1 5 16,3 2 6-16,0 3 7 0,2 1 1 16,3 2 1-16,0 3-5 0,3 1-8 0,0 2-7 15,4 2-6-15,1 1-3 0,3 1-5 16,-1 2-5-16,2-1-6 0,2 0-3 0,0-2-4 15,-1 1-2-15,1 0-2 0,0 0-3 0,1-3-1 16,-1-2 4-16,-1 1 5 0,0-2 2 0,0-1 0 16,-1-2 1-16,-2-1-1 0,0-1-5 15,-3-2-4-15,-1-1-2 0,-2-1-3 16,-2 2 1-16,-3-4-2 0,2 1 1 0,-3 1-1 16,-2-1 1-16,-1-2-1 0,-2 1 1 0,1-1-1 15,-2 1 1-15,0-2 0 0,0 1 1 0,-1 1 2 16,-1-1-1-16,0 2 1 0,-1 0 0 15,-1 3 1-15,-2 1 0 0,-1 1 2 0,0 4 3 16,-3 2-7-16,0 1-3 0,-3 2 0 16,-2 1 0-16,-1 3 0 0,-2 4 0 0,-2 2 0 15,0 2 0-15,-3 2 0 0,-1 1 0 0,3 2 0 16,0-1 0-16,2-2 0 0,0 0 0 16,1-1 0-16,3-3 0 0,0-2 0 0,1-1 0 15,4-5 0-15,-2-1 0 0,1-4 0 0,3-1 0 16,-1-2 0-16,-1-2-9 0,-1-3-111 15,1 0-83-15,-2-1-148 0,0-3-264 0,0 2-325 16,4-3-394-16,-1 0-337 0,-2-1-16 0,4-2 697 16</inkml:trace>
  <inkml:trace contextRef="#ctx0" brushRef="#br0" timeOffset="36394.85">6968 8241 7 0,'1'0'416'0,"-1"2"396"0,0-4 304 0,0 2 50 15,-1 0-329-15,-1-2-258 0,2 2-125 0,0-1-70 16,2 1-68-16,-1-1-61 0,-1-3-42 15,0 0-26-15,0-1-42 0,2-2-40 0,-1-1-18 16,-1-2-13-16,2-3-1 0,2 1-14 16,-2-2-14-16,-1-3-12 0,3-1-9 0,-1-1 0 15,0-2-2-15,2-3 8 0,-2 3 2 0,2-3 5 16,1-1 6-16,-1 0 0 0,0 0-3 16,-1 0-10-16,1-1 3 0,0 2-2 0,3-1-4 15,-4 2-1-15,1 0-1 0,0 2-2 0,0 3-4 16,-2-2-4-16,3 3-4 0,-1 1-3 15,-2-1-2-15,0 2-1 0,2 0 0 0,-2 0-1 16,2 2 0-16,1-4 0 0,-3 6 0 0,0-1-1 16,2 2 1-16,-2-1 1 0,1 4 1 15,-1 0 1-15,0 1 0 0,-1 1 0 0,-1-1-1 16,1 4-1-16,-2 0-3 0,3 1 1 16,-3-1-2-16,1 1 0 0,-1 1 0 0,0-1 0 15,2 1 1-15,-2 0 0 0,1 0 2 16,1 1 0-16,1 0 0 0,-1 2 1 0,1 1 0 15,2-2 0-15,-2 3 0 0,2 1 1 0,1 2-1 16,0 1 1-16,-1 0-1 0,3 4 0 0,1 1 0 16,-1 1 1-16,0 3 2 0,2 3 2 15,-1 0 0-15,1 1 1 0,-2 4-1 0,3 1-1 16,-2-1-3-16,-1 0-1 0,3 2-2 0,-3 1 0 16,0 0-1-16,0 0-1 0,1 1 0 15,-1-3 0-15,0 2-1 0,0-1 0 0,0-2 0 16,-2 0 0-16,1-3-1 0,-2 0 0 15,-1-3 1-15,2-1-1 0,-1-1 0 0,-2-1-1 16,-1-3 1-16,0-1 0 0,-1-1-1 0,-1-2 0 16,0-1 0-16,-1-1 0 0,-1-1 0 15,0-1 0-15,1 1-1 0,-3-1 0 0,1-2-4 16,-1 2-10-16,2-1-11 0,-2 1-16 16,0-2-22-16,0 0-36 0,0 1-71 0,-2-1-67 15,0 1-93-15,1-1-146 0,0-2-218 0,-1-1-297 16,-1 1-204-16,3-4-177 0,-2 1 101 15,1-4 483-15</inkml:trace>
  <inkml:trace contextRef="#ctx0" brushRef="#br0" timeOffset="36728.69">7067 8031 79 0,'0'-6'619'16,"0"3"471"-16,0-1 163 0,0 2-106 16,0-1-390-16,0 1-287 0,3 1-181 0,-3 1-103 15,3-2-47-15,2 2 36 0,0 2 13 0,3-2 0 16,4 0-5-16,-2 1-10 0,4-1-8 15,2 2-56-15,0-2-34 0,3 0-26 0,-1-2-15 16,2 1-9-16,0-1-8 0,2-1-5 16,-1-3-4-16,4 1-3 0,-1-3-2 0,1 0-2 15,0 1-11-15,-2-3-70 0,2 2-76 0,-3-1-174 16,-3 1-277-16,0 4-324 0,0 2-392 16,-5 2-249-16,-1 2 69 0,-5 4 739 0</inkml:trace>
  <inkml:trace contextRef="#ctx0" brushRef="#br0" timeOffset="37377.85">7048 8703 298 0,'3'3'780'0,"-1"-1"329"0,-1 0 52 16,-1 1-237-16,2 2-323 0,-2 1-187 0,0 1-85 15,2 4-47-15,-1 1-36 0,1 2-41 16,-2 0-30-16,3 3-14 0,-3 1-33 0,2 3-25 16,-1-1-19-16,-1 3-8 0,0 1-9 15,3 0-28-15,-3 0-20 0,0-1-10 0,0 1-6 16,0 0-6-16,0-4-1 0,0-1-35 0,0-1-62 16,0-3-53-16,0-5-62 0,-3 0-114 0,0-5-170 15,-2-2-220-15,2-3-221 0,-2-3-223 0,0-2-113 16,-3-4 238-16,1-1 462 0</inkml:trace>
  <inkml:trace contextRef="#ctx0" brushRef="#br0" timeOffset="37696.29">6912 8741 272 0,'3'-10'638'0,"-1"3"293"16,-1-4 136-16,-1 2-217 0,3 0-234 16,-1-3-165-16,1 0-123 0,0 0-71 0,1 0-60 15,1-2-21-15,1 5-22 0,0-5-13 0,2 3-11 16,0-1-14-16,3 0-17 0,-2 2-36 16,1 1-25-16,1 0-20 0,-2 3-11 0,1 0-4 15,0 3 2-15,0 1 2 0,0 4-2 16,-2 1 1-16,3 3 2 0,-3 0-1 0,0 3-3 15,1 1-2-15,-3 2-2 0,1 2 3 16,1 1 1-16,-3 0-3 0,1 0-6 0,0 1-52 16,-3 0-53-16,-1 2-137 0,-1-2-258 0,-1 0-288 15,-1 1-310-15,-1-2-228 0,-3 2-22 16,-2-3 510-16</inkml:trace>
  <inkml:trace contextRef="#ctx0" brushRef="#br0" timeOffset="38298.32">6550 9460 155 0,'3'-15'750'15,"-5"0"434"-15,-1 2 87 0,-3-3-59 0,0 3-354 16,-1 1-274-16,-1 0-155 0,-4-1-82 15,1 5-59-15,-5-1-77 0,3 3-75 0,-1 2-48 16,-2 4-29-16,0 0-22 0,1 4-13 0,0 4-11 16,1 2-5-16,3 2-5 0,-1 5-1 0,4 2-2 15,1 4-1-15,2 3 0 0,4 0-1 16,1 4-1-16,3-3-1 0,0 0 0 0,2 0 1 16,2-1 0-16,-1-6-1 0,3 0-1 15,-1-4 1-15,3-3-2 0,-2-5 1 0,1-1 1 16,3-6 2-16,-1-5 2 0,0-5 1 15,0-5 2-15,1-6 1 0,-2 0 0 0,3-4-1 16,-4-2 0-16,-1 1 0 0,-1 1 0 0,-2 0 0 16,-3 4-1-16,1 4 1 0,-3 0 1 0,-1 4 0 15,0 1-1-15,0 4 0 0,0 3 0 16,-3 2-1-16,0 2-2 0,1 6-1 0,-1 1 0 16,1 6-1-16,-1 2 0 0,2 3 0 15,-1 3 1-15,2 2-2 0,0 1 0 0,2 1-1 16,1 1-9-16,0 1-24 0,0-3-54 0,2 2-69 15,0-6-88-15,0 1-152 0,1-4-251 16,-2 0-310-16,3-4-268 0,1-3-191 0,-2-2 73 16,2-4 532-16</inkml:trace>
  <inkml:trace contextRef="#ctx0" brushRef="#br0" timeOffset="38911.62">6667 9792 18 0,'3'4'445'0,"0"1"374"0,0-5 218 15,-1 3 6-15,1-3-320 0,-1-3-250 0,1-2-164 16,0-3-85-16,2-2-42 0,1-2-25 0,0-3-34 16,1-3-30-16,1 0-18 0,1-1-6 15,1 1-7-15,-1 0 1 0,-1 1 6 0,0 2 0 16,-2 3-10-16,1 2-14 0,-2 3-5 15,-1 1-12-15,1 2 36 0,-1 2 42 0,1 4 27 16,2 3 11-16,-2 2 1 0,1 4 2 0,0 3-35 16,0 2-40-16,-1 2-25 0,2 0-14 0,-1 1-9 15,3 1-10-15,-2 0-9 0,-1-1-2 16,2-4-4-16,1 0 0 0,-1-2-1 0,-1-5-1 16,-1-3 1-16,2 1-1 0,-2-5 3 15,0-4 4-15,1-3 1 0,-1-5 2 0,2-6 0 16,0-2-2-16,0-1 1 0,0-5-5 15,-1 0-1-15,0 0 2 0,1 0-1 0,-2 4 1 16,0 2-1-16,-1 3 3 0,-2 3 4 0,-1 2-1 16,1 4 2-16,-1 2-1 0,-1 4 0 15,1 2 1-15,-2 4-4 0,2 2-1 0,-1 4-1 16,-1 2 0-16,2 3-2 0,-1 0-1 0,1-1-1 16,2 2 1-16,-2 0-1 0,1-2 0 15,0 1-1-15,-1-3 0 0,1-1-2 0,-1-3 1 16,1-1-1-16,-1-2-1 0,1-2 2 15,0-4 1-15,3-2 0 0,-1-3 2 0,-2-4 3 16,2 0-2-16,1-4-1 0,-1 0 0 0,3-2 0 16,-2 0 0-16,2 0-2 0,-1 0-1 0,-1 1 2 15,0 1 0-15,0 3 0 0,-3 2-2 16,1 2 2-16,-1 2 0 0,0 4-1 0,-1 4 1 16,-1 2 0-16,1 6-1 0,-2 3 1 15,0 5-1-15,0 2 2 0,-2 2-24 16,2 3-54-16,-1 3-66 0,-1-1-61 0,1 1-125 15,-1-1-199-15,0-3-299 0,2-1-242 0,0 0-200 16,2-6-87-16,0-1 364 0,1-5 532 0</inkml:trace>
  <inkml:trace contextRef="#ctx0" brushRef="#br0" timeOffset="39411.21">7301 9557 305 0,'3'5'718'16,"-1"2"277"-16,0 6 86 0,1 0-219 15,1 5-294-15,-1 3-204 0,2 2-107 0,0 2-54 16,3 2-59-16,-2 1-45 0,2 1-34 16,0 4-25-16,2-4-11 0,0 4-9 0,-2-1 1 15,0 1-3-15,-3 0-4 0,0-1 0 0,1 1 4 16,-3-6 22-16,-3-2 40 0,0-2 53 15,0-3 25-15,-1-5 8 0,-3-5-10 0,0-5-22 16,-1-5-37-16,-1-5-44 0,-1-5-25 16,1-6-12-16,0-3-8 0,1-9-5 0,0-2 0 15,1-5-3-15,0-2 2 0,3-4 0 0,-1 0-2 16,5-2 2-16,-1 3-3 0,1-1 3 0,4 4-5 16,-1 4 3-16,3 2 0 0,-1 3 0 15,2 2 1-15,1 5 0 0,-2 1-1 0,1 3 0 16,-1 4 0-16,1 1-1 0,-1 3 1 15,-1 3 1-15,1 0 1 0,-1 1-3 0,-1 2 5 16,2 0 0-16,-3 3 13 0,1 0 17 0,-1 3 18 16,-1 0 13-16,0 3 4 0,-1 1-1 0,-2 5-10 15,-2-1-16-15,0 4-16 0,-2 2-12 16,-4 1-6-16,2 3-4 0,-3 1-4 0,1-1 0 16,-4 4-3-16,1-3-1 0,-1 1 2 15,2 1-7-15,-4-4-35 0,4 1-69 0,-2-6-64 16,1-2-119-16,4 0-193 0,-1-6-314 0,1-2-297 15,3-4-213-15,2-1-113 0,2-3 364 16,1-4 570-16</inkml:trace>
  <inkml:trace contextRef="#ctx0" brushRef="#br0" timeOffset="40047.74">7668 9784 194 0,'-2'8'824'0,"-1"-1"433"0,0-5 40 15,1 2-173-15,2-1-405 0,0-1-255 0,2-4-116 16,-1-1-66-16,3-3-45 0,0-7-36 16,3-2-41-16,2-5-52 0,2-5-38 0,-1-5-24 15,5-2-9-15,-2-6-9 0,1-1-7 0,2-2-3 16,-2-4-1-16,1 1-3 0,-2-2 1 16,-1-1 1-16,-1 1 6 0,-3 2 5 0,1-1 7 15,-2 4 10-15,-2 6 8 0,-2 6 9 16,-1 4 0-16,-1 5-5 0,-2 5-7 0,-1 5-11 15,-3 5-12-15,0 7-10 0,0 4-8 0,-4 7-5 16,1 5-1-16,0 5-1 0,2 4 1 0,-1 3 1 16,0 3-1-16,2 7 2 0,2 2-1 15,-2 3-1-15,3 3-1 0,-1 0 0 16,1 0-1-16,1-2-1 0,2-3-1 0,1-5-1 16,1-5 0-16,2-3-1 0,0-9-1 0,0-1 1 15,2-5 1-15,-2-4 1 0,3-3 2 0,0-6-1 16,0-4 1-16,1-2 0 0,1-5 0 15,1-2 0-15,0-1 1 0,-1-1-1 0,-1 0 0 16,0 0 0-16,-2 0 0 0,1 1 0 16,-2 1-1-16,0 4 0 0,-3 1 1 0,2 3-1 15,-1 3 1-15,-1 3 1 0,0 5-1 0,0 1 1 16,0 3 0-16,-1 4-1 0,2 2 0 16,-2 0 0-16,1 3-1 0,0 1 0 0,-1-1-1 15,3 2-1-15,-2 0-1 0,2-2 0 0,0-2-1 16,-1 0-9-16,2-3-17 0,-2-2-26 15,-1-4-60-15,0-3-82 0,0-4-148 0,-1-4-220 16,1-2-311-16,0-5-354 0,2 0-280 0,-2-5-54 16,0-4 542-16,0 0 614 0</inkml:trace>
  <inkml:trace contextRef="#ctx0" brushRef="#br0" timeOffset="40227.87">8183 9453 100 0,'-1'9'844'0,"-1"3"700"15,-4 1 72-15,3 1-294 0,-2 4-433 16,0-2-363-16,0 2-214 0,-1-2-130 0,0 2-73 16,4-1-45-16,-2-2-27 0,2-2-20 0,0-1-11 15,4-5-23-15,-2 0-63 0,2-5-75 16,-1-4-145-16,1-5-223 0,-1-1-316 0,1-4-365 16,2-3-285-16,-4-2-66 0,2-6 547 15,1-2 617-15</inkml:trace>
  <inkml:trace contextRef="#ctx0" brushRef="#br0" timeOffset="40401.68">8136 9153 106 0,'-5'-14'687'16,"0"7"449"-16,-1 1 117 0,-2 4-103 0,2 2-349 15,1 5-302-15,0 1-164 0,2 2-85 16,0-1-51-16,1 3-50 0,1 1-57 0,1 0-47 16,1 1-24-16,2-1-42 0,1 2-63 0,-1-2-68 15,3 0-143-15,1 0-236 0,0-1-305 16,1-2-284-16,0 3-202 0,2-3 24 0,1 1 500 15</inkml:trace>
  <inkml:trace contextRef="#ctx0" brushRef="#br0" timeOffset="40644.12">8471 9225 513 0,'0'4'1055'0,"-2"2"262"0,1 2-23 15,-1 2-249-15,2 4-340 0,-1 1-225 16,-1 2-125-16,2 3-76 0,0 3-74 0,0 3-72 16,-2 5-51-16,2 2-31 0,0 4-19 0,-1 2-10 15,-1 3-7-15,2 2-7 0,-1 0-6 16,-1 1-3-16,2 2 0 0,-3-3 0 0,0-4-3 16,2-1-10-16,-3-5-23 0,-1-5-59 15,-1-3-71-15,0-6-94 0,-5-4-162 0,4-4-249 16,-2-6-313-16,2-6-252 0,-2-3-177 0,3-5 122 15,-1-5 542-15</inkml:trace>
  <inkml:trace contextRef="#ctx0" brushRef="#br0" timeOffset="40845.54">8294 9576 181 0,'-3'-2'1037'0,"0"4"619"0,-1 1-104 0,1 0-338 16,2 0-450-16,1-1-316 0,0 2-213 15,3-1-108-15,0 0-51 0,5 1-24 0,3-1-18 16,0 0-14-16,5-2-7 0,1 3-6 0,2-3-3 16,0 1-6-16,3 1-38 0,-3 0-77 15,1 0-112-15,-2 1-208 0,-2 2-295 0,2 2-352 16,-1 1-350-16,-4 6-145 0,-1 0 367 16,-1 3 711-16</inkml:trace>
  <inkml:trace contextRef="#ctx0" brushRef="#br0" timeOffset="41054.49">8839 10034 434 0,'-6'11'1668'0,"1"-2"280"0,-1 3-428 16,-2-2-430-16,0-2-427 0,0 0-364 0,1-1-158 16,0-5-70-16,2 1-33 0,2-6-23 15,0 1-28-15,1-5-49 0,2-4-87 0,2 2-171 16,1-3-267-16,0 3-328 0,-1 1-413 0,1-2-402 15,-3 3 38-15,2-1 814 0</inkml:trace>
  <inkml:trace contextRef="#ctx0" brushRef="#br0" timeOffset="41777.11">9636 9697 180 0,'2'-18'773'0,"-2"1"421"0,-2 4 90 16,-3-2-47-16,2 5-386 0,-3 2-282 15,-2 2-148-15,2 2-88 0,-4 2-66 0,-1 4-85 16,2-1-69-16,-1 2-39 0,-2 3-24 15,-1 2-15-15,3-1-11 0,-2 4-7 0,1 2-6 16,0 6-5-16,1 0-3 0,1 6-4 0,-2 4-1 16,3 2 2-16,3 3-2 0,0 3 2 15,2-3 1-15,3 1 0 0,2-4-1 0,1-6-1 16,2-5-2-16,1-3-1 0,5-7 0 16,0-5 1-16,2-10 0 0,3-7 0 0,0-9 1 15,2-5 1-15,1-8 1 0,0-5 1 0,2-3-1 16,-2-4 2-16,-3 2-1 0,-1-2 1 0,-2 1-2 15,-2 0 0-15,0 0 1 0,-4 7 1 16,-3 1 1-16,1 8 0 0,-3 4 1 0,-1 4 0 16,-1 7-1-16,-3 3-1 0,0 9-2 15,0 4 0-15,-2 9 0 0,0 3 0 0,0 10 0 16,-1 2 0-16,2 5 0 0,0 2 0 0,3 1-2 16,-1 4-1-16,-1 1-1 0,3 0 1 15,0 1-5-15,0-1-18 0,0-1-56 0,0-4-74 16,2-1-119-16,1-7-193 0,0-4-308 15,0-6-349-15,5 0-285 0,-2-8-122 0,1-6 371 16,1-4 631-16</inkml:trace>
  <inkml:trace contextRef="#ctx0" brushRef="#br0" timeOffset="42094.26">9864 9660 127 0,'2'8'715'16,"-1"5"429"-16,-2 3 86 0,1 5-137 0,-2 2-396 15,2 2-274-15,2 2-120 0,-1 2-59 16,-1-1-32-16,2 1-27 0,2-2-28 0,-1-2-51 16,2-2-48-16,0-3-27 0,0-3-13 0,1-5-8 15,2-3-1-15,0-4 12 0,-2-5 25 16,2-5 23-16,0-4 15 0,-2-3 9 0,-1-4 6 16,0-2-9-16,1-5-16 0,-2 1-15 15,0-3-11-15,-2 1-8 0,-1-1-10 0,2-1-5 16,-3 2-7-16,0 1-5 0,0 2-4 0,0 1-2 15,0 5-3-15,-1 0-2 0,-1 4-2 0,2 3-2 16,0 2-2-16,2 3-1 0,-1 3 0 16,1 4-4-16,1 2-21 0,2 3-51 15,-2 2-69-15,2 2-79 0,3 2-137 0,0-2-198 16,0 3-309-16,3-1-266 0,1-2-197 0,1 0-37 16,4-2 413-16,-1-4 520 0</inkml:trace>
  <inkml:trace contextRef="#ctx0" brushRef="#br0" timeOffset="42477.74">10229 9750 485 0,'4'-7'1133'0,"-4"1"424"0,-2 1-86 0,0 3-372 16,-1 2-407-16,-2 3-245 0,0 1-149 0,-1 4-112 15,-1 3-73-15,2 2-43 0,-2 2-26 16,4 2-17-16,0 0-9 0,1 0-9 0,2-1-4 16,3 1-2-16,2-2-3 0,2-1 1 15,1-1-2-15,4-2-1 0,-1-4 0 0,3-1-4 16,1-4-8-16,2-2-10 0,-1-4-5 0,1-2-6 15,1 1-4-15,-1-1 1 0,-1 0 9 0,0 1 6 16,-2 2 8-16,0 3 7 0,-3 2 4 16,2 2 4-16,-4 4 1 0,-1 1 4 0,-1 4 0 15,-4 4 3-15,1 1 0 0,-4 4 0 16,-4 3 2-16,-1 5 4 0,-3 2 5 0,-2 3 5 16,-5 4 3-16,-1 1 5 0,-5 3 4 0,-1 4 2 15,-2-1-2-15,-1-3-2 0,-2-1-4 0,-1-3-5 16,3-7-5-16,1-4-7 0,2-7-5 15,1-6-3-15,4-7-4 0,3-5-3 0,2-7-3 16,3-5-5-16,6-9-12 0,5-4-15 16,2-5-32-16,6-5-62 0,2-2-65 0,4-2-79 15,2-3-134-15,2 3-200 0,2-1-290 0,1 1-227 16,0 3-203-16,4-1-18 0,1 3 432 16,4 1 512-16</inkml:trace>
  <inkml:trace contextRef="#ctx0" brushRef="#br0" timeOffset="42765.02">10745 9763 166 0,'4'-9'1099'0,"-4"4"679"0,-3 1-121 16,-5 4-368-16,-1 2-456 0,-4 2-328 0,-2 2-223 15,-1 5-107-15,-5 2-56 0,0 2-33 16,-1 5-23-16,0 1-12 0,0 1-11 0,1 2-8 16,4 2-16-16,1-3-16 0,4 2 0 0,2-3 0 15,5-1 0-15,2-3 0 0,6-4 0 0,2-5 0 16,5-5 0-16,2-6 0 0,4-7 0 15,1-6-4-15,3-5-19 0,0-5-3 0,2-3-4 16,-3-2 1-16,2-2 5 0,-3 4 6 16,-3 1 5-16,1 5 6 0,-4 2 2 0,-2 5 3 15,-1 3 0-15,-4 6 2 0,1 3 0 0,-2 6 0 16,-1 3 1-16,-3 5 0 0,0 4-1 0,0 3-2 16,0 2 0-16,-2 0-7 0,2 1-17 15,0-2-40-15,-1 3-86 0,1-3-149 0,1 0-267 16,1-1-327-16,0 1-409 0,2-1-418 15,2-2 0-15,-1-1 742 0</inkml:trace>
  <inkml:trace contextRef="#ctx0" brushRef="#br0" timeOffset="43460.56">10809 10141 96 0,'2'3'593'16,"1"0"391"-16,1-1 139 0,0-2-45 15,4-3-390-15,0-3-272 0,2-3-151 0,3-3-53 16,2-3 19-16,2-3 18 0,2-5 26 0,2-1-6 16,-1-3-15-16,0-3-29 0,0 2-46 15,0-2-46-15,-4 1-43 0,1 3-23 0,-2 3-15 16,-3 3-11-16,-2 4-6 0,-2 2-7 0,0 5-2 16,-2 0 1-16,0 6 2 0,1 2 2 15,-2 3-2-15,1 4 1 0,0 4-4 0,-1 3-4 16,0 2-5-16,-1 2-4 0,1 1-2 0,0 1-4 15,1 0-2-15,-1-2-2 0,1-1-1 16,-1 0 0-16,2-4-2 0,-1-2-1 0,3-4 0 16,-1-1-1-16,3-6 0 0,2-5 0 0,0-5 1 15,2-6 1-15,3-4 0 0,2-3 0 16,-1 0 0-16,0-3 2 0,0 2-2 0,0 0 0 16,-2 3 0-16,1 4 0 0,-4 3 0 0,-1 2-1 15,1 8 2-15,-3 3 0 0,0 7 0 16,-3 4 0-16,-2 8 1 0,1 2-1 0,-2 6-1 15,-1 5-1-15,-1-1 1 0,0 5 0 16,-1 1 0-16,1 2-3 0,0 0-12 0,-1-3-43 16,0-2-88-16,1-2-175 0,-1-4-264 0,2-7-333 15,2-5-420-15,-3-8-407 0,1-6 57 0,0-6 842 16</inkml:trace>
  <inkml:trace contextRef="#ctx0" brushRef="#br0" timeOffset="43627.55">11603 9324 651 0,'-14'-29'1765'0,"-2"8"104"0,-6 6-435 0,0 5-396 16,1 5-455-16,2 5-310 0,-1 2-132 15,4 3-64-15,2 1-29 0,6 4-20 0,2-1-14 16,4 4-9-16,5 1-4 0,2-1-17 16,3-1-43-16,4 2-90 0,1-2-200 0,1 0-266 15,5 0-348-15,0 0-446 0,3-3-418 0,-4-2 144 16,-1 2 967-16</inkml:trace>
  <inkml:trace contextRef="#ctx0" brushRef="#br0" timeOffset="54712.73">16756 4761 62 0,'0'-2'294'0,"-2"-3"154"0,1 2 133 0,-1-2-84 16,1 1-169-16,-1 0-94 0,2 0-37 0,0-1 8 15,-2 1 7-15,2-1-6 0,0 2-10 16,0 0-15-16,2 0-23 0,-2 1-32 15,2 0-18-15,-1-1 10 0,1 2 18 0,-1 1 26 16,1-2 25-16,1 0 12 0,-3 2 3 0,0 0-16 16,2 0-27-16,0 0-31 0,-2 0-36 0,0 0-29 15,0 2-22-15,0-2-18 0,0 2-3 16,0-1 38-16,1 4 41 0,-1 0 19 0,2 4 7 16,-1 3 5-16,-1 0-7 0,0 2-33 15,3 5 9-15,-3 1 4 0,0 1 1 0,-3 0-6 16,3 3-4-16,-1-2-7 0,-1 4-37 0,-1-2-21 15,1 1-1-15,-1 1 0 0,0-1 1 16,0 2 5-16,-1-1 3 0,1-1 0 0,0 0-3 16,-3 3 0-16,4-3-4 0,-2 2-7 15,0-1-5-15,0-1-2 0,0 0-5 0,1 1-5 16,2 0-1-16,-3 0 1 0,-2-3 0 0,3 3-1 16,0 1 0-16,1-3-1 0,-1 0 0 0,2 1-2 15,-3-1 1-15,1 0-1 0,2-1-1 16,-1-1-1-16,0-1 0 0,-2-1 0 15,4-2 0-15,-2 0-1 0,2-3 1 0,-1 0 0 16,1-2 0-16,-2 1-1 0,2-2 0 0,0 0 1 16,-1 0-1-16,1 0 1 0,-2-1 0 0,0 3-1 15,1 0 1-15,-1 2-1 0,1-1 1 16,-4 1-1-16,1 4-1 0,1-2-1 0,-1 3 2 16,-1-1-2-16,2 1 0 0,-2 0 1 15,2 1 0-15,0-1 1 0,-1 1 1 0,1-2 1 16,-1 1 1-16,2 0-1 0,-2 0 0 0,0-1 0 15,1 1 0-15,0 0-2 0,-2 1 1 16,2-1 0-16,0 3 0 0,-3-1 0 0,3-1 0 16,-1 2 1-16,-1 1 0 0,1 0-1 0,0-1 1 15,0 2 0-15,-1-1-1 0,2-1 0 16,0 0 0-16,-2 0 0 0,3-2 1 0,-1 0 1 16,2-2 0-16,-1 1-1 0,0-2 0 0,2 1-2 15,-1 0 1-15,-1-3-1 0,2 1-1 16,-1 2 0-16,-1-2 2 0,-1 1-1 0,2 1-1 15,-1 2 1-15,0-2 2 0,-1 1 1 16,0 3-1-16,-2 0 2 0,2 1-1 0,0 2 1 16,-2 3-1-16,-1-4-1 0,3 3 0 0,-2-1 0 15,2 1 1-15,0 1-1 0,-1 0-1 0,1-2 1 16,1 1-1-16,-1-1 1 0,-1 1-1 16,2-1 0-16,1 1 0 0,-1-1 1 15,1 1 0-15,-1 0 0 0,0 0 0 0,-1 0 2 16,2 1 7-16,-3 0 4 0,1 0 0 0,1 1 3 15,-1 0 1-15,-1 5-1 0,1-1-3 0,0 1-3 16,-1 1 0-16,-1 3-1 0,2-1-2 16,0-1 0-16,0-1-3 0,0 2-2 0,0-3-1 15,0 2-2-15,1-3-1 0,1 0 0 16,-1-1 0-16,0 1-1 0,1-2 2 0,-1 1 0 16,0 1 5-16,1-1 6 0,-1 0 2 0,1 2 2 15,-1 1 2-15,0 0 1 0,-1 1-4 16,3-1-3-16,-1 1-2 0,-4 0-2 0,4 1 1 15,-1-1-2-15,1 1 0 0,-1 0 0 0,0-1 1 16,-1-1-2-16,1 1 0 0,1-1 0 16,-1 2 0-16,-1-1 0 0,3 1 2 0,-2-3 2 15,2 3-1-15,-3-3 1 0,3 3 0 0,-1-3-1 16,1 1-1-16,0 1-1 0,-2-2-1 16,2 1-1-16,-3-4 1 0,3 3-1 0,0-1 0 15,0 0-1-15,-1 1 0 0,1-3-1 0,0 3 0 16,-2-3 0-16,2 1-2 0,0 0 1 15,-2 1 0-15,2-1 0 0,-1 2 1 0,-1-2 2 16,2 2-1-16,-3 2 2 0,3 1 2 0,-2 2-1 16,1 2 0-16,-1 2-1 0,1 4 0 15,-3 1-1-15,1 0 0 0,2 4-2 0,-3 1-1 16,0 0-1-16,2 4 1 0,-1-2 1 0,2 1 1 16,-3 4 0-16,3-5 1 0,-2 5 1 15,1-1-2-15,-1 3-1 0,1-1-2 16,-1-2 0-16,1 0-1 0,-4-2-1 0,5-1 0 15,-2-4-1-15,1-3 2 0,0-3-1 0,1-4 0 16,-1-5-4-16,2-5-8 0,-1-5-16 0,1-7-21 16,-2-7-48-16,-3-6-80 0,0-9-125 15,-1-7-214-15,-3-10-302 0,-3-12-360 0,-3-10-346 16,-3-13-108-16,-5-16 444 0,-3-13 710 0</inkml:trace>
  <inkml:trace contextRef="#ctx0" brushRef="#br0" timeOffset="55614.17">16541 4757 160 0,'-2'2'501'0,"1"0"334"16,-2-2 234-16,1 3-119 0,0-3-239 0,1 1-158 16,-1-1-94-16,2 2-71 0,0-1-60 15,0 1-42-15,0-2-32 0,0 0-31 0,2 0-48 16,-1-3-35-16,3-3-32 0,0 2-24 15,5-7-16-15,0-3-5 0,0-2-1 0,3-3-4 16,1-5 0-16,0 1-2 0,4-3-6 0,0-2-11 16,1-1-6-16,0 1-6 0,2-1-6 15,1 3-3-15,-2-1-3 0,-2 5 2 0,-1 3-1 16,-2 2-2-16,-1 4 0 0,-1 3-1 16,-2 1-1-16,1 5 2 0,-2 4 0 0,0 3 3 15,-1 4-2-15,-4 6-1 0,2 2 0 0,-3 4-1 16,-1 2 0-16,0 3-2 0,-1 3 1 0,-1-2-1 15,0 5-1-15,0-2-3 0,0-1-6 16,-1 0-3-16,1-2-2 0,0-1-3 0,1-1-3 16,-1-2-2-16,2-2 2 0,0-1 2 15,-2-3-6-15,1 0-14 0,1-1-29 0,-1-1-75 0,-1-2-122 16,0-2-249-16,2 2-303 0,-2-3-379 16,0 1-437-16,0 2-142 0,0-1 547 15,2 2 819-15</inkml:trace>
  <inkml:trace contextRef="#ctx0" brushRef="#br0" timeOffset="58014.68">15989 10914 4 0,'0'3'279'0,"0"-1"206"0,0 0 199 0,-1 1 51 16,1-3-122-16,0 0-96 0,1 2-44 0,-1-2-30 16,0 0-37-16,0 0-54 0,0 0-60 15,0 0-63-15,0 0-37 0,0 0-14 0,0 2-1 16,0-2 7-16,2 3 1 0,0-3-7 15,-2 0-24-15,1 1-37 0,-1-1-33 0,3 1-29 16,2-1-2-16,1 0-6 0,2-1-1 0,2 1 0 16,2-1 1-16,3-2 0 0,0 1-12 15,1 0-5-15,5 2-3 0,-3-5-3 0,3 3-4 16,1 0 0-16,0 1-8 0,1-1-5 16,0-1-3-16,1 1 0 0,1 1-4 0,0-2 0 15,-1 1 5-15,2 0 5 0,0-1 2 0,1 1 2 16,0-1 2-16,0 1 2 0,-1 0-6 0,0-1-4 15,1 1-1-15,0-1-3 0,1 0 0 16,-1 2-2-16,-2 0 1 0,2 1 0 0,-1 0-1 16,2 0 2-16,-1 1 4 0,0 0 3 0,2 4 0 15,-1-1 1-15,0 1 1 0,-1-1-3 16,2 2-3-16,-1 0-3 0,-1 2-1 0,0-3-2 16,3 2-1-16,-1-1 0 0,-1-1-1 15,2 1-1-15,-2 0 1 0,1-1 0 0,-1 1-1 16,1 2 1-16,-1-2 0 0,-1 1 2 0,0 1 9 15,2-1 7-15,1 3 3 0,1-4 2 16,5 2 0-16,-1 0 0 0,3-1-9 0,4-1-6 16,1 1-2-16,2 0-2 0,2-3-2 0,3 1 0 15,0-1-2-15,2-1 0 0,1-1 0 16,3-1-1-16,0-1 0 0,-1 2 2 0,2-2 0 16,-2 0 3-16,4 0-1 0,3-2 3 15,-1 2-2-15,4 0 0 0,-2 0-2 0,3 0-2 16,-2 0 0-16,-1 2-2 0,0-2 0 0,-1 2 1 15,-1 2 0-15,1-2 2 0,0 1 0 0,-1 3 3 16,1-2 0-16,-2 0-1 0,3 2-1 16,-3 1 0-16,2 0 0 0,-2 2-2 0,-1-2 0 15,-2 0-1-15,0 2 0 0,0 0-1 16,-2-1 1-16,-2 1 0 0,0-1 2 0,1-1 2 16,-1-1 0-16,1 0 1 0,0 0 0 15,1-1 0-15,1 0-1 0,0-1-1 0,-2 3 0 0,-1-3-2 16,-1 3 0-16,0-1-1 0,-1 0-1 15,1 2-1-15,0-3 1 0,-5 2 2 0,4-1 2 16,-4 1 0-16,4 0 0 0,-1-2 2 16,1 2-2-16,1-1 0 0,0 0-1 0,-1 0 0 15,1 0 0-15,0 1 0 0,-3-2 0 0,0-1-2 16,-1 4 1-16,1-2-1 0,-2 0-1 16,-1 2 2-16,1-2 0 0,-4-1 1 0,2 3-1 15,-1-2 2-15,0 1 0 0,0-1 0 0,1-1 0 16,-1-1 1-16,-2 1-2 0,1 0 1 15,3-2 0-15,-3 0-2 0,-1 0 0 0,0 0 1 16,-3-1 0-16,4 2 0 0,-4-2-1 0,1 2 1 16,1-2-1-16,-2 1 0 0,3 3 0 15,-4-4 1-15,2 1 0 0,-1 2 1 0,0 0 1 16,4-3 0-16,-2 3 0 0,2-1 0 0,2-2-1 16,1 0 0-16,2 0 0 0,-4-1-1 15,3 1 0-15,-1 0-2 0,0-2 1 0,0 1 0 16,0-1 0-16,-2 3 0 0,2-1-1 15,-2-1 1-15,0 2 1 0,-1 0 0 0,2 0 1 16,0 0 1-16,0-1 1 0,0 0-1 0,1 1-1 16,3-1 1-16,-3-1-1 0,3 2 0 0,0-3-1 15,-1 0 0-15,-1 0-1 0,1 0-1 16,-1 0 1-16,-3 0-2 0,3 0 2 0,-2-3-1 16,0 2 2-16,-2 1 0 0,3-2 0 15,-1-1 1-15,-3 1 1 0,6-2-1 0,-2 2 0 16,-1-1 0-16,1-2-1 0,0 2 0 0,0 0 0 15,0-2 0-15,-2 2-1 0,0 1 0 16,-1-1 0-16,-2 0-1 0,3 2 2 0,-2-3-2 16,-2 3 1-16,-2 1 1 0,0-1 0 15,1 1 0-15,0 0 1 0,-1 0 1 0,-2 0 0 16,2 1-1-16,0-1-1 0,1 1 1 0,0 1 0 16,-1 0 0-16,1 0-1 0,0 1 0 0,1-1-1 15,-2 0 1-15,3 1 0 0,-3 1 0 16,0 0-1-16,0-1 1 0,1 2-1 0,1-2 0 15,0 1 0-15,-4 0 0 0,3 1 0 16,1-1 1-16,0 2 1 0,-2-2 1 0,2 0 0 16,2 1 0-16,-1 1 0 0,1-2-1 0,1 3 0 15,3 0 0-15,-2-1 0 0,4 0-1 16,-2-1 0-16,-1 4-1 0,1-3 0 0,3 1-1 16,-3 0 0-16,1 1 1 0,1-2 1 15,3 0 0-15,-4-1 1 0,4 2 1 0,1-1 0 16,-1-2 0-16,2 0 0 0,3 0-1 0,-1 1 1 15,-3-3-2-15,4 2 0 0,0 0-2 0,-2-1 1 16,1 1-2-16,-2-1 0 0,0 2 0 16,-1-1 3-16,-1 1 0 0,1-1 0 15,0 2 2-15,-1-1 1 0,3-1 0 0,0 2-1 16,-2-1 1-16,0-1-2 0,0 3 0 0,-1-4-1 16,0 2 0-16,-3 0-1 0,3-1 0 0,-5 2-2 15,1-1 1-15,-3 0-1 0,-1 0 1 0,0-1 1 16,-2 3 1-16,-1-3 0 0,2 1 2 15,-2 1 1-15,-1-4-1 0,2 2 1 16,0 1-1-16,1-3 1 0,-2-1-2 0,3 2-1 16,-1-3 1-16,0 0-1 0,-1-3-1 0,1 2 0 15,2 0 1-15,-5-3-1 0,4 2-1 0,-4-2 0 16,-1 2 0-16,-1-2 1 0,-2 3-1 16,1 0 2-16,-5-1 1 0,2 2 0 0,-2 0 1 15,-1 0 1-15,0 0-1 0,0 0 1 16,-5 0-1-16,4 2 0 0,-1-1 0 0,-1 0 0 15,0 1 5-15,0 0 5 0,-1-2 1 0,3 1 1 16,-2 0 0-16,-3-1 1 0,1 2-6 0,-1-2-3 16,1 0-3-16,-3 0-1 0,0 0 0 15,0-2-2-15,0 2 0 0,-2-1 0 0,0 0 0 16,-2-1 1-16,0 0-1 0,0 0 0 16,-4-1 0-16,2 0-1 0,-2 0 1 0,0-1 0 15,-3 0 0-15,1 1 1 0,0-1-1 0,-2 1 0 16,-2 0 1-16,-2-2-1 0,3 2 0 15,-2-1 0-15,-1 1 0 0,0 0 0 0,0-1 0 16,1 0-1-16,-4 2 1 0,2-3-1 16,-4 5 0-16,3-2-1 0,-3 0 1 0,1 1-1 15,-1 0 0-15,-1-1 1 0,0 1 0 0,0 1-1 16,-1-2-1-16,-1 1-8 0,1-1-12 0,-3-1-22 16,3 2-54-16,-4-2-78 0,0-1-118 15,0 1-194-15,-2 1-302 0,0-3-351 16,1 1-307-16,-4 0-125 0,1-1 351 0,0-1 671 15</inkml:trace>
  <inkml:trace contextRef="#ctx0" brushRef="#br0" timeOffset="58530.09">29944 11423 238 0,'2'-2'631'0,"-1"0"345"0,-1 1 151 0,0-1-214 16,-1 1-275-16,1 1-180 0,0-1-118 0,-2 1-65 15,2 0-39-15,0 1-40 0,2-1-27 0,-2 1 0 16,0-1 3-16,1 3-10 0,1-1-19 16,1 0-14-16,0 3-12 0,-2 0-25 0,3 1-27 15,1-2-18-15,-1 2-11 0,3 2-7 16,0-3-3-16,0 3 2 0,1 1 0 0,1 1-5 15,2-2-3-15,-1 1 1 0,1-1 1 0,1 0-3 16,1 2 0-16,0-1-2 0,-1 0 1 0,1 0 1 16,3 0-1-16,-3-1-3 0,1 3 0 15,0-2 2-15,-2 2 0 0,1 0-1 0,-1-3-1 16,-2 3 0-16,2-1-1 0,-2 2-3 0,-2-1-2 16,-1 1 0-16,-1 0-1 0,1 0 2 15,-3 0 1-15,-2 0 2 0,-2 1-1 0,-2 0 1 0,-2 0-1 16,-3 1-3-16,-1-1-2 0,-1 0-1 15,-4 0-1-15,-1 2-3 0,-2-1 0 0,-2 1-2 16,0-1 0-16,-3-1 0 0,2 2 0 0,-1-3 0 16,-2 1 1-16,2-2 0 0,-2 0 1 15,4-2-1-15,2-1-1 0,-2-2 0 0,4 0-2 16,3 1 0-16,-2-4-2 0,7 0-6 16,-1 0-11-16,6-2-20 0,-2-1-56 0,4-1-79 15,1-2-140-15,3 0-265 0,3 0-316 0,0-1-382 16,1 1-310-16,1 1-30 0,-1-4 629 15</inkml:trace>
  <inkml:trace contextRef="#ctx0" brushRef="#br0" timeOffset="59530.43">30081 12357 161 0,'-1'-5'452'0,"1"2"269"0,-3-1 204 16,1 0-124-16,2 3-179 0,-3 0-113 0,3-1-100 15,3 1-88-15,-1-1-77 0,-2 1-67 0,3-1-48 16,-2 1-34-16,4-2-7 0,3 1 29 16,0-1 14-16,6 2 7 0,-2-1 36 0,5 1 7 15,-3-1-9-15,3 1-34 0,-1 1-2 0,2 0-11 16,0 0-36-16,-3 1-22 0,2 2-12 0,-3-1-2 15,-1 2-13-15,1 2-8 0,-4 0 1 16,1 2 2-16,-7 0 4 0,1 3-3 0,-1 0-1 16,-4 1 1-16,-4-1-4 0,1 3-3 0,-3 1-3 15,-3-1-2-15,0 4-2 0,-2-2-1 0,-3 0-3 16,1 2 0-16,-1 1 0 0,-2-1-3 16,1 1-2-16,-1 0 1 0,-1 1-3 0,2-1 0 15,0 1-3-15,0 1-1 0,1-2-1 0,1 0-2 16,4-1-1-16,-2 1 0 0,4-2-1 15,1 0 0-15,3 0 0 0,-2-1-1 0,2-2 0 16,3 0 0-16,3-1 0 0,2 1 0 0,-2-3 0 16,3 0-1-16,3 0 2 0,3-3-2 0,-1-1 0 15,5-2 1-15,0-1 0 0,1-3 0 0,4-1 1 16,2-3 0-16,3 1 0 0,0-4-1 0,3-2 1 16,-1-1-2-16,2-1-2 0,-1-1 0 15,-4 0-6-15,2 2-12 0,-3 0-27 0,-4-1-66 16,-4 1-78-16,0 1-153 0,-3 0-281 0,-4-1-323 15,2 2-373-15,-3 1-254 0,-1 0 20 0,2 0 676 16</inkml:trace>
  <inkml:trace contextRef="#ctx0" brushRef="#br0" timeOffset="59945.24">30938 12553 537 0,'7'-5'1044'0,"-2"4"223"0,-2 1-84 16,-3 5-271-16,1 2-298 0,-1 4-162 0,0 2-87 16,-1 4-56-16,-2 2-44 0,-1 3-58 0,1 3-64 15,-2 5-55-15,-1 0-30 0,5 2-18 0,-2-3-10 16,3 0-7-16,1-1-8 0,4-4-3 0,2-1-5 16,5-5-2-16,1-4-1 0,2-4 0 15,2-4 0-15,3-6-1 0,2-5 0 0,1-4 2 16,1-6-1-16,2-4 2 0,-1-4-6 0,2-2-3 15,-5-4-1-15,-2-1-3 0,-1-1-1 0,-4-1-2 16,-1 0 6-16,-5-1 2 0,-2-1 1 0,-1 1 6 16,-6 2 5-16,-5 1 13 0,1 1 8 0,-6 3 5 15,-1 5 1-15,-5 2-3 0,-3 1-5 16,2 5-11-16,-5 2-7 0,2 4-6 0,-2 2-2 16,0 4-2-16,0 4-1 0,1 3-1 0,-1 1 0 15,4 4 0-15,0 2-1 0,1 2 0 0,1 0 0 16,2 3 0-16,3 0-2 0,-1 1 1 15,3 1-3-15,3 0-14 0,-1-2-24 0,6-2-59 16,-1-2-70-16,2-1-108 0,2-2-191 0,1-3-300 16,2 0-330-16,1 0-273 0,2-4-154 0,-2 0 281 15,1 0 663-15</inkml:trace>
  <inkml:trace contextRef="#ctx0" brushRef="#br0" timeOffset="60177.72">30916 12609 236 0,'2'0'831'0,"0"0"377"0,1 0 13 0,-2 0-194 15,3 1-413-15,-1 1-216 0,4 0-68 16,1-1-21-16,4 0-19 0,2 2-16 0,2-3-33 16,1 2-57-16,2-2-60 0,1-2-43 0,2 1-26 15,4-1-17-15,-2 0-13 0,-1-2-9 0,3 2-6 16,0-2-4-16,0 2-3 0,-2-2-2 15,-1 3-19-15,-1-2-68 0,0 0-74 0,-4-2-159 16,-1 2-278-16,-2 1-325 0,-1-2-379 0,-3 1-253 16,-2-1 23-16,-1 0 693 0</inkml:trace>
  <inkml:trace contextRef="#ctx0" brushRef="#br0" timeOffset="61827.67">15566 4138 415 0,'4'-3'963'15,"-2"0"300"-15,-2 0-30 0,1 0-238 0,-1 2-308 16,0 1-202-16,2 0-120 0,-2 3-74 16,0 0-53-16,-2 3-60 0,2 1-58 0,-1 6-47 15,1 0-21-15,-2 3-10 0,-1 4-5 0,2 2-7 16,-1 3-3-16,2-2-5 0,-2 4-3 16,1 0-4-16,-1 0-4 0,2 0-3 0,-3 0-2 15,3-3-3-15,-2 2-1 0,2-3-1 0,0-4-1 16,0 0 1-16,-1-2-1 0,-1-2 0 15,2-1-2-15,-1-1 1 0,1-4-2 0,-4-2-2 16,4-1-12-16,-3 0-39 0,2-6-67 0,-3 0-68 16,0-2-99-16,-1-4-157 0,0-3-234 15,2-1-291-15,-2-2-211 0,0-3-175 0,1-1 128 16,-2-2 473-16</inkml:trace>
  <inkml:trace contextRef="#ctx0" brushRef="#br0" timeOffset="62110.92">15396 4050 266 0,'3'-7'821'0,"-3"3"370"16,2 0 27-16,0-2-240 0,-1 3-371 0,1 0-247 16,1 1-93-16,3 2-46 0,2 0 25 15,0 0 5-15,5 3-5 0,1 1-24 0,0-2-49 16,5 3-35-16,0-1-52 0,0 2-30 15,3-1-21-15,0 2-13 0,1-1-7 0,0 0-3 16,1 2-5-16,-2-3-1 0,-1 2-1 0,1-1-1 16,-2 0-2-16,-2-2-1 0,-1 2 0 0,-2 0-1 15,-2-2-2-15,-3 4-18 0,-2-2-61 16,-5 3-66-16,-3 0-86 0,-3 0-150 16,-2 0-252-16,-3 2-318 0,0-2-248 0,-2 0-198 15,-2 0 78-15,1-1 512 0</inkml:trace>
  <inkml:trace contextRef="#ctx0" brushRef="#br0" timeOffset="62411.06">15286 4551 32 0,'-3'6'502'0,"-1"3"439"15,1-3 231-15,0 0-35 0,1-2-366 0,2 2-255 16,0-2-152-16,4 2-81 0,0-1-12 0,1 3 4 16,4-2-10-16,-1 1-23 0,4-1-41 15,2 0-30-15,-2-1-42 0,6 1-41 0,-2-3-26 16,4 0-18-16,2-3-14 0,-1 0-11 16,3 0-6-16,-1-3-4 0,2 0-5 0,-1-3-2 15,2 1-2-15,-1-1-1 0,0 2-1 0,0-2-4 16,-4 1-37-16,1 1-81 0,-3 2-130 15,-3 0-219-15,0 2-300 0,-4 0-371 0,-2 2-379 16,2-2-96-16,-4 5 494 0,-1 1 693 0</inkml:trace>
  <inkml:trace contextRef="#ctx0" brushRef="#br1" timeOffset="77561.56">26836 11442 6768 0</inkml:trace>
  <inkml:trace contextRef="#ctx0" brushRef="#br1" timeOffset="86267.69">16778 10326 207 0,'-5'0'547'0,"-1"-2"321"15,0 2 206-15,1 0-146 0,0 0-267 16,0 0-157-16,2 0-107 0,2 0-70 0,-1 0-64 15,2 0-65-15,-3 0-45 0,3 0-28 0,3 2-25 16,-1 3-5-16,2-3 11 0,1 2 12 16,2 3 12-16,1-1 4 0,4 0 6 0,1-2-25 15,4 1-27-15,1-1-16 0,4-1-13 16,5-1-8-16,-1-2-9 0,4 0-3 0,0-3-8 16,2 1-6-16,3-2-4 0,-2-1-6 0,2-1-3 15,0-1-3-15,1-3 0 0,0 2 0 16,1-3-1-16,-1-2 1 0,-1-1 0 0,-2-1 0 15,1-3-1-15,-3 0 0 0,2-3-2 16,-3-1-2-16,0-1-1 0,1-5-2 0,-3 0 0 16,0-2-1-16,-2 1 0 0,-1 0 0 0,-2-1 1 15,-2 0 1-15,0-2 1 0,-1 3 1 0,-4-4 0 16,0 3 0-16,-2-4 0 0,-3 3-1 16,0-5 1-16,0 0-1 0,-3-3 0 0,3-3-1 15,-4-3-2-15,-1-3-2 0,0-1 0 16,0-2-1-16,-2-3 1 0,-1-2 0 0,2 0 2 15,-4-1 2-15,2-2-4 0,2-1-3 0,-2-1-2 16,2 3 2-16,1-2 2 0,1 3-1 0,-3 0 6 16,3 1 2-16,-1 3 0 0,3-1-2 15,-1 1-2-15,1 1 0 0,-2 1 0 0,1-2-3 16,0 1-3-16,0 0-2 0,3-3-2 16,-1-3 4-16,-2 2 1 0,2-4 5 0,2 0 2 15,-1 0 2-15,3 2 0 0,-1-1-4 0,1 4 0 16,-2 2 1-16,4 2 0 0,-2 2 2 15,2 2 0-15,0 1-3 0,1 0 0 0,3 2 0 16,-2 1 0-16,4-3 0 0,-1 3 0 16,4-1 2-16,-1 0-1 0,1 1-1 0,-1 0-1 15,0-1-1-15,1 2 1 0,-1 2 0 0,-1-1-4 16,-2 2-2-16,0 1 0 0,-5 5-1 16,-1 1-1-16,-2 2-1 0,-1 1 5 0,-4 5 3 15,-1 2 1-15,-2 1 1 0,-2 1 0 0,0 2 1 16,-2 2 0-16,-1 1-1 0,0 2 0 15,0 3 0-15,0-2 0 0,0 5 0 0,2-1-2 16,-1 2 1-16,-1 0 0 0,0 2-2 0,2 1 1 16,1-1-2-16,1 0 2 0,-3 3 0 15,2 0 0-15,-1 1 2 0,1 0-1 0,0 2 0 16,2 2 1-16,-2 1-1 0,0 3 0 0,0 2 1 16,1 0 1-16,-1 2 1 0,-2 3 0 15,4 1-1-15,-3-1 1 0,1 2-1 0,-1 2-1 16,2 4 0-16,-2-3 6 0,-1 4 4 15,1 2-3-15,-1 1 1 0,1 1 3 0,0 4 0 16,-2 0-3-16,0 4-3 0,0 2 5 0,0 3 0 16,-2 2 1-16,0 4-1 0,2-1 1 0,0 2 0 15,0 2-2-15,0-3 3 0,2 3 0 16,0 0-1-16,-1-2 0 0,1-2 0 0,1-1 0 16,0-1-3-16,0 1-6 0,1-1-4 15,0 0-2-15,-1 1-2 0,0 0-1 0,-1 0-1 16,0 1 3-16,-2-2 7 0,1 3 4 0,-1-1 0 15,-1 1 1-15,1-3 1 0,-2 3-2 0,0-1-3 16,2-3-2-16,0-1 1 0,0-1 0 16,0-1 0-16,4-1 2 0,-3-2-2 0,2-3 0 15,2 3-1-15,-1-5 1 0,0 2-1 16,2-3-1-16,-1-2 0 0,-2 1 1 0,2-4-2 16,-2 0 1-16,1-1 0 0,-3-1-1 0,2 1 0 15,2-1 0-15,-5-2 1 0,1 1 0 16,-1 0-1-16,2-1 0 0,-2-1 0 0,0 1-1 15,1-1 0-15,-1 1 0 0,0 0 1 16,2-1-1-16,-2 0 1 0,0-1 1 0,2-1 0 16,-1 0 2-16,-1 1-1 0,2-2 2 0,-2 0-2 15,1 0 1-15,-1-2-1 0,0 3 0 0,2 0-1 16,-2-1 1-16,0 1 0 0,0-1-1 16,0 2 1-16,0 1 0 0,0-2 0 0,0 2-1 15,0 0 0-15,0 2 0 0,2-3 1 16,-1 3-1-16,-1 0 0 0,2-2 0 0,0 1-1 15,-1 0 0-15,2-2 1 0,-1-1-2 0,1 0 1 16,-2 0 0-16,2-1 0 0,-1-3 0 16,1 1 0-16,1-2-1 0,-3 0 0 0,2-3 0 15,-1 0 0-15,1 0 0 0,-1-1 1 16,1-1 0-16,0 0 0 0,0 1 1 0,-2-2 0 16,3 1-1-16,-1 0 0 0,0 0 0 0,0 1 0 15,1 1 0-15,-1-3-1 0,0 3 2 0,1-3 0 16,0 3 0-16,-1-2 1 0,0 0-1 15,0-1 1-15,0 3-1 0,1-3 0 0,0-1 0 16,1 3 0-16,0-3-1 0,-1 0 1 16,1 1 1-16,0-1-1 0,1 1 1 0,-1-1 1 15,1 1-2-15,1 3 1 0,-3-3-1 0,1 3 1 16,0-1-1-16,3 0-1 0,-2 1 2 0,-1 1-1 16,1-2 0-16,-1 3 0 0,4-1 2 15,-4-2-1-15,2 2-1 0,1-1 0 16,-4-2 0-16,5 2-1 0,-4 1-1 0,3-4 1 15,-1 1 1-15,0-1-1 0,1-1 1 0,-1 0 0 16,-1-1 0-16,3 1 0 0,-2 0-1 0,-1-1 1 16,2 0-1-16,-1 0 0 0,0 0 1 0,0 0 0 15,-1 0 0-15,1-1 1 0,0-3 0 16,-1 2 0-16,2-2-1 0,1 0 0 16,0 0 0-16,-1-1 0 0,1-1 0 0,-1-1 0 15,3-1 1-15,0-1-1 0,-1 2 1 0,2-3-1 16,0 3 0-16,0 0 1 0,-1-1-1 15,0 1 0-15,3 1-1 0,-2 1 1 0,2 1 0 16,-2-1 1-16,1 2 0 0,1-1 0 0,-1 0-1 16,4 3 1-16,-1-4 0 0,2 3 0 15,0-2-2-15,0 0 2 0,1 1 0 0,-2-3-1 16,4 0 0-16,-2 2 0 0,-2-2 0 0,2 0 0 16,-1 0 0-16,1 0 0 0,-5 0 0 15,3 0-1-15,0 0 0 0,-4 3 1 0,2-1-2 16,0-1 1-16,-3 1 0 0,1 1 0 15,-1-1 1-15,2 2 0 0,-5-2 0 0,4 3 0 16,-1-2-1-16,-2 1 1 0,3-1-1 0,-1 0 0 16,0 0 0-16,0 0 0 0,-1 0 1 15,2 1-1-15,-1 0 0 0,1-2 0 0,1 2 0 16,-1-2 0-16,3 2 1 0,-4-2 0 16,6 3 1-16,-4-3 0 0,5 1 0 0,-1-1 1 15,0 0-1-15,2-1 1 0,2 2-2 0,-2-1 1 16,2 0 0-16,1 0-1 0,-1-1 0 15,-1 0 1-15,2 3-1 0,1-3 1 0,-2 2-1 16,0-2 1-16,-1 2-2 0,0 0 1 0,0-1 0 16,-2 1-1-16,2-2 1 0,-3 2 0 15,0-1 0-15,-1-1 1 0,1 1-1 0,-1 0 1 16,-1 0-1-16,1 0 0 0,-1-2 0 0,2 1-1 16,-1 0 0-16,0 1 0 0,0-2-1 15,0 2 0-15,0-1 1 0,-1-1 0 0,1 0 0 16,-1 0 0-16,1 0 1 0,1 0 0 15,-1 0 0-15,0-1 0 0,-2 1-1 0,0-2 0 16,-2 2 1-16,2 0 1 0,0-2-1 0,-2 1 1 16,1 0 0-16,-3-1 0 0,3 0 0 0,-3 1-1 15,1 0 1-15,-2-2-1 0,0 1-1 16,1 2 1-16,0-1 0 0,-3-1 0 0,0 2 0 16,1 0 0-16,-2 0 0 0,-1 0 1 15,-1-1-1-15,-2 1 0 0,2 0 0 16,-1-2 1-16,0 2-1 0,-3-3 0 0,2-1 1 15,1-1 1-15,-3-3-1 0,2-2 0 0,2 1 0 16,-2-8-1-16,3 3 1 0,1-5-1 0,-1-4-1 16,1-2 1-16,-1 0 0 0,3-2 0 15,-1-6 0-15,4-1-1 0,-2-1 0 0,1 0-1 16,2-2 0-16,0 3 1 0,-2-1 1 0,1 3 0 16,0-4 2-16,-1 5 0 0,1 0 0 15,-1-2 1-15,1 2-2 0,0-3 1 0,-1 3-2 16,3-3 0-16,-3 0 1 0,2-1-2 0,0 1 1 15,0 0-1-15,0-1 0 0,0 1-1 16,3 1 0-16,-2 2 0 0,3 0 0 0,-2 2 0 16,2 1 0-16,-2 1 1 0,3 3-1 15,0 0 0-15,2 3 0 0,-1-1 0 0,1 3 0 16,2 0 1-16,-1 0 0 0,0 1 0 0,1 3 1 16,0 0 0-16,-1 2 0 0,1 1 0 0,-1 4 0 15,1 0 0-15,-3 0 1 0,1 3-1 16,0 2 0-16,-2 2 1 0,1-1 0 0,0 4-1 15,0-1 1-15,-3 2-1 0,1 0 0 16,1 4-1-16,-2-1 0 0,-1 3 1 0,1 0 0 16,-2 0 0-16,2 2 1 0,-2 1 0 0,1-2 1 15,-1 2 0-15,0 0 0 0,-1 1 1 16,1 0-2-16,-3 1 2 0,3-1-2 0,-4 0 1 16,1 2-1-16,0 0 0 0,-1-1 0 15,-2 2 1-15,1 1-2 0,-3 0 1 0,1 0 0 16,-1 2 0-16,-1-2 1 0,0 1-2 0,-1 2 2 15,-1 0-1-15,0 0 1 0,-3 1-1 0,2 1-1 16,-2-1 0-16,0 2 0 0,-2 1 0 16,1-1-1-16,-1 2 0 0,1-2 0 15,-3 2 1-15,4-1-1 0,-2 0 0 0,-2-1 0 16,4-1 1-16,0 1-1 0,0-3 0 0,0 1 1 16,2-3-1-16,0 2 0 0,0-4 0 0,2 3 1 15,-1-3 0-15,2 0 1 0,-2 1 0 16,2-2 0-16,-1 2 0 0,1-1 0 0,3 0-1 15,-3 2 2-15,3-1-1 0,-3 1 0 16,4 0 0-16,-3 0-1 0,0 0 0 0,1 2 0 16,-1-3 0-16,2 3 1 0,-2-2 0 0,1 0-1 15,-1 0 1-15,2 0-1 0,-2 1 0 16,1-3-1-16,-3 0 0 0,4 2 0 0,-2-5 1 16,1 3-1-16,-1-3 0 0,1 1 1 15,1-1-2-15,-1 0 1 0,0-3 0 0,1 0 0 16,0-2 0-16,-1-1-1 0,1-1 2 0,2-2-1 15,1 0 1-15,-3-2 0 0,1 0 1 0,2 0-1 16,-1-1 0-16,-2-1 0 0,-2 1 0 16,3 1 0-16,-1 0-2 0,-1-2 1 0,-1 2 0 15,3 0 1-15,-2 1 0 0,-2-1 0 16,-1 3 1-16,4-3 0 0,-2 2 0 0,2 2-1 16,-1-4 0-16,1 3 0 0,1-2 0 0,-1 0 1 15,2 0 0-15,-2-2-1 0,4 2 1 16,-2-1 0-16,-1-2 0 0,4 1-1 0,-4-1 0 15,4 0 1-15,-4 2-1 0,3-2 1 16,-2 1 1-16,2-1-2 0,-3 2 1 0,3-2-1 16,-2 1 0-16,3-1 0 0,-1 0 0 0,1-1 0 15,1 1 1-15,1-2 0 0,0-1 0 0,0 2-1 16,0-1 1-16,1-1-1 0,0 3 0 16,-2-1 0-16,2 1 0 0,-2 0 0 0,2 0 0 15,-2 1 0-15,-1 1 0 0,3-1 0 16,-2 2 0-16,0-1-1 0,1-1 1 0,0 1-1 15,-2-1 0-15,3 1 0 0,-2-1 0 0,2 0 1 16,-2-1-1-16,0 0 0 0,1 0 0 16,0 0 1-16,0 0 0 0,-1 0 0 0,-2-1 0 15,1 1 0-15,1 0 0 0,-1 1 0 16,-1-1-1-16,0 2 0 0,-1 0 0 0,1-1-1 16,0 2 0-16,0 0 1 0,-1 0-1 0,0 1 1 15,2 1 1-15,0-3 0 0,1 3 1 0,-2-3 0 16,1 2 0-16,1-2 0 0,2 0 1 15,0 0 0-15,3-1-1 0,-5 0 1 0,5-1 0 16,-1 0-1-16,2 0 0 0,-1-1 0 16,3 0-1-16,-1 1 1 0,1-2-1 0,0 2 1 15,0 0-1-15,2 0 0 0,-3 0 0 0,1 0 0 16,0 0 0-16,0 0 0 0,-1 0 0 0,-1 0 0 16,0-2-1-16,0 2 1 0,-3-2 0 15,0 2 0-15,2 0 0 0,-2-3 0 16,-1 1 0-16,2 1 0 0,-2-2-1 0,-1 1 1 15,1 2-1-15,-2-2 1 0,2 2 0 0,-2 2 0 16,1-2-1-16,0 0 0 0,-2 5-1 0,0-3 1 16,3 2-1-16,-4-2 1 0,4 2 0 15,-1-3 0-15,-2 2 1 0,0-1 0 0,3 0 0 16,-2-2 1-16,0 2 0 0,1-2 0 16,0 0 0-16,-2 0-1 0,2-2 1 0,0 1-1 15,0 0 1-15,-1-1 0 0,-1 0 1 0,-1 0-1 16,-1 0 0-16,0-2-1 0,0 4 1 15,-1-4 0-15,-1 2-1 0,0-5 1 0,0 2-1 16,-1-1 1-16,1 0 0 0,-1-1-1 16,-2-2 0-16,1 0 1 0,-1-1-1 0,2-3 1 15,-4 0 0-15,3-2 1 0,-2-1-1 0,1-2 0 16,0-3-1-16,-1-2 0 0,1-1 0 16,2-4 0-16,-1-2 0 0,3-2-1 0,0-1 0 15,1 1 0-15,2-5-1 0,-2 3 0 0,1-1-1 16,0 2 2-16,0 2 1 0,1 1 0 15,0 1 0-15,1 3 1 0,-3 1 0 0,0 1 0 16,1 3-1-16,0 2 0 0,2 2 0 0,-2 1 0 16,0-1 0-16,3 2 1 0,-2 0-1 15,4 0 0-15,-1 2 1 0,3-2-1 0,1 1 0 16,0 1-1-16,3-2 0 0,1 1-1 0,1 0 1 16,-1 1 0-16,3 0 1 0,2-1 0 15,-1 0 1-15,4 0 0 0,-2 0 0 0,1-1 1 16,3 1 0-16,-1 3 0 0,-2-1-1 15,3 3-1-15,-3 0 2 0,4 3 0 0,-5 1-1 16,-3 5 0-16,0 0 1 0,0 0-1 0,-2 2 1 16,-2 5-1-16,1 1 1 0,-1 0-1 15,-1 0 1-15,-2 4 0 0,-1-1 0 0,3 1 0 16,-1 0 1-16,-1 0 0 0,-1 0 2 0,2 0 1 16,-4-1 1-16,2 1 2 0,-3 1-1 15,1 2 0-15,-1-2-2 0,-2 1-1 0,-1 0-1 16,3 3-2-16,-5-4 0 0,-1 3 0 0,0 0-1 15,-3 1 0-15,-1 1 0 0,-1 2 0 16,-3-1 0-16,-1 1 0 0,-2 4 0 0,-1-1 1 16,-3 1-1-16,-1 1 2 0,-1 3-1 15,-2-2 0-15,1 2 0 0,-1-1 1 0,1-1 0 16,0 2 0-16,2-3 0 0,-1 2 0 0,2-2 0 16,0-2-1-16,2 1 0 0,2-1 0 15,-4-2 0-15,5 0-1 0,0-3 0 0,0-2 0 16,2 1-1-16,1-3 0 0,0 0 1 15,2 0 0-15,-2 0-1 0,2-4 1 0,1 3-1 16,1-3 0-16,2 0 0 0,-1 0 1 0,1 0 0 16,2-2-1-16,-1 0 0 0,1-1 1 0,1 1-1 15,0-1-1-15,0-1 2 0,-1 0-1 16,2 0 0-16,-1-1 0 0,0 2 0 0,-3-5 0 16,4 4 0-16,-4-4 1 0,-1 3-1 15,3-1 0-15,-3-2 0 0,0 2 0 0,1-3 1 16,-1 0-1-16,0-1 0 0,-1 2 0 0,-1-2 0 15,2 0 0-15,-2 1 0 0,-1-1 0 16,2 2 0-16,-3-2 0 0,2 0 0 0,-1 0 0 16,0 0 0-16,0 0 1 0,0 0-1 15,-1 0 1-15,4 0-1 0,-3-2 0 0,1 1 0 16,1 1 0-16,-3-2-1 0,2 1 1 0,1 0-1 16,-2 1 0-16,-1 0 1 0,1 0-1 15,-2 0 1-15,3 1 0 0,-3 0 0 0,2 2 0 16,-1 0 1-16,-1 0 0 0,0 0-1 15,0 0 0-15,4 2 1 0,-3-1-1 0,1 1-1 16,1-1 1-16,1-1-1 0,-3 2 1 0,6-1 0 16,-4-1-1-16,0 1 1 0,4 0 0 0,-1-2 0 15,-1 1 1-15,4 1-1 0,-2-2 1 16,3-2-1-16,-2 1 1 0,3-1 0 0,-1 0-1 16,3 0 0-16,-2-1 0 0,3 1 0 15,-2 0-1-15,4 0 0 0,-3-2 1 0,2 2 0 16,0 0-1-16,-1 0 1 0,0 0 0 0,1 0 0 15,1 2-1-15,-1-2 1 0,-3 0 0 16,4 1 0-16,-3-1 0 0,1 1 0 0,-2-1 0 16,2 0 1-16,-3-1-1 0,3 1 1 0,-2-1 0 15,0-1-1-15,-2 2 0 0,1-2 1 16,1 0-1-16,-2 2 0 0,-1 0 0 0,-1 0-1 16,2 0 2-16,-1 0-1 0,0 0 0 0,-2 2 0 15,2 2 0-15,-1-2 1 0,1 2-1 16,0-2 0-16,0 0 0 0,1 1 0 0,-2 0 1 15,3 0 0-15,-1 0-1 0,2-2 1 16,-2 1 0-16,3-1-2 0,-2-1 1 0,2-1-1 16,-2 1 1-16,3-2-1 0,0 1 0 0,-2-1 2 15,1 2-1-15,0-1-1 0,-2 1 1 0,3 1 0 16,-4-1 0-16,4 3 0 0,-4-1 0 16,3 1 0-16,-2 0 1 0,0 1-1 0,1-1 1 15,-1 0-1-15,0 1 1 0,2 0-2 16,-3-2 1-16,1 3 0 0,2-3 0 0,-2 0-1 15,2 1 1-15,-2-1 0 0,2-1-1 0,0 2 1 16,-1-3-1-16,1 2 0 0,-2 0 1 16,2 0 0-16,0-2 1 0,-2 0-1 0,2 0 0 15,-2-2 1-15,0 0-1 0,1 0 0 16,-1-2-1-16,-1 2 1 0,1-3 0 0,-2 3 0 16,1-4 0-16,0 3 0 0,-4 0 0 0,4 0 1 15,-5 0-1-15,1 2 0 0,-1-1 0 0,1 0 0 16,0 1 0-16,-1 1 0 0,0 0 0 15,-1 0 0-15,0 0 0 0,1 0 0 0,0-1 0 16,-1 1-1-16,1-3 1 0,0 1-1 0,3-1 1 16,-1-3-1-16,-2 2 0 0,0-3 0 0,2-1 1 15,-2-1 1-15,2 1 0 0,-1-3 0 16,-1 1-1-16,0-2 2 0,0 0-2 0,0 1 2 16,-2-1-1-16,2-4 1 0,-3 2 0 15,2 1 0-15,0-1-1 0,0-1-1 0,-1 0 0 16,0 1 0-16,-1-1 0 0,4 0-1 0,-4-1 1 15,2 3 0-15,-1-2 1 0,2 2-1 16,-4-1 1-16,1-1-1 0,3 0-1 0,-1 0 2 16,-1-1-2-16,2-1 1 0,-2-1 0 0,2 2 0 15,0-4 0-15,1 2 0 0,-1-2-1 16,2 1 0-16,1 0 0 0,-2 1 1 0,3-1-3 16,0 3 1-16,-1 1 1 0,0 0-1 0,0 3 0 15,0 2 0-15,2-1 2 0,-4 2 0 16,3 1-1-16,-2 2 1 0,2 2 0 0,-3 0-1 15,2 1 0-15,-1 1 1 0,-2 1 0 16,1-1-1-16,-1 2 1 0,-2 2 0 0,1-1 1 16,0 1-1-16,0-1 0 0,-2 2 0 0,-2 0 0 15,2 1 0-15,-2 1 0 0,2-2 0 16,-1 1 0-16,-1 1 0 0,0 1 0 0,1-3 0 16,0 1 1-16,1 2-1 0,0-4 1 15,1 2-1-15,0 0 1 0,2-1 1 0,1 0-1 16,0-2 1-16,0 2-1 0,3 0 0 0,0-1 1 15,1 1 0-15,-2 0 0 0,1-1 0 0,3 2 0 16,-1 0 1-16,-1 2-1 0,1 0 0 16,-2-1 0-16,1 6 0 0,1-4 0 15,-2 2 0-15,0 1 1 0,1 1-1 0,-4-1 0 16,4 0-1-16,-4 1 1 0,1 2 0 0,1-3-1 16,-3 2 1-16,1-1 1 0,0 1 0 0,0 1-1 15,-3 0 2-15,2 1-1 0,0-1 1 16,0 1-1-16,-2 0 0 0,0-1-1 0,4 0 0 15,-2-1 0-15,0 0-1 0,-2 0-1 16,3 0 1-16,-2-1-1 0,1-1 1 0,0 1-1 16,-1-1 1-16,0 1 0 0,-1-1-1 0,1 1 2 15,-1-2-1-15,1 2 0 0,-2-1-1 16,2-1 1-16,1 1 0 0,-2-1-1 0,0 0 0 16,1-1 0-16,1-1 0 0,-2 1-1 15,2-1 1-15,0-1-1 0,-2-1 1 0,0-1 0 16,4 1 0-16,-6-1 0 0,4-1-1 0,-3 2 2 15,2-2-1-15,2-1 0 0,-4 2 0 0,-1-3 0 16,3 4 0-16,-2-3-1 0,1 3 1 16,-2 1 0-16,1-2 0 0,2 2 0 0,-4 1 0 15,2-1 0-15,1 0 0 0,-3 1 0 16,2-1 1-16,1-1-1 0,-1-1 1 0,1 1-1 16,2-1 0-16,-2-1 0 0,2 0 0 0,-1-1 0 15,0 0 0-15,1-2-1 0,0 2 1 0,0-4-1 16,2 2 1-16,-1-1 0 0,-1 0 1 15,3-3-1-15,-1 3 1 0,-1-2-1 0,4 0 1 16,-4 0-1-16,1-1 1 0,2 1-1 16,-2 1 0-16,3-1 0 0,-1 2 0 0,-1-1 0 15,3 1 0-15,-2-1 1 0,0 2-1 0,1-1 0 16,0 1 0-16,-1 1 1 0,1-1 0 16,-2 2-1-16,3-1 1 0,-1-1 0 0,1 0 0 15,-1 2-1-15,2-2 1 0,0 0-1 16,-1 0 0-16,-1 0 0 0,1 0 0 0,2 0 0 15,-4 0 0-15,2 1 0 0,-1-1 0 0,3 0 0 16,-3 2 0-16,1-1 1 0,-2 1-1 16,1-1 0-16,1 1 1 0,1-1 0 0,-3 0 0 15,1 1-1-15,-1-2 0 0,1 0 0 0,-2 0 0 16,2 0-1-16,-2-2 1 0,-1 2 0 16,2 0 0-16,-2 0 0 0,-2 0 0 0,2 2 0 15,-2 0 0-15,1-1 0 0,0 2 0 0,-1 0 0 16,-2 0 0-16,1 0 0 0,2 3 0 15,-5-4 1-15,5 3-1 0,-5-2 1 0,3 0-1 16,-1 1 1-16,-2 0-1 0,1 0 0 16,2-2 0-16,-2 1 0 0,-1 0 0 0,2 0 0 15,-1 0 0-15,2 0 0 0,-3 0 0 0,1 0 0 16,2 0 0-16,-1 2 0 0,-2-3 0 0,1 3 0 16,2-2 1-16,-2 0-1 0,-1 3 0 15,4-4 1-15,-2 3-1 0,-1-3 0 0,2 2 0 16,-3-2-1-16,4 2 1 0,-3-3 0 15,1 0 0-15,1 3 0 0,-3-3 0 0,4 0 1 16,-3 1-1-16,1-2 0 0,1 1 0 0,-3 1 0 16,5-1 1-16,-4 1-1 0,2-1 0 15,-1 1 0-15,1 1 0 0,-1-2 0 0,0 2 0 16,-1-1 0-16,1 1-1 0,1-2 1 16,0 0 0-16,0 1 0 0,-1 0 1 0,1-2-1 15,-3 1 1-15,4-1 0 0,-3 0 0 0,-1-1-1 16,1 1 1-16,2-2 0 0,-1 0 0 15,-2 1-1-15,1 0 1 0,-2-1 0 0,2 1 0 16,2-1-1-16,-1 1 1 0,-2-1 0 0,1 1-1 16,0 0 0-16,0 1 0 0,1 0 1 0,0-2-1 15,1 2 0-15,1-2 1 0,-2 1-1 0,3-1 1 16,-1 1 0-16,4-2 0 0,-2 0-1 0,-2 0 1 16,4 1-1-16,-3 0 0 0,0 0 1 15,3 0-1-15,-4 0 1 0,1 2-1 0,0-3 1 16,0 3-1-16,1-1 0 0,-2 0 0 0,0 0 0 15,0-2 0-15,1 1 0 0,0 2 0 0,-3-2 1 16,0 2-1-16,3-3 1 0,-2 1 0 0,-1 0 0 16,1 0-1-16,0 1 1 0,0-1 0 0,-2-1 0 15,-1 1-1-15,1 1 1 0,-2 0 0 16,1-1-1-16,-3 0 0 0,4 2 0 0,-4-1 0 16,1 1 0-16,-1-1 0 0,-1 1 0 0,2 0 0 15,0 0 0-15,-1 1 0 0,1-1 0 0,-2 1 0 16,1-1 0-16,-1 0 0 0,2 2 0 15,-2-2 0-15,2 2 0 0,-2-2 0 0,0 0 0 16,1 1 0-16,-1 0 0 0,0 1 0 0,2 0 0 16,-2-1 0-16,2-1 0 0,-2 2 0 15,0-1 0-15,0 1 0 0,0-2 0 0,0 1 0 16,0-1 0-16,0 1 0 0,0-1 0 0,0 0 0 16,0 0 0-16,0 0-3 0,-2-1-15 0,0 0-15 15,2-1-28-15,-3-1-69 0,-2-3-101 16,-1 3-201-16,-3-1-293 0,2-1-364 0,-1 2-435 15,-3-3-228-15,-1 2 282 0,-3 1 849 0</inkml:trace>
  <inkml:trace contextRef="#ctx0" brushRef="#br1" timeOffset="87212.91">30836 9660 497 0,'-2'-3'992'16,"-1"0"247"-16,0 0-67 0,0 1-320 0,1-1-369 15,0 1-205-15,2 1-116 0,0 0-61 16,2 1-9-16,3 0 12 0,0 0 3 0,4 0 6 15,7 0 34-15,-2 0 27 0,3 1-6 0,4 0-19 16,-2 4-16-16,3-5-18 0,0 5-34 0,-1 1-29 16,-1 2-20-16,1 0-13 0,-3 1-7 0,-5 3-5 15,0 2-1-15,-3 1 4 0,-3 2 2 16,-3-2 2-16,-4 2 1 0,-4 1 1 0,-3-1 3 16,-3 1-2-16,1 0-2 0,-5-2-1 0,-1-2-1 15,0 3-2-15,2-4-2 0,2-1-4 0,0-4-1 16,1 2-1-16,4-2-1 0,3-1-1 15,-3-1-1-15,6-1 0 0,0 2-2 0,2-2 1 16,2 0 1-16,2 1 0 0,2 0 1 0,4-1 1 16,0 0-2-16,0 3 1 0,2-2 0 0,1 3-1 15,-1-1 0-15,-1-1 0 0,-2 3 1 16,0-3 1-16,-6 3 0 0,-1-1 0 0,-2 2 1 16,-4-3-1-16,-1 5 0 0,-3-2-1 0,-2-1 1 15,-5 0-2-15,4 1-1 0,-5-1 1 0,1-1 0 16,-3-1 0-16,3 0-1 0,1-1 0 15,-2-1 1-15,2-2 1 0,4-2-1 0,-1 1-1 16,3-3 1-16,-1-2-5 0,2 1-33 0,4-2-69 16,1-2-68-16,0-3-113 0,1 0-191 0,3-4-316 15,1 1-309-15,1-2-229 0,0 1-116 0,4 0 327 16,1 0 596-16</inkml:trace>
  <inkml:trace contextRef="#ctx0" brushRef="#br1" timeOffset="87546.46">31372 9968 315 0,'3'14'846'0,"-3"3"357"15,-3 2 26-15,-1 4-224 0,2 1-273 0,-2 3-173 16,1 1-132-16,2 2-86 0,2-4-63 0,2 2-64 16,3-4-76-16,6-3-65 0,0-6-34 0,6-1-19 15,-1-7-9-15,5-2-5 0,2-5-3 16,-1-5-1-16,0-2-1 0,-1-3 0 0,0-3-1 15,-4-2 0-15,-1-1 0 0,-4-2 1 0,-3-1 0 16,-2-1 1-16,-4 0 3 0,-3-1 4 16,-1-1 1-16,-5-1 1 0,1 2 2 0,-6-2-1 15,-2 3-2-15,-1 2-2 0,-1 1 1 0,-2 3 0 16,-3 3-2-16,0 3 0 0,-2 3 0 0,-1 3-1 16,3 4-2-16,-3 3-3 0,2 1-1 0,-2 5 0 15,4 1-1-15,1 1-2 0,-1 3 0 0,3 3-2 16,2 4-14-16,-1-3-39 0,4 3-72 0,4 1-80 15,1-5-156-15,2 2-287 0,6-3-324 16,3-5-315-16,7 1-196 0,3-5 81 0,1-3 627 16</inkml:trace>
  <inkml:trace contextRef="#ctx0" brushRef="#br1" timeOffset="87884.37">31896 10043 286 0,'-1'7'789'0,"-2"2"356"16,-5 3 44-16,0 1-266 0,0 2-312 0,-1 4-223 16,1 0-123-16,0 1-67 0,1 2-43 0,3-1-32 15,-1-3-28-15,4 0-25 0,1-3-31 0,4-4-20 16,1 1-9-16,3-7 3 0,0-2-1 0,3-3-5 16,2-3 1-16,-2-2-2 0,3-5 0 15,-1 0-6-15,0-2 0 0,0-4 1 0,1 0 2 16,-2-1-2-16,-1-2-3 0,-5 0 4 0,3-1-2 15,-4 3 0-15,-3-2-4 0,-2-2 1 0,-2 3 1 16,-3 1-3-16,-4 0 1 0,0 2 2 0,-4 1-1 16,-4 4-2-16,-1 1 2 0,-6 5-1 15,1 4 1-15,-2 1 0 0,-2 3 2 0,-2 4-30 16,5 2-27-16,-3 2-32 0,4 3-56 0,1-2-109 16,1 4-154-16,2 3-247 0,5-2-253 0,0 4-224 15,6 1-57-15,3-1 280 0,5 2 436 16</inkml:trace>
  <inkml:trace contextRef="#ctx0" brushRef="#br1" timeOffset="88893.63">32406 9949 382 0,'6'-5'822'0,"-1"3"290"16,-2 2 12-16,-3 0-295 0,0 0-300 15,-2 2-185-15,1 3-127 0,-4 3-58 0,2 1-24 16,-2 3-16-16,0 4-7 0,1 1 11 0,-3 4 4 16,0 0 14-16,2 4 7 0,-2-2-9 0,1 5-16 15,0-1-25-15,0-1-15 0,-2 1-26 16,1-2-22-16,1 0-13 0,-3 0-5 0,2-4-7 16,1 0-2-16,-2 0-2 0,1-3 7 0,0-2 19 15,0-1 10-15,3-3 6 0,-1-1 2 0,1-2 2 16,1-3-8-16,2-2-19 0,1-1-11 15,1-1-5-15,1-2-3 0,3-3-2 0,1-2-1 16,4-2 0-16,0-1-1 0,3 0-1 0,1-3 0 16,2-2-2-16,3 1 0 0,0-1 1 0,3-1 0 15,2-2-2-15,0 1 0 0,0-2 1 0,3 1-2 16,-1-1 3-16,0 0-2 0,0 2 3 16,1-2 0-16,-3 1 0 0,2 0 3 0,-4 3-2 15,-1-4 1-15,-1 4-1 0,-1 0 5 0,-5 1 5 16,-2 1 5-16,0 2 7 0,-7 0 3 0,2 1 3 15,-5 2-2-15,-1 1-3 0,-1 0-6 0,-3-1-6 16,-1 3-3-16,-3 0-3 0,-1 2 2 0,0-1-1 16,-3 2 1-16,3 0 0 0,-1 0 1 0,-4 2-2 15,4 1-1-15,-3 0-1 0,2 1-1 0,-3 2-1 16,2 1-1-16,-3 1 0 0,1 1 0 0,-3 3 0 16,3 1 1-16,-2 0-1 0,0 3 3 15,0 0 0-15,0 1 1 0,0 2-1 0,4-2-1 16,1 1 0-16,-1-1-2 0,5 0-2 0,3-1-1 15,3-3 0-15,1 1-2 0,4-1 0 0,3-4 1 16,3 1-1-16,2-2 2 0,1 0 1 0,2-1 2 16,2-2 2-16,2-1 0 0,0 1 1 15,4-1 0-15,-2 0 0 0,2 2-1 0,-1-1-1 0,-1 0-2 16,2 0 0-16,-3 2-1 0,1 1-2 0,-3 0-3 16,-2 1-5-16,0 1-21 0,-4 1-56 0,0 1-77 15,-5-3-122-15,-3 3-237 0,-1 0-312 0,0 0-363 16,-3-1-301-16,-1-1-95 0,-1-1 480 15,-3 1 701-15</inkml:trace>
  <inkml:trace contextRef="#ctx0" brushRef="#br2" timeOffset="115875.43">16745 10135 142 0,'0'0'340'0,"0"0"150"16,0-1 71-16,0 1-131 0,0 0-138 0,0-2-82 15,0 2-47-15,0 0-33 0,0 0-19 0,1 0-26 16,-1 0-18-16,0 0-23 0,0 0-15 16,0 0-13-16,2 0-3 0,-2 0 7 0,0 0 8 15,0 0 19-15,0 0 22 0,0 0 22 16,0 0 24-16,2 0 15 0,-2 2 10 0,1-2 16 15,-1 0 19-15,2 1 31 0,-1 1 7 16,-1-1 1-16,2 1-8 0,-2-1-19 0,3-1-30 16,-3 3-39-16,0-1-31 0,4-1-21 0,-4 1-12 15,1 0-10-15,2 0-10 0,0 1-10 16,-1-2-2-16,1 3-6 0,0-3-2 0,0 2-2 16,2-1 3-16,0 0 4 0,0 0-3 0,1 1-1 15,-2-3 0-15,3 0-4 0,-2 2-4 16,1-2 0-16,-1 0 18 0,2 0 11 0,0 0 6 15,-1 0 7-15,-1 0 3 0,3 0 2 0,-4 0-13 16,1 0-16-16,-1 0-10 0,0 0-3 16,1 0-5-16,0 0 20 0,3 0 17 0,-4 0 17 15,3 0 11-15,-1 0-5 0,-1 0 2 0,3 0-21 16,-4 0-19-16,0 0-11 0,0 0-8 16,0 3 1-16,1-3-1 0,-2 1-2 15,3-1-2-15,-3 0 1 0,0 2 0 0,0-2-4 16,2 1-1-16,0 0 2 0,0-1 2 0,1 3-1 15,-3-3-4-15,2 2 2 0,0 0-4 16,-1 0 6-16,1-2 0 0,0 1-2 0,2 0 1 16,-2-1 3-16,0 0-2 0,0 2-4 0,1-2-3 15,0 0 4-15,-1 0 2 0,0 0-4 16,0 0 3-16,0 0 0 0,1 0-1 0,-2-2-2 16,1 2-1-16,0 0 1 0,-2-1 3 0,2 1-3 15,0-1 4-15,0 1-1 0,-1 0-2 16,1-2 0-16,0 2-3 0,-1 0 5 0,0-2-4 15,1 2 5-15,-2 0-1 0,3 0-2 0,-2 0 2 16,1 0-3-16,-2 0 0 0,2 0-4 16,0 0 4-16,1 0 4 0,-3 0-1 0,2 0 1 15,0 0-2-15,-2 0-2 0,2 0-4 0,-2 0-2 16,2 2 3-16,-1-2 0 0,-1 0 6 16,2 2-2-16,-1-2 3 0,-1 0 0 15,0 1-4-15,0-1-4 0,0 1-1 0,3-1 2 16,-3 0-1-16,2 0 1 0,-1 2 1 0,-1-2 4 15,2 0 1-15,-4 0-3 0,2 0 0 0,3 0 0 16,-2-2 2-16,-3 2-4 0,2 0 3 16,1 0 2-16,-1 0 0 0,0 0-1 0,0 0 0 15,0 0 0-15,1 2-4 0,0-2-2 16,-1 2 4-16,0-2-3 0,1 0 1 0,-1 1 0 16,0 0 2-16,0-1 0 0,0 2-1 15,-1-2 0-15,1 1 0 0,2-1 1 0,-4 2 0 16,2-2 1-16,-1 1-1 0,1-1 1 0,0 2 1 15,-1-2-1-15,1 1-1 0,1-1 0 16,-3 0 2-16,2 2-1 0,2-2-1 0,-1 1-1 16,-2-1 4-16,3 2-1 0,-2-1-2 0,2 1-2 15,-2-1 2-15,5-1 0 0,-5 2 0 0,2-1-3 16,0 1 2-16,-2-2 2 0,2 1 2 16,-1 0-1-16,2 3-4 0,-3-3 3 0,2 0 0 15,0 1 1-15,0 0-2 0,-2-1 0 16,2 0 4-16,1 3-4 0,-1-3 2 0,0 0-1 15,-1 1 1-15,1 1-2 0,0-1 0 16,3-2 3-16,-4 3-1 0,1-2-1 0,0 1-2 16,1-2 3-16,-1 1 1 0,1-1-3 0,1 1-1 15,-3-1 2-15,1 0 3 0,0 0-2 16,3 0-4-16,-4 0 2 0,1 0 2 0,0 0-2 16,0 0 2-16,0 0-4 0,1 0 2 15,0 0 2-15,-1 0 0 0,0 0-2 0,0 0 0 16,1 3 2-16,1-3-2 0,-2 0 1 0,0 0-2 15,2 0 2-15,-1 0-1 0,0 0-1 16,-1 0 4-16,0 0-3 0,1 0-3 0,-1 0 1 16,-2 0 0-16,3 0 2 0,-1 0-2 0,0 0 2 15,-1 0 0-15,1 0 0 0,-2 0 3 0,2 0 2 16,1 0 0-16,1 0 0 0,-3 0 0 16,1 0 0-16,2 0-3 0,0 0-4 0,-2 0 2 15,1-3 0-15,-1 3-2 0,2 0 0 16,0-1-2-16,-2 0 4 0,1-1 1 0,1 1-3 15,-1-2 2-15,0 3 0 0,-1-2 2 0,2-1 1 16,-1 1-6-16,0 0 2 0,0-2 0 16,2 2-2-16,-3-3 0 0,3 2 1 0,-3-1 0 15,3 1 2-15,0-2 0 0,-4-1 0 16,4 2 0-16,-3-1-3 0,3 1 1 0,-2 0 2 16,-1-2 4-16,0 1 0 0,0-1-1 15,2 4 1-15,-4-3 0 0,2 1-3 0,0 1-3 16,-2-2 1-16,2 1 0 0,1 0 0 0,-1-1 0 15,-2-1 2-15,2 2 1 0,0-1-2 0,0 0 0 16,-1-1 0-16,2 0 2 0,-3-1-1 16,2 1-2-16,0-1-1 0,2-1-2 0,-3-1 0 15,2 2-1-15,-1-2 3 0,2-1 1 0,-1 0 0 16,-1 1 2-16,2-3-1 0,0 1 1 16,-1 1-1-16,-1 0 0 0,3-1 3 0,0 1-3 15,-4-1 0-15,3 0 1 0,-1-1-1 16,-1 4-1-16,3-3-2 0,-4 1 5 0,1 0-1 15,0-1-4-15,0 0 2 0,0 1 3 16,1-1 2-16,-2 1-4 0,0-1 2 0,0 0-1 16,0 0-1-16,1 3-4 0,-4-4 1 0,4 1 2 15,-1 1 1-15,1 1 1 0,-2 1-1 16,1-4 3-16,0 4 1 0,1-2-3 0,-2 2-2 16,3-2-2-16,-1 0 6 0,-2 0-3 0,2-1 0 15,0 3 0-15,-2-3 0 0,2 2 0 16,-1-2-1-16,0 1-1 0,0-1-2 0,0 1 3 15,-1-1 1-15,-2 1 0 0,3-2 0 0,-3 1 0 16,2 1 1-16,-1-3 1 0,2 4-2 16,-2-3 2-16,0 1-2 0,-1 2 0 0,2-2 1 15,-1 2 0-15,0-1-1 0,-2 1 2 0,1-1 0 16,1 0-2-16,-1 1 0 0,1-2 0 16,1 1-1-16,-1 0-2 0,-1 0 1 0,1 2 2 15,1-1 1-15,0 0 0 0,-1 1-1 16,-1 1 0-16,1-1-1 0,-1 0 0 0,3 1-1 15,-3-2 0-15,2 2 1 0,-1-1 0 0,1 0 0 16,1-3 1-16,-3 3-3 0,5-1 2 16,-3-1 0-16,0-1 0 0,2-1 0 0,0 2 1 15,0-5 0-15,0 5 0 0,1-3 3 0,-2 0-1 16,1 1 0-16,-1 2 3 0,-1-1-1 16,0-2-2-16,0 3-2 0,0-2 0 0,-1 0 0 15,1 2-2-15,-2-1 3 0,2-2 0 16,-1 3 3-16,0-3-3 0,-1 3 0 0,-1-4 1 15,2 3-2-15,0-2 1 0,-1 1-1 0,-1-1 2 16,0 1 0-16,2 0 0 0,-2-1 1 16,1 0 0-16,-1 0-1 0,0-1 2 0,2 2-2 15,0 0 1-15,-2 1-3 0,0-2 1 0,0 1-3 16,1 0-2-16,-1-1 2 0,0 1 1 16,0-1-2-16,2-1-1 0,-1 1 2 0,1-2-1 15,-2 1 3-15,4-1-1 0,-2 0 0 16,-1 0 0-16,1-1-1 0,1 0 4 0,1 1-3 15,-3 0-1-15,1-2 4 0,-1 3-1 16,3-2 1-16,-4 2-4 0,1 0 2 0,-1-3-1 0,0 4-1 16,0-2 0-16,0 0-2 0,0 0 2 15,-1 1 1-15,1-3 0 0,0 1-1 0,-2 2 3 16,2-1 1-16,-2-1 2 0,2 0 0 16,0 2 0-16,0 0-1 0,0-1 3 0,0-1-3 15,0 2-2-15,2-2 2 0,0 1-1 16,1-2 0-16,-2 0-3 0,3 1 1 0,0-2 1 15,-1 1-1-15,0 1 3 0,1 0-1 0,-1 0 0 16,-2 1-1-16,3 2 1 0,-3-2-1 0,1 1 0 16,-1 2 2-16,1-1 4 0,-2-1 10 15,2 1 9-15,-2 3 4 0,0-3 2 0,0 3 1 16,1-2-4-16,-1 0-9 0,0 0-9 0,5 2-5 16,-5-3-4-16,1 1 1 0,1 0-1 15,1-1-4-15,-1-2 2 0,1 1 3 0,0-1-2 16,2-2-2-16,-2 3-2 0,3-1 1 15,-1 0-2-15,0 0-1 0,-2-1-1 0,2 2 1 16,0-1 4-16,-1 0 1 0,1 0 1 16,-1-1 3-16,1 2 1 0,-2-1 1 0,2 0 0 15,-1 1 1-15,-3-1-1 0,2 2 1 0,2-1 3 16,-5 0 6-16,1 3 0 0,-1-1 0 16,3-1 1-16,-3 2-6 0,2-3-8 0,0 2-7 15,-1-1-5-15,1 1 0 0,0-1-3 16,-1 1 5-16,1-2 2 0,-1 1 2 0,3-2 2 0,-3 0 0 15,2 2 1-15,-1 0 1 0,2 0-1 16,-1-2 2-16,-1 4-2 0,1-3 1 0,-1 2 0 16,1 0 1-16,-1 1 0 0,-1 0-2 15,3 0 4-15,-4 2-1 0,1-2 0 0,-1 3-1 16,0 0 1-16,2 1 1 0,-1-1-1 0,-1 0-1 16,0-3 0-16,2 4-1 0,-2-1 0 15,2 0 0-15,0-1-2 0,2 2 0 0,-3-2 1 16,2 1-1-16,1 0-1 0,-3-3 2 15,2 3 6-15,1-1 4 0,-1 0 3 0,0-1 1 16,0 1 0-16,2 0 0 0,-1-1-7 16,0 1-1-16,-3 0 0 0,2 1-1 0,-1 0 1 15,1-1 0-15,-1 2 1 0,0-1 0 0,-1 1-3 16,1-1 0-16,-1 1-2 0,4-1-2 0,-4-3 0 16,4 3-1-16,-2-1 0 0,0-2 1 15,1 1 0-15,1-1 2 0,-4 3 1 0,2-2 2 16,2 2 0-16,-4 1-2 0,1 0-6 0,-1-1-4 15,1 1-1-15,-2-1-3 0,2 0 0 16,-1-1-1-16,-1 1 6 0,2-1 3 0,-1-1 3 16,1-1-1-16,-2 0 1 0,3 1 0 15,-3-1 0-15,2 0 0 0,0 1 0 0,-1-1 1 16,1 1-1-16,-1 0 1 0,4 1 1 16,-4-1-2-16,-1 1 1 0,2 1-1 0,-1 0-1 15,1 1 1-15,-2-1-2 0,2 4 2 0,-1-2 0 16,1 1-1-16,0 1 0 0,-2-1 1 0,1 4-1 15,-1-2 0-15,0 2 1 0,0-1 1 16,3 2 0-16,-1-2-1 0,0 1 2 0,-1 1-2 16,2-1 0-16,2-1 1 0,-1 0-2 15,1 2 1-15,-1-2-2 0,0 2 1 0,1-3 0 16,-2 2-1-16,3 0 1 0,-1 0 2 0,-2-1 1 16,2 2-2-16,-2-3 0 0,1 3 0 15,-3 0 1-15,2 0-2 0,-1 0-1 0,0 3 3 16,-1-1 1-16,2 0 1 0,-1 2 1 0,-2 2 0 15,0-2-1-15,0 2 1 0,-2 1-3 16,-1 2 0-16,3 0 2 0,-3 1-2 0,1 1 1 16,-1 2-1-16,2-1 2 0,-3 1-1 0,3 1-1 15,-2 2-1-15,1-1 8 0,-1 0 3 16,1 1 1-16,-1-1 1 0,1 1-1 0,-2-1 0 16,2 4-5-16,-1-4-2 0,2 3 0 15,-1-3-1-15,0 4 3 0,-1-1-1 0,2-1-6 16,-1 2-4-16,0-4-2 0,2 3-1 0,0 0-3 15,-1-1 1-15,1 0 5 0,1 0 3 16,-1 1 0-16,0 0 3 0,2-2-1 0,-2 3-1 16,2-1 1-16,-2-1 1 0,1 2 0 15,1-1-1-15,-1 0 0 0,-1 0 0 0,2-2-1 16,0 0 0-16,-1 3 0 0,2-3-1 0,-1 1 1 16,2 0 1-16,0-1-1 0,-3 1 1 15,2-1 0-15,-1 0 6 0,0 2 3 0,-1-1 0 16,1 0 2-16,-1 2-1 0,-1-2-1 15,0 0-5-15,2 1-1 0,0-1-3 0,-2 0 1 16,0 0-2-16,0 2 3 0,0-3-1 0,0 0 1 16,0 0 1-16,0 1 1 0,0 0 2 0,0-1 1 15,0 0 2-15,0 1 0 0,0 0-1 16,1-1 1-16,-1 1-2 0,0 0-1 0,3-1 1 16,-3-1-3-16,2 0 0 0,-2-1-1 0,2 1 0 15,-1 1 0-15,-1 0-1 0,0-1 0 16,0 2 0-16,0 1-2 0,0-2 0 0,0 2 1 15,-1 0-7-15,-1 0 2 0,2-1 2 16,0 0 2-16,0 0 0 0,-2 0-1 0,2 1 6 16,0-3-3-16,-1 1-1 0,1 0-2 15,0-1 0-15,0 1-1 0,0-1 0 0,0 1 0 16,1-1-1-16,-1 0 1 0,0 2-1 0,2-2 1 16,-2 0-1-16,0 0 1 0,0 0-1 15,0 2 0-15,0-2 2 0,0 1-1 0,0-2 1 16,0 2 1-16,0 0 1 0,0-1 0 0,0 0 0 15,0 1 1-15,-2-2-1 0,2 1 0 16,0 2 0-16,0-3-1 0,0 2-2 0,0-1 1 16,-1 0 1-16,1 1 1 0,-2-1-1 0,2 1 0 15,0 0 1-15,0 0 0 0,0 1-2 0,-1-1 1 16,1 1-1-16,0 0 0 0,0-2-1 16,0 2 1-16,0 0-1 0,0-4 0 15,0 2 2-15,0-2 0 0,0 0 0 0,0 0-1 16,0-1 2-16,0-1-2 0,0 1 0 0,0-2-1 15,0-1 1-15,0 2-1 0,0-1 0 0,0 0 1 16,0 0-2-16,0 0 1 0,0-2 0 16,0 1 1-16,0 0 0 0,0 0 0 0,0-1 0 15,0 2 0-15,0-3-1 0,0 2 0 0,0 1-2 16,0-2 1-16,0 1 2 0,-2 0-1 16,0 0 0-16,1 1 0 0,-1 1 1 15,2 0 0-15,-1-1-1 0,-1 1 1 0,0-1 0 16,2 2 0-16,-1-2 0 0,-1 1 1 0,1 0-1 15,1-1 0-15,-4-1 0 0,4 2 1 0,0-1-1 16,0-1 0-16,-2 0 0 0,0-1 0 16,2 4 0-16,-2-3-1 0,2 0 1 0,-1 1 1 15,1-1-1-15,-2 0 1 0,2 0 0 0,0-1 0 16,-1 1 1-16,1 1-2 0,0-2 1 16,0 1 0-16,0 0 0 0,0-2-1 0,0 2 0 15,0-2 0-15,0 0 1 0,0 2 1 16,1-1-1-16,-1-1 0 0,0 0-1 0,2-1 0 15,-2 0-1-15,1 0 0 0,1 0 0 0,-2 0 1 16,4 0-1-16,-4 0 1 0,4-1 0 16,-3 1-1-16,1-2 1 0,-1 2 0 0,1-1 0 15,0-1 0-15,-1 0 0 0,1 1 0 16,-1 1 0-16,3-1 0 0,-3 1 1 0,1 0-1 16,-1 0 0-16,1 1 0 0,0 1-1 0,-1 1 1 15,2 1 0-15,-1-1 0 0,-2 2 1 16,1-1 1-16,1 1-2 0,-1-2 0 0,-1 2 0 15,2 1-1-15,0-3-1 0,-1 2 2 0,1 0-1 16,-1-1 0-16,1-1 0 0,1 2 1 16,-1-1 0-16,-1-2 0 0,1 1 0 0,1 0 0 15,0 0 2-15,-1-2-3 0,-1 0 1 0,1 0 0 16,-1 2-1-16,3-1 2 0,-3-1-2 16,1-1 1-16,-1 0 1 0,1 1-1 0,0-2 1 15,-1 1-2-15,1 0 1 0,0-2 0 16,-1 2 0-16,1-1 0 0,-1 1-1 0,-1-1 0 15,5 1 1-15,-5 0-2 0,1-1 1 0,-1 1 1 16,3 0 0-16,-3 0 1 0,2 2 0 16,0-1 0-16,-1 2 0 0,-1-1 1 0,0 0-1 15,2 2 0-15,-2-1 0 0,1 0 0 0,-1 0-1 16,0-2 1-16,2 4-1 0,-2-2 0 16,2-1 0-16,-1 1 0 0,-1-1 0 0,4 0 0 15,-4-1 1-15,1-1-2 0,-1 0 0 0,3-2 0 16,-3 1 0-16,2-2 1 0,1 0-1 15,-2 0 0-15,-1 0 0 0,2-1 1 0,-1 1 1 16,1-2-1-16,0 1 0 0,-1-1 1 16,1 0-1-16,1 2 0 0,0-3 0 0,1 2 0 15,-3 0-1-15,2-2 0 0,2 2 0 0,-1-2 0 16,0 1 1-16,1-1 0 0,-4 1 1 0,4-1 1 16,-2 0-2-16,0 0 1 0,1 0-1 15,1 0-1-15,-3 0-1 0,1 0 1 0,1 0 1 16,-1 0-1-16,0 2 2 0,0-2-1 15,2 2 0-15,-1-2 0 0,1 0 0 0,-2 1 0 16,2 0 0-16,2 1 0 0,-3-1 0 16,1 2-1-16,1-1 1 0,1 1 1 0,-3 1 0 15,3-1 0-15,-2 2 1 0,1-1 0 0,-2 0 1 16,1 1-1-16,0 0-1 0,2-1 0 16,-3 1 0-16,1 1 0 0,-1-1 0 0,1-1 0 15,0 0 0-15,0 1-1 0,0-2 1 16,1 1 0-16,-2-1-1 0,0-1-1 0,1-1 1 0,-1-1 2 15,1 0 0-15,0 0 0 0,2 0 0 16,-2-1 0-16,0-1 1 0,2 1-1 0,-3-1-1 16,0 1-1-16,2-1 1 0,-2 1 0 15,0-1 0-15,0 2 0 0,0-1 0 0,0 0 0 16,1 1 1-16,1 0 0 0,-1 0-1 0,0 0 0 16,0 1 1-16,1-1-1 0,2 1 0 15,-4-1 0-15,1 2 0 0,2-1 2 0,-1 1-1 16,0 1 1-16,-1-2 0 0,0 1-1 15,1-1 0-15,-3-1-1 0,2 2-1 0,0-1 1 16,-1 1-1-16,1-1 0 0,2-1 0 16,-3 2 2-16,1-1 0 0,0 1 0 0,2-1-1 15,-2-1 1-15,2 1-1 0,-1-1 0 0,1 0 0 16,2 2-1-16,-3-2 1 0,2 0 0 16,0 2 0-16,1-2 0 0,-2 0-1 0,1 0 0 15,-2 0-1-15,3 0 1 0,-2-2-1 0,-1 2 0 16,2-2 1-16,0 1 1 0,-2 0 0 15,-1 1 0-15,3 0-1 0,-3-2 2 0,1 2-2 16,-1-1 1-16,1 1-1 0,-1-2 0 0,0 2 0 16,1 0 0-16,-2 0 0 0,1 0 0 15,-1 0 0-15,0 0 0 0,1 0 1 0,-2 0-1 16,3 0-1-16,-1 0 0 0,-2 0 1 0,1 0-1 16,0 0 0-16,0 0 1 0,0 2 0 15,-2-2 0-15,6 1 0 0,-5 1 2 0,2-1-1 16,-1 0 0-16,1 3-1 0,0-3 0 15,3 2 0-15,-4-1 0 0,4-1-1 0,-1 0 1 16,-1 1 0-16,5 0 0 0,-3-1 0 16,0 0 1-16,3 1-1 0,-1 1 0 0,-1-3 0 15,2 0-1-15,-1 2 1 0,-1-2 0 0,3 3 0 16,-3-2 0-16,0 1 1 0,2 0-1 16,-1 1 0-16,-2 1 0 0,1-2 0 0,0 2 0 15,-1-1 0-15,2 0 0 0,-1 1 0 16,-1-1 0-16,0 0 0 0,0 2 0 0,3-2-1 15,-3 1 1-15,0 1 0 0,4-1 1 0,-2 0 1 16,1 2 0-16,0-1 1 0,2 0 0 0,-1-2 1 16,1 2-2-16,0-1 1 0,3 0-1 15,-3 0 0-15,2-2 0 0,0 0-1 0,0 1 2 16,0-2-1-16,0 1-1 0,0-1 0 16,0-1 0-16,1 2 0 0,-2-1-1 0,1-1 0 15,0 2 0-15,0-1 1 0,-1 1-1 0,-2-1 0 16,1-1 1-16,1 2-1 0,-1 1 1 0,-1-2 0 15,-2 0-1-15,1 1 0 0,-2 0 0 16,1-1 0-16,-2 2 0 0,1-1 1 0,-1-1-1 16,-1 0 0-16,-1 3 0 0,-1-3 0 15,3 0 0-15,-4-1 0 0,1 2 1 0,-2 1-1 16,1-3 0-16,-1 0 1 0,-2 0-1 0,1 2 0 16,0-2 0-16,-1 0 0 0,-1 0 0 15,3 0 0-15,-1 0 0 0,-1 0 0 0,-1 0 0 16,2 0 0-16,-2 3 1 0,1-3-1 0,-1 0 0 15,0 0 0-15,2 0 0 0,0 0 0 16,-1 0-1-16,-1 0 1 0,2-3 0 0,-1 3-1 16,1 0 1-16,-2 0 0 0,2 0 0 15,-1 0 1-15,-1 0 0 0,2 0 0 0,0 0 0 16,-2 0-1-16,1 0 0 0,1 0 0 0,-1 0 0 16,2 0 0-16,-1 0 0 0,-1 0-1 15,2-2 1-15,1 2-1 0,-3 0 1 0,2-3 0 16,1 1 0-16,-1 1 1 0,-1 0 0 0,1 1 0 15,-2 0-1-15,4-2 0 0,-4 2 0 16,1 0 0-16,-1 0-1 0,3 2 1 0,-3-2 0 16,3 0 0-16,-1 1 0 0,0 0 0 15,0 1 0-15,2-2-1 0,-1 3 1 0,-1-3 1 16,2 0-1-16,0 0 0 0,0 2 0 0,-2-2 1 16,5 0-1-16,-4 0 0 0,3 0 0 15,-2 0 0-15,0 0-1 0,-2 0 0 0,0 0 1 16,3 0 0-16,-3 0 0 0,2 3-1 0,-2-3 1 15,4 2 0-15,-3-2 0 0,1 0 0 16,1 1 0-16,1-1 0 0,-3 0 0 0,5 0 0 16,-2 0 0-16,-1 0 0 0,2 0 0 15,-3 0 0-15,3 0-1 0,0 0 1 0,-2 0-1 16,2 0 1-16,-3 0 0 0,4 0-1 0,-4 0 1 16,2 0 0-16,1 0 0 0,-4 0-1 15,2 0 0-15,-1 0 1 0,2 0 0 0,-4 0-1 16,2 0 1-16,-2 0 0 0,0 0 0 0,1 0 0 15,1 0 0-15,-2 1 0 0,2-1 0 16,-2 1 0-16,1-1 1 0,0 0-1 0,1 0 2 16,1 3-2-16,-1-3 1 0,0 0 0 15,0 0-1-15,1 0 0 0,2 0 1 0,-4 0 0 16,4 2-1-16,-3-2 0 0,2 0 0 0,0 2 0 16,0-2 0-16,-3 0 0 0,3 2 0 0,-1-1 1 15,2 0-1-15,-2 1 0 0,1 0 1 16,-1-1-1-16,2 2 0 0,-2-2 0 0,2 1 0 15,0-1 1-15,1 1-1 0,-2-1 0 16,-1 1 0-16,2-1 0 0,-1-1 0 0,0 3-1 16,1-3 1-16,-1 2 0 0,-3-1 0 0,6 1 0 15,-6-1 1-15,3 1 0 0,-1 0 0 16,-1 0 0-16,4 0-1 0,-2-1 1 0,-3 0-1 16,5 3 0-16,-3-3 0 0,1 2-1 0,2 0 0 15,-1-2 1-15,1 4 0 0,0-5 0 16,-1 2 0-16,0-2 0 0,3 5 1 0,-3-4-1 15,3-1 1-15,-1 1-1 0,-1 0 0 16,2 2-1-16,0-3 0 0,0 0 1 0,-1 2 0 16,2 0 0-16,0 0 0 0,2-2 0 15,-1 1 0-15,-1 0 0 0,2 1 0 0,-1 0 0 16,1-2 0-16,1 1 0 0,-1 0 0 0,-2-1-1 16,4 0 1-16,-3 0 0 0,0 0-1 0,2 0 1 15,-2 0 0-15,1 0 0 0,-3 0-1 16,2-1-1-16,-2 1 1 0,0-1 0 0,0 1 1 15,-1-2-1-15,-1 0 1 0,0 1 1 16,-2 0-1-16,-1-1 0 0,1 0 0 0,-3 0 0 16,1-1 0-16,1 2 0 0,-1-1 0 0,-2-3 1 15,0 0-1-15,1-1 1 0,-1 0 0 16,-2 0 0-16,3-1-1 0,0-1 0 0,-2 1 1 16,1-4-1-16,-2 3-1 0,3-3 1 15,-3 2-1-15,2-3 1 0,1 1-1 0,-3 1 0 16,3 0 1-16,-3-2 1 0,2-1-1 0,2 2 0 15,-2-1 0-15,2 2 0 0,-4 0 1 0,2-2-2 16,1 0 1-16,-1-1 0 0,0 1 0 16,0 1 0-16,2-3 0 0,-1 1-1 15,0-2 1-15,1-1-1 0,-1 0 0 0,1-2 0 16,3 1-1-16,-4-3 0 0,1-1 1 0,2-1 0 16,-1-1 1-16,1-2 0 0,-1 2 1 0,0-4 1 15,0 2 0-15,-1 2 0 0,-2-4 0 16,3 4 0-16,-2-1-1 0,-1 2 0 0,-2-1-1 15,3 1 0-15,-3 1 0 0,2-1-1 16,-3 2 1-16,2-1-1 0,0-2 0 0,-2 0 1 16,1 1-1-16,-1-1 0 0,0-1 1 0,2 1-1 15,-2-3 0-15,1 0 1 0,-1-2-2 16,2 1 0-16,-2-1 0 0,3-1-1 0,0 2 3 16,-1-4-2-16,-1 1 2 0,-1-1 1 15,3 2 0-15,-3 0 0 0,2-1 0 0,-2 0 0 16,0 2 0-16,0 0 1 0,0 0-1 0,0-2 0 15,0 2-1-15,2-1-1 0,-2-1 0 0,0 0 0 16,0 0-1-16,1 1 1 0,-1-2-1 16,0 1 2-16,2-1-2 0,-1-1 2 15,-1 0-3-15,2-2 1 0,0 1 1 0,-1-1 0 16,3 0 1-16,-1 0 0 0,1 0 2 0,-1 1-1 16,0 1 1-16,1 2 0 0,-1 1-1 0,0-2 0 15,0 4 0-15,1 0 0 0,-1-1-1 16,0 1 0-16,1 2 0 0,-1-1 0 0,1 0 0 15,-1 1-1-15,0-2 1 0,0-1 0 16,1 2 0-16,-1-1-1 0,0-1 0 0,1 0 0 16,3-2-2-16,-2 2-1 0,1-4 1 0,0 4 1 15,2-3 2-15,0 3-1 0,-2 1 2 0,4 0 1 16,-1 2-1-16,-1-1 0 0,2 4 1 16,-1 1 1-16,-3 2-1 0,2 0-1 0,-3 4-1 15,0 0 0-15,3 3 1 0,-4 0 0 16,0 1-1-16,0 1 1 0,0 1 0 0,-1 2 0 15,0 0-6-15,0-1 2 0,2 2-5 0,-2-1-2 16,0 1-1-16,0 0-1 0,2-1 5 16,0 1-2-16,-2-1 5 0,2 2 2 0,-1-1 1 15,1 2 1-15,-2-2 0 0,1 3-1 16,-3 0 0-16,1 1 0 0,-1-1 0 0,1 3-2 16,-2-1 1-16,2 1 0 0,-2-2 0 0,0 2 0 15,1 0 1-15,-1 0 0 0,2 2 2 16,-2-2-1-16,1 0 0 0,-1 0 1 0,2 1 0 15,1-1-1-15,-3 3 0 0,1 0 0 0,1 1 1 16,-1 1 0-16,-1 1 0 0,2 1 5 16,0 4 3-16,-1 2 1 0,3-1 1 0,-3 2-1 15,2 1-1-15,1 2-5 0,-3 1-3 0,4 0-1 16,-1 3-2-16,1 0 1 0,0-1 1 16,0 3 1-16,0 1 0 0,1 0 0 0,0 1 1 15,0 0 0-15,-1 0-1 0,0 1 0 16,0 1 2-16,0-1 0 0,1 2-1 0,-2-1 0 15,1 1 1-15,-2 0-2 0,1 0 0 0,1 0 1 16,-4 1-2-16,2-3 1 0,2 0-2 16,-2 1 1-16,0-2 0 0,-1 0 0 0,-1-1 0 15,1-1 0-15,-1 1 0 0,-1-2 1 0,0-1-2 16,0 3 1-16,-1-3-1 0,-1 1 0 16,1-1 2-16,-3 0-1 0,0 0 3 0,-1 0 0 15,1-1 1-15,-1 1 2 0,0 0-1 16,0-1 0-16,0 0 0 0,-1-1-2 0,2 1 0 15,-1-1 0-15,1 0-2 0,0-2 0 0,0 0 0 16,1 0 0-16,2-1-1 0,-1 0 1 16,-1 0-1-16,2 0 2 0,-1-1-2 0,0 2 2 15,1-2-2-15,-1 1 1 0,1 2 0 0,1-4-1 16,-4 5 1-16,3-2-1 0,-1 1 1 0,1-2 0 16,-1 2-1-16,-1 0 1 0,1-1 0 15,-1 1 0-15,1-3 0 0,-2 3 0 0,1-3 1 16,1 0 0-16,-1 1 2 0,1-2 1 15,-1 0 2-15,2-1 1 0,-1-1 0 0,0 0-1 16,1-2 0-16,-1-1-1 0,0 0-1 16,2-1 0-16,0-2 0 0,-1 1 2 0,-1-1 3 15,2 0 4-15,0 0 2 0,-1 0 1 0,1 1 1 16,-3-2-1-16,1 3-2 0,2 0-4 16,-3 0-2-16,2 0-3 0,-1 1-1 0,0 0 0 15,2 0-2-15,-3-1 0 0,3 3-1 16,0-5 1-16,0 5-1 0,0-2 0 0,0-1 0 15,0 2-1-15,0 0 0 0,0 0 1 0,0 1-1 16,2 0 1-16,-1-1 0 0,1 2-2 0,0 0 2 16,-1-1-1-16,2 1 0 0,-1 0 0 15,2 0 0-15,-1 0-1 0,-1 0 1 0,3-1-1 16,-2 1 0-16,0 1 1 0,1 2-1 16,-3-3 1-16,2 1-1 0,3-1 1 0,-4 2-1 15,1-1 0-15,0-2 0 0,1 1 0 0,-1 0-1 16,-2-2 1-16,3 1 0 0,-3-1 0 15,2 1 0-15,1 0 0 0,-3-3 1 0,-1 1-1 16,3 0 0-16,-1 0 0 0,-2 0 0 16,0 0 0-16,0 0 0 0,-2 2-1 0,-1-2 1 15,3-1 0-15,-1 2 0 0,-1 0 0 0,0-1 0 16,-1 0-1-16,2 0 1 0,-1 2 0 16,0-3-1-16,-1 0 1 0,2 1-2 0,1 0 2 15,-4 0-1-15,4 0 0 0,-1-1 1 0,-1 1 0 16,1-1 0-16,-1 0 0 0,0-1 0 15,2 1 0-15,-2 0-1 0,0-1 0 0,0 0 0 16,2 1 0-16,0-3-1 0,-1 3 1 0,1 1 1 16,0-2 0-16,0 0 0 0,0 2 0 15,1-1 1-15,-1-1 0 0,4 2 0 0,-2 0-1 16,-2 0 1-16,4 1-1 0,-1 0 0 0,-2-1 0 16,3 0 0-16,-3 1 1 0,1-1 0 15,-1 2 0-15,1 0 0 0,0-1 0 0,-2 0 1 16,0 2-2-16,1-3 2 0,-1 1-2 15,0 1 0-15,0-1 0 0,2 1 1 0,-2-2-1 16,1 0-1-16,-1 2 2 0,0-4-1 16,2 2 0-16,-2 0 0 0,2-1 0 0,-2 1 1 15,1-3-1-15,-1 0 0 0,3 0-1 0,-1-2 1 16,-1 2 0-16,-1-3 0 0,2 0 0 0,-1 2 0 16,-1-4 0-16,2 0 0 0,0 1 0 15,-1 1-1-15,-1-3 1 0,3 1 0 16,-1 1 0-16,0 0 0 0,1-2 0 0,-1 2 0 15,1 0 0-15,1 1 1 0,-1-3-1 0,0 2 0 16,1 1 0-16,-1-2 0 0,2 2-1 0,-2-2 1 16,0 2 0-16,3 1 0 0,-3-2-1 15,4 0 1-15,-3 2 1 0,1-3-1 0,0 0 0 16,3 2 0-16,-2-1 0 0,1 1-1 0,1-2 0 16,1 2 0-16,0 0 1 0,1 0 0 15,2 0-1-15,0 0 1 0,0 0 0 0,2 0-1 16,1 2 0-16,0-3 0 0,2 3-1 0,0 1 2 15,-1-4 0-15,3 3 0 0,-1-3 0 16,2 2 2-16,0-2-1 0,0 2 0 0,1-2 0 16,1 0-1-16,0 0 1 0,1 0 0 15,0 0-1-15,-1-2 1 0,2 1 0 0,-2 1 0 16,2-2-1-16,0 1 1 0,-1 1-1 0,-2-2 2 16,1 1-2-16,-2 1 0 0,1-1 0 15,-2-1 0-15,2 2 1 0,-4-1-2 0,0 2 1 16,1-1 0-16,-1-1 0 0,-2 2-1 15,0-2 0-15,-2 3 1 0,3-2-1 0,-2 2 1 16,2 0-1-16,-3 0 1 0,1 1-1 0,-2 2 0 16,1-4 0-16,1 4 1 0,1-1-1 0,0 0 0 15,0 0 0-15,0-2 0 0,1 2-1 16,2-1 2-16,-1-3-2 0,-1 3 0 0,2-2 2 16,0 0 0-16,-1 0 0 0,3-1 0 15,-3-1 1-15,2 0 1 0,-2-1-1 0,0 0 0 16,1 0 1-16,-1 0-1 0,-2 0 0 0,0 0-1 15,-3 0 1-15,2 0 0 0,-5 0 0 0,-1 0 0 16,0 2-1-16,0 1 0 0,-2-3 0 16,-1 0 0-16,-2 2 0 0,1-2-1 0,-3 3 1 15,2-3 0-15,0 2 0 0,-1-2 0 16,-1 0 0-16,-1 1 0 0,2 0 0 0,-1 0 0 16,-1-1 0-16,2 3 0 0,0-1 1 0,-2 0-1 15,1 0 0-15,1-1 0 0,-1 0-1 16,-1 3 1-16,2-4-1 0,0 1 1 0,-1 0-1 15,-1 1 1-15,4-2 1 0,-4 1-1 16,1 1 1-16,2-1-1 0,-1 1 0 0,1-1 0 16,0 1 0-16,0-1 0 0,0 2 0 0,0 0-1 15,2 0 1-15,0 0 0 0,0 2-1 16,2-3 1-16,2 2-1 0,-1-2 1 0,2 3 1 16,2-2-1-16,-1 0 1 0,3-3-1 0,-1 2 0 15,2-2 1-15,1 5-1 0,0-5 0 16,-2 0 0-16,3 0 0 0,-2 0 0 0,0-3-1 15,-2 1 1-15,3 2 0 0,-5 0 0 0,2-2 0 16,-1 2 0-16,-4 0 0 0,2 0 0 16,-1 2 0-16,-2-2 0 0,-1 0 0 0,0 2 0 15,-1 1-1-15,0-2 1 0,-1 1 0 16,0 1 0-16,-3-1 1 0,2 0-1 0,1 0 0 16,-3 0-1-16,3 0 0 0,-3 0 1 0,1-2-1 15,-1 1 0-15,2-1 1 0,-1 1 0 16,-1-1 0-16,-1 0 0 0,2 0 0 0,-1 0 0 15,1 2 0-15,0-2 0 0,-1 0 0 16,-1 0 0-16,2 1 0 0,-1-1 0 0,-1 0 0 16,2 2-1-16,-2-2 1 0,2 0 0 0,-1 1 0 15,-1-1 0-15,2 2 0 0,0-2 0 0,-1 0 0 16,-1 0 0-16,2 1 0 0,-1-1 0 16,1 0-1-16,1 2 0 0,-3-2 1 0,1 1 0 15,-1-1 0-15,0 2-1 0,2-1 2 16,-1 1-1-16,-1 1 0 0,0-2 0 0,2 2-1 15,-2-2 0-15,2 3-1 0,-1-3 1 0,1 2 0 16,0 0-1-16,1-2 2 0,0 1 0 16,0 0 0-16,5-2 0 0,-4 0 0 0,1 0-1 15,0 0 1-15,3 0-1 0,0 0 1 16,0 0 0-16,-2 1 0 0,5-1 0 0,-1 1 0 16,1 1-1-16,0 1 0 0,1-1 0 0,1 0 0 15,1 2 1-15,2-2 0 0,0 1 1 16,0 1-1-16,3-2 2 0,-2-1-1 0,4-1 0 15,1 0 0-15,-1-1 0 0,2-3 0 16,2-1 1-16,1-1-1 0,-1 2 1 0,2-3-1 16,2-1 0-16,-1 0 0 0,0 1 0 0,3-2 0 15,-1 0 0-15,0 1 1 0,-2-2-2 0,0 1 0 16,1 0 0-16,-1 0 0 0,1 2 0 16,-3-1-2-16,1 1 1 0,2 1 0 0,-5 0 1 15,3 0-3-15,-4-1 1 0,2 4 0 16,-2-4 1-16,1 2 0 0,-2 1 1 0,-1 0 2 15,0 0 0-15,-2 2-1 0,2-2 1 16,-4 2-1-16,0-1 0 0,0 1-1 0,-4-1 0 0,0 0 0 16,0 2 0-16,-5-1 0 0,0 1 1 15,-2-2-1-15,-1 1 0 0,1 1 0 0,-1-1 0 16,-4-2 0-16,3 0-1 0,-3-2 1 16,1 2 0-16,-1-3 1 0,1 2-1 0,0-3 0 15,-2 1 0-15,1 1 0 0,1-1 0 16,-1-1 0-16,-1 2 0 0,4-3 0 0,-2 1-1 15,-2 2 1-15,4-1-1 0,-3-4 0 0,2 3 1 16,-1-3-1-16,1-1 0 0,-1-1-1 16,1-1 1-16,-1-3-1 0,1 3 0 0,0-4 0 15,-1-1 1-15,2 1-1 0,-2-2 1 0,1-1-1 16,-2 0 0-16,3 0 0 0,-3-2-1 16,2 1 0-16,-3-1 0 0,4 1 1 0,-3-2 1 15,1 1 1-15,-1-2 0 0,1 2 2 0,0-2 0 16,-2 4 0-16,-2-1-1 0,2 1 0 15,-2 2 1-15,2 0-1 0,-1 1-1 0,1-1 1 16,0 3 0-16,0-2-1 0,0 2 0 0,1-1 0 16,1 2-1-16,1-2 1 0,0 3 0 15,0 0 0-15,0 1 0 0,1-1-1 0,-1 2 1 16,2 2-1-16,-4-2 0 0,4 1 1 16,-2 1-1-16,2 1 1 0,-4 0 0 0,4 0 0 15,-3 0 0-15,1 1 1 0,-2 0-1 16,3 3 0-16,-3-1-1 0,1-1 0 0,0 2 1 15,-1 1-1-15,2-2 1 0,2 0 1 0,-2-2-1 16,2 0 0-16,-2 0 0 0,2 0 1 0,0 0-1 16,-1 1 0-16,1-1 1 0,-1 1-2 15,0 0 1-15,-1 2-1 0,0-1 0 0,0 0 0 16,-1 4 0-16,0-1 0 0,-1 1 0 0,1 0 1 16,-1 2-1-16,4-2 0 0,-4 0 1 15,2 1 0-15,1 1-1 0,-3-1 1 0,3-1 0 16,-1-1 0-16,2 0 0 0,-2 0 0 15,2-1 0-15,1-1 0 0,-2-1 0 0,0 2 0 16,0-2-1-16,0 1 1 0,0 1 0 16,0 1 0-16,0 0-1 0,-2 0 1 0,1 1-1 15,-2 1 0-15,3-2 0 0,-3 3 1 0,2 0 0 16,1 0 0-16,-3 0 0 0,1 0 0 0,0 0 0 16,-1 0 0-16,1 0 0 0,-1 0 0 15,4 0 0-15,-4 3-1 0,1-2 1 0,-1 1 0 16,3 1 0-16,-3-1 0 0,1 0 0 15,-1 2 0-15,3-2 0 0,-3 2 0 0,3-3 0 16,-1 2 1-16,-2-2-2 0,4 1 1 0,-2-2 1 16,0 0 0-16,0 0-1 0,1-2 1 15,-1 2 0-15,-2-1-1 0,3 1-1 0,-3-2 1 16,2 2-1-16,-3-1 0 0,5 1 0 0,-4 0 2 16,1-1-1-16,-1 1-1 0,3-2 1 15,-3 2 1-15,1-2-1 0,0 2 0 0,1 2 0 16,-3 0 1-16,1-1-1 0,3 2 0 15,-3 0 0-15,-1 3 0 0,0 0 1 0,2 0 0 16,-1 2 1-16,-1 2 0 0,0-1 0 16,0 2-1-16,0 1 0 0,0-3 0 0,0 4 0 15,0 0-1-15,0 2 1 0,0-4 0 0,-1 4-1 16,1-2 0-16,-2 2 2 0,2 0-1 0,0 0 0 16,0-1-1-16,0 1 1 0,0-2 0 15,0 0-1-15,0 0 0 0,0 0 0 0,0 1 1 16,0-2 0-16,0-1-1 0,0 1 1 0,0 1 0 15,0 0-1-15,0-1 0 0,0-1 0 16,0 1 0-16,0 0-1 0,0 1 0 0,0-4-1 16,0 3 1-16,0-1 0 0,0 1 0 15,2-2 1-15,-1 2-1 0,-1-1 1 0,0 0 0 16,0 1 0-16,0-1 0 0,0 1-1 0,0 0 1 16,0 0 0-16,0-1 0 0,0 1 1 15,0 0 0-15,0-2 1 0,2 2-1 0,-2-2 1 16,3 1 0-16,-3-1 0 0,0 0 1 0,0-1-2 15,0-2 0-15,0 1 0 0,0-2-1 16,0-2 0-16,0 0-1 0,0 0 1 0,0-3 0 16,0 0 1-16,0 1 0 0,0 0-1 15,0-2 0-15,-3 0 0 0,1 0 0 0,-1 0 0 16,2 0-3-16,-3 1-3 0,0 0-12 0,-3 4-22 16,-4-3-65-16,-1 2-93 0,-1 3-204 15,-5-3-285-15,1 2-354 0,4 0-438 0,-4-2-275 16,4-2 220-16,4-2 890 0</inkml:trace>
  <inkml:trace contextRef="#ctx0" brushRef="#br2" timeOffset="120601.35">25645 10000 211 0,'1'-1'437'0,"1"-2"217"0,-2 1 150 0,0 2-124 16,0-1-109-16,0-1-59 0,-2 1-46 15,2-1-54-15,-1-1-68 0,-1 2-49 0,2-1-25 16,-1 1-3-16,1 1 0 0,0 0-14 16,0 0-20-16,-5 0-38 0,4 0-44 0,-2 1-51 0,-1 2-40 15,-1 0-24-15,1 3-14 0,-1 1-6 16,-3 1-5-16,3 2-1 0,-1 4-2 16,0 0-1-16,-1 1-1 0,0 1-2 0,2 0 0 15,0 4 1-15,0-2-3 0,0 0 2 16,4 0-2-16,-3-2 2 0,3 1 0 0,1-2-2 15,1 0 1-15,1-2-1 0,1 0 0 0,1-1 0 16,0-2-2-16,3 1 1 0,2-2-2 0,-1-2 1 16,2 0-1-16,-1-1-2 0,4 1 2 15,-4-2 1-15,4 1 0 0,-4-2 0 0,3 0 0 16,-2 1 0-16,1-1-2 0,-2 1 2 0,1-2 0 16,0 1 0-16,-2-1 0 0,3 2 1 15,-3-3 0-15,1 2-1 0,-1 0-1 0,2-1 1 16,-2 2-1-16,0-3 0 0,0 3 0 15,2-3 0-15,-2 3 4 0,2-3-1 0,-1-1 2 16,2 2 0-16,-1-1 1 0,2 0 2 0,0 0-2 16,-3-2 2-16,5 0-1 0,-1 0 1 15,-1-2-1-15,3 2 0 0,1-2-2 0,-4 0 1 16,4 2 0-16,-2-3 0 0,2 2-1 0,-2 0-1 16,4 1 1-16,-2-1 0 0,-1-1 1 15,1-1-1-15,1 3 1 0,0 0 0 0,0-2 2 16,-3 2-1-16,3 0 0 0,-2 0 0 15,0 0 1-15,0 2-1 0,0-2-1 0,-2 0-1 16,1 0 0-16,-1 3 0 0,-2-1 2 0,3-1-2 16,-2 1 2-16,0 1-1 0,1-3-1 15,-4 4-1-15,4-2-2 0,-4-1 0 0,3 0 0 16,0-1 1-16,-2 2 0 0,2 0 0 0,-2-2 0 16,-1 0 0-16,2 1-3 0,-1-1 1 0,-2 1 0 15,0-1 2-15,1 0 0 0,-1 0-1 16,-2 2 2-16,2-2 0 0,1 0-2 0,0 0 0 15,-3 0-1-15,0 1 4 0,2-1 4 16,-2 2 2-16,1 1 5 0,-1-2 3 0,-1 2 4 16,1 0-3-16,0 0 2 0,-1 2 1 15,2 1-2-15,1-2-2 0,-1 2-3 0,0 0-1 16,1 2-5-16,0-3-5 0,1 2-1 0,0 1-2 16,0-4 0-16,1 2 0 0,-2-2-1 0,4 1 0 15,-2-2 1-15,2 1-1 0,-3-1 0 16,4 0 0-16,-2-2 0 0,-3 3 0 0,3-3 0 15,-3 2 1-15,0 0-1 0,0 3 1 16,1-4-1-16,-3 3 0 0,1-3 0 0,-2 2 0 16,-1 0 1-16,4-1-1 0,-3 2 1 0,-1-3-1 15,1 3 0-15,-1-2 0 0,0 0 1 16,2 1-1-16,-1-1-1 0,-2 0 1 0,4 0 0 16,-4 0 0-16,0 0 0 0,5-2-1 15,-4 1 1-15,1 1 0 0,0-2 0 0,0 1 0 16,1 0 1-16,0-1-1 0,1 0 0 0,-1-1 0 15,1 0 0-15,1 0 0 0,1 0 0 16,-3 0 1-16,2 0-1 0,0 0 0 0,1-1 2 16,-1 0-2-16,2 1 1 0,-1-4 0 15,2 3 0-15,-2 0 0 0,1-1-1 0,0 0 0 16,0 1 0-16,-1 0-2 0,-1-1 2 0,0 2 0 16,0-2 1-16,-1 2 0 0,1 0 0 0,-1 0 0 15,-1 0-2-15,1-1 1 0,0 1 0 16,0-1 0-16,-1-1 0 0,0 1 1 0,4-2 0 15,-2 0 0-15,0 0 1 0,0-2-1 16,1 1-1-16,0 1 0 0,-2-2 0 0,2 1-1 16,-3 0 1-16,-1 0 1 0,2 2-1 0,-2-3-1 15,-2 5 0-15,0-2 2 0,0 2-1 16,0-3-1-16,-2 3 1 0,1-2 0 0,0 2 0 16,-1 2 0-16,-1-2 0 0,2 3 0 15,-2-3 0-15,2 0 0 0,-2 0 0 0,0 2 0 16,0-2 0-16,0 0 0 0,0 0 2 0,0 0 0 15,0 0 0-15,0 0 2 0,0-2-1 0,0 2-1 16,-2-3 0-16,0 1 0 0,1 0 5 16,-3-2 4-16,1 2 4 0,-1-2 3 15,-1 0 3-15,0 0 4 0,0 1-4 0,1-2-1 16,-4-1 0-16,0 2 2 0,2-1 1 0,-2 3 2 16,1-3 2-16,0 2 0 0,0-1 1 0,2 0-2 15,2 3-3-15,0-2-3 0,0 0-20 16,3 3 0-16,-2-2 0 0,2 2 0 0,2-5 0 15,-1 4 0-15,3-2 0 0,0 0 0 16,1 0 0-16,2 0 0 0,-1 0 0 0,-2 0 0 16,3 0 0-16,-1 2 0 0,-1-2 0 0,1 1 0 15,-1 1 0-15,0-1 0 0,-4 1 0 16,4-1 0-16,-3 2 0 0,-1 0 0 0,3 0 0 16,-4 0 0-16,1 0 0 0,1 0 0 0,-2 0 0 15,0 0 0-15,1 0 0 0,-1 0 0 16,0 0 0-16,0 0 0 0,5 0 0 0,-4 2 0 15,2-1 0-15,2 1 0 0,3-1 0 0,0 2 0 16,5-1 0-16,-4 1 0 0,5-1 0 16,1 0 0-16,-1 0 0 0,3-1 0 0,1 2 0 15,-4-1 0-15,3-1 0 0,-1 0 0 16,0 1 0-16,-2 0 0 0,2-1 0 0,-3 0 0 16,0 4 0-16,1-5 0 0,-5 2 0 0,4 3 0 15,-4-4 0-15,2 1 0 0,-1 1 0 16,-2 1 0-16,0-2 0 0,0 2 0 0,-1-1 0 15,0 1 0-15,-1 1 0 0,1-2 0 16,-3 1 0-16,2 1 0 0,-1-2 0 0,0-1 0 16,0 2 0-16,0-2 0 0,-1 2 0 0,1-3 0 15,-1 2 0-15,1-1 0 0,0 0 0 16,0 0 0-16,0 1 0 0,1-1 0 0,-2-2 0 16,1 5 0-16,2-3 0 0,-2 2 0 15,-1-2 0-15,2 2 0 0,1-2 0 0,-1 2 0 16,1-2 0-16,-1 0 0 0,2 1 0 0,0-2 0 15,-2 1 0-15,2-2 0 0,0 0 0 0,0 0 0 16,-2 0 0-16,1 0 0 0,-3 0 0 16,4 0 0-16,-3 1 0 0,-1-1 0 0,1 2 0 15,2-1 0-15,-6 1 0 0,5-1 0 16,-3-1 0-16,1 2 0 0,-1-2 0 0,0 1 0 16,0-1 0-16,1 0 0 0,0 0 0 0,1 0 0 15,-1-1 0-15,3-1 0 0,-1-1 0 16,1 0 0-16,2 0 0 0,-1 0 0 0,0 0 0 15,2 1 0-15,-1-2 0 0,-1 2 0 16,2 0 0-16,0 2 0 0,0-2 0 0,0 4 0 16,0-2 0-16,1 2 0 0,-1 0 0 0,1 2 0 15,0-2 0-15,0 0 0 0,0 1 0 0,-1 0 0 16,-1 0 0-16,2 0 0 0,-1 0 0 16,-1-2 0-16,1 1 0 0,-1-2 0 0,-1 0 0 15,-1 0 0-15,2-2 0 0,-3 1 0 16,1-1 0-16,-2 2 0 0,-1 0 0 0,1-1 0 15,-2 1 0-15,-2 0 0 0,3 0 0 0,-3 0 0 16,-1 0 0-16,2 1 0 0,-1-1 0 16,1 0 0-16,0 0 0 0,-1 0 0 0,3 0 0 15,-3 0 0-15,2 0 0 0,-1-1 0 16,2-1 0-16,-1 2 0 0,1-3 0 0,1 2 0 16,-2-1 0-16,2 1 0 0,-2-2 0 0,0 1 0 15,1 0 0-15,1-2 0 0,-2 3 0 16,2-2 0-16,-2 1 0 0,1 0 0 0,-1-2 0 15,3 2 0-15,-5-3 0 0,2 3 0 16,-1-3 0-16,1 1 0 0,1 0 0 0,-1-1 0 16,2-2 0-16,-1 1 0 0,2-3 0 0,-1 1 0 15,0-2 0-15,0 1 0 0,0-4 0 0,-1 3 0 16,1-2 0-16,3 0 0 0,-7 1 0 16,4-1 0-16,-3-1 0 0,1 1 0 15,-1 0 0-15,-1 0 0 0,-1 0 0 0,2-2 0 16,-2 3 0-16,2-3 0 0,-2-1 0 0,0 2 0 15,0-2 0-15,0 0 0 0,1-1 0 0,1 2 0 16,-2-1 0-16,1-1 0 0,4-1 0 16,-2 0 0-16,-2 1 0 0,4-2 0 0,-2 0 0 15,2-1 0-15,2 2 0 0,0-3 0 16,0-1 0-16,-1 0 0 0,1 0 0 0,2-3 0 16,-1 0 0-16,-2 0 0 0,2 1 0 0,1-2 0 15,-1 1 0-15,-1 0 0 0,1 3 0 16,-1-3 0-16,1 3 0 0,-1-1 0 0,-1 2 0 15,2 1 0-15,0 1 0 0,-3 1 0 0,-1 1 0 16,3 0 0-16,-2 2 0 0,-1 1 0 16,1 1 0-16,-4-1 0 0,4 1 0 0,-2 1 0 15,1-2 0-15,1 1 0 0,-2-2 0 0,3 1 0 16,-3 0 0-16,0-1 0 0,0 0 0 0,0 3 0 16,1 1 0-16,-1-1 0 0,0 2 0 15,0 1 0-15,-3 0 0 0,5 3 0 0,-4 0 0 16,1-1 0-16,-1 3 0 0,-1-1 0 15,2 0 0-15,0-1 0 0,-1 2 0 16,1-1 0-16,0-1 0 0,1-1 0 0,2 1 0 0,-2-1 0 16,0 2 0-16,1-2 0 0,1 2 0 15,-2 2 0-15,1-1 0 0,-1 3 0 0,2 0 0 16,-2 3 0-16,0-1 0 0,1 4 0 16,1 0 0-16,-2 2 0 0,1 1 0 0,-1 2 0 15,-2-1 0-15,3 2 0 0,-3 0 0 0,2 1 0 16,-1 0 0-16,0 4 0 0,-1-2 0 15,-1 3 0-15,0-1 0 0,0 2 0 0,-1 0 0 16,-1 0 0-16,0 0 0 0,-1 1 0 16,0-1 0-16,0 1 0 0,0 1 0 0,-2-2 0 15,0 0 0-15,-1 0 0 0,0 1 0 0,1 1 0 16,-2-2 0-16,1 1 0 0,-2-1 0 0,0 1 0 16,2-2 0-16,-1 1 0 0,0-1 0 15,1-1 0-15,-1 1 0 0,2-2 0 0,-1 2 0 16,1-1 0-16,-1 1 0 0,1-2 0 15,0 1 0-15,1-2 0 0,-1 2 0 0,2-3 0 16,-2 1 0-16,1-1 0 0,0-1 0 16,3 0 0-16,-3-2 0 0,1 0 0 0,2-1 0 15,-3-1 0-15,4-1 0 0,-1-1 0 0,-1-2 0 16,1-1 0-16,1 0 0 0,0 0 0 16,-2-1 0-16,2 0 0 0,0-1 0 0,0-1 0 15,0 0 0-15,0-1 0 0,-3 2 0 0,3-2 0 16,0 0 0-16,0 1 0 0,0-1 0 15,0 2 0-15,0-1 0 0,0 1 0 0,-1-1 0 16,1 1 0-16,0 1 0 0,-2 0 0 16,2 0 0-16,-2 0 0 0,2-1 0 0,0 3 0 15,-1-2 0-15,-1 0 0 0,2 2 0 0,0-3 0 16,-1 3 0-16,1-3 0 0,0 4 0 0,0-1 0 16,0 1 0-16,0 0 0 0,0-1 0 15,1 1 0-15,-1 0 0 0,3 0 0 0,1 0 0 16,0 2 0-16,1-2 0 0,0 1 0 15,3 1 0-15,-2-3 0 0,2 3 0 0,1 0 0 16,-1-1 0-16,0-1 0 0,3 2 0 16,-1-1 0-16,-1 0 0 0,2 1 0 0,-1-3 0 15,-1 3 0-15,0 1 0 0,1-3 0 0,-2 1 0 16,1 0 0-16,-1-1 0 0,-1 0 0 16,-1-1 0-16,1 1 0 0,-3-2 0 0,1 0 0 15,-2 1 0-15,0-3 0 0,0 1 0 16,1-1 0-16,-4-1 0 0,1 0 0 0,2 0 0 15,-3-1 0-15,0 0 0 0,2 3 0 0,0-3 0 16,-2 0 0-16,0 0 0 0,1 0 0 0,-1 0 0 16,0 0 0-16,3 0 0 0,-1 0 0 15,-1 0 0-15,1-3 0 0,-2 3 0 0,1 0 0 16,1-1 0-16,0 1 0 0,-1-1 0 0,2 1 0 16,-1 0 0-16,0-1 0 0,-1 1 0 15,3 0 0-15,-3-2 0 0,1 2 0 0,-1 0 0 16,-1 0 0-16,5 0 0 0,-5 0 0 15,3-3 0-15,-2 3 0 0,1 0 0 0,1 0 0 16,-1 0 0-16,1-2 0 0,0 2 0 16,1 0 0-16,-1-5 0 0,-2 4 0 0,5 0 0 15,-3-3 0-15,2 3 0 0,-1-2 0 0,-1 0 0 16,0 2 0-16,2-1 0 0,-4 0 0 16,4 0 0-16,-2 2 0 0,0-2 0 0,0 1 0 15,1 1 0-15,0 0 0 0,0 0 0 0,0 0 0 16,0 0 0-16,0 0 0 0,1 1 0 15,0-1 0-15,-1 2 0 0,1-2 0 0,0 0 0 16,1 0 0-16,-1 0 0 0,0 0 0 0,-1-2 0 16,0 2 0-16,0-1 0 0,1 1 0 15,3-2 0-15,-2 2 0 0,1-3 0 0,-1 2 0 16,2-2 0-16,-2 1 0 0,0-1 0 0,-1 0 0 16,2 2 0-16,-1-1 0 0,-2 1 0 15,0 1 0-15,1 0 0 0,-1 0 0 0,1 0 0 16,-2 1 0-16,2-1 0 0,-2 2 0 15,-2-1 0-15,3 1 0 0,-1-2 0 0,-1 3 0 16,1-3 0-16,-2 1 0 0,3-1 0 0,-1 0 0 16,-2 2 0-16,4-2 0 0,-4 1 0 15,-1-1 0-15,3 0 0 0,-1 0 0 0,0 0 0 16,-1 0 0-16,1 2 0 0,0-2 0 16,-2 1 0-16,3-1 0 0,-3 0 0 0,1 0 0 15,-1 2 0-15,4-2 0 0,-4 0 0 16,1-2 0-16,1 2 0 0,1-3 0 0,1 2 0 15,0-2 0-15,0-2 0 0,3 2 0 0,-1-1 0 16,-1 0 0-16,1 0 0 0,-1 2 0 0,-2-1 0 16,0 1 0-16,0 1 0 0,1-1 0 15,-1-1 0-15,-1 3 0 0,1-2 0 0,-2 2 0 16,2 0 0-16,-1 0 0 0,-1 0 0 0,1-3 0 16,-1 1 0-16,1 2 0 0,0-1 0 15,-1 0 0-15,1-3 0 0,-1 3 0 0,1 0 0 16,0-1 0-16,-1 0 0 0,3 1 0 15,-4 0 0-15,3 1 0 0,-3-2 0 0,1 0 0 16,1 2 0-16,1-1 0 0,-3 1 0 16,0 0 0-16,0 1-41 0,0-1-33 0,-3 2-74 15,0-2-88-15,-4 0-176 0,2 0-283 0,1 0-342 16,-3-2-403-16,0 0-221 0,-3-3 127 16,0-2 780-16</inkml:trace>
  <inkml:trace contextRef="#ctx0" brushRef="#br2" timeOffset="121817.53">21951 6489 209 0,'0'2'382'0,"0"-1"136"15,-1 0 24-15,-1 0-187 0,2 2-165 0,0-1-113 16,-1-2-83-16,1 2-94 0,0 0-147 16,0-2-184-16,-2 1-63 0,2-1 37 15,0 0 110-15</inkml:trace>
  <inkml:trace contextRef="#ctx0" brushRef="#br2" timeOffset="122734.38">21942 6507 53 0,'3'2'285'15,"-1"-1"160"-15,-2-1 150 0,1 0-73 16,-1 0-118-16,0-1-54 0,2-1 6 15,-1 2 24-15,-1 0 17 0,2-2 9 0,0 2-20 16,-2 0-62-16,0-1-56 0,0 1-52 0,0 0-39 16,0 0-4-16,0 0 18 0,0 0 30 0,0 0 19 15,0 0-1-15,0 0-15 0,0 0-37 16,0 0-42-16,0 0-42 0,0 0-31 0,0 0-17 16,0 0-10-16,0 1-3 0,0-1-2 15,0 0-3-15,0 0-1 0,1 0-1 0,-1 0-3 16,0 0-2-16,0 0-3 0,0 0-1 0,0 0-3 15,2 0-2-15,-1 0-2 0,-1 0-1 16,0 0 1-16,2 0 1 0,-2 0 1 0,0 0-1 16,0 0-1-16,0-1-2 0,-2 0-3 15,2-1-4-15,-1 0-4 0,-1 0-1 0,2-1-2 16,-1 2 0-16,-1 0 1 0,0-2 0 0,2 3 0 16,-1-3 1-16,-1 3 0 0,2 0-1 0,0-2 0 15,-1 2 0-15,1 0-1 0,0 0 0 16,0 0-1-16,0 0-1 0,0 0 0 15,0 0 0-15,0 0-1 0,0 0 0 0,0 0 0 16,0 0 1-16,0 0 0 0,0 0 0 0,0 0 0 16,0 0 2-16,0-3 1 0,-2 3-1 0,2-2 1 15,-3 1 0-15,3 0-1 0,-1-1 0 16,-1 0-2-16,0 0 1 0,2 0-1 0,-1 0 1 16,-1 1 0-16,2 0 0 0,-1-1 0 15,1 2 0-15,0-2 0 0,-2 1-1 0,0 1 1 16,2 0-1-16,0-1 0 0,0 1 0 0,0 0 0 15,0 0 0-15,0 0-1 0,0 0 0 16,0 0 0-16,0 0 0 0,0 0 0 0,0 0 0 16,0 0 0-16,0 0 0 0,0 0 0 15,0 0 0-15,0 0 0 0,0 0 0 0,0 0 1 16,0 0 0-16,0 0 0 0,0 0-1 0,0 0 0 16,0 0 1-16,0 0 0 0,0 0-1 0,0 0 0 15,0 0 1-15,0 0 0 0,0 0-2 16,0 0 1-16,0 0 0 0,0 0 0 0,0 0 1 15,0 0 2-15,0 0 2 0,0-2 1 16,0 1 3-16,4-4-1 0,-1-1 0 0,3-3-1 16,3-3-1-16,1-1-3 0,1-6-1 0,5-1-2 15,-2-5 0-15,5 0-1 0,0-3 0 0,0-2-1 16,0-3 2-16,-1 1 0 0,0-1 0 16,0 2 1-16,-2-1 1 0,-2 4 0 0,-3 2 0 15,-1 2 2-15,0 5 0 0,-3 1 1 16,-1 4 1-16,-3 1 0 0,1 5-6 0,-1 1 0 15,-2 2 0-15,1 2 0 0,1 0 0 0,-3 4 0 16,-3 3 0-16,1 2 0 0,2 4 0 16,-1 2 0-16,-1 2 0 0,1 4 0 0,-3 1 0 15,3 4 0-15,-1-1 0 0,0 4 0 0,1 1 0 16,-1 1 0-16,1 4 0 0,1 0 0 16,-2 0 0-16,0 1 0 0,1 0 0 0,-1 2 0 15,2-2 0-15,-1-2 0 0,1 1 0 0,1-3 0 16,-1-2 0-16,3 1 0 0,-1-4 0 15,1-3 0-15,-1-2 0 0,1-1 0 0,0-5 0 16,1-1 0-16,-3-2 0 0,2-2 0 16,2-4-10-16,-1-2-7 0,0-4-12 0,1-5-18 15,-1-1-25-15,1-1-48 0,-2-5-74 16,2-1-87-16,-2-3-144 0,-2-3-252 0,3 0-320 16,-3-4-300-16,1-2-190 0,0 0 60 0,-1-2 577 15</inkml:trace>
  <inkml:trace contextRef="#ctx0" brushRef="#br2" timeOffset="123118.32">22613 5972 157 0,'4'19'729'0,"-2"1"423"16,-2 5 123-16,3 5-23 0,-3 2-373 0,1 6-273 15,2 1-152-15,-1 0-89 0,1 3-72 0,2-1-91 16,2-2-75-16,3 0-42 0,2-5-29 15,2-2-20-15,5-6-12 0,4-2-9 0,3-8-5 16,1-3-4-16,3-5-2 0,3-7-2 16,0-4-1-16,0-6 0 0,0-4-2 0,-1-5 1 15,-4-3 0-15,-1-3 0 0,-3-2 1 0,-3-1-1 16,-7 0 2-16,-1 0 0 0,-5-3 5 16,-8 4 4-16,-4-5 2 0,-4 1 4 0,-6-1 1 15,-2 1 1-15,-6-2-5 0,-1 0-3 0,-1 4 1 16,-6 4-2-16,1 3-1 0,-2 8-3 15,-1 4-1-15,-1 5-2 0,0 9-4 0,1 3-2 16,-1 7-2-16,5 3-2 0,4 3 2 16,-2 3 0-16,6 1 0 0,5 4 0 0,2-1-5 15,5 3-11-15,4-3-25 0,4 0-62 0,4 1-70 16,4-4-83-16,2-3-134 0,5 0-205 0,0-4-307 16,5-3-243-16,2-3-199 0,1-2-36 15,0-2 407-15,4-3 539 0</inkml:trace>
  <inkml:trace contextRef="#ctx0" brushRef="#br2" timeOffset="124067.75">23332 5892 147 0,'4'-6'548'16,"0"4"377"-16,-3-1 213 0,1 0-135 16,-1 2-301-16,-1-1-187 0,2 0-90 0,0 1-47 15,-1 1-39-15,-1 0-35 0,0 0-31 0,2 0-39 16,0 0-53-16,-2 0-55 0,0 1-41 15,0-1-26-15,0 2-14 0,0 0-5 0,0 0 2 16,0 3-1-16,-4 1 1 0,4 3 1 16,-1 5 0-16,-3-1-5 0,1 5-5 0,0 3-4 15,-2 3-3-15,-1 3-2 0,2 4-2 0,-1 0-1 16,-2 2-2-16,2 4-2 0,-1 1-1 0,-2 2-4 16,4 1-2-16,-3-1-3 0,2 0-2 15,2-3-2-15,2-4-1 0,1-3-1 0,0-4 0 16,1-2-1-16,2-2 1 0,-1-3 0 15,1-3 0-15,0-1 0 0,2-4 0 0,-2 0 1 16,1-4 1-16,2 1-2 0,-2-4 1 0,1-1 0 16,2-3 0-16,-1-2 0 0,5-3 1 15,-2-3-1-15,3-4 0 0,2-2 0 0,0-2 1 16,3-4-2-16,-1 0 0 0,2-3-1 0,-2-3 2 16,2 1-2-16,1-2-2 0,1-2 1 15,-2 2 0-15,3-4-1 0,-4 3-1 0,4-3 1 16,-4 4 0-16,2-1 0 0,-2 0 2 15,-1 5 0-15,0-2 1 0,-2 2 1 0,-1 2 0 16,0 2 0-16,-2-1-1 0,0 4 0 0,-2-1 0 16,-1 4 1-16,0-1-2 0,-2 3 1 15,1-1 0-15,-2 4 0 0,-1 0 0 0,1-1 0 16,-2 2 0-16,3-1-1 0,-3 4 1 0,1-2 0 16,-4 1 0-16,1 2 0 0,3 0 1 15,-4 1-1-15,0 0 2 0,1 0 3 0,-1 1 1 16,0 0 1-16,0 1 1 0,0 0 2 0,-1 1-3 15,-3 2-1-15,3 1-1 0,-4 2-1 16,-3 0 0-16,2 3 0 0,-2 0 0 0,-2 3 0 16,-2 0 1-16,1 2-2 0,-5 0 1 15,3 2-1-15,-4-2 0 0,1 5 1 0,0-2 1 16,0 0 1-16,1-1 0 0,0 3 0 0,1-1 0 16,2-2-2-16,0 0-1 0,2 1-1 0,0-2 1 15,2 1 1-15,-1-2 0 0,2 1-1 16,1-1-4-16,-1-2 0 0,3 2 0 0,-2-3 0 15,3 0 0-15,-1 0 0 0,1 0 0 16,1 1 0-16,2-4 0 0,0 3 0 0,0-3 0 16,4 1 0-16,-1 2 0 0,2-2 0 0,2-1 0 15,1 3 0-15,0-3 0 0,6-1 0 16,-1 3 0-16,3-2 0 0,1 0 0 0,2-1 0 16,0-1 0-16,3 2 0 0,2-2 0 0,0 1 0 15,-2 0 0-15,0-1 0 0,2-2 0 16,-2 2 0-16,-3-2 0 0,1 1 0 0,-2-1 0 15,-1-1 0-15,-1 0 0 0,0 0 0 0,-3 0 0 16,1-1 0-16,-6-2-79 0,-2-2-130 16,-3 1-237-16,2-1-301 0,-5 2-393 15,0 0-481-15,-5 0-290 0,4 2 416 0,-1 1 1001 16</inkml:trace>
  <inkml:trace contextRef="#ctx0" brushRef="#br2" timeOffset="127020.3">25348 8929 204 0,'0'8'488'0,"0"-2"240"15,0-2 136-15,0 0-189 0,0-2-150 0,0 1-67 16,0 0-49-16,0-1-42 0,0-1-22 0,0-1-3 15,0 1-1-15,0-1-10 0,1 0-21 16,-1 0-23-16,0 0-30 0,0 0-48 0,0 0-52 16,0-1-50-16,2 0-35 0,-2-3-24 15,2-2-17-15,-2-1-12 0,1-2-7 0,2-2-4 16,3-5-3-16,1 0-8 0,-1-5-2 0,2-1-4 16,1-3 5-16,1-3 8 0,0-2 7 0,-1 0 8 15,0-2 3-15,-1 2 4 0,1-1-2 16,-5 2-5-16,2 3 0 0,-1 3 3 15,-2 2 3-15,-3 3 1 0,3 4-3 0,-3 1-3 16,0 4-4-16,0 0-6 0,0 3-5 0,0 0-2 16,0 3-3-16,0-1-3 0,0 2-1 0,0-1-1 15,0 1-1-15,0 2 1 0,0 0-1 16,0 2-1-16,0-1-7 0,0 1-14 0,-1 2-24 16,-1 0-59-16,1-2-69 0,-6 3-87 15,1-2-125-15,-2 1-173 0,0-1-276 0,-1-1-242 16,-4 1-204-16,0-2-62 0,-1 2 320 0,2-3 490 15</inkml:trace>
  <inkml:trace contextRef="#ctx0" brushRef="#br2" timeOffset="127270.36">25215 8457 13 0,'9'-13'413'0,"4"-1"383"0,0-1 290 0,0-3 63 16,0-3-327-16,0 4-256 0,3-2-98 15,-2 1-50-15,0 1-37 0,-2 0-50 0,0 4-46 16,-3 0-55-16,1 2-67 0,-3 4-58 0,1 1-42 16,-2 3-22-16,-2 5-4 0,1 2 4 15,2 5 3-15,-6 4-5 0,2 6-7 0,-1 4-6 16,-2 3-11-16,0 2-7 0,2 1-3 0,-2 2-2 16,1 1 1-16,4 0-4 0,1 1-1 0,2-4-4 15,2 1-26-15,4-4-78 0,0-2-91 16,3-3-173-16,-1-5-285 0,3-4-345 0,1-3-380 15,0-5-197-15,2-6 176 0,1-4 702 16</inkml:trace>
  <inkml:trace contextRef="#ctx0" brushRef="#br2" timeOffset="128286.86">28434 8860 96 0,'-1'5'383'0,"-3"-1"247"0,3 1 214 16,-2-3-29-16,-1 3-140 0,3 0-108 0,-4 0-87 15,2-2-54-15,-2 2-4 0,2-3-29 16,0 4-33-16,1-1-41 0,1-3-36 0,-2 2-45 16,3-2-57-16,-2 0-51 0,2 0-40 0,-2-2-26 15,2 0-13-15,2-2-11 0,0-1-9 16,1-3-4-16,-2-2-5 0,6-3-4 0,-1-3-3 15,2-1 0-15,0-5-3 0,0-1-1 16,2-3-1-16,0-1-1 0,0-1-4 0,1-4 0 16,-5 2-3-16,0-1-1 0,-1 2 0 0,0 2-1 15,-2 2 1-15,-3 4-1 0,0 1 0 0,0 3 2 16,-1 4-1-16,-1 0-1 0,0 4 0 16,-1 0-3-16,0 2 0 0,0 2-3 15,0 3 0-15,-2 0-3 0,-2 3-9 0,1 0-27 16,-2 1-69-16,0 1-65 0,-1 0-107 15,-4-3-162-15,2 4-256 0,-3-1-314 0,1-3-224 0,-1-2-173 16,1 4 170-16,2-4 529 0</inkml:trace>
  <inkml:trace contextRef="#ctx0" brushRef="#br2" timeOffset="128538.08">28284 8442 226 0,'9'-8'615'0,"1"0"316"16,-4 1 141-16,5-2-187 0,-1 2-270 0,-2-2-170 15,1 0-119-15,4 0-47 0,-4 5-25 16,4-5-8-16,-2 5 0 0,2-2-10 0,-3 2-22 16,2 1-32-16,-4 1-24 0,2 2-32 0,-1 2-31 15,-1 2-21-15,-4 3-11 0,4 3-8 0,-3 3-17 16,-2 1-11-16,-1 2-9 0,-2 0-8 16,0 2-3-16,-2 1-3 0,0-1-3 15,1 0-1-15,-2 1-2 0,-1 0-1 0,2-3-10 16,-3 0-52-16,2-1-68 0,-2 0-95 0,0-4-169 15,-2-2-301-15,3-3-335 0,-2 0-292 0,-1-2-177 16,-1-1 216-16,0-3 637 0</inkml:trace>
  <inkml:trace contextRef="#ctx0" brushRef="#br2" timeOffset="142503.4">25123 5079 311 0,'7'-5'882'0,"-4"3"332"16,2-2-17-16,-4 3-225 0,2 1-419 0,3 3-215 16,-1 1-61-16,2 6 6 0,1 3-1 15,0 3-8-15,1 5-22 0,-3 5-43 0,2 2-52 16,0 4-51-16,0 1-31 0,-2 0-18 15,1 6-13-15,-3-3-9 0,0 4-10 0,2-2-7 16,-3-1-5-16,0-2-5 0,0 1-4 0,0-5-2 16,1 0-2-16,-3-5-2 0,3-2 0 0,-1-4 0 15,-2-4-1-15,-1-2-1 0,3-2-8 16,-3-5-23-16,-3-1-60 0,0-4-67 16,-3-2-93-16,-1-5-151 0,-1 1-226 0,-3-7-314 15,2 1-244-15,-1-4-195 0,-4 1 78 0,5-5 482 16</inkml:trace>
  <inkml:trace contextRef="#ctx0" brushRef="#br2" timeOffset="143002.57">25125 4973 18 0,'3'-8'541'15,"2"0"495"-15,-4 1 215 0,1-1-81 0,0 4-348 16,-1-2-317-16,2 3-129 0,2-2-48 15,-1 3-33-15,3 0-25 0,1-1-20 0,2 0-35 16,0 0-58-16,3 1-52 0,3 2-25 0,-2 0-25 16,3 2-16-16,3 4-11 0,-2 1-11 15,1 1-7-15,1 2-5 0,-2 1 2 0,3 1-1 16,-5 1 6-16,-1 2 1 0,0 2 1 0,-2-1 0 16,-3 2-2-16,-2 2 1 0,-3 1-8 15,-1 1-1-15,-3-1-3 0,-1 2-1 0,-1-1-1 16,-3-3 0-16,3 0-1 0,-3 2 1 0,0-5-1 15,0-1 1-15,0-1 0 0,-1-2-1 16,2 0 0-16,1-3 0 0,-1-1-1 0,2 2 1 16,1-3-1-16,0 4 1 0,1-4 1 15,1 4 1-15,1-2 0 0,0 0 0 0,3 0 0 16,-1 0 0-16,1-2 1 0,-1 3-1 0,0 0 0 16,1-1 0-16,-1-2 0 0,0 1 0 15,-1 0 0-15,0-1 0 0,-1 0 1 0,-1-2 2 16,-1 1 1-16,-1 0 0 0,-1-2 1 15,-4 2-1-15,-2 0 1 0,-2-1 0 0,-5 4-2 16,-1-1 0-16,-4 2 0 0,1 0-1 0,-3 2 0 16,-1 1-1-16,-2 3 2 0,2 0-2 0,0 2 1 15,1 0-2-15,4 0-2 0,-1 1 0 16,6-5-3-16,1 0-1 0,4-1-6 0,6-3-17 16,1 0-44-16,3-2-74 0,0-4-88 15,5-2-160-15,3-4-280 0,0-2-326 0,5 0-309 16,2-3-182-16,0 0 124 0,4-1 607 0</inkml:trace>
  <inkml:trace contextRef="#ctx0" brushRef="#br2" timeOffset="143302.73">25693 5466 165 0,'3'7'694'0,"3"1"424"15,-6 2 117-15,1 3-128 0,2 3-294 0,-3 0-207 16,0 4-150-16,0-1-95 0,0 3-67 16,-3-2-67-16,3 1-77 0,-1 0-65 0,1-2-36 15,0-4-22-15,0 2-14 0,-3-2-7 0,1-1-4 16,2-2-2-16,-1-3-10 0,-2-1-42 15,-1-1-73-15,-1-1-81 0,-4-3-154 0,0-1-274 16,-3-2-330-16,1-2-303 0,-1-1-188 16,1-2 92-16,-2-3 591 0</inkml:trace>
  <inkml:trace contextRef="#ctx0" brushRef="#br2" timeOffset="143485.67">25706 5328 285 0,'5'-11'943'15,"-1"3"480"-15,-3 0 14 0,1 2-201 0,-1 3-490 16,-1 0-271-16,2 0-151 0,-2 3-111 16,0 0-73-16,2 0-59 0,-2 0-38 0,1 0-21 15,1 4-13-15,1 1-6 0,1 3-5 0,1-2-40 16,0 2-76-16,0 0-76 0,1 1-145 0,-1 3-243 16,1-4-332-16,-1 5-312 0,1-2-186 15,1 0 17-15,-3 3 532 0</inkml:trace>
  <inkml:trace contextRef="#ctx0" brushRef="#br2" timeOffset="143836.29">25952 5400 122 0,'0'-7'679'0,"0"0"447"0,0 1 172 16,0 0-28-16,-4 0-338 0,4 2-286 0,-2 1-172 15,-2 1-102-15,1-1-82 0,2 0-91 0,-1 3-75 16,0-1-44-16,1 1-30 0,-1 1-18 15,1 2-13-15,-1 2-6 0,0 1-6 0,1 3-3 16,1 1 0-16,1 1-2 0,-1 1-1 0,4 2-1 16,-1-1-1-16,2 4 0 0,-2-3 0 15,4 1 0-15,-3 1 1 0,0 1 0 0,0 0 0 16,-1 1 0-16,-2-2 0 0,-1 2 1 0,-3 1-1 16,0-4 1-16,-2 3 1 0,-2-2 0 0,-1-1 1 15,-4-2 0-15,0-1-1 0,1 0 1 16,-4-1 0-16,0-3-1 0,0 3-1 0,0-5 0 15,0 1-1-15,1 0-1 0,1-1-1 16,3-2-1-16,0 0-2 0,0 0-10 0,6-1-15 16,-2-2-37-16,4 1-69 0,2-4-68 15,4-2-94-15,3-4-145 0,2-1-202 0,1-3-288 16,4-2-212-16,0 1-185 0,5 0 45 0,0-2 440 16</inkml:trace>
  <inkml:trace contextRef="#ctx0" brushRef="#br2" timeOffset="144084.31">26054 5603 162 0,'9'7'542'16,"-5"3"349"-16,2 1 195 0,1 0-153 0,-2 3-262 16,-1 2-199-16,1-3-142 0,3 0-105 0,-2-2-75 15,4-3-53-15,-1 0-33 0,5-4-23 16,-1-2-9-16,4-5-6 0,-1-2 2 0,2-2 19 16,-2-2 9-16,-1-3 15 0,0-1 26 0,-1 1 56 15,-6-4 44-15,-2 3 7 0,-1 0-6 16,-2-2-18-16,-8 3-28 0,-1-3-47 0,-2 4-42 15,-3 1-27-15,-7 1-17 0,1 3-9 16,1 3-7-16,-1 1-5 0,1 4-6 0,0 1-61 16,2 0-71-16,0 1-121 0,4 2-216 15,1-2-302-15,2 2-358 0,3 2-275 0,4-3-102 16,4 2 432-16,3-2 647 0</inkml:trace>
  <inkml:trace contextRef="#ctx0" brushRef="#br2" timeOffset="144784.59">26508 5134 205 0,'-2'0'647'0,"-1"0"389"15,2 0 141-15,-2 0-201 0,1 0-325 16,2 0-207-16,0 0-144 0,0 0-100 0,0 2-53 16,5-2 58-16,-1 0 22 0,3 0 9 0,4 0-5 15,3 0-5-15,2 0-18 0,5 0-66 16,1-2-35-16,-1 2-24 0,4 0-13 0,-2 0-11 15,4-3-9-15,-2 3-5 0,3-2-6 16,-2 1-5-16,1 1-8 0,-2-1-5 0,2 0-4 16,-3-3-6-16,-2 1-4 0,0 0-2 0,-1-2-1 15,-4 1-1-15,1 0-1 0,-4-1-1 0,2-1 0 16,-7 0-1-16,4 0-1 0,-7 0 1 16,0-1-1-16,-2 1 1 0,-3-1-2 0,-1 0-6 15,-1 1-10-15,-3 0-20 0,-4 2-42 16,-1-1-74-16,0 1-79 0,-4-1-138 0,1 1-211 15,-1-2-313-15,-1 3-302 0,2-2-203 16,1 1-47-16,0 1 460 0,3-3 574 0</inkml:trace>
  <inkml:trace contextRef="#ctx0" brushRef="#br2" timeOffset="145084.64">26945 4879 25 0,'9'-1'384'15,"2"-1"312"-15,0 1 260 0,1 2 111 0,1 1-311 16,4 1-196-16,0 0-122 0,0 3-61 0,2 0-43 16,0 2 6-16,0 2-19 0,2 2-29 0,-4 0-25 15,2 1-42-15,0 2-36 0,-5 0-59 16,3 2-36-16,-2-1-20 0,0 2-14 0,-3-2-5 16,-3 3-5-16,-1-1-4 0,-2 0-4 15,-2 0-6-15,-4 0-5 0,-4-2-7 0,-1 2-7 16,-4 0-5-16,-2 0-5 0,-2-1-3 0,-1-1-2 15,-2-1-2-15,2 0-1 0,0-3-1 16,-2 1-1-16,3-3-1 0,-1-3-1 0,3 1-8 16,2-2-16-16,-2-3-30 0,3 0-74 15,0-2-86-15,0 0-168 0,0-2-286 0,3 1-330 16,4-3-371-16,1 2-214 0,1-2 114 0,4 0 698 16</inkml:trace>
  <inkml:trace contextRef="#ctx0" brushRef="#br2" timeOffset="145735.1">28121 4834 176 0,'0'-11'698'0,"-2"4"432"15,-1-2 117-15,0 2-151 0,0 0-284 0,0 3-206 16,-3 0-153-16,2-1-94 0,1 3-61 15,0-3-59-15,0 2-68 0,0 1-57 0,1-1-30 16,0 2-22-16,1 1-17 0,-2 1-11 0,-1 2-6 16,-2 2-4-16,0 2 0 0,-2 4 2 15,0 4 4-15,-1 2 0 0,-2 7 1 0,-1 2-1 16,0 4-2-16,1 5-2 0,-3 0-5 0,1 6-2 16,2-1-5-16,-3 4-4 0,4 0-4 15,-1 0-1-15,3 0-2 0,2-2 0 0,1-1 0 16,3-2 1-16,2-3-1 0,4-3 0 15,2-5-1-15,4-1 1 0,0-5-1 0,3-3-2 16,4-4 0-16,0-5 0 0,3-4 0 16,2-4-1-16,0-5-1 0,5-5 1 0,0-2-1 15,1-5-1-15,1-5 0 0,1-2-1 0,2-3 1 16,-2-5 1-16,-2 2 1 0,0-5 3 0,2 0 1 16,-3-4 1-16,-3 1 0 0,2-5 0 15,-4-1 0-15,-1-3-1 0,-3-3 0 0,-1-1-1 16,-4-4-1-16,0-1-1 0,-7 0-1 15,-4 1 0-15,-6 1 1 0,-6 2-2 0,-6 1 2 16,-6 4 1-16,-4 5 1 0,-2 7 0 0,-4 4-1 16,-2 9 1-16,-1 7-2 0,0 9-2 0,-2 7 0 15,1 7-4-15,3 8 0 0,-3 7 0 0,6 4-13 16,0 7-26-16,2 5-82 0,5 3-139 16,2 2-254-16,5 2-320 0,2-1-406 0,5 5-478 15,1-1-79-15,3 1 714 0</inkml:trace>
  <inkml:trace contextRef="#ctx0" brushRef="#br2" timeOffset="149500.82">24691 4348 283 0,'4'-2'511'0,"-4"2"182"0,0 0 77 0,0 0-301 16,0 0-206-16,0 2-97 0,0 0-8 15,1 2 25-15,-1 1 38 0,2 2 31 0,-1 0 26 16,1 4 9-16,1 1-25 0,-1 5-37 0,1 1-36 16,0 3-30-16,3 3-21 0,-1 3-21 15,0 4-11-15,0 2 3 0,0 7 6 0,-1 1 6 16,4 3-4-16,-3 4-9 0,-2 3-13 0,0 1-19 16,0 2-16-16,1 2-15 0,-3 1-11 15,-1 1-10-15,2 0-6 0,-2-2-1 0,-2 0-3 16,2-2 0-16,0 0-4 0,-1 0 1 15,-3-1 1-15,1-3-3 0,2 1 20 0,-3-1 14 16,3-1 11-16,-3-2 4 0,1 0 0 0,-3-2-4 16,2 2-19-16,-1-2-15 0,0-1-7 0,0-2-3 15,-1-2-2-15,0 1-1 0,1-4 0 16,0 1-1-16,0-4-2 0,2-1 0 0,0-1-1 16,0-4-2-16,3 1 1 0,-2-5-1 15,2-2 2-15,2-3-2 0,-1 0 0 0,2-4 0 16,2-2 9-16,2-3 4 0,-1 0 4 0,3-5 3 15,3 0 2-15,0 0 1 0,4-4-7 0,0-1-4 16,3-1-3-16,1 0-4 0,-1-3-2 16,3 2 0-16,0-1-1 0,-1 1-1 0,1 0-2 15,0 1 2-15,0 1 1 0,-2 0 0 16,2 0 1-16,-2 1-1 0,-1 1-1 0,3 0-1 16,0 1 0-16,-1-1-2 0,3 2 0 0,-2-3 1 15,1 0 1-15,1 1-1 0,2 0 0 0,-1-1 1 16,2-1-1-16,1 0 1 0,2-3 1 15,0 1 0-15,2 0 7 0,-1-2 7 16,4 2 3-16,2-3 2 0,-1-1 1 0,3 1-1 16,3 1-6-16,-3-4-4 0,5 2-2 0,-1-1-1 15,2-1 1-15,0 2 0 0,3-1 1 0,2-2-1 16,2 0-1-16,4 1 0 0,-2 1-2 16,3-1 0-16,-1-1-3 0,3 2 0 0,-1-1-1 15,1 2-3-15,-1-1 2 0,2-1 0 16,-2 1 0-16,2 1 2 0,1-2-1 0,1-1 0 15,1 0 0-15,3 0-2 0,-1 0 0 0,-2-1-1 16,4 0 0-16,-2-1-1 0,0-2 0 16,0 3 1-16,-2-2 0 0,-1 2 2 0,1-1 1 15,0 0 1-15,0 1 1 0,2-1-1 0,0 1 1 16,-2 0-2-16,2-2-1 0,-2 0-1 16,0 0-1-16,1-1 1 0,-1 0-1 0,-5 1 1 15,2-1 1-15,-1 0 1 0,-2-1 0 0,-3 0 0 16,1 0 0-16,-1 3 0 0,-2-1-1 15,-3 2-1-15,0-1 0 0,-6 3 0 0,-4 1 0 16,0 1 0-16,-4 1 0 0,-3 0-2 0,-2 3 1 16,-3-1 1-16,-5 1-1 0,-1 1-1 15,-3-1 1-15,-1 1 1 0,-4-1-2 0,0 2 2 16,-5-1 0-16,1-1 1 0,0-1 0 16,-5 2 0-16,3-2 1 0,-6 1-1 0,5 0-1 0,-4 0 1 15,-1-1 0-15,3 0 0 0,-4 1 0 16,1 0 0-16,1 2-1 0,0-2 1 0,-1-1-1 15,1 1 0-15,3-2-1 0,-4 2 0 16,6-3 1-16,-1 1 1 0,2-2-1 16,0 0 0-16,0-3 0 0,2 0 0 0,2-1-1 15,0-1-1-15,-1-2 1 0,1-1 0 0,1 1-1 16,0-1 0-16,1-1 2 0,-1 0-1 0,-2-2 0 16,3 1-1-16,-1-2 1 0,1-1 1 15,1-1-3-15,-1 1 0 0,-2-2-2 0,1-3-1 16,1 1-2-16,1-1 0 0,-1-4-1 15,-1 1 1-15,2-2 3 0,-4-3 2 0,3-2 1 16,-1-2 1-16,-2-1 1 0,3-2 0 0,-2-3 0 16,2-2-1-16,-3 0-2 0,2-3 1 15,-1 0 0-15,-1-2-1 0,2 1 0 0,-4-2 1 16,3 1 2-16,-2-2 0 0,0-1 1 0,0 1 0 16,2-2 1-16,-2-1 2 0,-1 0-2 15,2 0-1-15,-1 0 0 0,-2 2-1 0,0 2 0 16,1 2 0-16,-3 3-1 0,-3 2 2 0,1 6 1 15,-4 1 0-15,0 5 2 0,-4 2-1 16,0 2 2-16,-1 4 0 0,-4 1 2 0,2 2 1 16,-2 6-1-16,0-3 2 0,-1 4 0 0,0 1 1 15,-1 0-3-15,-1 1 1 0,2 1 2 16,-1 1-1-16,-2 0 1 0,0 2 1 0,3-2-1 16,-2 3-1-16,0 1-2 0,-2 0-2 0,1 0-1 15,-3 1-1-15,2 1-2 0,-2 0 0 16,2 0-1-16,-3 3 0 0,0-1 0 0,0 1-1 15,3 0 0-15,-3 1-1 0,-1-1 2 16,1 2 0-16,-2-1 2 0,1 2-1 0,0-2 0 16,-2 1 1-16,-2 0 0 0,0 0-1 0,0 2 0 15,-2-3 0-15,-3 2 0 0,-3-1 1 16,0 0 0-16,-1 0-1 0,-6 1-1 0,0-1 1 16,-5 0-1-16,0 2 0 0,-6 1-3 15,4-3 1-15,-3 3 0 0,-3-1-1 0,5-1 0 16,-1 4 0-16,-2-3 2 0,4 0 1 0,0 1 1 15,3-1 0-15,-3 1 2 0,2-1-2 16,3 2 1-16,-4-1-1 0,4-1 0 0,-3 0-1 0,0 1 0 16,1-1-1-16,-4 2 0 0,1-2 1 15,1 0 0-15,-2 1 0 0,0-1-1 0,-2 1 0 16,-1-1 0-16,0 2 0 0,-2-1 1 16,-2-1 0-16,-1 1 0 0,-3-2 2 0,1-2-1 15,-4 1 0-15,-2-4-1 0,-3-1-1 0,1 0-1 16,-5 2-1-16,0-2 0 0,2 0 0 15,-1-1 2-15,-1 4 1 0,-1 0 1 0,1 4 0 16,-2-1 2-16,1 1-1 0,-4 4 0 0,3-2-3 16,1 5 0-16,-4-1-2 0,7 2-2 15,-1 1 2-15,4 2 0 0,1 1 1 0,2 0 0 16,4 0-6-16,-1 2-11 0,1-1-19 16,2 0-38-16,1-1-74 0,1-3-99 0,2 1-177 15,2-4-286-15,-2 1-325 0,3-3-332 0,-1 0-176 16,3 0 228-16,-1-4 687 0</inkml:trace>
  <inkml:trace contextRef="#ctx0" brushRef="#br1" timeOffset="157319.47">32253 10809 181 0,'3'0'511'0,"-2"0"243"0,4 0 116 15,-4 0-168-15,2 0-304 0,1 0-180 0,1 0-105 16,-1 1-76-16,1 1 18 0,0 1 23 0,2 0 21 16,-2 0 33-16,0 1 20 0,0 1 46 15,0 1-16-15,0 0-9 0,1 1 0 0,-2 2-23 16,1 1-4-16,0 0-19 0,0 2-12 0,1 3-5 15,0 4-2-15,1 1 21 0,-3 4 18 0,4 1 18 16,-3 6 24-16,3 0-2 0,0 3-6 16,-3 3-26-16,1 3-25 0,2 1-25 0,-4 5-29 15,3 0-15-15,-2 2-13 0,0 3-6 0,-1 2-5 16,4 2 0-16,-2 4-3 0,1 1 1 0,-1 2 1 16,2 0 0-16,-4 1 2 0,5-2-2 15,-5 1 2-15,3-2-2 0,2 1-2 0,-4-2-4 16,0 1 0-16,1 0-2 0,-1 0-3 0,0 3-1 15,1-1-1-15,-3 2 2 0,0-1 0 0,-1 4 1 16,-4-3 2-16,0 2 1 0,-1-1 0 16,-4 3-4-16,-1-2-3 0,-4 2-4 0,-2-1-8 15,-2-1-10-15,-1 0 0 0,-2-3 0 0,-3-2 0 16,-2 0 0-16,1-4 0 0,-1-1 0 0,-3-5 0 16,-3 2 0-16,0-1 0 0,-2-2 0 0,-1 1 0 15,-2 0 0-15,-3-1 0 0,2 0 0 16,-1 2 0-16,1-4 0 0,1 2 0 0,-2 0 0 15,2-2 0-15,-2-3 0 0,4-2 0 0,0 1 0 16,-2-1 0-16,2-4 0 0,-1 2 0 0,3-2 0 16,-2 0 0-16,-3 3 0 0,1-1 0 0,-2 1 0 15,1 2 0-15,-2 4 0 0,-1-3 0 16,-3 5 0-16,3-1 0 0,-2 0 0 0,1 0 0 16,4-1 0-16,-1 0 0 0,1-3 0 0,3 1 0 15,-2-2 0-15,4-2 0 0,-1-1 0 0,2-1 0 16,0-1 0-16,3-1 0 0,0-1 0 0,2-2 0 15,-1-3 0-15,1 0 0 0,3-3 0 16,1-4 0-16,3 0 0 0,-2-4 0 0,5-4 0 16,-1-2 0-16,-2-2 0 0,6-2 0 0,-2-2 0 15,1-1 0-15,-1-2 0 0,3-2 0 0,-2-1 0 16,4 0 0-16,1 0 0 0,0-2 0 16,-2 1 0-16,4 0 0 0,0-2 0 0,2 1 0 15,-1-1-1-15,2 2-10 0,2-2-5 0,1 0-6 16,-3 0-6-16,3 0-8 0,3 0-8 0,-3-3-9 15,1-1-12-15,2 1-20 0,-1-1-35 0,0 0-56 16,1-3-54-16,-1 0-48 0,1-3-63 16,-3 2-85-16,1-3-99 0,-1 0-103 0,0 0-227 15,2 0-221-15,0-2-126 0,-2 1 144 0,0-1 399 16</inkml:trace>
  <inkml:trace contextRef="#ctx0" brushRef="#br1" timeOffset="157902.9">30390 15246 163 0,'5'-2'587'16,"-2"2"341"-16,-2 0 130 0,3-1-170 0,-3 1-313 16,1 1-203-16,-2-1-116 0,1 2-59 0,1 0-20 15,-2-1-14-15,2 4-2 0,-2-1-2 16,0 1 12-16,0 3 25 0,0 1 30 0,-2 0 14 15,0 1-9-15,1 1-25 0,-1 3-38 0,-1-1-39 16,0 2-40-16,0 1-27 0,-2 3-16 0,0 0-9 16,2 2-6-16,-3 1-3 0,1 2-3 15,2-1-1-15,-2 3-4 0,2 0-2 0,-1 0-4 16,1 2-3-16,-1-1-3 0,2-1-1 0,1 0-3 16,-1 2 2-16,2-2-3 0,2-2 1 0,-1-2 0 15,4-2-2-15,-1 0 1 0,3-6-1 16,1 0 1-16,3-1 1 0,-2-4 1 0,3-1 2 15,2-2 1-15,-2-4 1 0,6 0 0 0,-6-2-1 16,6-2-1-16,-2 0-2 0,1-4 0 0,1 0 0 16,0-4 0-16,0 1-1 0,2-3 0 15,2-3-1-15,-1 0 0 0,3-1-1 0,-1 0-2 16,-1-4 0-16,1 1-1 0,-1 1 0 0,-2-1-2 16,2-1-5-16,-4 2-7 0,1 1-14 15,-5 1-25-15,2 2-51 0,-5 1-70 0,-1 4-68 16,0-1-99-16,0 3-154 0,-3 3-223 0,2-2-255 15,-1 1-196-15,0 3-162 0,-2 1 146 0,3 0 480 16</inkml:trace>
  <inkml:trace contextRef="#ctx0" brushRef="#br1" timeOffset="159803.67">20656 16341 9 0,'10'0'554'0,"-2"2"503"0,0 3 210 0,-4 6-73 16,3 4-231-16,-1 6-319 0,1 7-177 0,0 5-96 15,-4 7-58-15,1 2-52 0,-3 7-73 0,-1 1-68 16,-1 6-40-16,-1 3-28 0,-1 1-15 16,0 2-12-16,-2 1-8 0,2 2-5 0,3-2-7 15,-1-3-3-15,2-4-3 0,2-2-2 0,2-6-6 16,-1-8-12-16,1-5-20 0,2-7-41 0,-1-5-65 15,-1-8-71-15,-1-5-105 0,0-6-152 16,-3-5-203-16,-1-5-277 0,0-6-213 0,-1-3-162 16,-3-8 150-16,0-2 456 0</inkml:trace>
  <inkml:trace contextRef="#ctx0" brushRef="#br1" timeOffset="160320.39">20608 16204 68 0,'9'-17'551'16,"0"6"392"-16,1-2 201 0,0 5-26 15,4-1-369-15,-1 1-240 0,4 4-95 0,2 1-13 16,3 3-40-16,2 4-49 0,-1 3-42 0,1 1-55 16,3 4-58-16,0 2-57 0,0 3-32 15,0 2-17-15,-1 3-13 0,1 2-10 0,-3 5-10 16,2-1-4-16,-3 3-4 0,-1 0-4 0,-3 3-2 15,-1 1-2-15,-6 0 0 0,1 2-3 0,-7 0-1 16,-1 1 0-16,-5-1 2 0,-5 1 0 0,-1-1 2 16,-7 0 2-16,1-2 5 0,-7 1 4 15,3-1 3-15,-5-4 4 0,4-2 2 0,-4-2 0 16,4-6-3-16,4-3-4 0,0-5-3 0,3-1-5 16,2-5-4-16,1-2-2 0,2-2-1 0,3-1-2 15,2-2-1-15,4-2 1 0,2 0 0 0,4 1-1 16,2-2 2-16,3 1-1 0,4 1 1 15,-2-2-2-15,4 3 1 0,2-1 0 0,0 2 1 16,0 2-1-16,3 2 2 0,0 1 0 0,0 2 2 16,-4 5-1-16,2 2 1 0,-2 0-2 0,-3 4 1 15,-2-1 0-15,0 5-1 0,-5-2 0 0,-4 3 1 16,-4-2 1-16,-4 4 0 0,-1-3 0 16,-6 3 0-16,-4 0 1 0,-3-1-1 0,-4-1 1 15,-2 2-2-15,-3-1-1 0,-6 3 1 0,-1-5 1 16,0 1-2-16,-2-2 0 0,2-2-1 0,0-2-1 15,5-3 0-15,-2-1-2 0,3-4-5 16,5-4-10-16,3-2-23 0,2-4-59 0,5-4-73 16,1-2-112-16,4-3-176 0,4-2-302 0,2-1-331 15,3-1-264-15,1-2-150 0,6-2 304 0,2 1 614 16</inkml:trace>
  <inkml:trace contextRef="#ctx0" brushRef="#br1" timeOffset="160956.69">21733 17211 514 0,'11'1'1040'0,"-3"2"230"16,2 5-88-16,-4 2-277 0,0 5-377 0,-1 4-156 16,2 2-48-16,-1 5-32 0,-5 2-36 0,1 4-31 15,-4 3-52-15,1-1-57 0,-1 2-50 0,-4 2-29 16,5-1-13-16,-4-2-8 0,0-1-7 15,2-2-7-15,-1-6-8 0,1-1-42 0,-3-6-67 16,3-4-87-16,-2-6-161 0,2-6-282 0,-2-4-327 16,0-10-313-16,1-5-194 0,-2-9 127 0,1-6 628 15</inkml:trace>
  <inkml:trace contextRef="#ctx0" brushRef="#br1" timeOffset="161120.94">21763 16770 357 0,'-3'-5'979'16,"-5"2"307"-16,0 4-59 0,0 1-202 0,0 3-494 16,-1 1-212-16,1 1-101 0,2 1-50 0,-1-1-30 15,1 1-13-15,3 1-34 0,2-1-38 0,-1-1-29 16,4 0-13-16,1 1-39 0,4-1-48 16,1 2-84-16,2-3-155 0,2 1-297 0,1 0-296 15,0 4-269-15,4-1-189 0,2 0 181 0,-1 4 562 16</inkml:trace>
  <inkml:trace contextRef="#ctx0" brushRef="#br1" timeOffset="161553.56">22492 17145 186 0,'-4'-8'828'0,"-4"2"464"0,-6 0 31 0,-1 4-158 15,-4-2-378-15,-2 4-271 0,-4 2-139 16,-2 1-83-16,-4 3-49 0,-1 2-46 0,-3 3-57 0,0 2-43 16,2 1-27-16,2 2-18 0,1 0-10 15,4-1-8-15,4-1-9 0,5 0-9 0,4 0-7 16,5 0-6-16,7-3-3 0,1 1-2 0,6 0-2 16,4 0 2-16,5-1-1 0,1-2-2 15,8 0 1-15,1 1 0 0,5-2-1 0,0-1 0 0,4 0-3 16,-1-1-1-16,2 2-3 0,-1 0-4 15,-2 0-6-15,-2-2-1 0,0 1-3 0,-1 1 1 16,-7 2 2-16,0 0 5 0,-6 0 6 0,-2 1 3 16,-6 2 5-16,-4 1 2 0,-4 0 1 0,-3 2 1 15,-5-1 1-15,-4 3 0 0,-3-1 1 0,-3 2 0 16,-4 0-1-16,-1 3 1 0,-4-3 0 16,-3 2 0-16,0-1 0 0,-1-2-1 0,1 0-1 15,1-5 0-15,2 0-2 0,5-2-1 0,3-6-2 16,4-1-7-16,3-3-26 0,3-2-60 0,3-3-63 15,3-1-78-15,4-7-142 0,5 0-217 0,0-1-301 16,7-4-241-16,1 1-208 0,4-2-20 16,1-3 453-16,3 1 527 0</inkml:trace>
  <inkml:trace contextRef="#ctx0" brushRef="#br1" timeOffset="161853.09">22897 17434 11 0,'6'30'517'0,"1"5"470"0,-6-1 228 16,2 6-74-16,1-2-327 0,-3 0-332 0,3 0-198 15,0 0-96-15,2-2-51 0,2-5-26 0,4-3-28 16,1-9-22-16,0-4-26 0,4-10-17 0,1-8-9 16,3-5-8-16,-3-7-1 0,3-9-2 0,0-4-1 15,-4-5-4-15,0-6 3 0,-1-2 4 16,-5-1 11-16,-1-3 41 0,-4 0 55 0,0-2 51 15,-3 4 26-15,-3 1 9 0,-4 5-7 16,-4 4-31-16,0 5-44 0,-6 8-36 0,-4 7-28 16,0 5-18-16,-5 8-13 0,1 8-8 0,-3 3-6 15,1 9-4-15,3 2-10 0,-1 4-45 0,4 2-71 16,3-2-107-16,6 2-183 0,1 0-296 0,7-2-344 16,5-2-311-16,4 0-156 0,5-1 292 15,4-1 656-15</inkml:trace>
  <inkml:trace contextRef="#ctx0" brushRef="#br1" timeOffset="163569.85">23724 16452 376 0,'2'2'727'16,"-2"-1"217"-16,1-1 27 0,-1 0-326 0,3 0-272 15,-1-1-127-15,2-1-74 0,0-2-15 0,2-1 19 16,2-1 5-16,1-2 0 0,3 0-33 0,0-3-42 16,2-3-24-16,2-1-35 0,2-3-20 15,-2-2-11-15,2 0-7 0,1-4-6 0,1-2-3 16,-2 1-2-16,-2 0-4 0,2-1 1 0,-4 0-3 15,-2 4 1-15,0 2 1 0,-6 2-3 16,0 2-29-16,-5 4-73 0,-1 2-107 0,-3 2-157 16,-4 2-294-16,-1 3-264 0,-2 3-174 0,-2 3 60 15,1 1 331-15</inkml:trace>
  <inkml:trace contextRef="#ctx0" brushRef="#br1" timeOffset="163819.93">23968 16009 367 0,'10'-4'663'0,"-2"1"211"0,0 0 48 15,-3 0-310-15,4 0-214 0,-2 2-126 16,-1-3-48-16,4 3-30 0,1-1-15 0,-2 2 10 16,1-1-17-16,2 2-27 0,-2 1-29 15,0-1-12-15,-1 3-7 0,-1 0-37 0,-2 2-16 16,-1 3-8-16,-2 1-8 0,0 4-9 0,-3 0-4 15,-3 5 2-15,-2 1-2 0,0 4-6 16,-3 2-7-16,2-1-27 0,-5 3-83 0,3-1-135 16,0 0-249-16,1-4-277 0,0 1-266 0,4-4-184 15,1-5 141-15,2-3 442 0</inkml:trace>
  <inkml:trace contextRef="#ctx0" brushRef="#br1" timeOffset="166482.84">25081 14979 436 0,'10'-8'908'16,"-2"0"303"-16,-3 1-2 0,-3 1-239 0,0 0-238 15,-6 0-175-15,-1 2-129 0,-1-1-79 16,-6 3-63-16,-3-3-79 0,0 4-71 0,-5 1-42 15,-3 0-26-15,-2 2-15 0,-2 4-10 16,-2 2-7-16,1 2-7 0,-1 4-5 0,1 2-4 16,1 4-2-16,2 2-2 0,1 5-2 15,5 4-1-15,2 1 0 0,4 6 1 0,4 2-3 16,4 4-1-16,1 2-2 0,6 2 0 0,3 0-3 16,3-1-1-16,4-2-2 0,3-3-2 0,4-3-2 15,1-3 0-15,2-5-2 0,2-4-1 16,1-5 0-16,2-3 1 0,-2-1 0 0,4-8 1 15,-7-3 1-15,3-2 1 0,1-3 1 16,-3-2-1-16,-2-3-5 0,-2-4-11 0,0 2-19 16,-7-3-36-16,0-1-74 0,-3 2-81 0,-4-3-145 15,-4 2-248-15,-1 2-319 0,-1-2-335 16,-1 2-207-16,0 0-6 0,-1 2 567 0</inkml:trace>
  <inkml:trace contextRef="#ctx0" brushRef="#br1" timeOffset="166719.03">25452 15531 109 0,'0'7'707'0,"3"4"469"0,-6-1 112 16,3 4-108-16,-3 0-328 0,0 5-276 15,-4 0-159-15,3 4-91 0,-4 0-59 0,-2 2-58 16,-1-1-73-16,3 3-62 0,-3-1-35 0,3-1-20 16,2-2-11-16,1-1-8 0,0-2-19 15,4 0-71-15,-4-1-77 0,2-3-152 0,0 0-283 16,0-1-319-16,-2 0-367 0,2 0-226 0,3-2 51 16,-4 0 648-16</inkml:trace>
  <inkml:trace contextRef="#ctx0" brushRef="#br1" timeOffset="167620.01">25972 14999 411 0,'0'-2'774'0,"-3"-2"259"0,2 2 53 0,-6 2-289 16,2 0-289-16,1 2-154 0,-6 2-89 0,2 1-43 16,0 5-14-16,0 2-7 0,-1 4-14 15,4 3 12-15,1 7-3 0,-1 4-16 0,5 3-23 16,0 6-26-16,1 5-18 0,3 2-33 0,2 4-20 15,0 0-14-15,5 2-17 0,0-2-12 0,1-5-5 16,3-3-3-16,2-6-3 0,3-4-2 16,0-8 0-16,4-5 0 0,-3-5-3 15,4-7 2-15,-2-6-3 0,2-6 3 0,-2-8-1 16,1-6 0-16,-4-5-1 0,2-5-1 0,-3-9-2 16,-2-2-2-16,0-5 1 0,-4-4 3 15,-4 0 1-15,-1-2 2 0,-7 0 5 0,-4 0 9 16,-3 2 1-16,-7 0 2 0,-4 6 1 0,-4 1 2 15,-1 6-2-15,-4 3-6 0,0 6-3 16,-3 6-3-16,2 7-3 0,1 2-5 0,-1 10-3 16,3 3-1-16,2 7-1 0,0 3-2 15,4 6-2-15,2 4 1 0,5 3 0 0,0 3-6 16,7 2-32-16,0 0-61 0,3 3-64 0,2 1-82 16,1 0-151-16,3 0-266 0,2 0-290 15,1 3-225-15,4 0-182 0,2-1 85 0,2-1 521 16</inkml:trace>
  <inkml:trace contextRef="#ctx0" brushRef="#br1" timeOffset="168935.85">26437 15784 219 0,'5'0'655'0,"-4"0"324"0,-1 2 85 0,0-2-186 16,0 1-367-16,0 0-217 0,0 2-138 0,-1 1-74 15,1-1-38-15,0 1-20 0,-2-1-14 16,2 0-7-16,2 1-17 0,-2 0-56 0,1-2-90 15,1 2-128-15,-1-3-268 0,3 3-244 0,-1-4-174 16,2 0 17-16,0 0 251 0,-2 0 330 16</inkml:trace>
  <inkml:trace contextRef="#ctx0" brushRef="#br1" timeOffset="169085.35">26733 15849 160 0,'0'5'336'0,"0"-1"123"16,-2-3 23-16,1 2-207 0,1-2-215 0,0 1-173 15,1 0-155-15,-1-2-125 0,0 0-8 16,2 0 72-16,3-2 106 0</inkml:trace>
  <inkml:trace contextRef="#ctx0" brushRef="#br1" timeOffset="169286.43">26798 15834 28 0,'9'-3'211'16,"0"1"106"-16,-1 0 49 0,1 2-53 0,0-3-88 15,-3 2-79-15,1 1-48 0,-3 0-30 16,1 0-15-16,3 0-10 0,-4 0-7 0,1 1-9 16,0 2-13-16,0-3-2 0,0 2-4 0,1 0-4 15,-2 2-2-15,1-1-2 0,2 1 0 0,-2-2 2 16,-1 3 4-16,2-2 7 0,1 0 17 16,-2 0 9-16,-1 0 14 0,0-1 0 15,0 0 2-15,0 1-2 0,0-1-12 0,-1 1-8 16,-1-2-10-16,-1 1-6 0,3-2-7 0,-3 1-20 15,1-1-30-15,-1-1-64 0,3 1-149 16,-1-3-181-16,0 1-71 0,0-1 30 0,5 0 108 16</inkml:trace>
  <inkml:trace contextRef="#ctx0" brushRef="#br1" timeOffset="171212.14">28288 14827 288 0,'-2'-7'579'0,"-3"-1"240"15,0 1 127-15,-1-2-207 0,1 2-204 16,-2-1-103-16,1 0-67 0,0 1-49 0,0 0-43 16,1 3-31-16,-2 0-10 0,0 0-12 0,2 2-8 15,0 2-11-15,0 0-22 0,-1 1-34 16,0 4-41-16,0 2-35 0,1 3-26 0,-2 6-17 15,2 6-11-15,1 4-9 0,-1 7-4 0,4 4-2 16,-2 5-3-16,3 5-1 0,3 3-1 16,1 0 1-16,1 2 1 0,1-2 2 0,2 0 0 15,5-4 0-15,0-4 2 0,1-2 0 0,5-9-2 16,-1-4-2-16,2-4 2 0,2-9 1 16,0-1-3-16,-3-8 4 0,1-5 2 0,-1-5 0 15,-3-8-1-15,1-4-2 0,-4-5 0 0,0-5-2 16,-4-5 2-16,-1-2 6 0,-3-2 0 0,-2-3 7 15,-3-2 20-15,-3 0 13 0,-3-2 5 16,-4 2 3-16,-4-1 5 0,0 0 0 16,-3 3-12-16,0 0-7 0,0 5-3 0,1 3-1 15,1 6-2-15,-1 0-4 0,2 8-3 0,2 3-8 16,0 3-3-16,2 3-8 0,2 8-2 0,2 0-4 16,-2 7-3-16,5 4 1 0,0 4-2 15,1 2-1-15,2 5 0 0,2-1 0 0,1 4-1 16,5 0-2-16,-2 3 0 0,2 0-12 0,0-2-37 15,3 4-71-15,-1-4-70 0,-2 0-113 16,1-2-180-16,0-1-312 0,3-2-299 0,-3-3-210 16,2 0-111-16,-1-2 305 0,-2-1 562 0</inkml:trace>
  <inkml:trace contextRef="#ctx0" brushRef="#br1" timeOffset="171437.49">28750 15366 399 0,'5'0'1126'0,"-5"-2"328"0,-3 2-136 0,-3 2-255 16,-2 0-513-16,0 3-211 0,-2-1-126 15,-1 2-63-15,2-2-32 0,1 0-16 0,-2-1-16 16,4-1-35-16,0 0-24 0,2-2-16 15,1 0-16-15,2-4-62 0,4 1-57 0,-2-1-96 16,3-4-166-16,2 1-298 0,0-3-315 0,7 0-245 16,0 1-164-16,1-1 230 0,0-2 578 15</inkml:trace>
  <inkml:trace contextRef="#ctx0" brushRef="#br1" timeOffset="172486.65">29236 14647 9 0,'3'-6'385'16,"-1"4"335"-16,-4-2 262 0,0 2 84 15,-1 0-298-15,-2-2-234 0,1 4-140 0,-5 0-87 16,0 0-22-16,1 0 1 0,0 0 3 0,-1 4-9 16,0-1-16-16,-3 0-26 0,3 1-48 15,-4 2-54-15,2 1-45 0,-1 3-32 0,0 2-20 16,0 3-11-16,1 6-8 0,0 3-5 15,3 6-3-15,0 4-3 0,2 7-4 0,2 2-2 16,4 7-2-16,0 0 0 0,0 6 1 0,4 1 1 16,-3-2 0-16,6-3 0 0,0-2 0 15,4-7-2-15,2-4-1 0,6-9-3 0,0-3 0 16,2-8 1-16,1-5 1 0,-2-7-1 0,-1-4 1 16,2-6 1-16,-2-4 1 0,-3-6-1 0,-1-2 2 15,-4-6 0-15,-1-1 2 0,-2-2 0 16,-5 1 0-16,-5-2 0 0,-4 1-1 0,-3 0 0 15,-4 3-1-15,-6 2-2 0,-1 1 0 16,-5 3 0-16,0 1-1 0,2 5 0 0,-2 3-1 16,2 3-1-16,1 3 1 0,2 4-2 0,4 5-2 15,-2 2-2-15,7 3-23 0,0-1-65 0,5 4-57 16,3 1-78-16,1-3-150 0,4 3-266 16,3-1-301-16,-1 2-233 0,7-2-206 0,-1-1 62 15,1 0 529-15</inkml:trace>
  <inkml:trace contextRef="#ctx0" brushRef="#br1" timeOffset="173819.2">29691 14871 271 0,'-6'1'500'0,"-1"1"198"0,0-2 119 0,-1 1-236 15,3-1-149-15,0 2-52 0,2-2-3 16,0 0-9-16,-1 0-31 0,2 0-46 0,0 0-60 15,2 0-60-15,-2 2-61 0,2-2-43 16,2 1-28-16,0-1-19 0,0 0-7 0,2 1-6 16,0 1-2-16,4-1 19 0,0 2 11 0,5-2 4 15,-2 2 1-15,3 1 4 0,0-3-4 16,1 0-16-16,1 1-11 0,1 0-6 0,-1-2 0 16,2-2-5-16,-1 0 2 0,0 0-2 15,-3-3-1-15,2 2-1 0,-3-1-1 0,-4 0 0 16,4 0 0-16,-7 1 0 0,1 0 0 0,-3 0 0 15,1 2 1-15,-4-1-1 0,1 2-13 16,-4 0-20-16,1 0-59 0,-4 0-114 0,1 0-155 16,-3 0-286-16,2 3-265 0,0 0-241 15,2 0-45-15,-3 0 315 0,5-1 441 0</inkml:trace>
  <inkml:trace contextRef="#ctx0" brushRef="#br1" timeOffset="174485.71">30192 14949 51 0,'2'-5'479'0,"0"2"367"16,-2-1 196-16,0-2-17 0,0 2-364 0,2-5-242 16,0 0-124-16,0 1-74 0,1-3-31 0,0-2-16 15,2-2-11-15,1-1-5 0,3-3 5 0,3 0 16 16,0-4 18-16,2-1 15 0,3-3-11 16,0 1-17-16,-1-5-36 0,3 1-28 0,1-3-28 15,-1 0-27-15,2-1-12 0,-1 2-9 0,-1 0-4 16,-2 0-3-16,0 3-5 0,-2 3-1 0,-4 0-2 15,2 3-1-15,-4 3 2 0,-1 7 1 16,-3-2 2-16,3 5 4 0,-5 2 0 0,-2 2-2 16,3 3-5-16,-3 0-5 0,1 2-6 0,0 2-7 15,-2 2-4-15,0 5-4 0,0 2-2 0,0 3-1 16,0 5 0-16,0 2 2 0,0 3 3 0,1 2 1 16,1 2 3-16,-1 4 4 0,1 1 3 0,0 4-2 15,-1 1-1-15,1 2 0 0,-2 4-3 16,0-1-2-16,-2 0-4 0,1-1-1 0,1 2-2 15,0-4-1-15,0-3-2 0,3-2-1 0,-2-2 1 16,1-4-2-16,2-2 0 0,-1-4 0 0,1-3 0 16,-3-2 0-16,3-1 1 0,-1-3-3 0,-3-3-3 15,0 0-13-15,0-5-21 0,-2-1-44 0,-3-2-77 16,0-2-104-16,-4-3-173 0,0-1-294 16,-3-2-340-16,-1-2-333 0,0 1-170 0,-3-3 220 15,0-1 671-15</inkml:trace>
  <inkml:trace contextRef="#ctx0" brushRef="#br1" timeOffset="176801.42">23874 17329 55 0,'2'-3'275'16,"-1"0"144"-16,-1-2 123 0,2 1-98 0,-2 0-140 15,0-1-78-15,-2-1-34 0,2 0 7 16,-1 0 28-16,-1 2 49 0,1-4 42 0,1 2 68 15,-4 2 20-15,3-1-19 0,-1 1-38 0,1 2-53 16,-1-3-35-16,0 3-25 0,2 0-5 0,-3 0-12 16,3 0-9-16,-1 2-8 0,-3-2-19 0,2 0-44 15,0 1-37-15,0 1-24 0,1 0-18 0,-1 0-14 16,2 0-14-16,0 0-7 0,-1 0-6 16,1 0-5-16,0 0-4 0,0 0-5 0,0 0-2 15,0 0-2-15,0 1-1 0,0-1-2 0,1 0 1 16,-1 0-2-16,0 0 1 0,0 0 1 0,2 2 0 15,-2 0 1-15,1-1 0 0,-1 0 0 16,4 3 2-16,-4-3-1 0,2 2 0 0,-2 0 1 16,0-1 1-16,2 1 3 0,0 0 5 0,-1 2 3 15,1-1 1-15,1 2 0 0,0 1-1 0,4 2-1 16,-1 0-3-16,3 3 1 0,2 3-3 0,2-2 9 16,4 3 3-16,1 0 1 0,1 2 2 15,5 2-1-15,-1 1 2 0,2-2-6 0,3 2-4 16,-1 2 0-16,-1-4-2 0,4 2-2 0,-1-1-1 15,1 1-7-15,-2-3-4 0,1-1-3 0,-1 0-2 16,-3 0-2-16,-1-4-1 0,2 1 6 0,-4-4 1 16,-4 0 2-16,0 1 0 0,-2-5 1 15,-4 1-1-15,0-1 1 0,-3-4 1 0,-1 3-1 16,-2-2 0-16,-2-2 1 0,-1-1 1 0,-2 2-1 16,-2-1 1-16,-1-1-1 0,-3 0 1 0,0 0-1 15,-3-1-2-15,2 1-1 0,-2-2-2 16,0 2-3-16,0 0-7 0,4-1-14 0,-4 1-22 15,2 0-61-15,-1 0-64 0,2 0-88 0,-1-2-143 16,0 2-204-16,1 0-310 0,0 0-236 0,2 2-205 16,0-2 35-16,1-2 465 0</inkml:trace>
  <inkml:trace contextRef="#ctx0" brushRef="#br1" timeOffset="177163.39">24554 17593 284 0,'14'-1'540'0,"-4"2"270"0,1 1 176 16,1 2-232-16,0 2-150 0,-2 0-101 0,3 1-76 15,0 1-60-15,-1 3-48 0,1 1-33 0,0 0-16 16,-1 1-23-16,-2 0-19 0,2 1-36 16,-2 2-37-16,-2-3-35 0,3 0-36 0,-5 2-21 15,2 0-15-15,-3-1-7 0,3 1-5 0,-5 1-3 16,-2-1-2-16,-1 1-4 0,0 2-3 0,-3-4-5 15,-3 3-2-15,-2-3 0 0,0 3-3 16,-1-2-1-16,-5-1 0 0,-1-1-1 0,0-1-3 16,-1-2-2-16,-5 1-3 0,2-2-2 0,0-1-1 15,-1-2-1-15,-1 0 0 0,4-3-1 0,-4 1-1 16,5-1 0-16,2-1-1 0,3-1-4 16,0 1-11-16,5-1-28 0,3-1-50 0,1 2-68 15,2-2-101-15,5 0-170 0,1 1-297 0,7-1-306 16,0 0-277-16,4-1-170 0,-1 1 229 15,4-2 621-15</inkml:trace>
  <inkml:trace contextRef="#ctx0" brushRef="#br1" timeOffset="179285.96">25266 17348 79 0,'0'-4'312'0,"0"0"171"0,0 1 151 16,0 0-87-16,0 0-131 0,0 1-59 0,0 2-5 15,0-3 40-15,1 0 21 0,-1 3-10 0,0-1-28 16,0-1-52-16,0 2-55 0,-1 0-72 0,1 2-53 16,0-2-29-16,0 1-16 0,0-1 3 15,1 0 6-15,-1 0 0 0,0 1-6 0,3-1-13 16,-1 2 19-16,-1 3 9 0,2 1-9 0,-1 3 3 15,1 3-1-15,-1 3-4 0,1 1-31 0,0 5-25 16,1 2-13-16,0 0-12 0,2 2-15 16,-1 3 1-16,0 0-2 0,1 2 0 0,-1-2 0 15,-2 0-3-15,3 1 5 0,-3-1-3 0,1-2-1 16,-3 1 0-16,3-2 0 0,-1-2 2 0,-3 0 2 16,1-1 0-16,-1-3-1 0,2 0-1 15,-2 0-1-15,2-3-3 0,-1-1 0 0,-1 0-2 16,3-5-1-16,-1 3 1 0,1-4 0 0,-2 0-1 15,-1-2-1-15,3 1 0 0,-3-4 2 0,2 0-2 16,0 0 0-16,-2-2 1 0,0 3-1 16,0-5 2-16,0 2-2 0,0-2 1 0,0 3 0 15,0-1 0-15,0-1 0 0,0 1 0 0,0 1 0 16,1-3 0-16,-1 2-1 0,0 2 0 0,0-3 0 16,0 0-1-16,2 1 1 0,0 0-1 15,-2-1-1-15,0-1 1 0,0 1-1 0,0 1 0 16,0-2 0-16,0 0-1 0,0 0 2 0,0 0 0 0,0 0 1 15,0 0-3-15,0 0 3 0,0 0 1 16,0 0-1-16,0 0 0 0,0 0 1 0,-2 0 2 16,2 0-2-16,-2 0 0 0,2 0 0 0,0 0-1 15,0 0 0-15,-1-2-1 0,1 2 1 0,0 0 0 16,0-1-1-16,0 1 0 0,-2 0 1 16,0-1-1-16,2-1-2 0,0 0-12 0,0 1-19 15,-1-2-31-15,-1 1-51 0,1 0-55 0,1 2-61 16,-3-3-85-16,1 1-113 0,1-1-128 0,-1 3-169 15,2-3-239-15,0 3-189 0,0 0 6 0,2-2 283 16,-1 2 388-16</inkml:trace>
  <inkml:trace contextRef="#ctx0" brushRef="#br1" timeOffset="180036.38">25408 18068 114 0,'-2'-1'375'0,"1"0"193"16,-3-1 163-16,3 0-95 0,-2 1-143 0,3 1-69 15,-4-1-20-15,4-1-10 0,-2 2-28 0,2-2-27 16,-4 2-56-16,4-1-55 0,0 1-56 0,-1 0-38 15,1 0-32-15,0 1-33 0,1-1-17 16,-1 2-15-16,0-2-9 0,2 0-10 0,0 2-11 16,-2-2-3-16,2 0 44 0,3-2 29 0,-2 2 11 15,2 0 4-15,2-2-3 0,-1 2 3 0,2-1-47 16,1 1 8-16,1 0 22 0,1-1 13 16,-2-1 10-16,4 1-5 0,-1-1 2 0,1 1-28 15,1-2-32-15,1 1-14 0,-1 1-9 0,-1-1-2 16,-1 1 4-16,2-1 5 0,-4 2 2 0,0 0 2 15,0-1-2-15,0 1 0 0,-3 0-5 0,2 0-7 16,-5 0-5-16,1 1 0 0,-2-1 0 16,1 0-2-16,-3 0 0 0,3 0-1 0,-4 0 1 15,1 0 1-15,-1 0-1 0,0 0 1 0,0 0 0 16,0 0 0-16,-1 0 0 0,1 0-1 16,-2 0-1-16,0 0-2 0,2 0 0 0,-1 0-3 15,-1 0-13-15,0 0-29 0,2 0-58 0,0 2-51 16,0-2-63-16,0 1-112 0,0-1-145 0,0 2-183 15,2-1-235-15,0 1-227 0,1 1-154 0,2-3 167 16,1 1 428-16</inkml:trace>
  <inkml:trace contextRef="#ctx0" brushRef="#br1" timeOffset="180468.33">26059 17831 84 0,'7'-13'600'16,"-6"1"434"-16,-1 4 154 0,-4-2-80 0,-6 3-391 16,-1 0-281-16,-7 5-129 0,1 0-18 15,0 4 0-15,-2 0-12 0,0 5-24 0,-3 1-30 16,-2 3-45-16,0 3-53 0,0 1-42 0,2 1-34 16,0 3-19-16,3 1-11 0,3 0-7 0,2-1-10 15,3 0-7-15,5 1 5 0,4-1 7 0,2 1 2 16,3 0 1-16,4-2 0 0,2-1 0 15,2-1-2-15,2-1-6 0,4-3-1 0,-1-3-1 16,3-3 0-16,1-3 1 0,1-5 1 0,1-4 2 16,2-3-7-16,0-4-2 0,-4-4-3 0,2-4-1 15,0-3-2-15,-1-2 0 0,0-2 4 16,-3-1 3-16,-1-1 4 0,-4 4 0 0,-1 0 0 16,-6 3 3-16,2 4 1 0,-7 5-1 0,-2 2 1 15,-4 5-1-15,1 6-1 0,-3 4-1 0,-3 4-2 16,1 7 0-16,0 1-1 0,-1 4 1 0,-1 3 6 15,3 4 3-15,2 0 2 0,1 2 0 16,3-1-2-16,4-1-21 0,0 0-67 0,2-4-64 16,3 0-90-16,1-2-158 0,4-1-288 0,0-4-312 15,5 0-245-15,-3-3-188 0,7-4 138 16,-3 0 579-16</inkml:trace>
  <inkml:trace contextRef="#ctx0" brushRef="#br1" timeOffset="180652.07">26606 17908 247 0,'5'3'810'0,"-3"4"357"15,-2 4 19-15,-2 2-192 0,-1 4-420 0,0 4-265 16,-4 3-135-16,0 2-63 0,-1 2-35 16,1 2-19-16,-2 0-15 0,1 0-11 0,2 1-14 15,-1-4-8-15,2 3-10 0,2-2-40 0,0-5-111 16,1 2-166-16,0-6-293 0,4-2-275 0,2-4-255 15,0-4-101-15,3-3 313 0,2-1 478 0</inkml:trace>
  <inkml:trace contextRef="#ctx0" brushRef="#br1" timeOffset="181437.33">26774 17267 161 0,'-2'-5'477'0,"1"2"251"0,-1 0 165 0,1-2-123 15,1 2-245-15,0 0-121 0,0 1-59 0,3 0-33 16,0 0-34-16,3-1-28 0,0 0-38 16,2 1-35-16,1 1-37 0,4-2-11 0,4 3 6 15,1-1 2-15,4 1 39 0,1 1 20 0,2 2-1 16,2 0-13-16,1 5-27 0,-1-1-24 0,-2 4-42 16,1-1-26-16,-2 5-17 0,-2 2-13 15,-4 0-4-15,-2 3-3 0,-3 3 0 0,0-1-5 16,-5 4-1-16,-7-1-2 0,-1 3-2 0,-1 2-1 15,-6 2-7-15,-1 0-4 0,-6 2 0 0,0-1-4 16,-3 2-3-16,-1-1-2 0,-2-1 5 16,1 0 1-16,1-2 0 0,-1 0 1 0,5-2-2 15,-2-1 1-15,5-1-1 0,0 0 1 0,5-3 0 16,1 0-1-16,2-2-1 0,1 1-1 0,5-5 0 16,1 0-1-16,4-5 1 0,1 0-1 0,4-5 1 15,1-2 1-15,0-2 2 0,3-4 0 16,3-4 0-16,-2-2-1 0,4-2-1 0,-2-5-1 15,2 0-5-15,-2-4-9 0,-1-1-29 0,0-3-60 16,-1 0-58-16,-3-3-66 0,0-1-104 0,-1-1-144 16,-3 1-170-16,0-2-231 0,-5 1-219 0,1 1-172 15,-3 1 117-15,0-2 396 0</inkml:trace>
  <inkml:trace contextRef="#ctx0" brushRef="#br1" timeOffset="181786.84">27305 17537 18 0,'5'4'314'0,"0"0"221"0,-1 2 183 15,1 5 51-15,0 1-204 0,3 3-120 0,1 4-45 16,-1 2-21-16,5-1-18 0,-4 4-42 16,3-2-53-16,1 2-56 0,-1 0-59 0,2-1-43 15,-1 0-35-15,-1 0-18 0,2-2-17 0,-1 0-14 16,3-2-8-16,-5-2-6 0,1-2-3 16,-2-2-2-16,0 0 2 0,-4-6 12 0,2-3 19 15,-4-2 21-15,1-4 20 0,-2-6 11 0,1-3 2 16,-3-2-11-16,1-5-11 0,-2-3-19 0,0-5 8 15,-2-1-2-15,2-4 3 0,-1-4 5 16,-1 0 16-16,0 1 16 0,-1-1-7 0,2 1-2 16,-1 3-6-16,0 2-7 0,1 2-19 0,1 6-19 15,-2 4-15-15,2 1-11 0,2 5-5 0,-2 1-2 16,3 4-3-16,0 0-2 0,4 2 1 0,-1 2-2 16,2 1-1-16,0 2-1 0,1 1 1 15,-1 0-8-15,3 3-35 0,-1 0-56 0,-1 1-56 16,4 1-68-16,-4-1-122 0,1 1-164 0,2 0-232 15,-2 4-229-15,2-4-213 0,0 3-93 16,-1-1 275-16,3 2 458 0</inkml:trace>
  <inkml:trace contextRef="#ctx0" brushRef="#br1" timeOffset="181985.46">28001 17841 467 0,'5'21'920'0,"-4"1"244"0,-1 4-42 0,0 1-329 16,-1 3-302-16,-2 1-206 0,-1 5-111 0,-1 2-52 16,-1 2-21-16,0 2-19 0,-2-3-25 0,2 1-19 15,-1 0-13-15,2-1-6 0,2-3-12 0,0-3-17 16,0-2-49-16,2-6-115 0,1-4-165 0,0 0-297 16,1-8-273-16,4-3-249 0,-1-4-71 0,1-6 332 15,2-3 465-15</inkml:trace>
  <inkml:trace contextRef="#ctx0" brushRef="#br1" timeOffset="183018.79">28442 17377 110 0,'4'-6'580'0,"0"2"379"16,-3 2 147-16,1 0-54 0,0 4-401 0,1 3-245 16,2 4-123-16,-1 3-58 0,2 6 22 0,2 3 20 15,-1 4 5-15,1 5-6 0,1 3-21 16,-3 3-29-16,2 3-54 0,-1-1-45 0,-1 4-42 16,2-3-26-16,-2-2-17 0,1-1-14 0,-1-3-6 15,2-4-5-15,-4-3-3 0,1-6-4 0,0-5 1 16,-2-6 0-16,1-4 0 0,-4-9-1 15,0-4-1-15,-2-9-1 0,-1-5 1 0,-1-8-2 16,0-6-2-16,-1-3 0 0,-4-6 0 0,1-3 1 16,1-5 2-16,-2 0 0 0,0-6 5 0,0-1-1 15,1-1 0-15,4 0 0 0,-1 2-1 16,5 3-3-16,0 3 1 0,5 7 0 0,-1 5 0 16,4 7-1-16,-1 5 1 0,4 7 1 0,-2 5 1 15,3 7 1-15,1 5 1 0,0 2 1 16,3 8 2-16,-2 2-1 0,2 4-2 0,-2 5 0 15,0 2-1-15,1 3 1 0,-2 2-2 0,-3 2 1 16,-2 2 0-16,0 2-2 0,-3 0 0 0,0 5 0 16,-5 0-3-16,-5 1-1 0,0 2-1 0,-3 1 1 15,0-2-2-15,-4 1 2 0,-1-1 0 0,0-1 2 16,-2-2 0-16,0-3-15 0,-2-4-45 0,3-4-61 16,-4-5-55-16,6-3-73 0,-2-5-114 15,2-5-133-15,3-1-131 0,3-3-193 0,3-3-222 16,1-1-143-16,4 0 118 0,3-1 350 0,4 1 362 15</inkml:trace>
  <inkml:trace contextRef="#ctx0" brushRef="#br1" timeOffset="183421.1">29134 17452 530 0,'13'-18'1030'0,"-4"3"226"0,-5 2-89 16,-6 2-324-16,-4 3-350 0,-3 4-143 0,-3 4-24 15,-3 3-15-15,-1 4-23 0,-5 6-23 0,0 4-41 16,-2 5-65-16,-4 5-62 0,-1 5-34 16,-1 5-15-16,1 3-6 0,-1 5-3 0,2 2-5 15,5 3-4-15,2-1-8 0,2 0-8 0,6-3-5 16,3-3-6-16,6-5-3 0,3-10 0 0,8-7-1 16,2-9 0-16,5-8 0 0,5-11-1 15,0-8 0-15,4-9-1 0,3-12-2 0,-2-5 0 16,4-10 0-16,1-4 1 0,0-8 2 0,-3-2 1 15,1-4 1-15,-3 0 0 0,2 2 3 0,-3-1-1 16,-3 3-1-16,1 6 0 0,-5 6 0 16,-3 8 2-16,-3 8-2 0,-1 8 0 0,-6 11 0 15,0 8 0-15,-6 8-1 0,-1 7 0 0,-4 10 0 16,-2 4-1-16,1 8 0 0,-2 6 1 0,-3 5-2 16,1 3 0-16,-2 4-1 0,5 2 2 0,-3 1 0 15,3 2-1-15,1-2-1 0,3 4-7 16,1-2-16-16,0 1-39 0,1 1-65 0,2-1-63 15,-4-1-87-15,5-4-148 0,0-2-230 0,0-4-280 16,5-3-219-16,-2-5-192 0,-2-5 60 0,4-4 490 16</inkml:trace>
  <inkml:trace contextRef="#ctx0" brushRef="#br1" timeOffset="184052.74">29566 17875 307 0,'7'4'789'16,"-4"0"315"-16,-2 5 25 0,-1 1-237 16,0 6-362-16,0 3-216 0,0 3-114 0,-1 5-62 15,-2 1-30-15,-1 3-22 0,0 3-26 0,0-2-25 16,1 0-14-16,0 0-9 0,0-1-9 0,-2 0 0 15,4-1-4-15,-2-4-19 0,1 2-55 0,0-6-90 16,1-4-129-16,-1-3-213 0,0-2-283 16,4-3-237-16,0-1-109 0,-1-5 172 0,1-2 387 15</inkml:trace>
  <inkml:trace contextRef="#ctx0" brushRef="#br1" timeOffset="184402">29851 17979 232 0,'5'-53'712'16,"-4"-4"311"-16,-1-3 70 0,0-6-175 16,-3-4-373-16,1-2-217 0,-1-3-103 0,-2 0-32 0,4 3 10 15,-2 4 21-15,-2 8 14 0,2 7-8 16,-5 6 0-16,2 11-19 0,1 7-36 0,-2 8-41 15,1 8-37-15,3 5-32 0,-2 7-28 0,4 6-16 16,1 5-9-16,1 3-3 0,5 7-2 16,1 4 9-16,-1 3 3 0,2 4 0 0,3 4 2 15,-1 2-2-15,1 1 0 0,3 2-8 0,-3 2-5 16,3-1-1-16,-1 2-2 0,0 0 1 0,-3 0-1 16,2-1-1-16,-3 1-3 0,2-1-8 0,-3 0-27 15,-3-1-51-15,0-2-57 0,-4 0-55 16,-1-2-84-16,-1-2-144 0,-2-1-174 0,-2-2-245 15,-3-2-219-15,0-2-195 0,-1-2 47 0,-3-4 420 16</inkml:trace>
  <inkml:trace contextRef="#ctx0" brushRef="#br1" timeOffset="184636.16">29840 17815 352 0,'6'-4'680'0,"0"-1"225"16,-1 3 45-16,3 0-273 0,-2 0-258 16,1 1-141-16,1 1-69 0,1 0-36 0,-3 0-20 15,2 0-26-15,3 1-33 0,-1-1-34 0,-1 0-24 16,1-1-19-16,1 1-11 0,-2-1-12 0,4 1-25 16,-4-4-47-16,1 2-72 0,0-1-86 0,-1 2-107 15,-3 0-152-15,2-1-224 0,-1 2-157 16,2-1 1-16,-3 1 167 0,1-3 259 0</inkml:trace>
  <inkml:trace contextRef="#ctx0" brushRef="#br1" timeOffset="184967.93">30175 17661 256 0,'5'-3'650'16,"-1"3"299"-16,1 1 100 0,0 2-215 0,-1 3-249 16,0 2-177-16,-3-1-108 0,1 3-52 0,-2 3-10 15,1 2 1-15,-1 1 3 0,2 2 9 0,0 0-4 16,-2 1-17-16,0 3-32 0,0-3-42 0,0 2-44 15,0-4-39-15,0-1-28 0,0-1-18 0,1-3-13 16,1-3-3-16,1-3-5 0,0-6 0 16,2-3-3-16,3-5-1 0,-2-4 0 0,0-4-1 15,4-5-1-15,1-3-1 0,-2-1 2 0,3-1-1 16,0 0 0-16,-1 3 0 0,-1 1 0 0,1 3 0 16,-5 0-1-16,1 4 4 0,-1 3 5 0,-2 3 4 0,-1 2 3 15,1 3 2-15,-3 4 2 0,1 4-3 16,0 4-3-16,-2 3-5 0,0 4-3 0,1 4-1 15,1 3-2-15,-2 3-1 0,0 0 1 0,1 2-2 0,3 2 0 16,-1-3 0-16,0 2-1 0,1-3-1 16,-1-1-6-16,2 0-17 0,-1-3-40 0,-1-3-65 15,-2-1-61-15,-1-2-105 0,0-3-167 0,0-3-267 16,-1-2-274-16,1-1-220 0,0-1-166 0,0-5 207 16,0 0 543-16</inkml:trace>
  <inkml:trace contextRef="#ctx0" brushRef="#br1" timeOffset="-192383.29">31525 16342 99 0,'0'-5'344'0,"-3"3"173"0,-3-3 168 0,3 1-34 16,-2 1-90-16,0-2-35 0,0 2-25 0,0 0-31 15,-2 0-56-15,0 2-78 0,2-2-89 0,-1 2-64 16,0 1-34-16,-3 1-8 0,-1 3 12 0,0 2 16 15,-2 0 15-15,2 3-6 0,1 2-14 0,-2 2-19 16,0 0-26-16,3 3-30 0,-2 3-28 0,2 3-11 16,0 4-7-16,3 3-10 0,1 1-6 0,-1 3-3 15,2 1-4-15,2 1-5 0,2 0-5 0,1-1-3 16,4-2-1-16,-2-2-1 0,3-2-1 0,1-2 0 16,2-5-2-16,4-4-1 0,-2-2 0 0,2-3-2 15,3-6 1-15,1-1 0 0,3-7-1 0,-4-2 1 16,4-6-1-16,1-1 1 0,-5-5 3 0,4-1 0 15,-4-4 5-15,-1-2 6 0,-2-1 2 0,0 1 7 16,-1-5 2-16,0 3 2 0,-2-2 0 0,-5-1 0 16,2 2-2-16,0 0-3 0,-3-1-3 0,-4-1-1 15,3 2-3-15,-4-2-3 0,-2 0-1 0,-1 0-2 16,-1 1-1-16,0 1-1 0,-2 3 1 0,-2 2 1 16,-2 3 1-16,-1 3 0 0,0 3 1 0,-2 4-1 15,-2 4-3-15,0 4-1 0,-2 4-2 0,-1 4-1 16,3 4-1-16,-1 1-2 0,-1 0 1 0,4 1-1 15,-1 1 2-15,2 0-2 0,2 0 0 0,0 1 1 16,4-3-2-16,1 2 0 0,-3-2-2 16,7 0 1-16,-1 0-1 0,2-3 0 0,2 0 0 15,2-3 0-15,1 0 0 0,0-2-6 0,1-1-12 16,1-1-24-16,2-3-59 0,0 0-73 0,-1-3-110 16,2 2-170-16,1 1-300 0,-2-2-322 0,1 2-270 15,1 2-145-15,-2-1 272 0,-1 2 608 0</inkml:trace>
  <inkml:trace contextRef="#ctx0" brushRef="#br1" timeOffset="-192050.8">31848 16698 168 0,'0'-3'889'15,"0"3"584"-15,0-2 14 0,0 1-262 0,0-1-408 16,0 2-319-16,0-2-164 0,-2 2-105 0,2-1-55 16,0 1-33-16,0 0-38 0,0 0-30 0,0-1-24 15,0 1-17-15,2-2-11 0,-2 1-6 0,0-1-6 16,0 1-4-16,0 0-3 0,1-1-2 0,-1 2-1 15,0-2-2-15,0 1-1 0,2 0-2 0,0 1-11 16,1 0-24-16,-2-2-51 0,1 2-69 0,1 0-112 16,-3 2-179-16,0-1-300 0,0 2-325 0,0 0-295 15,3 0-164-15,-2 1 286 0,1-1 640 0</inkml:trace>
  <inkml:trace contextRef="#ctx0" brushRef="#br1" timeOffset="-191550.66">31969 16643 25 0,'2'-2'465'0,"0"0"389"0,1-1 213 0,-3-3 13 16,1-1-321-16,3-1-257 0,0-1-159 15,1-1-66-15,1-5-12 0,2 2-6 0,3-3-4 16,0-2-8-16,1 1-23 0,0-4-24 0,1 1-33 16,-4-2-34-16,5-1-33 0,-4-2-24 0,2 2-14 15,-2-4-10-15,0 0-4 0,0-2-8 0,-2 0-2 16,2-2-4-16,-2 1-1 0,0 0-3 0,0 2-1 16,-4-1 0-16,3 4 0 0,-2 2 0 0,-1 2 2 15,-1 4 1-15,0 4-1 0,-1 1 0 0,0 5-6 16,-2 0-3-16,1 2-5 0,1 2-5 0,-2 3-5 15,1 2-2-15,-1 2-1 0,2 4 0 0,-2 1-1 16,2 4 0-16,-2 0-1 0,1 2 0 0,-1 2 0 16,0 0 0-16,2 3-1 0,0 1 0 15,-2 2 0-15,0-2 0 0,-2 3 0 0,0 0-1 16,2-2 0-16,-1 3 1 0,1-1 0 0,-2-1 0 16,0-1-1-16,2 3 1 0,-1-4-1 0,1-2 0 15,0 0 1-15,0-2-1 0,0 0-1 0,0-1 0 16,0-2-1-16,1-3 0 0,-1-1 0 0,0 1-1 15,2-4 0-15,-2-1 0 0,0 0-3 0,0-2-7 16,0 1-15-16,-2-2-22 0,1-3-49 0,-1 1-81 16,-1-2-131-16,0 1-209 0,0 0-303 0,-2-2-355 15,4 1-331-15,1-2-102 0,0-1 470 0,1 0 670 16</inkml:trace>
  <inkml:trace contextRef="#ctx0" brushRef="#br1" timeOffset="-191066.92">32425 16231 11 0,'-2'3'413'0,"-1"-1"383"0,0 0 261 0,-2 0 28 16,4-2-313-16,1 2-241 0,0-2-165 0,0-2-103 16,0 2-59-16,0 0-49 0,0 0-44 0,1-2 31 15,4 1 34-15,-2 1 11 0,2-1 11 0,-2-1 2 16,2-1-6-16,3-1-44 0,-1 1-43 0,0-2-25 16,1 1-24-16,0 1-14 0,1-3-9 0,-3 2-12 15,4 0-11-15,-2-1-5 0,1 1-5 0,1 0-2 16,-2-1-1-16,3-1 1 0,-3 2 0 15,0-1-2-15,0 2-2 0,1 0-14 0,-3-1-64 16,-1 1-82-16,-2 0-162 0,1 2-280 0,-4-1-318 0,0 2-372 16,0 0-257-16,0 3 89 0,-2 0 690 0</inkml:trace>
  <inkml:trace contextRef="#ctx0" brushRef="#br1" timeOffset="-190050.24">32828 15748 214 0,'1'-2'451'0,"-1"-1"201"16,0 3 149-16,0-2-193 0,0 2-163 0,0 0-89 15,0 2-44-15,-1 1-23 0,1-1-20 0,-2 4-30 16,1 2-23-16,-3 3-21 0,3 0-30 0,-2 4-19 15,-2 4-10-15,4 3-9 0,-1 3 22 0,1 3 28 16,1 3 11-16,-2 1-13 0,2 2-25 0,0-1-19 16,2 0-42-16,-2-1-39 0,3 1-24 0,-2-2-10 15,4-3-6-15,-1-2-3 0,3-2-2 0,-2-3 0 16,1-1 0-16,3-4-1 0,-1-4-1 0,2 0-3 16,1-5 4-16,0-2-4 0,2-4 1 0,-1-2 8 15,1-5 32-15,1-3 18 0,-1-3 6 0,0-3 5 16,-1-2 0-16,-1-4-5 0,0 1-21 0,-1-5-9 0,-2 0-6 15,-3 0-3-15,-1-2-2 0,1-2-1 0,-4 0-7 16,-2-1-5-16,-2 1-3 0,0-4-1 0,-4 0-2 16,1 1-1-16,-1 0-2 0,-2 1-2 15,1 2 0-15,0 2 4 0,0 2 4 0,-1 4 5 16,1 1 3-16,-2 4 2 0,1 2 0 0,3 2-1 16,-1 4-5-16,-1-1-5 0,4 5-4 0,-4 2-1 15,2 2-1-15,-1 4-1 0,1 0-1 0,-1 4 0 16,0 1-1-16,0 3 1 0,3 1-2 0,-1 1-1 15,0 1 1-15,2-1 0 0,-2 3-1 0,5 0-2 16,-1-2-19-16,1-1-44 0,1 3-68 0,-1-3-70 16,0 1-112-16,2-3-166 0,1-1-229 0,-3 0-274 15,3-1-209-15,2 0-143 0,-2-3 195 0,2 3 471 16</inkml:trace>
  <inkml:trace contextRef="#ctx0" brushRef="#br1" timeOffset="-189449.89">33176 16237 256 0,'2'0'955'0,"-2"-1"483"0,0-1-26 0,-2 1-210 16,2-1-451-16,0 1-265 0,0 1-158 0,0-3-96 15,0 1-58-15,0 1-51 0,0-2-44 0,0 0-30 16,2-2-21-16,-2 4-13 0,1-2-5 0,1 0-5 16,-2 1-1-16,0 0-3 0,0-1 0 0,0 2-1 15,0 0-1-15,0 0-2 0,0 1 0 0,0-3 0 0,1 3-2 16,-1 0-15-16,0-1-46 0,0 0-71 0,-1 1-84 15,1-2-151-15,0 2-254 0,-2-2-323 0,2 2-294 16,0 0-190-16,0 0 57 0,-1 0 554 0</inkml:trace>
  <inkml:trace contextRef="#ctx0" brushRef="#br1" timeOffset="-188601.71">33345 15554 163 0,'-2'1'431'0,"1"-1"227"0,-4 0 200 16,5 0-99-16,-1 0-135 0,1 0-100 0,-2 0-68 15,2-1-54-15,-2-1-60 0,2 2-64 0,-1 0-78 16,-1 0 4-16,-1 0-8 0,0 0-5 0,0 2 3 16,-1-1-8-16,1-1-11 0,0 1-43 0,-3 1-23 0,3-1-22 15,0 2-31-15,-1-2-17 0,1 1-9 16,0-1-5-16,1 3-10 0,-3-1-5 0,4 0-4 16,-2 0-2-16,-3 1 0 0,3 0 0 0,-1 2-1 15,0 0-2-15,-1 1 0 0,0 2-1 0,2-1-1 16,-2 0 0-16,1 1 1 0,0 2 0 0,3-1-1 15,-2 1 1-15,3 1-1 0,-2 0-1 0,2 0 0 16,2 0 1-16,-1 1 1 0,2 0-1 0,1-3 1 16,0 3-2-16,4-1 0 0,-2-2 2 0,2 3-2 15,2-3 1-15,1 0 1 0,-2 0 0 0,3-1 1 16,-2 0-2-16,0 0 0 0,0-2 1 16,0 1 0-16,2-1-1 0,-3-1 0 0,0 2 1 15,1-3-1-15,-2 2 0 0,0-1-2 0,-2 0 3 16,0 0-2-16,-2 0 2 0,1-1 0 0,-2 2 2 15,-2-1 6-15,-1 1-3 0,0-1-2 0,-1 2-3 16,-1-1 0-16,-1 1 0 0,0-1-7 0,-2 3 5 0,2-3 2 16,-2 0 1-16,-3 1 1 0,4-1 1 0,-3 1-1 15,2-1 0-15,-1-1-1 0,-2 2-1 0,2-2 1 16,1-1-1-16,0-1 1 0,0-1 0 0,1 0-1 16,-2-2-14-16,1 2-32 0,-2-3-53 0,3 0-60 15,-3 0-60-15,2 0-90 0,-2-3-117 0,0 2-130 16,3-3-157-16,-1-1-225 0,1 2-197 0,0-1-39 15,-1-1 263-15,2-1 391 0</inkml:trace>
  <inkml:trace contextRef="#ctx0" brushRef="#br1" timeOffset="-188134.96">33288 15589 13 0,'-2'-2'292'0,"2"1"196"15,0 0 179-15,-1-1 30 0,1 1-156 0,0-1-114 16,-2 1-51-16,2-1-37 0,0 2-34 16,2-1-49-16,-2-1-56 0,1 1-40 0,3-2-20 15,-1 1-15-15,2 0-1 0,1 1 9 0,2-2-1 16,0 0-5-16,0 0 1 0,1-1-9 0,2 0-12 15,0 0-1-15,5-2-4 0,-2-1-17 0,3 0-27 16,0 1-10-16,3 2-14 0,0-2-17 0,0 2-10 16,2 1-3-16,-2 0 1 0,-1 0-4 15,0 1 0-15,-1 0-3 0,-1 2 0 0,-3 2-1 16,0 0-5-16,-2 1-22 0,-2 0-72 0,-3-2-145 16,-4 2-296-16,-1-3-273 0,-2 0-306 15,0 0-251-15,0 0 101 0,0 0 566 0</inkml:trace>
  <inkml:trace contextRef="#ctx0" brushRef="#br1" timeOffset="-182302.92">657 11134 7 0,'-3'-4'320'0,"0"0"220"0,-2 1 170 0,0 1 64 16,2-1-331-16,3 3-210 0,0 0-110 16,0 0-52-16,0 0-23 0,2-6-7 15,-2 1-6-15,3 1-1 0,0-1 54 0,4 2 28 16,3-1 10-16,0 0 5 0,3 0 31 0,6-1 50 15,1 1-23-15,3-1-20 0,2 1-17 16,0 0-9-16,2-1-32 0,0-1-50 0,-2 2-26 16,4-3-17-16,1 2-2 0,-2-1-1 15,2 0-2-15,0 0-1 0,-1 2-1 0,1-2 3 16,-2 1 10-16,0 0 3 0,4 1 4 16,0 1 0-16,-1 0-10 0,3-1-12 0,-3 3-16 15,-1-2-6-15,-1 1-8 0,1 0-2 0,0-1 14 16,0 1 8-16,-2 1 4 0,2-1 2 0,0 0 0 15,0 0-1-15,0 0-1 0,0 1 0 0,-1-1 0 16,1 1-1-16,-2 1 0 0,1 0-1 0,-2 0 2 16,0 0-1-16,1 0 4 0,1 1 1 0,-3-1-2 15,3 2 58-15,-1-1 28 0,-1-1 14 0,3 4 0 16,0-2 3-16,0 1-2 0,0-1-45 0,2 1-23 16,1-2-13-16,2 0-3 0,0 1-8 15,1 0-1-15,1-2-2 0,2-2-7 0,2 0 4 16,0 0-6-16,2-3 1 0,-2 2-1 0,0-3-1 15,2 2 0-15,-2-2-8 0,0 1 2 16,2-1-2-16,-2 1 0 0,1 2-4 0,-2-2 4 16,0 3 7-16,-2-5 2 0,2 4 1 0,0 0 4 15,0-1 0-15,2 2 1 0,-2 0-5 0,1 0 2 16,3 2-1-16,-3-1 1 0,1 1-2 0,0 0-5 16,-1 0 1-16,-1-1-5 0,2 1-1 15,-2 0 0-15,0-2-4 0,2 2 4 0,-2-1 0 16,1-1 1-16,0 1 5 0,0-2 1 0,-1 2 2 15,2-3 3-15,-1 3 2 0,1-2 1 0,2 0-2 16,-1 1-5-16,1 2 2 0,0-1 0 16,2 0-2-16,-3-1 1 0,-2 0-4 0,3 1 3 15,-3 0-5-15,-1-1-2 0,1 0 1 16,-2 0 0-16,-1 2-1 0,2 0 0 0,-1 0 3 16,-2 0 2-16,-1 0 0 0,-1 0 3 0,1 2 3 15,2 0 1-15,-3 0 0 0,0-1 1 16,1 2 1-16,-1-1-2 0,0 0-2 0,2 0 1 15,0 1 0-15,-1-2-2 0,-1 2-4 16,0-1 0-16,-2 1 1 0,2-2-1 0,-2 2-5 16,0 0 2-16,2 0 0 0,-2 2-3 15,0-3 4-15,1 3-3 0,-1 0 1 0,0 2-1 0,0-5 5 16,-1 4 3-16,1-1 0 0,-1-1-2 16,3 0 4-16,-2 1-2 0,3-2 1 15,-1 1-2-15,1-1 0 0,1 2 5 0,-1-2 0 16,2 0 0-16,-2 1-1 0,1 1-4 0,-1-1-1 15,-1-1-5-15,1 2 1 0,0 2-1 0,-1-5 1 16,0 5 4-16,0-3-3 0,1 3 1 16,-1-1-5-16,0-2 2 0,1 2 0 0,-3-1 3 15,2-1 4-15,0 0 0 0,0-1 8 16,0 1 0-16,1-3-1 0,2 0-1 0,0 1-2 16,0-2 2-16,0 0-6 0,1 0-3 0,-1 0 2 15,0-2-3-15,0 2-1 0,1-1-2 16,-1 1 4-16,-1 0-3 0,1 0-4 0,-2 0 1 15,2 0 1-15,0 0-2 0,-3 1 4 16,1 1 5-16,-1-2 1 0,3 3 3 0,-3-1-4 16,1-1 4-16,-1 1-3 0,1-2 1 15,2 1 1-15,0-1-2 0,0 0 2 0,0-1 2 16,2 1-4-16,-1-2-3 0,1 1 1 0,-1 1 2 16,-1-2-2-16,3-1-1 0,-3 1-1 15,2 1-2-15,-1 0-6 0,1-3 1 0,-2 3 0 16,1-1 5-16,-1 1-1 0,2 0 5 0,-1-1 4 15,4-1 3-15,-2 1 3 0,0-2-5 0,3 3 1 16,-1-2 2-16,3 0 0 0,-2 1-3 16,-1 0-5-16,1-2 1 0,-1 3-2 0,1-2-3 15,0 1-1-15,-1 0-1 0,1-1 0 16,-4 2 3-16,4 1 1 0,-3-1 4 0,-1 0-4 16,2 1 3-16,-2-3 1 0,3 3-1 15,-1-2 0-15,1 2-1 0,0 0 3 0,3 0-3 16,-2 2 0-16,0-2 4 0,2 3-6 0,-2-3-1 15,-1 1 1-15,1 0 2 0,-1-1-2 16,0 1-3-16,2 2 1 0,-3-1 0 0,2 0-3 16,-1 0 3-16,1 0 4 0,0 2 1 0,2-3 2 15,1 2 1-15,1-2 1 0,2 1 1 0,-1 1 0 16,1-2-2-16,0 1-3 0,-1 0 2 16,2-1-3-16,-1 0-3 0,-1 2 0 0,0-1-5 15,2 0 4-15,-2 0 3 0,1 1 2 16,0 0-1-16,0 0 2 0,2 0 7 0,-1 0-4 15,1 0 1-15,2 0-4 0,-1 0-1 0,-2-1 1 16,1-2-2-16,2 5-4 0,-3-5 0 16,1 1-2-16,0 0 3 0,-3-1-3 0,3 0 4 15,0 0 6-15,-4 0-3 0,4 0 3 16,-2 0 4-16,1 0-1 0,1 0-5 0,-1 1-2 16,0-1 0-16,-1 3-2 0,-1-3-2 15,0 2 1-15,0 0 0 0,-3 1-1 0,0 1-2 16,-2-1 0-16,1 2 1 0,-1-1-3 0,-3 2 6 15,1-1 0-15,0 0 6 0,-3 1-2 0,-1 1 1 16,3-2 4-16,-1 0-6 0,-1 2 3 16,2-4-1-16,-1 2 0 0,0 0-1 0,0-1-3 15,-2-1 1-15,0 2 0 0,1-1 0 16,-5 1 1-16,2-1-2 0,-1 2 1 0,-2-1 0 16,2 1-2-16,-2 0-1 0,-1-1-3 0,1 1 5 15,-1 0-5-15,0 1 4 0,-1 0-2 16,-1-1 2-16,2 0 1 0,-2 0 0 0,2-1 3 15,-2 0 0-15,1 1 4 0,1 1 1 0,0-3-1 16,-1 0-1-16,1 0-4 0,1 1 0 16,0-2-1-16,0 0-2 0,-1 1-2 0,-1-1 2 15,1-2 1-15,0 2 1 0,-1 0-4 16,-1-1 3-16,2-1 1 0,-1 1 0 0,1-1-2 16,0 1-5-16,-1-2 0 0,3 0 1 15,-3 0 3-15,-1 0 1 0,4-2 1 0,-4 1 4 16,1 1 5-16,2-2-3 0,-1 1-2 0,1-1-2 15,1 1 1-15,0-1-2 0,1 2 0 0,0-1 0 16,1-1 0-16,-1 1 2 0,-2 0-1 16,2-1 3-16,2 0-2 0,-4 0-1 15,0 2 1-15,1 0-3 0,1-3 0 0,-2 3-3 0,1 0-3 16,-3 0 2-16,3 3-1 0,-4-3 0 16,0 4 5-16,0-1 2 0,-2 0-1 0,0 1 3 15,-1 2 1-15,-1 1 2 0,-1-2-4 16,-1 2 1-16,-1 1 1 0,-2 1-1 0,0 1 2 15,-1 1-5-15,-2 1 5 0,0 1-3 0,-3-2 4 16,2 1 33-16,-1 2 69 0,-3 1 41 16,-1 0 12-16,2 1 2 0,-2 1-5 0,-3 0-31 15,4 2-50-15,-4 0-30 0,-1 1-12 16,1 3 0-16,-2 0 2 0,-1 3-1 0,-1 0-4 16,1 3-3-16,-1 1-2 0,-2 2-11 15,0-1-6-15,2 4-4 0,-2-1-2 0,1 2-1 16,-3 1-2-16,2 1 0 0,-1 1 0 0,2-1 1 15,-2 2 2-15,1 1 3 0,-3-1 0 0,3 2 2 16,-1 1-1-16,0 0 1 0,-2 1-2 16,1 2-1-16,-1-1-1 0,2 0 1 0,-2 1-2 15,1 2-1-15,-1 0 0 0,2 0 0 0,0 0 0 16,-1-1 1-16,1 0 0 0,-1-2 2 16,1 2 0-16,1 0-1 0,-2 1-2 0,-1 0 1 15,2-2-1-15,-2 2-1 0,0 0-1 0,0-1 0 16,0-1 0-16,0 1-1 0,0-4-1 15,0 3 0-15,1-5 1 0,-1 1 1 0,0 0 4 16,2-3 3-16,-2 0 2 0,0 0 2 0,0 0 0 16,0 0 0-16,0 2-1 0,-2-1-2 15,1 3-1-15,-5 0 0 0,4 2-2 0,-2-1-1 16,-3 5-2-16,1-1-2 0,-1 1-1 0,-2 1 0 16,1-3-1-16,-2 3 1 0,1 0 1 15,0 0 2-15,-1-1 0 0,-1-1 1 0,2 2 0 16,-1 0-1-16,2 0 0 0,-3-1 1 0,3-1 1 15,0 0 2-15,1-1 0 0,0-1 1 16,1-2-1-16,-1 1-1 0,2-3-3 0,1-1-1 16,-4 2 2-16,3-2-1 0,1 3 1 15,-1-2 1-15,0 3 0 0,-3 0-1 0,2 2 0 16,-1 3 0-16,-1 0-2 0,-1 0 1 0,1 2-2 16,2-1 1-16,-1-2 0 0,1-1 2 0,-1-1-1 15,0-2 3-15,2 2 1 0,0-4 0 16,1 1 1-16,-4-1-2 0,3 1 1 0,2 0-1 15,-2-1-1-15,2 0-1 0,0 2-1 0,1 0-1 16,-1 0-1-16,1-2-1 0,-2 4 0 0,2-2 0 16,1-3-1-16,-1 0-1 0,1 0-1 15,-1-3 1-15,-1 0 2 0,1-1 0 0,-1-4 0 16,0 3 2-16,-1-3 1 0,0-1 0 0,-1 1-1 16,2-1 0-16,-2 0-1 0,2-1 0 15,-2 1 1-15,2-1-2 0,0 2-1 0,0-1 0 0,0 0 0 16,1-1-1-16,-1 0-1 0,3 0 2 15,-1-3-1-15,1 0 0 0,-2-2 1 0,0-2 0 16,2 1 0-16,0-2-1 0,0-3 1 0,-1 0-1 16,-1-1 0-16,1-2 0 0,1-2 2 15,-2 0 0-15,0 2 1 0,1-1 0 0,-1 1 0 0,2 0 1 16,-2 1 0-16,1 1-1 0,-1-2 0 16,1 3 1-16,-2-2-1 0,1 1-4 0,2-1-4 15,0 1-1-15,0-2-1 0,0 2-1 0,0-1-1 16,0-1 5-16,0 2 2 0,0-1 2 0,0-1 0 15,0 0 1-15,0 0-1 0,0 0 2 16,0 1 0-16,-1-2-1 0,-1 2 0 0,2-3 1 16,0 2 5-16,-1-2 2 0,1 1 1 0,0 1 1 15,-4 0 0-15,4-1 0 0,-3 2-6 16,1 2-4-16,1-2-2 0,-2 2 1 0,-1 0 0 16,1 0 0-16,0 1 2 0,-1 1 2 0,1-2 2 15,-2 2-6-15,1-3-4 0,1 1-1 0,-2 1-2 16,2-3 0-16,-3 0-2 0,3 1 5 0,0-3 3 15,0-2 1-15,-1 0 0 0,1-2 1 0,2-3 0 0,-1 1 0 16,0-2 0-16,1 2 0 0,-1-2 1 16,2-1-1-16,0 2 0 0,0-1 1 0,2 2-1 15,-1 1-1-15,1-2 1 0,1 2 0 0,0-1 0 16,2 3 0-16,-2-2 0 0,2 2 0 0,0-1 1 16,-4 1-2-16,2 1 1 0,1-1 0 0,-3 1 0 15,1 1-1-15,-1-2 1 0,-1 2 1 16,-1-2-1-16,-1 3 1 0,1-2-1 0,-3 0 1 15,3 2-1-15,-2-2 0 0,-2 0 5 0,2 0 3 16,0-1 2-16,-2 2-1 0,3-1 1 0,-2-2-1 16,0 2-5-16,1-2-3 0,2 0-1 0,-3-2 0 15,0 1-2-15,2 4 0 0,1-4 1 0,-1-2 1 16,1 1-1-16,-1-2 2 0,0-6 0 0,2-3 1 16,-1 0 0-16,-1 0 0 0,2 0-2 15,0 0 0-15,0 0 0 0,0 0-2 0,0 0-5 16,2 0-6-16,-1 0-11 0,-1 0-22 0,2 0-47 15,0 0-67-15,-2 0-68 0,1 0-112 0,-1 0-165 16,2 0-298-16,-2 0-268 0,0 0-208 16,-2 0-123-16,-1 0 305 0,-3-9 538 0</inkml:trace>
  <inkml:trace contextRef="#ctx0" brushRef="#br3" timeOffset="-177582.56">2765 12062 293 0,'3'-3'852'0,"0"3"334"0,-1 3-4 16,1 1-193-16,2 5-366 0,4 3-158 0,-1 6-78 16,3 1-36-16,2 9-22 0,-2 0-35 0,3 6-51 15,2 5-70-15,-3 3-49 0,4 2-35 0,-4 2-23 16,2 3-19-16,-2 0-16 0,1 1-11 16,1-2-9-16,-3-2-6 0,1-1-4 0,0-2-3 15,-1-5-3-15,1-2-3 0,-2-5-14 0,-2-3-27 16,1-5-73-16,-4-3-72 0,-1-7-128 0,-4-3-194 15,-1-8-311-15,-3-2-334 0,-3-7-220 0,0-4-108 16,-4-6 393-16,-2-6 585 0</inkml:trace>
  <inkml:trace contextRef="#ctx0" brushRef="#br3" timeOffset="-177066.56">2744 12023 371 0,'5'-11'835'0,"-3"0"280"0,1 1-1 16,1 3-311-16,1 1-307 0,-2 0-233 0,2 2-130 16,2 0-53-16,3 1 9 0,2 0 8 15,2 1 3-15,5-1 22 0,3 1 34 0,2-1 6 16,1 3-27-16,2-1-16 0,3 1-9 0,2 1 12 16,-1 2 0-16,3 1-5 0,-1 2-3 0,0-1 7 15,-1 5 0-15,-1 1-32 0,-1 3-26 16,-3 1-14-16,-2 3-2 0,-3 1-11 0,-6 6-2 15,0 0 5-15,-5 4 5 0,-6 1 0 0,-2 4-10 16,-8 3-4-16,-1 1 1 0,-5 5-3 0,-5-1-2 16,0 0 0-16,-3 1 11 0,0 0 0 15,-1-4-2-15,1-1-8 0,1-5-5 0,3-5-4 16,2-3-9-16,2-6-6 0,3-1-3 0,3-5-3 16,4-2 0-16,2-4-2 0,7-1 0 0,5-3 0 15,3-3 2-15,4-3 1 0,5-3 0 0,2-1-3 16,2-3 1-16,5 2 1 0,-1-1-2 15,1 1-1-15,-1 1-2 0,-1 0 3 0,-2 5-2 16,-2 2-1-16,-3 1 0 0,-4 5 3 0,-2-1 2 16,-3 4 2-16,-5 2 2 0,-5 2 2 0,-1 3 1 15,-5 2 1-15,-5 4-1 0,-3 0 2 16,-4 1-1-16,-1 3-2 0,-4 1 2 0,-1 3 0 16,-2-1 0-16,-2 1 0 0,1 2 0 0,-3-3 0 15,2 1-2-15,3-2-1 0,0-3-1 16,2-5-2-16,3-1-1 0,2-3-2 0,0-4-6 15,4-2-23-15,0-4-56 0,2-1-73 0,1-5-112 16,2-3-191-16,1-1-309 0,4-5-339 0,1 0-294 16,2-3-151-16,6-1 319 0,-2-3 658 0</inkml:trace>
  <inkml:trace contextRef="#ctx0" brushRef="#br3" timeOffset="-176480.87">4069 12727 133 0,'5'-3'739'0,"0"3"450"0,-1 2 77 0,-2-1-149 15,3 3-353-15,-2 1-254 0,0 4-121 0,2 4-69 16,-2 1-45-16,0 5-36 0,2 6-50 16,-2 0-64-16,0 5-46 0,0 2-23 0,-1 2-13 15,0 1-10-15,1 1-10 0,0 0-17 16,-1-2-3-16,1-3-7 0,-2 0-1 0,3-5 1 0,0-3 0 16,-1-3 1-16,0-4-37 0,1-2-65 15,-1-4-68-15,-3-4-118 0,1-3-188 16,-1-6-317-16,-1-3-307 0,1-3-220 0,-2-4-131 15,-1-4 335-15,0-2 588 0</inkml:trace>
  <inkml:trace contextRef="#ctx0" brushRef="#br3" timeOffset="-176290.16">4079 12652 91 0,'-6'0'557'0,"-2"0"376"16,-1 0 152-16,0 0-93 0,3 0-365 0,-2 1-280 16,1-1-168-16,1 3-99 0,0-3-123 0,1 0-156 15,0 0-319-15,2 0-249 0,3 0-213 16,0 0-92-16,3 0 231 0,2 0 398 0</inkml:trace>
  <inkml:trace contextRef="#ctx0" brushRef="#br3" timeOffset="-175666.69">4681 12576 308 0,'-5'-4'1098'0,"-4"4"486"0,-5 2-79 0,-1 2-285 16,-2 2-492-16,-3 4-267 0,-1 0-169 16,-1 2-98-16,-2 3-58 0,3 1-37 0,-1 3-27 15,0-1-21-15,5 0-15 0,-1 1-9 0,4-1-11 16,2-4-7-16,2 1-6 0,5-2-2 0,2-3-3 16,0 2 0-16,6-1-2 0,2 0-1 15,4-2 0-15,4 1 1 0,3 1-1 0,4-2 0 16,1-2 1-16,4 3 0 0,1-5 0 15,0 3 1-15,1-4 1 0,0 2 1 0,-1 0 1 16,-1 0 0-16,-1 0 1 0,-1 0 1 0,-5 2 0 16,1-3-1-16,-5 3 2 0,-3 1 1 15,-3 2 0-15,-2-2 2 0,-4 2-1 0,-2 2 1 16,-5-1-1-16,-3 1-1 0,-3 4-1 0,-3-2 0 16,-1 3-1-16,-5 0 1 0,-2 1 0 15,0 1 0-15,-2 1 0 0,2 0 1 0,-2-2 0 16,1 2-3-16,3-3-1 0,2 0-1 0,2-4 0 15,2 1-4-15,2-5-7 0,4-4-12 16,2-1-23-16,3-7-56 0,3-2-75 0,2-5-111 16,4-6-180-16,0-2-296 0,4-4-339 15,1-1-281-15,3-6-149 0,2 0 287 0,1 0 643 16</inkml:trace>
  <inkml:trace contextRef="#ctx0" brushRef="#br3" timeOffset="-175383.89">4975 12866 320 0,'11'36'772'0,"-3"1"299"16,2 2 63-16,1 3-252 0,-2 2-286 0,4-1-231 15,-2-3-130-15,2-3-68 0,2-5-52 16,0-7-47-16,2-5-29 0,1-8-19 0,-1-7-7 16,2-10-6-16,-3-4-3 0,1-9-1 15,-3-7 4-15,-1-5 6 0,-4-5 20 0,-1-2 51 16,-1-5 72-16,-4-1 55 0,-3 0 25 0,-5-1 3 15,-3 3-17-15,-2 0-29 0,-5 4-48 16,0 4-41-16,-2 3-29 0,-2 4-17 0,0 5-12 16,-3 5-19-16,3 5-10 0,0 7-8 15,0 6-6-15,5 3-11 0,-2 7-26 0,8 6-76 16,0 3-95-16,5 3-185 0,5-2-287 0,4 3-345 16,7-2-395-16,4-3-215 0,3-1 218 0,3 0 752 15</inkml:trace>
  <inkml:trace contextRef="#ctx0" brushRef="#br3" timeOffset="-174398.41">6545 12571 318 0,'-6'6'735'0,"-2"-1"332"0,3-1 103 16,-1 1-246-16,1-2-312 0,-1 0-140 0,3 0-80 15,1 0-74-15,1-2-68 0,-1 1-51 16,2-2-41-16,2 2-55 0,1-2-49 0,2 0-23 16,4-2-13-16,4 0 27 0,4-2 19 15,4-2 12-15,6-4 14 0,4-2 8 0,2-1 7 16,7-5-18-16,-1-1-17 0,4-4-8 0,4-3-7 16,-2 0-10-16,2-5-5 0,1 2-6 15,-1-2-1-15,-3 0-4 0,0 1-1 0,-4 3-4 16,-3 2-3-16,-4 1-5 0,-5 4-2 0,-3 4-2 15,-3 2-2-15,-5 4-1 0,-2 1 2 16,-4 0 3-16,-3 5 2 0,0 0 2 0,-5 2 1 16,0 2-1-16,-3 0-3 0,-5 3-2 15,-2 4-5-15,-3 2-3 0,-3 3-2 0,-4 1-2 16,-2 3 1-16,-5 1 1 0,-4 3 1 0,0-1 1 16,-6 4-1-16,-1-2 2 0,-4 4-2 15,-2-1 0-15,0 0-1 0,-5 2-1 0,3-2 0 16,-4 1-1-16,4 0 0 0,2-2 1 0,0 1 1 15,6-1 1-15,2-1 1 0,3-2 0 16,5-1 1-16,4 0-3 0,2-2-1 0,2 1-1 16,4-1-1-16,5 0 0 0,3-3 0 0,4 1 0 15,2 1-1-15,4 0 2 0,5-1-1 16,4-1 0-16,2 2 1 0,4-3 0 0,5 1 1 16,1-1 1-16,2 1 2 0,4-2 1 15,0-2 1-15,1 1 2 0,1-3 2 0,1 2 0 16,0-1-1-16,1 0-2 0,1-2-1 0,-1 1-1 15,0-2-4-15,1 1-1 0,-1-1-1 0,-1 0 0 16,0 1-1-16,0 0 1 0,-2-1-2 0,0 0-1 16,2 0-10-16,-5 0-16 0,-3 0-28 15,0 0-69-15,-4 0-93 0,-1-2-190 0,-4 2-287 16,1-2-353-16,-2 1-427 0,-4 0-234 16,-2-4 175-16,0-1 813 0</inkml:trace>
  <inkml:trace contextRef="#ctx0" brushRef="#br3" timeOffset="-173833.93">8263 12268 66 0,'-9'10'637'0,"1"3"473"15,-2 8 138-15,0 3-115 0,0 6-321 16,2 4-255-16,-1 7-130 0,4 8-74 0,1 4-44 15,2 6-44-15,4 3-52 0,4 1-73 16,4 5-55-16,5-2-32 0,1-2-17 0,8-4-9 16,4-6-9-16,2-9-10 0,2-9-5 0,3-9-1 15,0-10-2-15,2-11 0 0,-2-11-3 16,-2-8-3-16,-3-8-2 0,-1-9-3 0,-7-7 0 16,0-6-2-16,-5-5 1 0,-2-4 3 15,-3-4 4-15,-5-1 1 0,-4-1 3 0,-3-1 3 16,-5 2 7-16,-3 0 4 0,-4 2 10 0,-3-1 11 15,-4 4 11-15,-1 2 10 0,-1 5 3 0,-6 4 4 16,-3 6-6-16,-5 4-9 0,-4 6-11 16,-2 6-11-16,0 7-9 0,-5 4-8 0,0 8-6 15,-1 8-2-15,4 4 1 0,3 7-1 0,1 2 0 16,4 6 1-16,9 3 0 0,5 2-2 16,5 1-1-16,6 1-2 0,7 0-2 15,6 1-10-15,5 0-17 0,4-4-47 0,5 1-78 16,5-4-128-16,3-3-235 0,4 0-309 0,5-4-371 15,4-4-349-15,2 0-96 0,4-4 504 0,2 1 723 16</inkml:trace>
  <inkml:trace contextRef="#ctx0" brushRef="#br3" timeOffset="-173214.74">11026 12852 714 0,'-1'12'1533'0,"-4"0"113"16,1 3-311-16,0 3-346 0,-1 0-431 16,5-2-258-16,0 2-129 0,2-1-58 0,4-2-32 15,0-2-26-15,1-3-24 0,2 0-13 16,2-6-7-16,0-2-5 0,3-6-2 0,-1-2-1 16,0-4 0-16,3-4 1 0,-2 0-1 0,-2-4-1 15,-2-1 2-15,-2 2 0 0,0-1-1 16,-5 1 6-16,-2 3 8 0,-4-1 9 0,-3 7 5 15,0 0 5-15,-5 5 6 0,-2 3-1 0,-3 3-2 16,-1 3-5-16,1 4-4 0,-1 2-5 0,-1 1-4 16,1 2-4-16,4 1-6 0,-2 1-2 15,3 0-3-15,3 0-2 0,1 0-1 0,3-1-2 16,2-1-1-16,1-2-2 0,4 1 0 16,1-4-1-16,2-2-2 0,4-3 0 0,-1-3-4 15,2-2-8-15,1-2-14 0,-2-3-19 0,1-3-45 16,2-5-79-16,-4 0-94 0,0-3-160 15,-1 2-269-15,0-4-329 0,1 0-318 0,-1-2-172 16,-2 1 141-16,-2 0 622 0</inkml:trace>
  <inkml:trace contextRef="#ctx0" brushRef="#br3" timeOffset="-172699.71">10721 11709 83 0,'-2'-11'626'0,"1"0"441"0,-1 0 140 16,2 5-102-16,0-5-378 0,3 2-318 0,1 0-176 16,2 1-90-16,5-2-26 0,0 1 16 15,6 1 0-15,3-1 36 0,3 4 24 16,4-1 7-16,1 1-22 0,4 0-23 0,0 2-18 16,-1 2-39-16,1 2-26 0,-2 2-14 0,-2 5 0 15,-1 1-12-15,-2 4-1 0,-4 3 0 16,-2 3 3-16,-6 7 3 0,-2 2 1 0,-7 7 2 15,-2 5-2-15,-7 4-1 0,-4 6-5 0,-5 2-1 16,-5 2-1-16,-2 6 1 0,-3-1 2 16,-2 0 2-16,2 0-1 0,0-2-4 0,7-5-6 15,1-2-10-15,3-7-16 0,7-2-12 16,4-7 0-16,4-4 0 0,6-4 0 0,5-7 0 16,5-4 0-16,4-6 0 0,7-8 0 0,4-4 0 15,4-10 0-15,2-2 0 0,5-5 0 16,-1-4 0-16,2 1 0 0,-1-1 0 0,-3 1-28 15,0-1-87-15,-5 3-119 0,-3 2-238 0,-3 2-319 16,-1 5-409-16,-4 3-502 0,-1 2-198 0,-5 2 585 16,-3 2 899-16</inkml:trace>
  <inkml:trace contextRef="#ctx0" brushRef="#br3" timeOffset="-167779.08">2392 13872 201 0,'6'-11'513'0,"0"1"287"0,-1 0 184 0,0 2-146 16,-2-1-178-16,2 1-133 0,-4 2-72 0,1 0-31 16,1 4-21-16,-1-2-45 0,-1 3-51 0,1-1-43 15,-1 1-42-15,-1 1-53 0,2 0-47 16,-2-3-37-16,0 3-23 0,0 0-12 0,-2 0-8 16,2 3-8-16,-1-3-9 0,1 3-1 0,-2-1-5 15,-1 5-4-15,0-1-6 0,-2 4-2 0,-1-1-1 16,1 5-2-16,-1-1 2 0,-1 2-1 15,1 1 1-15,-3 1 0 0,1 1-2 0,-2 2 1 16,1 1-1-16,-2 3-1 0,-1 1-1 0,0 2-1 16,-1 3 0-16,-2 1 4 0,0 3 1 0,0 1 2 15,0-1 1-15,1 0-1 0,0-4 0 16,4-2-5-16,-1-1-3 0,2-2-2 0,4-4 0 16,-2-2-1-16,3-4 2 0,-1-1-1 0,2-2 0 15,0-2 1-15,0-3 0 0,1-1 1 16,2-1-2-16,-1 1 0 0,-1-4 0 0,2 0-1 15,-2 1-1-15,2-2-1 0,0 0 0 0,-1-1 1 16,1 0-2-16,0-1-2 0,1 0-7 0,-1-4-12 16,2 3-23-16,0-1-44 0,-1 0-65 0,-1 2-60 15,0-1-80-15,0-1-125 0,-1 2-162 0,-1-3-251 16,0 2-214-16,1 0-201 0,-1 0-12 0,0 1 359 16,1-2 462-16</inkml:trace>
  <inkml:trace contextRef="#ctx0" brushRef="#br3" timeOffset="-167423.64">1998 14341 227 0,'-2'6'520'0,"-1"-1"247"16,3-1 130-16,-2 1-180 0,2 0-146 0,2 1-98 15,-2 4-73-15,0-1-52 0,0 2-43 0,0 1-61 16,0 1-60-16,3 1-29 0,-1 3-15 0,1 2 15 16,0 0 28-16,2 1 10 0,-3 3-7 0,1-3-26 15,1 2-23-15,0 1-42 0,-3 0-37 0,2-1-23 16,-1-3-13-16,1 2-7 0,0-4-5 0,2-2 3 16,-2-2-3-16,2-2-8 0,1-1-1 0,2-1 6 15,-1-5 2-15,1 0 1 0,1-3 1 0,2-1 0 16,2-5 0-16,1 1-7 0,2-5-1 0,1-5-3 15,2 2 0-15,-1-3-28 0,0-3-71 0,0-2-76 16,1 0-152-16,0 1-281 0,-2-2-326 16,0 6-334-16,0-2-206 0,0 2 66 0,-3 0 623 15</inkml:trace>
  <inkml:trace contextRef="#ctx0" brushRef="#br3" timeOffset="-166662.02">2816 15052 206 0,'1'-5'490'0,"2"1"241"0,-3-1 163 16,0 1-130-16,2 3-148 0,-2-2-108 0,1 2-72 15,-1-1-59-15,0 2-53 0,2 0-51 0,-2 0-37 16,0 0-11-16,1 0 8 0,-1 0-10 0,0 0-16 16,2 0-31-16,-2 0-32 0,0 0-37 15,2 0-37-15,-1 2-22 0,-1-1-16 0,2 3-11 16,1 3-2-16,2 7 7 0,1 4 1 0,2 6 5 16,0 5 4-16,0 1 1 0,0 5-3 15,3 5-7-15,-2 2-6 0,1 1-5 0,1 3-5 16,-3 1-5-16,1-2-3 0,0 0-2 0,1-3-2 15,-3-3-1-15,1-3-2 0,-1-4-1 0,0-7-2 16,-1-4-12-16,-1-4-22 0,-2-5-51 0,0-5-63 16,-3-4-78-16,0-6-122 0,-3-7-156 15,0-5-207-15,1-5-260 0,-3-3-216 0,2-2-122 16,-2-3 215-16,-3-1 441 0</inkml:trace>
  <inkml:trace contextRef="#ctx0" brushRef="#br3" timeOffset="-166196.23">2853 14980 25 0,'2'-15'486'0,"-1"4"430"16,1 1 224-16,-2 3-39 0,3 1-370 0,-3 2-274 15,2-1-200-15,-1 1-114 0,1 2-57 0,1 2-11 16,1-3-3-16,0 3-3 0,4 0-4 0,-2 0 10 16,2 3 27-16,2-3-9 0,1 5-7 15,-2-3-10-15,4 2-3 0,-2 3-10 0,0-1-24 16,3 1-8-16,-1 2-15 0,3 0-2 0,-2 0-4 15,2 0-2-15,1-1-6 0,2 3-2 0,-1-1 1 16,2-3-1-16,2 1 1 0,-3-1-2 16,2-1 6-16,-1 1-1 0,-2 0 1 0,-1-2 1 15,-1 2 31-15,-4 1 73 0,-2 5 42 0,-2-1 27 16,-5 4 3-16,-1 3-5 0,-5 6-27 0,-2 0-53 16,-3 7-39-16,0 1-27 0,-3 1-11 0,0 2-10 15,1 0-5-15,-2-1-7 0,4-2 3 16,3-4-1-16,0-1-2 0,2-4-1 0,0-4-1 15,3 0-2-15,5-5-3 0,-2-1-6 0,5-4-18 16,-2-2-25-16,5-6-45 0,-3 1-49 0,2-6-44 16,-1 1-29-16,4 0-11 0,-4-2 14 15,1 1 51-15,-1 0 62 0,-1 1 43 0,-1 1 30 16,-3 1 16-16,1 1 8 0,-4 4 8 0,-5 0 4 16,1 5 8-16,-2-1 3 0,-3 4 6 0,0 2-2 15,-1 0 1-15,-1 2-4 0,0-2-7 16,1 2-6-16,1-2-4 0,0 1 0 0,2-2-16 15,1-1-52-15,-1 2-144 0,3-3-191 0,0-2-285 16,1 1-278-16,4-3-243 0,-1-2-12 16,4-1 442-16</inkml:trace>
  <inkml:trace contextRef="#ctx0" brushRef="#br3" timeOffset="-165994.39">3673 15538 103 0,'12'6'701'16,"-1"5"481"-16,-6 0 103 0,1 5-112 0,0 1-323 16,-4 3-282-16,-2 2-161 0,0 3-93 0,-2-1-53 15,-2-1-57-15,1 3-70 0,0-2-61 16,-1-1-38-16,1-4-20 0,0-1-21 0,0-3-58 16,-2-3-68-16,2-3-101 0,-5-5-166 0,3 0-303 15,-1-6-328-15,-1-1-276 0,1-5-168 16,-3-6 241-16,2-3 609 0</inkml:trace>
  <inkml:trace contextRef="#ctx0" brushRef="#br3" timeOffset="-165829.74">3617 15293 76 0,'5'6'536'0,"-4"4"358"0,-1 2 159 0,2 3-50 15,-2 0-396-15,3 2-291 0,-1 0-154 16,1 0-81-16,3-1-38 0,1-1-22 0,2-1-29 15,2-2-60-15,0-3-94 0,3-2-126 0,-1 1-287 16,4-4-242-16,-2-3-147 0,2 1 45 0,-1-5 263 16</inkml:trace>
  <inkml:trace contextRef="#ctx0" brushRef="#br3" timeOffset="-165555.67">3873 15357 83 0,'-3'-5'661'0,"1"4"489"0,-4 1 154 0,3 1-79 16,0 4-343-16,1 0-300 0,2 5-178 0,0-1-102 15,0 1-66-15,4 3-65 0,-1-1-59 16,4 2-52-16,1-1-25 0,0 3-14 16,2-2-7-16,4-1-6 0,-1 0-1 0,2-1-2 15,0 1-2-15,0 1-1 0,0 2-1 0,-1-2 2 16,-3 1-2-16,-1 4 0 0,-3 0 1 0,-5 0 0 16,-2 2 0-16,-3-1-1 0,-5 4 2 15,-3-3 2-15,-2-1-4 0,-1 0 1 0,-4-2-1 16,1 0 0-16,-3-2-2 0,2-3-2 15,1-1 1-15,1-3-2 0,2-3-12 0,4-3-51 16,1-3-64-16,1-3-76 0,5-5-135 0,5 0-210 16,1-7-315-16,4 0-260 0,6 1-208 0,4-3-7 15,1-1 439-15,6 2 515 0</inkml:trace>
  <inkml:trace contextRef="#ctx0" brushRef="#br3" timeOffset="-165330.2">4387 15711 489 0,'11'5'996'0,"-1"-1"253"16,-5-3-60-16,-1-2-298 0,-1-6-246 0,-3-1-169 16,0-3-95-16,-3-4-60 0,0-2-44 15,-2-2-51-15,-3 0-72 0,0-1-58 0,-2 1-35 16,-2-1-22-16,3 1-12 0,-4 2-9 0,2 2-5 16,1 3-6-16,0 5-3 0,0 3-2 0,0 8-2 15,1 2-3-15,3 5-2 0,1 6-14 16,3 0-51-16,2 2-71 0,2 1-118 0,3-1-205 15,1 2-305-15,5-1-350 0,3 1-310 16,2-6-135-16,3 3 394 0,3-5 671 0</inkml:trace>
  <inkml:trace contextRef="#ctx0" brushRef="#br3" timeOffset="-164398.14">5398 15256 35 0,'-2'-8'479'0,"2"-2"406"16,-2 3 229-16,1 0-8 0,1 1-351 0,0 0-267 15,1 1-165-15,1-1-87 0,3 0-35 0,2 1-26 16,1 1 4-16,5-1 37 0,1 3 14 15,2 0-6-15,1 2-20 0,3 0-19 0,0 3-30 16,4 1-47-16,-1 2-31 0,1 2-17 0,3-1-11 16,0 2-11-16,1-1-5 0,-1 1-4 15,2-3-2-15,-1 1-6 0,0-2-3 0,1-2-1 16,1-3-4-16,-2-3-3 0,-2-2-1 16,1-2-1-16,-2-1 0 0,-3-5-1 0,-1 2-1 15,1-4-1-15,-2-1-1 0,-4-2-1 0,3-1-2 16,-2 3 0-16,-4-1-2 0,2 0 0 0,-3 1 0 15,-1 2-2-15,0 0 0 0,-1 2-2 16,-2 3-2-16,-2 2-17 0,-1 1-44 0,-1 3-80 16,-2 1-131-16,-1 4-249 0,1 2-309 15,-2 4-374-15,2 1-350 0,-2 2-71 0,1 2 562 16</inkml:trace>
  <inkml:trace contextRef="#ctx0" brushRef="#br3" timeOffset="-163661.5">7446 15139 88 0,'-4'-2'653'0,"-2"2"465"16,-1 0 146-16,2 0-115 0,1 0-369 0,0 0-328 15,3 0-180-15,1 0-87 0,1 0-25 0,4 0 18 16,3 0-4-16,5 0 6 0,1 0-1 0,6-1-5 16,4 1-24-16,0-2-44 0,6 1-26 15,2-2-28-15,1 0-13 0,0-2-13 16,3 1-11-16,-1-2-6 0,-2 0-3 0,-1-1-4 15,1-1-2-15,-4 1-1 0,-3 0 0 16,-2-2-2-16,-5 3 0 0,-2 1 0 0,-4 0-2 16,0 4-4-16,-5-3-32 0,-3 4-78 0,-4 0-109 15,-2 4-196-15,-3-1-292 0,-1 1-352 0,-4 0-359 16,0 0-150-16,-1 1 330 0,-1-2 699 16</inkml:trace>
  <inkml:trace contextRef="#ctx0" brushRef="#br3" timeOffset="-163261.87">8261 14927 113 0,'12'13'706'16,"-4"3"455"-16,0 5 94 0,-1 4-126 0,0 3-308 15,1 1-262-15,-1 6-145 0,1 0-85 0,-1-1-48 16,3 1-49-16,-2-4-76 0,4-4-69 15,3-1-41-15,0-6-19 0,1-6-14 0,3-3-6 16,-1-7-4-16,2-4-4 0,2-7-2 16,-4-5-1-16,4-9 0 0,-2-2 1 0,-2-7 3 15,1-1 2-15,-5-5 1 0,0-2 2 0,-3-1 1 16,-4 2 0-16,-1 1 1 0,-6-1-2 0,-1 5 3 16,-6 1-1-16,-4 0 7 0,-3 3 9 15,0 2 7-15,-7 4 6 0,0 5 2 0,-2 4 1 16,-2 6-5-16,-2 3-9 0,-2 10-8 15,1 6-7-15,1 6-5 0,0 6-2 0,0 3-3 16,3 4-1-16,4 2-1 0,4 1 0 0,2-1-1 16,6 0-1-16,3 0 0 0,3-3-2 15,6-4-2-15,0 0-16 0,5-3-44 0,3-4-74 16,-1-2-85-16,5-6-158 0,0 1-284 0,1-6-325 16,4-2-307-16,-1-2-187 0,2-1 115 15,-1-2 613-15</inkml:trace>
  <inkml:trace contextRef="#ctx0" brushRef="#br3" timeOffset="-163028.52">8948 15208 645 0,'-6'6'1591'0,"-2"1"136"16,0 1-350-16,-4 0-352 0,1 3-443 0,-1-3-287 15,-1 1-128-15,1-1-61 0,4-1-30 16,-1-1-22-16,1-1-22 0,3-3-16 0,2 1-12 16,1-3-15-16,4-3-25 0,0-1-66 0,2-2-73 15,1-1-133-15,3 1-193 0,0-2-312 0,0 2-345 16,3 0-256-16,1 0-108 0,-2 0 418 16,3 1 603-16</inkml:trace>
  <inkml:trace contextRef="#ctx0" brushRef="#br3" timeOffset="-162347.95">9063 14833 16 0,'3'-11'477'0,"3"1"396"15,-2 0 216-15,3-3 10 0,3-3-305 16,0 1-302-16,3-2-180 0,0 1-77 0,4 0-21 16,2-2-35-16,0 4-6 0,3 2 10 0,0 1 14 15,-2 1-8-15,1 3-4 0,0 3-15 0,-2 0-20 16,0 4-26-16,-3 4-28 0,1 2-9 16,-4 2-16-16,1 4-4 0,-3 5-6 0,-3 3-4 15,0 3-2-15,-5 5-1 0,0 4-4 16,-3 4-3-16,-3 1-2 0,1 2-2 15,-2 3-2-15,-2-1-3 0,1 1-1 0,0 0-2 16,0-1-5-16,2-1-5 0,3-2-5 0,0-3-5 16,2-1-5-16,2-3-3 0,1-2-3 0,3-4-2 15,1-4-1-15,4-2-1 0,1-5-1 16,4-3-2-16,1-5 0 0,3-2-2 0,-1-2 0 16,2-4-4-16,2-2-13 0,-1-4-22 0,0 1-45 15,-2-3-87-15,0 1-158 0,-1-1-273 16,1 1-329-16,0 0-406 0,0 0-379 0,-1 1 30 15,2-2 765-15</inkml:trace>
  <inkml:trace contextRef="#ctx0" brushRef="#br3" timeOffset="-158761.7">11766 14679 27 0,'0'-5'420'16,"0"1"342"-16,-3 0 255 0,0 0 75 0,-1 1-309 16,0-1-250-16,-1-2-118 0,1 1-21 15,-1 1-10-15,1 1-33 0,-2-1-46 0,1-2-32 16,-1 2-44-16,1-1-56 0,-1 1-51 15,0-1-37-15,-1 1-18 0,-2 1-15 0,3 0-8 16,-1 0-8-16,-1 2-5 0,-3 1-5 0,3 2-7 16,0 2-5-16,-4 2-3 0,4 3-5 0,-2 6-3 15,1 3-3-15,1 5 1 0,0 7-1 16,3 7 0-16,0 7-1 0,4 3 0 0,1 6 2 16,3 2-2-16,2-2 1 0,1 2 2 15,7-5 0-15,-2-5 0 0,5-3 0 0,3-7 0 16,3-5-2-16,3-10-1 0,1-5-1 0,2-7 0 15,2-8 0-15,0-8 1 0,2-9 1 16,-2-3 1-16,-2-10 1 0,-1-5 1 0,-2-3 0 16,-4-1 0-16,-4-6 0 0,-1 4 1 0,-6 0-1 15,-4 2 0-15,-4 2 0 0,-6 4 1 16,-2 3-2-16,-5 0 0 0,-6 5 0 0,-5 0 0 16,-4 3 0-16,-4 4-1 0,1 2 8 0,-3 3 4 15,0 3 3-15,0 3 1 0,5 5-1 16,-1 4-1-16,2 5-6 0,3 3-5 0,1 5-2 15,2 5-2-15,3 2 0 0,3 5-1 16,0 2-1-16,4 2-1 0,5 1 1 0,1-1-2 16,2 0 0-16,5 0-1 0,2-3 0 0,1-1-4 15,6-3-13-15,0-3-24 0,1-2-53 16,2-3-71-16,2-3-80 0,0-4-128 0,0-2-174 16,1-2-294-16,2-3-253 0,1-4-200 15,1 1-77-15,1-5 327 0,-2-1 525 0</inkml:trace>
  <inkml:trace contextRef="#ctx0" brushRef="#br3" timeOffset="-158131.04">12237 14546 73 0,'2'-14'612'0,"-2"3"458"15,-2 2 167-15,1 2-75 0,-1 1-303 16,1 1-231-16,-1 2-158 0,2 1-92 0,0 0-66 16,-2 0-57-16,2 1-78 0,0 1-73 0,0 1-44 15,2 1-26-15,-2 2-12 0,2 4-3 16,-1 2 1-16,1 3 3 0,-1 4 4 0,1 3 5 16,2 4 3-16,0 4-4 0,-3 4 0 15,2 2-2-15,-1 4-5 0,1 2-5 0,2 2-3 16,-2 0-4-16,0 0-6 0,1 0-2 0,0-2-2 15,1-1-2-15,-2-3 0 0,3-3-1 16,-1-2 1-16,0-6 0 0,1-3 0 0,0-2 0 16,-1-5 0-16,0-1-1 0,2-4-1 0,-3-4 1 15,2-2 0-15,-1 0 0 0,0-4 1 16,1-4 0-16,-1 0 2 0,0-3 0 0,1-2 0 16,-1-3 1-16,0 0 0 0,-1-3-1 0,3-1-1 15,-1-1 1-15,0-3 0 0,2 1-2 16,-1-4 1-16,3-1 0 0,0-1 0 0,0-3 1 15,2 0-1-15,-1 0 0 0,0-2 0 0,3 1-1 16,-2 0 1-16,0 2-1 0,-1 1 0 16,-1 2-1-16,1-2-1 0,-3 5 2 0,-2 0-1 15,1 2 0-15,-3 2 1 0,1 2 1 16,-4 2 1-16,-1 1 0 0,0 4 0 0,-4-1 1 16,2 5-2-16,-4 0 0 0,1 6 0 0,-1 3 0 15,-1 5-1-15,-2 0 1 0,1 9 1 16,0 2-1-16,2 6 0 0,-2 1 1 0,2 5 2 15,-1 4 2-15,4 1 1 0,0 1-1 0,1 0 1 16,2 0-1-16,3-1-4 0,1-4-2 16,0-3-2-16,5-5 0 0,1-2-1 0,1-6 0 15,2-3 0-15,5-6-1 0,0-5-7 0,0-4-14 16,1-2-32-16,-2-6-75 0,2-3-78 16,-3-2-146-16,1-2-241 0,-4-2-321 15,1 1-345-15,-4 0-213 0,1-2-23 0,-5 3 545 16</inkml:trace>
  <inkml:trace contextRef="#ctx0" brushRef="#br3" timeOffset="-157661.45">11343 14541 171 0,'-7'2'713'0,"-3"2"382"0,-5 3 71 16,0 5-109-16,-5 3-441 0,2 6-269 15,-4 4-135-15,-1 7-67 0,-1 6-24 0,0 6-17 16,0 6-10-16,2 7-16 0,2 3-12 0,4 8-4 15,2 1-12-15,6 4-11 0,3 2-15 16,5 2-7-16,8-4-6 0,5-1-5 0,4-4-5 16,10-7-5-16,3-7-26 0,8-6-33 15,4-7-86-15,3-8-137 0,2-6-269 0,4-8-284 16,4-5-255-16,1-7-185 0,2-6 164 16,0-2 479-16</inkml:trace>
  <inkml:trace contextRef="#ctx0" brushRef="#br3" timeOffset="-157130.62">12771 14115 87 0,'2'-3'659'0,"1"0"456"0,1 0 123 16,-3 3-132-16,4 3-376 0,1 2-315 0,3 0-118 16,1 6-45-16,3 2-11 0,1 3-9 15,0 2-21-15,4 4-31 0,-1 1-55 0,0 3-41 16,4 3-32-16,-3 1-22 0,2 2-9 0,-4 1-8 15,3 5-4-15,0 1-1 0,-5 3 0 16,3 6-4-16,-2 0-3 0,-3 5 0 0,-1 3-1 16,1-1-1-16,-5 0-2 0,-1 1 4 0,-2-2-1 15,-3 0 0-15,-1-3-4 0,-3-1-23 0,0-1-59 16,-2-1-57-16,-6-4-79 0,0 2-145 16,-3-2-225-16,-2-5-293 0,-3 3-234 0,0-5-190 15,-5-3 47-15,1-1 467 0</inkml:trace>
  <inkml:trace contextRef="#ctx0" brushRef="#br3" timeOffset="-155714.52">3355 17083 238 0,'-5'-4'500'0,"-2"-2"251"0,0 3 188 0,2 0-181 16,0 1-181-16,2 2-107 0,0 0-88 0,-1 2-87 16,3 1-87-16,1 4-74 0,0 2-39 0,5 3-15 15,3 7 24-15,1 1 16 0,5 5 23 0,1 5 34 16,4 5 1-16,-2 3-14 0,2 2-33 0,0 3-21 16,-1-2-25-16,0 3-33 0,-2-3-23 15,3 2-11-15,-2-4-7 0,-2-2-7 0,0-4-1 16,-3-3-16-16,-1-6-53 0,0 0-62 0,-3-9-114 15,-2-3-167-15,-1-6-297 0,-3-6-311 0,-1-4-232 16,-4-8-96-16,0-5 324 0,-4-6 520 0</inkml:trace>
  <inkml:trace contextRef="#ctx0" brushRef="#br3" timeOffset="-155262.27">3364 17059 499 0,'3'0'961'0,"3"0"214"0,-2-1-60 16,0 1-322-16,1-3-362 0,2 0-221 0,-1 0-110 16,5-2-45-16,-2 1-25 0,4-5-12 0,1 2-10 15,4-1-6-15,1 0-2 0,1-1-2 0,5 0 2 16,-2 0-1-16,2 2 2 0,0 2 0 0,-1 1 2 16,-2 2 0-16,-1 2-3 0,-3 4 39 0,-3-2 32 15,0 6 47-15,-3 2 42 0,-4 5 19 0,-1 3-5 16,-5 4-23-16,0 1-4 0,-4 3-20 0,0 2-26 15,-5 2-18-15,2 2-3 0,0-1-14 0,-1 2-23 16,-1-3-18-16,3-3-13 0,1 0-5 0,1-7-7 16,2-1-2-16,0-4-2 0,5-1-3 0,1-2 7 15,2-2 1-15,2-2 4 0,2-1-1 0,2-3 1 16,4 1 3-16,-1-3-6 0,2-1-2 0,0 1 2 16,3-2 2-16,0 1 3 0,-1 1-2 15,-2-1 0-15,0 3 0 0,-3 1 1 0,-1 1 1 16,-3 3 0-16,-3 3 0 0,-1 0-7 0,-3 3-3 15,-4 3-2-15,-1 0 0 0,-1 2-1 0,-4 1 2 16,-3-1 7-16,-1 2 0 0,-1-2 1 0,0-1-3 16,0-1 1-16,0-3-2 0,0 0-2 15,-2-2 2-15,4-2 0 0,0-2-6 0,0-2-55 16,2 0-56-16,1-3-108 0,0-2-161 0,2 0-291 16,0-4-323-16,3 1-258 0,0-2-170 0,3-5 257 15,-1 1 566-15</inkml:trace>
  <inkml:trace contextRef="#ctx0" brushRef="#br3" timeOffset="-155064.64">4278 17531 179 0,'13'12'760'0,"-1"5"394"0,-4 0 54 16,-3 1-129-16,0 1-377 0,0 4-208 0,-1-1-109 15,-4 2-57-15,0-1-45 0,0 0-41 16,0-6-67-16,-2-2-74 0,2-3-49 0,-4-1-29 15,4-6-49-15,-3 0-78 0,-2-5-90 0,0-5-153 16,-1-3-244-16,-5-3-324 0,3-4-309 16,-3-4-191-16,-3-4 94 0,-1-1 542 0</inkml:trace>
  <inkml:trace contextRef="#ctx0" brushRef="#br3" timeOffset="-154914.78">4020 17254 33 0,'-3'-11'521'16,"6"5"421"-16,-3 2 192 0,0 1-62 0,0 3-360 15,0 3-322-15,2 1-198 0,1 4-97 16,0 1-45-16,2 0-26 0,3 2-12 0,4-1-5 16,-2 2-51-16,3 0-90 0,2 0-130 0,0 2-237 15,4 0-268-15,-1-1-230 0,3 0-60 0,1-1 215 16,2 0 367-16</inkml:trace>
  <inkml:trace contextRef="#ctx0" brushRef="#br3" timeOffset="-154597.48">4670 17383 114 0,'1'-6'713'16,"-2"2"482"-16,-5 2 171 0,-2 2-49 0,-2 2-399 15,-2 1-330-15,-1 1-174 0,0 3-98 0,-1 1-80 16,1 1-85-16,1-1-51 0,1 1-35 0,3-1-22 16,0-3-16-16,2 1-12 0,4-1-9 15,1-1-4-15,2 1-3 0,4-1 3 0,3 0 4 16,0 2 2-16,1-1 0 0,4 1-1 0,-2-1 1 15,3-1-7-15,0 2-1 0,1 0-3 0,-1 2 3 16,-1-1 1-16,-1 2 1 0,-1 2 4 16,-1 1-1-16,-1 3 2 0,-3 2-7 0,-4 0-3 15,1 3-3-15,-3 1-1 0,-3-2-2 0,1 1 0 16,-4-1 3-16,0 0 3 0,-2-2 3 0,2-2-2 16,-1-1 0-16,-2-2-4 0,1-3-16 0,0-2-28 15,0-3-74-15,0-2-74 0,0-4-143 16,3-1-198-16,-1-5-311 0,3 1-329 0,1-3-212 15,1 0-57-15,2-2 464 0,1 0 547 0</inkml:trace>
  <inkml:trace contextRef="#ctx0" brushRef="#br3" timeOffset="-154346.45">4985 17584 363 0,'19'12'648'15,"-2"2"253"-15,0-2 119 0,-2 1-271 0,-4 0-234 16,3-3-154-16,-4-3-83 0,0-2-59 0,-2-2-41 15,2-5-39-15,-2-2-23 0,1-5-12 16,-1-3-3-16,0-3-12 0,-3-4-11 0,1 0 24 16,-3 0 50-16,-3-1 37 0,0-1 19 0,-6 1-1 15,-2 3-19-15,-3 0-38 0,-3 0-50 0,-4 4-34 16,0 1-25-16,-2 5-14 0,-2 1-11 16,0 6-5-16,0 5 2 0,1 2-3 0,1 5-3 15,4 2-2-15,2 3-8 0,4 2-50 0,6 0-72 16,2-1-128-16,4 1-213 0,7-2-299 0,2-2-355 15,8-2-296-15,3-4-139 0,2-3 448 16,6-3 652-16</inkml:trace>
  <inkml:trace contextRef="#ctx0" brushRef="#br3" timeOffset="-153181.08">6457 17154 285 0,'-10'7'657'16,"2"-2"338"-16,0-1 146 0,0 0-258 0,1 1-235 15,2-3-111-15,2 1-78 0,0-2-63 0,1 1-72 16,2-1-58-16,0-1-47 0,0 2-68 16,3-2-57-16,0-2-42 0,2 1-18 0,3-1-8 15,1-2 6-15,4 2 6 0,1-5 8 0,4-1 6 16,4-2 1-16,1-2 2 0,4-3-8 0,3-3 0 16,2-2-8-16,1-2-6 0,2-3-9 0,0-5-5 15,1 2 1-15,-2-2 2 0,-3 0-1 16,1 0 1-16,-2 2 1 0,-2 2-1 0,-4 1-6 15,-2 1-6-15,-3 4-4 0,-2 4 0 0,-2 1 0 16,-5 4 5-16,0 0 5 0,-5 5 5 16,0 0 5-16,0 2 7 0,-3 1 0 0,0 2-3 0,-2 1-5 15,-2 1-4-15,-2 2-6 0,1 1-7 0,-2 2-3 16,-1 3-3-16,-1-4-1 0,1 3 0 16,-2 0-1-16,0 0 1 0,2 1 0 0,-2-1 1 15,-3 1 0-15,1 0-1 0,-2 2 1 0,-1-1 0 16,-1 3-5-16,-2 1-1 0,0 1-2 15,-3-1-1-15,0 5 1 0,0-1-1 0,-3 1 3 16,0 2 2-16,0 2 1 0,-2-1 1 0,-1 4-2 16,1-1 1-16,1 1 1 0,0-1-1 0,1-1 1 15,3 0 0-15,0-2 0 0,2 1 0 0,2-4 0 16,0-2 0-16,4-2 0 0,1 0-1 16,-1-4 1-16,5 0-1 0,-1-1 1 0,3-3 0 15,-1-1 0-15,2-1-1 0,1 1 1 0,4-2 0 16,0 1 0-16,2 1 0 0,2-2 0 0,-1 2 0 15,3-1 1-15,3 1 0 0,0-1 1 16,1 1 1-16,1-4 2 0,2 3 2 0,2-2 0 16,2 0 2-16,0-1 1 0,3 0 1 0,-1 0 2 15,3-2-1-15,1 1 1 0,0-1-2 0,0 2 0 16,-1-2-4-16,3 0-1 0,0 1-2 16,-2 1-1-16,2-1 2 0,-2 2 2 0,-1 0-2 15,0 0-5-15,1 0 0 0,-3 2 0 0,-1-3 0 16,1 3 0-16,-2 1 0 0,-2 0 0 0,-1 1 0 15,-1-1 0-15,-2 0 0 0,-2 1-12 0,-2 0-19 16,-2 1-28-16,-1-3-68 0,-4 0-91 16,-1 1-199-16,-1-3-289 0,-1 1-351 0,0-2-425 15,0-2-244-15,0-3 189 0,2 0 848 0</inkml:trace>
  <inkml:trace contextRef="#ctx0" brushRef="#br3" timeOffset="-152148.5">8343 16729 189 0,'-11'8'711'16,"0"-2"397"-16,0-1 112 0,0 1-129 0,1-4-449 15,4 1-199-15,1 0-85 0,0 0-37 16,2-1-39-16,3-1-33 0,-3 1-40 0,3-1-49 16,3-1-53-16,-1 0-47 0,2 0-17 0,4-1-9 15,5-2 0-15,1-2-2 0,4 2 7 0,4-2-5 16,3-1-10-16,0 0-8 0,1-1-6 0,-2 1-3 15,1-1-8-15,0-1 1 0,-1 0 0 16,-1 3 0-16,-3-1 0 0,-2-1 7 0,-2 2 2 16,0 1 0-16,-3 0 1 0,-2 2-2 0,-2-2 0 15,-2 4-27-15,-1 0-71 0,-3 2-76 16,0 1-148-16,-6 3-270 0,0 0-323 0,-2 1-363 16,-3 2-244-16,-3 0 10 0,0-2 631 0</inkml:trace>
  <inkml:trace contextRef="#ctx0" brushRef="#br3" timeOffset="-151347.81">8773 16470 417 0,'14'-8'976'15,"-1"1"270"-15,-4 1-64 0,1 1-248 0,2-1-448 16,1 2-222-16,0-1-79 0,1 0-38 0,2 2 17 15,1-2 26-15,0 1 17 0,1 0 4 0,1 1-22 16,1 0-20-16,-2 0-41 0,-1 2-32 16,-1 1-27-16,0 0-25 0,-2 1-12 0,-4 1-1 15,2 1 2-15,-4-1 4 0,-1 3 3 0,0-2 5 16,-4 1 5-16,2 1 3 0,-3 1 0 16,-2-4 6-16,2 1 0 0,-2 0-2 0,-2 0-4 15,2-1-3-15,-2 0-6 0,-3-2-9 0,2 2-5 16,-3-2-4-16,0 0-2 0,1 0-1 0,0-2-1 15,0 2 1-15,1-1-15 0,-2 0-8 0,1 1 0 16,3-2 0-16,-3 2 0 0,4-2 0 16,-1 2 0-16,-1 0 0 0,3 0 0 0,-2 0 0 15,2 0 0-15,0 0 0 0,-1 0 0 0,1 0 0 16,0 0 0-16,0 0 0 0,0 0 0 16,0 0 0-16,0 0 0 0,0 0 0 0,0 0 0 15,0 0 0-15,0 0 0 0,0 0 0 0,0 0 0 16,0 0 0-16,-2 0 0 0,1 2 0 0,-1-2 0 15,-4 2 0-15,1 0 0 0,0 2 0 16,1-2 0-16,-3 3 0 0,-2-1 0 0,3 4 0 16,-4-2 0-16,2 1 0 0,-1 2 0 0,-1 0 0 15,1 2 0-15,-2 1 0 0,1 1 0 0,0 1 0 16,1 2 0-16,1 1 0 0,0 6 0 0,0 0 0 16,2 4 0-16,2 0 0 0,0 4 0 15,4 5 0-15,4 2 0 0,0 3 0 0,5 0 0 0,1 4 0 16,1-2 0-16,7-1 0 0,2-2 0 15,2-5 0-15,5-7 0 0,3-4 0 0,5-7 0 16,3-10 0-16,1-7 0 0,3-11 0 0,0-6 0 16,-1-12 0-16,-1-5 0 0,-4-8 0 0,-1-5 0 15,-2-1 0-15,-6-3 0 0,-3 2 0 0,-5-1 0 16,-5 3 0-16,-3 4 0 0,-5 3 0 16,-6 4 0-16,-5 2 0 0,-4 3 0 0,-5 3 0 15,-6 2 0-15,-6 2 0 0,-5 4 0 0,-6 0 0 16,-1 4 0-16,-5 5 0 0,-1 3 0 0,1 7 0 15,1 3 0-15,2 8 0 0,1 3 0 0,4 5 0 16,0 3 0-16,7 5 0 0,1-1 0 16,3 5 0-16,5 0 0 0,5 2 0 0,0-2 0 15,6 1 0-15,3 1 0 0,5-2 0 0,3-2 0 16,4 1 0-16,3-4 0 0,2 0 0 0,3-3 0 16,3-3 0-16,4-2 0 0,2 1-31 15,0-5-115-15,3-2-77 0,-1-5-128 0,4-2-208 16,0-1-306-16,2-3-357 0,-2 0-282 0,2-3-106 15,-4 0 454-15,0-1 676 0</inkml:trace>
  <inkml:trace contextRef="#ctx0" brushRef="#br3" timeOffset="-151131.83">9734 16960 66 0,'2'17'966'0,"-2"-2"753"0,-5 1-73 0,-3 2-369 15,-1-1-403-15,-1-1-385 0,-1 1-245 0,0-4-112 16,3-1-50-16,0-1-26 0,0-2-19 16,1-3-17-16,2-2-10 0,3-4-7 0,2-1-3 15,2-5-8-15,1-1-18 0,2-4-48 0,2 0-74 16,0-1-95-16,-1-1-170 0,2-1-293 0,1 2-328 16,0-1-299-16,-1 0-173 0,0 0 192 0,-1 0 636 15</inkml:trace>
  <inkml:trace contextRef="#ctx0" brushRef="#br3" timeOffset="-150698.37">9818 16587 84 0,'-2'-11'638'0,"1"2"461"0,-2 0 140 0,-2 0-118 16,2 0-377-16,2 0-254 0,1 1-122 0,1-3-48 15,2 0-37-15,2 2-20 0,-1-2-35 0,3 1-53 16,1-2-52-16,0 3-40 0,4 1-18 0,0-3-21 16,1 3-10-16,0 1-3 0,3 1-5 15,0 1-3-15,3 1-3 0,-3 2-7 0,1 2 4 16,-1 2-5-16,1 2 2 0,-1 2 2 0,0 4 0 16,-3 0 7-16,-1 7-4 0,-1 0 6 15,-1 3-2-15,-3 4 1 0,-2 3 4 0,-3 3 1 16,0 3 4-16,-4 3 5 0,0 2 5 0,-1 1 4 15,-2 4 0-15,-1-1 2 0,0 3-3 0,1-2-5 16,-1 2-6-16,1-1-6 0,2-2-7 0,-2 0-21 16,4-5-1-16,1 1 0 0,1-4 0 15,4-2 0-15,-1-4 0 0,1-1 0 0,3-4 0 0,2-2 0 16,2-3 0-16,0 0 0 0,3-4 0 16,0-3 0-16,3-2 0 0,-1-1 0 0,1-4 0 15,3-3 0-15,-2-1 0 0,3-1-31 0,0-2-34 16,-3-3-55-16,2 0-81 0,-1-1-135 15,-1-2-238-15,3 2-311 0,0-1-364 0,-1 0-306 16,1 0-91-16,-2 1 530 0,-2-2 715 0</inkml:trace>
  <inkml:trace contextRef="#ctx0" brushRef="#br3" timeOffset="-149246.54">11168 16881 296 0,'-3'6'609'0,"-3"-3"298"0,1-1 153 15,2 0-208-15,0 0-246 0,1 0-142 0,1-2-96 16,-1 1-94-16,2-1-82 0,2 0-73 0,-1 0-45 15,2 0-29-15,2 0 27 0,2-1 17 16,3-1 14-16,3 0 50 0,1 0 23 0,2-3 2 16,1-1-38-16,1-1-25 0,1 0-21 0,-1 0-44 15,0-2-26-15,-2 1-16 0,0-1-8 0,-2 2-5 16,-1 1-2-16,-5 0-47 0,3 1-56 16,-7 1-85-16,0 2-170 0,-3-1-293 0,-2 1-323 15,-3 2-274-15,-3 2-193 0,-3-2 194 0,-1 3 624 16</inkml:trace>
  <inkml:trace contextRef="#ctx0" brushRef="#br3" timeOffset="-148979.84">11260 16680 319 0,'11'-3'582'0,"0"0"195"16,3 2 69-16,-1-3-166 0,4 2-205 15,1-2-61-15,2 0-40 0,2 1-18 0,-1-2-3 16,1 1-89-16,2-1-19 0,1 0-50 0,-2 1-26 15,2 0-26-15,-3 1 31 0,0 0 0 0,-6 1-26 16,1 1-8-16,-4 2-1 0,-5 1 0 0,-1 2-43 16,-5 2-12-16,-2 4-8 0,-3 1-15 15,-6 4-14-15,-1 3-14 0,-4 0-9 0,-2 3-12 16,0 1-6-16,-1 0-3 0,-2 0-1 0,3 1 0 16,-1-1-1-16,1-1-2 0,2 0-1 0,4-2-5 15,2-4-24-15,3 1-75 0,1-4-77 16,4 1-142-16,4-5-257 0,-1-2-323 0,4-1-360 15,1-4-217-15,4-1 3 0,-2 0 578 0</inkml:trace>
  <inkml:trace contextRef="#ctx0" brushRef="#br3" timeOffset="-146907.09">12056 16377 252 0,'-2'0'532'15,"-1"2"271"-15,-2-2 200 0,3 0-170 0,-2 0-178 16,2-2-122-16,0 2-68 0,-1 0-32 0,3 0-54 15,-2 2-57-15,1-2-50 0,1 0-37 16,-2 0-44-16,2 0-50 0,0 0-45 0,0 0-35 16,0 0-20-16,0 0-14 0,0 0-8 0,0 0-6 15,2 0-3-15,-2 0-2 0,1-2-3 0,-1 2-3 16,0 0 0-16,2 0 0 0,1 0 7 0,-1-2 4 16,4 0 5-16,1 0 1 0,0-1 1 15,3 0 0-15,0 0-1 0,2 0-3 0,1 0 0 16,1 1 6-16,2 2 2 0,-2 0 1 0,3-3-5 15,-2 3-2-15,1 3-3 0,-4-3-7 0,2 2-3 16,-1 1 1-16,-2 1 0 0,-1 0 3 16,-1 2 0-16,-1-2 3 0,-2 3 3 0,-1 1 1 15,-2-1 2-15,0 0 1 0,-1 3 1 0,-2 0-2 0,-2-1 0 16,-1 4-2-16,-2-3-3 0,-4 3-3 16,1 1-2-16,-1-1-1 0,-3 2-3 0,0 1-1 15,-1 0-1-15,-1 1-1 0,1 0-1 0,-1 2 0 16,3-4 0-16,0 2-1 0,0-1 0 0,1 0 0 15,2-1 0-15,-1-2-1 0,3 1 1 0,1-1-1 16,0-1 1-16,2-3-1 0,1 1 0 16,-1-3 2-16,3 0-1 0,0 1 0 0,3-2-1 15,1 1 1-15,-1-3 0 0,2 5 1 0,1-6 0 16,3 2 0-16,-1 0 1 0,2-2-1 16,2-2 0-16,-1-1-2 0,2-1 0 0,1-1 0 15,1-2-1-15,0-1 0 0,-2 0 1 0,4-4 1 16,-4 2 1-16,1 0 0 0,-1-3 0 0,-2 2 1 15,0-1-1-15,-1 0-1 0,-1 1-1 0,-1 0 0 16,-3-1-1-16,-1 3-3 0,0 2-12 16,-1 1-22-16,-3-1-58 0,2 1-76 0,-4-1-132 15,0 3-212-15,-1-2-307 0,0 3-352 0,1-1-292 16,-1 1-103-16,-2-2 464 0,-1 1 644 0</inkml:trace>
  <inkml:trace contextRef="#ctx0" brushRef="#br3" timeOffset="-146424.33">12361 16662 27 0,'1'6'535'0,"5"-1"478"0,-3-1 212 0,1-1-91 15,-3-2-353-15,3 1-312 0,-3-2-159 0,1-2-37 16,1 0 7-16,2-4-8 0,-2-4-16 0,4-2-21 16,-2-4-44-16,2-6-59 0,1-3-50 0,1-3-25 15,-1-5-16-15,2-3-14 0,0-1-11 0,0-5-6 16,-4 4 5-16,2-1 3 0,-3 0 2 15,-2 3 0-15,0 1 2 0,-3 3 7 0,-1 6 1 16,-1 3 6-16,-1 3 3 0,0 6 1 0,0 3-1 16,-2 4-7-16,2 3-8 0,-2 8-10 0,0 6-7 15,2 5-3-15,1 6 1 0,2 3-3 16,2 6-4-16,1 3-4 0,4 3 0 0,2 2-3 16,2 2-2-16,0 1 4 0,2 0 7 0,1-1 3 15,1-2 2-15,2-1-1 0,-1-5 0 0,1-2-5 16,-1-7-3-16,1-3-5 0,0-5-10 15,-5-2-15-15,-1-3-32 0,-2-5-67 0,-4-3-65 16,-4-5-95-16,-2-3-135 0,-7-3-172 0,0-5-267 16,-1-1-216-16,-3-3-204 0,-2 1 13 0,1-6 360 15,-4 4 451-15</inkml:trace>
  <inkml:trace contextRef="#ctx0" brushRef="#br3" timeOffset="-146239.91">12271 16225 74 0,'-7'-15'381'0,"2"3"215"15,2 0 180-15,2 0 9 0,1 1-213 0,1 0-122 16,4-3-48-16,0-1-28 0,1 0-41 0,3-1-47 16,-1-2-63-16,2 0-59 0,4-1-47 0,-3 2-34 15,3-4-26-15,2 3-22 0,0-1-10 0,0 2-9 16,1 2-6-16,-1 0-4 0,1 4-2 16,-1 3-2-16,-2-1-18 0,-1 7-69 0,-2 2-120 15,-3 4-192-15,-2 5-288 0,-2 2-274 16,1 4-224-16,-4 3 27 0,2 2 389 0</inkml:trace>
  <inkml:trace contextRef="#ctx0" brushRef="#br3" timeOffset="-145707.98">12699 16426 211 0,'12'12'433'16,"-2"-2"212"-16,-2-3 204 0,1-3-113 0,-1-2-105 15,0-4-75-15,-1-1-58 0,2-4-79 0,-3-4-92 16,2-3-105-16,0-2-78 0,1-2-45 15,-2 1-31-15,1-2-18 0,0-2-14 0,0 3-11 16,-2 2-10-16,2 2-7 0,-3 2-3 0,-2 3-1 16,3 1-3-16,-3 4 19 0,0 1 21 0,1 5 24 15,-1 1 18-15,0 1 9 0,0 5 6 16,1 0-18-16,-3 3-19 0,5 2-21 0,-3 1-17 16,2-1-9-16,-2 3-4 0,2 2-4 0,2-2-2 15,-3 1 0-15,4 1 1 0,-2-3-3 0,-1-1-8 16,3-4 2-16,1-1-1 0,-1-4 0 0,0-5-3 15,0-2 4-15,1-4 6 0,0-4-3 16,0-4 3-16,0-2-3 0,-2-1 3 0,-1-3-3 16,2 1-1-16,-3-1 1 0,1 2 3 0,-1-1 1 15,-2 3-2-15,0 0 5 0,0 3 22 0,-1 3 28 16,0 1 24-16,-1 1 17 0,1 4 6 16,-1 0-4-16,-1 3-17 0,2 4-21 0,0 5-20 15,-1 1-11-15,4 5-4 0,-4 4-1 0,2 2-4 16,-1 5 2-16,3 0 1 0,-4 4 0 15,3 4 2-15,-3 1 2 0,3 5 3 0,-4 1-2 16,0 3-1-16,0 0-1 0,-2 2-1 0,-1 2-3 16,-1 0-2-16,-2 0 0 0,-2-1-2 0,-1-1-4 15,-1-2-4-15,1-4 0 0,-5-4-3 0,1-4 0 16,-3-4-1-16,0-5-7 0,-3-4-3 16,2-4-3-16,-2-3-4 0,-1-2 0 0,0-6-3 15,-2-1 5-15,2-6-2 0,1-1-10 0,-2-7-20 16,-1-3-59-16,4-3-69 0,-2-5-115 0,3-2-208 15,6-1-299-15,-1-4-340 0,6-1-277 0,0 2-139 16,1-3 368-16,4-1 674 0</inkml:trace>
  <inkml:trace contextRef="#ctx0" brushRef="#br3" timeOffset="-144489.6">10993 18135 294 0,'-2'6'664'16,"-1"-2"311"-16,3 0 106 0,-2 1-251 0,-1-3-257 16,2 4-163-16,-1-4-104 0,-1 1-72 0,3-1-27 15,0 0-29-15,0 0-24 0,0-2-22 16,0 0-25-16,0 0-29 0,3 0-29 0,-3-2 46 16,3-2 27-16,-1-1 8 0,-1-3-1 0,1-5 9 15,1-2-10-15,-1-3-53 0,-1-4-24 0,3-3-11 16,-3-2-6-16,3-1-5 0,-3-1-1 0,2 2-2 15,3 0-3-15,-4 5-1 0,1 1-3 16,-1 3 4-16,-1 4 4 0,-1 3 2 0,2 3-5 16,0 2-5-16,-1 3 0 0,2 4-5 0,1 5-4 15,0 4-4-15,4 4-1 0,0 4 0 16,0 3-2-16,0 1-1 0,4 4 0 0,-2 0-1 16,4 1-1-16,-3-1 0 0,2 2 0 0,1-1 0 15,-1-1 1-15,1-3-1 0,-3-1 1 0,0-1 0 16,0-2 0-16,0-4-2 0,-3-2 1 0,0-2-2 15,-2-4 2-15,-1-3-1 0,0 0 1 16,-2-5 1-16,2-4 1 0,-1-4 1 0,-1-7 0 16,-1-1 1-16,0-5-1 0,-1-3 0 0,1-2-1 15,0 1 1-15,-1-1-1 0,-1 4-1 0,2 1 0 16,-1 3 1-16,-1 4 0 0,0 2 8 16,2 4 4-16,-2 2 1 0,0 2 3 0,0 4-2 15,3 2 0-15,-1 5-7 0,-1 3-5 0,3 3-2 16,2-1-1-16,-2 6-2 0,3 2 0 0,-1-2 0 15,1 1 0-15,3 0-1 0,-2 0 0 16,1 0 1-16,1-3-2 0,0-1 6 0,0-1 3 16,0-5 0-16,1-3 1 0,-2-1 1 0,1-4 2 15,0-4-5-15,-2-7-6 0,0-3-3 0,1-4-4 16,-1-2 1-16,-1-5-2 0,-1 1-1 0,0-1 5 16,-3 1 4-16,0 1 2 0,-3 1 1 0,0 3 1 15,0 3 0-15,-1 2 1 0,-1 4-1 16,-1 3 0-16,1 1 0 0,-2 3-3 0,1 4 0 15,0 5-1-15,-1 2-1 0,3 2-1 0,-1 5 1 16,2 1 0-16,2 1 0 0,1 3-1 0,0-1 0 16,2 0-1-16,3 1 0 0,0-2 0 0,0 0 0 15,1-2-2-15,2-1 1 0,0-4-5 16,2-2-9-16,-1-2-16 0,1-2-23 0,0-5-56 16,-2-3-61-16,3-3-79 0,-3-4-114 0,2-2-161 15,-1-4-254-15,1 0-242 0,3-1-221 0,-2 0-74 16,3 1 277-16,-1-1 491 0</inkml:trace>
  <inkml:trace contextRef="#ctx0" brushRef="#br3" timeOffset="-144174.3">11881 17937 24 0,'0'11'446'0,"0"0"360"0,-1 3 212 16,-1-1 22-16,2 2-335 0,3 1-260 0,-1 0-172 15,1-1-90-15,2-1-49 0,3 0-42 0,1-3-35 16,1 0-26-16,0-5-12 0,2-2-7 15,1-4-1-15,1-4-1 0,-1-2-2 0,-1-6-1 16,2-2-3-16,-4-2 0 0,1-1-2 0,-5-3 4 16,-1 0 1-16,-2 1 5 0,-3-3 25 0,-1 2 48 15,-3-1 81-15,-2 3 77 0,-5 2 45 16,0 0 8-16,-6 3-23 0,-3-2-41 0,-5 5-60 16,-2-1-55-16,-1 4-37 0,-4 1-21 0,2 3-11 15,2 3-11-15,1 4-6 0,5 4-8 0,1 2-6 16,4 3-8-16,4 4-6 0,4 2-4 0,1 1-2 15,6 1-1-15,4 2-2 0,4-4-1 16,2 2-3-16,5-3-17 0,1 1-47 0,2-3-66 16,1-1-104-16,-1-2-171 0,3-1-297 0,0-1-328 15,0-3-298-15,0 1-189 0,-2-5 253 16,4 0 633-16</inkml:trace>
  <inkml:trace contextRef="#ctx0" brushRef="#br3" timeOffset="-143371.49">12248 17721 170 0,'-3'-15'778'0,"-5"2"445"16,-1 3 89-16,-1 4-88 0,-1 2-380 0,0 4-298 16,0 3-167-16,-1 2-92 0,0 6-61 0,1 1-71 15,0 5-68-15,2 1-34 0,2 3-18 0,1 0-10 16,3 4-10-16,2-1-6 0,2 2-5 0,5-1-1 15,0-1-3-15,1-3 0 0,1-3-3 0,3-3 0 16,0-4 1-16,0-5 1 0,1-6 6 16,1-5 5-16,1-5 3 0,-2-7 1 0,0-7-2 15,1-4 1-15,-2-5-10 0,-3-6-3 0,3-2-3 16,-5-4 0-16,2-2 2 0,-4-1 1 0,-1 2 1 16,-3 0 3-16,-2 4 2 0,-1 1-1 0,-4 4 0 15,1 3-1-15,-2 4 3 0,-1 7-1 0,1 1 3 16,0 8 0-16,-3 3-1 0,3 5 1 0,0 6-3 15,1 6-2-15,0 3-1 0,2 7-3 16,2 4-2-16,1 4-2 0,4 1-1 0,1 7 0 16,2 0 3-16,2 4 0 0,3 1 2 0,0 3 1 15,2 2 2-15,1 2-1 0,1-1-1 0,0 0-1 16,-1-3 0-16,4-4-6 0,-1-3-3 16,-2-5-3-16,4-6-1 0,-4-7 0 0,3-5 0 15,-2-4 6-15,0-6 2 0,-2-4 3 0,0-6 0 16,-1-1 0-16,0-7-1 0,-3-5-2 0,2-4 5 15,-3-2 4-15,-1-5 1 0,-4 1 1 0,1 0 3 16,-2-1 0-16,-2 2-4 0,-2 2-3 16,-2 3 3-16,1 2 1 0,-4 5 5 0,2 1 9 15,-1 4 9-15,1 2 5 0,-3 3-3 0,2 5-1 16,1 5-6-16,0 5-7 0,1 5-8 0,0 3-5 16,0 5 0-16,4 4 0 0,4 3-5 0,0 4-3 15,0 4-2-15,4 0-3 0,0 2-2 16,5 1 0-16,0-1 4 0,2 2 1 0,1-5 2 15,5-2 2-15,-2-5-2 0,3-9 2 0,0-6 0 16,2-6 0-16,-2-8 1 0,-2-6 0 0,-1-6-1 16,-1-5-3-16,-3-7 3 0,-2-3 3 0,-3-2-1 15,1-7-1-15,-5-2 5 0,-1-1 3 16,-2-3-2-16,-1-2-6 0,-4 0-2 0,2 0 0 16,-5-1-4-16,1 1-1 0,-3 1-1 0,-4 1 7 15,3 3 1-15,-3 4 3 0,0 7 2 0,0 3 3 16,-2 7 2-16,3 4 0 0,-2 7 0 15,4 7 0-15,-1 5-1 0,1 8-3 0,3 9-4 16,2 5 1-16,3 4-2 0,3 6 0 0,2 4 4 16,3 6 3-16,4 1-1 0,-2 7 3 0,4 2-3 15,-1 0-3-15,0 5-6 0,2-3-4 16,0 1-1-16,0-4-5 0,1-4 0 0,2-4-15 16,-2-8-41-16,1-5-77 0,-4-4-114 0,2-4-225 15,-3-3-303-15,1-2-347 0,-3-5-338 0,-2-1-116 16,0-2 414-16,-2-1 722 0</inkml:trace>
  <inkml:trace contextRef="#ctx0" brushRef="#br3" timeOffset="-142791.23">12340 18426 18 0,'-12'-3'577'0,"-5"0"516"16,-3 0 204-16,-2 0-91 0,0 1-256 0,-5-1-344 15,-2 0-183-15,-1 1-93 0,0-2-57 0,0 2-45 16,2-4-63-16,-1 3-50 0,4 2-34 0,0 0-21 16,6 2-15-16,0 0-11 0,1 2-9 0,4 3-8 15,1-2-6-15,1 0-6 0,4 1-3 0,2 1-1 16,2 0-3-16,1 1 1 0,3-1-2 0,2 2 2 15,1 2 0-15,3-1-1 0,2 1 1 0,3 0-1 16,0 1 1-16,2-3 0 0,4 2-1 0,1 0 2 16,1-1-1-16,1-2 0 0,4 1 0 0,-2-2-1 15,4 0 0-15,-1 0 0 0,-2 0 1 0,1 0 0 16,-3-2-1-16,1 3 2 0,-6 1 1 0,1 1 6 16,-4 1 3-16,-1 4-4 0,-4 0-1 0,-3-1 3 15,-3 4-3-15,-4 0-9 0,-1 2-2 0,-5-1 2 16,0 1 1-16,-3 0-4 0,-2 1 4 0,-1-2 0 15,-2 0 0-15,1-1 0 0,0-2 8 0,1 0 2 16,1-4 1-16,2 2-2 0,1-5-12 0,1-1-36 16,3 0-79-16,-2-3-77 0,2-4-143 0,4-3-217 15,-1 0-317-15,3-6-315 0,2-1-212 16,-1-5-44-16,1-1 480 0,1-3 560 0</inkml:trace>
  <inkml:trace contextRef="#ctx0" brushRef="#br3" timeOffset="-142590.65">12329 18217 278 0,'8'6'874'0,"-5"4"363"15,-2 5 8-15,1 4-160 0,0 3-391 0,-1 6-205 16,4 1-111-16,-2 4-70 0,1 2-61 0,0 0-57 16,1 3-65-16,1 1-63 0,1 0-36 0,-1 2-12 15,2-3-1-15,4-3-2 0,-4 0-2 0,2-5-16 16,1-5-59-16,-3 0-70 0,-2-8-108 0,-1-1-158 15,1-4-295-15,-4-3-325 0,-1-5-251 0,-1-4-173 16,-1-3 232-16,-7-4 566 0</inkml:trace>
  <inkml:trace contextRef="#ctx0" brushRef="#br3" timeOffset="-142356.31">12286 18517 30 0,'0'-6'557'15,"2"1"494"-15,-4 1 202 0,1 0-102 0,-1 0-358 16,0 0-315-16,1 0-187 0,1-1-96 16,1 1-47-16,-1 0-27 0,2-2-24 0,1 2-17 15,2-1-33-15,2 1-22 0,-3 1-14 0,5 0-2 16,-1 0-1-16,1 0-7 0,0 2 1 0,0-1-2 16,-1 2-22-16,2 2-35 0,-1 1-52 0,-1 0-122 15,0 1-169-15,-3 3-297 0,2 2-262 0,-2 1-243 16,0 0-78-16,0 1 360 0,1-1 477 0</inkml:trace>
  <inkml:trace contextRef="#ctx0" brushRef="#br3" timeOffset="-141174.18">12647 18552 99 0,'6'6'651'0,"-3"0"436"15,-1-1 154-15,-2 0-105 0,1 0-389 0,-1-1-261 16,2-1-146-16,-2 2-62 0,2-2-49 0,-1-2-33 15,1 1-8-15,-1-2-34 0,1-3-31 0,-2 0-24 16,3-5-16-16,0-1-12 0,0-1-28 0,0-2-16 16,1-3-9-16,0 1-8 0,-2 2-2 0,1 2-4 15,-1-1 1-15,1 4-3 0,-1 1 2 0,-1 2-1 16,2 0 4-16,0 2 3 0,2 4 3 0,-2 2 1 16,4 0-1-16,-2 3 0 0,1 3-4 0,1 1-3 15,2 1-3-15,-3 0-1 0,2 1-1 0,3 1 0 16,-2-1-2-16,1-2 1 0,-1 1 0 0,2 0-1 15,-3-5 0-15,2-1 0 0,-1 1 0 0,-1-3-1 16,0 1 2-16,1-4 0 0,-1-1 1 0,-1-1 0 16,-1-4 1-16,2 1-1 0,-3-3-1 0,1-4 0 15,-1 2 0-15,0-2 1 0,1-1-1 0,-2 2 1 16,1 1-1-16,0 0 0 0,0 0 1 16,0 3-1-16,1 1 0 0,-2 2 1 0,-2 2 1 15,5 1-1-15,-4 1 1 0,2 2 0 0,-1 2-1 16,2 1-1-16,-1 3 0 0,0-1-1 0,1 0 2 15,-1 1 5-15,0 0 2 0,4 2 3 0,-4-3 1 16,3 1 0-16,-2 0-2 0,-1-3-4 0,4-1-3 16,-4-2-3-16,0-1-2 0,1-2 0 0,-1-3 1 15,1-3 0-15,-1-4 0 0,-2 0 1 0,0-5 0 16,-1 0 0-16,-2-1 0 0,2-4-2 0,-4 1 3 16,2-4-2-16,-2 1 0 0,-1-1-1 0,0 1-1 15,0-2 1-15,0 2 0 0,-2 3 0 0,2 1 3 16,0 2 2-16,1 3 0 0,-1 2 1 0,3 2 3 15,-2 3 2-15,2 1-1 0,0 2 1 16,0 3 0-16,0 2-2 0,2 2-2 0,1 2-1 0,-1 3 0 16,1-1-2-16,3 3-1 0,0 0 0 0,-1 3-1 15,0-1 0-15,2 0-1 0,0 2 1 16,1 0 0-16,0-2 1 0,2 0 0 0,0-2 1 16,0-1 1-16,1 0-2 0,0-4 1 0,2 0-1 15,-1-5-1-15,-2-1 0 0,1-1 0 0,0-5 0 16,-1-3 0-16,-2 2 0 0,0-3-1 0,-1-2 0 15,-2 0-1-15,1 0 1 0,-2 1-1 0,1 0 1 16,-4 2-1-16,2 2 2 0,0 1 0 0,-1 1-1 16,-1 1 2-16,2 3 0 0,-1 1 2 0,1 0-2 15,-1 1 2-15,1 2-1 0,0 2-1 0,2 1 1 16,-2 0 0-16,3-2 0 0,-1 3-1 0,2-1 0 16,-3 3 0-16,4-5-2 0,0 2 0 0,-2-2 0 15,4 1 1-15,-2-2-1 0,1 0 0 0,1-3 1 16,-1 0 0-16,2-2-1 0,0 1 1 15,-1-2 1-15,4 1-1 0,-3-1-1 0,3 0 0 16,-1 0 0-16,0 1 0 0,2-2 0 0,-2 2 0 16,0-2 0-16,0 2-1 0,0-2 1 0,-3 2 0 0,1-3-2 15,0 0 1-15,-1 1 0 0,-4-1-2 16,1-1 0-16,0 0 1 0,-2 0 0 0,0-1 0 16,-2-1 0-16,0 1 2 0,1 1-1 0,-3-2 0 15,2 1 0-15,0 2 0 0,0-1 1 0,0 2-1 16,1 0 1-16,0 3 1 0,1 0 0 0,0 1-2 15,1 1-1-15,0 0-4 0,-1 4-6 0,3 0-7 16,-3 2-9-16,4-3-13 0,-2 5-13 0,-1-2-10 16,2 2-7-16,1 0-2 0,-1 0 1 0,0 1 7 15,0 2 13-15,2 2 9 0,-2-1 11 0,1 2 11 16,-1 1 8-16,1 2 5 0,-1 2 0 0,0 0 5 16,0 2 1-16,0 0 0 0,-2 4-1 0,-1 2 3 15,2 4 0-15,0 0 0 0,-2 3 6 0,-2 0 22 16,0 0 25-16,2 3 18 0,-3-3 13 15,0-2 7-15,-1 7 1 0,-2-3-16 0,-3-6-13 16,-1-7-8-16,-1-4-6 0,-2-7-6 0,1-4-3 16,-5-7-1-16,1-5-2 0,-3-5-5 0,0-5-3 15,-4-7-2-15,2-2-1 0,-1-6-4 16,0-4 0-16,1-6-1 0,0-3-3 0,2 0-2 0,1-4-1 16,-1-2-3-16,6-1-5 0,0 2-2 0,2 1-2 15,5 0-1-15,2 2-2 0,2 0 1 0,5 2 0 16,1 4 0-16,3 2 0 0,3 1-1 15,1 1 0-15,3 5-2 0,1-1-12 0,-2 3-24 16,3 2-66-16,-1 4-80 0,-2 2-148 0,0 2-266 16,-1 6-327-16,3-3-376 0,0 3-267 15,0 0 0-15,0 0 634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18T07:04:58.544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1315 1196 67 0,'0'0'348'16,"0"-5"216"-16,0 0 198 0,1 1 21 0,1 0-132 15,-2 4-70-15,0 0-59 0,-5-2 26 0,-4-1 5 16,1 1-65-16,-2 4-92 0,1-1-80 0,-2 1-56 16,0 2-80-16,0 4-66 0,-2 2-40 0,2 5-21 15,-3 5-14-15,4 7-11 0,-2 9-4 0,4 6-4 16,0 9 2-16,5 6 0 0,-1 9 1 15,3 4 2-15,2 6 0 0,3 3-5 0,2 0-3 16,2-1-7-16,3-8 2 0,3-3-2 0,5-10 1 16,2-9 0-16,1-8-4 0,5-9-3 15,1-10-7-15,2-7-1 0,0-10-1 0,2-8 0 0,0-10 5 16,-1-5 3-16,1-11 3 0,-2-5 0 0,-2-5-1 16,-3-3 0-16,-4-2 0 0,-2-2-1 0,-6 1 1 15,-4-1 0-15,-4 3 6 0,-8 0 4 0,-5 0 3 16,-6 2 1-16,-3 0 1 0,-6 1-2 0,-4-2-5 0,-6 3-6 15,0-1-2-15,-2 3 4 0,-4 2 1 16,1 5 2-16,0 4 1 0,0 6 0 0,-3 5 0 16,4 4-5-16,1 7-5 0,3 5-2 0,1 6-2 15,2 5-1-15,5 4-1 0,1 5-2 0,7 2-1 16,3 5-1-16,4 2 1 0,7 3-1 0,4 3 1 16,4-1-5-16,5 1-12 0,7-1-28 0,1 1-80 15,2-4-97-15,5-4-162 0,-1 0-267 16,3-3-332-16,-2-4-372 0,-1-2-187 0,1-3 143 15,-3-2 628-15</inkml:trace>
  <inkml:trace contextRef="#ctx0" brushRef="#br0" timeOffset="368.07">2401 1425 28 0,'10'-11'575'0,"-1"2"541"16,-4 2 331-16,-2 1-49 0,-3 0-368 0,0 0-360 0,-5 1-205 15,-4-1-119-15,1 1-101 0,-5 3-74 0,-1-2-47 16,0 3-33-16,-5 1-23 0,1 1-17 0,-4 4-14 16,-3 1-11-16,0 3-7 0,-4 5-5 0,1 1-5 15,-2 5-2-15,-2 5-2 0,1 5-1 0,-1 4 3 16,-1 5 0-16,3 5 1 0,1 2 1 0,5 3 0 15,-1 3-1-15,6 0-3 0,3 1-2 0,2-1-1 0,6-3-1 16,2-2-2-16,4-2 0 0,5-6-1 0,4-3 3 16,1-3 2-16,6-4 0 0,0-5 0 0,5-5-1 15,2-4-1-15,3-2-5 0,1-5-7 0,3-4-6 16,2-2-10-16,0-5-14 0,4-2-23 0,-1-3-53 16,3-3-69-16,1-2-114 0,0-2-179 0,1 0-295 15,-1-2-340-15,2 2-294 0,2-3-154 0,-3 0 327 16,0 0 647-16</inkml:trace>
  <inkml:trace contextRef="#ctx0" brushRef="#br0" timeOffset="632.47">3103 1446 107 0,'2'-29'839'0,"-4"6"699"0,-1 0 65 0,-6 4-285 15,-3 3-430-15,-2 3-350 0,-3 3-195 0,-3 0-126 16,-1 6-65-16,-3 1-41 0,-1 3-26 0,-2 3-24 0,-1 6-18 15,-2 2-12-15,-2 5-8 0,-1 5-8 16,-2 6-2-16,0 6 1 0,2 6 1 0,-2 6 3 16,3 6-1-16,-1 6 1 0,3 4-2 0,5 5-3 15,3 1-4-15,6 0-4 0,3-1 1 0,7-2 0 16,4-6-1-16,7-3-4 0,6-6-3 0,5-3-1 0,6-8-9 16,2-6-6-16,3-4-14 0,3-6-18 15,3-5-47-15,0-4-76 0,3-5-121 0,1-3-214 16,1-4-303-16,0-3-363 0,3-2-337 0,-2-2-125 15,-1-3 429-15,2-2 715 0</inkml:trace>
  <inkml:trace contextRef="#ctx0" brushRef="#br0" timeOffset="1133.64">3407 1530 85 0,'-2'-9'654'0,"-4"7"481"16,1-3 141-16,-3 5-122 0,0 5-369 0,-1 0-260 15,3 4-144-15,-1 4-73 0,1 8-43 0,1 6-33 16,-1 6-35-16,1 6-55 0,5 8-39 0,0 4-23 16,0 6-16-16,5 5-10 0,-1 5-5 0,3 2-9 15,1 0-10-15,3-4-9 0,1 1-6 16,3-8-7-16,4-4-8 0,1-8-1 0,4-7 0 0,3-7 0 15,1-10 0-15,1-9 6 0,1-7 3 0,0-7 1 16,0-10 1-16,0-5-1 0,-3-9-1 0,-1-5-3 16,-3-6-2-16,-1-5 0 0,-3-4 2 15,-5-4 0-15,-1-3 1 0,-5 1-2 0,-5-3 0 16,-3-1-2-16,-5 1-1 0,-3-1-1 0,-3 2-1 16,-2 4-1-16,-2 4-2 0,0 7-3 0,-2 7-7 15,-1 7-19-15,1 7-34 0,3 8-62 0,-2 6-70 16,3 8-132-16,3 3-211 0,0 5-296 0,5 5-313 15,-1 1-238-15,4 2-96 0,4 0 450 16,1 0 600-16</inkml:trace>
  <inkml:trace contextRef="#ctx0" brushRef="#br0" timeOffset="1599.72">4113 1708 288 0,'10'-6'1253'0,"-2"3"472"0,-3 3-222 15,0 3-344-15,-3 5-444 0,0 2-309 0,0 5-176 16,-2 7-76-16,0 3-33 0,0 6-20 0,0 5-20 16,1 4-20-16,1 7-13 0,-1 1-13 15,4 5-10-15,0 1-7 0,1 0-3 0,2-3-4 16,0-2-6-16,-2-6-3 0,1-6-2 0,2-8-1 16,-4-1-1-16,0-8 0 0,-2-1 1 0,0-8 0 15,-3-1 0-15,0-6-4 0,-3-4-3 0,-2-6-3 16,-3-6-2-16,2-4-3 0,-2-7 3 0,3-5 2 15,-3-6 5-15,2-4-1 0,0-7 0 16,-2-8-2-16,3-6-3 0,0-9-4 0,2-6 0 16,1-3 5-16,4-3 0 0,4 2 1 0,2 1 3 15,4 7 2-15,0 6-2 0,-1 6-1 0,2 11 2 16,-2 7 1-16,-1 10 0 0,0 3 1 0,0 8 0 16,1 7 1-16,1 3-1 0,1 6 2 0,1 3 1 15,-2 6 0-15,-1 3 0 0,3 5 1 0,-3 6 0 16,0 3 6-16,0 4 2 0,-1 1-2 0,-1 4-1 15,-1 2-1-15,-2 4 1 0,-1 1-7 0,-2 1-1 16,-3 2 2-16,0 2 2 0,-3-1 0 0,-2 1 1 16,-3-2-1-16,-1 0 0 0,-4-1-1 15,-1-3 5-15,0-1 1 0,-3-3-6 0,-1-4-19 16,-2-5-53-16,-1-1-80 0,-3-6-155 0,-1-3-278 16,3-4-324-16,3-2-388 0,1-4-325 15,7 2-5-15,2-4 703 0</inkml:trace>
  <inkml:trace contextRef="#ctx0" brushRef="#br0" timeOffset="1932.15">4628 2527 625 0,'10'-4'1609'0,"-5"-5"142"0,-2-1-360 0,-1 0-336 15,0-9-465-15,-1-1-294 0,1-3-129 0,-1-5-59 16,3-3-28-16,-1-5-27 0,3-5-20 0,0-5-12 15,2-8-6-15,2-2-7 0,1-4-3 16,1 0-2-16,2 2-1 0,1 3-2 0,-4 5-2 16,3 7 1-16,-4 6-1 0,-2 9 0 0,-1 4-2 15,0 6 1-15,-1 5-1 0,-1 3 1 0,1 8 2 16,0 4 0-16,1 6 2 0,-1 3-4 16,1 7-2-16,-3 5-2 0,4 2 0 0,-3 2-3 15,0 9 5-15,-1 2 8 0,1 6 3 0,-3 4 0 16,1 4 1-16,0 5 2 0,-2 4-4 0,2 3-3 15,-1 2 0-15,3 1 0 0,0-2-1 16,1-2-12-16,3-6-26 0,-1-2-77 0,0-11-87 16,0-5-169-16,2-6-287 0,-4-8-339 0,2-3-397 15,-3-9-213-15,-2-6 119 0,0-7 725 0</inkml:trace>
  <inkml:trace contextRef="#ctx0" brushRef="#br0" timeOffset="2133.86">4735 2139 85 0,'-7'18'910'0,"3"2"683"0,-1-1-24 15,2 0-319-15,3-2-410 0,0-3-371 0,3 0-228 16,2 0-110-16,4-4-51 0,1-2-26 0,4-2-10 16,5-3-17-16,3-5-9 0,3-1-7 0,5-3-3 15,2-2-4-15,4-3-4 0,2-2-42 16,2 0-77-16,1 0-166 0,0 0-270 0,-1-1-301 15,-1 3-386-15,-4-2-342 0,-5 3 2 0,-2 3 719 16</inkml:trace>
  <inkml:trace contextRef="#ctx0" brushRef="#br0" timeOffset="2421.71">5404 1694 98 0,'16'-25'669'15,"-5"6"452"-15,1 5 170 0,-1 4 8 0,1 4-354 16,2 6-302-16,-2 4-163 0,2 5-83 16,-4 4-72-16,4 10-91 0,-4 3-65 0,-1 8-44 15,-1 7-34-15,0 3-28 0,-2 8-20 0,-1 3-17 16,-3 2-12-16,-1 4-7 0,-1 2-5 0,0 2-2 15,-1-2-2-15,1 1-8 0,0-6-19 16,0-3-35-16,-2-5-79 0,-1-8-101 0,-2-6-190 16,-1-8-300-16,-5-7-349 0,1-6-390 0,-4-7-170 15,-2-8 238-15,-3-6 745 0</inkml:trace>
  <inkml:trace contextRef="#ctx0" brushRef="#br0" timeOffset="2633.77">5157 1839 230 0,'6'-11'1085'0,"1"2"495"0,-1 3-127 0,2 3-303 16,3-1-433-16,3 2-304 0,3-1-178 0,1 0-76 15,4 0-33-15,2-1-14 0,3-1-13 0,1-1-25 16,4 0-19-16,1 1-14 0,2-3-11 16,1 0-9-16,1 1-10 0,-1 2-6 0,-1 2-14 15,1-2-72-15,-5 4-83 0,0 1-188 0,-3 0-276 16,-2 3-336-16,-1 0-417 0,0 0-260 0,-1 0 124 15,-1-1 799-15</inkml:trace>
  <inkml:trace contextRef="#ctx0" brushRef="#br0" timeOffset="2799.81">6125 1507 100 0,'-7'14'1029'0,"0"1"724"15,-3 6-109-15,0 1-378 0,2 4-406 0,-4 2-353 16,4 5-232-16,-2 6-97 0,0 6-48 0,0 5-29 15,-1 3-28-15,0 5-25 0,3 0-20 0,3-2-17 16,2 1-9-16,1-5-18 0,4-3-31 0,-1-2-82 16,3-3-129-16,-1-5-252 0,0-2-319 0,2-1-405 15,-2-1-461-15,2-4-98 0,-1-1 644 16</inkml:trace>
  <inkml:trace contextRef="#ctx0" brushRef="#br0" timeOffset="3366.45">6551 1764 140 0,'-6'-6'760'0,"-5"5"493"15,0-1 165-15,-3 4-110 0,3 4-410 16,-2 2-331-16,1 4-172 0,-1 6-100 0,-1 5-87 16,1 8-67-16,-1 8-42 0,3 5-24 0,1 7-14 15,-1 6-8-15,7 4-7 0,0 3-8 0,3 3-10 16,2-3-8-16,4-2-6 0,7-5-6 0,5-8-3 16,5-6-3-16,4-11 0 0,6-8-1 0,3-11-1 15,3-11 0-15,4-9-1 0,-2-10 0 16,1-8-4-16,-3-8-3 0,-2-5-2 0,-4-5-2 15,-4-4 1-15,-7 0 1 0,-4-2 2 0,-7 3 0 16,-7-1 0-16,-8 4 1 0,-6-1-1 0,-8 3 0 16,-7 3 0-16,-6 1 3 0,-6 3 8 15,-2 7 2-15,-2 5 2 0,-1 6 0 0,2 10-1 16,0 8-1-16,4 7-5 0,4 10-4 0,3 6-5 16,8 6-16-16,3 5-40 0,5 4-78 0,4 3-91 15,7 2-174-15,3 1-297 0,7 2-335 16,1 0-342-16,4 0-168 0,4 0 184 0,4-5 677 15</inkml:trace>
  <inkml:trace contextRef="#ctx0" brushRef="#br0" timeOffset="4049.82">7249 2021 62 0,'-2'-27'538'0,"-1"-3"457"0,0 4 226 0,0 2-59 15,-2 4-321-15,3 1-178 0,-1 4-139 0,0 4-107 16,1 2-72-16,0 2-55 0,0 1-71 15,-1 3-76-15,1 0-51 0,-1 3-33 0,1 3-20 16,-1 0-13-16,0 4-11 0,-2 4-5 0,2 1 0 16,-3 6 2-16,1 3 1 0,0 4 0 0,1 5 3 15,-1 5 1-15,-2 4-3 0,1 6-3 16,0 4 1-16,1 2 0 0,-1 6-1 0,1 2-3 16,-1 1 0-16,3 4-1 0,0-1-4 0,1-3-2 15,4-4-2-15,-1-8-3 0,4-6 0 0,4-9 0 16,1-9 0-16,-1-6 1 0,5-9 0 0,-2-9 3 15,1-6 1-15,0-9 1 0,1-8 0 16,-1-11-1-16,2-5 0 0,0-6-1 0,-2-6-2 16,3-3 1-16,-5-3 2 0,3-2 1 0,-3 0-1 15,-1 1 2-15,-1 2 1 0,-1 2-1 0,-2 8-1 16,-1 8-2-16,0 4 1 0,1 9-3 16,-1 7-3-16,0 6-3 0,-1 7-1 0,3 8 4 15,0 8 4-15,1 8 1 0,2 6 5 0,0 9 2 16,2 3 0-16,1 7-4 0,1 2 0 0,0 6 0 15,3 3 0-15,1 1-1 0,1 3 2 0,1-4-2 16,1-5-2-16,0-7-1 0,1-6-1 16,-2-11 0-16,1-9 2 0,1-8 0 0,-3-9 2 15,0-9-1-15,0-12 1 0,-5-7-1 0,3-9-1 16,-4-4-1-16,0-9 1 0,-2-4 3 0,-3-7 4 16,-2-3 3-16,-1-7 2 0,-5-6 0 15,0 0-3-15,-3-4-1 0,-2 1-6 0,0 2-1 0,-1 3 0 16,-1 8-4-16,-3 4-3 0,0 5 0 15,0 10-1-15,0 8-3 0,-2 6-7 0,0 11-7 16,2 6-14-16,-3 8-37 0,-2 9-77 0,2 5-111 16,-2 7-210-16,0 4-294 0,1 5-346 0,-2 4-367 15,-3 1-152-15,0 6 372 0,-3 2 743 0</inkml:trace>
  <inkml:trace contextRef="#ctx0" brushRef="#br0" timeOffset="5632.12">1046 3221 266 0,'-5'4'606'0,"2"-2"245"0,3-2 80 15,0 0-235-15,0 0-322 0,0 0-164 0,0 0-113 16,0 0-57-16,0 0-29 0,0 0-12 16,0 0-5-16,0 0 45 0,7 4 31 0,2-3 13 15,5 2 64-15,2 0 30 0,6 0 16 16,2 0 36-16,3-1 12 0,0 3 1 0,7-3-48 15,3 2 33-15,2 0 9 0,6 0-53 16,4 2-29-16,1 0-21 0,1-1 14 0,1-2-39 0,0 1-23 16,1-1-13-16,2-1-8 0,2-2-5 0,1 0-25 15,2-2-13-15,2-1-6 0,0-1-2 16,1-1-1-16,3 1 6 0,2-2 5 0,3 0 1 16,1-1-1-16,-1-2 0 0,3 5-4 0,-1-2-6 15,1 2 0-15,0 1-3 0,-1-1-2 0,3 3 1 16,-3 1 11-16,4 0 7 0,-1 1 0 15,3-1 4-15,0 0 1 0,3 0-3 0,-2-1-5 16,3 0-4-16,-1-1-2 0,2 0-7 0,2-2-4 16,4 1-2-16,0-1-5 0,3-1 1 0,2-1-2 15,-1 2 4-15,-1-1 3 0,-1 1 3 16,-1 0 1-16,1 1-3 0,1 2-7 0,2 0 4 16,-2 0-2-16,2 1-1 0,0 0-4 0,-2-3 1 15,-1 3 6-15,-2-2-3 0,0 2 1 16,2-2-1-16,-2-3 2 0,2 3-1 0,-2-3-2 15,-2 0-2-15,-1 1 0 0,0 0 0 16,-3-1 2-16,-2 2 0 0,2 0 2 0,-3 2 1 16,3-1 0-16,-2 4 0 0,0-1-2 0,-3 4 0 15,-2-1-1-15,-1 0-2 0,0 4 0 0,-5-2 2 16,-3 3 2-16,1-2 0 0,0-1 1 16,-1 1 2-16,0-2-2 0,-2-1 2 0,1 0 5 15,-1-2 2-15,0 1 1 0,-2-3 0 16,-3 0 0-16,1-2 0 0,-5 1-6 0,2-4-2 15,-4 1-1-15,0-2 0 0,-1-1-1 0,-3 1 1 16,-1-1-1-16,-1 0-1 0,-5 1 0 16,-1 0-1-16,-2 1 0 0,-3 2 1 0,-5 0-2 15,-1 2 1-15,-2 2 0 0,-5 1-1 16,-1-1 0-16,-2 2 0 0,-3 2 0 0,-2-3 1 16,-4 3-1-16,0-2 1 0,-4 0-1 0,-1-2 1 15,-3 1 1-15,0 1 3 0,-2-3 5 16,-1 0 2-16,-1 0 3 0,-1-3 0 0,0 1 0 15,-1 1-3-15,-1-2-4 0,-1 1-1 16,3 1-2-16,-2 0-1 0,1-3 0 0,-1 4-1 16,2-1-1-16,0 0-2 0,0 1-1 0,0 0 1 15,3-2-1-15,-1 0 0 0,1 1 0 0,0-2 1 16,3-1-1-16,-1-4 0 0,0-1-1 16,1-1 1-16,1-7 1 0,0-4 1 0,1-4 0 15,-1-4 0-15,1-10 3 0,1-6-1 0,-1-8 0 16,0-8-2-16,0-9-1 0,1-11 0 15,1-11 1-15,-1-11 0 0,2-9 4 0,0-13 0 16,-4-7 9-16,-4-10-1 0,-3-1 0 0,-2-1 0 16,-2 1 3-16,-3 8 4 0,-1 9-6 0,-3 14 0 15,-3 12 1-15,-2 10-1 0,0 15-6 16,-2 11-4-16,1 12-2 0,2 7-2 0,2 10-1 16,2 6-1-16,3 7-2 0,2 4-2 15,1 6-9-15,2 6-18 0,1 1-30 0,2 8-73 16,0 0-139-16,3 7-259 0,1 0-313 0,0 1-398 15,1-3-463-15,0 0-129 0,1 1 706 16</inkml:trace>
  <inkml:trace contextRef="#ctx0" brushRef="#br0" timeOffset="11902.06">1721 4948 108 0,'0'-7'699'0,"-5"2"476"0,-1 1 130 0,0-2-102 15,1 2-351-15,0-1-283 0,2 2-164 0,-3-2-81 16,1 2-54-16,-4-1-50 0,1 0-57 0,0 2-39 16,0-2-29-16,2 3-22 0,-2 1-17 0,1 0-15 15,1 1-12-15,-3 4-12 0,1 2-9 0,-2 7-3 16,-2 6-4-16,2 7-1 0,-1 7-2 0,2 7 6 16,-1 7 2-16,2 6-3 0,2 2 0 0,0 2-1 15,1-1 0-15,3-2-4 0,2-6-2 0,2-3 1 16,1-7 0-16,3-7 0 0,2-7-1 0,0-5 0 15,3-4 0-15,3-6 2 0,1-8 2 0,2-5 0 16,3-9 0-16,0-9 1 0,3-8 4 16,1-7 4-16,-2-7-3 0,4-7-1 0,-3-4-1 15,2-2-1-15,-3-5-4 0,-2 1-5 0,-2-3 3 16,0 3 1-16,-4-4 2 0,-3 4 5 0,0-2 2 16,-5 0-3-16,-1 3 1 0,-3 2-1 0,-2 0-2 15,-2 3-3-15,1 4-2 0,-3 5 4 0,1 7 9 16,0 5 8-16,-1 7 8 0,2 5 5 0,2 4 2 15,-1 4 0-15,-1 4-8 0,2 1-8 0,-2 2-7 16,1 6-5-16,-1 5-4 0,0 7-1 0,1 6-1 16,-1 7 0-16,2 8 3 0,-1 4-1 0,1 7 1 15,1 3-1-15,1 5 1 0,-1 5 0 0,3 4-3 16,1 0 0-16,-1 3 1 0,4-4-1 0,-2-1 4 16,2-7 2-16,2-3 1 0,2-5-1 0,0-8 0 15,1-4-1-15,0-7-5 0,1-5-2 0,1-3-1 16,-2-7 0-16,1-5 1 0,-2-1 1 0,2-8 0 15,-1-4 2-15,0-5 1 0,-2-7 0 0,0-7 2 16,3-6-1-16,-3-5 1 0,-1-5-1 16,1-4-1-16,-3-4 0 0,-2-3-1 0,-3-1-2 15,-1-4 2-15,-2-1 0 0,0-2 1 0,-3 3 2 16,1 0 0-16,-1 7 2 0,1 3-2 0,-1 9 1 16,2 8 0-16,-1 6 0 0,0 5 0 0,1 3 0 15,-1 5-1-15,0 3-2 0,2 2 0 0,-1 4-2 16,1 4-1-16,0 4 1 0,0 8-1 15,0 7-1-15,1 6 1 0,-1 6-1 0,2 7 1 0,0 4 1 16,1 6 2-16,0 6 0 0,-1 6 1 16,1 7 1-16,-1 2-1 0,1 6-2 0,-2 0-1 15,4 1-3-15,-2-1 1 0,0-4 1 0,2-2 0 16,3-4 0-16,-2-5 1 0,5-5 0 0,0-6-1 16,2-6-4-16,0-4-8 0,0-6-15 15,0-6-21-15,0-4-40 0,0-6-76 0,-2-9-84 16,-3-5-153-16,4-7-226 0,-4-5-316 0,0-8-320 15,2-4-202-15,-1-4 4 0,-1-4 562 0</inkml:trace>
  <inkml:trace contextRef="#ctx0" brushRef="#br0" timeOffset="12254.08">2621 5032 92 0,'-2'-3'775'0,"1"0"703"16,-1 2 135-16,-4 1-259 0,1 3-432 0,-4 0-362 15,-1 4-198-15,1 2-136 0,-4 5-78 0,2 3-46 16,0 3-22-16,-3 4-17 0,1 7-10 0,2 1-11 16,0 3-4-16,3 2-5 0,-1-1-10 0,6 0-7 15,1-1-6-15,4-4-3 0,1-4-6 16,6-4-3-16,2-5-3 0,2-6-1 0,4-6 0 16,2-9 1-16,0-5 0 0,2-9-1 0,2-7 3 15,-2-5 0-15,1-4 2 0,0-5 0 0,-1 1 2 16,-4-2 2-16,-1 3 0 0,-5 3 1 0,-3 4 0 15,-2 3 1-15,0 7 1 0,-6 1 1 0,2 6 1 16,-2 4-2-16,-2 1 0 0,-2 3-1 0,1 8-2 16,-2 3-1-16,0 6-1 0,0 5-2 15,-1 5 0-15,0 4-2 0,1 4-1 0,2 2 0 16,1 3 0-16,-1 1 1 0,3 4-1 0,3-2 0 16,1 1-7-16,0-1-17 0,4-3-41 0,3-1-79 15,-1-5-121-15,5-5-226 0,3-2-308 16,1-5-374-16,4-3-385 0,4-4-126 0,-3-1 460 15,5-3 755-15</inkml:trace>
  <inkml:trace contextRef="#ctx0" brushRef="#br0" timeOffset="13203.39">4116 5017 98 0,'5'-19'688'0,"-5"2"514"0,0 2 246 0,-1 5-90 16,-3-1-413-16,0 5-347 0,-4 2-182 15,-1 4-114-15,-3 3-104 0,-3 6-77 0,-1 5-41 16,-3 9-28-16,-3 7-17 0,3 9-12 0,-3 8-7 15,1 7-3-15,0 6-6 0,3 3-3 0,-1 2-1 16,6-1 0-16,2-4 1 0,2-6-4 0,5-9-2 16,4-6-2-16,4-9-1 0,2-8 0 15,3-6 3-15,2-12 1 0,3-8 2 0,-1-14 2 16,6-8-1-16,-1-10-1 0,0-8 0 16,2-6 1-16,-2 0-1 0,1-3-4 0,-3 0 0 15,-2 4-2-15,-4 3-1 0,0 1-2 16,-4 4 0-16,0 6 4 0,-1 1 3 0,-4 9 2 15,1 0 1-15,1 8 1 0,-3 3-1 0,2 2 1 16,-1 5-2-16,-1 1-1 0,2 9 0 0,1 3-2 16,-1 6 0-16,1 7 0 0,1 7 7 15,-1 6 3-15,2 3 1 0,0 6 1 0,0 2 4 16,-2 4 0-16,2 2-9 0,-3 5-5 16,0 0 2-16,-2 5 1 0,-4-1 0 0,1 2 5 15,-2-3 6-15,-3-1 4 0,0 0-3 0,-3-6-1 16,0 0-3-16,1-6-5 0,-4-5-3 0,3-3 0 15,-3-8-1-15,1-7-1 0,2-6-3 16,0-7 0-16,0-5-3 0,0-8-9 0,3-10-14 16,2-8-28-16,1-7-63 0,0-8-66 15,4-5-106-15,-1-7-164 0,4-2-284 0,1-3-311 16,3-3-241-16,2-2-173 0,3 2 217 16,3 1 592-16</inkml:trace>
  <inkml:trace contextRef="#ctx0" brushRef="#br0" timeOffset="13537.58">4262 5076 168 0,'16'-4'628'0,"-3"4"413"16,-1 6 174-16,-2 2-156 0,1 6-237 16,-2 3-163-16,1 5-150 0,-2 2-112 0,3 3-79 15,-2 1-65-15,-1 2-75 0,0 0-67 0,3-1-36 16,-1-1-23-16,-1 1-14 0,2-4-10 16,0-3-11-16,-1 1-8 0,-1-8-3 0,2-1-4 15,-1-4 0-15,-1-5 0 0,-1-4 4 16,0-5 5-16,-1-7 1 0,0-5 2 0,1-7 1 0,-3-5 7 15,1-8-1-15,-1 0 6 0,0-5 2 16,-4-2 6-16,-2-2 1 0,-1-3-3 0,-4-2-3 16,1-2-7-16,-1 3-3 0,-1 2 1 15,1 6-2-15,0 4-1 0,1 7-1 0,0 5-1 16,2 6-2-16,0 5-5 0,3 2-5 0,-2 1-3 16,2 9-1-16,0-3-2 0,0 8-1 15,2 1 0-15,0 7 0 0,1 1 0 0,0 2-9 16,2 5-16-16,2 3-30 0,-2 2-76 15,0-1-117-15,0 5-237 0,1 0-303 0,2-1-371 16,0 3-432-16,1 2-155 0,1-2 471 16,2 1 827-16</inkml:trace>
  <inkml:trace contextRef="#ctx0" brushRef="#br0" timeOffset="13704.52">4961 5342 18 0,'8'11'928'0,"-5"0"850"16,-4-1-53-16,-6 1-384 0,-1-1-394 0,-1 2-419 15,-4-2-265-15,0 2-116 0,1-1-53 16,2-2-35-16,-1-1-27 0,5-2-18 0,-2-2-9 16,3-3-9-16,4 1-21 0,-1-5-58 15,4-1-93-15,3-5-209 0,1 0-276 0,6-5-357 16,3 0-439-16,2 0-325 0,2-1 230 0,3-3 922 16</inkml:trace>
  <inkml:trace contextRef="#ctx0" brushRef="#br0" timeOffset="14600.67">5930 5261 144 0,'0'5'735'0,"-3"0"447"16,3 0 89-16,-1-3-133 0,1-1-366 15,0 1-232-15,0 1-136 0,1-3-72 0,-1-3-50 16,3-2-39-16,-1-5-59 0,1-5-58 15,0-2-35-15,2-8-20 0,1-5-7 0,2-6-7 16,3-7-3-16,0-5 6 0,3-6 0 0,-1-3-1 16,3-3-5-16,-2-2-2 0,-1 0-1 0,3 2-7 15,-5-1-3-15,3 6-3 0,-5 2 1 16,1 5-36-16,-1 6-3 0,-2 7 0 0,-1 3 0 16,-3 4 0-16,1 9 0 0,-1 2 0 15,-2 4 0-15,2 3 0 0,-3 1 0 0,2 4 0 16,-1 1 0-16,1 4 0 0,1 2 0 0,2 6 0 15,1 6 0-15,-1 3 0 0,4 2 0 16,-2 3 0-16,1 6 0 0,0 1 0 0,1 4 0 16,-1 2 0-16,0 3 0 0,-2 4 0 0,2 2 0 15,-2 4 0-15,1 4 0 0,-2 2 0 16,-2 4 0-16,0 0 0 0,1 3 0 0,-4-3 0 16,0 2 0-16,0-2 0 0,0-2 0 15,0-5 0-15,0-5 0 0,0-2 0 0,0-5 0 16,0-7 0-16,0-4 0 0,0-5 0 0,0-3 0 15,0-4 0-15,0-5 0 0,0-2 0 16,0-3 0-16,0-1 0 0,0-5 0 0,0-4 0 16,2-3 0-16,1-4 0 0,0-2-62 15,-1-3-111-15,1-2-82 0,-3-3-152 0,2-1-268 16,1-2-325-16,2 1-386 0,-2-3-225 0,3 0 62 16,-3 0 691-16</inkml:trace>
  <inkml:trace contextRef="#ctx0" brushRef="#br0" timeOffset="15140.74">6496 4365 475 0,'2'-24'943'0,"-1"1"272"0,1 3-25 0,-2 4-285 15,0 1-221-15,2 3-153 0,-1 3-108 16,-1 2-78-16,2 2-69 0,-2 0-68 0,2 4-74 15,-2 0-51-15,1 3-25 0,1 3-11 0,-1 6 3 16,2 1 5-16,0 2 1 0,0 7-4 16,-1 4-3-16,1 3-1 0,0 4-2 0,1 4-2 15,-1 2 0-15,0 3 0 0,0 3-1 16,2 4-5-16,-2 0-2 0,-2-1-6 0,3 3-7 16,-1-3-7-16,3-2-16 0,-1-2 0 0,0-5 0 15,4-4 0-15,1-4 0 0,1-6 0 16,3-4 0-16,0-5 0 0,5-5 0 0,0-7 0 15,2-6 0-15,2-6 0 0,1-7 0 16,1-5 0-16,-2-5 0 0,2-2 0 0,-1-3 0 16,-2 0 0-16,-3 0 0 0,1 2 0 0,-4 1 0 15,0 2 0-15,-2 1 0 0,-1 2 0 0,-4 4 0 16,-1 0 0-16,0 6 0 0,-2 1 0 16,-1 2 0-16,-2 4 0 0,-1 0 0 0,1 3 0 15,-1 0 0-15,-1 3 0 0,1 3 0 16,-2 2 0-16,0 3 0 0,0 4 0 0,0 3 0 15,-2 4 0-15,1 3 0 0,-1 3 0 0,-1 5 0 16,1 3 0-16,-1 3 0 0,0 4 0 16,-2 3 0-16,2 2 0 0,0 0 0 0,-2 1 0 15,1 0 0-15,0 0 0 0,1-3 0 16,2-1 0-16,-1-3 0 0,0-3 0 0,2-3 0 16,-1-1 0-16,1-4 0 0,-2-4 0 0,2-1 0 15,0-3 0-15,-3-1 0 0,3-5-27 0,-2 0-31 16,-2-5-58-16,2 0-85 0,-2-4-160 15,0 0-273-15,3-4-330 0,1-1-403 0,0-1-311 16,0-4 23-16,1-1 751 0</inkml:trace>
  <inkml:trace contextRef="#ctx0" brushRef="#br0" timeOffset="15553.51">7541 4725 215 0,'2'-5'1176'0,"1"1"586"16,-1 1-180-16,-1 0-363 0,-1 2-455 0,2-1-320 15,-2-1-215-15,2 3-100 0,-1-1-49 16,-1-1-31-16,0 2-22 0,2-2-14 0,-1 2-8 15,1-1-5-15,1 0-3 0,0-3-2 0,3 3-17 16,-1-2-73-16,-2 3-86 0,2 0-193 16,-3 3-279-16,-1 3-347 0,-1 5-419 0,-3 2-237 15,0 3 166-15,-5 5 817 0</inkml:trace>
  <inkml:trace contextRef="#ctx0" brushRef="#br0" timeOffset="15720.99">7601 5064 189 0,'-1'6'1054'0,"-3"2"623"0,1-4-100 16,-3 0-331-16,2-1-459 0,-1 0-324 0,0 0-214 16,3-3-110-16,-1 0-57 0,1-2-37 0,4-2-23 15,1 0-12-15,2-2-9 0,2-1-23 16,3-4-72-16,0 4-77 0,0-1-148 0,0 0-280 16,0 2-329-16,-2 2-376 0,0 2-235 15,-2 4 34-15,0 2 648 0</inkml:trace>
  <inkml:trace contextRef="#ctx0" brushRef="#br0" timeOffset="16204.04">7893 5267 587 0,'7'2'1213'0,"-1"-4"224"0,-1 1-92 0,0-4-303 16,0-3-401-16,1-6-223 0,2-2-136 0,3-9-61 16,0-3-63-16,3-6-50 0,4-9-31 15,1-3-14-15,1-6-9 0,1-4-12 0,1-4-10 16,2-3-8-16,-1-5-5 0,0-1-7 0,0-1-3 16,1 0-2-16,-2 3 5 0,-3 2 6 0,0 6 10 15,-3 7 6-15,-2 10 5 0,-3 5 5 16,-3 8-3-16,1 6-4 0,-4 4-7 0,0 8-5 15,-2 7-2-15,-1 4 1 0,1 9 2 16,-3 8-7-16,0 6-19 0,0 8 0 0,-1 7 0 16,-1 7 0-16,0 6 0 0,-1 8 0 0,0 5 0 15,-2 7 0-15,0 5 0 0,-2 7 0 16,-1 3 0-16,0 0 0 0,1 0 0 0,0-4 0 16,2-4 0-16,0-4 0 0,2-5 0 0,3-5 0 15,-2-5 0-15,4-5 0 0,-1-6 0 16,1-4 0-16,1-7 0 0,1-4 0 0,0-5 0 15,-1-4 0-15,2-4 0 0,-4-5 0 0,1-3 0 16,0-2 0-16,-1-4 0 0,-1-3 0 16,-1-2 0-16,-3-3-8 0,-2-3-147 0,-3-2-123 15,-1-3-244-15,-4 2-312 0,1-5-393 16,1 0-464-16,-1 0-134 0,0-2 583 0,3-2 844 16</inkml:trace>
  <inkml:trace contextRef="#ctx0" brushRef="#br0" timeOffset="21436.61">948 16674 255 0,'0'0'536'0,"-3"-3"256"0,3 3 180 15,0 0-198-15,0 0-178 0,0 0-122 0,-2-6-85 16,-1 3-52-16,-1-3-74 0,4 6-85 16,-2-2-42-16,2 2-44 0,-3-3-31 0,3 3-43 15,0 0-18-15,-2-5 4 0,2 5-18 0,0 0 3 16,2-5 4-16,3-1 6 0,1-2 1 16,0 1 0-16,4-1 85 0,4 1 63 0,0 0 22 15,3-1 6-15,1-1 0 0,2 1-10 16,0 1-63-16,0 1-34 0,-1 0-15 0,-1 0-6 15,0 1-5-15,-2 2 2 0,0 1 0 16,-2 1-7-16,0 2-5 0,-1 1 1 0,-2 3 2 16,0 1-1-16,-3 3 5 0,3-1 2 0,-5 5-3 15,1 4-2-15,-1 0-5 0,-1 4-4 0,-2-1-10 16,-3 7-4-16,3-2-3 0,-6 2-7 16,2 3-4-16,-3 1 0 0,1 0-3 0,-3 2-2 15,1 0-2-15,-1-2 5 0,-2 1 1 16,2-2 1-16,-1-2 1 0,1 0-1 0,1-3 1 15,-1-1-1-15,3-3 0 0,0 0-1 0,1-3 2 16,-1-3-1-16,3-2 0 0,-2-4-1 0,2 1 1 16,0-3 0-16,2 0-1 0,-2-1-1 15,3 0 2-15,0 0 0 0,2-1-1 0,1-1 1 16,-1 0-1-16,3 1 0 0,0-2-1 16,1 0 1-16,1-1 0 0,1 1 2 0,0-3 0 15,-2 1 1-15,3-1-1 0,0 0 0 0,-1 0 0 0,0-1-1 16,3-2 0-16,-1 1 0 0,-1-3-1 0,0 1 0 15,2 0 0-15,-3-1 0 0,2-1-1 0,-1-1 1 16,-1 1-1-16,1 0 0 0,0 0-8 0,1 0-20 16,-1-1-54-16,1 3-72 0,-5 0-96 0,0-1-161 15,-2 2-267-15,2 1-319 0,0 1-278 0,1 1-170 16,-1-1 143-16,-1 2 573 0</inkml:trace>
  <inkml:trace contextRef="#ctx0" brushRef="#br0" timeOffset="21932.67">2121 16943 111 0,'2'-16'723'0,"-2"1"488"0,-2 3 130 0,-1 4-93 15,0 0-348-15,1 3-314 0,-5-1-172 0,2 1-89 16,-3 4-63-16,-2 1-73 0,0 1-63 0,-2 3-41 16,1 0-24-16,-1 1-17 0,-1 6-12 0,0-3-4 15,1 4-4-15,0 2-5 0,-2 1-6 0,1 3-5 16,3 0-2-16,0 3-2 0,2-2-2 0,-1 4 0 0,4-4 0 16,2 3-1-16,1 1 0 0,2-2-2 0,4-1 2 15,-1 1-2-15,4-3 0 0,0-2-2 16,-1-1 1-16,4-3-1 0,0-3-1 0,2-2 0 0,2-3 0 15,-1-4 1-15,1-4 0 0,0-6 2 0,0-2 1 16,2-5 5-16,-1-6-2 0,0-2 4 0,-2-2 2 16,-1-4 0-16,0 0 1 0,-3 1-5 0,2-1 2 15,-5 5-4-15,1 0-1 0,-1 3-1 0,-3 5-1 16,2 4 1-16,-4 3 1 0,2 2-1 0,-1 3 1 16,1 3-1-16,-1 3 1 0,3 3 0 0,-2 5-5 15,2 3-2-15,2 2-1 0,3 3-1 0,-2 2-1 16,3 2-1-16,3 0 4 0,1 0 3 15,0 1-1-15,4 1 0 0,0-2 0 0,2 1-12 16,1 0-24-16,-3-4-60 0,3-2-80 0,-3-3-148 16,2 0-265-16,-1-4-320 0,-2-3-363 0,-3-2-288 15,0-5 1-15,-3-4 636 0</inkml:trace>
  <inkml:trace contextRef="#ctx0" brushRef="#br0" timeOffset="23199.17">701 15613 139 0,'0'0'372'15,"0"0"195"-15,0 0 172 0,0 0-105 16,0 0-100-16,0 0-52 0,5-1-34 16,2-1-44-16,-2 1-65 0,-5 1-80 0,0 0-75 15,7-3-58-15,-2 1-29 0,-2 0-17 0,2-2 2 16,0 2 3-16,-2-3-2 0,2 1-6 15,1-1-18-15,2 0 27 0,1-1 2 16,5 0 2-16,1 3 2 0,7-1 50 0,1 1 21 16,3-2-23-16,1 4-15 0,1 0-12 15,-1 1-2-15,-2 0-36 0,0 1-21 0,-2 2-5 16,-1 1-2-16,-5 2 5 0,-1 2 0 0,-2 1-3 16,-4 3 2-16,-4 3-2 0,-1 4-2 15,-5 5-6-15,-1 1-7 0,-4 6-7 16,-2 1-5-16,-4 5-6 0,-1-3-3 0,-3 2 4 15,1 0-2-15,-2-1 0 0,-1-2-2 0,4-4-2 16,-2-1-1-16,0-3-8 0,3-3 0 16,2-5 0-16,2-2-2 0,2-1-1 0,0-4-2 15,1-2-1-15,5-2 1 0,0 1-2 16,3-5 2-16,3 4 1 0,2-1 0 0,2-4 2 16,4 0 0-16,2 1 0 0,1-2 0 0,2 0 0 15,2-2 0-15,1 0 0 0,0-2 0 16,0 0 6-16,2-1 3 0,-1-1 0 0,0 1 0 15,-1-2 0-15,-2 1 1 0,-2 0-7 0,-1-1-2 16,-1 1-1-16,-2 0-1 0,1 0-4 0,-2 1-14 16,0 3-29-16,0-3-66 0,-2 2-68 0,-6-2-127 15,-4 3-199-15,4-2-306 0,-3-1-330 0,4 1-243 16,-5 0-130-16,-2-1 390 0,-5 1 619 0</inkml:trace>
  <inkml:trace contextRef="#ctx0" brushRef="#br0" timeOffset="23699.33">1895 15381 493 0,'-3'-9'1001'0,"0"1"275"16,2 2-38-16,-3 5-279 0,1 1-275 0,1 3-205 0,-1 3-126 16,0 1-75-16,-2 4-59 0,2 3-66 0,-1 3-55 15,2 3-36-15,0 4-19 0,2 4-10 0,2 1-3 16,1 5-4-16,3 3-4 0,-1 3-3 0,3 4-1 15,0-2-5-15,1 1 3 0,1 2-2 0,1-3 1 16,1-4-1-16,0-1-1 0,-1-6 0 0,3-3-7 16,-1-3-3-16,2-4-3 0,0-5-3 0,0-1-1 15,0-6-1-15,0-1 0 0,0-5 1 0,0-4 0 16,0-5 2-16,-1-5 1 0,0-2 1 0,-1-3 2 16,-4-3 1-16,1-4 0 0,-2-2 1 0,-2-1 2 15,0 1-1-15,-4-1 1 0,-2 1 0 0,-2 2 0 16,-3 2-1-16,-2 0-1 0,-3 5 0 0,-1-1 1 15,-3 3-6-15,-2 3-2 0,-3 2-2 16,0 3-2-16,0 2-3 0,-3 6-2 0,1 4 3 16,-1 5 1-16,-1 2-1 0,-1 5-7 0,3 3-22 15,-1 0-73-15,-1 2-82 0,-1 0-175 0,5-4-285 16,-2-5-328-16,5 1-375 0,-2-8-208 0,0-3 137 16,2-4 716-16</inkml:trace>
  <inkml:trace contextRef="#ctx0" brushRef="#br0" timeOffset="24590">763 14391 241 0,'0'0'451'0,"0"-7"221"0,-2 0 121 0,1 0-124 16,4 1-98-16,-1-2-75 0,1 1-59 15,2-2-67-15,0 0-70 0,-1 1-84 0,4-1-56 16,-2 2-36-16,1-3-31 0,-1 3-21 16,5-2-16-16,0 2 12 0,0-1 17 0,5 1 0 15,0 0 2-15,3 1 1 0,1 1 31 16,0 3 16-16,1 2-14 0,0 2 9 0,-2 1 4 16,0 5-1-16,-3-1-22 0,-2 6-25 15,-1 2-12-15,-4 3-18 0,-3 4-14 0,-2 6-9 16,-4 0-5-16,-4 5-3 0,0 2 0 15,-4 1-2-15,0 3 0 0,-3 0-1 0,0 0-4 16,0-2-5-16,-1-1-3 0,0-1-2 16,3-2-3-16,-1-4-1 0,1 1-2 0,-1-7 0 15,5 2-2-15,-3-5 0 0,2-2 0 16,3-1 0-16,-2-2 0 0,2-3-2 0,3 1 0 16,0-2-1-16,0 1 1 0,3-2-1 0,4 1 1 15,0 0 1-15,1-1-1 0,2 0 1 16,2-2-2-16,3-1 1 0,0-1-1 15,3-2 1-15,2-2-1 0,1 0 1 0,1-6 0 16,3 2 1-16,2-6 7 0,2 0 3 0,2-3 0 16,1-1-18-16,-2-3-43 0,3 1-68 0,-6-1-90 15,-2 2-160-15,-2 1-260 0,-1-2-317 16,0 4-302-16,-1-1-207 0,-1 2 64 0,-1 2 577 16</inkml:trace>
  <inkml:trace contextRef="#ctx0" brushRef="#br0" timeOffset="24928.02">2014 14506 72 0,'2'-6'654'0,"-4"3"530"0,0-1 256 0,-1 0-78 16,-2-1-385-16,-1 2-342 0,-4-1-186 0,0-2-109 15,-5 1-92-15,0-2-72 0,-2 5-47 0,-1-3-29 16,0 4-24-16,-1 1-19 0,-1 0-13 0,-1 4-12 0,1 2-9 16,-1 4-12-16,3 2-8 0,1 2-4 0,1 4-3 15,2 1-2-15,5 7-1 0,2 3 3 16,1 3 3-16,5 1 0 0,5 2 1 0,2 0 0 0,2-1-1 16,4-2-1-16,3-2 0 0,0-3-1 15,4-5-1-15,1-1-1 0,-1-4 0 0,5-3 0 16,-2-6-6-16,3-3-7 0,-1-5-17 0,0-5-40 15,-1-2-79-15,-1-7-126 0,-1-3-239 0,0 0-310 16,-1-5-373-16,-2-1-385 0,-1-2-100 0,-3-2 528 16,2-3 763-16</inkml:trace>
  <inkml:trace contextRef="#ctx0" brushRef="#br0" timeOffset="25968.14">752 13066 165 0,'-6'-1'433'15,"-2"1"281"-15,0-1 237 0,8 1-115 16,0 0-133-16,0 0-111 0,0 0-88 0,-5-2-106 15,-1 2-103-15,6 0-89 0,0 0-75 16,0 0-51-16,2-6-36 0,4 0-22 0,3-3-14 16,3-2-5-16,3-1 1 0,3-1 0 15,4-1 2-15,0 1-1 0,3-1 3 0,-1 1 44 16,3 1 23-16,1 3 16 0,-1 0 7 16,-2 2 3-16,-1 3 27 0,-3 3-27 0,-1 1-9 15,-4 1-3-15,-2 4-1 0,-4 3 0 0,-1 3-20 16,-4 2-9-16,-5 6-11 0,-2 2-10 15,-4 4-9-15,-2 4-7 0,-3 3-6 16,-1 3-3-16,-3 3-5 0,0-1-1 0,0 2-2 16,2 0-1-16,-2 0-1 0,2 0-1 0,2-1 1 15,0-1-3-15,3-5 1 0,0-1-1 16,4-4 0-16,0-3 0 0,1-3 1 16,1-1-1-16,2-4 0 0,2-3 0 0,0-2-2 15,1 0-1-15,0-3-1 0,3 0 1 16,-1 0-2-16,3-4 0 0,0 0 3 0,3 0-1 15,0-1 2-15,3-3 0 0,4-1 2 16,0-3 0-16,3-2 0 0,1-1-2 0,2-2-4 16,1-2-46-16,-1-1-73 0,0 0-94 15,1-1-165-15,2 1-296 0,0-1-341 0,-2 3-312 16,1 1-175-16,-3 0 204 0,-4 3 632 0</inkml:trace>
  <inkml:trace contextRef="#ctx0" brushRef="#br0" timeOffset="26397.92">1927 13223 204 0,'-6'-11'828'0,"1"-1"496"0,-3 1 133 16,0 2-190-16,-4 0-406 0,0 0-306 0,-3 0-154 15,0 2-104-15,-2 2-90 0,3 1-65 0,-4 4-44 16,2 0-32-16,-1 4-25 0,-1 5-16 0,1 5-10 15,0 2-8-15,-1 7-2 0,4 4-3 0,0 2 0 16,6 5-1-16,0 1 0 0,4 2-1 0,2-1 0 16,5-2-2-16,3-3-1 0,4-2 0 0,1-5-2 15,5-2 0-15,0-5-1 0,1-5 2 0,3-5 1 16,1-7 1-16,1-5 0 0,2-9 2 0,1-7 0 16,-1-7 1-16,1-7-2 0,0-5 4 0,-1-5 2 15,-3-3-2-15,-2 0 0 0,-2 0 0 0,-4 1-1 16,-2 2-2-16,-3 3-1 0,-5 2 2 0,-3 2 2 15,-2 1-3-15,-5 0-2 0,-3 3-1 0,0 3 1 16,-4 2-2-16,3 5-1 0,-2 3 5 0,1 7 1 16,1-1 0-16,0 8-1 0,1 6-2 0,1 4-1 15,2 6-1-15,0 5 0 0,2 6 4 0,3 7 1 16,2 6 0-16,2 1 1 0,1 7 0 0,5 4 0 16,0 4-5-16,1 1 1 0,1 4 0 0,1-1-1 15,2-2 5-15,0-5 0 0,2-2-3 0,2-5-16 16,-1-7-44-16,3-3-75 0,-3-5-115 15,1-4-190-15,-2-5-303 0,0-5-352 0,0-2-346 16,-1-7-153-16,-3-1 306 0,0-6 687 0</inkml:trace>
  <inkml:trace contextRef="#ctx0" brushRef="#br0" timeOffset="27236.51">860 11247 305 0,'-2'-16'721'0,"2"2"371"16,0 2 110-16,-2 3-250 0,2 3-182 16,0 6-181-16,0 0-156 0,0 0-114 0,0 0-64 15,0 11-61-15,2 9-66 0,1 6-33 0,-1 7-13 16,1 5 0-16,-1 5-9 0,1 4-9 16,0 3-8-16,0 0-9 0,3 0-8 0,1-2-12 15,-1-6-8-15,1-3-7 0,0-3-6 16,3-6-4-16,-2-4-2 0,0-5-3 0,2-6-1 15,0-4 1-15,0-3 0 0,0-8 2 16,0-2 1-16,1-9 1 0,2-4 0 0,-2-2 0 16,1-6 0-16,-2 2-1 0,1-2 0 15,-3 4 1-15,0 0-1 0,-2 6 0 16,-1 3 0-16,0 0-1 0,-2 6 1 0,-3 4 0 16,2 4 0-16,2 6 1 0,-1 3 2 0,-3 6 0 15,0 4 0-15,0 6 1 0,0 2-2 16,0 2 0-16,-1 5 0 0,1-1-2 0,0 2 0 15,0-1-1-15,0-1-1 0,1-2 6 16,-1-2 2-16,0-6 2 0,2-2-1 16,1-6-1-16,-1 0-2 0,-1-6-14 0,1-2-26 15,-2-11-60-15,0 0-69 0,0 0-122 0,3-11-205 16,0-2-306-16,2-4-333 0,1-2-269 16,-1-4-128-16,0 3 398 0,-1-5 642 0</inkml:trace>
  <inkml:trace contextRef="#ctx0" brushRef="#br0" timeOffset="27647.55">1736 11923 425 0,'12'3'784'0,"-4"-1"231"0,0-1 78 16,3-1-261-16,-3-1-265 0,3-1-152 0,2-1-63 15,1-4-45-15,0 3-67 0,2-5-61 16,1 1-47-16,-1-3-14 0,3-1-2 0,-1-2-4 16,2-3-9-16,2 0-6 0,-3-2-6 0,2-1-26 15,-1-3-30-15,-2 1-3 0,2 0 1 0,-5-2 4 16,2 2 0-16,-4 0 12 0,1 1 10 0,-5 1-2 16,-2 3 7-16,0-2 7 0,-4 5 12 15,-1 0 2-15,-4 1-1 0,-1 1-3 0,-4 1-8 0,-3 2-11 16,-1 0-12-16,-5 2-9 0,-3 2-10 15,-1 2-9-15,-4 3-6 0,0 5-4 0,2 1-3 16,-2 4-5-16,1 4-5 0,2 1-1 0,4 7-2 0,-2 5-1 16,3 6-1-16,2 5 4 0,1 7 4 15,3 3 1-15,1 4 3 0,3 2 4 0,1 0 2 16,5-3-4-16,2-3-8 0,1-5 0 0,5-1 0 16,4-7 0-16,1-3 0 0,4-4 0 0,-1-4 0 15,6-4 0-15,2-3 0 0,0-6 0 0,3-2 0 16,1-4-9-16,4-4-22 0,-2-4-26 0,2-3-67 15,-1-3-96-15,-1 1-199 0,2-4-289 0,-2-1-360 16,3 1-437-16,-3 0-245 0,0-1 226 0,-3 2 865 16</inkml:trace>
  <inkml:trace contextRef="#ctx0" brushRef="#br0" timeOffset="28798.59">3956 12114 201 0,'2'6'868'0,"2"-4"439"0,-1-2-5 16,3-4-201-16,1-5-446 0,5-6-246 0,2-4-122 16,5-5-61-16,2-4-12 0,4-4-23 15,2 0-17-15,3-2-59 0,0-4-37 0,2-1-20 16,1 0-28-16,2-1-9 0,-2-1-7 15,-1 0-6-15,1 4-9 0,-6 3-31 0,-2 4-77 16,-5 2-122-16,-5 4-254 0,-7 5-285 0,-4 2-349 16,-5 4-372-16,-7 4-89 0,-5 3 497 0</inkml:trace>
  <inkml:trace contextRef="#ctx0" brushRef="#br0" timeOffset="29000.29">3962 11694 201 0,'6'12'733'0,"2"-2"345"16,3 2 105-16,2 0-100 0,1-1-458 15,5 5-246-15,3 1-112 0,0-3-55 0,5 3-57 16,0 0-39-16,1-2-35 0,2 0-30 0,0-2-26 16,2-1-14-16,-2-2-7 0,0 2-10 15,0-2-26-15,-3-1-81 0,0 0-173 0,-5-2-289 16,-1 2-276-16,-3 0-295 0,-3 1-204 15,-1 2 176-15,-4 2 589 0</inkml:trace>
  <inkml:trace contextRef="#ctx0" brushRef="#br0" timeOffset="29631.85">5181 11987 452 0,'0'4'973'0,"0"0"254"0,-2 4-68 16,-1 3-275-16,0 1-426 0,0 3-227 0,-2 6-116 16,3 0-59-16,-4 2-26 0,3 2-13 0,2 0-10 15,-1 0 1-15,2 2-7 0,2-1-56 16,-1-5-137-16,2 0-264 0,3-6-271 0,-1-2-256 15,0-3-228-15,1-9 76 0,2-2 455 16</inkml:trace>
  <inkml:trace contextRef="#ctx0" brushRef="#br0" timeOffset="30047.12">5639 11517 28 0,'5'-2'594'0,"0"4"519"16,-1-2 186-16,-2 3-109 0,1 1-265 16,0 4-319-16,-1 3-176 0,1 0-102 0,2 6-54 15,-2 2-48-15,0 3-66 0,1 5-66 16,2-1-39-16,-2 4-23 0,1-2-15 0,0 2-6 16,0-2-7-16,4-4-4 0,1-3-2 0,1-6-1 15,4-2-11-15,0-7-24 0,4-7-43 16,0-7-53-16,1-6-49 0,4-8-43 0,-2-3-32 15,-1-3-3-15,1-4 37 0,0 0 64 16,-4 1 48-16,-1-1 32 0,-3 3 29 0,0 3 20 16,-3 0 21-16,-3 5 19 0,1 2 17 0,-2 5 9 15,-2 3 22-15,-2 5 42 0,2 4 51 16,0 4 31-16,-1 6 27 0,1 6 11 0,-2 5-9 16,0 7-31-16,-1 5-41 0,-1 6-36 0,-1 4-31 15,0 4-23-15,0 7-17 0,0 3-13 16,-1 5-9-16,-1 3-2 0,1 1-6 0,-1 4-1 15,2-2-1-15,0-1-15 0,-2-3-63 0,2-3-67 16,2-8-116-16,-2-5-190 0,3-7-309 16,-1-6-334-16,-1-9-247 0,1-8-136 0,1-9 357 15,-1-8 613-15</inkml:trace>
  <inkml:trace contextRef="#ctx0" brushRef="#br0" timeOffset="30249.99">6495 11964 148 0,'4'17'820'0,"0"2"547"15,-3 2 62-15,1 4-160 0,0 2-408 0,-1 3-335 16,-1 1-181-16,0 3-111 0,0 0-65 0,0 3-65 16,3-4-47-16,0-1-38 0,0-3-74 15,0-4-80-15,1-5-154 0,-1-5-267 0,3-3-311 16,-1-8-371-16,1-4-285 0,0-7-15 15,1-6 637-15</inkml:trace>
  <inkml:trace contextRef="#ctx0" brushRef="#br0" timeOffset="30566.29">6795 11503 391 0,'3'-7'1000'0,"2"1"299"16,-2 1-72-16,2 3-251 0,0-2-456 15,2 1-220-15,1 2-116 0,0-1-57 0,6 1-32 16,-2 1-13-16,2-2-12 0,0 4-31 16,2-1-15-16,3 1-6 0,-3 2-3 0,1 1-2 15,0 4-4-15,-1-1-3 0,-2 5-6 0,-2-1 2 16,-3 6-2-16,0 2 1 0,-4 0 4 16,0 3 5-16,-3 3 44 0,-2 2 47 0,-2 2 39 15,0 1 19-15,-2 4 5 0,0 1-5 16,-3 2-31-16,4 0-42 0,-2 0-32 0,2-1-21 15,-1-5-14-15,4 2-9 0,0-3-7 0,4-3-3 16,0-3-2-16,1-1-5 0,4-3-20 0,-1-1-58 16,0-4-71-16,2-1-115 0,1-3-187 15,-2-2-309-15,3-3-333 0,-2 1-274 16,2-7-130-16,-1 0 341 0,0-2 622 0</inkml:trace>
  <inkml:trace contextRef="#ctx0" brushRef="#br0" timeOffset="30999.57">6885 11822 331 0,'5'2'958'0,"-4"-4"331"0,3 1-59 0,-1-2-158 16,2-1-429-16,1-1-203 0,3-1-104 0,1 1-52 15,1 1-34-15,3 0-46 0,1-1-69 16,2 3-56-16,2-2-30 0,3 1-24 0,0 0-11 16,0 3-7-16,2-1-8 0,0 1-31 0,-2 1-77 15,-3 1-80-15,3 1-157 0,-2 0-277 16,-4 1-327-16,3 1-338 0,-6 2-185 0,1 2 86 15,-4 5 622-15</inkml:trace>
  <inkml:trace contextRef="#ctx0" brushRef="#br0" timeOffset="32414.35">4569 16571 266 0,'-5'-15'866'16,"-3"2"380"-16,0 3 39 0,-6 0-79 0,3 0-426 16,-5 3-257-16,2 2-133 0,-5 1-77 15,3 3-66-15,-3 1-88 0,0 2-59 0,2 6-36 16,1-1-25-16,2 7-17 0,4 2-9 0,-1 7-6 16,5 4 2-16,4 6-4 0,4 4-2 0,3 6-1 15,4 6-1-15,2 0 2 0,4 2-5 0,3-1-1 16,3-4 1-16,3-4-2 0,1-6-1 15,4-7 4-15,-1-10 4 0,4-5 3 0,-1-12 3 16,-1-8 2-16,0-5 2 0,0-11-6 0,-6-8-2 16,0-4-4-16,-7-2-1 0,0-1 1 0,-7-1 2 15,-5 1 1-15,-2 4 2 0,-6 1 2 16,-4 5 1-16,-2 1-1 0,-5 3-3 0,-4 2 0 16,-2 3 0-16,-1-1-2 0,-1 6 0 0,-2 0 0 15,1 5-6-15,1 3-5 0,2 1-3 0,2 6-4 16,3 2 3-16,1 5 2 0,5 5 5 0,2 4-2 15,2 4-10-15,5 4-32 0,2 2-71 16,4 3-66-16,1 1-99 0,4 3-174 0,1 2-300 16,3 1-292-16,2-1-230 0,-1 1-156 0,4-3 224 15,1-1 596-15</inkml:trace>
  <inkml:trace contextRef="#ctx0" brushRef="#br0" timeOffset="32630.42">5223 16965 244 0,'10'0'943'0,"-2"4"482"0,-3 1-9 0,-2 5-186 16,0 4-461-16,-3 2-293 0,-3 5-159 15,0 3-100-15,-2 4-59 0,-3 6-60 0,0 1-38 0,-1 5-19 16,-1 0-13-16,2 4-9 0,0-2-6 16,1-1-5-16,3 0-9 0,1-8-64 0,1-2-73 15,2-7-127-15,4-4-214 0,1-5-304 16,2-6-366-16,1-4-292 0,0-9-119 0,2-4 456 15,0-8 656-15</inkml:trace>
  <inkml:trace contextRef="#ctx0" brushRef="#br0" timeOffset="32966.3">5598 16683 177 0,'0'0'1092'0,"0"7"611"0,-2 5-141 0,-1 7-341 16,-1 2-444-16,2 2-314 0,1 8-219 0,-1 0-93 15,4 4-44-15,1 5-24 0,3 3-21 16,2 0-18-16,2 0-14 0,3-1-10 0,2-9-10 16,5-3-6-16,0-8-5 0,3-10-5 0,1-8-10 15,1-6-12-15,-1-9-17 0,-2-8-19 16,-3-5-21-16,1-7-10 0,-5-4-2 0,-4-3 6 16,0-1 17-16,-6-1 23 0,-4-1 23 0,-4 2 14 15,-5 1 13-15,-3-2 6 0,-2 3 6 0,-2 1 1 16,-3 3 14-16,-1 3 12 0,0 6 3 0,-1 5 2 15,-1 6-3-15,-1 7-3 0,5 8-12 0,-2 5-14 16,4 9-7-16,3 3-5 0,2 5 0 16,4 4-2-16,3 3-2 0,3 3-30 0,3 2-61 15,2 3-59-15,1 0-97 0,3 1-168 16,1 1-311-16,0-1-297 0,2-1-232 0,1-3-169 16,1-3 223-16,3-4 583 0</inkml:trace>
  <inkml:trace contextRef="#ctx0" brushRef="#br0" timeOffset="33188.35">6134 17087 283 0,'2'-1'1165'0,"0"4"510"0,-2 3-174 16,0 0-317-16,-2 5-474 0,2 0-280 15,-2 2-194-15,2 2-96 0,-3 2-46 0,3 5-31 16,-3-1-25-16,3 1-16 0,0 4-12 0,0-1-6 15,0 2-6-15,3 2-6 0,-1 1-19 0,-1-2-49 16,1 1-73-16,1-1-104 0,0-2-202 0,2-2-301 16,-2-5-330-16,2-4-307 0,-2-6-144 15,0-6 322-15,0-6 682 0</inkml:trace>
  <inkml:trace contextRef="#ctx0" brushRef="#br0" timeOffset="33721.44">6624 16731 527 0,'-3'15'1045'16,"-3"1"239"-16,1 2-79 0,2 3-288 0,0 3-316 16,6 3-179-16,0 2-94 0,3-2-58 0,1 1-46 15,1-2-55-15,4-4-51 0,1-2-50 16,4-6-31-16,1-3-19 0,4-9-9 0,1-4-4 16,0-7-4-16,1-6-1 0,1-7-3 0,-2-7-3 15,1-4 2-15,-5-4 3 0,0-2-1 16,-3-2 0-16,-4-1 1 0,-2 2 4 0,-5 2-1 15,-3 3 2-15,-4 6 0 0,-5 2 1 0,-1 2 1 16,-7 8 0-16,-1 0-1 0,-5 7-2 0,-2 5-1 16,0 7-1-16,-2 6-2 0,-2 5-2 0,0 6-1 15,2 7-3-15,2 4 0 0,3 1-8 16,0 4-36-16,7 0-61 0,1 1-52 0,5-4-96 16,4 1-146-16,3-1-240 0,5 1-276 0,3 0-221 15,4-1-190-15,3 3 123 0,2-1 475 0</inkml:trace>
  <inkml:trace contextRef="#ctx0" brushRef="#br0" timeOffset="42234.27">5557 15661 149 0,'6'0'673'0,"-3"-1"373"0,-1-1 93 16,-2 0-108-16,-2-2-433 0,2 1-272 15,-1-1-133-15,-1-1-65 0,1 1-33 0,-1-2-20 16,-1 1-18-16,2-1-23 0,-1 2-14 0,-1-1-20 16,1-1-58-16,-1 4-123 0,0-3-187 0,1 1-288 15,-1 2-266-15,0 2-223 0,-2 0 7 0,-1 0 369 16</inkml:trace>
  <inkml:trace contextRef="#ctx0" brushRef="#br0" timeOffset="42399.99">5579 15102 202 0,'-8'2'524'0,"-1"-1"235"16,-2-1 99-16,1 1-172 0,2-1-360 0,-1-1-239 15,4 0-179-15,0-4-233 0,2-1-256 16,3-3-153-16,2-2 3 0,1-3 155 0,2 0 227 16</inkml:trace>
  <inkml:trace contextRef="#ctx0" brushRef="#br0" timeOffset="42566.16">5691 14680 50 0,'-3'-4'454'0,"-4"-1"312"0,-1 2 176 15,0 1 1-15,-2 0-378 0,1 0-268 16,2-1-145-16,-1 0-77 0,2-1-47 0,0-4-67 16,1-1-81-16,2-3-108 0,1-2-161 0,2 0-261 15,2-4-170-15,1 0-15 0,0-2 165 0,3-3 259 16</inkml:trace>
  <inkml:trace contextRef="#ctx0" brushRef="#br0" timeOffset="42740.69">5658 14278 33 0,'-5'-6'310'0,"-2"-1"189"0,0-2 161 0,1-1 1 16,1-3-221-16,-1-2-152 0,-2-1-89 15,3-3-48-15,-1-5-39 0,3 2-36 0,-2 0-31 16,3-2-21-16,-2 3-16 0,1-2-31 0,0 3-88 16,-1 0-201-16,1 2-239 0,-2 0-145 15,2-1-41-15,0 1 116 0,1 2 234 0</inkml:trace>
  <inkml:trace contextRef="#ctx0" brushRef="#br0" timeOffset="42915.25">5666 13597 84 0,'2'-14'644'0,"-1"0"465"16,-2 2 146-16,-2 1-115 0,-2 1-390 0,0 1-335 16,2-2-188-16,-3 1-91 0,4-2-56 15,-1-2-35-15,1 0-22 0,4-2-18 0,1-3-31 16,-1-1-106-16,4-1-160 0,-3-1-296 0,0-1-276 15,2 2-265-15,1 2-158 0,1-1 264 16,0 1 508-16</inkml:trace>
  <inkml:trace contextRef="#ctx0" brushRef="#br0" timeOffset="43038.92">5772 13087 58 0,'-6'4'427'0,"-1"1"271"0,1 1 166 0,-2 0-9 16,2 2-352-16,1-1-237 0,0 3-130 0,2-2-119 15,0-1-162-15,1 3-316 0,-1-3-213 16,3 0-139-16,0-1-8 0,3 0 204 0</inkml:trace>
  <inkml:trace contextRef="#ctx0" brushRef="#br1" timeOffset="52115.88">523 10989 74 0,'6'-2'279'0,"-2"-1"139"0,-4 3 140 16,0 0-97-16,0 0-80 0,-2-4-20 0,2 4 26 15,0 0 30-15,0 0 10 0,3-4-2 16,3 3-36-16,-1-2-58 0,-5 3-63 0,0 0-63 15,0 0-49-15,0 0-54 0,0 0-37 16,0 0-19-16,0 0-18 0,0 0-15 0,0 0-2 16,0 0-5-16,3 4-1 0,2 2-3 15,-2 2 3-15,0 1 2 0,1 1-2 0,-3 1 4 16,2 3 0-16,-1-1 2 0,2 2 3 16,-2-1 5-16,-2 5 15 0,0 0 6 0,0-2 4 15,3 1-4-15,-3 1-1 0,2-2-4 16,-1 3-17-16,1-3-8 0,1 0-4 0,-1 0-2 15,-1-1 25-15,4 1 60 0,-3 0 37 16,5-1 15-16,-4 1 1 0,1-3-1 0,-3 1-27 16,1 0-49-16,1-1-31 0,-3 1-3 15,0 1 0-15,0-1-5 0,0 1-4 0,-1 1 0 16,-1 1-4-16,0-3-11 0,-1 2-11 16,0 1 4-16,0 0 0 0,-3 0 0 0,4-1 0 15,-3 2 1-15,2-1 2 0,0-1-1 16,0 0-1-16,-2-1 0 0,3 0-1 0,1-4 0 15,-2-1-2-15,1 0 1 0,1 0 0 16,1-3 1-16,0 1 0 0,0 2 0 0,1 0 3 16,-1 1-2-16,0 0-2 0,2 0 2 15,-2 1-1-15,0 2 1 0,0 1-1 0,0-2 1 16,0 3 3-16,-2 0-2 0,1 0 7 16,1 2 3-16,-2-1 4 0,-1 3 7 15,0-2 3-15,-1 0 1 0,1 1-5 0,0-3-4 16,0 2-3-16,-2-3-7 0,1 1-7 0,2-4 0 15,-1 1-2-15,1-2-2 0,1-1 1 16,-1-3 2-16,2 1-2 0,-3 0 1 0,3-2 0 16,-2 2 1-16,2-1 1 0,0-2-2 15,0 3 3-15,-1 1 0 0,-1 1-2 16,2 1 2-16,-2 3-1 0,1-1 1 0,1-2-1 16,0 1 0-16,-2-2 0 0,2-1 1 0,0 0-1 15,0 0 0-15,0-3 0 0,0-1-1 16,0 2-6-16,0-8 2 0,0 6-5 0,0-6-2 15,0 6-1-15,0-2-3 0,2 2 9 16,-2 0-4-16,1 0 7 0,1-2-1 16,0 2 3-16,-1 0 0 0,1-1 0 0,1 1-1 15,-1-4 0-15,1 4 0 0,-1-1 1 0,1-3 1 16,1 2 0-16,-1 0 0 16,2-1 0-16,0 0 1 0,0 0-1 0,1-1 2 15,-1 2-1-15,4-1-1 0,-2 0 2 0,-1 0-1 16,5 0 2-16,-3-1 0 0,1 2-1 0,1-2 1 15,2 0-1-15,0 1 0 0,0 1 0 16,1-2-1-16,0 4 1 0,2-4 0 0,0-2 1 16,0 4 0-16,-2-2-1 0,3-1 1 15,-2 1 0-15,2 0 0 0,-2-1 0 16,0 2 0-16,-1-3 1 0,1 2 0 0,-1-1 1 16,1-1-1-16,0 1 4 0,-1 1 4 0,1-2 1 15,-1 2 1-15,2-1 1 0,0 0 0 16,0 1-4-16,0-1-3 0,2-1-3 0,-1 0 0 15,1 2-2-15,-1-2 0 0,3-2 0 16,-3 2-1-16,3-1 0 0,-2-1-1 16,1 1 0-16,-1 0-1 0,1-1 0 0,-1 0 7 15,-1 1 3-15,1 1-4 0,0-1-3 0,-1 1 0 16,2 0 0-16,-4 0-7 0,2 0-2 0,-2 0 2 16,3 0 5-16,-4 0-1 0,3 0 1 0,-2 0-1 15,2 0 0-15,-2 0 1 0,3 0-1 0,-2 0 1 16,-1 0 1-16,2 0 0 0,1 0-1 0,-1 0 1 15,1 1-1-15,-1-1 1 0,0 1-2 0,0 1 0 16,3-2 1-16,-2 2-1 0,2-1 0 0,-3 0 0 16,3 1 1-16,-2-1 0 0,-1 1-1 0,3-1 0 15,-1 2 1-15,-1 0-1 0,3-1 1 16,-2 1-1-16,1 0 1 0,0 0-2 0,0-1 1 16,1 0 0-16,-2 1 1 0,2 0-1 0,-2 0 1 15,1 1 1-15,1-2-1 0,-2 1 6 0,1 0 2 16,-1-1 1-16,-2 1 0 0,2 0 0 0,-1-2 2 15,-1 1-6-15,0 0-2 0,-1-2 0 0,0 1-1 16,0-1 1-16,-2 0-1 0,1-1-1 0,-1 1-6 16,-2-2-4-16,2 0 0 0,-2 2-2 15,-1-1-1-15,0-1 0 0,0 1 6 0,1-2 2 16,0 3 2-16,-1 0 2 0,-1 0 0 0,2-2-1 16,0 2 1-16,-1 0 0 0,2 0 6 0,-2 0 5 15,4 0 3-15,-1 0 2 0,4 0 1 16,-1 0 0-16,1-3-4 0,1 3-7 0,2-2-1 15,1 2-2-15,-2 0-2 0,3-1 1 0,0 1-3 16,-1-1 1-16,4 0-1 0,-3-2 0 0,3 2 1 16,-4-2-1-16,4 1 7 0,-1 1 2 15,1 0 1-15,0-3 1 0,1 3 0 0,-1-2-1 16,-1 2-6-16,1-2-3 0,0 1-1 0,-4 1 0 16,3-1 1-16,-1 1 0 0,1-3 1 0,-3 3 0 15,1 0 1-15,1-1-1 0,-2 1 1 0,1-1-2 16,0 2 2-16,0-1-6 0,-1 1-4 0,1 0-2 15,0 0 0-15,-1 0 0 0,3 1-2 16,-1-1 6-16,-1 0 2 0,-1 2 2 0,1-2 1 16,0 0 0-16,-1 0 0 0,1 0 0 0,-3 0 0 15,0-2 1-15,1 2 5 0,1-1 2 0,-2 0 2 16,0-1 0-16,-3 0 1 0,3 1-1 0,-2 0-4 16,-1-1-3-16,1 2-3 0,-1-2 0 0,0 1 0 15,0 0-1-15,1 1 0 0,-2 0 0 16,2-2-1-16,-1 2 2 0,1-2-2 0,-3 2 1 15,4 0 0-15,-4-1 0 0,3 1 1 0,-2 0 0 16,0 0 0-16,1 0 1 0,0 1 0 16,0-1 1-16,1 0-1 0,0 2 0 0,-2-2 0 15,4 2 1-15,-3-1-1 0,2-1 1 16,-3 1-1-16,4 1 0 0,-3 1 2 0,1-2-2 16,-1 1 0-16,1 0 0 0,0-1 0 0,-2 0 0 15,0 2 0-15,0-1 0 0,2 0-1 16,-1 2 0-16,-2-1 0 0,2-2 0 0,-2 2 0 15,0-1 0-15,1-1-1 0,-1 2 1 16,0-2 0-16,2 3-1 0,-3-2 1 0,2 0-1 16,0 1 1-16,-1 1 0 0,0-2 1 0,0-1 0 15,-1 4-1-15,1-3 0 0,0 1 0 0,-1 0-1 16,1 0 1-16,1 0 1 0,-1 0-1 16,0 0 0-16,0-2 1 0,1 3-1 0,0-3-1 15,0 0 1-15,0 2-2 0,1-1 1 16,0-1-1-16,0 0 2 0,1 1-1 0,-2 0 1 15,2-1 1-15,-1 1 0 0,3-1 1 0,-1 2 0 16,0-1-1-16,2-1 1 0,-2 2 0 0,2-2-2 16,1 1 1-16,-2 0 1 0,3-1-1 15,-3 0 0-15,0 1 0 0,2 1 1 0,-1-2-1 16,-1 4 1-16,2-2-2 0,-1 0 1 16,-1-1-1-16,0 2 0 0,-1-1 0 0,2 2 0 15,-3-2 1-15,1 1-1 0,1 0-1 0,-3 0 1 16,1 0 0-16,-1 1-1 0,1-1 0 15,-1 2-1-15,0-2 2 0,0 2 0 0,0-1-1 16,1 1 2-16,-1 0-1 0,-1-1 0 16,1 1 1-16,2 0-1 0,-4 0 0 0,3-2 0 15,-1 1 0-15,0 1-1 0,0-2 1 0,1-1-1 16,-2 2 0-16,2-3 1 0,-3 2 0 16,3-2 1-16,-1 2 5 0,2-3 2 0,-2 0 3 15,1 2 1-15,0-2 0 0,1-1-1 16,0 1-3-16,0-1-3 0,3 0-1 0,-1 0-1 15,-1 0-1-15,3 0 0 0,0 0-1 0,-1 0 0 16,3 0 0-16,-1 0 0 0,1 0 1 0,0 0-1 16,1 1-1-16,-1-1 1 0,-1 0-1 15,3 2 0-15,-4-2 1 0,3 3-1 0,-1-3 0 16,-1 0 0-16,0 0 0 0,2 0 0 16,-3 0-1-16,2 0 1 0,-2 0 0 0,0 0 0 15,2 0-1-15,-2 0 0 0,-1 0-1 0,-1 0 0 16,2 0 1-16,-3 0 0 0,2 0 1 15,-1 0 0-15,1 2 1 0,1-2 1 0,-2 0-1 16,1 3 1-16,3-3 0 0,-2 1-1 16,0-1 0-16,1 2 1 0,0-2 0 0,2 0-2 15,-1 0 0-15,0 0 0 0,1-2 0 0,0 1 1 16,2-2-1-16,-2 3 1 0,1-2-1 0,-2-1 0 16,1 0 1-16,0 2-1 0,0-3 1 15,-1 3-1-15,-3 0 2 0,4-1-2 0,-3 2-1 16,2 0 1-16,-2 0-1 0,0 2-1 15,0-1 1-15,-1 0-1 0,3 2 2 0,-2-1-2 16,0-1 0-16,-1 4 2 0,0-5-1 0,0 2 1 16,-2 1-1-16,3 0 1 0,-1-2 0 0,-2 3 1 15,1-3 0-15,-1 0 0 0,0 1 1 16,-2 1-1-16,1-3 1 0,-1 1-2 16,-1 1 1-16,0-2 0 0,-2 0-1 0,0 0 0 15,-2 0 1-15,-3 0-2 0,2 0 1 0,-3 0 1 16,0 2 0-16,-2-2 0 0,0 1-1 0,-1 0 1 15,0 1-1-15,0-1 0 0,-2 1 0 16,3-1 0-16,-3 0 0 0,-1 1 1 0,1 0-1 16,-1-2 1-16,-1 1-1 0,-1 1 0 15,2-2 0-15,-2 0 0 0,0 0 0 0,0 0 3 16,0-2 3-16,0 2 2 0,0-1 2 0,0-1 1 16,0 0 1-16,0 0-2 0,0 0-1 15,-2-2-2-15,2-1-2 0,0 1-1 0,-1 0 0 16,-1-1 0-16,0-1-1 0,2 1 0 15,-1 0 0-15,-1-2-1 0,2 1 0 0,0 0-1 16,-1-1 0-16,-1-1-1 0,2 2 1 0,0-1 0 16,0-2 0-16,0 0 0 0,0 4-1 0,-3 0 0 15,3-2-1-15,0 1-2 0,-3 2-3 16,3-1-9-16,-3 2-14 0,1 0-24 0,-3-2-53 16,1 3-80-16,-3-3-134 0,0 3-233 15,2-3-307-15,0-1-369 0,0-3-315 0,-1-2-79 16,-2-2 533-16,2-1 692 0</inkml:trace>
  <inkml:trace contextRef="#ctx0" brushRef="#br1" timeOffset="53967.92">12520 5835 370 0,'-6'-1'865'0,"1"-3"336"0,0 2 9 15,-1-2-263-15,1 2-276 0,-1 2-145 0,1-2-105 16,2 0-74-16,-2 1-49 0,-1 1-51 16,1-2-70-16,0 1-60 0,-1-2-36 0,0 3-21 15,1 0-13-15,0 0-6 0,-3-2-4 16,2 2-5-16,0 0-4 0,1 0-4 0,-1 0-5 16,-1 2-5-16,1-2-4 0,0 4-2 0,0-1-5 15,-1 3-2-15,-2 2-2 0,1 1 0 16,-2 4-2-16,2 4 0 0,-2 4 0 0,1 4 0 15,1 4-1-15,-1 4 2 0,3 4 1 0,-1 4 1 16,4 2 1-16,0 4 1 0,3 3 1 16,3-1 0-16,0 0-2 0,4 0 1 0,2-1-1 15,2-1 0-15,2-2 0 0,4-6 0 0,1-6 0 16,4-1 1-16,2-9-2 0,2-3 1 16,4-4 0-16,2-8 1 0,3-4 0 0,1-8 0 15,1-4 1-15,0-8 0 0,-2-2 0 16,0-7 0-16,-2-4-1 0,-3-2-2 0,-3-3 1 0,-2-1 3 15,-4-2 2-15,-2 0 4 0,-4 1 5 16,-5-2 3-16,-5 3 1 0,-3-1 4 0,-4-1 0 16,-3 0 0-16,-5 0-2 0,-2-1-2 15,-7 2-1-15,0 0-1 0,-3 3-7 16,-3 3-4-16,-2 3 1 0,-1 5 1 0,-2 4-1 16,-4 4-4-16,1 5 2 0,0 3 0 15,0 3-3-15,1 5-3 0,2 2 0 0,3 4-1 0,2-1 0 16,3 4-1-16,1-1-1 0,4 4-1 15,4-1 0-15,0 2-1 0,4 0 0 0,4 1-1 16,2-2 2-16,3 3 0 0,3-4 0 16,4 0 2-16,0 0-7 0,5-1-8 0,-3-2-12 15,5-1-17-15,1-1-23 0,0-3-51 0,1 1-69 16,1-2-78-16,-2 0-127 0,2-1-212 0,-1 0-311 16,1 0-280-16,-1-1-194 0,2 2-13 0,-1 0 445 15,-1-1 565-15</inkml:trace>
  <inkml:trace contextRef="#ctx0" brushRef="#br1" timeOffset="54415.71">13461 6096 445 0,'8'-6'937'16,"-2"0"288"-16,-3 0-3 0,0-2-203 0,-1 2-250 16,-2-1-204-16,0 3-131 0,-2-2-78 15,-1-1-65-15,-3 1-86 0,2 0-67 0,-5 1-39 16,1-1-22-16,-2 4-16 0,0-3-14 0,-3 2-11 16,1 2-8-16,-1 1-8 0,-3 1-6 0,2 2-5 15,-5 2-2-15,3 2-3 0,-3 5-3 16,0 1-2-16,-1 1 0 0,-1 6 1 0,2 2 0 15,-1 5 2-15,-1 2 1 0,5 2 1 16,-1 4-1-16,2 1 1 0,3 4-2 0,2 1 0 16,2-2-1-16,2-1-1 0,3 0 0 15,3-3 0-15,3-2-2 0,3-2 1 0,2-2 0 16,2-3 0-16,1-1 1 0,2-2-1 0,2-4 0 16,1-3 0-16,3-1-1 0,-1-2 0 15,2-1-1-15,1-4 0 0,0-2 0 0,2-3 0 16,1-3-2-16,-1-1-8 0,1-2-16 0,0-3-26 15,0-3-56-15,-2-1-75 0,-1-3-107 16,-3-4-167-16,0 1-288 0,1 0-329 0,-1-1-277 16,-1-1-174-16,1 2 214 0,-2-4 624 0</inkml:trace>
  <inkml:trace contextRef="#ctx0" brushRef="#br1" timeOffset="54798.41">14136 6126 144 0,'5'-12'742'0,"-2"0"455"0,0 0 162 16,-3 0-45-16,0 1-395 0,0-1-310 0,-3 1-167 16,0 1-93-16,-2-1-82 0,0 1-82 15,-1 1-54-15,-2 0-32 0,0 2-20 0,-1 1-15 16,-4 2-14-16,2 0-13 0,-3 4-7 0,-2 4-7 15,-3 0-2-15,2 6-1 0,-4 2 2 16,4 3 0-16,-5 5 2 0,0 4 0 0,2 1-6 16,-2 6-18-16,4 3 0 0,-2 2 0 0,1 3 0 15,2 2 0-15,3 1 0 0,3 2 0 16,-2-1 0-16,7 0 0 0,3-5 0 0,3 0 0 16,1-3 0-16,6-2 0 0,3-5 0 0,2 0 0 15,4-5 0-15,2-3 0 0,3-2 0 16,1-4 0-16,0-2 0 0,5-5 0 0,-2 0 0 15,2-4 0-15,0 0 0 0,-1-3-1 16,1-1-59-16,-4-2-75 0,2-2-123 0,-3 2-249 16,-2-1-314-16,0 0-396 0,0 0-482 15,-4-1-137-15,3 4 581 0,-3 0 861 0</inkml:trace>
  <inkml:trace contextRef="#ctx0" brushRef="#br1" timeOffset="55848.59">14879 6102 200 0,'-3'1'546'16,"3"-1"316"-16,-1 1 188 0,1-1-166 15,-2 0-235-15,2 2-156 0,-2-2-103 0,2 0-56 16,0 3-47-16,0-3-43 0,0 0-30 0,0 0-30 16,2 0-33-16,0 2-43 0,-1-2-33 15,2 0 17-15,1 3 3 0,0-2 1 0,5 1 7 16,1 0 2-16,1 1-3 0,5-3-30 0,0 2-14 16,3 0-6-16,1 0-11 0,1-2-5 0,4 0 2 15,2 0-3-15,0 0-7 0,1-2-5 16,-1 0-3-16,2 0-4 0,-4 2-7 0,1-3-3 15,-3 1-3-15,-1 0-1 0,-3 1 0 16,0-2-2-16,-4 1-1 0,-1 2-1 0,-5-3-1 16,0 1 0-16,-1 1-1 0,-4 1 1 0,-1-1 2 15,-2 1 0-15,1 0-7 0,-2 0-17 16,-3 0-42-16,-2 0-71 0,-1 1-72 0,-5 2-127 16,0 2-193-16,-5 1-306 0,3-1-296 0,-4 2-203 15,1 0-110-15,-1 1 371 0,-1-1 575 16</inkml:trace>
  <inkml:trace contextRef="#ctx0" brushRef="#br1" timeOffset="56332.3">14806 6357 145 0,'-1'3'467'0,"-2"-3"284"16,1 1 217-16,-1 1-74 0,0-2-207 0,3 1-158 15,-2-1-103-15,2 0-83 0,-1 0-67 16,1 0-58-16,0 0-42 0,0 2-25 0,1-2-25 16,-1 1-18-16,2-1-25 0,0 2 15 15,2-1 11-15,-1 1 2 0,5 1 15 0,-1 0 7 16,1 0 3-16,2 0-25 0,2-2-26 0,-1 2-9 16,3 0-16-16,0 0-10 0,2 1-3 0,0 0-5 15,1-3-4-15,4 0-8 0,-2 1-3 16,3 1-4-16,1-3-7 0,1 0-5 0,-1 0-3 15,2 0-1-15,2 0-2 0,-4 0-4 16,-2 0 1-16,3-3-2 0,-4 3 0 0,-1 0-1 16,-2 0-1-16,-2 3-3 0,1-3 1 15,-4 0-5-15,-1 2-19 0,-3-2-72 0,0 0-83 16,-3 0-173-16,-1 0-282 0,0 3-341 0,-4-2-399 16,-2 1-236-16,-4 0 112 0,0 1 756 15</inkml:trace>
  <inkml:trace contextRef="#ctx0" brushRef="#br1" timeOffset="60039.06">16639 4817 85 0,'0'-6'327'16,"2"-1"181"-16,-2 0 163 0,1 1-71 15,-1 0-133-15,0 0-51 0,2 1-1 0,1 1 0 16,-2-1-16-16,-1 1-33 0,0 0-51 0,0-2-56 15,0 1-52-15,0 0-34 0,2 0 8 16,-1 3 18-16,-1-1 24 0,2 0 6 0,0 0-8 16,-2 1-22-16,1-1-39 0,-1 1-34 15,0 1-37-15,0 0-21 0,0-1-16 0,0 2-10 16,0 0-7-16,0-1-10 0,2 1-3 0,-2 0-2 16,0 0-2-16,0 0-2 0,0 0-1 15,0 0 3-15,0 1 0 0,0-1-1 0,-2 0 0 16,2 2 4-16,0-1 4 0,2 2 4 15,0 5 0-15,-2-1 0 0,0 4-1 0,0 2-1 16,0 6-4-16,0 1-4 0,-4 4-3 0,4 3 1 16,-3 5-1-16,1 1 0 0,1 1-2 15,-2 2-1-15,0 2-1 0,1-1-5 0,-1-1-2 16,3 0-3-16,-1-1-2 0,1-3-1 0,1-1 0 16,-1-4 1-16,3-4-1 0,2 1 0 15,-1-7 1-15,0-1 1 0,1 0 0 0,-1-4-1 16,0-3 0-16,0 0 1 0,2-3-1 0,-1-2 1 15,0-3-1-15,1 1 1 0,-1-4 0 16,4-2 0-16,-1 0 0 0,0-3 0 0,2-3 1 16,2 1-1-16,-2-4 2 0,4 1-1 15,-1-2 0-15,0 3 0 0,1-3 1 0,-1 0 0 16,2 0-2-16,-2 1 1 0,1 1 0 0,-3 2-1 16,0 0 1-16,0-1-2 0,0 2 0 0,-3 1 1 15,0 2-1-15,-2 0 0 0,-1 2 0 16,-2-1 0-16,1 2 1 0,-3 1-1 0,3 1 0 15,-4 0 1-15,1-1-1 0,1 2 2 16,-1-1 2-16,-1 1 3 0,0 0-1 0,0 0 2 16,0 0 0-16,0 0-1 0,0 0-2 0,0 0-1 15,0 0 1-15,0 1 1 0,0 1 2 16,0 0 1-16,0 3 1 0,0 1 0 0,0 0-1 16,0 3-1-16,-1 0-1 0,-1 2-1 15,2-1 1-15,-1 4 1 0,1-1-1 0,-4 2-1 16,4 3 1-16,-1-1 0 0,-1 0-2 0,0 5-5 15,2-1 0-15,-1 2 0 0,-1-1 0 0,1 1 0 16,-1 2 0-16,0 2 0 0,-1-2 0 16,3 1 0-16,-1 1 0 0,-4 0 0 0,4-2 0 15,-1-1 0-15,0 0 0 0,-1-1 0 16,2-4 0-16,-1-1 0 0,0-3 0 0,2-2 0 16,-1-3 0-16,1-1 0 0,-2-3 0 15,2-2 0-15,0-1 0 0,-1-1 0 0,-3-2 0 16,4-3 0-16,-3-2 0 0,2-1 0 0,-3-1 0 15,2 0 0-15,0-3-13 0,0 1-63 16,-1 2-79-16,0-4-139 0,1 2-259 0,-1 0-318 16,5-1-401-16,-1 2-444 0,4 0-79 15,2-3 678-15</inkml:trace>
  <inkml:trace contextRef="#ctx0" brushRef="#br1" timeOffset="61788.98">16019 6016 125 0,'-3'-1'342'15,"1"1"165"-15,-1 0 123 0,0 0-140 0,-2 1-142 16,2-1-79-16,-3 1-21 0,3 3 9 16,-2-3 20-16,3 0 17 0,-1 3 18 0,2-3 6 15,-1 0-11-15,0 1-33 0,-1 1-40 16,3-3-39-16,-1 2-29 0,1-2-21 0,0 0-5 15,0 0 15-15,0 0 19 0,0 0 24 0,0 0 3 16,0 3-13-16,1-3-24 0,-1 0-30 16,0 0-31-16,0 0-28 0,2 0-25 0,-2 1-13 15,1-1-11-15,-1 0-5 0,0 0-7 16,0 0-3-16,0 2 0 0,2-2 10 0,0 0 7 16,2 0 2-16,1 0 2 0,3 0-1 0,1 0-2 15,1 0-6-15,0 0-3 0,2 0 0 0,1 0-1 16,1 1 0-16,-1 0 5 0,2 2-3 15,0-3-1-15,2 4-2 0,-1-2-1 0,1 0 5 16,3 3-3-16,0-2-2 0,2 0 0 16,-1 1-1-16,2 1 3 0,4-1-3 0,0-1-2 15,1 3 0-15,2-2 3 0,2 1 2 0,0 0-2 16,1-1-1-16,2 1 1 0,1 2 0 0,2-1-1 16,1-1-2-16,1 1 0 0,3-2-2 15,1 2 2-15,2-1 1 0,1 1 1 0,-1-2 0 16,3 2-11-16,-1-3-5 0,1 1 0 15,0 0 0-15,2-3 0 0,-1 0 0 0,0 1 0 16,1-2 0-16,4-2 0 0,-1 0 0 0,1-2 0 16,1 0 0-16,3 0 0 0,-3-1 0 0,0-1 0 15,-3 2 0-15,-3-1 0 0,-2 1 0 16,-2 1 0-16,-3 1 0 0,-4 2 0 0,-2 2 0 16,-4-1 0-16,0 4 0 0,-3 1 0 15,-3 0 0-15,-3 1 0 0,-1 1 0 0,-5 0 0 16,3-1 0-16,-7 4 0 0,2-5 0 0,-4 1 0 15,-1-3 0-15,0 1 0 0,-3-1 0 16,0-2 0-16,-3 1 0 0,0-2 0 0,-1 1 0 16,-2-1 0-16,3-1 0 0,-2 0 0 0,-1 0 0 15,2-1 0-15,-2 1 0 0,1-2 0 16,-2 1 0-16,1-2 0 0,1 1 0 0,-1 2 0 16,-1-1 0-16,1-1 0 0,-2 1 0 15,0 1 0-15,2-2 0 0,-2 2 0 0,0-1 0 16,1 1 0-16,-1-2 0 0,0 2 0 0,2 0 0 15,-4-1 0-15,2-1-150 0,-3 0-136 16,1-2-189-16,-1 0-297 0,-2 0-358 0,2 4-412 16,0-3-168-16,-1 3 309 0,1 3 778 0</inkml:trace>
  <inkml:trace contextRef="#ctx0" brushRef="#br1" timeOffset="63521.75">16588 6574 44 0,'0'-5'382'0,"-1"2"304"16,1-2 279-16,0 0 65 0,0 2-245 0,0 0-186 16,0 1-77-16,0 0-30 0,0 2-34 15,0-2-63-15,0 2-56 0,0 0-46 0,-2 0-59 16,-1 0-65-16,3 2-54 0,-1-1-37 0,-1 2-24 16,1 0-16-16,-3 3-12 0,1 2-5 15,-2 1-3-15,2 3 1 0,-2 4 1 0,-2 1 1 16,2 4 1-16,-2 1-2 0,1 5-1 15,0 0-4-15,-2 2 0 0,2 1 0 0,-1 2-3 16,1-3-1-16,-1 2-2 0,1 1-1 0,0 1-2 16,3-6-1-16,1 2-3 0,1-2 0 0,1-5-1 15,1-1 0-15,1-3-2 0,1-2 1 16,2-3-2-16,2-4 1 0,0-1 0 0,1-3 1 16,0 0-1-16,3-5 2 0,-2-2 1 15,3-4 0-15,1 0 0 0,0-4-1 0,3-1 0 16,-2-4 0-16,3 2-1 0,0-2 1 0,0-2-1 15,-1 2 0-15,1 0 0 0,-3 2 0 16,2 1-1-16,-3 0 1 0,-1 1 0 0,-1 3 0 16,-1-1 0-16,1 3 0 0,-3 2 0 15,-2-2-1-15,1 3 1 0,-1 0 0 0,-2 0 1 16,1 1-1-16,-1 1 1 0,-3 0-1 16,2-1 1-16,-1 2 0 0,0-2-1 0,-1 2 1 15,2-1 0-15,-3 1 0 0,2 0 0 0,1-1 0 16,-2 1 0-16,1 0 1 0,-1-2-1 0,-1 2 0 15,0-1 0-15,2 1 1 0,-2 0 3 16,0 0 3-16,2 0 1 0,-2 0 0 0,0 0 2 16,0 0-3-16,0 0-2 0,0 0-1 0,1 0-2 15,-1 0 0-15,0 0-2 0,0 0 1 16,0 0-1-16,0 0 0 0,0 0-1 0,0 0 0 16,0 0 0-16,0 0 1 0,0 0 0 15,0 0 0-15,0 0 1 0,0 0 1 0,0 0 1 16,0 0 0-16,0 0 0 0,0 1 1 0,0-1 0 15,0 0 1-15,0 0-1 0,-1 0 0 16,1 0 0-16,0 0-1 0,0 2-1 0,0-2 0 16,0 0-1-16,0 0-1 0,0 0 0 0,0 0 1 15,0 0-1-15,0 0 1 0,0 1 1 16,0-1-1-16,0 0 2 0,0 1 0 0,0 1 0 16,0 1 2-16,0-2 1 0,0 3 0 15,-2 0 1-15,2 0 0 0,0 3 0 0,-2-1-6 16,2 1-2-16,-1 3 0 0,-1 0 0 0,1 2 0 15,-2-1 0-15,1 6 0 0,1 0 0 16,-1 2 0-16,-1 2 0 0,0 1 0 0,0 6 0 16,-1 0 0-16,1 2 0 0,-2 2 0 0,4 0 0 15,-5 4 0-15,1-2 0 0,0 0 0 16,3 2 0-16,-1-1 0 0,0-2 0 0,1-1 0 16,1-4 0-16,-1-2 0 0,2 0 0 15,0-3 0-15,2-4 0 0,-2-1 0 0,1-1 0 16,-1-3 0-16,2-3 0 0,-2-2 0 0,0-1 0 15,2-3 0-15,-2-1 0 0,0 1 0 16,0-3 0-16,-2-1 0 0,2-1 0 0,-2-1 0 16,1 0 0-16,-1 0 0 0,1-2 0 0,-4 1 0 15,4 0 0-15,-1-1 0 0,1 2 0 16,-1-2 0-16,0 0 0 0,2 1 0 0,-3-1 0 16,1 2 0-16,1-2 0 0,-1 1 0 15,1 0 0-15,-1 1 0 0,0-1 0 0,1 2 0 16,-1 0-11-16,-4-1-190 0,3 1-198 0,-2-1-280 15,2 2-361-15,3-1-443 0,0 0-359 16,0 0 180-16,3-1 935 0</inkml:trace>
  <inkml:trace contextRef="#ctx0" brushRef="#br1" timeOffset="68400.96">1336 11091 140 0,'7'0'429'0,"0"0"237"15,-1 0 180-15,1 0-79 0,-1-2-129 0,0 0-93 16,-3 2-79-16,-3 0-61 0,-3-3-44 0,1 3-62 15,1-1-37-15,2 0-26 0,2 0-8 16,1-2-10-16,-3 1-20 0,-1 2-23 0,0-3-37 16,0 1-31-16,-1-1-30 0,-1 0-21 0,-1 0-16 15,1-2-8-15,-2 3-4 0,-1-3-3 0,2 1-3 16,0-1 0-16,1 1-2 0,-3-1 0 0,2-1-2 16,-2 2 0-16,-1-2 2 0,3 2 0 0,-2-1 1 15,0-1-3-15,-1 1-2 0,3 1 0 0,-2-1 0 16,-1-1 2-16,3 1-1 0,-2 3 0 15,0-3-1-15,0 0-2 0,2 0-4 0,0 0-9 16,-3 1 3-16,3-2 6 0,-2 1-4 16,0 0-2-16,0-1-2 0,2 2 5 0,-2-2-5 15,-1 0-6-15,2 1 2 0,-1-1 3 16,0 2-1-16,0-2 1 0,0 2 0 0,-2-2 1 16,2 1-2-16,0-1 1 0,0 2 5 15,-1 0 4-15,0-1 1 0,1-1 2 0,0 4 0 16,2-1 1-16,-2 0-6 0,0 0-3 15,1 0-1-15,4 3-2 0,-6-3 0 0,1 1-1 16,0 1 0-16,5 1 1 0,-5-1-2 0,-1-1 0 16,1 0 0-16,-2 2 0 0,2-1 0 15,-2 0 0-15,1-1 1 0,1 1-1 16,-3 1 0-16,4 0 0 0,-3-2 0 0,1 2 0 16,1 0 0-16,-4-1 1 0,4 1 1 15,-1-2-1-15,-1 2-1 0,0 0 0 0,0 0 1 16,7 0-1-16,-6 0 0 0,-1 0 0 15,-1 0 0-15,8 0 0 0,-7 0 0 0,7 0 0 16,-5 0 0-16,5 0 0 0,-8 2-1 16,3-2 1-16,5 0 0 0,-6 1 0 0,-2-1 0 15,8 0 0-15,-6 0 1 0,1 2-1 16,-2-1 0-16,3 1 0 0,-4-2 0 0,3 2-1 16,-1 0 1-16,1 0 0 0,-1-1 0 15,-2 0 0-15,3 3 0 0,-1-3 0 0,1 2 0 16,-1 0 0-16,-2-2-1 0,3 4 0 15,-1-5 1-15,1 2-1 0,-1 3 1 16,0-3-1-16,-1 2 1 0,2-2-1 0,1 2 1 0,-1-2-1 16,0 2 0-16,-1-2 1 0,1 0-1 15,0 2 1-15,2-1 0 0,-2 1-1 16,0 0 1-16,2-1-1 0,-4 1 0 0,2 1 1 16,0-1-1-16,0 2-1 0,0-2 1 15,1 3 0-15,-2 0 1 0,1-1 0 0,0 0 0 16,0 0 0-16,-1 2 0 0,1-2 0 15,1 0-1-15,-1 1 0 0,0-1-1 0,0 0 2 16,2 3-1-16,-2-5 1 0,-1 5 0 16,3-3-1-16,-2 2 1 0,-1 0-1 15,1-1 1-15,0 2-1 0,0-2 2 0,-2 3-1 16,0-3 0-16,1 2 0 0,1-1 0 0,-1 1-1 16,-2 0 1-16,2 0 0 0,-1-1-2 15,1 2 2-15,-2-2-1 0,2 4 1 0,0-4-1 16,1 1 0-16,-2 2 1 0,1-2 0 15,2-1 0-15,-1 3-1 0,0-1 0 16,2 0 0-16,-2-1 0 0,3 1 0 0,-1-1 0 0,-1 0 0 16,2 2 0-16,1-2 0 0,-1-1 0 15,0 2 0-15,1-1 1 0,-1-2 0 16,0 2 0-16,1-1 6 0,1 0 1 0,-2 0 0 16,2 0 2-16,0 0 0 0,0 2 0 15,0-3-4-15,0 2-4 0,0-1-1 0,0 1 0 16,0-1 1-16,0 0-1 0,0 1 1 15,0 0 0-15,0 1-4 0,0 1-3 0,0-2-1 16,0 1-2-16,0-1 0 0,0 1 0 16,0-1 4-16,0-2 3 0,0 2 1 0,0-1 0 15,-1-1 1-15,-1 1 0 0,2 0 0 16,0-3-1-16,-2 2 1 0,2 1 0 0,-1 1 0 16,-1-1 0-16,2 3 0 0,-1-3 0 15,-1 3 1-15,-1-1-1 0,2 2 1 0,-1 2-1 16,-1-3 1-16,3 4-1 0,-2-2 0 15,2 0 0-15,-3-1-1 0,3 2 0 0,0-3 0 16,0 0 0-16,0 1 1 0,0 0 0 16,0 0 1-16,3-1-1 0,-1 1 0 0,-2-1 0 15,3 3 0-15,0-1 0 0,2-1-1 16,-2 1 1-16,2 1 0 0,-2-1 0 0,3 2 0 16,-1 0 0-16,3-2 0 0,-2 2 0 0,-1-2 1 15,1 1-1-15,1 0 1 0,0-1-1 16,0 0 1-16,-1-1 0 0,2 1-1 15,0 0 0-15,-2-1 0 0,2 0 0 16,0-1 0-16,1-1 0 0,-1 0 0 0,2 3 0 0,-2-4 0 16,3 1 1-16,-2-1-1 0,3 0 1 15,0 0-1-15,1 0 0 0,-1 1 1 16,3-3 0-16,-1 2 0 0,0 0-1 0,-1-2 2 16,3 1-1-16,-4-1 0 0,2 0 0 15,-1 1-1-15,1-1 1 0,-1 1 0 0,-2-2-1 16,2 1 1-16,-2 0 0 0,1-1 0 0,-2 0 0 15,1 0 0-15,0 0 0 0,0 0 0 16,-1 0 0-16,-1 0 0 0,2-1-1 16,-1 1 1-16,-1-2-1 0,2 2 1 0,-3-1-1 15,3-1-1-15,-3 0 1 0,2 1-1 16,-1-1 1-16,0-1-1 0,1 2-1 0,-2-2 2 16,1-2-1-16,1 2 1 0,0 0-1 0,0-1 1 15,0-1 0-15,-2-1 0 0,3 1 0 16,-3-1 0-16,0 0 0 0,1 0 0 15,0-1 0-15,0 1 4 0,-1-3 3 0,2 2 1 16,-3-1 0-16,1-1 1 0,0-1 0 0,3 0-5 16,-5 0-2-16,2-1-2 0,-2-1 0 15,2 0 1-15,-3-2-1 0,1 1 1 0,1-2 0 16,-1 1 0-16,2-1 0 0,-2 0-1 0,0 1 0 16,1 1 1-16,-2-2-1 0,4 1 0 0,-4 2 0 15,1-1 0-15,-1-1 0 0,0 2 0 0,2-1 0 16,-2 1 1-16,0-1-1 0,1 0 0 0,1 0 0 15,-1 0-1-15,-2-4 1 0,1 3 1 0,0-1 0 16,0-1 1-16,0-2-5 0,2 0-2 0,-3-1-2 16,-1-2-1-16,2-1 0 0,-2 1-1 0,0-2 5 15,0 1 2-15,-1 0 1 0,1 0 2 0,0 1-1 16,0 1 1-16,0-1-1 0,-1 1 1 0,1 1-1 16,0-1-1-16,-1 1 1 0,1-1-1 15,0 1 1-15,-1 3 0 0,1-5 0 0,-1 4 1 16,-2-3 0-16,4 1-1 0,-2-1 1 0,-1 1-1 15,-1-2 0-15,2 0 1 0,-2 0-1 0,0 0 0 16,1 0-1-16,-1-2 1 0,2 2 0 0,-2 0-1 0,0 0 1 16,2 0-1-16,-1 2 1 0,-1-2-1 15,0 0 1-15,0 0-1 0,0 0 1 0,0 0 0 16,0 0 0-16,0 0 0 0,0 0 5 0,0-2 2 16,0 2 1-16,0 0 2 0,0-1-1 0,-1 0-3 15,-1 1-7-15,2-1-3 0,0 1-3 0,-2-1 0 16,1 0-2-16,1 1 4 0,-2 1 2 0,1-1 2 15,-1 0 1-15,-2-1 0 0,2 1 0 0,1 1 1 16,-1 0 1-16,-1-1-1 0,-1 1 0 0,1-1 0 16,0 2 0-16,0 0-1 0,0-1 1 0,-2 1-1 15,0 0 1-15,1-1 1 0,-1 0-2 0,0 0 0 16,0 1 1-16,-4-1 0 0,3-2 0 0,-1 1-1 16,-3 0 1-16,1-1 0 0,0 0 0 0,-1-1-1 15,-1 1-1-15,2 0 5 0,1 1 2 0,-3 1 2 16,3 0 0-16,0 2 2 0,3 3-1 0,-1 0-4 15,1 0-2-15,2 3-2 0,0 2-1 0,0-2 0 16,-1 3 0-16,4 3 0 0,-3-2 0 0,3 2 1 16,0 0-1-16,0 0-1 0,0 0 1 15,0 0 0-15,-3-6 0 0,3 6-1 16,-3-2-1-16,3 2-1 0,0 0-3 0,0 0-8 16,0 0-18-16,0 0-38 0,0 0-80 0,-2 0-129 15,2 0-264-15,-1 2-311 0,-1 3-378 16,-2-4-396-16,-3-1-72 0,2 0 604 0</inkml:trace>
  <inkml:trace contextRef="#ctx0" brushRef="#br1" timeOffset="71873.91">1326 10968 66 0,'3'3'415'0,"2"-2"267"0,-2 1 167 0,3-2-75 16,-4 1-272-16,1 0-219 0,0-1-147 0,-1 0-75 16,0 0-40-16,-1 0-15 0,1 0-9 0,-1 0 0 15,1 0-2-15,-2 0-5 0,3 0 2 0,-3 0 0 16,2 0 0-16,1-1-4 0,1 1 3 0,-1-1 4 16,2 1 0-16,0-3 3 0,3 1 2 15,1-1 2-15,3 1 60 0,0-3 36 0,6-1 19 16,-1 2 7-16,2-2 6 0,3-3 21 0,2 1 24 15,0 0 4-15,3-1-3 0,1-1-8 0,2 0-10 16,3-3-25-16,1-1-66 0,2 1-20 0,1-4-9 16,3 1 47-16,3-3 30 0,4-2 14 0,1 1 11 15,1-2-4-15,3-4-7 0,0-1-45 0,4-1-25 16,0-1-15-16,1-4-8 0,0 1-15 0,0-1-3 16,-1 1-4-16,-1 0-4 0,-3 1-3 15,0 1-7-15,-3 0-1 0,0 3 0 0,-3 1-5 0,0 1 1 16,-2 2 0-16,0 2 2 0,-2 2 0 15,-1-1 4-15,3 3 8 0,-3-2-1 0,2 0 3 16,1 1-2-16,0-1 1 0,2 0-3 0,-3-2-6 16,1 2-3-16,-1-1-4 0,-2-1-2 0,0 0 0 15,-1-1-2-15,-2-2 2 0,-2 3 1 16,0-3 2-16,0 0 3 0,-1 1 1 0,0-1 2 16,2 1 5-16,-3-1-1 0,1 1 1 0,1 1 2 15,1-3 2-15,-1 3 1 0,2 0-5 16,0-1 0-16,1 0-1 0,1 1-3 0,0-1 1 15,-1 1-4-15,1-1-1 0,-1 1 3 0,-2-2 0 16,2 0-3-16,-1 0-2 0,-2-2-1 0,1 1 1 16,1 0-2-16,-2-3-2 0,0 1 3 15,-1 2 5-15,-2-1 0 0,1 2 5 0,-1 2 0 16,-1-2 1-16,-1 1 4 0,-1 3-4 16,0-3 3-16,-3 2-7 0,3-1 1 0,-3 2-2 15,0-1 2-15,0 0 3 0,-3-1-2 0,1-1 1 16,0 2-1-16,-1-1 4 0,-1-1-6 0,-2 0-3 15,1 1-1-15,0-2 4 0,-4 1-2 16,4 1-4-16,-2 0 2 0,-2-1 2 16,2 3-1-16,1-1-4 0,-2 2 5 0,1-1 1 15,0 2 2-15,0 0-2 0,4 1-1 0,-1-2-3 16,0 1 0-16,0 0 0 0,3 0-2 0,-1-1-1 16,0 0 6-16,-1 2 2 0,3-3 0 15,1 1 3-15,-1-1 0 0,0-1-2 0,1 2-2 16,-1-3 4-16,2 2-2 0,-1-1-4 15,2 0 1-15,-3 1 1 0,3 1 1 0,-3 0-2 16,2 0-3-16,-3 0 5 0,1 2-1 0,-2-1-1 16,-1 2 1-16,0-2 0 0,-2 1 0 0,3-1-4 15,-3 0 2-15,1 1-1 0,-1-4 2 16,1 3 0-16,1-2 1 0,-3-1 0 0,3-2-1 16,-1 1-1-16,-2-3-1 0,1 2-1 15,2 0 0-15,-4 1 4 0,1-1 2 0,1 0-2 16,-2 4 2-16,0-2-1 0,0 2 1 0,0 1-2 15,1 0-1-15,-2-2 1 0,3 4 0 16,-1-4 2-16,1 2-3 0,0 1 0 0,0-3 1 16,2 1 1-16,0 0-1 0,-1-1 1 0,1 1 0 15,1 0 4-15,1-2-3 0,-1 3-3 16,0-3 0-16,0 3 5 0,1-2-2 0,-1 3-6 16,0-2 2-16,2 1-1 0,0 2 2 15,0-3-4-15,0 2-1 0,0-2 3 0,0 0 1 16,1 2 0-16,-1-3-1 0,1 0 1 0,1 1 2 15,-1-2 1-15,1 0 0 0,1 0 1 16,-2 0-3-16,4 1 0 0,-2-3-1 0,0 1-2 16,3 1 3-16,0-1-1 0,1 1 4 15,-1-1 0-15,2 0 2 0,-2 0 0 0,2-2-1 16,-2 0 0-16,3 1-4 0,-3-1-2 0,2 1-2 16,0-3 0-16,0 0-1 0,0-2 1 0,-2 2 1 15,3-2 1-15,-1-1 0 0,-2-1 0 16,0 1 3-16,2 1 0 0,-2-3 4 0,2 0-2 15,-2 2 0-15,2-3-1 0,2 2-4 0,0 1 2 16,-2-2-5-16,3 1 1 0,-3 1 4 16,3 1-1-16,-2 0 1 0,0-1 1 0,1 2-1 15,-1 0 2-15,-1 1-3 0,0 1 2 0,1 1 2 16,0-2-5-16,-1 3 1 0,0-3 1 16,2 2 2-16,-1 0-1 0,0-1-1 0,0 2 2 15,1-4 4-15,-1 5-3 0,1-4-1 16,2 2-2-16,-1 0 1 0,0-1-2 0,0 4 0 15,3-3 3-15,0 1 1 0,-3 1 2 0,2-2-4 16,1 1 2-16,-2 1-6 0,0-2-3 16,1 0-4-16,-2-1 2 0,2 2 1 0,-2-3 3 15,3 0 6-15,-3 0 1 0,3-1 2 16,-2-1 0-16,3 0 1 0,-1 0-4 0,1-3-4 16,1 2 3-16,2-1-1 0,0 1 0 0,-2-1 0 15,1 2-2-15,-1-2 0 0,1 1 3 0,-1 1-4 16,-2-1-1-16,3-1-1 0,-3 2 1 15,1-2 2-15,0 3-1 0,-2 0 3 0,1-2 3 16,1 1 0-16,0 1 3 0,-1 0-3 16,3-2-5-16,-3 1 3 0,3-1 1 0,1 1-3 15,0 0 3-15,-2 2 1 0,0-1 3 0,1 2-4 16,-3-1-2-16,1 0 0 0,0 3 0 16,-2-2 0-16,-1 3-3 0,2-3 0 0,-3 3 4 15,2 0 4-15,-1-2-2 0,1 4-1 16,-1-4 0-16,1 2 3 0,-1-2-4 0,1 1-1 15,-2-1-2-15,4 1-3 0,-2 0 2 0,1-1-1 16,0-1 2-16,-1 2-3 0,-1 1 2 0,-2-1 0 16,2 0 2-16,-3 2-1 0,-1-1-3 15,0 3 3-15,0-3 0 0,0 3-1 0,-3-2-1 16,1 3 3-16,-2 0 1 0,-1 0 0 0,0 1 1 16,0 0 3-16,1 0 1 0,-1 0 0 15,-2 2 0-15,2-1 0 0,-2 1-4 0,1 0 0 16,-1 0 2-16,1 0 1 0,-1 2-3 0,0-4 1 15,1 5 1-15,-1-2-1 0,-2 1-3 16,2-1-3-16,-1 3 0 0,-2-4-1 0,2 4 4 16,-2 0 0-16,-2 0 1 0,2 0 1 15,-1 1 2-15,1-1-3 0,-3 0-2 0,2 1 2 16,0-1-3-16,-1 2 3 0,2-1-4 0,-4-2 2 16,3 1-2-16,-2 2 1 0,3-3 4 15,-4 1-2-15,3 3 1 0,-2-3 5 0,1 1-1 16,-2 0-2-16,1 1 1 0,0 0-3 0,-1 1 1 15,1-2-3-15,0 3 2 0,-1 2 1 16,1-3-2-16,2 1 0 0,-1 1 0 0,0-3 3 16,0 1-1-16,2 3-4 0,-1-2 2 0,1-1-1 15,-1 2 2-15,0-1 0 0,1-1 0 16,0 1 1-16,1 1 3 0,-4-2-3 0,3 1-1 16,0-1-6-16,-1 2 4 0,0-1-3 15,-2 1 1-15,2 0 0 0,-1-2 4 0,-2 2-2 16,3 0-1-16,-2 1 3 0,1-1 0 0,-2 0 1 15,1 0-1-15,-1-1 2 0,-2 2 2 0,3-1-1 16,-2 2 1-16,0 0-3 0,0-1-1 0,0 2 1 16,-2 0 3-16,3 0 40 0,-3 2 22 15,0-2 16-15,-1 1 3 0,2 1 3 0,-3 1-5 16,2-2-37-16,-3 2-22 0,1 2-10 0,1-2-9 16,-2 1-2-16,1 1-3 0,-2-1 0 15,2 1 0-15,-2 1-1 0,0-2 2 0,0 2 0 16,2-1 0-16,-5 0 2 0,3 2-2 0,-3-2 0 15,1 2-1-15,0-2 0 0,-2 2 0 16,-1 0 0-16,2-1 11 0,-3 1 8 0,0 1 4 16,1-1 1-16,1 3 1 0,-4-2-2 0,2 0-7 15,2 0-6-15,-2 1-5 0,0 0-1 16,0-1-1-16,2 1 1 0,-2 0-2 0,0 0 1 16,3 1-1-16,-1-1 0 0,0 1 2 15,0-1-2-15,0 0 0 0,1 2 0 0,0-2 0 16,-1 0 1-16,-1 1 5 0,0-1 3 0,3 2 4 15,-4-1 0-15,2 0 3 0,0-1-1 0,-2 4-4 16,2-3-1-16,0 1 0 0,-2 1 2 16,2 1-1-16,-1 1 1 0,-1-2 0 0,2 4-2 15,-1-1-2-15,1 2-2 0,-1-1 4 16,1 1 1-16,1 0 0 0,-2 0 1 0,-1 1-2 16,3 0 2-16,-1-1-6 0,-1 0-2 15,2 2-1-15,-1-1-1 0,-1 1 0 0,1-1-2 16,-1 2 5-16,-1-1 1 0,3 1 2 0,-1-1 0 15,-1 0 0-15,2 1 0 0,-3-2-3 16,2 0-1-16,-1 2-3 0,2-2-1 0,-3 2-2 16,3-3 0-16,-2 1 1 0,1 0-1 0,0-1 1 15,0 1 0-15,0-2 1 0,1 1 0 16,2-1 0-16,-2 2 0 0,0-3-1 0,2 0 2 16,-1 2-1-16,1-2 0 0,-2 0 0 15,3 0 1-15,-3-1-1 0,2-1 1 0,-1 2-1 16,0 0 0-16,-1-2 1 0,1 1-1 0,-2-1 1 15,2 2-1-15,0-1 0 0,-3-2 1 16,0 2-1-16,-1-3 3 0,2 1 3 0,-4 0 1 16,4-2 1-16,-4 2-1 0,-1-3 0 0,0 1-3 15,0-3-3-15,-1 1-1 0,1 0 0 16,-2-3-1-16,0 2 0 0,-1-2-1 0,1 1 1 16,-2 0 0-16,3-2 0 0,-3 2-1 15,3-1 1-15,-3 1 0 0,2 0-1 0,-1 0 1 16,2 0-1-16,-2-1 1 0,-1 1-2 0,1-1 1 15,-2 0 1-15,2 0-2 0,-1 0 1 16,1-2 0-16,0 3 0 0,-2-3-1 0,0 1 0 16,0-1 0-16,0 0 1 0,0 0-1 15,0 0-1-15,0 0 1 0,0 0 0 0,0 0-2 16,-2 0 1-16,0 1-2 0,2-1-3 0,-1 1-10 16,-1 2-17-16,0-3-34 0,-1 2-72 15,-1 1-78-15,-2-1-137 0,-3 2-216 0,1-1-315 16,-4 0-329-16,4 2-220 0,-2 0-62 0,-2-1 472 15,2-3 606-15</inkml:trace>
  <inkml:trace contextRef="#ctx0" brushRef="#br1" timeOffset="72553.69">15186 3996 8 0,'0'-4'435'16,"2"3"419"-16,-1 0 283 0,1-1 18 0,-1 1-347 15,-1 1-277-15,0-2-191 0,0 2-120 16,2 0-63-16,1 2-13 0,0 1 15 16,0 1 32-16,0 0 30 0,2 2 9 0,0 1-10 15,0 0-36-15,1 1-39 0,2 1-37 0,0-1-35 16,0 2-24-16,0-1-15 0,3 0-2 0,-2 2-4 16,5 0-3-16,-2 0 0 0,0 2 0 15,1-1 1-15,0 0-4 0,1 0-5 0,-2 2-2 16,1-2-4-16,1-2-4 0,-1 2 0 15,1-2-3-15,-1 0 0 0,1-2-1 0,-3 2 0 16,2-3-1-16,-1 1 0 0,0-2-1 0,-2 0 0 16,2-1-1-16,-4 0 1 0,0 1-1 15,1-3 0-15,-3 2 1 0,-1-3 0 0,1 2 0 16,-2-2 1-16,0 2-1 0,-1-3 0 16,0 3 0-16,-1-4 0 0,-2 0 0 0,3 2-1 15,-3-2 1-15,0 0 4 0,2 0 3 0,-1 0 3 16,1-2 1-16,-2-1 1 0,3 1 1 0,-1-4-3 15,1 0-4-15,0-3-2 0,3-2 0 16,-3 1-3-16,1-4 4 0,0 0 2 16,1-2 2-16,-1 1 1 0,0-2-1 0,4-2 2 15,-3 0-5-15,1 1 2 0,1-3 1 0,-3 2 1 16,4-3 1-16,-2 1 0 0,1 0 1 0,-1 1-2 16,2 0-2-16,-2 0 0 0,1 1-2 15,-3 0 0-15,1 0-2 0,0 1-1 0,-1 2-1 16,-2 0-1-16,0-1-1 0,-2 2-1 15,0 3 1-15,-2 0-1 0,0 1-2 0,-4 3-3 16,2-1-14-16,-3 3-29 0,-3 2-80 16,-2 1-123-16,-1 0-242 0,-1 2-308 0,-2-3-384 15,1 0-446-15,-1-2-128 0,-1-1 542 0,0-2 811 16</inkml:trace>
  <inkml:trace contextRef="#ctx0" brushRef="#br1" timeOffset="73655.55">12928 1311 46 0,'2'-9'395'0,"-2"1"307"0,-2 2 248 0,2 0 42 15,-2 0-241-15,2 1-191 0,-1 1-116 0,1 1-46 16,-2 0-25-16,2 2-21 0,0 1-33 16,0-2-36-16,-1 1-36 0,1-1-51 0,0 2-48 15,0-2-50-15,0 2-33 0,1 0-19 0,-1 0-15 16,0 0-11-16,2 2-6 0,-2-2-7 0,1 2-2 16,-1 1-2-16,2 1 0 0,-2 3 5 0,3 4 2 0,0 6 7 15,-1 1 5-15,3 4 5 0,-2 2 5 16,2 3 4-16,2 0 5 0,0 2-4 0,-1 3-6 15,1 1-5-15,0-2-4 0,0 0-9 0,-1 1-6 16,-1-1 0-16,1-1 0 0,2 0-1 16,-3 0 0-16,-2-1-1 0,0-1-1 0,0-1-1 0,-3 1 0 15,2-3 0-15,-2 0-1 0,-2-4 0 0,2-2-1 16,0-1 0-16,-1-1 0 16,-1-5-1-16,2-3 0 0,0 1 0 0,0-5 0 15,0 1-2-15,2-1 1 0,-1-2 1 0,1-2-1 0,4 2 0 16,-1-3 0-16,4-3 6 0,1-1 2 0,1-4 1 15,5-4 1-15,1-3 0 0,-1-2-3 16,4-5-8-16,0-1-3 0,2-3-1 0,-2-1-2 16,1-1-1-16,-1-3 4 0,1 1 2 0,-3 3 5 15,0-4 4-15,-2 2 1 0,0 1 3 0,-2 0-4 16,-3 3-1-16,-3 3-5 0,0 1 3 0,-3 1 8 16,-2 4 3-16,-3 3 9 0,-3-2 5 15,0 7 1-15,-2-2-6 0,-1 6-7 0,-4 0-1 16,-1 4-3-16,0 1-3 0,-5 5-2 0,3 5-2 15,-4 2 2-15,1 5-4 0,-3 2-2 0,2 4 0 16,0 2 0-16,1 4 1 0,0 2 0 0,1 3-1 16,0 0 1-16,4 3 0 0,0-1 0 0,3 0-2 15,1-1 0-15,4-2 0 0,2-2-2 16,1-3 0-16,3-1-2 0,2-3 1 0,1-3 0 0,3 0-1 16,3-6 0-16,-1-1 1 0,4-5 1 15,1-4-1-15,3-1 0 0,2-5-3 0,-1-1-11 16,2-5-19-16,2-4-25 0,-5 0-45 0,0-3-75 15,0-1-101-15,-5-1-155 0,-1-2-237 0,-2 1-319 16,-1-1-312-16,0 0-194 0,-3-3 119 16,-1 2 568-16</inkml:trace>
  <inkml:trace contextRef="#ctx0" brushRef="#br1" timeOffset="74020.63">13478 1648 407 0,'3'0'888'0,"-1"0"286"0,0 0-17 0,-1 2-299 15,2 0-279-15,-1 2-188 0,3 2-85 0,0 3-32 16,2 3-1-16,1 1-26 0,0 2-22 16,0 1-37-16,3 3-33 0,-3 5-28 0,2 0-32 0,0 1-15 15,0 1-17-15,0 0-14 0,-1 3-10 16,-1-1-9-16,0 0-9 0,0-2-7 0,1-3-4 16,-4-2-3-16,1-3-2 0,-1-3-2 0,-1-1-1 15,0-4 0-15,-1-2-1 0,-1-3 2 0,-1-1 0 16,2-4 1-16,-1-4 1 0,0-3 0 15,-1-4-1-15,2-3-1 0,-1-4-1 0,0-1-1 16,-1-5-1-16,3-1-2 0,-3-3 1 0,2-3 0 16,0-1-1-16,0-2-1 0,0 2 1 0,-1-1 1 15,1 4-1-15,2 2 0 0,-2 5-1 16,-1 2 1-16,0 5-2 0,-1 2-2 0,1 3 1 16,-1 3-2-16,1 3 0 0,2 1 1 0,-1 1-1 15,2 5-1-15,-1 0-11 0,0 1-14 0,0 2-50 16,0 2-67-16,2-2-66 0,-1 2-83 15,3 0-128-15,0-4-169 0,1 0-210 0,1 1-209 16,1-1-193-16,3 0-44 0,-1 3 315 0,1-3 440 16</inkml:trace>
  <inkml:trace contextRef="#ctx0" brushRef="#br1" timeOffset="74303.72">14005 1801 256 0,'3'20'583'0,"0"1"301"15,-1-2 174-15,-1 3-211 0,-1 2-188 0,0-3-169 16,0-1-120-16,0 1-94 0,0-4-80 0,2-2-75 15,1-5-49-15,0 0-22 0,2-4 9 16,1-2 3-16,2-3 7 0,2-4-1 0,1-5-1 16,0 0 21-16,0-4 14 0,1-3 30 0,-3-2 17 15,0-1 10-15,-4-1 5 0,1-2-21 0,-5-1-24 16,-1 2-31-16,-3-3-24 0,-4 1-16 0,-3-2-12 16,0 1-10-16,-3 1-6 0,-2 0-6 15,-2 5-2-15,1 2-1 0,-3 3-2 0,3 5-2 16,-3 3-2-16,2 4-3 0,1 5-3 0,0 2-6 15,4 2-6-15,0 2 0 0,2 0-28 0,3 1-76 16,4-1-82-16,0 0-153 0,3-2-257 0,1-3-339 16,4-2-354-16,2-1-205 0,-1-2 66 15,6-3 629-15</inkml:trace>
  <inkml:trace contextRef="#ctx0" brushRef="#br1" timeOffset="74553.42">14289 1296 32 0,'4'-19'568'16,"1"3"505"-16,-4 4 272 0,2 3-34 0,-1 3-338 0,2 2-340 16,-2 1-209-16,-1 1-117 0,-1 4-82 15,0 3-68-15,0 2-49 0,0 3-29 0,0 5-11 16,0 2-5-16,0 4-9 0,0 4-7 0,0 2-1 16,2 2-4-16,-2 4-9 0,0 3-6 0,0 1-6 15,-2 2-4-15,2 2-9 0,0-1-6 0,-1 2-1 16,-1 1-1-16,-2-2-1 0,2 1 0 15,1 0-1-15,-2-4-1 0,1 1 5 0,-1-3-5 16,1-4-23-16,-1 0-66 0,-2-3-73 0,0-5-137 16,-1-2-261-16,0-4-321 0,-1-3-366 0,1-5-261 15,1-3-50-15,-2-3 576 0</inkml:trace>
  <inkml:trace contextRef="#ctx0" brushRef="#br1" timeOffset="74770.45">14022 1611 36 0,'-9'-8'611'16,"1"4"530"-16,-1 1 183 0,2 1-142 0,4-1-353 15,1 3-360-15,2 0-167 0,4 0-95 0,2 3-51 16,5-1-27-16,3-2-9 0,3 0-27 0,4 0-35 16,5 0-24-16,4 0-10 0,1 0-10 15,4-2-5-15,3 2-3 0,-4-3-21 0,3 1-53 16,-2 2-66-16,-2-1-153 0,-1 1-294 0,-2 0-299 15,-2 0-311-15,0 3-210 0,-4 0 78 0,-5 2 602 16</inkml:trace>
  <inkml:trace contextRef="#ctx0" brushRef="#br1" timeOffset="75646.24">14493 2008 213 0,'-4'0'750'0,"2"-1"417"0,-1 1 75 0,2 0-220 16,1 0-324-16,-2 0-200 0,2-2-142 0,0 2-86 16,0-2-50-16,3-2-37 0,0-1-47 15,3-3-50-15,2-4-19 0,2-2-8 0,2-1-8 16,0-3 0-16,0-2-3 0,2-4-1 0,1 1-12 15,0-1-6-15,0-2-2 0,0 2 9 0,-3 2 5 16,0 2 7-16,-2 1 1 0,-1 4 3 0,-4 1 5 16,0 4-8-16,1 2-7 0,-3 1-6 15,0 5-8-15,-1-3-9 0,0 4-13 0,-1 1-7 16,-1 3-5-16,0 5-2 0,0 4-1 0,0 1 0 16,0 7 5-16,0-1 4 0,0 6 1 0,0 0 6 15,0 3 4-15,0 2 1 0,3-1 0 16,-3-1 0-16,4 1 5 0,-3-4-2 0,1 0-2 15,1-5-1-15,3-2-1 0,-1-3-1 0,1-4-7 16,1 0-1-16,-1-7-3 0,5-2 0 0,0-6 1 16,1-5 0-16,1-3 0 0,2-5 2 0,0-2 0 15,0-5 0-15,0 0 1 0,-2-2 0 16,1 0-1-16,-4 0 0 0,-2 2 1 0,-1 0-2 16,-2 3 0-16,-2 3 1 0,1 2 4 0,-3 4 4 15,-1 0 2-15,0 4 1 0,0 2 0 0,-1 3 0 16,-3 2-4-16,1 3-4 0,0 3-3 15,-3 3-2-15,1 5 1 0,0 2-1 0,1 3 1 16,-3 3 0-16,4 0-1 0,-3 2 1 0,1-1-1 16,4 1 0-16,-3-1 0 0,3-2-2 0,-1-1 0 15,4-4-2-15,-1 1 0 0,3-5 0 16,0-2-1-16,5-3 1 0,0-3 1 0,3-5-4 16,2-2-12-16,1-5-22 0,2-4-55 0,-1-2-74 15,1-5-119-15,2-1-197 0,0 2-300 0,0-2-352 16,0 1-291-16,0 2-152 0,0 2 351 0,-1-1 677 15</inkml:trace>
  <inkml:trace contextRef="#ctx0" brushRef="#br1" timeOffset="75937.97">15219 1812 70 0,'-3'15'634'0,"-3"4"489"0,-2 1 164 0,-2 1-54 16,4-1-316-16,1 3-298 0,0-2-192 15,2 2-109-15,2-3-57 0,2-3-71 0,2-1-73 16,2 1-47-16,3-6-27 0,5-2-12 0,-1-4-20 15,6-3-9-15,-1-3-6 0,5-5-4 0,0-1 0 16,-1-6-2-16,4-2 6 0,-3-1 3 16,-1-3 7-16,1 0 0 0,-3 0 4 0,-4-1 14 15,-2 3 4-15,-3-3 10 0,-3 3 1 0,-4-1 8 16,-3 3 1-16,-3-2-8 0,-5-1-4 0,-4 4-7 16,-2-4-8-16,-3 3-6 0,-4 1-5 15,-2 2-4-15,-3 4-2 0,2 4-1 0,-4 6-1 16,1 2-1-16,0 5-1 0,0 5-1 0,2 1-1 15,3 3-2-15,6 1 0 0,-1 3-1 0,4-2-2 16,5 1-12-16,3 0-20 0,1-1-71 16,7-2-75-16,0-4-154 0,3 2-264 0,4-7-314 15,2 2-376-15,4-7-237 0,3-1 6 0,0-3 635 16</inkml:trace>
  <inkml:trace contextRef="#ctx0" brushRef="#br1" timeOffset="76171.61">15629 1678 447 0,'4'-4'1107'0,"-4"-1"379"0,0 5-83 0,-4 0-303 0,1 2-410 15,0 2-249-15,-1 1-151 0,1 1-99 16,0 2-62-16,1 0-53 0,-1 3-31 0,3 1-20 16,-2 0-9-16,2 3-6 0,2 2-3 0,-2 0-4 15,3 4-1-15,-1 0 1 0,-1 2-2 0,1 1-1 16,0 1-1-16,-2 1-1 0,0-1 0 15,-4 2-4-15,1 2-26 0,-3-3-70 0,-3 2-64 16,-3-3-126-16,1-1-201 0,-6-2-319 0,3-6-326 16,-5-1-230-16,0-5-109 0,1-4 406 15,0-4 600-15</inkml:trace>
  <inkml:trace contextRef="#ctx0" brushRef="#br1" timeOffset="76353.64">15451 1582 45 0,'4'-33'633'0,"1"5"577"0,-4 3 264 0,-1 6-108 16,3 3-382-16,-3 4-384 0,0 2-206 0,2 3-128 16,-2 1-98-16,2 1-71 0,-2 4-46 0,1 1-17 15,2 1-13-15,3 5-5 0,-1 3-2 0,2 1-3 16,-1 5-2-16,2 1-6 0,-1 3-24 0,2 6-73 16,-5-1-81-16,1 2-162 0,0 2-280 0,1 0-330 15,0 1-368-15,-1 1-223 0,2 1 108 16,-1-2 669-16</inkml:trace>
  <inkml:trace contextRef="#ctx0" brushRef="#br1" timeOffset="76554.25">16023 1882 730 0,'-7'6'1723'0,"-4"0"50"15,-3 5-397-15,-1 1-353 0,-2 3-471 16,1 1-292-16,-1 2-122 0,4 2-54 0,-1-1-28 15,5 1-24-15,0 1-15 0,5-3-9 0,-1 1-6 16,2-1-6-16,6 0-22 0,-1-3-70 0,2-3-98 16,1 0-213-16,0-3-280 0,1-1-360 0,2-2-432 15,2-4-249-15,-4-3 287 0,2-2 860 16</inkml:trace>
  <inkml:trace contextRef="#ctx0" brushRef="#br1" timeOffset="76722.69">16234 1483 492 0,'-14'-14'1534'0,"-5"2"243"16,-3 4-342-16,1 5-366 0,-2 1-454 0,-1 4-336 15,2-2-148-15,3 4-68 0,2-1-35 0,5 2-16 16,0 0-22-16,6-1-65 0,2 0-73 0,3 1-145 16,2-3-277-16,4 5-312 0,3-3-376 0,1 2-273 15,-1 0-17-15,2 1 650 0</inkml:trace>
  <inkml:trace contextRef="#ctx0" brushRef="#br1" timeOffset="77603.62">16631 1702 214 0,'0'1'622'0,"0"3"289"0,-1-1 95 0,1 3-171 15,0-1-278-15,1 6-175 0,1 3-92 0,-1 1-43 16,4 6-21-16,-2 3-17 0,3 3-14 0,2 3-16 16,0 3-5-16,0 4-8 0,3 1 12 15,-3 2-13-15,2 2-25 0,-3 1-31 0,1 1-23 16,-1-1-16-16,-2 1-28 0,1-2-13 0,-3-3 10 15,0-1 7-15,-1-2 2 0,-2-5 1 0,0-4 7 16,-2-3 1-16,-2-1-10 0,2-7-6 16,-3 0-2-16,2-5-6 0,-2-2-6 0,0-3-6 15,1-1-5-15,-4-5-6 0,2-4-7 0,-1 0 0 16,2-3-4-16,1-7-1 0,-4 0 0 0,3-5-2 16,2-3 1-16,1-5-1 0,-1-5 2 0,3-4 0 15,3-4 2-15,1-3 2 0,0-3 1 16,4-2-5-16,0 0-5 0,2-2-1 0,0 4-2 15,3-2-3-15,0 3 0 0,1 2 4 0,1 0 5 16,0 8 0-16,0 0 0 0,0 4 2 16,0 5 0-16,-2 2-1 0,0 3 0 0,1 4 7 15,-2-1-2-15,-1 6-3 0,0 2 6 0,0 0 3 16,-2 2-5-16,2 4-7 0,0 1-1 0,-2 0 3 16,1 3-5-16,-2 3-1 0,0 1 3 0,-3 3 6 15,3 4 2-15,-5 2 2 0,-2 4 3 16,-1 3 2-16,-3 4 1 0,-3 2-1 0,-2 5 1 15,-1 1-1-15,-5 4-2 0,-1-1-2 0,-4 3 3 16,2 1 2-16,-2-1-1 0,4-5-1 16,0 3-1-16,4-8-1 0,0-3-8 0,5-3-5 15,2-3-10-15,4-4-21 0,2-6-45 0,1-3-62 16,6-6-55-16,3-6-61 0,0-5-79 0,6-4-102 16,0-2-78-16,2-2-53 0,2-2-93 0,0-1-139 15,-1-2-149-15,1 1 4 0,-1 1 180 16,0-2 248-16,1-1 233 0</inkml:trace>
  <inkml:trace contextRef="#ctx0" brushRef="#br1" timeOffset="77891.77">17146 1873 132 0,'17'-12'334'0,"-4"2"212"16,-3 3 216-16,-2 2-40 0,-3 4-88 0,-1 2-62 16,-1 2-62-16,-1 3-64 0,0 1-83 0,-2 5-71 15,1 2-39-15,-1 1-19 0,2 6-15 0,0-2-20 16,-1 5-19-16,-1 0-26 0,3 2-34 16,2-1-41-16,-2-1-34 0,5 0-22 0,0-5-13 15,0 0-4-15,4-6-2 0,0-3 0 16,2-8 2-16,0-2 1 0,-1-4 4 0,1-4 3 0,-1-5 25 15,1-2 21-15,-6-5 15 0,-2 1 11 16,1-2 8-16,-6-2 2 0,-1 2-15 0,-1-3-17 16,-6 0-14-16,-1 0-11 0,0 1-11 0,-4-3-9 15,0 0-8-15,0 3-4 0,1-1-2 0,0 4-3 16,0 2-1-16,1 3 0 0,2 1-1 16,-1 5-2-16,4 2-1 0,0 2 0 0,1 4-1 15,0 2-2-15,1 4-2 0,1 2-9 0,-1 5-33 16,-1-3-68-16,4 3-69 0,-2 0-127 0,2-1-199 15,0-1-311-15,0 0-315 0,0 1-225 16,0-2-111-16,2 2 399 0,-2-2 587 0</inkml:trace>
  <inkml:trace contextRef="#ctx0" brushRef="#br1" timeOffset="78520.03">17453 1744 18 0,'13'-7'457'0,"3"2"383"0,-5 0 234 0,0 1 35 15,3 0-313-15,-1-1-275 0,-1 1-180 0,-1 1-85 16,2-1-22-16,0 4-26 0,0 0-2 0,-1 4 27 16,-2-1 5-16,-1 3-5 0,-1 1-31 0,-4 2-30 15,-2 3-33-15,-4 2-45 0,-1 2-24 16,-6 5-15-16,0 3-9 0,-3 1-7 0,-2 1-7 16,-2 3-4-16,1 0-3 0,0 0-7 0,1 0-3 15,1-2-5-15,4-5-3 0,1 0-5 16,5-5-2-16,1-2-2 0,4-4 0 0,3-5 0 15,4-4 2-15,2-4 0 0,4-6 1 0,3-4 1 16,4-5-2-16,1-3 0 0,2-3-3 0,2-1-2 16,0-1-1-16,-2-1 0 0,0 2 0 15,-2 0 1-15,-3 3 0 0,0 2 3 0,-7 4 1 16,1 3 0-16,-6 3 1 0,-3 3 2 0,-2 6 0 16,-3 0 0-16,-3 7 1 0,-2 4 0 0,-3 2-5 15,-2 2 1-15,0 3 2 0,-1 4 0 16,0-1 0-16,0 1 0 0,3 2 4 0,-1-2-3 15,2 2-2-15,2-3-1 0,2-1-1 0,3-1-1 16,3-4 0-16,2-3-1 0,3-5 1 0,4-2 2 16,3-5-7-16,0-6-7 0,3-1-13 15,3-7-18-15,-3-1-25 0,0-3-22 0,2-2-11 16,-2 1 1-16,1 0 9 0,0-2 18 0,-5 3 28 16,3 0 23-16,-4 1 10 0,-2 4 5 0,0 1 1 15,-1 4 5-15,-4 1 23 0,1 3 27 16,-1 6 20-16,-5 1 13 0,-1 5 8 0,-1 5 0 0,-3 2-13 15,-3 3-19-15,0 4-14 0,1 3-9 0,-4 3-9 16,0 1-5-16,-2 2-6 0,3 2-3 16,-7 2-2-16,3 1-1 0,-4 2-1 0,3 1 0 15,-7 2 0-15,-1 1-1 0,-1 2-2 0,-2-2 0 16,-3 0-2-16,0-2 0 0,-1-3 0 0,-1-1 0 16,2-4-1-16,-1-7-1 0,4 0 0 15,3-7-7-15,3-4-21 0,2-4-51 0,5-4-70 16,3-5-72-16,4-6-128 0,2-2-184 0,8-5-287 15,1-3-264-15,5-5-198 0,6-2-103 16,4-2 341-16,5-5 524 0</inkml:trace>
  <inkml:trace contextRef="#ctx0" brushRef="#br1" timeOffset="78719.17">18376 1832 711 0,'5'-18'1608'0,"-6"8"124"0,-4 2-334 0,-6 7-384 15,-2 4-425-15,-5 5-263 0,0 5-136 0,-3 2-65 16,-1 4-37-16,2 4-28 0,-2 1-20 0,1 3-15 16,3 3-11-16,3-1-6 0,2-1-5 15,2 2-3-15,7-5-3 0,4-3-6 0,1-1-17 16,7-3-41-16,-2-4-84 0,4-3-149 0,1-2-265 16,1-3-324-16,3-5-402 0,0 1-404 0,1-4-5 15,2-2 724-15</inkml:trace>
  <inkml:trace contextRef="#ctx0" brushRef="#br1" timeOffset="79156.31">18591 1869 172 0,'5'10'796'0,"-1"7"438"16,-4 1 101-16,1 7-104 0,-1 5-374 0,-1 4-308 16,-3 7-155-16,-1 3-85 0,-4 4-72 0,0 3-70 15,-3 1-67-15,0 4-39 0,-1-1-23 16,1 1-16-16,1-5-10 0,3-1-8 0,0-5-31 15,0-3-76-15,3-7-94 0,2-5-175 0,0-6-286 0,-2-5-344 16,2-5-375-16,0-6-205 0,-5-8 191 16,5-5 709-16</inkml:trace>
  <inkml:trace contextRef="#ctx0" brushRef="#br1" timeOffset="79387.35">18639 1558 153 0,'3'-16'833'16,"-1"2"545"-16,-2 5 45 0,-2 1-201 0,-1 3-408 16,2 0-318-16,-1 2-173 0,0 1-104 15,-1 1-58-15,2 1-46 0,1 1-38 0,0 4-35 16,0 1-21-16,0 1-13 0,0 4-7 0,1 2-3 16,2 1-17-16,1 3-68 0,-1 1-62 0,0 2-126 15,0-1-215-15,2 1-309 0,-2 3-341 0,2 0-237 16,-4-1-98-16,2-1 442 0,2 1 612 0</inkml:trace>
  <inkml:trace contextRef="#ctx0" brushRef="#br1" timeOffset="79688.77">19018 1846 55 0,'5'14'598'0,"-3"3"484"0,-1 0 190 16,-1 3-50-16,0 2-292 0,0 2-280 0,0 0-193 15,-3 0-110-15,3-1-71 0,-3-1-72 16,1-1-79-16,-2-3-57 0,4-2-33 0,-2 0-16 16,2-6-13-16,-1 0-53 0,-1-5-81 0,1-2-159 15,-3-4-272-15,1-4-306 0,2-2-384 0,-3-5-319 16,-1-3 7-16,0-2 690 0</inkml:trace>
  <inkml:trace contextRef="#ctx0" brushRef="#br1" timeOffset="79876.39">19064 1571 338 0,'0'-1'1305'0,"-4"1"424"0,-1 0-243 15,-3 0-346-15,2 1-466 0,-1-1-303 0,-1 2-186 16,4 0-83-16,-4-2-43 0,5 0-29 0,1 1-16 16,1-1-39-16,2 1-86 0,1-1-142 0,-1 0-267 15,5 0-292-15,-1 0-377 0,2 0-399 16,1-1-58-16,0 1 634 0</inkml:trace>
  <inkml:trace contextRef="#ctx0" brushRef="#br1" timeOffset="80537.58">20070 1851 77 0,'-3'-7'646'0,"-2"-1"478"0,2-1 170 0,-2 1-26 16,-1 1-308-16,-1 1-318 0,3 1-186 15,-5 0-105-15,0 4-74 0,0 0-85 0,-4 2-75 16,2 5-45-16,-2 3-23 0,-4 5-13 0,3 6-6 16,-5 5-5-16,0 5-4 0,1 6-4 0,0 3-5 15,2 3-5-15,-2 1-3 0,6-1-2 0,-1-3-2 16,8-4 0-16,2-5-2 0,5-7 0 16,4-6 1-16,5-6 0 0,3-9 1 0,4-6 2 15,3-11 0-15,5-5 2 0,3-11 0 0,4-8 1 16,2-4 0-16,1-6-2 0,0-5 0 0,-3-1-2 15,-1 1-2-15,-3-1-1 0,-7 1 0 0,0 1 2 16,-5 3 1-16,-2 0-4 0,-6 1-1 0,0 5 1 16,-5 3 6-16,-3 6 5 0,-2 5 3 0,-3 7 8 15,0 3 2-15,-4 7-1 0,0 5 0 0,-2 8-4 16,-2 5-5-16,-1 7-3 0,-1 7 0 0,1 7 0 16,-1 4-4-16,-2 7-2 0,3 5 1 15,-2 6 1-15,0 6 0 0,-2 5-2 0,0 4-2 16,-1 3-3-16,1 0-2 0,4 1-2 0,2-3-5 15,2-5-15-15,7-6-40 0,2-9-77 0,5-6-94 16,6-9-165-16,2-8-287 0,4-6-339 16,2-9-346-16,5-6-177 0,1-8 162 0,4-7 646 15</inkml:trace>
  <inkml:trace contextRef="#ctx0" brushRef="#br1" timeOffset="80838.22">20521 1836 143 0,'1'-12'914'0,"-5"7"691"0,-6 2 6 0,-6 6-310 15,-1 3-450-15,-5 7-337 0,-3 1-201 0,-2 5-127 16,-1 4-65-16,2 3-40 0,-3 0-24 16,6 3-18-16,1 1-12 0,2-2-8 0,3 3-5 15,6-6-4-15,3-1-4 0,7-3-3 0,7-6-3 16,3-3-1-16,7-9 0 0,6-6-1 0,5-6-1 16,3-7-4-16,2-7-4 0,3-2-4 0,-2-4-1 15,-1-3-1-15,-2 3 1 0,-2 0 4 16,-4 1 4-16,-2 4 6 0,-6 6 3 0,-2 1 1 15,-6 6 1-15,-4 6-1 0,0 5 2 0,-8 4-1 16,0 7 0-16,-4 4-2 0,-6 8-1 0,2 0 0 16,-3 6 0-16,2 2-4 0,-1 2-13 15,1 1-45-15,3-1-80 0,-2 3-119 0,4-3-213 16,2 3-307-16,2-1-366 0,1-2-350 0,3-1-120 16,3-4 427-16,2-2 704 0</inkml:trace>
  <inkml:trace contextRef="#ctx0" brushRef="#br1" timeOffset="81619.24">20858 2289 330 0,'-2'-7'725'0,"0"-1"277"15,2 0 69-15,0-1-254 0,2-2-256 16,1-2-176-16,2 0-100 0,2-2-37 0,2-3 9 16,0-2 7-16,5-1 2 0,2-1-6 0,1-2-21 15,-1-2-33-15,2 1-51 0,-2 1-44 16,1 0-40-16,0 0-22 0,-4 4-14 0,-2 2-3 16,0 3 3-16,-5 4 1 0,1 1 2 0,-2 3-3 15,-2 2-4-15,-2 2-4 0,1 4-7 0,1 6-7 16,-3 2-4-16,-3 6-4 0,1 4 1 0,2 5 4 15,-3 2 3-15,2 4 1 0,1 1 0 16,-2 1-1-16,0-1-1 0,2 0-6 0,2-4-3 16,1-2-3-16,0-4 0 0,3-3 0 0,2-3-1 15,0-5 0-15,2-1 1 0,4-9 1 0,0-5 1 16,5-5 0-16,3-8 1 0,-1-4 1 0,4-7 0 16,2-4-1-16,-2-3-1 0,0 0 0 0,-2 0 0 15,-3 0-1-15,-1 3-1 0,-4 3 2 16,-6 4 0-16,2 3 3 0,-5 4 5 0,-1 5 3 15,-1 2 1-15,-3 5 0 0,-1 2 1 0,0 6-2 16,-3 4-6-16,-2 5-2 0,0 5-2 16,-3 4-1-16,2 3-3 0,0 3 0 0,-1 2-2 15,3 2 0-15,-1 0 0 0,2 3-2 0,-2-2 2 16,5 0-2-16,0-3-1 0,3-1-3 0,0-4-10 16,2-3-17-16,1-2-48 0,3-5-75 0,0-4-95 15,0-6-166-15,3 0-285 0,3-6-335 16,0-4-305-16,2-2-172 0,-3-3 166 0,7-4 636 15</inkml:trace>
  <inkml:trace contextRef="#ctx0" brushRef="#br1" timeOffset="82103.48">21680 2064 495 0,'0'9'1042'0,"-4"1"267"0,-1 2-51 0,1 3-267 16,-1 0-339-16,2 0-220 0,2 0-120 0,1 0-73 15,1-4-58-15,2-3-60 0,3-1-50 0,2-1-29 16,5-8-17-16,1-2-6 0,2-5-6 15,5-5-2-15,-4-4-5 0,5-1-2 0,0-4-1 16,-1 1 2-16,-4-2 2 0,0 1 1 0,0-4 8 16,-5 4 9-16,-2 0 6 0,-2 0 4 0,-7 2 7 15,2 1 6-15,-6 2-1 0,2 0 3 16,-4 5-1-16,-2 3-3 0,-1 1-5 0,-1 4-7 16,1 4-7-16,-2 4-10 0,-2 3-8 0,4 1-4 15,-2 4-4-15,1 2-1 0,1 3-1 16,2 2-1-16,1-1 2 0,2 1-2 0,0 3 1 15,3-2 0-15,0-2-1 0,1 0-1 0,2-2 0 0,2-2 0 16,3-4 0-16,-1-1 1 0,3-4 1 0,0-2 0 16,1-2 1-16,2-3-1 0,-4-2 1 15,4-2 0-15,-4-1 1 0,-1-4-1 0,2 3 1 16,-2 2 1-16,-4-1 1 0,1 3 1 0,-3 1-1 16,-2 4 0-16,-2 3 0 0,-3 5-2 0,-1 2 1 15,-5 5-2-15,0 7 0 0,0 3 0 16,-5 3-2-16,2 4 0 0,-3 3 0 0,-1 5 2 15,1 1 0-15,-2 5 1 0,0 0 1 0,-2 4 0 16,-1 2-2-16,1-1 0 0,-1 2-2 16,2-5 1-16,1-2 1 0,0-2-2 0,2-6 1 15,1-6-8-15,0-2-15 0,3-10-32 0,-1-4-62 16,3-5-71-16,1-6-87 0,0-6-142 0,2-3-199 16,1-7-295-16,6-4-236 0,-3-4-186 0,4-7-5 15,2-5 437-15,1-4 498 0</inkml:trace>
  <inkml:trace contextRef="#ctx0" brushRef="#br1" timeOffset="82452.52">22209 2010 111 0,'14'4'682'0,"-4"2"448"0,-5 1 127 0,0 5-104 15,-4 1-327-15,1 2-253 0,-1 1-154 16,1 1-86-16,1-3-60 0,-3 2-53 0,3-2-76 15,2-5-59-15,0-1-37 0,4-3-21 0,2-5-10 16,2-5-6-16,1-4-4 0,2-1-2 16,3-5-3-16,-3-4-1 0,2 2-1 0,-1-3 1 15,1-1 0-15,-2-2 0 0,2-1 1 0,-6 1 0 16,1-3 1-16,-4 2 10 0,-2-1 8 0,-4 1 8 16,-3 0 10-16,-2 1 6 0,-2 1 7 0,-4 1-1 15,-2 3-2-15,-2 3-5 0,-1 3-4 16,-4 3-7-16,2 5-7 0,-4 6-7 0,3 4-6 15,-3 6-4-15,2 5-5 0,1 4-1 0,1 2-2 16,0 5-2-16,2-1-2 0,1 3-2 0,2-2-2 16,5 2-10-16,1-1-19 0,-2-1-42 0,4-1-74 15,1-1-87-15,1-4-164 0,1 1-277 0,1-3-326 16,4-3-319-16,0-2-188 0,1-2 109 0,2-3 636 16</inkml:trace>
  <inkml:trace contextRef="#ctx0" brushRef="#br1" timeOffset="83302.64">23608 1871 200 0,'7'-14'892'0,"-7"1"577"16,-4-3 68-16,-3 7-248 0,-4-3-466 16,-4 3-320-16,-4 2-164 0,-2 2-120 0,-5 5-78 15,1 2-50-15,-4 4-32 0,-1 2-18 0,-2 4-14 16,1 7-7-16,-1 1-6 0,2 6-3 0,3 2-1 16,1 1-4-16,5 4-3 0,3 0 0 0,6 0-3 15,4-1-3-15,7-4-2 0,2-2 0 16,7-5 0-16,6-6 0 0,2-5 2 0,8-7 4 15,4-7 1-15,4-10 1 0,4-4-1 0,2-9 2 16,6-4-1-16,-1-6-1 0,1 0 0 0,-6-2 0 16,-1 2 0-16,-6 2 0 0,-4 4 2 0,-6 3 4 15,-4 4 10-15,-4 5 8 0,-4 4 3 0,-2 5 1 16,-4 4-2-16,-3 5-3 0,-2 3-9 0,-3 6-8 16,-3 5-4-16,-1 7-1 0,0 4-1 15,-3 3-1-15,2 4-1 0,0 2 0 0,2 2-2 16,2 1-1-16,-2-1-1 0,5 1-1 0,1-5-1 15,4 0-1-15,3-6-10 0,1-2-15 16,2-5-39-16,3-4-77 0,3-6-91 0,0-6-165 16,2-6-261-16,2-7-332 0,0-4-337 0,4-7-188 15,-2-7 108-15,2-7 615 0</inkml:trace>
  <inkml:trace contextRef="#ctx0" brushRef="#br1" timeOffset="83502.61">24102 1366 65 0,'17'-52'536'0,"-1"7"462"0,-3 9 221 0,-5 7-96 15,-2 10-379-15,-5 4-258 0,1 10-132 0,-4 9-61 16,1 7-18-16,-2 9-6 0,-2 5-12 0,0 3-26 0,1 8-42 16,-5 3-46-16,2 4-35 0,-3 3-26 15,2 6-17-15,0 0-12 0,-2 8-10 0,-2 0-12 16,4 1-10-16,-3 1-9 0,3-1-6 0,4-3-5 16,-3-3-5-16,4-4-12 0,1-5-38 15,2-4-74-15,0-6-72 0,-2-5-131 0,2-5-187 16,0-7-312-16,-2-1-307 0,0-6-204 0,1-5-90 15,-2-5 382-15,-1-2 543 0</inkml:trace>
  <inkml:trace contextRef="#ctx0" brushRef="#br1" timeOffset="83703.57">23960 1674 158 0,'8'-32'740'0,"-2"5"413"15,0 6 70-15,-1 3-149 0,0 3-441 16,-1 3-299-16,1 2-152 0,4 1-66 0,-1 0-21 15,2 2 7-15,2 4 1 0,1-2-3 0,2-1-9 0,2 1-9 16,2 1-16-16,-2-1-26 0,5 1-18 0,0-1-7 16,-1 2-6-16,1 0-10 0,2 3-39 0,-5 0-46 15,-2 3-104-15,4 0-181 0,-9 2-295 0,4 2-288 16,-5 0-248-16,1 4-112 0,-3 1 313 0,-1 1 528 16</inkml:trace>
  <inkml:trace contextRef="#ctx0" brushRef="#br1" timeOffset="83953.24">24329 1879 255 0,'-6'42'789'0,"-2"0"363"0,1 2 45 16,-2-1-236-16,6-1-363 0,2-4-263 0,2-4-145 15,6-2-75-15,2-7-44 0,5-4-22 0,2-7-21 16,5-6-6-16,2-3-10 0,4-11-3 0,2-3-1 16,-1-6 4-16,-1-5 0 0,0-5 1 15,0-2 13-15,-3-4 34 0,-6 1 66 0,-3-2 57 16,-6 4 32-16,-3-1 7 0,-4 1-11 0,-6 2-32 15,-4 1-52-15,-4 2-46 0,-3 4-30 0,-5 4-20 16,-1 3-14-16,-5 6-9 0,3 6-4 16,-1 6-5-16,0 4-4 0,4 5-11 0,2 5-69 15,2 2-74-15,3 2-161 0,4 2-280 0,1 1-313 16,5 1-383-16,0 1-234 0,3 1 53 0,3-2 685 16</inkml:trace>
  <inkml:trace contextRef="#ctx0" brushRef="#br1" timeOffset="84786.04">24872 2248 117 0,'-6'6'685'16,"-1"-2"442"-16,2 1 114 0,2-4-130 0,-2 1-414 16,2-4-304-16,3 1-139 0,3-6-37 15,2-4-3-15,3-4 15 0,5-2 1 0,1-8-12 16,5-3-27-16,2-4-40 0,2-4-32 0,4-1-35 16,2-2-16-16,-3 0-14 0,0 1-10 0,-2 2-7 15,-2 4-6-15,-4 6-1 0,-3 2-9 0,-3 5-4 16,-2 5-1-16,-2 2-4 0,-3 3-5 15,0 3-1-15,-1 4-1 0,-2 6 0 0,-1 4 1 16,-1 6 2-16,-1 3-1 0,-3 8 4 0,2 1 1 16,-3 6 1-16,0 0-2 0,0 1 0 0,2 3 2 15,-2-2-5-15,2-1-2 0,0-1-1 16,0-3 0-16,3-3-2 0,3-2-1 0,0-6-1 16,2-4 0-16,3-1 0 0,1-8 1 0,5-5 0 15,4-5 1-15,2-8 0 0,6-4 0 0,0-7 0 16,3-3 0-16,-1-3-4 0,2-1 0 15,-4-3 2-15,-1 3-1 0,-3 0 2 0,-1 5 5 16,-7 2 11-16,-3 5 4 0,2 2 5 0,-7 5 5 16,1 3-1-16,-6 3-3 0,2 5-5 0,-4 4-6 15,-2 3-7-15,-1 5-3 0,0 6-3 16,-1 3-2-16,-3 1-1 0,2 4 0 0,-1 1-1 16,2-1 0-16,2 2 0 0,2-1-1 0,-1-2-1 15,4-4-1-15,-1-1 1 0,6-4 0 0,-1-4 0 16,6-3 1-16,1-6 1 0,4-7 0 15,1-4 1-15,4-4 0 0,3-4 0 0,-1-7 0 16,-1 0-1-16,2 2 0 0,-3-4-1 0,-5 4 1 16,2 1-1-16,-3 4 1 0,-3 2 2 0,-4 3 1 15,-2 4 2-15,0 4 2 0,-4 4 1 0,1 3 1 16,-4 5 1-16,0 2-2 0,-4 7-1 0,0 1-2 16,-2 4-2-16,-1 3-1 0,-1 5-3 15,2-2-1-15,-1 1-2 0,6 3-2 0,-4-3-2 16,10-1-8-16,-4-3-16 0,7-2-28 0,0-3-77 15,2-5-93-15,1-3-182 0,2-6-290 0,1-3-343 16,2-6-402-16,2-5-197 0,3-4 181 0,1-6 749 16</inkml:trace>
  <inkml:trace contextRef="#ctx0" brushRef="#br1" timeOffset="85118.89">26089 1988 355 0,'13'-26'1149'16,"-5"3"534"-16,-7 5-130 0,3 4-376 0,-4 1-442 15,-4 4-275-15,3 6-182 0,-3 3-115 16,0 3-56-16,-4 6-32 0,3 4-20 0,1 4-10 15,-1 3-8-15,-2 2-8 0,1 2-8 0,2 3-7 16,0 2-6-16,1 1-4 0,0 0-3 16,1 0-1-16,2-2-1 0,3-3-1 0,2 0-1 15,3-7 0-15,5-4 0 0,0-3 0 0,4-6 2 16,2-5 0-16,1-6 0 0,4-5 2 0,1-7 0 16,2-2 0-16,-1-6 0 0,2-4 0 15,2-5 0-15,2 1 1 0,-4-4-1 0,-1 4 0 16,-3 1 1-16,-7 4 3 0,0 7 3 0,-5 3 3 15,-3 6 2-15,-3 1 2 0,-2 7 1 0,-3 5 1 16,-2 6 2-16,-3 7 0 0,-4 8 2 16,1 1-1-16,-3 8-2 0,0 3-3 0,0 2-6 15,2 2-5-15,0 2-3 0,0 1-2 0,2 1-1 16,1 0 0-16,2-2-1 0,3-3-5 0,1-2-15 16,6-4-28-16,-1-8-65 0,0-4-92 0,4-4-176 15,-1-4-287-15,5-4-349 0,2-5-416 0,0-2-265 16,-2-4 131-16,4 0 785 0</inkml:trace>
  <inkml:trace contextRef="#ctx0" brushRef="#br2" timeOffset="98299.65">254 11868 148 0,'2'-4'284'0,"-2"4"111"15,0 0-16-15,0 0-87 0,-2-6-67 16,1 1-34-16,-3 0-16 0,1 1-1 16,0 1 5-16,3 3 11 0,0 0 22 0,0 0 34 15,0 0 38-15,0 0 49 0,3-4 31 16,2 0 2-16,-2 2-23 0,-3 2-41 16,0 0-45-16,0 0-54 0,-5-5-32 0,5 5-22 15,0 0 0-15,0 0 0 0,0 0 4 16,0 0 4-16,0 0-14 0,0 0-17 15,0 0-26-15,0 0-22 0,0 0-22 16,0 0-16-16,0 0-12 0,0 0-6 0,0 0-1 16,0 0 2-16,0 0-8 0,0 0-3 15,5 5-1-15,0 1-2 0,-1-2 3 16,-2 6 1-16,0 3 6 0,-1-2 4 16,-1 3 2-16,0 3 7 0,2 0 1 15,-2 4 0-15,0 1-2 0,-2 3 0 0,2 0-4 16,-1 2-10-16,-1 0-8 0,2 1-2 15,-2 0-1-15,0-1-1 0,0-3 0 16,2 1 1-16,-2-2 1 0,2-2-1 16,0-1-1-16,0-2-1 0,-1 1 0 0,1-3-6 15,0-2-5-15,0-1-3 0,1 0 1 16,-1-2-1-16,2 2-1 0,-2-3 7 16,2 0 2-16,0 1 1 0,0-1 0 15,-2 0 1-15,0 0 0 0,0-1 0 16,2-2-1-16,-1 2 2 0,-1-1 0 0,2-1 1 15,-1-1-2-15,-1 0 1 0,2 0 0 16,-2-6-1-16,0 6 0 0,0-6 1 16,0 6 0-16,2 0-1 0,-2-6 1 15,0 7-1-15,0-1 2 0,1 0-2 0,-1 1 0 16,0-1 0-16,2 0 0 0,-1 0 0 16,1 0-2-16,1-2 2 0,-3 3 0 15,2-4-1-15,1 2 1 0,-1 0-1 0,-1-1 2 16,4 1-2-16,-2-2 2 0,0 1-1 15,2 1 0-15,-2-1-1 0,2-1 0 16,0 2 0-16,2-1 1 0,-2 1 7 16,0-1 4-16,1 1 1 0,-1-3 0 0,4 3 1 15,-4-1 0-15,3-2-4 0,0 1-2 16,1 0-1-16,1-1 2 0,1 1 0 16,1-2-1-16,0-1 1 0,1 2 0 0,1-2 0 15,-2 0-4-15,4 0-4 0,-3-2-1 16,4 1-1-16,-1-2-1 0,1 1 0 0,1 2 5 15,-1-5 3-15,2 2 2 0,0-1 1 16,0 1-1-16,1-1 2 0,1-1-1 0,0 1 0 16,-1-2 0-16,-1 1 0 0,0-1 0 15,0 2-1-15,0-1-1 0,0 1 0 0,-3 1-1 16,1 0 0-16,-1 0 0 0,3 0 0 16,-3 0-1-16,3 1-1 0,1 2 1 0,-2-5-1 15,2 4 0-15,2-1 0 0,-1-2-1 16,1 1 1-16,0-1 0 0,1 0 5 0,0 0 2 15,2-2 1-15,1 2 0 0,-3-4 0 16,0 3 1-16,0 0-5 0,1-1-1 0,-2 1-7 16,-1 1-3-16,2 1-1 0,1 1-2 0,0-1 0 15,-2 0-2-15,0 3 5 0,2-1 3 0,-2 1 2 16,2 0-1-16,-2 0 1 0,3 0 0 0,-4 0 0 16,4 0 0-16,-1 0-1 0,1 0 1 0,-1-1-1 15,-2 1 0-15,0 0 0 0,0 0 1 0,2 0 0 16,-3 0-1-16,2 1 1 0,-1-1-1 0,-1 1 0 15,1 0 0-15,-2 1 0 0,0 1 5 0,3-1 2 16,-4 1 1-16,2 1 1 0,-2 0 0 0,1-2 1 16,-1 3-5-16,0 0-4 0,2-3 0 15,-2 3 1-15,1-1-2 0,2 1 1 0,-1-2 0 16,3 1 1-16,-1-1 1 0,3-2-1 0,-1 3-3 16,1-3-4-16,0 0-2 0,3 1 0 0,-1 0-2 15,1-1 0-15,-1-1 5 0,2 0 1 0,0-1 3 16,0-1-1-16,0 0 1 0,-3 0 0 0,3-2 0 15,-4 2 5-15,2-3 2 0,-1 2 1 16,-2 0 1-16,2-2 0 0,-2 3 0 0,0-1-5 16,-4 1-3-16,3 1-1 0,-2 0-1 0,-3 1 1 15,3 1-1-15,-3 2 0 0,0 0 1 0,0-1 0 16,-3 5 0-16,3-3 2 0,-2 2-1 0,1 1 1 16,-1-1 1-16,-1 0-1 0,3 1 0 15,-3 2 1-15,1-3-2 0,-1 2 1 0,3-3-2 16,-2 1 1-16,-1-1-1 0,1 1 0 0,1-2 1 15,1 1-1-15,1-1 1 0,-1-1-1 0,0 2 0 16,2-3 1-16,1 3-1 0,0-5 0 0,1 2 1 16,0 1-1-16,-1-2 1 0,2 1-1 15,-1 1 1-15,0-1-1 0,0-1 0 0,1 0 0 16,1 1 0-16,-2 0-1 0,2 0 0 0,-3 0 0 16,3 1-1-16,0-2 0 0,-2 2-1 0,0 0 0 15,1-2 1-15,1 3 0 0,-2-1 1 16,0-2 1-16,1 1 1 0,1-1 1 0,0 1 0 15,-2-2 0-15,4 1 1 0,-2-1-1 16,3 0 0-16,-1 0 0 0,0-1 0 0,0 1 0 16,0-2-1-16,0 2 0 0,1 0 0 0,1 2-1 15,-3-2 0-15,1 1-1 0,0 2 1 0,0-2-1 16,0 3 1-16,-3-2 0 0,1 2 0 16,2-2 0-16,-2 3-1 0,0 1-1 0,-2-4 0 15,2 2 1-15,2 1-1 0,-2-2 1 16,0 2-1-16,-1-3 2 0,0 2-1 0,1-2 1 15,0 1 0-15,2-1 1 0,-2 0 1 0,1 0-1 16,2 0 0-16,1-2 1 0,1 1 0 0,0 1 0 16,0-2 0-16,3 0-1 0,-1 1 0 15,0-1 0-15,1 2 0 0,0-1-1 0,1-1-1 16,-2 0 1-16,0 2-1 0,-1-1 0 16,1-1 0-16,1 0 0 0,-1 2 1 0,-1-2-1 15,1 0-1-15,1 0 0 0,-1 0 1 0,0-2-1 16,-1 2 2-16,1-1 0 0,-1-1 2 15,1-1 1-15,1 2-1 0,-1-2 0 0,0-1 0 16,1 2 0-16,-2 0-1 0,3-1 1 16,0 2 0-16,-2 0-1 0,-1-1 0 0,1 0-1 15,0 1 0-15,-1 1 0 0,-1-1 0 0,0 1 0 16,0 0-1-16,0 1 0 0,0-1 0 16,-2 1-1-16,0 1 0 0,2-2 0 0,-1 2 0 15,-1 0 1-15,0 0 1 0,1-1 0 0,-1 1 1 16,2 0 0-16,-1 0 2 0,1 1-1 15,1-1-1-15,-1 1 0 0,4-2 0 0,-1 2-1 16,0-3 2-16,2 2-2 0,0-4 1 0,0 2-1 16,-1-3 0-16,1 0 0 0,-2-1 0 15,0-2 0-15,1 0 1 0,-3-1 0 0,1-4 0 16,-2 3 0-16,0-5-1 0,0 2 0 16,0-2-1-16,-2 2 0 0,-1-1-2 0,0 2 3 15,-1-1-1-15,-1 2 1 0,-1 0 1 0,-1 0 0 16,2 1 1-16,-2 3 0 0,0-1-1 15,1-2 0-15,0 2 0 0,-2 2 1 0,3-1-1 16,-3-1-1-16,2 1 1 0,-3 1-1 0,1 1 1 16,-2-2-2-16,0 3 1 0,-2-3 1 15,0 2-1-15,-1 2 0 0,-1-1 0 0,-2 1 0 16,-1 1 0-16,1 1 0 0,-1 1 0 0,-1 2 0 16,-1 1-1-16,1 1 1 0,0 1 0 0,-2 2-1 15,-1 0 1-15,2-1-1 0,-3-2 1 16,-1 0-1-16,-3-2 1 0,4 0-1 0,-5 0 1 15,0-3-1-15,-1 1 1 0,1-2 0 16,-1 1 0-16,-1-2 2 0,1 1 0 16,1-3 2-16,-1-1-1 0,1-1 1 0,1-1-2 15,-1 0 1-15,1 0-1 0,-1-3-1 0,3 4 0 16,-2 0 0-16,0-2-1 0,2 1 1 0,-1 0-2 16,0 2 1-16,1-2-1 0,-1 0 2 15,0-1-1-15,1 1 0 0,0-2 0 0,-1-1 1 16,0-1 0-16,-2-3-1 0,2 0 0 0,-2-3 1 15,2-3-1-15,-2 0 0 0,0-2 0 16,-1-3 0-16,-1-1 0 0,2-3-1 0,-3-2 2 16,2 0 0-16,0-1 1 0,-1-4 2 0,1-1 0 15,1-3 1-15,0 1-1 0,0-6 0 16,0 0-2-16,-1-2-1 0,1-3 0 0,-1-1-2 16,-1-1 0-16,1-3-1 0,-2 1 0 0,1-1 1 15,1 0 1-15,-2 1 1 0,0 0 1 16,0 2 0-16,0 1 1 0,0 4-1 0,0 1-1 15,0 3 0-15,0 4-1 0,0 2-1 16,2 4 1-16,-2 4-1 0,1 3 1 0,-1 2-1 16,2 3 2-16,-2 1-1 0,2 2 0 15,-1 4 0-15,1-2 0 0,-1 2 0 0,-1-1-1 16,3 1 1-16,0 0-1 0,-1-3 0 0,1 2-1 16,-1 0 1-16,1-3 0 0,0 3-1 0,0-2 1 15,-1 1 0-15,1 2 0 0,0 1 1 16,-1-1 0-16,2 4 0 0,-4 2 1 0,2 1 0 15,-2 2 1-15,0-1-1 0,0 2 1 16,0 1 2-16,0 0 0 0,0 2 0 0,0-2 1 16,0 2 0-16,0 0-1 0,0 0 0 0,0 0-1 15,-2 0-1-15,2 0 1 0,0 0-1 16,-1-1-1-16,-2 1 0 0,1 0 1 0,2 0 0 16,-1 0 1-16,-1 0 1 0,1 0 2 0,-1 0 2 15,0 0 1-15,1 0 1 0,-3 0 1 16,3 0 0-16,-4 0 1 0,3 1 0 0,-4 1 0 15,0 0 2-15,1 0 1 0,-1 1 1 16,-1 0 1-16,-2-1 0 0,3 1-4 0,-1 0-13 16,-1-1 0-16,-1 0 0 0,1 1 0 15,0-1 0-15,0-2 0 0,-3 5 0 0,3-5 0 16,-1 1 0-16,-2 0 0 0,1-1 0 0,-1 1 0 16,-3-1 0-16,1 0 0 0,-2 0 0 0,-3 0 0 15,-1-1 0-15,-3 0 0 0,0 1 0 16,-7-1 0-16,-1-4 0 0,-3 3 0 0,-2-1 0 15,-4-1 0-15,-1-1 0 0,-1-1 0 16,-1 0 0-16,-1 0 0 0,-3 0 0 0,3 0 0 16,-3-1 0-16,1 0 0 0,-3-2 0 0,2 1 0 15,-4 3 0-15,2-3 0 0,-2 1 0 16,-1 1 0-16,-1 0 0 0,2 0 0 0,0 3 0 16,0 0 0-16,-1 0 0 0,5 2 0 0,-3 1 0 15,5 0 0-15,-2 0 0 0,2 1 0 16,1 1 0-16,1 1 0 0,2-3 0 0,3 1 0 15,3 1 0-15,-1-2 0 0,8 1 0 0,0-1 0 16,2-1 0-16,1-2-130 0,4 0-314 16,2 0-297-16,1-1-380 0,4 0-468 0,2 0-347 15,-3 0 344-15,4-1 1030 0</inkml:trace>
  <inkml:trace contextRef="#ctx0" brushRef="#br2" timeOffset="102242.46">8061 10842 269 0,'0'2'840'16,"-3"3"335"-16,0-5-2 0,0 0-160 15,0 0-502-15,3 0-268 0,3 0-128 0,0-3-59 16,5 0-26-16,0-3-14 0,6-1-7 16,-1-2-4-16,7-3 0 0,1-2-3 0,4-3-2 15,5 0 5-15,5-4 2 0,3-1 3 0,3-2-1 16,5 1 2-16,1-1 1 0,3 1-6 15,3-4-1-15,1 4-5 0,1-2 0 0,-1 0 2 16,3 1 3-16,0 0 2 0,1-1 0 0,1 2 1 16,-1 1 1-16,2-4-1 0,0 2-3 15,-1-1-4-15,1-1-1 0,-3 2 0 0,2-3-1 16,-2 1-4-16,-1 1-4 0,0-2-1 0,-1 2 2 16,-1 2 4-16,0-1-1 0,-1 1 4 15,-1 2 7-15,-2 2 1 0,0 2 1 0,-2-1-2 16,-1 3 0-16,-2 2-3 0,-2 1-1 15,-3 3-2-15,-2 1-2 0,-3-1-1 0,1 3-2 16,-4 2 2-16,-2 0 1 0,-3 0 0 0,1 1 1 16,-1 0-2-16,-2-1 1 0,1 1 0 15,-1-3-2-15,-1 0-1 0,0 0-2 0,1-3 1 16,0 1 0-16,3-4 7 0,-1-1 4 16,0-3 5-16,2 2 3 0,1-1 2 0,0-1 3 15,0 0-6-15,2 1 2 0,-2 2-6 0,0-1-1 16,0 1 0-16,-2 2-1 0,2-1-3 0,-1 3 0 15,-1 0-1-15,0 1 1 0,-1-2-1 16,-2 1-4-16,1 2 0 0,-2-1 9 16,1 2 9-16,0 0 4 0,2 0-1 0,-2-2 3 15,-1 3-1-15,3-3-10 0,-2 0-11 0,1 1-4 16,0-4-2-16,0 1 1 0,-2 0-1 0,1-1 4 16,0-1 5-16,-1 0-2 0,-1-1 2 15,1 0-2-15,-2 3 5 0,2-2-1 0,0 2-3 16,-3-2 0-16,2 1 2 0,-1 2-1 15,-1-2-1-15,3 1 0 0,-2 1 1 0,1-2 2 16,-2 2-2-16,3-2 3 0,-1-1-6 0,1-1 0 16,-2 1-2-16,0-1-3 0,2 0-2 15,0-2-3-15,-2-1 2 0,3 0 0 0,0 0 1 16,-1-1 0-16,1-2 2 0,-1 4 0 0,3-2 2 16,0-1-1-16,0 2 0 0,0-1 1 15,-1 0-1-15,3 1 0 0,-1 1-2 16,-2 0 4-16,2 1 0 0,-1-1 2 0,2 1 3 0,-1-1 3 15,2 0 2-15,2 0-1 0,-1-2 0 16,1 0 1-16,3 0-1 0,1 0 0 0,0-1 1 16,2 0-7-16,-1 0-1 0,-1-1-3 15,2 2 1-15,0-2-3 0,0 1 0 0,-2 0 1 16,3 0-3-16,-2-2 0 0,-1 4-2 0,1-2 3 16,-1-1 2-16,1 2-1 0,-1-3 6 15,0 2-1-15,-1-2 5 0,2 3 2 0,-3-3-4 16,3 1 2-16,-1 0-4 0,0 2-1 15,1-1 1-15,-1 0 1 0,-1 2 0 0,0 0-1 16,-2 1 3-16,0 1 0 0,1-2-3 0,0 2-1 16,-2 2 0-16,-1-1 0 0,2 0-4 15,-3 1-2-15,1 0 1 0,-1-1-4 0,0 0-1 16,-2 1 1-16,-1 0 7 0,0 0 3 16,0 2 2-16,0-3 6 0,-2 2 3 0,0 1-2 15,-1-1-3-15,2 0 0 0,-1 1-3 0,-2 1-1 16,2-2-1-16,-2 3 1 0,1-2-3 15,1 3 1-15,-2-2 4 0,3 0-5 0,-4 2 1 16,3-1 2-16,1 0-1 0,-4 1-2 16,0-1 2-16,2 1 0 0,-1 1-2 0,1 0-3 15,-3-2 4-15,2 2-2 0,-1 2-2 0,2-3 1 16,-2 1-1-16,0 1-2 0,2-1-1 16,-2-2 1-16,1 2-1 0,0-1-1 0,-1 1-3 15,2-2 4-15,-3 2 5 0,2-2 1 16,-1 0 3-16,-2 1 1 0,1-1 3 0,0 2-1 15,-3-1-4-15,0 2 3 0,0-1-4 0,-1 1 1 16,-2 1 1-16,0-1 0 0,-2 1 3 16,1 1-1-16,1-1-1 0,-3 3 3 0,-1-2 7 15,3 2 7-15,-1-1 0 0,-2 1 4 16,5 1 1-16,-3-2-1 0,0 1-8 0,2 0-7 16,1-1-5-16,-2 0 0 0,2 0-1 0,-4-3-1 15,4 2-3-15,-2 0 0 0,-1-1 1 16,0-2-3-16,0 3-1 0,-3 0 1 0,2-2 0 15,-4 0 3-15,2 2-1 0,-2-1-3 16,-1-1 1-16,-1 2 0 0,-1-2 0 0,1 2-1 16,-3 1 3-16,-1 0 4 0,-1 1-7 0,-1-2-16 15,0 2-19-15,-1-1-48 0,-1 0-92 0,-3 1-122 16,-1 0-148-16,0-1-265 0,0 2-255 16,-1 2-150-16,-2-2 94 0,1 1 332 0</inkml:trace>
  <inkml:trace contextRef="#ctx0" brushRef="#br2" timeOffset="102666.26">15045 7649 271 0,'2'1'829'0,"-2"-1"342"15,-2 0 15-15,-1 0-185 0,3-1-448 0,-1 1-263 16,-1 0-126-16,2 0-66 0,0 0-37 16,0 0-23-16,0 0-16 0,0 0-11 0,0 0-4 15,3 0-5-15,0-2 7 0,0 2 9 16,4-2 16-16,-1 2 26 0,2-1 22 0,4 0 17 16,0 1 17-16,3-2 6 0,3 0-7 15,2 1-16-15,0 1-1 0,3-2 1 0,2 1-13 0,2 2-12 16,0 1 2-16,0-1-2 0,-1 3-16 15,2 0-13-15,-1 2-6 0,1-1-1 0,-1 2-6 16,-2-1-3-16,2 1-3 0,-2 1 0 16,1-1-4-16,-2 3-4 0,-1-2-1 0,-1 1 0 15,-2-1-1-15,-2 0 0 0,0 3 0 16,-2-2 0-16,-4-2 1 0,-1 2 0 0,-3 1 4 16,-3 1 2-16,-3 0 1 0,-2 1 1 0,-4 2-5 15,-4 0-4-15,-4 5-4 0,-2 1-4 0,-5 3-5 16,-2 1-3-16,-6 4-3 0,-3 2-15 15,-2 1-50-15,-3 0-75 0,-5 1-110 0,0-3-201 16,-3 2-302-16,-1-4-347 0,0-2-319 16,-3-3-138-16,0-5 349 0,0-1 683 0</inkml:trace>
  <inkml:trace contextRef="#ctx0" brushRef="#br2" timeOffset="112082.56">12579 9678 66 0,'4'-10'593'16,"-2"2"464"-16,-2-1 186 0,0 7-63 0,-2-4-305 16,2 1-244-16,0 4-154 0,0 0-98 15,0-1-69-15,2 2-61 0,-2 0-76 0,1 0-68 16,-1 0-43-16,0 3-24 0,0 3-11 0,0 2-5 15,0 9-1-15,0-2 0 0,0 8 2 16,0 3 4-16,0 4-1 0,0 2 2 0,0 5 2 16,0 0 1-16,0 2-1 0,-1 3-2 15,1-3-3-15,0-1-5 0,0 2-4 0,1-5-4 16,-1-1-4-16,2-1-3 0,0-4-2 0,-1-5-1 16,1-3 0-16,1-4-1 0,2-1-1 15,-2-4 0-15,2-3 0 0,2-2 0 0,0-4 0 16,3-3 0-16,0-3 0 0,3-4 0 0,0-5 1 15,3-3-1-15,-2-3 1 0,3-2-1 16,-4-2 0-16,3-3-1 0,-3 2 0 0,0-3 0 16,-3 3-1-16,-2-1 1 0,1 2 0 0,-2 1 1 15,-2 2 0-15,-2 0 1 0,-2 3 0 16,1 3 2-16,-2 1-1 0,0 3 0 0,0 1 1 16,0 1-2-16,-2 2 1 0,2 2-1 0,0 3 0 15,-3 2 0-15,3 2 0 0,-3 7 1 0,1 4 0 16,-1 3 0-16,0 4 2 0,-3 4-2 15,1 2 0-15,2 4-1 0,0 0 0 0,0 0-3 16,3-1 0-16,0-2-1 0,1-2-1 16,2-4-9-16,2-2-14 0,3-5-19 0,-2-4-39 15,5-3-66-15,-1-7-73 0,2-4-113 16,-2-5-171-16,4-9-289 0,-1-1-291 16,0-8-228-16,1 2-138 0,-1-4 305 0,-1-2 575 0</inkml:trace>
  <inkml:trace contextRef="#ctx0" brushRef="#br2" timeOffset="112381.76">13025 9937 73 0,'4'12'551'0,"0"1"426"0,0 6 216 0,0 1-59 15,2 3-315-15,-2 4-203 0,1 2-125 16,0 3-98-16,1-1-74 0,-1 0-59 0,1 1-69 16,-1-2-73-16,0-4-52 0,1 0-29 0,-1-5-14 15,1-4-10-15,0 0-5 0,-1-6 7 0,0-2 3 16,0-4 6-16,0-4 6 0,-2-4 3 15,3-4 0-15,-3-7-4 0,0-5-4 0,2-1-5 16,-2-2-3-16,1-5-1 0,-1 0-4 16,0-2-2-16,1-1-4 0,-1 0-2 0,1 1-4 15,-1 3 0-15,0-1-2 0,0 5 1 16,-1-2-1-16,1 7 0 0,-1 2-2 0,-1 4-1 16,1 3-1-16,2 1-1 0,-2 3-2 0,1 4-9 15,0 0-34-15,1 6-68 0,-1-1-69 16,0 2-111-16,-1 0-168 0,1 1-262 0,0-1-301 15,1 1-212-15,0-2-148 0,0 1 223 16,4-1 519-16</inkml:trace>
  <inkml:trace contextRef="#ctx0" brushRef="#br2" timeOffset="112632.42">13339 10104 11 0,'10'18'402'0,"1"0"357"0,-2 3 295 0,1-2 85 16,2 2-320-16,-2-1-264 0,2-1-174 0,0-4-105 15,0-1-77-15,1-5-41 0,1-3 10 0,0-5 35 16,1-4 24-16,-1-3 2 0,-2-6-8 15,-2-1-28-15,1-4-41 0,-3-2-40 0,-2-2-23 16,-1 1-14-16,-3-3-8 0,-4 1-10 16,-1 0-9-16,-2 1-9 0,-5 1-11 0,-2-1-8 15,-2 2-9-15,-2 0-1 0,0 5-3 16,-1 0-1-16,1 5-2 0,-3 3 0 0,5 4-1 16,-4 8-3-16,5 1-3 0,-2 5-1 0,5 2-6 15,2 4-14-15,-1 4-40 0,4-3-73 0,2 2-95 16,3-1-164-16,0-1-295 0,2-2-332 15,1-3-340-15,3-3-182 0,3-2 168 16,1-4 661-16</inkml:trace>
  <inkml:trace contextRef="#ctx0" brushRef="#br2" timeOffset="112916.07">13763 9574 8 0,'0'-21'530'0,"2"5"513"0,-4 3 233 0,2 1-74 16,-2 4-316-16,2 3-300 0,2 2-162 16,-2 6-81-16,2-1-54 0,-1 7-41 0,2 3-41 15,-1 4-45-15,3 3-49 0,-2 6-31 16,3 3-14-16,-3 5-9 0,0 3-5 0,-1 3-8 16,1 1-7-16,-3 3-5 0,0 2-8 0,0 0-7 15,-1 2-5-15,-1 2-4 0,0-2-4 0,-1 0-4 16,2 0-3-16,-1-1-1 0,0-5-4 15,-2-2-11-15,2-3-23 0,-1-5-57 0,-2-3-72 16,-3-8-122-16,0-2-205 0,-1-4-303 16,0-7-343-16,-3-3-284 0,0-7-131 0,-1-5 389 15,-1 0 658-15</inkml:trace>
  <inkml:trace contextRef="#ctx0" brushRef="#br2" timeOffset="113132.1">13518 9876 419 0,'3'-2'1283'0,"0"-1"340"0,2 3-213 16,-2 0-292-16,3 3-489 0,-1-3-262 0,2 2-161 15,-1 4-74-15,2-4-39 0,4 3-29 16,0 0-22-16,3 0-17 0,3-1-9 0,2 0-7 16,2-1-4-16,1-1-4 0,2-1-6 0,3-1-33 15,2 2-76-15,0-4-108 0,0 2-188 0,0-3-290 16,0 2-348-16,1-2-361 0,-1 0-160 0,-2 3 301 15,-3 0 692-15</inkml:trace>
  <inkml:trace contextRef="#ctx0" brushRef="#br2" timeOffset="113864.93">13940 10341 266 0,'6'3'817'0,"-1"-2"351"0,-2-1 16 16,1-1-205-16,0-4-366 0,0-1-207 16,2-3-72-16,-2-3-24 0,3-1-27 0,-1-5-29 15,3-1-28-15,-1-5-58 0,0 1-47 16,0-3-40-16,2 0-19 0,-2 1-11 0,0 1-17 16,-2 3-9-16,0 3-8 0,0 2-6 0,-2 6-1 15,-1-2-1-15,0 7-1 0,-1-1 0 16,-1 4 1-16,3 4 1 0,-3 5-3 0,2 4 0 15,-1 4-1-15,1 4 0 0,0 4-1 0,-2 4 1 16,3 0-3-16,-1 1 2 0,0 2 0 16,2-1-2-16,1-3 0 0,0-3-2 0,-1-2 0 15,2-4-1-15,-1-3-1 0,2-4 0 0,1-3 1 16,1-5 0-16,-1-5 3 0,2-5 0 16,2-6 0-16,1-5 0 0,-1-5-1 0,0-2-1 15,2-2-1-15,-2 1 0 0,1 1 0 16,-3 1 0-16,-3 4 0 0,3 4 0 0,-4 0-1 15,-3 4 0-15,1 6 0 0,-2 1 0 0,2 3 0 16,-4 6 1-16,1 3 0 0,-2 3 1 0,1 4 1 16,-1 4-1-16,0 3 0 0,0 2-1 15,0 4-2-15,0-1 1 0,2 2-1 16,1 1-2-16,1-2-4 0,0 0-21 0,1-1-64 16,0-2-68-16,3-3-100 0,-2-2-158 15,4-5-246-15,-1-3-320 0,4-4-242 0,0-4-180 16,2-5 139-16,0-5 521 0</inkml:trace>
  <inkml:trace contextRef="#ctx0" brushRef="#br2" timeOffset="114164.69">14593 10264 226 0,'13'-15'708'0,"-2"3"364"0,-3 1 118 0,-2 6-195 15,1 3-215-15,0 4-168 0,-1 3-134 0,1 6-88 16,-1 3-75-16,-1 4-64 0,0 1-84 16,2 2-73-16,-2 2-41 0,3-2-24 0,-1-2-12 15,2-1-8-15,-1-2-5 0,0-4 0 0,3-4-2 16,-2-3 1-16,-1-4 1 0,0-5-1 15,2-2 2-15,-6-4-1 0,1-3 0 0,-2-5 0 16,-3 0 2-16,0 0 1 0,-4-3 4 16,-1 2 1-16,-4-2 1 0,-1-1 0 0,-3-2-1 15,-1 2-4-15,-2 0-1 0,1 2 4 16,0-1 5-16,0 3 3 0,0 5 3 0,1 3-2 16,1 3 0-16,4 3-7 0,-2 8-6 15,3 3-3-15,1 5-3 0,3-1 0 0,-1 7-1 0,2 0-2 16,3 4 0-16,2 0-2 0,-1 1-2 15,5 1-13-15,-1-1-33 0,1-1-73 0,1 0-79 16,-1-4-149-16,3-2-255 0,-1-4-321 16,2-3-337-16,2-1-205 0,1-6 22 0,1-3 573 15</inkml:trace>
  <inkml:trace contextRef="#ctx0" brushRef="#br2" timeOffset="114381.3">14938 10081 81 0,'3'-12'735'0,"-1"3"673"0,-1 2 167 16,-1 3-222-16,-1 2-425 0,-1 4-368 16,0 0-201-16,1 4-138 0,-1 3-84 0,1 1-54 15,1 4-30-15,0 1-21 0,1 4-13 16,1 1-6-16,-1 3-5 0,3 5-2 0,-1 1-2 16,0 5-3-16,1 2-3 0,-2 3-5 0,0 0-31 15,-2 1-78-15,0-2-93 0,-4-1-173 16,-2-3-286-16,2-6-344 0,-1-1-369 0,-2-4-184 15,-2-9 185-15,-2-3 693 0</inkml:trace>
  <inkml:trace contextRef="#ctx0" brushRef="#br2" timeOffset="114566.04">14875 9932 241 0,'0'-19'1161'0,"0"5"547"0,0 2-167 16,0 7-339-16,-2 2-461 0,0 0-312 0,1 7-205 15,1 3-96-15,0 0-48 0,1 5-31 0,3 0-18 16,0 2-14-16,3 5-6 0,2 0-5 0,1 5-4 16,-2 6-14-16,2 0-80 0,0 3-114 15,-2 4-256-15,0-2-284 0,1 1-368 0,1 0-456 16,1-3-163-16,1 0 497 0,1-4 844 16</inkml:trace>
  <inkml:trace contextRef="#ctx0" brushRef="#br2" timeOffset="114749.45">15365 10357 122 0,'-4'6'1231'0,"-2"5"683"0,-3 1-256 15,-2 3-430-15,-1 8-389 0,0 0-436 0,1 4-215 16,-2 0-92-16,4-2-43 0,2 0-21 16,2 0-17-16,4-5-18 0,-1-3-33 0,4-4-87 15,-1 0-145-15,1-3-249 0,1-8-309 0,1-2-396 16,-1-6-448-16,2-6-64 0,-1-3 675 15</inkml:trace>
  <inkml:trace contextRef="#ctx0" brushRef="#br2" timeOffset="114899.58">15401 9796 618 0,'-6'-40'1655'0,"-7"8"134"16,0 9-378-16,1 7-371 0,-4 6-461 0,0 5-313 15,0 5-132-15,3 5-62 0,0 2-32 0,1 4-19 16,4 2-17-16,2 0-38 0,5 3-87 15,-1 2-139-15,2 0-261 0,3 1-305 0,-1 3-388 16,5 1-416-16,0-1-59 0,1 3 646 0</inkml:trace>
  <inkml:trace contextRef="#ctx0" brushRef="#br2" timeOffset="115699.6">16135 10155 25 0,'0'-6'508'0,"-2"3"461"16,0 0 238-16,2 1-56 0,-1-1-350 0,-1 3-300 16,2 0-145-16,2 2-59 0,-1 2-9 0,1 3-10 15,1 4-16-15,0 3-28 0,2 5-43 0,2 4-46 16,0 3-41-16,3 8-24 0,0 3-16 15,0 5-9-15,1 2-8 0,-1 5-8 0,2 1-5 16,1-1-5-16,-3 3-7 0,2 0-5 16,0-2-3-16,-3 0-4 0,-1 0-3 0,-2-2-2 15,-1-3-2-15,-2-4-1 0,0-4 0 0,-1-4 0 16,-2-6 1-16,0-6-1 0,-2-5 1 16,-1-4 0-16,0-4 1 0,-3-8-2 0,-1-7 1 15,1-3-2-15,-3-8 0 0,1-4-2 16,-1-6 1-16,0-9-2 0,1-6-1 0,0-4 0 15,3-6 1-15,2-4 1 0,3-3 0 0,0 0 1 16,5-4 2-16,2 0-2 0,2-1 0 0,5 5-2 16,1 1 1-16,3 7-2 0,0 7-1 15,-1 6 0-15,2 7 1 0,-1 7 0 0,-1 7 0 16,-1 8 2-16,-1 6 0 0,0 6 2 16,-1 8 1-16,-3 3 0 0,-3 6 1 15,1 4 0-15,-4 5-1 0,0 2 0 0,-3 5 0 16,-2-1-1-16,0 4 0 0,-4-1-2 0,-1 2 0 15,2-2-1-15,-1-1 0 0,-1-4 0 0,4-1-2 16,-1-8 0-16,2-2-5 0,2-4-11 16,2-6-21-16,2-2-45 0,4-5-75 0,0-4-70 15,2-4-107-15,1-5-154 0,4 0-208 16,-1-1-275-16,4 0-188 0,1-2-161 0,3 0 138 0,1-1 460 16</inkml:trace>
  <inkml:trace contextRef="#ctx0" brushRef="#br2" timeOffset="116431.49">16784 10461 102 0,'22'-17'485'0,"-4"-1"374"0,-1 1 262 0,-4-2-64 15,-1 1-258-15,-3-1-135 0,-3-1-88 0,-3 0-97 16,-3 0-87-16,-1-1-69 0,-4-2-58 0,-3 2-78 16,-3 0-64-16,-2 1-35 0,-4 0-20 15,3 3-16-15,-4 2-13 0,1 6-9 0,-4 3-10 16,4 6-6-16,-4 4-6 0,2 4-5 16,0 6-2-16,2 2-1 0,1 2-1 0,2 5-2 15,3-2 0-15,3 1-3 0,0 0-5 16,7-2-12-16,-1-1-21 0,4 0-44 0,2-4-68 15,2-3-62-15,4-3-54 0,1-3-53 0,5-6-47 16,1-5-4-16,4-2 50 0,-1-4 39 16,4-3 31-16,0-4 33 0,1-1 47 0,4-1 51 15,-3-3 48-15,1 0 31 0,2 1 18 16,-4-2 19-16,1 1 33 0,0 2 42 0,-2 2 45 16,-1 1 41-16,-5 4 29 0,3 1 20 0,-7 2-9 15,2 4-6-15,-4 2 41 0,2 3 38 16,-4 3 29-16,0 3-4 0,-3 2-17 0,0 5-31 15,-3 2-61-15,-2 2-53 0,-2 5-43 0,0 2-26 16,-2 4-13-16,-1 2-6 0,0 1-5 0,-2 2-5 16,2 2-4-16,-3-2-5 0,5-1-6 15,-1-3-4-15,2-2-6 0,2-6-2 0,1-2-2 16,4-7-1-16,1-6 0 0,4-4 1 16,1-7 0-16,0-6-2 0,4-6 0 15,0-1 0-15,0-6-1 0,-1-1-1 0,1-1 0 0,-1-1 1 16,0 1 1-16,-4 4 1 0,1 0 0 15,-4 5 0-15,0 1 2 0,-5 6 0 0,2 4 1 16,-3 0-1-16,-1 5 1 0,1 5-1 0,-3 4 1 16,0 3 0-16,0 4-1 0,-1 3 1 15,1 6 0-15,1 3-1 0,-1 1 0 0,2 2-2 16,-1 4 1-16,3 0-1 0,1-1-1 0,-1-2-2 16,4 0 0-16,-2-4 0 0,6-4-1 15,-2-2 0-15,2-6-4 0,0-5-6 0,1-4-11 16,-2-4-11-16,1-4-8 0,-2-4-5 15,0-2 1-15,-2-5 6 0,1-2 11 0,-3-1 12 16,-1 0 9-16,2-1 6 0,-4 1 2 0,3-1 2 16,-5 5 3-16,2 2 3 0,-1 1 2 15,0 5 3-15,-2 4 3 0,-2 4 4 0,0 6 4 16,-1 4-2-16,-3 3-1 0,0 7-1 0,-2 2-5 16,0 6-4-16,-3 3-4 0,-2 5-1 15,0 3-1-15,-5 3 3 0,-1 3 4 0,-2 1 4 16,-3 6 1-16,1 1 0 0,-1 1 0 15,2-3-5-15,1-1-5 0,2-5-5 0,5-9-10 16,2-7-28-16,5-9-75 0,4-10-79 0,3-11-156 16,3-8-272-16,6-8-327 0,3-11-363 15,2-2-216-15,6-9 50 0,2-3 646 0</inkml:trace>
  <inkml:trace contextRef="#ctx0" brushRef="#br2" timeOffset="116644.92">17910 10138 358 0,'6'-13'1446'0,"-6"4"419"16,-3 5-307-16,-6 10-386 0,-1 2-452 0,-4 7-325 16,-3 6-174-16,-2 4-79 0,1 4-45 15,-2 4-31-15,2 0-22 0,3 2-17 0,3 1-12 16,2-3-9-16,3-1-5 0,7-3-4 0,0-2-11 16,5-2-19-16,4-5-33 0,-1-2-79 15,2-6-116-15,1 1-215 0,-2-7-302 0,3-2-371 16,1-2-423-16,-3-4-150 0,3 0 405 15,-1-2 785-15</inkml:trace>
  <inkml:trace contextRef="#ctx0" brushRef="#br2" timeOffset="116865.01">18076 10209 184 0,'0'-6'839'16,"0"4"510"-16,0 2 92 0,0 5-156 15,3 2-439-15,-3 5-314 0,2 5-169 0,1 0-106 16,-1 8-76-16,1 2-64 0,-1 5-44 0,2 3-28 16,-1 7-15-16,-1 5-10 0,1 8-7 15,-1 5-5-15,-1 9-3 0,-2 6-2 0,-1 5-1 16,-3 7-3-16,-1 1-2 0,1 0 0 0,-1-1-8 16,0-9-25-16,-1-4-75 0,-2-11-82 15,4-12-161-15,0-11-286 0,2-11-333 16,3-14-365-16,0-12-210 0,0-14 100 0,3-9 682 0</inkml:trace>
  <inkml:trace contextRef="#ctx0" brushRef="#br2" timeOffset="117064.28">18234 10060 263 0,'2'-48'1314'0,"-4"6"530"16,-2 9-251-16,-4 6-379 0,-2 8-439 0,2 2-362 15,-3 8-187-15,0 3-90 0,-1 6-49 16,2 4-33-16,-2 7-21 0,3-2-16 0,3 7-8 15,1 0-5-15,4 3-2 0,2 4-4 16,2 2-7-16,4 2-18 0,-1 1-38 0,2 0-85 16,3 0-152-16,-1 3-266 0,1-2-323 15,1 2-403-15,0 1-423 0,2 1-7 0,0-3 748 0</inkml:trace>
  <inkml:trace contextRef="#ctx0" brushRef="#br2" timeOffset="117241.22">18491 10474 409 0,'0'19'1448'16,"-2"7"341"-16,1 4-309 0,-4 2-361 0,0 2-456 16,2 4-327-16,-4 2-167 0,6 1-75 0,-5-4-39 15,4-1-37-15,2-4-72 0,-2-5-93 16,2-4-197-16,0-6-273 0,0-6-331 0,2-4-417 16,1-13-320-16,2-6 129 0,-4-5 835 0</inkml:trace>
  <inkml:trace contextRef="#ctx0" brushRef="#br2" timeOffset="117397.91">18742 9913 754 0,'-6'-19'1876'15,"-4"7"0"-15,-3 9-468 0,-2 4-399 16,-1 3-458-16,-5 6-300 0,4 2-126 0,-1 1-57 16,0 2-28-16,3 2-19 0,1-2-19 0,5 0-30 15,0-2-82-15,0 0-142 0,1-1-247 16,0 2-314-16,-1-2-417 0,-7 2-499 0,0 1-126 15,-8-1 725-15</inkml:trace>
  <inkml:trace contextRef="#ctx0" brushRef="#br2" timeOffset="118614.58">12006 11387 227 0,'-5'-15'969'0,"-2"5"588"0,2 3-4 0,0-1-290 16,1 5-478-16,-3 0-307 0,2 5-175 15,-1 1-119-15,2 4-70 0,-1 5-43 0,0 5-24 16,2 2-13-16,-1 6-10 0,4 5-6 0,-1 1-4 16,1 3-1-16,1-1-6 0,1 0-4 0,4-4-3 15,-1-6-2-15,2-4-1 0,0-6-1 16,1-3 0-16,0-7 1 0,2-5 1 15,-1-8 1-15,1-3 0 0,-1-7 1 0,0-5-1 0,0-3 0 16,-3-4 0-16,0 0 1 0,-2 0 1 16,0 0 0-16,-2-1 0 0,-2 2 1 0,0-1 1 15,0 4-1-15,-2 2 1 0,0 4 0 16,2 2-1-16,-2 5 0 0,0 5-1 0,2 2-1 16,0 6-2-16,0 4 0 0,2 8 0 0,0 6 0 15,2 3-1-15,0 9 1 0,0 1 2 16,2 4 1-16,0 7 1 0,2 1 1 0,-2 8 1 15,1 6 1-15,-1 4-2 0,-2 5-1 0,-3 3-1 16,-1 2-1-16,-1 0 0 0,-3 1 1 16,-1-3 2-16,-3-4 1 0,-1-3 7 0,0 0 3 15,-3-8 3-15,-2-3 2 0,2-8 3 0,-1-5 1 16,-3-6-3-16,3-6-4 0,-2-7-3 16,0-7-3-16,1-5-6 0,1-6-2 0,1-5-2 15,2-5-2-15,2-3-2 0,5-4 1 16,0 0-1-16,6-2-2 0,2-1 1 0,3-4 1 15,6 3-1-15,2-3 1 0,4 0 2 0,3-3 1 16,5-2 2-16,4-3-1 0,1-3 1 16,5-3-1-16,-2-3 0 0,2-3 0 0,0-2 0 15,0-3 1-15,-2 1 0 0,-2-2 0 0,-3 1-1 16,-2 3 0-16,-6-1 0 0,-2 3 0 16,-5 2 0-16,-5 1 3 0,-5 4 1 0,-4 1 0 15,-5 3 1-15,-4 2-1 0,-4 3 4 0,-4 5 3 16,-1 2 2-16,-3 5 3 0,-3 6 1 15,-1 5 1-15,0 6-2 0,-1 8-5 0,1 6-3 16,0 3-2-16,1 7-3 0,5 5 0 0,2 3-1 16,6 5 1-16,1 3-1 0,3 6 0 0,4 1-1 15,2 3-1-15,4 0-3 0,4 0-1 16,3 0-2-16,0-6-1 0,4-2-2 0,2-5-12 16,2-4-19-16,0-6-51 0,1-5-81 15,1-7-148-15,-1-1-271 0,-2-7-320 0,1-3-387 16,1-2-340-16,-4-6-5 0,1-2 679 15</inkml:trace>
  <inkml:trace contextRef="#ctx0" brushRef="#br2" timeOffset="119365.89">12683 12026 482 0,'-2'-1'959'0,"-1"-5"245"16,2-3-39-16,-1-6-290 0,4-4-269 15,1-1-150-15,0-5-82 0,3-3-55 0,1-4-38 16,2-2-44-16,-1-3-64 0,2-1-61 16,-1-2-29-16,2 2-12 0,-3 0-11 0,3 4-3 15,-2 2-5-15,0 3 0 0,-3 4-3 0,0 5-2 16,0 5-4-16,-3 3-4 0,-1 3-7 15,1 7-4-15,-3 2-7 0,2 5-4 0,-2 7-6 16,2 4-2-16,-2 7-2 0,1 4-2 0,-1 3-1 16,2 3-1-16,-1 3-1 0,1 3-1 15,0 2-2-15,1-1 0 0,0-2-2 0,1-2 1 16,1-5-3-16,0-5 0 0,1-2 2 16,2-8-1-16,3-7 0 0,-3-4 1 0,4-9 1 15,-2-6 0-15,1-5 0 0,2-8 0 0,-2-4-1 16,2-4 0-16,-1-5 0 0,0 0 1 0,-3 0-1 15,3 0 1-15,-5 3 0 0,1 4 2 16,-2 2 1-16,0 7 1 0,-1 1 0 0,-2 5 1 16,-1 3-1-16,0 6 1 0,-1 1-1 15,1 6 1-15,-1 4-2 0,-1 5 1 0,2 4-1 16,-2 4 0-16,3 5 0 0,-1 0-2 0,-1 4-1 16,3 2 0-16,2-2-1 0,-2 4-7 15,1-1-11-15,2-4-19 0,-3 2-33 0,4-3-71 16,-2-1-76-16,1-5-88 0,-1 1-112 15,2-7-116-15,1-1-69 0,-1-5 41 0,-1-2 64 16,4-1 101-16,-3-4 144 0,1-1 128 0,1-1 77 16,1-4 66-16,0-1 72 0,1-2 50 0,0-1 25 15,0-5 26-15,2-1 34 0,-1-3 7 16,3-1-27-16,-2-4-28 0,0-2-13 16,-1-2-19-16,0-2-35 0,3 0-28 0,-7-4-4 15,3 3 21-15,-2-2 48 0,-3 0 67 0,-3 0 42 16,1 3 17-16,-5 2-7 0,-3 0-29 0,0 4-44 15,-2 5-52-15,-1 3-40 0,-4 4-30 16,-1 9-21-16,0 2-14 0,0 6-12 0,-2 9-7 16,5 2-7-16,-1 6-2 0,1 4-1 0,3 4-2 15,4 2-2-15,-1 4-3 0,4 1-2 16,-1 2-13-16,3-1-30 0,-1 0-77 0,3-3-83 16,-2-4-153-16,3-3-262 0,-1-4-328 15,2-3-358-15,3-5-202 0,0-4 42 0,3-6 611 16</inkml:trace>
  <inkml:trace contextRef="#ctx0" brushRef="#br2" timeOffset="119648.22">13538 11694 436 0,'3'-20'1091'0,"-1"2"425"16,0 3-44-16,-1 5-339 0,1 1-426 0,0 3-249 16,-1 4-151-16,2 6-109 0,-1 1-79 0,1 7-47 15,2 4-28-15,-1 5-18 0,1 4-12 16,0 1-6-16,-2 7-4 0,2 1-2 0,0 2-1 15,0 0-2-15,1-1-1 0,0 2-3 16,0-5-3-16,-1-1-9 0,0-6-9 0,1-6-5 16,-3-2-3-16,0-9 2 0,-1-2 3 15,0-8 11-15,-2-6 9 0,0-7 6 0,0-2 3 16,0-5 1-16,0-4 1 0,0-5-2 0,1 0 2 16,-1-2-1-16,2 2-1 0,-1 1 1 0,1 2-1 15,1 3 0-15,2 3-3 0,1 2-1 16,2 5-31-16,0 5-66 0,2 2-64 0,0 5-87 15,0 5-158-15,0 2-256 0,0 3-300 16,3 0-224-16,1 0-177 0,2 1 103 0,2-1 523 16</inkml:trace>
  <inkml:trace contextRef="#ctx0" brushRef="#br2" timeOffset="119947.02">14041 11576 569 0,'-3'-8'1637'0,"-3"4"196"0,-4 2-365 0,-1 6-370 16,2 2-459-16,-5 5-303 0,1 1-138 15,0 5-67-15,2 0-40 0,1 4-29 0,0 1-23 16,3 4-15-16,3 1-11 0,0-1-6 16,3 4-4-16,1-5-3 0,3 1-3 0,0-5-2 15,2-2-8-15,1-5-12 0,3-4-19 16,0-5-24-16,-3-5-38 0,2-6-70 0,1-6-71 16,-1-5-61-16,0-4-40 0,3 0-15 0,-5-2 30 15,2 5 120-15,-3-1 161 0,0 6 169 16,-2 4 127-16,2 1 53 0,-5 5 4 0,0 6-22 15,0 5-52-15,-2 3-72 0,-2 6-62 16,2 4-35-16,0 2-22 0,-1 2-15 0,3 2-11 16,0-2-14-16,0 0-39 0,2 3-92 0,-1-6-168 15,-1-1-263-15,2-2-316 0,0-3-410 0,-1-2-412 16,4-4 42-16,-1-3 784 0</inkml:trace>
  <inkml:trace contextRef="#ctx0" brushRef="#br2" timeOffset="120485.09">14427 11209 69 0,'3'-13'656'0,"-1"2"519"0,-2 2 273 0,0 3-78 15,-5 2-385-15,1 2-372 0,-1 4-190 16,-3 2-108-16,0 5-101 0,-5 5-75 0,0 4-48 15,1 5-27-15,-1 7-17 0,2 3-9 0,0 9-1 16,3 2-4-16,0 6-1 0,3 4-3 16,1 3-3-16,2 0-7 0,4-2-6 0,4-1-8 15,2-6-3-15,3-5-3 0,3-7-3 16,5-4-1-16,2-10-14 0,1-1-31 0,0-8-85 16,0-5-143-16,0-4-258 0,0-2-318 15,-1-6-393-15,-2 0-433 0,-3-1-40 0,1-1 691 16</inkml:trace>
  <inkml:trace contextRef="#ctx0" brushRef="#br2" timeOffset="121364.36">14772 12004 317 0,'1'8'690'16,"-2"-5"248"-16,1-4 89 0,0-4-194 0,0-7-291 15,1-7-170-15,2-3-72 0,2-6-11 16,2-7 4-16,1-2-5 0,2-1-11 0,3-2-27 0,0-1-19 16,-1 2-35-16,1 3-49 0,0 5-47 15,-4 6-36-15,1 3-17 0,-3 4-15 0,0 8-7 16,-1 2 2-16,-1 8-1 0,0 6 0 15,1 6 0-15,-3 6-7 0,0 6-5 0,1 3-7 16,-1 3-3-16,-2 3-3 0,3 0-1 0,-1 0 0 16,0-1-1-16,5-2 2 0,-5-3-1 15,2-4 0-15,1-3 0 0,0-4-1 0,2-3-2 16,-2-5 1-16,4-7 1 0,1-4 1 0,3-9 1 16,-1-6-1-16,4-3 1 0,1-8 0 15,2 0-3-15,2-2 0 0,0-1 1 0,1 3 0 16,0 0 0-16,-1 4 1 0,-1 7 0 15,-2 3 0-15,0 6 0 0,-3 4 1 0,-1 7 1 16,-3 6 2-16,-1 6 0 0,-2 5-1 0,-1 6 1 16,0 1-1-16,1 4-1 0,-4 2-1 15,3-2-1-15,-3 0 1 0,3-3 0 0,1-2-1 16,-2-2 0-16,1-3-1 0,1-5 1 16,0-5-1-16,-1-4-1 0,1-5 0 0,-3-7 2 15,1-2-1-15,-2-6 0 0,0-5 0 0,-3-5 0 16,-1-1 1-16,-2 0 0 0,-1-2 0 15,-3 3 2-15,0 2 3 0,-2 2 11 0,1 5 4 16,-1 3 2-16,-1 4 1 0,2 7 0 0,-3 2-3 16,0 7-7-16,3 6-5 0,1 0-2 15,-1 5-3-15,1 1-1 0,4 3-1 0,-1 1-1 16,1 2-1-16,2-2-1 0,1 3-2 0,1-2-5 16,3 0-28-16,0-2-74 0,-1 0-76 15,0-4-150-15,2-3-257 0,2-3-326 0,-1-2-351 16,1-5-215-16,4-6 13 0,0-5 598 15</inkml:trace>
  <inkml:trace contextRef="#ctx0" brushRef="#br2" timeOffset="121531.21">15788 11856 117 0,'8'9'936'0,"0"6"679"0,-4 2-16 16,-4 9-316-16,-2 4-433 0,-3 4-352 0,0 5-226 15,-3 4-116-15,-1 3-60 0,1 5-38 0,0 3-24 16,2 7-15-16,-4-1-9 0,4 5-15 15,1-3-61-15,0-2-91 0,1-4-191 0,0-6-272 16,-2-6-326-16,3-7-417 0,0-11-305 0,-2-8 152 16,2-11 802-16</inkml:trace>
  <inkml:trace contextRef="#ctx0" brushRef="#br2" timeOffset="121705.85">15728 11976 196 0,'7'-83'1227'0,"-4"10"559"16,-3 9-224-16,-2 9-380 0,-1 10-392 0,0 8-414 15,0 8-191-15,-1 7-87 0,0 5-42 0,4 7-20 16,0 3-16-16,4 7-14 0,1 3-33 16,3 5-82-16,0 3-103 0,5 4-190 0,1 1-291 15,3 0-353-15,6 4-382 0,2 1-167 0,2-1 279 16,1 0 716-16</inkml:trace>
  <inkml:trace contextRef="#ctx0" brushRef="#br2" timeOffset="122178.41">16660 12266 330 0,'3'-4'982'16,"2"-2"357"-16,1-3 43 0,3-3-146 0,2-4-495 15,3-4-245-15,2-6-133 0,3 0-72 0,1-6-77 16,3-2-67-16,2-2-43 0,2-3-29 16,1-1-21-16,1 0-17 0,-2 1-12 0,0 2-10 15,-2 1-8-15,1 3-4 0,-5 3-4 16,-3 2-2-16,-2 6-8 0,-5 2-19 0,-3 4-51 15,0 2-83-15,-8 6-165 0,-4 2-272 0,-2 4-328 16,-3 4-399-16,-6 2-338 0,-2 3 37 16,-2 6 766-16</inkml:trace>
  <inkml:trace contextRef="#ctx0" brushRef="#br2" timeOffset="122347">16802 11826 78 0,'4'8'720'0,"-2"3"596"15,1 0 110-15,-3 1-148 0,4 1-349 0,-3 3-380 16,4 1-190-16,1 0-123 0,2 0-57 16,2 1-59-16,-1 3-52 0,3-4-29 0,3 1-18 15,1 0-10-15,0 0-13 0,-1-1-57 16,1-2-79-16,1 0-152 0,-4 0-275 0,1-2-307 16,-1-1-379-16,-2 1-296 0,2-2 18 0,-4-2 663 15</inkml:trace>
  <inkml:trace contextRef="#ctx0" brushRef="#br2" timeOffset="122564.73">17286 12196 122 0,'1'3'805'16,"-1"4"539"-16,-1 1 46 0,-2 1-219 15,-1 7-414-15,1 0-351 0,-2 5-197 0,1 1-104 16,0 2-50-16,-2 1-28 0,3 0-32 0,0-1-47 16,1-4-69-16,1 3-166 0,-1-4-296 15,1-2-286-15,1-1-281 0,1 0-199 0,1-7 121 16,-1 2 589-16</inkml:trace>
  <inkml:trace contextRef="#ctx0" brushRef="#br2" timeOffset="122947.22">17676 11826 346 0,'2'-20'1436'0,"-2"7"390"0,-2 5-319 16,-4 6-378-16,-3 6-419 0,1 3-365 0,-2 8-163 0,0 2-74 16,1 7-34-16,0 1-21 0,2 3-18 15,2 2-15-15,-1-1-9 0,3 0-5 0,3 3-5 16,3-3-2-16,3 0-2 0,2-4 0 15,0-4 0-15,6-3-3 0,-1-4-4 0,2-7-7 16,3-5-5-16,1-6-3 0,1-6-4 0,0-5-1 16,0-4 5-16,0-5 6 0,0-2 5 15,-4-5 3-15,1 0 3 0,0-5 4 0,-2 3 1 16,-1 0 1-16,0 0 2 0,-2 1 0 0,-2 7 1 16,-2 3 1-16,-1 4 1 0,-1 6 1 15,0 5 2-15,-3 6 2 0,-1 4 1 0,-2 8 1 16,0 8 0-16,-2 1 0 0,-1 8-2 15,-3 6-2-15,3 4-3 0,-2 3-4 0,2 4-2 16,0 1-1-16,-1 3-5 0,1 0-16 0,0 3-47 16,0 1-73-16,0 0-78 0,3-3-156 15,0 1-264-15,0-4-321 0,3-3-294 0,3-6-187 16,-1-9 51-16,1-8 572 0</inkml:trace>
  <inkml:trace contextRef="#ctx0" brushRef="#br2" timeOffset="123130.95">18318 12201 253 0,'0'8'1144'0,"-3"6"495"16,0 4-159-16,-5 5-323 0,0 4-458 0,2 1-321 16,-1 4-199-16,-2 1-89 0,4 1-45 15,0 2-24-15,2-1-39 0,2-1-79 0,-1-1-115 16,2-3-198-16,2-2-292 0,-1-5-331 15,2-3-341-15,2-7-136 0,0-2 346 0,-2-8 654 16</inkml:trace>
  <inkml:trace contextRef="#ctx0" brushRef="#br2" timeOffset="123773.75">18498 11787 241 0,'-1'-3'791'0,"1"0"356"16,0 0 45-16,4-2-180 0,3 1-408 16,4-1-252-16,3 0-108 0,4 2-35 15,4-2-15-15,0 1-19 0,1 2-21 0,1-1-20 16,2 1-31-16,-1 1-25 0,0 2-4 0,-1 4 2 16,-5-1 5-16,0 5 7 0,-5 2 3 0,0 4-2 15,-4 2-13-15,-4 3-7 0,-1 3-9 16,-5 1-2-16,0 1-2 0,-2 4-1 0,-2 0-3 15,-3 2-3-15,2 1-4 0,-3-1-4 16,2 2-5-16,0-2-6 0,1 1-5 0,4-2-6 16,-1-2-4-16,4 0-5 0,-1-5-4 0,6-1-4 15,-1-3-1-15,5 2-2 0,0-6-2 0,3-3-2 16,0-2-1-16,4-2-9 0,-2-3-14 16,1-3-29-16,1-2-66 0,-3-5-74 0,0 3-133 15,-3-3-193-15,-1 2-308 0,0-3-329 16,-2 2-247-16,0-1-99 0,-5-1 416 0,1 1 599 15</inkml:trace>
  <inkml:trace contextRef="#ctx0" brushRef="#br2" timeOffset="123970.96">18801 12018 262 0,'-4'-3'1063'15,"0"3"486"-15,2 0-109 0,0 0-289 16,4 0-474-16,1 0-282 0,6-1-174 0,3-1-95 16,0 0-41-16,4 1-24 0,0-2-13 0,4 0-20 15,-1 1-16-15,1 1-7 0,-2-1-8 0,-2 1-52 16,3 1-70-16,-6 0-115 0,3 1-198 16,-4 1-297-16,1-1-341 0,-4 1-281 15,1-1-115-15,-2 1 371 0,-4 0 623 0</inkml:trace>
  <inkml:trace contextRef="#ctx0" brushRef="#br3" timeOffset="147264.67">18928 6248 44 0,'-1'-1'578'16,"1"1"490"-16,-5 0 197 0,2 1-87 16,2 1-319-16,-3 1-292 0,1 0-149 0,3 2-86 15,-2 1-56-15,2 1-40 0,0 1-54 0,2-1-54 16,0 1-46-16,3-1-33 0,-2 0-15 15,3 1-16-15,0-2-7 0,1-2-4 0,1 1-2 16,-2-3-1-16,3-2 2 0,-1-2 7 0,-1-3 3 16,-1 1 8-16,1-2 5 0,-2-2 6 15,-1 1 6-15,-1 0 2 0,-2-1 0 0,-1-1-1 16,0 1-2-16,0 1-2 0,-3 1-3 16,2-1-4-16,-4 1-2 0,1 1-4 0,-1 0-3 15,1 3-5-15,0 0-5 0,-1 2-2 0,2 0-5 16,-4 4-1-16,4 2-2 0,-3 2-1 15,1 1-1-15,2 1 1 0,0 1-1 0,0 0 0 16,1-2-1-16,0 0 1 0,2-2 0 16,0-1-1-16,0-1-1 0,0-1 1 0,0-1 1 15,2-3-1-15,0 0 1 0,1-6 0 0,0 1 1 16,0-2-2-16,2 0 1 0,-1-2 0 16,-1 0 0-16,-1 0 0 0,1 3-2 0,1-1-1 15,-4 2-9-15,1 2-19 0,-1 3-43 16,0 0-84-16,0 4-161 0,-1 3-269 0,2 1-320 15,-1 0-401-15,3-1-381 0,2 1 17 0,4-1 767 16</inkml:trace>
  <inkml:trace contextRef="#ctx0" brushRef="#br3" timeOffset="148298.56">19871 5421 11 0,'3'-10'293'15,"0"3"237"-15,-1 0 287 0,-2 1 120 0,-2 0-134 16,1 1-141-16,-1 1-81 0,-1 1-34 16,-2 0-44-16,0 3-76 0,0 0-79 0,1 0-55 15,-4 2-60-15,2 0-68 0,-1 3-59 16,1 2-39-16,-2 4-17 0,0 2-8 0,2 5-1 16,-2 5 1-16,1 5 3 0,-2 7 3 0,1 7 1 15,-2 7-1-15,0 5-2 0,0 6-3 16,-1 5-5-16,-1 5-3 0,0 2-4 0,3 2-6 15,-4 1-4-15,7-2-6 0,1-1-1 16,2-3-6-16,3-4-4 0,3-5-2 0,2-5-2 16,1-7-1-16,2-4-1 0,5-5-1 0,-2-8 1 15,1-2-1-15,1-7 0 0,0-2 0 16,-1-5 1-16,-2-3 0 0,-2-3 0 0,1-3 0 16,-2-2 1-16,-3-1 0 0,0-3 1 15,0-1 0-15,-2-4 1 0,0-1-1 0,-1-1-1 16,2-1-2-16,-1-3-6 0,-1 2-13 0,-1-1-20 15,2 0-41-15,-2-2-79 0,0 0-103 0,0-1-175 16,0 0-291-16,0-2-338 0,1 0-344 16,-1 0-163-16,2 0 231 0,0-3 682 15</inkml:trace>
  <inkml:trace contextRef="#ctx0" brushRef="#br3" timeOffset="148718.46">20144 5873 159 0,'4'-10'815'0,"-3"3"546"15,-1 2 78-15,0 4-204 0,0 2-402 16,-1 4-327-16,-1 4-160 0,0 4-109 0,-1 6-61 16,3 6-39-16,-1 5-40 0,1 4-21 0,1 3-13 15,-1 7-8-15,2 0-8 0,-1 6-8 16,3 2-5-16,0-1-10 0,4-2-7 0,2-3-8 15,1-7-5-15,4-5-2 0,6-6-2 0,3-7-2 16,4-9 0-16,1-8 1 0,2-8 2 16,3-8-1-16,-3-8 0 0,1-6 0 0,-2-5-1 15,-2-4 2-15,-2-3-1 0,-5-1 1 16,-3-1 3-16,-4 1 4 0,-6-2 4 0,-5 3 4 16,-4-2 4-16,-6 1 2 0,-3 0 2 0,-5 2 4 15,-2 0 1-15,-1 6 0 0,-4 4-1 16,0 4-1-16,0 7-5 0,-3 5-6 0,-1 5-5 15,0 4-5-15,-1 8-5 0,3 3-2 16,0 6-2-16,2 2-1 0,3 7-2 0,3 1-1 16,1 3 1-16,3 2 0 0,4 0 0 0,-1 3-4 15,4 0-11-15,4 0-19 0,-1-1-45 0,4-1-80 16,1 0-126-16,3-5-218 0,2-1-304 16,2-1-363-16,4-4-347 0,-2-3-118 0,6-4 453 15,-2-1 717-15</inkml:trace>
  <inkml:trace contextRef="#ctx0" brushRef="#br3" timeOffset="149365.81">21025 6171 135 0,'-17'-4'711'0,"-4"3"439"16,4-2 146-16,-2 0-19 0,3 2-376 0,0-1-296 16,0 1-162-16,2-2-92 0,1 1-72 0,4 1-91 15,0-1-67-15,2 2-41 0,2-1-27 16,2 1-19-16,1 1-14 0,2-1-8 0,4 3-1 16,2 2 3-16,5-1 1 0,3 2 4 15,4 1 3-15,2 1 2 0,6 1-4 0,4-2-4 16,0 1-2-16,1-2-4 0,4-1-3 0,2-1-3 15,-3-1 0-15,0-1-3 0,-3-2 1 16,4 0-2-16,-8 0-1 0,1-2 0 0,-2 1-2 16,-4-1 2-16,-2-1-2 0,-4 2 1 15,-2-1-1-15,-3 1 1 0,-3 1-1 0,-1-2 0 16,-1 4-5-16,-6-1-14 0,-2 2-36 0,-4 0-78 16,-2 2-98-16,-2-1-178 0,0-1-295 15,-2 0-344-15,3-2-365 0,-2-1-174 0,1-1 214 16,2-3 696-16</inkml:trace>
  <inkml:trace contextRef="#ctx0" brushRef="#br3" timeOffset="149631.59">21319 6114 338 0,'2'0'925'0,"-1"0"323"0,3 0-35 0,-2 3-186 16,5-2-397-16,-1 3-222 0,4 2-94 0,2-2-50 15,3 2-24-15,0 0-39 0,3 0-51 16,2 1-40-16,1-1-38 0,0 2-21 0,1 0-17 15,-2 2-15-15,-1-2 2 0,3 4 2 0,-1-1 0 16,-4 0 1-16,0 0 0 0,-2 1 0 16,-3 1-3-16,0-2 0 0,-4 0 4 0,-2 0 2 15,-2-1 3-15,-4 3-1 0,-4-2-4 16,-1 2-6-16,-3 0-6 0,-2 0-4 0,-2-1-5 16,-1 3-4-16,-1-1-3 0,1 1-16 0,-1-2-61 15,-2 1-82-15,4-3-163 0,-1-1-275 16,4-1-325-16,1 2-394 0,0-1-285 0,3 2 53 15,5 0 723-15</inkml:trace>
  <inkml:trace contextRef="#ctx0" brushRef="#br3" timeOffset="150131.29">22511 6489 413 0,'-5'2'984'0,"-1"-1"368"0,0 1 27 0,1 1-249 16,0-1-409-16,2 0-243 0,2 0-134 15,-1-2-98-15,2-2-84 0,2-2-66 0,2-4-40 0,4-4-19 16,3-6-9-16,4-3-6 0,5-6 1 16,4-3 2-16,0-4-1 0,6 0-4 0,1-3-1 15,3-1 3-15,0 1-3 0,-1 2 2 16,-1 3 1-16,-4 2-1 0,-5 7-1 0,-4 3-1 15,-3 6 0-15,-6 1 0 0,-2 7 2 0,-1 6 3 16,-4 8 3-16,-3 3-1 0,-3 8-1 0,-2 5-3 16,-3 4-4-16,-2 5-4 0,0 5-3 15,-2 4-3-15,0 1-2 0,-1 2-3 16,3 0-3-16,0 2-1 0,0-2-2 0,4-2-2 16,-1-2-2-16,3-3-4 0,2-5-14 0,4-3-27 15,1-7-70-15,0-3-77 0,2-8-153 0,-1-6-259 16,6-5-323-16,1-7-370 0,0-7-241 15,5-7-12-15,-2-8 631 0</inkml:trace>
  <inkml:trace contextRef="#ctx0" brushRef="#br3" timeOffset="150431.01">23168 5439 471 0,'1'-32'1023'0,"2"7"312"16,-3 4-19-16,5 6-275 0,-5 1-412 0,1 5-235 15,1 3-106-15,1 3-63 0,0 3-56 0,4 3-43 16,2 5-21-16,4 5-5 0,0 3-12 0,2 8-13 16,3 1-9-16,1 6-4 0,1 3-8 15,-1 4-8-15,3 4-7 0,0 3-10 16,-1 3-7-16,1 2-8 0,0 2-5 0,-3 3-3 16,-1 1-2-16,-2 1 2 0,-1 2-2 15,-3 0 0-15,-3 4 1 0,-5 2 0 0,-2 0-2 0,-4 1-2 16,-2 0 0-16,-7-1-2 0,0 0-2 15,-7-2-2-15,2-1-3 0,-4-4-16 0,-4-3-53 16,0-2-85-16,-3-3-174 0,-3-3-271 16,0-4-332-16,-3-3-405 0,-2-1-337 0,-1-1 85 15,-2-4 794-15</inkml:trace>
  <inkml:trace contextRef="#ctx0" brushRef="#br3" timeOffset="151747.25">19874 7403 321 0,'2'2'686'0,"-2"0"305"0,1-2 105 15,-1 0-260-15,0 1-268 0,0-1-156 0,0 0-94 16,0-1-34-16,0 1-1 0,0 0 4 15,2 0-9-15,-2 0-16 0,0 0-28 0,3 1-50 0,-3-1-54 16,0 2-46-16,0-2-34 0,1 0-22 16,-1 1-16-16,3-1-8 0,2 2-2 0,0-2-1 15,5 1 1-15,2 1 8 0,1-1 7 16,4-1 8-16,2 2 6 0,3-2 7 0,5-2 3 16,2 2-4-16,5-3 1 0,3 2-6 0,3-2-1 15,4 1-5-15,0-1-3 0,0 1-2 16,1 0-5-16,-1 0-3 0,-5 2-1 0,-1 0-1 15,-3 4 1-15,0-2 1 0,-3 3 2 16,-4 2 2-16,-1 2-2 0,-4 1 1 0,-1 3-1 16,-4 1-1-16,1 3-3 0,-3 0 0 15,-2 2-3-15,-3 1-2 0,0 2-1 0,-1 2 1 16,-4 1 0-16,-1 3-1 0,0 0 1 0,-1 2-1 16,-1 2 0-16,-3-1-2 0,3-1 0 0,-3 0-1 15,4-3 0-15,-4-2-2 0,1-3 0 16,1-5-1-16,-1-2 0 0,1-2-2 0,0-5 1 15,-1-2 1-15,3-5-1 0,0-2 2 16,5-7 0-16,-1-4 1 0,4-4-1 0,2 0 1 16,-1-2-1-16,2-1 0 0,0 0 0 0,2-1-1 15,-1 3 0-15,3 1 1 0,-3 0 0 16,2 3-1-16,1 3 1 0,-1 1-1 0,1 2 1 16,-3 2 1-16,3 2-1 0,-2 3 0 0,-1 0 1 15,-1 3-1-15,1 2 1 0,2 2 0 16,-2 0 0-16,2 2-1 0,-1 2 0 0,0 1 0 15,0 2 0-15,5-1 0 0,0 2 0 0,2 0 0 16,2 3-1-16,0-2 1 0,5 0-2 16,2 1 1-16,3-1-1 0,0 0 2 0,2-1 0 15,3-4 0-15,5 2 1 0,0-6 2 16,5 0-2-16,2-3 1 0,6-4-1 0,1-4 0 16,-1-4-1-16,2-6-2 0,4-2 0 0,-2-5-1 15,0-2-1-15,0-2 2 0,-2-2 1 16,-1 0 0-16,-5-3 0 0,1-1 1 0,-4-2 1 15,-6 4-1-15,-6-1 2 0,-3 3-1 0,-9 2 2 16,-4-1 1-16,-8 4-1 0,-5 1-1 16,-3-1 1-16,-7 6-1 0,-4 0-1 0,-3 2-1 15,-3 3-1-15,-6 4-1 0,0 1-7 16,-5 4-14-16,2 4-23 0,-4-2-61 0,1 5-85 0,0-2-161 16,4 2-277-16,1 1-328 0,2 0-393 15,4 0-295-15,2 2 57 0,2-2 725 16</inkml:trace>
  <inkml:trace contextRef="#ctx0" brushRef="#br3" timeOffset="152364.85">20238 8581 143 0,'5'5'753'0,"-4"0"440"0,2 0 113 0,0 4-80 15,0 2-349-15,0 2-308 0,2 4-161 0,-2 0-83 16,-1 5-63-16,1-1-69 0,-3 3-67 0,2 1-43 16,-2 1-22-16,-2-1-19 0,2 2-14 15,-3-2-11-15,1 1-8 0,-1-2-5 0,0-1-4 16,-2-3-3-16,2-2-12 0,-4-4-51 16,0-3-83-16,1-5-161 0,-2-3-268 0,-2-5-320 15,2-4-397-15,0-6-333 0,2-3 25 16,-3-4 733-16</inkml:trace>
  <inkml:trace contextRef="#ctx0" brushRef="#br3" timeOffset="152547.31">20223 8391 246 0,'0'-9'1054'0,"0"3"563"16,-1-1-90-16,-1 5-313 0,-1-2-482 0,2 2-302 15,1 0-190-15,-2 0-111 0,2 1-63 0,2 1-33 16,-1 0-17-16,5 0-10 0,-1 3-4 15,1-1-5-15,3 0-20 0,0 4-73 0,-1-1-73 16,-2 3-140-16,2-1-236 0,-5 3-316 0,3-2-343 16,-4 4-215-16,-1 0-20 0,-1 4 525 15</inkml:trace>
  <inkml:trace contextRef="#ctx0" brushRef="#br3" timeOffset="153098.13">20381 8856 408 0,'8'13'823'0,"-3"-4"250"0,2 1 56 15,0-4-259-15,1 1-284 0,0-4-120 16,3-6-44-16,0 1-34 0,2-11-59 0,4-5-55 16,1-5-53-16,2-6-68 0,2-6-52 0,0-3-28 15,1-2-20-15,-1-1-8 0,-2 1-9 16,-2-1-3-16,-1 1-3 0,-6 2-1 0,2 3-5 15,-7-1 3-15,1 7 4 0,-6 2 1 0,1 7 0 16,-2 2-3-16,-2 5-3 0,-1 4-7 0,-2 6-6 16,0 6-7-16,-4 5-5 0,1 5 0 15,-2 6 0-15,1 4 0 0,1 5 0 0,0 6 1 16,2 1-1-16,1 6 1 0,-1 4 0 16,1 3 0-16,2 3-1 0,0 1 1 0,1 1-2 15,2-2 0-15,0-5 0 0,7-2-2 0,-1-7-1 16,5-5 1-16,3-7-1 0,3-5-1 15,1-7 2-15,6-6 1 0,1-7 2 0,2-9 1 16,1-5 1-16,2-5 0 0,2-6 0 16,-1-6-1-16,1-2-1 0,-2-1-1 0,-1 1 0 15,-5-1 1-15,-2 3 0 0,-5 2 0 16,-4 2 1-16,-4 4 0 0,-4 0 0 0,-4 3 1 16,-5 5-1-16,-2 2 0 0,-3 5 0 0,-2 4-2 15,-4 2 0-15,0 7 0 0,-2 4 0 16,1 6 0-16,-3 3 0 0,2 4 0 0,3 3 0 15,-2 5 0-15,3 2 1 0,3 3 0 0,0 3 0 16,0 3-1-16,5 1-1 0,-1 1 1 0,3 1-1 16,-2-2 0-16,5-1-1 0,5-2 0 15,-1-5-2-15,6-2-9 0,1-5-32 0,5-4-87 16,3-5-152-16,2-4-259 0,2-4-317 16,4-6-403-16,1-4-438 0,1-4-21 0,2-2 740 15</inkml:trace>
  <inkml:trace contextRef="#ctx0" brushRef="#br3" timeOffset="153780.57">22333 8811 201 0,'4'-10'778'0,"0"2"381"16,0-2 39-16,-2-3-143 0,-1 0-455 15,2-3-268-15,2-3-111 0,-2-2-22 0,4 0 11 16,-1-3 11-16,0-1 10 0,1-1-5 0,-4-3-24 16,0 2-36-16,-1-3-32 0,-1 2-29 15,-2 0-23-15,-3 1-19 0,1 1-11 0,-2 1-4 16,-1 3-6-16,0 3-3 0,0 1-1 0,-1 5-1 16,2 1-6-16,1 4-5 0,-4 2-6 15,3 3-6-15,-1 3-7 0,-1 2-3 0,-2 3-4 16,4 1-1-16,-1 4-1 0,0 3 0 15,1 4 1-15,2 2-1 0,-3 1 3 0,2 8 0 16,1 2 2-16,2 5 1 0,1 3-1 0,-2 8 0 16,2 2 0-16,0 4-1 0,0 3-1 0,2 3-1 15,-2 0 0-15,0 2 1 0,1-1-1 16,-1-2 0-16,2 0 1 0,-1-3-1 0,1-2 1 16,0-2-1-16,0-4-1 0,0-2 0 0,0-5-2 15,-2-3 1-15,-2-7-2 0,0-1-7 16,0-6-13-16,-2-5-35 0,1-4-72 0,-2-4-74 15,-3-6-119-15,-1-3-170 0,-2-9-266 16,0-1-310-16,-2-4-210 0,2-2-137 0,-2-2 250 16,-1-5 529-16</inkml:trace>
  <inkml:trace contextRef="#ctx0" brushRef="#br3" timeOffset="153922.35">22130 9064 48 0,'6'4'282'0,"1"-2"146"15,-1 3 118-15,2 1-68 0,5 1-213 0,-4 2-131 16,5 0-83-16,1 1-65 0,2 0-55 0,1 2-105 16,0-1-204-16,2 0-92 0,2 1 7 0,1 0 88 15,2 0 121-15</inkml:trace>
  <inkml:trace contextRef="#ctx0" brushRef="#br3" timeOffset="154298.32">22738 9085 126 0,'4'-17'642'15,"-4"0"445"-15,-3 3 167 0,-5 1-50 16,-2 4-306-16,-4 2-248 0,0 5-174 0,-5 2-114 16,1 4-71-16,-2 5-86 0,0 3-74 15,0 1-49-15,2 6-29 0,2 0-15 0,0 2-12 16,3 0-10-16,2 0-5 0,3 0-4 0,4 1-1 16,0-2-2-16,4-2-3 0,0-1-1 0,5-3 0 15,0-2-1-15,3-5 1 0,3 0 0 16,2-5-1-16,1-5 1 0,3-3 0 0,2-5 0 15,0-3-1-15,3-4 1 0,2-1 2 0,0-3 0 16,0-1 0-16,-2 1 1 0,0-1 1 16,-5 2-1-16,-1 3 2 0,-3 3 7 0,-3 5 7 15,-1-1 6-15,-5 4 2 0,0 2 1 16,-3 4-3-16,-1 2-8 0,-3 5-7 0,-2 5-6 16,0 3-3-16,-3 3-1 0,-1 4-1 0,1 3 1 15,-2 0 0-15,1 3-1 0,0 0 0 0,2-2-2 16,4 1-1-16,1-5-2 0,2-1-11 15,4-7-16-15,2-2-39 0,2-5-74 0,3-5-76 16,2-7-135-16,2-6-182 0,1-4-272 0,5-7-299 16,-2-4-205-16,1-2-95 0,2-8 350 15,-2 0 524-15</inkml:trace>
  <inkml:trace contextRef="#ctx0" brushRef="#br3" timeOffset="154731.01">23060 8779 347 0,'13'-42'831'0,"-5"5"351"15,-1 4 72-15,-2 7-219 0,-2 7-280 16,-1 5-207-16,-4 7-140 0,-1 5-88 0,-2 8-74 15,-2 5-80-15,0 6-50 0,-1 6-38 0,0 3-28 16,1 4-17-16,0 2-10 0,2 5-11 16,1-1-5-16,0 0 0 0,3-1-3 0,1 1 0 15,0-4-1-15,5-1-1 0,-1-5-1 0,3-2-1 16,4-3-1-16,-2-5-1 0,6-5 0 16,0-3 2-16,4-5 1 0,0-5-1 0,2-4 1 15,1-4 0-15,-1-2 0 0,1-3-1 0,1-2 0 16,-2-1 2-16,1-3-2 0,-2 0 1 15,-2-2 0-15,2 1 0 0,-2-2 1 0,-2-3 0 16,-1-1-1-16,0-3-1 0,-1-1 1 0,-3-4 0 16,0-2-1-16,0-1-1 0,-1-4 0 15,-4 0 1-15,0 4 1 0,-1-1 11 0,0 9 13 16,-4 4 7-16,-1 7 4 0,-1 7-1 0,-4 7-1 16,0 7-10-16,1 8-9 0,-4 7-6 15,0 6-1-15,0 5-1 0,0 5 1 0,2 7 2 16,-3 4 3-16,5 7 0 0,-5 3 0 15,2 6-1-15,1-1-1 0,-2 5-4 0,0-1-2 16,3 0-2-16,1 0-1 0,0-6-1 0,3-1 0 16,2-7-2-16,4-3-8 0,2-9-16 15,-1-6-37-15,1-4-78 0,2-9-85 0,-3-4-155 16,0-8-230-16,0-6-323 0,-1-5-332 0,-2-5-192 16,1-3 25-16,-1-4 539 0</inkml:trace>
  <inkml:trace contextRef="#ctx0" brushRef="#br3" timeOffset="155197.73">23326 8793 499 0,'-7'1'1003'0,"1"1"253"0,-1 2-64 16,3 2-280-16,-2 1-359 0,2 4-213 0,3-3-115 16,2 1-59-16,3 1-41 0,3-1-39 0,1 0-36 15,4-2-14-15,1 1-12 0,2 0-8 16,4-1-5-16,-2-5-3 0,4 2-1 0,1-1-3 15,-1-1-3-15,2 1 3 0,2-3-16 16,-1 0-47-16,1 0-33 0,-2 0-30 0,0 1-32 16,-1-1-46-16,-2 2-11 0,-5-2 36 0,0 2 36 15,-5-1 44-15,-2 0 70 0,0 3 67 16,-4-2 46-16,0 1 59 0,-1 0 70 0,-1 2 61 16,-2-1 11-16,0 2-9 0,-2 0-24 15,1 3-41-15,-4 3-55 0,4-4-55 0,-3 4-37 16,3 1-24-16,-1-1-13 0,2 0-11 0,2 0-6 15,-1 0-7-15,3-1-2 0,-3-2-3 16,5-1 0-16,1 0-2 0,-1-2 0 0,1 0 0 16,2 0 1-16,-1 1 0 0,0-2 0 0,1 4 1 15,0 0 0-15,0 2-1 0,-1 2 1 16,1 4-1-16,-3 2 0 0,-1 0 1 0,-2 3 0 16,0 3 2-16,-3 3 0 0,0 0 5 0,-4 2 5 15,-1 2 6-15,-3 3 2 0,-5 1 1 16,2 2 3-16,-4 2-5 0,0 2-5 0,-4-4-5 15,3 1-3-15,-3-2-3 0,2-4-3 16,1-4-1-16,3-7-3 0,1-2 0 0,4-8-6 16,1-6-13-16,4-6-26 0,2-6-67 0,2-6-69 15,2-6-120-15,2-5-183 0,5-2-306 16,2-5-325-16,1 0-241 0,3-4-135 0,1 2 338 16,1 0 603-16</inkml:trace>
  <inkml:trace contextRef="#ctx0" brushRef="#br3" timeOffset="155864.6">24201 8993 346 0,'-1'-10'984'16,"-3"1"514"-16,1 3 18 0,-4 0-318 0,-1 3-440 16,0 3-262-16,-5 3-153 0,4 4-118 0,-6 3-82 15,1 2-46-15,1 5-27 0,0 1-18 16,0 5-14-16,0 3-11 0,5 0-8 0,2 2-5 15,1-1-4-15,3 1-3 0,2-2-4 16,4-3-1-16,2-1-2 0,4-6-3 0,0-2-1 16,5-5 0-16,0-4 1 0,3-5-1 0,-1-5 0 15,1-2 1-15,-1-4 0 0,0 0 2 0,-1-1-2 16,0-1 2-16,-3-1 1 0,-2 2 0 16,1-1 0-16,-4 0 0 0,1 1 0 0,0 2 1 15,-3 2 1-15,-1 0-1 0,-2 3 0 16,0 1 1-16,1 1-1 0,-3 3 0 0,2 1 1 15,0 4 0-15,-1 2-1 0,-2 2 1 16,1 3 0-16,1 0 0 0,-1 3 0 0,3 0 0 16,-3-1-1-16,2 1 0 0,1-1 0 0,1 3-1 15,-2-6 0-15,3-1 0 0,2-1-1 0,-2-3 0 16,1-1 1-16,2-4-1 0,0-2 0 16,-1-2 1-16,4-2 0 0,-3-1-1 0,-1 0 1 15,1-1 0-15,1 1 0 0,-1 0-1 16,-1-1 0-16,0 1 1 0,1 2 0 0,-1 1 0 15,1 2 1-15,0-1 0 0,-1 4 0 0,-2 0 1 16,1 3-1-16,2 2 1 0,-3 3-1 16,1 2 0-16,-1 3 0 0,0 0 0 0,2 2 0 15,-2 2-1-15,2-1-1 0,-1 1-5 16,2-4-9-16,-3 2-8 0,2-5-8 0,0-1-23 16,2-4-54-16,-2-3-71 0,-2-4-64 0,0-3-108 15,-1-3-162-15,1-2-217 0,-3-2-251 16,2-2-190-16,-2-2-149 0,1-2 162 0,-1-1 459 15</inkml:trace>
  <inkml:trace contextRef="#ctx0" brushRef="#br3" timeOffset="156065.37">24881 8640 610 0,'12'-44'1447'0,"-6"10"257"0,0 4-263 16,-1 7-397-16,-5 5-437 0,0 5-234 15,0 5-159-15,-4 4-81 0,1 2-49 0,2 6-29 0,-4 0-18 16,2 3-13-16,2 2-10 0,-3 0-5 15,4 3-5-15,-1 3-3 0,-1-1-1 0,0 4-2 16,1 0-12-16,-1 2-21 0,1 4-46 16,-1 1-77-16,-1 1-96 0,-2 4-164 0,1 1-243 15,-3 2-326-15,2 1-306 0,1 4-175 16,-3-2 104-16,6 3 567 0</inkml:trace>
  <inkml:trace contextRef="#ctx0" brushRef="#br3" timeOffset="156314.16">24828 9172 135 0,'1'33'477'0,"1"-3"296"16,3-2 196-16,-4-3-98 0,5-5-238 0,-1-2-163 15,0-2-109-15,0-7-66 0,0-2-45 16,4-5-11-16,-3-4 10 0,0-5 22 0,4-4 11 16,-1-5-6-16,1-1-17 0,-2-3-35 0,0-2-42 15,-1 1-46-15,0 1-36 0,-1-3-22 16,-2 3-17-16,0-1-12 0,1 4-8 0,-4-2-3 16,-1 1 1-16,0 3 0 0,0 3 1 0,-1 3-3 15,-4 5-4-15,2 4-5 0,-2 6-5 16,1 4-6-16,-5 5-2 0,5 5-3 0,-4 2-2 15,2 4-1-15,-1 3-3 0,2 3-2 0,1 1-3 16,-1 3-1-16,2 0-3 0,3-1-9 0,2-2-19 16,1-2-43-16,1-4-87 0,3-3-173 15,1-1-270-15,-2-3-335 0,6-3-420 0,-3-2-405 16,0-2 68-16,3 0 843 0</inkml:trace>
  <inkml:trace contextRef="#ctx0" brushRef="#br3" timeOffset="157330.06">22223 10122 48 0,'3'-4'521'15,"1"0"454"-15,-3 2 239 0,-1-2-52 0,0 1-355 16,2 2-215-16,-2-2-105 0,2 3-82 0,-2 0-59 15,0 0-48-15,0 0-53 0,0 0-65 16,0 3-67-16,0 2-42 0,0 5-22 0,0 3-14 16,-2 6-7-16,0 4-6 0,2 6-2 15,0 2-2-15,0 3-4 0,0-1-3 0,0 3-3 16,0-1-2-16,2-1-3 0,1-6-1 0,0-3-2 16,2-3-1-16,3-6-1 0,0-3-1 15,-2-2 1-15,4-6 1 0,2-5 0 0,1-2 1 16,3-6 1-16,0-4 0 0,1 1-1 15,1-1 0-15,0-1 0 0,3 4 0 0,-2 1 0 16,1 6 1-16,2 0 0 0,-2 4 0 0,-2 2 1 16,2 4-1-16,0 2 0 0,-3 1 0 0,-1 2 0 15,1-1 0-15,0 2-1 0,-4-4 1 16,0 1-1-16,0-2-1 0,-4-2 1 0,1-3 1 16,-2-4 1-16,1-4 0 0,-2-3 0 15,-3-6 3-15,0-1-2 0,-1-7 0 0,-2 0 0 16,-1-5 0-16,-1-2 0 0,-2 1-2 0,-2-3 1 15,-2 0-2-15,1 0 0 0,-3 0-2 16,1 0-1-16,1 3-1 0,2 3-1 0,1 3-1 16,-1 4-6-16,5 4-16 0,0 1-47 0,5 3-73 15,-2 3-81-15,2 0-144 0,1 2-210 16,1 1-322-16,1 2-288 0,1 0-193 0,0 1-15 16,1 1 461-16,1 0 534 0</inkml:trace>
  <inkml:trace contextRef="#ctx0" brushRef="#br3" timeOffset="157697.76">22802 10162 17 0,'5'12'533'0,"-4"1"490"16,-1 1 235-16,-1 6-34 0,1 2-256 0,-3 3-292 16,1 3-190-16,1 2-112 0,-2 4-70 15,-1-1-67-15,1 0-79 0,1-2-64 0,2-1-39 16,4-5-23-16,2-3-14 0,2-7-8 16,1-2-5-16,4-7-2 0,4-6 0 0,1-6-2 15,2-7-1-15,4-8 0 0,1-6 0 0,-1-3 0 16,3-4-1-16,-2-2 1 0,1-2 2 0,-3 1-1 15,-2 1-1-15,-2 1 0 0,-2 5 0 16,-3 4 0-16,-2 1 0 0,-2 6 0 0,-2 2 1 16,-3 5 2-16,0 4-2 0,0 4 0 0,-2 6-1 15,-2 4-1-15,-1 6 1 0,0 3-1 16,0 5 2-16,0 6-1 0,0 1 1 0,-1 6 0 16,-4 2 0-16,2 4 0 0,-2 3 1 15,-1 5 0-15,-4 0 0 0,-2 4 2 0,-1 2 0 16,-4 2 1-16,-1 2 1 0,-1-1 0 15,-3 1-2-15,1-2 0 0,-2-3 0 0,-1-3-2 16,2-5-1-16,0-3 0 0,-2-7-1 0,2-5-2 16,3-6-4-16,-1-7-16 0,1-6-50 15,3-6-72-15,0-9-92 0,3-5-162 0,5-7-268 16,-1-5-324-16,8-6-287 0,1-4-180 16,1-4 132-16,8-1 586 0</inkml:trace>
  <inkml:trace contextRef="#ctx0" brushRef="#br3" timeOffset="158363.28">23174 10457 212 0,'4'2'758'0,"-2"1"392"0,-1-3 61 0,1 0-210 15,0 0-369-15,1-5-243 0,2-1-107 16,1-4-24-16,5-3 11 0,-1-3-2 0,2-8-13 15,2 2-34-15,1-3-44 0,0-3-46 0,0 2-41 16,0-2-23-16,-2 6-17 0,1 1-8 0,-6 5-6 16,0 0-2-16,-1 6-1 0,-1 3 1 15,-2 3 1-15,0 4 1 0,-3 5-4 0,-1 6-3 16,0 4-6-16,-1 6-6 0,1 2-6 16,-4 7-5-16,3 1-2 0,-1 2-1 0,2 1-2 15,0-1 0-15,2-1-2 0,1-2 1 0,0-4-1 16,4-3 2-16,-1-3-2 0,5-6 1 0,-1-2 0 15,2-6 1-15,1-6 0 0,1-4 1 16,2-5 0-16,0-6-1 0,3-3 1 0,-3-3 0 16,2 0-1-16,1-4-1 0,-3 2 1 0,1 3-1 15,-4-2 0-15,0 3-1 0,-2 3 1 16,-1-1 0-16,0 4 0 0,-3 0 1 0,-1 4-1 16,1 3 0-16,-3 3 1 0,1 2-1 15,0 4 1-15,-1 3 0 0,1 3 0 0,0 3 0 16,0 2 0-16,1 2 0 0,0 3-1 15,1 3 1-15,-1 2-1 0,1 2 0 0,2 1 0 16,-1 1-3-16,1-2-3 0,4-1-10 0,-2-1-12 16,2-4-19-16,2-3-23 0,1-5-27 0,2-5-25 15,0-7-12-15,-2 0-4 0,2-11 15 16,-2-1 22-16,-1-2 34 0,0-4 61 0,-1-2 53 16,-1-5 33-16,-4 1 18 0,0 0 13 15,-4-1 7-15,-2 2-20 0,-1-1-21 0,-4 1-13 16,1 1-7-16,-4 0-7 0,-3 0-5 0,2 1-4 15,-2 3-3-15,-2 0-3 0,1 3-5 16,-1 2-4-16,-1 2-5 0,-1 5-6 0,-1 3-2 16,1 5-5-16,-3 4-4 0,2 4-2 15,-1 4-1-15,2 3-2 0,-2 5 0 0,2 2-3 16,4 2 1-16,-1 0-4 0,3 1-10 0,3 1-18 16,-2 1-47-16,3-2-79 0,-1-2-104 0,1-2-179 15,2-5-297-15,2-1-339 0,3-6-323 16,1-1-143-16,5-4 253 0,3-5 662 15</inkml:trace>
  <inkml:trace contextRef="#ctx0" brushRef="#br3" timeOffset="158696.35">24366 10189 245 0,'3'-9'1097'15,"-4"5"542"-15,-1 2-109 0,-1 2-322 0,-4 0-476 16,4 2-299-16,-2 1-198 0,4 0-100 0,-2 4-56 15,6 1-33-15,-2 1-18 0,4 1-11 16,2 4-5-16,1 0-5 0,2 4-3 0,2 2-2 16,-1 3-1-16,3 1-1 0,-1 1-1 0,1 2-3 15,-5 1 1-15,2 1-2 0,0 0-1 16,-3 1-3-16,-3-2 2 0,-3-2 1 0,-2 2 1 16,-2-2 1-16,-3-5 1 0,-3 2 3 15,-1-7 0-15,-1 0 1 0,-1-4-1 0,-3-2 0 16,3-1-2-16,-1 3-9 0,-1-5-24 15,1 3-41-15,2 0-56 0,2 1-55 0,0 1-52 16,3 1-71-16,-1 1-105 0,3-3-117 0,1 1-184 16,1-2-224-16,2 0-211 0,1-1-45 15,4-3 299-15,2-3 423 0</inkml:trace>
  <inkml:trace contextRef="#ctx0" brushRef="#br3" timeOffset="158880.85">24728 10369 651 0,'5'-28'1682'0,"-5"0"125"0,-2 6-374 0,-3 5-366 16,2 0-468-16,-3 3-290 0,-2 5-131 0,2 1-65 15,-2 3-36-15,1 3-26 0,0 1-22 16,0 1-13-16,2 1-9 0,2 1-5 0,2 1-2 16,-1 3-4-16,0-2-6 0,1 2-18 15,-1-2-35-15,2 1-77 0,0-3-107 0,0-2-193 16,0-2-298-16,0-3-357 0,2-1-398 15,-1 0-168-15,1-2 292 0,0-3 741 0</inkml:trace>
  <inkml:trace contextRef="#ctx0" brushRef="#br3" timeOffset="159040.44">24674 10063 116 0,'-5'-14'948'0,"1"2"707"0,-3 1-42 16,0 4-340-16,-3 6-443 0,0 1-351 16,0 6-231-16,0 0-122 0,2 5-59 0,2 1-31 15,2 1-19-15,2 2-13 0,2 3-56 0,4-5-83 16,1 4-150-16,3 1-253 0,1 2-306 15,7-3-386-15,-2 3-321 0,2-3-11 0,-1 2 630 16</inkml:trace>
  <inkml:trace contextRef="#ctx0" brushRef="#br3" timeOffset="159646.94">24175 11425 35 0,'-7'-9'600'16,"1"1"520"-16,-3 3 230 0,1 3-81 0,-1 4-291 16,5 9-358-16,-4 3-186 0,3 7-106 15,0 6-75-15,4 8-58 0,-1 5-60 0,2 4-42 16,3 4-29-16,2 2-18 0,2-1-12 16,3-2-10-16,3-4-11 0,4-4-5 0,3-9-4 15,3-3-2-15,3-8-1 0,0-7-1 0,1-9 2 16,3-7 0-16,-4-8 0 0,1-6-1 15,-2-9 1-15,-3-3 1 0,-4-4 0 0,-4-3 0 16,-5-1 5-16,-6 2 5 0,-4-1 2 0,-6 3 4 16,-4 1 1-16,-4 0 1 0,-5 4-4 0,-2 3-5 15,0 6-2-15,-1 4-5 0,0 5-4 16,0 7-1-16,1 5-2 0,0 8 1 16,2 4-1-16,3 7 0 0,3 4 1 0,1 2-3 15,5 4-7-15,4-1-14 0,2 0-37 0,2 0-78 16,3-3-88-16,2-2-161 0,6-5-276 15,-2-3-333-15,6-7-341 0,4-7-183 0,3-10 111 16,2-6 639-16</inkml:trace>
  <inkml:trace contextRef="#ctx0" brushRef="#br3" timeOffset="159984.99">24563 11409 170 0,'20'-44'642'0,"-3"1"422"0,-4 1 159 16,-3-1-159-16,-5 6-238 0,2 5-165 0,-3 3-146 15,1 5-109-15,-2 7-82 0,-3 6-70 0,0 5-86 16,-3 8-68-16,-2 9-45 0,2 9-27 0,-2 6-13 15,1 9-8-15,-2 7-4 0,2 5-1 16,1 5-1-16,2 6 1 0,-1 4 0 0,2 3 1 16,0 0 0-16,3 2-2 0,0-6 1 0,7-4-2 15,-2-3-1-15,1-9 0 0,5-8 0 16,2-8 1-16,0-4 0 0,2-11-1 0,-1-7 2 16,0-8 0-16,1-9-1 0,0-4 2 15,-2-7-1-15,0-4 1 0,-2-2 0 0,-2-4 0 16,0 3 0-16,-4-1 4 0,-1 2 3 15,-4 1 4-15,-3 4 1 0,-2 2 3 0,-3 1 3 16,0 3-2-16,-1 4-4 0,-5 3-3 0,2 3-1 16,-4 3-4-16,-1 5-3 0,-1 2-3 0,1 5-1 15,0 4-1-15,-2 5-1 0,4 3-2 16,-1 4-6-16,0 0-20 0,5 1-48 16,2 4-74-16,1-5-97 0,2-2-174 0,3 0-301 15,3-5-329-15,3-3-301 0,2-5-168 0,5-5 218 16,5-7 649-16</inkml:trace>
  <inkml:trace contextRef="#ctx0" brushRef="#br3" timeOffset="160250.62">25031 11524 31 0,'5'-24'760'0,"-2"3"796"16,-3 4 111-16,-3 2-318 0,-2 7-409 0,1 2-400 16,-2 3-236-16,-1 4-140 0,2 4-71 15,2 2-33-15,2 3-22 0,2 3-14 0,2 2-7 16,2 2-5-16,3 3-2 0,1 3-4 15,3 0-1-15,-3 0-1 0,5 2 0 0,-2 3-2 16,-2-1-1-16,-2 0 0 0,-1 1 1 0,-4 1-1 16,-1 1-1-16,-6-2 2 0,-1 4-1 0,-4-2-1 15,-5 0 0-15,-1 0-1 0,-3 0 1 16,-4 0 0-16,1-3 0 0,-4-2-1 0,3-2 0 16,1 0-2-16,0-6-1 0,4-3-11 15,4-7-37-15,5-3-79 0,5-7-82 0,3-4-152 16,5-5-239-16,4-6-329 0,6-3-325 0,5-2-185 15,2-1 40-15,3-2 545 0</inkml:trace>
  <inkml:trace contextRef="#ctx0" brushRef="#br3" timeOffset="160561.97">25439 11640 90 0,'5'-7'922'0,"-5"3"764"0,-5 3-16 15,-6 6-353-15,-4 1-439 0,-5 5-354 0,-3 4-232 16,-2 4-123-16,-1 6-61 0,1 0-35 15,3 3-21-15,-2 4-19 0,4 0-10 0,5-2-10 16,3 1-5-16,5-2-3 0,4-4-3 0,6-4-2 16,5-7-1-16,6-3-1 0,4-7 1 15,6-4-1-15,2-8 1 0,1-5-2 0,3-6 1 16,-1 1-1-16,-1-6 0 0,-4 1 0 16,0-1 0-16,-4-1 2 0,1 6 1 0,-8 1 1 0,-1 3 1 15,-3 3-1-15,-2 5 1 0,-2 3 0 16,-4 4-1-16,-1 4 0 0,-1 5 0 0,-2 3-2 15,-2 4-11-15,0 3-30 0,-1 3-87 16,0-1-140-16,1 0-258 0,0 1-314 0,2-2-400 16,3 0-449-16,0 2-52 0,3-1 684 0</inkml:trace>
  <inkml:trace contextRef="#ctx0" brushRef="#br3" timeOffset="161430.42">26066 11382 87 0,'-10'-14'447'0,"0"1"334"0,-2-1 280 15,-1 2-23-15,2 1-295 0,-1 1-191 16,-1 1-103-16,-3 2-65 0,5 2-59 0,-1 2-53 16,0 3-22-16,3 3-21 0,-4 3-39 15,4 2-44-15,1 7-35 0,0 3-24 0,-1 4-25 16,2 5-18-16,1 6-6 0,1 7-4 0,2 5-7 16,-3 7-2-16,3 3-3 0,-1 4-4 0,3-3-5 15,1 0-5-15,3-4-2 0,2-8-2 16,2-5-1-16,3-7-2 0,3-7 0 0,2-7 1 15,1-9-2-15,5-7 1 0,1-11 2 0,-1-6-2 16,4-11 0-16,0-8 0 0,0-6 0 16,2-4 1-16,-3-4-1 0,-2-3-1 0,-1 1-1 15,-3 0 2-15,-5-2 1 0,-2 4-2 16,-1 0 0-16,-4 2 0 0,-3 4 3 0,2 4-2 16,-2 7-1-16,1 4 1 0,-3 7-1 0,2 8-1 15,0 5-1-15,0 7-1 0,-1 6 0 16,-1 7 1-16,1 5 0 0,0 5 1 0,-1 2 2 15,2 4 1-15,-1 1 0 0,1 1 0 0,-1 4-1 16,1-1 1-16,-1 3-2 0,1 0 0 16,0-1 0-16,1-1 0 0,0 1 0 0,2-4-1 15,2-2-1-15,3-6 0 0,2-4 0 0,4-7 1 16,2-5-1-16,3-7 2 0,5-7-2 16,3-5 0-16,3-6-2 0,2-5-2 0,2-1-11 15,-1-3-18-15,3-1-23 0,-1-1-25 0,0 1-19 16,-3-2-10-16,0 5 4 0,-5 0 17 15,-3 5 27-15,-4 1 30 0,-4 4 24 0,-4 3 12 16,-6 3 28-16,-1 0 32 0,-7 4 25 0,-1 1 13 16,-4 3 6-16,-7 2 0 0,0 0-17 15,-6 4-19-15,-3 3-15 0,-2 3-9 0,-1 3-6 16,-3 4-3-16,-4 3-1 0,0 5-1 0,-3 5-3 16,-2 4-6-16,2 9-2 0,1 1-6 15,1 2-5-15,6-1-5 0,4 0-4 16,5-2-4-16,6-6-1 0,9-4-3 0,6-7-1 15,4-7 0-15,8-4-8 0,4-8-19 0,6-7-55 16,5-6-81-16,1-5-156 0,3-4-277 0,0-4-322 16,3-1-388-16,-1 0-307 0,4 1 31 15,-2 0 715-15</inkml:trace>
  <inkml:trace contextRef="#ctx0" brushRef="#br3" timeOffset="162113">26889 11934 111 0,'0'-3'481'0,"2"-3"314"16,3-7 221-16,2-4-55 0,5-5-267 0,2-6-184 16,5-5-119-16,3-3-7 0,5-1 6 15,-2-2-28-15,4 0-40 0,-2 3-40 0,-4 3-36 16,-1 3-67-16,-4 5-68 0,-3 6-34 16,-3 4-24-16,-3 3-11 0,-1 5-5 0,-5 4-3 15,0 5 1-15,-3 5-6 0,-1 6-2 0,-3 5-1 16,0 4-6-16,-2 4-2 0,1 2-2 15,0 4-3-15,0 1-4 0,2-1-2 0,0-1-2 16,1 0-2-16,2-4-1 0,0-4 0 16,2-3 0-16,1-2-1 0,2-4 0 0,1-4-1 15,2-5 0-15,5-5 0 0,0-4 0 0,4-7 0 16,0-6-2-16,5-6 1 0,2-4 0 16,3-5-2-16,1-1 1 0,1-2-1 0,1 0 0 15,-3 1 0-15,0 2 0 0,-5 4 1 16,-2 5 0-16,-4 5 1 0,-2 5 1 0,-6 3 1 15,0 6 2-15,-1 4-1 0,-6 6 2 0,2 3-1 16,-6 4 1-16,2 6-1 0,-1 2-2 0,-1 3 1 16,0 2-1-16,-1 3-1 0,1 0 0 15,2-1-1-15,2-1-2 0,1-1 0 0,3-2-2 16,-1-3-4-16,4-3-15 0,2-6-33 16,-1-1-74-16,7-7-72 0,-3-4-121 0,4-7-178 15,1-3-265-15,0-3-307 0,4-2-209 0,-1-2-127 16,4 0 272-16,1 0 533 0</inkml:trace>
  <inkml:trace contextRef="#ctx0" brushRef="#br3" timeOffset="162246.43">27906 11683 15 0,'20'4'376'16,"-3"7"340"-16,0 1 242 0,-3 3 4 0,-2 5-292 15,1 2-237-15,1 2-180 0,-1 1-118 0,-2 0-64 16,5 2-37-16,-3-4-33 0,1 0-78 16,-1-2-138-16,-4-1-278 0,2-5-241 0,-1-1-186 15,-2-3-58-15,-1-5 211 0,-2-4 359 16</inkml:trace>
  <inkml:trace contextRef="#ctx0" brushRef="#br3" timeOffset="162447.54">28043 11286 272 0,'-7'-55'971'16,"-1"9"501"-16,0 7-17 0,0 7-237 16,2 5-493-16,1 7-273 0,2 4-156 0,-1 5-105 15,3 3-64-15,-1 5-44 0,4 5-28 0,-1 2-18 16,1 7-13-16,1 0-11 0,2 6-5 15,0 3-4-15,2 2-2 0,0 5-2 0,-1 5-1 16,2 2-4-16,1 2-19 0,-2 3-55 0,1 3-68 16,-2 1-86-16,4 2-163 0,-2 0-271 15,1 2-311-15,2 1-266 0,0-1-177 0,0 2 124 16,5-4 575-16</inkml:trace>
  <inkml:trace contextRef="#ctx0" brushRef="#br3" timeOffset="162700.07">28413 11914 14 0,'35'0'373'16,"-3"-5"288"-16,-2-3 256 0,-5-4 139 15,-2-5-237-15,-5-2-84 0,-2-2-37 0,-2-3-62 16,-4 0-90-16,-4-3-109 0,-4 0-86 0,-2 0-107 16,-3-2-81-16,-5-1-43 0,0 2-26 0,-5-1-13 15,-1 2-10-15,-3 4-7 0,-3 4-9 16,-5 7-6-16,-2 7-42 0,-4 9-7 0,-1 8 0 16,1 8 0-16,-3 8 0 0,4 8 0 15,3 7 0-15,4 4 0 0,5 2 0 0,4 2 0 16,8-1 0-16,7-1 0 0,7-2 0 15,8-8 0-15,8-3 0 0,1-7 0 0,10-4 0 16,1-7 0-16,4-5 0 0,1-4 0 0,1-4 0 16,-2-4 0-16,-3-2 0 0,-3-4-96 0,-5-1-114 15,-6-1-139-15,-2-2-220 0,-7 2-315 16,-1-1-372-16,-4-2-323 0,-4 2-76 0,-3-2 533 16,-2 0 679-16</inkml:trace>
  <inkml:trace contextRef="#ctx0" brushRef="#br1" timeOffset="176570.34">25198 5947 231 0,'0'3'890'0,"-4"0"527"0,1 0-13 0,3 0-238 15,0-1-483-15,3 2-242 0,2 1-125 0,2-1-95 16,3 2-36-16,5 2-17 0,4-1-8 16,3 1-37-16,3 0-27 0,10 2-23 0,-1-3-18 15,6-1-15-15,3 0-11 0,3-2-10 16,-2-1-7-16,3-1-4 0,0-2-4 0,-4 0-3 15,-1-2-1-15,-4 2 0 0,-3-4-2 16,-4 3-1-16,-1-2-1 0,-8 0-6 0,-1 1-14 0,-8 2-33 16,-3-3-78-16,-7 3-91 0,-7 0-167 15,-5 3-286-15,-4-3-329 0,-8 2-362 16,-2 4-181-16,-7-4 155 0,-4 3 666 0</inkml:trace>
  <inkml:trace contextRef="#ctx0" brushRef="#br1" timeOffset="176805.32">25081 6279 35 0,'1'16'623'0,"4"0"499"0,-2 0 167 16,2-4-66-16,4 2-277 0,4 0-366 16,4-2-173-16,4 0-89 0,4-1-54 0,2-4-58 15,6-1-57-15,2-2-53 0,1-4-35 16,4 0-21-16,0-4-11 0,0 0-14 0,0-4-8 15,-2-1-4-15,0 0-3 0,-3 0-3 0,-4 0-42 16,-4 1-77-16,-4-2-124 0,-6 3-219 16,-6 1-295-16,-5-1-365 0,-6 3-345 0,-6 0-112 15,-5 0 457-15,-10 3 683 0</inkml:trace>
  <inkml:trace contextRef="#ctx0" brushRef="#br1" timeOffset="179720.78">27465 6379 314 0,'0'11'641'0,"-4"-3"239"16,1 0 68-16,2-3-269 0,-2 3-237 15,1-1-119-15,2-1-66 0,0 1-36 0,0-1-19 0,2-1-8 16,1-1-22-16,-2-1-31 0,2 0-30 16,-1 0 25-16,1-1 26 0,4-1 61 0,-2-1 19 15,3-3 4-15,2-1-10 0,2-2-38 16,0-5-32-16,2-2-57 0,2-2-30 0,0-5-23 16,3-1-6-16,0-3-9 0,2-2-5 15,2-2-4-15,1-2-1 0,0 0-3 0,3-2-4 16,-1 0-4-16,1 0-1 0,0-1 0 0,-2 2 0 15,1 0 0-15,-2 2-1 0,-1 0-1 0,-2 4-1 16,-4 0-5-16,0 3-4 0,0 0-2 16,-4 3-3-16,0 2 0 0,0 0-1 0,-4 2 0 15,1 2-1-15,-4 4 1 0,3-1-5 16,-4 4-3-16,-1 1 3 0,-1 0 1 0,-2 2 1 16,3 2 2-16,-4-1-2 0,1-1 2 0,-1 3-5 15,0-1 2-15,2 1-4 0,-2 0 7 16,0 0 12-16,0 0 8 0,0 0 6 0,0 0 1 15,0 1 4-15,0-1-5 0,0 0-4 0,1 1 6 16,-1 3 3-16,2 0 0 0,0 2 0 16,0 3-1-16,2 2 1 0,-3 1-9 0,2 4-4 15,1 4-3-15,-1 2 0 0,0 3-2 16,0 6-11-16,0 2-2 0,1 4 0 0,2 5 0 16,-2 3 0-16,1 4 0 0,2 3 0 15,-3 3 0-15,0 4 0 0,2 4 0 0,-3-2 0 16,0 1 0-16,-1 2 0 0,-1-3 0 0,-1-2 0 15,0-1 0-15,0-5 0 0,0-2 0 0,0-3 0 16,0-1 0-16,2-5 0 0,-2-5 0 16,0-1 0-16,0-4 0 0,0-3 0 0,0-4 0 15,0-4 0-15,0-3 0 0,0-1 0 16,0-6 0-16,0 0 0 0,0-4 0 0,0-1 0 16,0-1 0-16,0-2 0 0,0-2 0 0,0-1 0 15,-2 0 0-15,2-3 0 0,0 0 0 0,-1-2 0 16,1-2 0-16,0 1 0 0,0 1 0 15,0-2 0-15,0 0 0 0,0 2 0 0,0-1 0 16,0 0 0-16,0 1 0 0,0 1 0 16,0-1 0-16,-2 3 0 0,0-3 0 0,1 2 0 15,-1 0 0-15,-4 2 0 0,1-1 0 0,1 0-263 16,-4 1-315-16,0 2-343 0,0 1-435 16,0 0-496-16,-2 0-35 0,4 2 844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18T07:09:34.423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1203 1009 174 0,'0'0'421'0,"0"0"206"0,0 0 163 0,0 0-136 16,0 0-108-16,0 0-38 0,0 0-43 0,0 0-46 16,0 0-54-16,0 0-69 0,1-4-54 0,-1 4-41 15,0 0-21-15,0 0 4 0,0 0 2 16,0 0 0-16,0 0-22 0,0 0-26 0,0 0-23 16,0 0-29-16,0 0-21 0,0 0-16 0,0 0-11 15,0 0-7-15,0 0-3 0,0 0-6 0,0 0-2 16,0 0 1-16,0 0 2 0,0 0 3 15,0 0 2-15,0 0 5 0,0 0 0 0,0 0 2 16,0 0-1-16,0 0-3 0,0 0 0 0,0 0-5 16,0 0-5-16,0 0-4 0,0 0-2 0,0 0-4 15,0 0-1-15,0 0-1 0,0 0 0 0,0 0-1 16,0 0 1-16,0 0 0 0,0 0-2 16,0 0-1-16,0 0 2 0,0 0-1 0,0 0 2 15,0 0-1-15,0 0 1 0,0 0-1 0,0 0 0 16,0 0 0-16,0 0-2 0,0 0 0 0,0 0-1 15,0 0 0-15,0 0-1 0,0 0 0 0,0 0 0 16,0 0 0-16,0 0 1 0,0 0 0 0,0 0 0 16,0 0 2-16,0 0 0 0,0 0 0 15,0 0 1-15,2-5-1 0,-2 5 1 0,0 0 0 16,0 0-2-16,0 0 2 0,0 0-1 0,0 0-1 16,0 0 1-16,0 0 0 0,0 0 0 0,0 0 1 15,0 0 0-15,0 0-1 0,0 0 0 16,0 0 0-16,0 0-1 0,0 0-1 0,0 0 0 15,0 0 0-15,0 0-1 0,0 0 0 0,0 0 0 16,0 0-2-16,0 0 1 0,0 0-1 0,0 0-1 16,0 0 0-16,0 0 0 0,0 0 0 15,0 0 0-15,0 0 0 0,0 0-1 0,0 0 0 16,0 0 0-16,0 0 0 0,0 0-1 0,0 9 1 16,0 3 0-16,0 2 0 0,0 5 0 0,2 4 0 15,-1 3 0-15,1 7 0 0,-1 4 0 16,5 4 0-16,-4 6 4 0,3 3 3 0,1 2 2 15,-1 1-4-15,3 0-2 0,-2-1-1 0,0-2-4 16,-1-2-3-16,0-5-2 0,1-4 4 0,2-5 1 0,0-4 1 16,2-4 0-16,-2-4 1 0,4-3-1 15,-1-5 2-15,2-2 2 0,0-4 0 0,-1-4 1 16,4-4 0-16,0-4 1 0,1-5-1 0,0-4 1 0,-1-4-1 16,3-4 1-16,-1-3 0 0,2-5 0 0,-1-3 0 15,-1 0 1-15,0-5 0 0,0 0 0 0,-1-1 0 16,-1-1-1-16,0-3 1 0,-3-1-2 0,1 0 0 15,-1-1 0-15,-1-1-1 0,-2 1 0 0,-1 0 0 0,-1 0 0 16,1 1 1-16,-2 2 1 0,-1 0 0 0,1 5 0 16,-4 2 1-16,3 1 1 0,-3 5 0 0,0 1 0 15,-1 4 1-15,-2 4 3 0,2 1 0 0,-1 4 1 0,-1 3 1 16,-1 4 1-16,-1 0-10 0,2 2-4 0,0 2 0 16,0 2 0-16,-2 1 0 0,1 3 0 0,-1 3 0 15,-1 4 0-15,1 5 0 0,-2 3 0 0,1 5 0 0,1 2 0 16,-1 2 0-16,1 5 0 0,-1 2 0 0,1 2 0 15,1 1 0-15,-1 2 0 0,2 2 0 0,0 0 0 16,0-1 0-16,2 2 0 0,-1-1 0 0,1-1 0 0,3 0 0 16,-2-2 0-16,2 0 0 0,1-2 0 15,2 0 0-15,0-2 0 0,-2-1 0 0,5-1 0 0,-3-4 0 16,2 1 0-16,2-5 0 0,-2-2 0 0,3-2 0 16,-1-4 0-16,1-2 0 0,1-2 0 0,0-5 0 15,2-1 0-15,-2-5 0 0,3-2-11 0,-2-5-60 16,2-1-75-16,-2-7-139 0,0 1-260 0,0-3-323 15,0-2-396-15,-2 2-450 0,1 0-102 0,-1-1 682 16</inkml:trace>
  <inkml:trace contextRef="#ctx0" brushRef="#br0" timeOffset="466.37">2583 1845 394 0,'3'-1'920'0,"-3"-1"313"0,2-1 6 15,-2 2-241-15,0 1-271 0,1 0-212 0,1 1-131 16,-2 2-79-16,0 0-62 0,0 4-65 0,0 2-63 15,0 5-39-15,0 5-20 0,0 0-12 0,2 6-9 0,-2 3-9 16,0 4-6-16,-2 1-7 0,2 0-6 0,0-1-3 16,0 0-2-16,0-2 3 0,2 0-3 0,-1-1-2 15,1-4-3-15,1-1-3 0,1-1-23 16,-2-4-63-16,1-2-67 0,-3-4-119 0,2-5-184 16,-1-1-309-16,1-6-327 0,1-3-271 0,-1-6-141 15,1-4 358-15,0-6 609 0</inkml:trace>
  <inkml:trace contextRef="#ctx0" brushRef="#br0" timeOffset="1010.81">2966 1035 33 0,'3'-8'546'0,"-1"5"485"15,0-1 226-15,-2-2-74 0,0 3-344 0,2 0-239 0,0 3-167 16,-1 0-93-16,2 0-62 0,-1 0-46 0,0 0-54 16,1 1-53-16,0 1-37 0,2 1-19 0,4 2-3 15,1 2 1-15,1 3 5 0,4 5-1 0,3 3-4 16,1 5-8-16,1 5-8 0,1 4-6 0,1 4-4 15,3 4-6-15,-4 3-6 0,3 5-5 0,-2 2-3 16,0 1-6-16,-3 3-4 0,2-1-3 0,-3 1-3 16,0-2-1-16,-1-3-2 0,-4-4 0 0,3-3 0 15,-4-7-2-15,0-5 0 0,0-4 0 0,-2-5-1 16,-1-6-1-16,-1-4 1 0,0-4 2 0,0-4 2 16,0-7 1-16,1-6 0 0,-1-6 0 0,2-7 0 15,-1-2 1-15,-1-8 3 0,0-4 7 0,0-5 4 16,1-3 1-16,-1-7-1 0,0-3-3 0,3-7-2 15,-3-2-7-15,3-5-3 0,-3-2 1 0,3 1 0 16,-1 0 3-16,-1 4 0 0,2 5 4 0,-3 7-1 0,0 6-1 16,-2 8-1-16,-1 5-1 0,0 8-2 15,-2 6-5-15,0 3 1 0,-1 5-2 0,-1 2 0 16,1 5-2-16,1 0 0 0,-3 6 3 16,2 4 1-16,1 3-3 0,1 2-1 0,-2 2-8 0,1 3-18 15,-1 4-30-15,-1 0-69 0,-1 3-103 16,2 3-214-16,-2 0-295 0,2 5-360 0,-1 0-431 15,2 3-248-15,1 1 333 0,-1 2 864 0</inkml:trace>
  <inkml:trace contextRef="#ctx0" brushRef="#br0" timeOffset="1241.29">4088 1689 534 0,'-2'6'1525'0,"-1"1"218"0,-1 4-330 16,1 2-337-16,-2 2-458 0,0 5-299 0,0 2-128 15,-1 5-59-15,0 7-28 0,0 3-24 16,-1 6-22-16,-1 4-20 0,0 5-16 0,-3 3-11 16,3 1-7-16,2 1-4 0,-2-2-10 0,5 1-27 15,0-5-81-15,1-2-138 0,-1-3-254 0,0-6-308 16,0-4-405-16,-1-4-459 0,3-6-99 15,-1-6 672-15</inkml:trace>
  <inkml:trace contextRef="#ctx0" brushRef="#br0" timeOffset="1998.52">4708 1011 30 0,'2'-8'396'0,"-1"1"384"15,-1 2 322-15,0 2 23 0,0-2-276 0,0 3-126 16,0-2-111-16,0 3-123 0,0 1-100 0,2 0-74 15,-2-1-65-15,0 1-84 0,0 1-62 0,0 2-38 16,0 1-21-16,0 7-9 0,-2 3-2 0,2 6 0 16,0 8 3-16,-1 6 3 0,-1 8 6 0,2 4-2 15,0 8-5-15,0 1-5 0,0 2-3 0,3 1-5 16,-1-2-11-16,3 0-4 0,1-3-9 0,3-1-5 16,1-8-5-16,3-2-3 0,2-8-1 0,1-3-2 15,1-6 5-15,4-7 3 0,0-7 3 16,2-3 1-16,3-8 2 0,0-5 0 0,4-3 0 15,-3-3 1-15,2-1-1 0,-4-2 0 0,2 1 0 16,-2-1-1-16,-1 3 0 0,-2-1 1 0,-3 5-1 16,0 2 1-16,0 2 0 0,-2 5 1 0,1 4 2 15,-4 1 1-15,3 7 0 0,-4 1 1 16,0 1 6-16,1 2 2 0,-1 0-1 0,1-1 0 16,-3-1-1-16,0-2-2 0,3-4-5 0,-4-3-1 15,4-2 1-15,-3-6 1 0,2-7 2 0,1-4 2 16,-3-5 2-16,3-8 3 0,-3-3 1 0,-1-4 5 15,1-6 1-15,-3 0 3 0,-2-6 4 0,-1-1 2 16,-1-3 0-16,-4-3-1 0,0 0-2 0,-4-7-4 16,-1-1-21-16,0-1-2 0,-3-1 0 15,0 1 0-15,-4 3 0 0,4 4 0 0,-2 6 0 16,-2 7 0-16,4 4 0 0,-2 8 0 0,1 4 0 16,4 7 0-16,0 0 0 0,2 7-18 0,3 4-40 15,0 6-45-15,2 6-82 0,1 4-154 0,2 2-261 16,1 6-322-16,2 2-388 0,2 4-378 0,-1 3-19 15,5 5 712-15</inkml:trace>
  <inkml:trace contextRef="#ctx0" brushRef="#br0" timeOffset="2433.44">6643 1414 286 0,'-5'0'897'15,"-2"-1"404"-15,2-1 18 0,3 2-231 0,1-1-409 16,1 2-275-16,1-1-102 0,4 2-60 0,0-1-37 16,4 1-26-16,4-1-18 0,4 1-14 0,2-2-33 15,7 0-23-15,2 0-20 0,2-2-15 0,3-1-14 16,2-1-10-16,2-3-9 0,0 0-8 0,1 0-6 15,0-4 2-15,-3 4-2 0,0-2-2 0,-2-1 0 16,-3 3-1-16,-3 1-6 0,-2 0-32 16,-3 3-80-16,-7 1-120 0,-3 2-234 0,-4 0-297 0,-5 4-374 15,-4 0-429-15,-6 2-149 0,-3-2 491 16,-5 2 792-16</inkml:trace>
  <inkml:trace contextRef="#ctx0" brushRef="#br0" timeOffset="2667.46">7043 1207 351 0,'16'0'679'0,"5"0"323"0,1 1 125 0,0 2-289 15,5-2-223-15,1 0-109 0,2 2-103 0,0 2-49 16,2 1-42-16,1 0-40 0,-3 3-41 0,-1 1-35 16,-2 1-26-16,-2 2-42 0,-6 2-32 15,0 3-21-15,-5 1-15 0,-1 3-8 0,-7 2-8 0,-3 4-10 16,-3 1-7-16,-5 1-6 0,-3 4-5 15,-6 3-6-15,-2-2-5 0,-4 5-8 0,-2-1-26 16,-4 1-75-16,-1-1-83 0,-1-5-149 0,1-1-276 16,0-4-330-16,5-6-371 0,6-4-226 0,1-6 55 15,5-4 629-15</inkml:trace>
  <inkml:trace contextRef="#ctx0" brushRef="#br0" timeOffset="3535.19">9001 1246 210 0,'-5'-10'714'0,"-3"2"413"15,0-1 109-15,0 2-168 0,2 1-244 0,-2 1-214 16,3 2-142-16,0 0-97 0,-4 0-64 15,4 0-67-15,-1 0-74 0,1 2-59 0,0-1-30 16,-1 2-27-16,3 0-17 0,-2 0-13 0,2 2-12 16,0 1 0-16,1 1-10 0,-1 4 0 0,1 0 1 15,-1 5-1-15,3 0 2 0,0 4 5 0,0 2 2 16,5 0 1-16,-2 6 0 0,4-3 1 0,2 4-1 16,2 0-5-16,0 0-1 0,5 1 0 0,-2 2 1 15,4-3-1-15,-1 3 2 0,2-1-5 0,-3 1-4 16,1 2-1-16,-4-2-3 0,-1 0 1 0,-2 2-1 15,-3 0 4-15,-4 1 4 0,-2-2 2 0,-2 0 1 16,-2-3-1-16,-1-2 7 0,-2-2 1 0,-1-2 3 16,-2-3 0-16,1-3 1 0,2-3-2 15,-2-3-5-15,0-4-2 0,0-5-4 0,3-5-1 16,-1-6-2-16,3-7 0 0,1-4 0 0,2-6-1 16,5-5 0-16,1-3-2 0,4-2 1 15,2-2-1-15,3 1 1 0,2 0 1 0,2 3 1 0,2 3 3 16,1 1-5-16,1 6-1 0,0 3-3 15,0 3-2-15,-1 5-1 0,-1 3-2 0,1 7 10 16,-1 1 7-16,-2 8 3 0,-2 1 0 0,0 6 4 16,-1 2 1-16,0 5-5 0,-2 2 0 0,-1 2-1 15,1 1 0-15,-1 3-7 0,1-3-3 0,-1-1-2 16,4 1 3-16,-2-2 2 0,2-3 1 0,0-3 5 16,2-5 2-16,0-3 1 0,0-4-5 15,3-6-2-15,2-5-2 0,-3-5 0 0,2-5 0 16,-1-3 1-16,0-5-1 0,-4-2 2 0,2-1 1 15,-5-3 1-15,0 0 1 0,-3 0 1 0,-3 2 2 16,-3-1-1-16,-3 4-1 0,-3 2 2 0,-3 2-2 16,-4 8 1-16,-1 0 0 0,-2 6 0 0,-4 5-1 15,1 6 1-15,-4 6-1 0,-1 5-2 0,0 7 1 16,-2 4-2-16,0 2 0 0,1 8 2 0,3 2 0 16,-1 3 2-16,2 2-6 0,1 5-2 15,3-1 3-15,3 0-1 0,2 1 0 0,3-4-3 16,6-1 3-16,3-7-10 0,2-4-38 0,5-3-79 15,1-8-110-15,2-2-199 0,3-5-298 0,1-5-355 16,0-7-380-16,0-4-163 0,2-3 329 16,0-4 736-16</inkml:trace>
  <inkml:trace contextRef="#ctx0" brushRef="#br0" timeOffset="3898">10066 1461 179 0,'-5'-6'986'0,"-2"4"613"15,2 2-41-15,-3 5-308 0,0 1-450 0,-1 4-319 16,1 4-201-16,1 0-109 0,1 5-59 0,1 4-35 16,-1 2-24-16,5 2-16 0,-1 4-11 0,4 2-5 15,-1 2-7-15,4 2-3 0,-1 4-4 0,1-1-3 16,3-1-4-16,2-2-2 0,1 0-1 16,0-6-2-16,1-6 1 0,1-5-1 0,3-6 3 15,-2-7 0-15,-1-4 1 0,1-8 2 0,0-5 1 16,0-5 0-16,1-7 1 0,0-6-1 0,-2-3-1 15,1-3 0-15,-1-3-1 0,-2-5-1 16,3 3 1-16,-4-3 0 0,2 4 4 0,-2 0 3 16,-2 4 3-16,-2 5 1 0,2 4 1 0,-5 4 0 15,2 4-3-15,-2 2-3 0,0 3-4 0,-1 5-2 16,0-1-2-16,-1 5-1 0,1 0-1 0,1 3-1 16,1 3 1-16,-2 1 0 0,1 3-1 0,-1 0-6 15,1 2-19-15,-1 1-48 0,-1-2-73 0,2 0-99 16,-1-2-167-16,3 0-269 0,-2-1-330 0,3-3-301 15,-1 1-177-15,1-1 167 0,2-4 601 0</inkml:trace>
  <inkml:trace contextRef="#ctx0" brushRef="#br0" timeOffset="4131.97">10574 1628 210 0,'6'29'753'16,"-4"0"400"-16,-1 2 74 0,-1 2-222 0,0 0-304 15,0 0-254-15,0 0-152 0,2-3-84 0,-1-4-46 16,3-4-31-16,0-5-44 0,1-5-38 15,3-6-19-15,0-6-11 0,0-6-12 0,3-5-5 16,0-6 0-16,-1-4 5 0,-1-4-6 0,3-2 2 16,-2-4 2-16,-2-2 9 0,1-1 19 0,-2-3 28 15,-2 0 36-15,-2-1 26 0,-2 2 15 0,-4 3 3 16,0 3-17-16,-5 5-29 0,-4 6-28 0,-3 6-23 16,-2 4-21-16,-1 6-14 0,-2 8-7 0,0 2-3 15,0 8-4-15,1 2-6 0,1 6-39 0,2 2-79 16,0 2-143-16,2-2-268 0,4 5-302 15,-1-1-386-15,6 1-377 0,5-1-47 0,5 2 657 16</inkml:trace>
  <inkml:trace contextRef="#ctx0" brushRef="#br0" timeOffset="5106.43">11067 989 326 0,'2'-12'770'0,"0"4"350"0,0 0 66 16,-2 0-296-16,2 3-244 0,0 1-128 0,-2 0-100 16,0 3-71-16,1 1-57 0,-1 0-49 0,0 0-45 15,3 1-58-15,-3 1-43 0,2 1-19 0,1 3-6 16,-1 3-1-16,-1 2-2 0,-1 7-6 0,0 4-5 15,-1 6-8-15,-2 4-8 0,-1 7-5 0,-2 3-7 16,-2 4 1-16,0 4-4 0,0 2 1 0,0 2-3 16,-1 0-1-16,3 1-5 0,1-4-10 0,2-2-4 15,1-4-7-15,5-3-3 0,2-6-4 16,3-5 3-16,4-7 8 0,3-4 2 0,4-10 3 16,2-7-1-16,4-8 1 0,3-7 0 0,1-10-9 15,2-3-5-15,1-7-5 0,1-2-2 0,-3-3 0 16,-3 0 1-16,-3 0 4 0,-5 2 3 0,-2 4 5 15,-1 2 2-15,-7 2 3 0,-2 6 0 0,-4 2 1 16,-3 6 1-16,-2 5-2 0,-1 0 1 0,-2 8-1 16,-4 3-2-16,-2 6 1 0,1 6 0 0,-4 0-1 15,3 8 0-15,0 1 1 0,-1 3 1 16,2 4 0-16,3 1 1 0,1 2 0 0,0 2 0 16,4 0-2-16,4 0-2 0,1 2-1 0,6-2-2 15,1-2 0-15,4-1-1 0,2-3-6 0,4-4-18 16,1-3-44-16,3-3-71 0,1-4-72 0,2-8-108 15,0-2-148-15,0-4-165 0,1-7-151 16,-2-1-91-16,2-4-85 0,-1-2 81 0,-2-2 299 16,0 1 313-16,-1-1 302 0,-5 2 287 0,0 2 256 15,-4 1 139-15,-3 0-30 0,-2 1-79 0,-4 2-20 16,0 1-24-16,0 4-72 0,-3 0-95 0,-1 2-72 16,-2 4-54-16,-2-1-77 0,-1 5-72 15,-1 2-45-15,2 3-26 0,-1 2-15 0,0 0-11 16,1 2-9-16,2-3-5 0,4 3-3 0,0-3-4 15,4-1-1-15,0-1-3 0,5-7-2 0,-1 1-8 16,3-3-11-16,0-4-17 0,1-4-20 0,1-3-22 16,0-4-17-16,-2-2-6 0,1-3 1 15,-2-2 11-15,1-5 24 0,-2 0 24 0,-1 0 19 16,-3-4 15-16,0 1 30 0,-4-4 36 0,-1-2 27 16,-3 0 18-16,-1-3 12 0,-1 1 9 0,-3-2-5 15,-1 4-13-15,-4 2-12 0,0 4-11 0,-3 7-12 16,-3 4-12-16,-3 5-14 0,-4 5-14 15,0 7-12-15,-1 4-8 0,0 4-4 0,-2 5 0 16,3 4-3-16,4 2 0 0,1 2 1 0,4 3-1 16,1 2-1-16,4 2-2 0,1 2-5 15,4 2-15-15,2-1-42 0,2-1-77 0,2-2-115 0,4-3-201 16,1-2-301-16,4-4-357 0,1 0-356 16,0-6-151-16,4-3 363 0,2-3 712 0</inkml:trace>
  <inkml:trace contextRef="#ctx0" brushRef="#br0" timeOffset="5299.03">12370 1439 362 0,'-6'-7'1395'0,"-2"6"388"0,1 1-289 16,-2 2-367-16,-2 4-443 0,3 1-332 0,0 4-170 15,3-1-79-15,-1 1-35 0,3 3-21 0,3 2-17 16,0 1-13-16,3 2-7 0,3 0-3 0,2 4-4 15,0 0-1-15,3 4-2 0,-1 1-9 16,-1 4-20-16,-1 3-57 0,0 1-73 0,-5-1-112 16,0 2-182-16,1-3-305 0,-4 0-333 0,0 0-284 15,-4-4-152-15,3-3 301 0,-3-5 634 16</inkml:trace>
  <inkml:trace contextRef="#ctx0" brushRef="#br0" timeOffset="5515.53">12310 1180 594 0,'3'-30'1577'15,"-3"5"188"-15,0 3-343 0,-2 7-353 0,2 1-473 16,0 2-281-16,-1 2-139 0,-1 4-67 0,2 2-35 16,0 1-23-16,3 3-20 0,-1 3-15 0,4 3-7 15,1 3-5-15,2 5-3 0,-1 1-5 0,3 4-19 16,-3 3-51-16,3 3-83 0,-1 1-166 0,-1 3-271 15,5 0-334-15,-2 2-398 0,2-2-350 0,-2 2 36 16,2 0 780-16</inkml:trace>
  <inkml:trace contextRef="#ctx0" brushRef="#br0" timeOffset="5683.18">12806 1758 329 0,'-8'24'1502'16,"-1"4"409"-16,0 4-364 0,-1 1-415 15,-4 3-420-15,1 3-374 0,-1 1-171 0,1 1-75 16,2-1-37-16,0-1-19 0,2-4-21 0,2-4-34 16,1-4-79-16,3-6-118 0,-2-6-233 0,5-3-295 15,2-7-375-15,3-5-459 0,4-11-210 0,0-6 466 16,4-4 857-16</inkml:trace>
  <inkml:trace contextRef="#ctx0" brushRef="#br0" timeOffset="5831.67">13089 1178 630 0,'-18'-9'1637'0,"0"4"127"16,-4 8-369-16,0 3-363 0,-1 4-471 0,2 2-306 0,0 0-133 15,3 5-63-15,1-2-33 0,6 3-40 0,3 0-86 16,2-4-119-16,5 5-235 0,2-4-289 0,5 0-363 16,2-1-400-16,3 0-149 0,3 0 438 0,1 0 777 15</inkml:trace>
  <inkml:trace contextRef="#ctx0" brushRef="#br0" timeOffset="6381.64">14626 1774 42 0,'-3'-21'665'15,"-2"1"640"-15,-7 4 254 0,-1 2-176 0,-4 6-379 16,-2 3-417-16,-5 5-195 0,-3 6-125 0,-3 5-88 15,0 7-54-15,-3 3-36 0,-2 10-20 0,3 5-16 16,1 4-10-16,-1 7-11 0,4 3-8 0,2 2-6 16,4-1-7-16,6-3-4 0,4-5-4 15,10-6-3-15,6-7-1 0,8-8 0 0,4-7 0 16,11-9 1-16,5-9 1 0,4-9 0 0,5-6 0 16,2-9 2-16,1-4-2 0,0-7-1 0,-3-2 0 15,-3-1 0-15,-6-1-1 0,-7 2 1 0,-3 1 0 16,-6 3 1-16,-7 1 0 0,-4 4 1 15,-5 4 1-15,-5 3-1 0,-1 4 1 0,-2 7 0 16,-4 5 0-16,0 5-1 0,-3 8 0 0,0 5-1 16,0 8 0-16,0 6 1 0,0 6-1 15,2 5-1-15,3 2 0 0,0 4-2 0,3 2 0 0,4-2-2 16,1-1-1-16,2 2-1 0,4-2 1 16,-1-5-4-16,3-2-10 0,6-5-20 0,-2-4-54 15,3-5-75-15,3-4-132 0,-2-6-215 0,5-5-306 16,1-5-359-16,0-5-314 0,-2-4-103 0,0-8 466 15,2-1 669-15</inkml:trace>
  <inkml:trace contextRef="#ctx0" brushRef="#br0" timeOffset="6748.76">15029 1711 188 0,'-6'20'865'15,"0"7"512"-15,-5 4 64 0,1 5-162 0,2 6-430 16,-3 5-321-16,0 2-166 0,-2 5-104 15,1 0-71-15,2 5-64 0,-2 0-45 0,2 4-30 16,1 1-18-16,2 0-10 0,0 2-9 0,4-1-7 16,-1-2-4-16,3-5-3 0,-1-1-4 15,4-6-1-15,-1-8-1 0,-1-5 0 0,4-8 2 16,-4-8 0-16,1-5 2 0,-1-8 3 0,3-7 2 16,-1-9 2-16,2-9 1 0,-1-6 0 0,2-10 1 15,0-7-1-15,3-7-2 0,0-8 0 0,1-10-4 16,1-5 4-16,6-6-1 0,-4-6 2 0,6-4-1 15,-1-3 0-15,2-3 0 0,0 5-3 0,3 2-1 16,0 9-1-16,-1 7 0 0,-2 13 0 0,-2 7 0 16,-1 10 1-16,-2 6 0 0,-3 9 1 15,-1 7 1-15,2 3 2 0,-2 5 2 0,1 5 0 16,0 7 1-16,-3 3 1 0,0 7 0 0,-3 2-1 16,-1 6 1-16,-4 7-1 0,0 4-1 0,-6 5-3 15,0 5-13-15,-5 4-44 0,-3 4-81 0,-1-2-130 16,-2 3-254-16,6-3-307 0,1-4-372 0,1-3-355 15,7-8-72-15,6-5 564 0</inkml:trace>
  <inkml:trace contextRef="#ctx0" brushRef="#br0" timeOffset="7065.14">15733 1664 731 0,'-6'-8'1786'0,"-8"4"38"16,-3 8-420-16,-4 2-371 0,-5 6-457 0,-4 4-283 15,0 5-121-15,-1 5-54 0,-1 4-28 0,0 3-21 16,2 5-19-16,0 0-15 0,5 3-25 0,6-2-10 16,3-1 0-16,5-5 0 0,9-3 0 15,4-9 0-15,9-4 0 0,6-10-17 0,4-7-43 16,6-8-52-16,3-10-83 0,3-8-135 0,-1-5-189 16,1-4-288-16,2-4-349 0,-8 1-312 0,1 1-130 15,-1 3 465-15,-5 4 724 0,-1 4 549 16,-7 7 491-16,0 4 417 0,-8 6 203 0,-1 3-89 15,-2 6-264-15,-6 4-272 0,0 5-187 0,-5 5-109 16,-3 4-90-16,0 4-82 0,-3 4-69 0,3 3-40 16,-1 3-26-16,-1 2-31 0,3-2-86 15,-1 1-99-15,2 0-203 0,-1-1-283 0,3-4-347 16,0-1-403-16,5-3-181 0,-1-3 255 0,5-1 763 16</inkml:trace>
  <inkml:trace contextRef="#ctx0" brushRef="#br0" timeOffset="7565.32">16169 1657 219 0,'5'3'941'0,"-1"1"559"0,-4 1 30 16,0 1-255-16,0 1-475 0,-4 0-297 16,1 0-171-16,-2 4-108 0,0 3-73 0,-4 3-44 15,1 3-28-15,0 4-18 0,0 2-16 0,-1 5-10 16,1 1-8-16,2 6-7 0,-2-2-6 15,2 3-8-15,2-3-3 0,4 1-3 0,0-3-2 16,4-4 0-16,2-3-1 0,2-5 0 0,1-5 1 16,4-5 1-16,-1-6 1 0,6-8 1 0,-2-5 1 15,2-4 0-15,2-7 0 0,0-4 0 0,0-4-1 16,-2-7 2-16,3 0-2 0,-3-3 0 16,-2-1 1-16,-3-1-1 0,1-2 0 0,-4 1-2 15,1 0 1-15,-5 0-2 0,2 0 1 0,-1 4-1 16,-3 6 0-16,1-1 1 0,-2 10 1 15,-2 2-1-15,1 4-1 0,-2 8 1 0,-2 1-1 16,1 10 0-16,-1 3 0 0,-2 7-1 0,-1 3-1 16,4 3-13-16,-3 5-22 0,3-1-60 0,-1 1-75 15,2 0-149-15,0 0-271 0,7-3-316 16,-3-1-379-16,7-3-296 0,2-5-26 0,4-6 661 0</inkml:trace>
  <inkml:trace contextRef="#ctx0" brushRef="#br0" timeOffset="7865.23">16784 1619 404 0,'-4'-12'1419'0,"-4"4"376"0,-5 5-281 16,-3 1-359-16,-3 7-461 0,-1 3-297 15,-1 4-167-15,-1 4-80 0,-1 5-45 0,-1 3-27 16,3 4-23-16,-1 3-18 0,3 3-10 0,3 0-8 16,2 3-5-16,6-5-6 0,3-1-6 0,5-6-3 15,7-3-3-15,4-5-6 0,3-8-13 16,6-5-19-16,6-6-34 0,-4-9-69 0,7-3-77 15,-3-5-92-15,1-2-104 0,0-2-89 0,-2 2-29 16,-5 3 133-16,-2 3 166 0,-5 3 184 0,-2 5 214 16,-5 5 168-16,-4 4 78 0,-4 7-21 15,-3 3-51-15,-4 4-53 0,-2 5-68 0,-2 3-71 16,-1 3-58-16,0 3-37 0,0 0-24 0,3 3-15 16,-1 1-18-16,3-2-48 0,1 0-86 0,3-1-150 15,2-1-271-15,5-1-309 0,3-2-379 16,1-1-354-16,10 2 17 0,0-3 672 0</inkml:trace>
  <inkml:trace contextRef="#ctx0" brushRef="#br0" timeOffset="8235.07">17460 907 256 0,'8'-6'878'0,"-4"5"391"15,2 2 22-15,-6 5-110 0,4 6-408 0,-4 2-258 16,0 5-128-16,-4 2-73 0,0 6-52 0,1 3-59 15,-2 6-61-15,0 6-33 0,0 5-20 0,-3 4-12 16,1 6-14-16,0 3-9 0,-2 5-10 0,1 0-9 16,-1 3-8-16,1 0-8 0,-1 0-7 15,5-2-7-15,-1-1-5 0,2-4-4 0,3-3-8 16,2-2-16-16,-1-6-29 0,5-4-76 0,-3-5-99 16,1-7-185-16,-1-4-292 0,0-6-348 0,-1-3-404 15,-1-6-200-15,-1-4 233 0,-3-7 748 0</inkml:trace>
  <inkml:trace contextRef="#ctx0" brushRef="#br0" timeOffset="8418.41">17189 1644 132 0,'4'-18'771'16,"-3"3"497"-16,1 4 62 0,-1 5-190 0,5-2-386 15,-1 4-315-15,3 4-132 0,2 1-76 16,0 4-41-16,3 1-26 0,5-1-31 0,-2 1-39 15,4 0-39-15,4 2-25 0,1-3-14 0,4 3-5 16,-1-4-7-16,4 2-60 0,-2-3-63 0,0 0-139 16,0 0-238-16,2-2-300 0,-2-1-349 15,0 0-264-15,0-1-79 0,-2-2 524 0</inkml:trace>
  <inkml:trace contextRef="#ctx0" brushRef="#br0" timeOffset="8715.58">17874 1594 134 0,'-8'14'986'0,"-3"5"686"0,-6 4-67 15,-3 5-333-15,-2 4-437 0,-3 4-336 0,2 4-217 16,-3 2-112-16,2 1-54 0,2 5-35 0,2-5-24 16,4-2-20-16,3 0-15 0,7-9-12 15,4-4-6-15,7-4-2 0,7-8-2 0,5-7-2 0,5-5 1 16,4-9-3-16,4-7-12 0,4-7-16 16,1-6-24-16,-1-2-27 0,1-7-24 0,-1 0-13 15,-4-3 3-15,-4 5 14 0,-4 2 31 0,-1 1 55 16,-7 5 47-16,-3 3 34 0,-1 5 21 0,-4 4 11 15,-4 1 6-15,-2 8-13 0,-2 5-16 16,-3 5-16-16,-4 4-15 0,1 4-9 0,-2 6-10 16,-2 1-8-16,1 5-7 0,-1 2-5 0,0-1-3 15,2 4-3-15,2-2-9 0,2-1-25 16,-1 1-77-16,3-5-100 0,1-3-195 0,3-2-293 16,0-5-349-16,3-2-415 0,1-2-198 0,3-4 269 15,-1-2 785-15</inkml:trace>
  <inkml:trace contextRef="#ctx0" brushRef="#br0" timeOffset="9031.64">18230 1794 48 0,'1'-23'954'0,"1"4"802"0,-5 5-65 16,-1 5-382-16,-2 5-407 0,-2 4-382 16,4 6-257-16,-4 7-112 0,-1 4-54 0,0 5-28 15,0 7-25-15,-1 3-16 0,1 1-11 0,1 4-8 16,1 1-5-16,1 2-3 0,1 0-3 0,2-1-3 15,0-3-2-15,8-1-5 0,-4-7-9 0,4-2-8 16,0-5-6-16,0-6-4 0,1-5-1 0,3-6 4 16,-1-5 8-16,0-5 11 0,2-5 8 15,1-3 4-15,0-6 4 0,-1-4 2 0,0-1 1 16,0-6-1-16,0 2 1 0,0-6-1 0,2 1-1 16,0-4 0-16,-1 2 1 0,1 1 0 0,-3 4-1 15,0 1 1-15,-1 5-1 0,-1 5 0 0,0 2 0 16,-2 5-1-16,0 4-1 0,-2 5-1 15,0 2-6-15,-3 4-31 0,2 4-73 0,-2 0-80 16,0 1-159-16,-2 0-288 0,2-1-329 0,4 1-355 16,0 1-212-16,5-2 84 0,1 0 672 0</inkml:trace>
  <inkml:trace contextRef="#ctx0" brushRef="#br0" timeOffset="9339.96">18671 1867 308 0,'-10'27'1229'0,"-4"3"459"16,1 2-199-16,-1 1-330 0,-2 1-462 0,5 0-299 16,-1-2-191-16,4 0-89 0,5-4-43 0,1-2-30 15,5-5-22-15,2-3-13 0,1-4-6 0,5-3-8 16,-1-4-24-16,-1-1-47 0,2-4-66 16,0-4-55-16,1-4-57 0,2-1-61 0,-3-5-46 15,1-1 18-15,-1-2 76 0,-1-3 75 0,1-2 92 16,-3-2 95-16,-2-3 88 0,1 0 62 15,-1-5 78-15,-2-2 60 0,0-3 12 0,-3-3-13 16,3 1-21-16,-8-4-24 0,1 4-42 0,-3 0-53 16,-7 6-36-16,0 4-22 0,-4 6-17 0,1 5-16 15,-3 7-17-15,-1 6-12 0,4 7-8 16,-1 7-15-16,2 5-34 0,1 4-84 0,2 7-142 0,0 0-259 16,5 3-307-16,2 1-392 0,3 2-435 15,7 0-80-15,9 3 675 0</inkml:trace>
  <inkml:trace contextRef="#ctx0" brushRef="#br0" timeOffset="10097.66">19113 1688 94 0,'2'-2'562'0,"-2"0"437"15,0 2 207-15,-2-1-106 0,2 1-327 0,0 0-182 16,0 0-99-16,0 1-90 0,0-1-61 0,0 2-51 16,0 0-54-16,0 0-67 0,-1 4-57 0,-4 1-31 15,2 6-17-15,-2 2-12 0,0 4-6 16,-1 2-7-16,0 4-10 0,-2 0-8 0,3 2-8 16,0-2-4-16,4 1-6 0,-1-4-2 0,5-1-2 15,-1-1-1-15,6-4-1 0,1 0-1 0,4-3 1 16,3-3 2-16,1-1 0 0,5-3 0 0,3 0 2 15,0-5 0-15,3 4 0 0,1-5 1 0,-3-3 0 16,3 1 1-16,-2 1-1 0,-2-2-1 16,-4 1 0-16,1 2 0 0,-7 0 0 0,1 2-1 15,-3 1 0-15,-4 3 1 0,-2-4 1 0,-2 5-1 16,-1-1 2-16,-4-1 0 0,3 0 0 16,-3-1 1-16,2-1-1 0,-2-2 1 0,0-2-1 15,1-2-1-15,-1-3 1 0,2-2-1 0,-1-5 0 16,3-2 0-16,0-3 0 0,1-5-1 0,0-3-1 15,0-2 0-15,1-1 0 0,0-2-2 0,1 1 0 16,-1 0 0-16,2 5 0 0,-4 3 0 16,3-1-2-16,-2 8 1 0,0 1-2 0,-1 2-1 15,6 3 0-15,-4 5 0 0,4 0-1 0,0 2-11 16,2 4-22-16,-3 2-58 0,4 2-69 0,-1 1-98 16,0 4-165-16,3 2-296 0,-2 2-323 15,4 2-263-15,-1 0-174 0,2 5 185 0,-1-1 609 16</inkml:trace>
  <inkml:trace contextRef="#ctx0" brushRef="#br0" timeOffset="10449.45">20108 1873 116 0,'-16'-7'1102'0,"-1"-1"700"16,-9 1-154-16,-2 0-373 0,-4 2-396 0,-2 4-401 15,-1 1-205-15,-2 4-91 0,1 3-45 16,1 4-31-16,2 5-27 0,3 2-20 0,2 5-20 15,5 2-23-15,3 4-16 0,1 1 0 0,6 1 0 16,7 1 0-16,3-1 0 0,6-2 0 0,8-4 0 16,6-4 0-16,7-6 0 0,11-6 0 0,4-4 0 15,6-8-2-15,5-8-8 0,2-3-7 16,1-5-7-16,0-5-5 0,-2-2-5 0,-3 1-1 16,-6 0 4-16,-6 0 10 0,-6 5 10 0,-4-1 9 15,-9 6 7-15,-3 0 10 0,-7 4 7 0,-2 2 3 16,-9 5 5-16,-2 2 1 0,-5 7 0 0,-3 2-4 15,-3 7-5-15,0 4-14 0,-1 3-8 16,0 4 0-16,1 4 0 0,4-1 0 0,2 2 0 16,3 2 0-16,5-1 0 0,3 1 0 0,5-4-15 15,1 0-40-15,7-2-78 0,-1-2-143 0,4-1-255 16,0-4-332-16,1 0-427 0,-2 0-492 0,0 1-71 16,0 0 771-16</inkml:trace>
  <inkml:trace contextRef="#ctx0" brushRef="#br0" timeOffset="12581.81">21328 1714 176 0,'-6'6'779'0,"2"1"423"0,-1-3 58 0,2-2-168 16,1 0-445-16,0 0-285 0,4-1-117 0,1-2-47 15,2-1-3-15,1 0 3 0,7 0 8 16,0-3-21-16,4-1-38 0,2-3-24 0,6 0-34 15,2-3-25-15,2-1-24 0,2-2-11 0,4-2-7 16,-2 0-10-16,2 2-2 0,-2-4-3 0,-1 1 1 16,-2 2-1-16,-2-2-2 0,-2 1 0 0,-4 4-5 15,-2-3-20-15,-6 6-67 0,-1 0-70 16,-5-1-147-16,-3 3-244 0,-5 0-314 0,-4 0-347 0,1 3-236 16,-6-2-27-16,-1 1 565 0</inkml:trace>
  <inkml:trace contextRef="#ctx0" brushRef="#br0" timeOffset="12817.84">21733 1271 478 0,'15'-5'951'0,"-1"-1"240"16,-3-1-38-16,0 2-300 0,6-1-323 0,-1 0-186 16,2 2-87-16,2-1-30 0,-1 3 0 0,2 1-16 15,-1 1-18-15,-1 1-30 0,-2 4-20 0,0-1-25 16,-2 4-33-16,-4 2-19 0,-1 4-17 15,-3 1-12-15,-3 3-3 0,-8 4-4 0,0 3-4 16,-10 4-8-16,-1 3-3 0,-7 0-3 0,-1 6-12 16,-3-2-42-16,-2 3-72 0,1-3-83 0,-2 0-157 15,2-2-277-15,4 0-329 0,2-5-325 16,7-1-200-16,4-6 100 0,4-5 617 0</inkml:trace>
  <inkml:trace contextRef="#ctx0" brushRef="#br0" timeOffset="13647.96">23158 1137 268 0,'-7'-1'581'0,"1"-2"301"0,-1 2 183 0,-2 0-195 16,5-1-223-16,-1-1-129 0,2 2-55 0,-2-1-52 16,4 2-75-16,-3 2-72 0,4-1-52 15,-3 0-44-15,3 1-58 0,0 1-51 0,0 3-24 0,0 2-4 16,0 5 3-16,3 2-1 0,-1 3 4 0,0 3 1 15,2 2 6-15,1 1-11 0,0 2-9 0,-1 1-4 16,5-1-4-16,-2-1-5 0,-1 3-5 0,2-4-8 16,1-1 1-16,0 1-1 0,-3-4 2 0,1-1 2 15,-3 0 3-15,0 0 12 0,-1-1 7 16,-2-1 4-16,-4-3 4 0,0 2 0 0,-3-2-1 16,-3-1-9-16,-3-1-6 0,1 0-5 0,-2-4-3 15,-3 2-3-15,4-2-3 0,-4-4-1 0,3-1-1 16,1-2-7-16,2-3-15 0,2-3-28 15,3-4-44-15,3-3-55 0,4-4-50 0,3 0-46 16,3-3-37-16,3-3-28 0,3 0-18 0,1-3-15 16,4 2-27-16,1-5-24 0,3 2-15 0,0 0 25 15,4 1 67-15,0 1 69 0,-2 0 73 0,1 3 64 16,1 0 51-16,-1 2 53 0,-2 2 49 0,-1 0 92 16,-3 6 86-16,-1 0 74 0,-3 2 39 0,-2 2 36 15,-5 2-9-15,-2 1-34 0,0-1-33 0,0 5-17 16,-3 0-5-16,3 0-10 0,-1 2-11 15,0 2-20-15,1 1-23 0,-4 1-35 0,0 2-31 16,-1 1-37-16,-2 5-19 0,-2 1-15 0,0 3-3 16,-2 2-5-16,-1 2-6 0,-3 2-7 0,0 4-6 15,0-2-4-15,0 3-10 0,-1 0-8 0,-1 1-4 16,4 0-4-16,0-4-2 0,0 1-6 0,2-3-2 16,1-3-3-16,3-1-3 0,3-2 0 0,1-3 0 15,2-5-1-15,2 1 0 0,3-4 0 16,4-3-11-16,2 0-25 0,1-4-68 0,0-2-87 15,2-1-166-15,2-1-286 0,0-1-332 0,-1 1-386 16,1-1-243-16,0-1 107 0,-1 2 717 0</inkml:trace>
  <inkml:trace contextRef="#ctx0" brushRef="#br0" timeOffset="14748.01">24118 1206 65 0,'0'-2'556'0,"-4"0"443"0,1 0 212 16,0 2-67-16,-2-2-384 0,-1 0-272 0,2 4-114 16,-5 2-61-16,3 1-34 0,-2 4-27 0,-3 3-31 15,2 4-29-15,-5 1-51 0,2 4-42 0,-1 5-35 16,1-1-22-16,-1 4-12 0,4 1-12 0,-2-1-9 16,3 0-4-16,3-1-2 0,0 0-3 0,5-4-2 15,2-3 1-15,4-5 0 0,2-2-2 0,6-4-1 16,2-5 0-16,6-7 0 0,2-4 1 15,3-5 3-15,3-5 3 0,0-3 2 0,5-4 2 16,-4-1 4-16,3 0-2 0,-4-1-7 0,-5 0-6 0,2 3-3 16,-3 1-2-16,-2 5-3 0,-8 0-1 15,2 3 7-15,-7 4 3 0,-1 2 3 0,0 1 0 16,-5 4 0-16,-1 2 1 0,-4 5 0 0,-3 2 6 16,-1 4 4-16,-2 3 1 0,0 2-1 0,-1 0-2 15,0 4 1-15,1-1-8 0,-1 1-5 0,5 1-1 16,-2-1 1-16,4 2 2 0,1-1 0 0,1-2 1 15,3 1 2-15,4-4-1 0,1-1-1 16,5-3 0-16,6-6 0 0,5-2-2 0,1-8 0 16,5-2-3-16,5-3-4 0,1-8-10 0,1 0-12 15,1-3-14-15,0-1-20 0,-2-2-16 0,0 1-12 16,-1 0-1-16,-3 1 4 0,-2 0 11 0,-4 1 23 16,-5 1 19-16,0 4 17 0,-4-2 11 0,-4 4 13 15,-5 0 11-15,-2 0 27 0,-3 2 36 0,-3 1 24 16,-3 1 14-16,-5 0 1 0,2 3 1 0,-6 2-30 15,2 1-27-15,-3 1-24 0,0 4-15 16,-3 2-10-16,-1 4-8 0,1 2 1 0,-1 6 1 0,-2 5 11 16,-2 0 3-16,4 8 2 0,-4 3 1 0,3 0-1 15,-2 5 0-15,5-3-8 0,0-1-7 16,6 0-1-16,4-4-3 0,5-3-2 0,5-6-3 16,6-3-2-16,3-4-7 0,5-2-21 0,0-5-57 15,3-4-75-15,2-6-136 0,-1 0-259 0,0-1-309 16,1-4-349-16,-2 1-279 0,0 0-34 15,-3 0 570-15</inkml:trace>
  <inkml:trace contextRef="#ctx0" brushRef="#br0" timeOffset="15297.35">25329 720 378 0,'3'-17'887'16,"-6"3"328"-16,0 6 4 0,0 3-268 0,-2 6-253 15,-3 4-168-15,1 9-129 0,-3 5-73 16,0 8-57-16,-1 5-51 0,-2 5-65 0,2 5-43 16,-3 6-22-16,0 4-17 0,-2 4-1 0,0 4-9 15,0 2-11-15,0 1-11 0,2-4-12 0,3 2-7 16,1-6-10-16,6-4-6 0,4-4-2 0,1-6-2 15,7-4 0-15,5-6-1 0,4-7-2 16,5-4 1-16,1-7 0 0,5-7 0 0,2-4-1 0,4-7-1 16,-1-4-1-16,3-3-3 0,-1-4-3 15,-4-2-2-15,1-3 2 0,-4 1-1 0,-2 1 2 16,-4 2 4-16,-3 2 2 0,-5 3 2 0,-1 4 1 16,-5 0 0-16,-2 4 0 0,-3 2-1 0,-1 4 0 15,-4 2 0-15,-1 6-1 0,-3 4 1 0,-4 3 2 16,-2 5 1-16,-3 2-1 0,0 3 2 15,-2 3-1-15,0 1-3 0,1-1-16 0,2 2-40 16,1-4-81-16,1-4-135 0,2-1-266 0,6-5-316 16,0-5-385-16,6-3-392 0,1-5-61 0,5-5 639 15</inkml:trace>
  <inkml:trace contextRef="#ctx0" brushRef="#br0" timeOffset="15449.5">25738 1194 466 0,'-2'-48'1430'15,"-7"7"313"-15,1 5-287 0,-1 5-352 0,-4 4-483 16,4 5-288-16,-3 4-161 0,2 5-86 0,2 4-42 16,-2 4-27-16,4 3-16 0,0 4-9 0,3 3-6 15,-1 3 0-15,4 2-60 0,0 2-75 0,4 3-168 16,-1 0-275-16,3 4-312 0,0 1-403 0,2 3-276 16,2 0 51-16,0 0 732 0</inkml:trace>
  <inkml:trace contextRef="#ctx0" brushRef="#br0" timeOffset="16530.31">25673 1729 29 0,'-1'6'522'0,"2"-2"427"0,-1 1 196 16,3-5-65-16,4-6-338 0,3 0-316 15,3-5-177-15,4-5-85 0,5-3-35 0,3-4 1 16,5-4 21-16,1-1 17 0,4-3 28 0,3 2 23 15,-3 0-7-15,2 1-21 0,-6 2-42 0,-2 5-42 16,-6 2-45-16,-2 4-27 0,-5 4-10 0,-2 4-1 16,-5 4 11-16,-4 4 12 0,-3 5 6 15,-4 5-3-15,-3 3-8 0,-3 9-10 0,-1-3-7 0,-4 5-10 16,2 0-6-16,0 3-3 0,2-3-1 16,2 2 2-16,2-6-4 0,2 0-1 0,2-3 0 15,2-3-1-15,6-2-1 0,-1-5 1 0,5-3 3 16,3-5-1-16,7-5 0 0,3-5-1 0,4-6 0 15,2 0-3-15,4-5 0 0,-3-1 1 0,2-2 1 16,-3 1 0-16,0 1 1 0,-3 0 2 0,-3 3-1 16,-2 2-2-16,-4 3 0 0,-5 2 0 15,-1 4 3-15,-4 0 4 0,-2 3 1 0,-2 3 1 0,-4 4 2 16,0 4 2-16,-3 3-1 0,-3 3-1 16,0 6 2-16,-1 1 4 0,1 5 0 0,0 1 0 15,-2 1-2-15,3 3-7 0,0-1-7 0,4 1-6 16,2-1-4-16,3-4-2 0,1 0 3 0,4-3 7 15,3-4 5-15,6-4 1 0,1-2 0 16,5-7 1-16,1-4-5 0,3-3-3 0,2-4-1 16,2-4 2-16,-1-2-1 0,4-5 2 0,2 1-1 15,-2-4 0-15,0-1 0 0,-1 0-1 0,-4 0 0 16,0 1 0-16,-4 2 0 0,-3-1 2 0,-4 4 2 16,-5 1 1-16,-1 0-1 0,0 4 1 0,-5 2 1 15,-2 0-2-15,2 3-1 0,-4 0-2 0,0 3 0 16,-1 0-4-16,0 2 0 0,-1 2-1 0,1 2 0 15,-1 1 1-15,1 2 1 0,0 4 2 0,1-1-1 16,1 2 2-16,2-1 0 0,-1-1 0 16,5 0 1-16,-2-2-1 0,4-1 0 0,4 0 0 15,3-3 0-15,2-2 0 0,1 2-1 0,2-3 1 16,1-3-1-16,-1 3-1 0,1 0 1 0,-4 0-1 16,0 3 0-16,-2-1 1 0,-2 1 2 15,-2 2-1-15,-2 2 0 0,-5 1 1 0,1 4 0 16,-3 1 1-16,-2 3 1 0,-1 3 0 0,-4 4 0 15,-2 0 1-15,-1 6-1 0,-4 2 0 0,-2 2 0 16,-2 5-2-16,0 2 2 0,-7 0-2 16,0 6 1-16,-5-1-1 0,-2 0 2 0,-3 1 0 15,-2-1 2-15,-4-1 6 0,1-1 4 0,1-3 5 16,1-5-1-16,1-3 2 0,5-5-1 0,3-7-5 16,5-4-5-16,4-9-4 0,4-5-3 0,6-9-3 15,6-5-2-15,6-7-1 0,4-5-2 0,5-6-2 16,4-5-10-16,2-3-17 0,3-5-39 15,-2-4-73-15,4-3-79 0,-2 1-126 0,-1-2-166 16,0-1-266-16,-1 7-298 0,-2-1-205 0,-5 7-110 16,-7 3 281-16,-3 7 502 0</inkml:trace>
  <inkml:trace contextRef="#ctx0" brushRef="#br0" timeOffset="17288.78">21400 2236 226 0,'-16'9'827'0,"2"-2"393"0,-2-2 59 15,2 0-81-15,2-1-411 0,3-1-252 0,3-1-138 16,1 2-81-16,0-2-67 0,3-1-81 16,1 3-70-16,1-4-45 0,1 4-27 0,6-1-17 15,3 0-5-15,5 1-4 0,3 2 0 0,5-1-1 16,3 1 1-16,2 1 2 0,2-1-3 0,0 0 0 16,0-1 0-16,0 2 1 0,0-5 0 0,-3 4-2 15,-3-1 0-15,0-3-16 0,-4 2-67 0,-4 0-68 16,-3-2-129-16,-4 0-210 0,-2 1-310 15,-6 0-348-15,-1 0-244 0,-3-1-99 0,-3 1 442 47,-2-3 612-47</inkml:trace>
  <inkml:trace contextRef="#ctx0" brushRef="#br0" timeOffset="17537.72">21651 2252 347 0,'16'0'599'16,"-3"-1"241"-16,1 1 117 0,3 0-260 0,2 0-207 15,0 1-76-15,3 1-40 0,2 1-47 16,0 3-30-16,3 0 10 0,0 2 16 0,-1 3-23 16,1-1-18-16,-2 2-27 0,-5 1-30 0,0 1-49 15,-4 1-52-15,-3 2-28 0,-5 0-23 16,-4 1-17-16,-2 2-12 0,-4 0-11 0,-6 2-8 0,-1 0-7 16,-7 1-5-16,0 1-5 0,-3-2-3 15,0 0-3-15,-1-2-2 0,-1 0-4 0,5-4-2 16,2-1-16-16,1-2-45 0,1-5-81 0,4 0-146 15,2-2-270-15,1 0-317 0,6-2-384 0,4 1-354 16,5-1-16-16,5-1 682 0</inkml:trace>
  <inkml:trace contextRef="#ctx0" brushRef="#br0" timeOffset="18169.72">22902 2167 239 0,'1'-10'647'0,"1"1"367"0,-2 1 147 0,0 2-240 16,0 2-272-16,0-1-187 0,0 4-143 0,0-2-104 15,1 6-49-15,-1-2-9 0,0 2 15 16,2 5 29-16,0 2 10 0,-1 5-7 0,-1 1-22 15,0 3-32-15,2 4-34 0,-1 0-33 0,-1 4-16 16,0 2-7-16,0 2-6 0,0 3-6 0,0-1-6 16,0 5-9-16,-1-1-10 0,-1 1-6 15,1-2-2-15,1 1-3 0,0-5 2 0,0-2-1 16,1-3 0-16,4-3-2 0,0-5-2 0,1-1 0 16,5-5-6-16,0-6-2 0,5-5-1 0,2-5 0 15,4-8 0-15,3-5 0 0,-2-4 0 0,5-4-1 16,-2-2-1-16,1-1 0 0,-2 2 0 15,-1 0 0-15,-5 0 1 0,0 3 1 0,-2 3 1 16,-5 2 2-16,-3 4 0 0,0 1 7 0,-4 3 3 0,-2 1 3 16,1 2 1-16,-6 4-1 0,0 2 0 15,-4 2-4-15,-5 4-4 0,2 5-1 0,-7 3-2 16,0 5-1-16,-3 2 0 0,3 4-1 0,-3 4-1 16,2 1-2-16,-1 1 1 0,1 2 0 0,3 0-2 15,3 1 0-15,-2-3-2 0,5-3-1 16,3 0-1-16,2-5-1 0,5-3-1 0,3-4-1 15,4-2-8-15,4-7-16 0,3-2-33 0,2-7-75 16,3-5-77-16,3-6-138 0,3-3-183 16,0-4-286-16,3-2-318 0,0-1-209 0,-2-3-89 15,2 2 377-15,-2 0 529 0</inkml:trace>
  <inkml:trace contextRef="#ctx0" brushRef="#br0" timeOffset="18417.99">23461 2644 201 0,'12'-6'635'16,"-4"5"417"-16,-2 3 159 0,-5 5-199 0,1 4-230 15,-4 5-160-15,2 3-136 0,-1 3-107 0,-4 6-73 16,4 1-57-16,-1 2-69 0,0 0-68 15,2 0-47-15,4 1-26 0,0-2-16 0,2-3-9 16,4-3-4-16,4-5-5 0,4-2-1 0,4-9-1 16,1-2-2-16,6-7 2 0,0-6 0 15,-1-6 0-15,0-4 1 0,-2-1 0 0,-3-2 1 16,-1-4 0-16,-6 4 1 0,-2-3 5 0,-6 1 3 16,-3-1 3-16,-3 3 4 0,-5-3 0 0,-2 3-1 15,-3 1-3-15,-6 1-4 0,1 0-5 0,-3 4-5 16,-1 3-3-16,-1 3-2 0,1 5-4 15,1 1 0-15,1 5-6 0,2 3-31 0,3 2-79 16,-1 2-94-16,7 1-181 0,-1 2-291 0,3-1-347 16,2 2-361-16,2-3-173 0,1 3 233 15,2 0 702-15</inkml:trace>
  <inkml:trace contextRef="#ctx0" brushRef="#br0" timeOffset="18915.75">23999 2046 449 0,'8'-17'1040'16,"-5"5"284"-16,-3 5-24 0,-2 5-228 0,1 7-387 16,-4 5-226-16,1 6-119 0,-3 8-66 0,1 4-62 15,-1 5-55-15,1 4-40 0,-2 5-19 16,4 5-10-16,-5 4-9 0,0 2-6 0,0 6-10 16,-3 3-14-16,0 1-12 0,2 0-12 0,1-3-9 15,0-5-7-15,5-4-6 0,3-4-3 0,4-9-2 16,6-4-2-16,2-7 1 0,5-8 0 15,2-5 1-15,4-7 0 0,3-7 0 0,3-7 0 16,2-4 2-16,4-5-1 0,-3-4 0 0,2-3 1 16,1-3 0-16,-3 0 2 0,-1-2-2 15,0 5 0-15,-4-1 0 0,-5 4 0 0,-3 4-1 0,-2 3 0 16,-3 4-1-16,-4 4 0 0,-2 4 2 16,-4 5-1-16,0 7 1 0,-8 2 1 0,1 6 0 15,-4 6 0-15,-2 3-1 0,-1 4-2 0,-2 2-1 16,-1 4 1-16,1-1-1 0,1 2-3 0,-1 0-12 15,4-3-27-15,2-3-76 0,0-4-113 16,3-7-206-16,4-4-300 0,2-6-367 0,4-6-428 16,0-8-179-16,4-6 369 0,0-7 789 15</inkml:trace>
  <inkml:trace contextRef="#ctx0" brushRef="#br0" timeOffset="19085.91">24496 2470 358 0,'0'-45'1367'16,"-5"9"414"-16,-2 6-270 0,-2 8-369 15,-2 4-460-15,0 4-325 0,0 7-176 0,-2 4-84 16,4 4-42-16,1 5-25 0,-2 3-15 0,4 1-10 16,4 4-5-16,2 3-11 0,0 0-48 0,4 2-84 15,-1 0-160-15,0 2-271 0,1 2-314 16,1-1-392-16,-2 1-355 0,1 4 30 0,0-2 733 16</inkml:trace>
  <inkml:trace contextRef="#ctx0" brushRef="#br0" timeOffset="19949.81">24661 3094 35 0,'5'0'562'16,"2"0"484"-16,-4 0 193 0,2-3-104 15,-1-1-352-15,-1-4-322 0,4-2-184 0,1-5-71 16,1 0-19-16,5-5 6 0,-1-4 7 15,6-1-11-15,0-4-20 0,-2-2-37 0,5-2-29 16,-2-2-30-16,-2 2-28 0,0 0-2 0,-2 2-8 16,-1 2 1-16,-4 5-3 0,-1 2 7 0,-2 5 8 15,-2 2-8-15,-1 4-1 0,-3 4 0 16,-1 4-3-16,-2 3-9 0,-4 4-7 0,-2 6-7 16,0 3-5-16,-1 7-3 0,0 2-2 0,0 4-1 15,-1 1-2-15,2 1-2 0,1 1-1 0,1 2 0 16,2-1 0-16,-2-3 1 0,2 2 1 15,2-5 0-15,1-2 1 0,0-1-1 0,3-5 0 16,1-2 0-16,1-3-1 0,1-4 1 0,2-3 1 16,5-4 3-16,-1-6 0 0,6-4-1 0,-4-4 2 15,5 0 0-15,0-4-1 0,2-1-1 0,1-1 0 16,-1-1 0-16,0 0 0 0,0 3-1 0,-3 3 0 16,-1 1 0-16,-3 4-2 0,-2 2 0 0,-2 4 0 15,-3 3 1-15,-3 5 0 0,0 5 2 0,-2 3 4 16,-4 4 1-16,-2 2 3 0,0 5 0 15,-1-1 2-15,0 1-1 0,-2 2-3 0,4-2-3 16,2-1-2-16,-2-2-1 0,3-2-2 16,4-3-1-16,-1-3 1 0,6-4-2 0,-1-3 2 15,6-5 0-15,0-6 2 0,5-5 1 0,2-3-1 16,1-4 3-16,1-1-1 0,2-5 0 16,1 1-1-16,-5 1 0 0,1 0 0 0,-4 1-1 15,-2 3 0-15,2 4-1 0,-7 1 1 0,-1 1 0 16,-1 3 0-16,-5 3 2 0,0 2 0 0,-3 4 1 15,-2 1 1-15,-3 5-1 0,-2 5-1 0,-3 2-3 16,-1 4-3-16,1 2-1 0,-5 2-1 16,4 1-2-16,0 3 0 0,1-2-7 0,4 2-16 15,1-2-54-15,0 0-71 0,3-3-121 0,1-3-216 16,5-2-304-16,1-4-351 0,6-3-293 0,1-7-124 16,3-5 425-16,6-7 673 0</inkml:trace>
  <inkml:trace contextRef="#ctx0" brushRef="#br0" timeOffset="20279.96">25773 2830 106 0,'2'-9'740'16,"-2"5"679"-16,-5 1 177 0,-2 3-241 0,-3 3-447 15,-2 1-355-15,-2 4-185 0,2 2-144 16,-4 3-88-16,1 4-50 0,1-2-29 0,0 3-20 16,3 0-13-16,0 0-10 0,5-2-6 0,-1 1-5 15,6 0-3-15,1-5-1 0,1 0-1 0,7-3-1 16,5-4 0-16,3-5-3 0,4-5-7 0,4-4-14 15,-2-3-24-15,3-2-31 0,1-3-44 0,-4-1-49 16,0-2-33-16,-2 2-19 0,1 1 4 16,-5-1 25-16,-1 3 52 0,-2 2 63 0,0 1 46 15,-5 3 51-15,-3 3 54 0,-4 2 60 0,-1 4 55 16,-3 4 23-16,-4 3 2 0,-2 5-22 0,-2 3-34 16,-2 4-42-16,-2 1-40 0,0 3-26 0,1 2-20 15,1-4-9-15,3 2-6 0,-2-1-6 16,6 0-3-16,3-5-5 0,1-2-23 0,4-3-66 15,1-5-73-15,3-5-130 0,2-2-198 0,3-4-317 16,2-6-334-16,3 0-244 0,-2-5-90 16,3-3 440-16,-1-4 584 0</inkml:trace>
  <inkml:trace contextRef="#ctx0" brushRef="#br0" timeOffset="20496.8">26410 2232 447 0,'10'-21'1003'0,"-6"4"275"15,0 10-51-15,-6 5-219 0,0 8-326 0,-2 6-218 16,0 6-108-16,0 6-57 0,-4 2-43 16,2 8-62-16,-1 2-58 0,1 3-35 0,-3 5-26 15,2-1-18-15,-1 5-15 0,2 1-14 0,-1 3-9 16,-2 1-10-16,4-1-5 0,-3-2-3 0,3 2-3 16,1-4-3-16,-1 1-12 0,2-4-33 0,3-2-79 15,-1-5-102-15,-3-3-173 0,4-5-297 0,0-8-344 16,0-3-363-16,4-7-170 0,-3-5 240 15,4-5 678-15</inkml:trace>
  <inkml:trace contextRef="#ctx0" brushRef="#br0" timeOffset="20714.82">26334 2617 134 0,'-4'-31'754'0,"0"7"492"0,3 4 97 15,-3 5-178-15,3 5-402 0,-1 4-313 0,2 4-139 16,2 4-71-16,-1 1-44 0,4 3-26 0,2 1-22 15,1 1-27-15,3-2-30 0,1 1-29 16,6-1-17-16,-2 0-11 0,2 0-15 0,2-1-8 16,0 1-6-16,0-1-3 0,1 2-2 0,0 0-3 15,1 1 0-15,-3 1-1 0,1-1-5 0,1 3-40 16,-5 1-70-16,-1-2-63 0,-2 3-121 0,0-3-175 16,-5 4-295-16,-2-3-282 0,-1 1-208 0,-2 2-116 15,-1-2 324-15,-2 2 515 0</inkml:trace>
  <inkml:trace contextRef="#ctx0" brushRef="#br0" timeOffset="21395.39">26643 2857 200 0,'-7'21'688'16,"-1"2"403"-16,-1 1 125 0,-1 3-175 0,2 1-230 16,-1 2-186-16,1 2-154 0,3-1-103 0,2-1-77 15,2-3-70-15,4-1-78 0,5-6-63 16,6-4-40-16,2-7-18 0,7-6-9 16,4-8-7-16,7-5-3 0,0-8-3 0,4-2 2 15,2-5-1-15,-1-3 0 0,-1 0 1 0,-4 0 1 16,-4 2 0-16,-4-1 5 0,-7 5 11 0,-4 1 14 15,-7 6 14-15,-2 0 12 0,-5 3 11 0,-2 4 2 16,-7 1-5-16,-2 4-8 0,-1 5-13 16,-1 2-11-16,-1 3-10 0,-1 4-10 0,1 0-6 15,0 6-5-15,3 2-3 0,0 0 0 0,2 1-1 16,0 3 0-16,4 0 0 0,0 1 0 0,4-2-1 16,4-1-1-16,0-3-1 0,5-3-2 15,4-1-2-15,5-7-4 0,-1-1-3 0,4-6-6 16,1 0-5-16,0-6-2 0,0-1 1 0,0 1 3 15,-3-2 4-15,-1 1 7 0,-2 1 6 16,-2 0 4-16,-5 2 2 0,4-1 0 0,-5 2 0 16,-2-1 0-16,1 1 1 0,-3 2-2 15,1 0 1-15,-2 2 2 0,-2 0-1 0,3 4 2 16,-4 3-2-16,1 1 0 0,-1 3-1 16,0 2 0-16,0 3-1 0,0 0-4 0,0 2-5 15,0 2-6-15,0 1-7 0,-1 4-7 0,1 0-11 16,-2 0-10-16,0-1-16 0,2-1-16 0,-1-1-22 15,-1-3-29-15,2 1-32 0,0-4-26 16,0-2-13-16,0 0 3 0,0-3 20 16,-1 0 31-16,1-2 45 0,-5 1 40 0,4-3 32 15,-4 4 16-15,0 0 4 0,-1 1 5 0,-2 0 3 16,-2 2 2-16,1 2-1 0,-1-2-2 0,-2 1 4 16,1 2-2-16,-1-1 0 0,-2-2 0 15,5-2 0-15,-4-1 3 0,4-3-1 0,1-3 2 16,0-3 3-16,2-3-2 0,4-6 2 15,4-4 1-15,4-6 4 0,2-6 0 0,1-6 0 16,8-3 2-16,1-6-2 0,3-4 3 0,5-2 1 16,1-2 14-16,5-3 20 0,-1 0 18 15,4 1 11-15,2 1 8 0,-1 1 64 0,1 7 42 16,0 1 4-16,0 4-11 0,1 5-13 0,-2 2-15 16,7 2-54-16,-4 5-46 0,4-1-24 15,3 4-15-15,-3 1-7 0,2 0-23 0,-4 2-50 16,-1 3-71-16,-7-1-112 0,-1 4-199 0,-7 0-307 15,-3 2-322-15,-6 4-293 0,-3-1-133 0,-5 2 348 16,-7 2 647-16</inkml:trace>
  <inkml:trace contextRef="#ctx0" brushRef="#br0" timeOffset="22387.67">20845 2760 109 0,'-4'-6'635'0,"1"1"442"0,0 0 158 15,-1 0-104-15,1 2-402 0,-1 1-238 0,4 0-106 16,0 2-55-16,0-3-46 0,0 2-38 0,0 1-42 16,0 4-53-16,4-2-51 0,-1 4-37 0,3 5-13 15,2 4-5-15,-2 6 2 0,5 3 5 0,2 6 2 16,1 5-2-16,3 3 0 0,1 5-1 0,2 2-3 15,2 5-3-15,2 2-6 0,-1 2-4 16,2 2-8-16,-2 1-8 0,2-2-7 0,1-4-4 16,-5 1-4-16,1-5-3 0,-2-5-1 15,-1-3-1-15,-2-4-1 0,0-6 0 16,-4-4 1-16,-3-4-2 0,0-3 2 0,-1-2-2 16,-4-4 1-16,0-4 1 0,-4-2-1 0,1-1 0 15,-2-2-5-15,-2-2-15 0,-3-2-26 0,0-4-66 16,-4-1-72-16,1-1-136 0,-3-3-215 15,0-1-306-15,-2 2-346 0,2-3-251 0,-3-2-101 16,0 2 467-16,-2-1 634 0</inkml:trace>
  <inkml:trace contextRef="#ctx0" brushRef="#br0" timeOffset="22679.44">20914 3499 194 0,'0'5'755'15,"0"0"383"-15,2 0 65 0,1 1-132 0,2 5-408 16,3 0-216-16,3 4-77 0,2 2-37 16,4 1-33-16,3 2-36 0,0 0-39 0,3 2-57 15,2 0-57-15,2 0-29 0,-2 0-23 16,1-1-13-16,-2-2-11 0,-1-1-10 0,-2-1-5 16,-4-2-7-16,2-4-6 0,-4 2-2 0,-2-3-4 15,-3-2-1-15,1-3 1 0,-2-1 0 0,-2-2 0 16,-1-4-1-16,-1-2 1 0,4-2 0 15,-2-4-1-15,-1 0-2 0,1-3-8 0,-3 0-32 16,4-2-74-16,-5-2-83 0,2-2-161 16,0-3-292-16,0-1-328 0,1-1-349 0,3-1-200 15,1-1 116-15,1-1 662 0</inkml:trace>
  <inkml:trace contextRef="#ctx0" brushRef="#br0" timeOffset="24231.73">21998 4367 432 0,'4'-11'1041'0,"-4"-2"395"0,0 4 17 0,-3-1-284 16,2 3-462-16,-4 1-241 0,-2 2-131 0,-1 1-107 15,-1 3-87-15,-4 5-55 0,2 3-32 16,-5 4-21-16,0 7-12 0,-1 4-9 0,-2 5-4 16,3 5-1-16,-2 5-2 0,1 1-2 15,0 1 0-15,4 1-2 0,0-2 1 0,4-1-2 16,3-2 0-16,1-7-2 0,4-4-1 0,1-3 0 16,1-6 2-16,1-5 1 0,3-4-1 0,-1-4 2 15,5-8 1-15,0-5-1 0,0-6-1 16,3-5-1-16,0-5 0 0,1-2 0 0,1-4 2 15,-1 2 0-15,-1-1 0 0,2-1 1 16,-1 4-1-16,0 3 0 0,-1-1-1 0,-2 6-1 16,2 2 0-16,-4 3-1 0,1 4-1 0,1 4 1 15,-3 3 0-15,1 4-1 0,-2 1 2 16,2 5 0-16,-2 4 1 0,1 3 0 0,-3 4 0 16,0 0 0-16,-1 4 2 0,-2 3 0 0,-1 2 0 15,-1 2 1-15,-2 4 1 0,-5 2 0 16,-2 3 0-16,-6 1 0 0,0 3-1 0,-3 0 0 15,-3 3-1-15,0-2-1 0,-2-2-2 0,1-2 0 16,-1-2 0-16,5-6 0 0,-2-4-1 16,4-4 1-16,3-7-1 0,3-4-2 0,-2-6-6 15,5-8-11-15,3-4-20 0,5-9-46 0,0-6-68 16,5-8-65-16,3-4-93 0,5-7-138 16,1-3-165-16,5-3-201 0,3-1-213 0,4 2-187 15,2-1 5-15,4 4 329 0,-1 2 412 0</inkml:trace>
  <inkml:trace contextRef="#ctx0" brushRef="#br0" timeOffset="24547.89">22133 4461 214 0,'20'-13'623'16,"-3"0"406"-16,-4 4 170 0,-4 1-230 16,-1 3-186-16,-2 1-118 0,1-1-135 0,-3 2-116 15,2-2-85-15,-3 1-60 0,2-2-75 0,0-3-70 16,2-2-45-16,2-2-26 0,-1-5-15 0,1-3-7 16,5-5-3-16,-1-2-7 0,2-4-3 15,0-3-4-15,1 1-2 0,0 3-4 0,-3 1-4 16,1 3 2-16,-6 7 5 0,0 4 6 15,-2 4 2-15,-2 3 2 0,0 6 3 0,-3 6 2 16,-1 4-4-16,0 10-3 0,0 5-3 16,-1 7-2-16,-1 3-3 0,0 6-4 0,1 3-2 15,-1 2-2-15,1 2-2 0,1 3-1 0,-5-2-1 16,5 1 0-16,0-3-2 0,5-4 1 16,-1-4-2-16,1-4 1 0,2-4-2 0,1-8 1 15,1-6 1-15,-3-3 0 0,2-8 0 0,0-4-4 16,0-7-7-16,-2-4-8 0,-2-2-11 0,-1-5-16 15,-2-2-28-15,-4-1-50 0,-2-2-63 16,-3-2-76-16,-4 0-137 0,-1-5-199 0,-6-2-294 16,2-1-256-16,-5-4-197 0,-2-3-2 15,0 0 453-15,-1-2 504 0</inkml:trace>
  <inkml:trace contextRef="#ctx0" brushRef="#br0" timeOffset="24731.26">22179 3976 60 0,'-1'-8'587'0,"-1"3"468"0,0-1 178 16,2 0-87-16,0-2-384 0,4 1-269 15,-1-1-151-15,3-1-60 0,5-1-25 0,-1-1-23 16,4 1-30-16,0-4-42 0,3 1-45 16,-1 0-41-16,3 0-35 0,2-1-21 0,1 4-10 15,0 0-9-15,2 2-2 0,-2 3-4 0,0 1 2 16,0 4 1-16,-3 4-4 0,0 3-41 0,-2 2-67 16,-2 4-85-16,-2 5-159 0,-1 4-299 0,-2 1-319 15,-2 4-284-15,1 5-168 0,-1 2 175 16,-2 4 596-16</inkml:trace>
  <inkml:trace contextRef="#ctx0" brushRef="#br0" timeOffset="25062.2">22884 4473 134 0,'-4'-3'873'0,"-3"0"685"15,-4-3 38-15,-1 2-290 0,-4 0-442 0,0-1-339 16,-3 3-198-16,0 0-129 0,-2 4-68 0,0 3-41 15,0 1-29-15,-1 7-22 0,1 2-13 16,3 1-8-16,1 4-7 0,4 2-4 0,3 2-3 16,2 0-2-16,5-1 0 0,1-1-2 15,5-2-1-15,5-4 1 0,4-4-1 0,5-3 1 16,3-5 0-16,4-8 0 0,1-3-1 0,4-3 0 16,-1-6-2-16,1-2 0 0,-3 0 0 15,0 1 1-15,-4-2 1 0,-5 4 0 0,0 1 1 16,-4 2 1-16,-2 1 0 0,-3 4-1 15,-3 4-1-15,-2 0 0 0,-1 6-1 0,-4 3-1 16,-3 2-2-16,0 5-7 0,1 1-11 0,-4 3-31 16,3 2-72-16,-1 2-76 0,-1-2-145 0,4 1-237 15,2-1-318-15,1-2-340 0,1-2-217 16,4 0-17-16,0-3 540 0</inkml:trace>
  <inkml:trace contextRef="#ctx0" brushRef="#br0" timeOffset="25512.13">23371 4461 34 0,'4'-9'477'16,"-4"-1"397"-16,0 0 235 0,0 1 1 0,0-1-350 16,-2 0-264-16,2-4-148 0,2 2-44 15,-2 0-1-15,1-2 4 0,1 4-12 0,-2-1-16 16,0 1-30-16,0 1-46 0,-2 1-47 0,-1 3-42 15,0 1-30-15,-2 2-24 0,-1 4-14 16,-2 2-11-16,-2 7-8 0,-4 3-4 0,-2 5 0 16,-4 6-2-16,-3 6 0 0,-2 5-2 0,-3 4 0 15,-1 3-3-15,-1 3-2 0,5 0-2 16,1-4-3-16,7-3-4 0,4-6-4 0,7-5-1 16,8-7-3-16,4-9 0 0,8-10 0 0,5-9-1 15,8-8-1-15,3-9-2 0,5-7 2 16,2-7 0-16,3-4-1 0,-2-3 2 0,-1-3 2 15,-1 3 2-15,-5-2 0 0,-3 2 0 0,-2 0 0 16,-4 2 1-16,-3 2 0 0,-3 5 1 16,-3 5 0-16,-5 6 1 0,-4 1 1 0,0 8 1 15,-8 6-2-15,0 7 1 0,-4 4-2 16,-5 8 1-16,0 8-3 0,-5 7 1 0,2 6-1 16,-5 4-1-16,2 5-1 0,2 6-2 0,-4 2-1 15,1 3-1-15,2 3-4 0,0 0-20 0,1-2-77 16,4-3-108-16,0-2-248 0,3-2-292 15,4-1-382-15,4-7-460 0,7-3-177 0,3-2 477 16,1-6 881-16</inkml:trace>
  <inkml:trace contextRef="#ctx0" brushRef="#br0" timeOffset="26480.86">23784 4004 223 0,'3'-2'545'0,"-3"1"270"16,2-2 165-16,-2 1-179 0,3 0-191 15,-3 0-130-15,0 1-93 0,1-2-64 0,-1 2-42 16,0-1-24-16,2 2-12 0,-2 0 0 15,1 0-2-15,-1 0-15 0,0 2-28 0,2-2-35 16,0 1-39-16,-2 1-35 0,0 0-20 0,0 4-11 16,1 3-3-16,-1 4-4 0,0 5 0 15,-1 6-2-15,1 4-4 0,0 7-5 0,-4 2-4 16,1 5-3-16,2 2-6 0,-5 0-5 0,3 3-4 16,-2 0-6-16,2-1-2 0,1-4-2 15,0 0-2-15,1-4-3 0,2-4 0 0,1-4-3 16,1-3 0-16,0-5-3 0,2-3 0 15,4-6-1-15,-2-2 1 0,2-8 0 0,3-5-1 16,2-5 0-16,0-5 0 0,3-8 0 0,2-1 1 16,0-4 0-16,2-3 1 0,-4 0 1 0,4 0 0 15,-3-1 2-15,-1 2-1 0,-2 2 0 16,0 0-1-16,-5 6 1 0,-2 5 1 16,0-3-1-16,-3 8 1 0,2 1 2 0,-6 2 1 15,-1 2 0-15,0 4-1 0,-1 2 0 0,-6 6-1 16,-1 2-3-16,0 6 0 0,-4 2-1 0,1 3-1 15,-2 4 0-15,-1 1 1 0,1 2 0 16,-1 4 1-16,1-2 1 0,-1 4-1 0,1-4 1 16,4 2-1-16,0-2-2 0,4-3-1 15,1-3-1-15,3-4-2 0,2-6-6 0,8-2-13 16,0-7-19-16,3-4-47 0,1-5-77 0,5-7-91 16,0-4-143-16,3-5-189 0,1 0-287 0,3-4-291 15,1-2-185-15,-1 1-29 0,2 0 398 16,2 0 499-16</inkml:trace>
  <inkml:trace contextRef="#ctx0" brushRef="#br0" timeOffset="26762.93">24341 4457 231 0,'10'2'706'16,"-5"4"391"-16,-1 3 101 0,-4 5-221 0,-4 4-223 15,3 4-157-15,-3 3-123 0,0 3-91 16,-2 2-58-16,-1 2-53 0,4 3-76 0,0 1-68 16,1 1-47-16,2-3-28 0,3-3-18 15,6-4-14-15,3-4-8 0,4-7-7 0,4-6-2 16,7-6-2-16,2-9 0 0,2-7-1 0,4-4 0 15,-2-8 0-15,2-4-1 0,-2-1 1 0,-1-2 0 16,-4-3 0-16,-6 3 2 0,-2 1 4 16,-5-2 5-16,-7 2 3 0,-1 2 5 0,-6-2 3 15,-4 4 2-15,-3 1-3 0,-2 1-2 16,-8 7-4-16,-2 1-4 0,-2 6-5 0,-5 5-5 16,-4 5-3-16,-1 4-3 0,0 7-2 0,0 2-4 15,6 3-15-15,2 5-43 0,2-1-81 0,5 1-119 16,3 3-226-16,4 1-309 0,3 1-362 15,4 2-352-15,2-2-96 0,1-1 457 16,3 1 717-16</inkml:trace>
  <inkml:trace contextRef="#ctx0" brushRef="#br0" timeOffset="28545.73">25302 4328 279 0,'-5'-13'917'0,"-1"5"427"16,-4 2 83-16,1 1-172 0,-4 3-496 0,-1 2-273 15,-3 2-143-15,1 5-93 0,-3 1-88 0,2 5-66 16,1 2-37-16,-2 3-25 0,4 4-12 16,0 3-13-16,4 0-4 0,1 3-2 0,4 1-2 15,2 1 1-15,-2-1-2 0,5 1 2 0,5-3-1 16,-2 1 1-16,2-1-1 0,1-2 0 16,1-2-1-16,2 0 0 0,-1-5 1 0,-2 0-1 15,1-3 1-15,-3-2 0 0,2-2 0 0,-3-1 0 16,-3-2 0-16,-3-2-1 0,-3 1-1 15,0-2 0-15,-5-1-3 0,-3 1-14 0,-2 0-40 16,-5-1-61-16,-1-1-68 0,-2 0-126 0,1-2-198 16,-6-1-307-16,6-3-285 0,-3 1-234 15,5-4-99-15,3-5 390 0,3-3 573 16</inkml:trace>
  <inkml:trace contextRef="#ctx0" brushRef="#br0" timeOffset="28762.5">25250 3917 345 0,'8'-11'1230'0,"-3"0"441"0,-2 5-195 15,-3 2-332-15,-3 1-487 0,-1 3-277 0,3 3-180 16,-4 3-91-16,2 3-46 0,-2 3-25 0,2 3-14 16,1 3-12-16,2 1-7 0,0 4-2 15,3 1-3-15,0 3-6 0,4 0-60 0,1 1-74 16,3-1-140-16,-3-1-278 0,5 1-307 0,2 0-381 15,0-4-279-15,2 3-6 0,-1-2 619 16</inkml:trace>
  <inkml:trace contextRef="#ctx0" brushRef="#br0" timeOffset="28950.1">25757 4624 338 0,'-9'18'1234'0,"-3"3"431"15,-1 0-197-15,-4-1-334 0,-3 2-475 0,0 0-282 16,-1 0-185-16,2-1-89 0,0-3-44 16,5-1-25-16,3-7-55 0,0 3-82 0,3-5-115 15,5-2-213-15,-1-5-292 0,4-2-348 0,4-3-338 16,0-6-143-16,1-3 361 0,4-2 696 0</inkml:trace>
  <inkml:trace contextRef="#ctx0" brushRef="#br0" timeOffset="29129.22">25814 4086 730 0,'-6'-21'1661'0,"-7"4"71"0,-3 4-367 15,-2 2-344-15,-2 5-486 0,2 2-270 16,0 1-121-16,1 1-59 0,2 2-32 0,5 2-20 16,0-2-19-16,3 0-11 0,4 2-8 15,3-1-20-15,2 2-62 0,3-2-83 0,-1 1-154 16,5-1-277-16,0 1-327 0,-1 1-386 0,0 1-283 15,-2 4 55-15,-3-3 694 0</inkml:trace>
  <inkml:trace contextRef="#ctx0" brushRef="#br0" timeOffset="33247.22">26953 4614 129 0,'1'-10'698'0,"-1"3"463"16,-1 0 150-16,-3 1-71 0,3 3-404 16,-2 0-301-16,1 3-165 0,-1 4-85 0,-4 5-61 15,1 7-67-15,2 5-47 0,-1 8-18 0,-2 6-18 16,2 7-12-16,-2 3-12 0,1 5-9 15,-1 3-8-15,1 4-8 0,-2-1-6 0,-1-3-7 16,4 2-7-16,-2-5-1 0,2-7 0 16,4-3-1-16,-1-5-1 0,1-7-1 0,1-5 2 15,-3-5 7-15,1-5 8 0,2-2 3 0,-1-7 3 16,-2-5 1-16,1-5-1 0,0-8-8 16,2-5-8-16,2-5-3 0,1-7-2 0,2-4-1 15,2-7-1-15,2-3 1 0,-1-6-2 0,2-3-1 16,3-2-1-16,-2-2 0 0,5-1-1 0,2 1 0 15,0 2 2-15,3 4 1 0,0 5 0 16,1 7 0-16,0 4 1 0,-3 5-1 0,3 5 0 16,0 5-3-16,0 3 0 0,0 4 0 15,0 7-1-15,0 1 0 0,-1 6 0 0,0 3 1 16,-3 3 0-16,0 3 1 0,-1 3-1 16,-4 1 1-16,0 4 3 0,-4 1 2 0,-2 0 2 15,-4 4 4-15,-5 1 7 0,-1 3 2 0,-7-1 4 16,-2 1 0-16,-4 2 0 0,-3 0-5 0,-2-2-3 15,-1 2-2-15,-1-2-6 0,1-5-2 16,1 2 0-16,0-6-2 0,5-2-2 0,1-3-1 16,3-1-1-16,3-3-2 0,1-4-1 15,7-1-2-15,-1 0-1 0,5-3-5 0,4-4-9 16,7-2-12-16,0-5-21 0,7 2-33 0,1-5-45 16,2 1-50-16,-1-1-40 0,6 2-33 15,-4-1-16-15,2 5 3 0,-2-1 24 0,-1 1 40 16,1 1 39-16,0 3 25 0,-1-1 27 15,-3 2 27-15,-1 3 33 0,1 1 30 0,-7 3 34 16,3 0 37-16,-4 2 28 0,1 2 22 0,-3 0 25 16,1 3 20-16,-2 2 7 0,2-3-12 0,-3 1-13 15,5-1-14-15,-2-2-19 0,3-2 6 16,1-2-1-16,1-4-1 0,1-5-1 0,2-4 3 16,1-1 14-16,0-5-13 0,1-3-12 15,-4-4-5-15,0 2 2 0,-2-1 0 0,-5-2-10 16,-3 1-6-16,-2 0-3 0,-6-1-5 0,-2 2-6 15,-5-2-6-15,-3 4-8 0,-3-1-6 0,-2 2-6 16,-1 1-6-16,-5 4-4 0,2 3-6 16,-1 4-3-16,-2 3-4 0,-2 6-4 0,2 3-2 15,3 3 0-15,0 3 0 0,3 1-1 16,0 4 2-16,3 1 1 0,1 2-2 0,2 2 1 16,6-1-2-16,-1 1-7 0,2-1-17 15,3-1-45-15,3-1-77 0,2-4-108 0,-1-1-190 0,6-4-303 16,2-1-347-16,1-3-333 0,4-3-154 15,3-3 296-15,-1-3 692 0</inkml:trace>
  <inkml:trace contextRef="#ctx0" brushRef="#br0" timeOffset="33714.94">27938 4536 115 0,'5'-14'706'0,"-2"2"485"16,-2 2 204-16,2 1-87 0,-1 3-401 0,-1 1-317 15,-1 3-180-15,0 2-100 0,0 1-86 0,-1 4-69 16,-1 2-47-16,-2 3-25 0,1 4-15 0,-2 3-10 16,-2-1-11-16,2 2-8 0,-1 1-10 15,-2 3-7-15,0-3-8 0,2 2-3 0,0-1-5 16,-2 2-3-16,3-1-1 0,0-2-2 16,2 0-1-16,2 0-1 0,1-2-1 0,3-1 1 15,0-1-1-15,2-2 1 0,2-1 0 0,1 1 1 16,0-6 0-16,4 0 1 0,0-4 0 15,3-1 0-15,0-2 0 0,1-2 0 0,1-1-1 16,1 0 1-16,1 0 0 0,-1 1 0 16,0 0 0-16,-1 2 0 0,-1 2 1 0,2-1-2 15,-2 2 1-15,-2 1-1 0,-1-1 1 16,-1 2 0-16,-1-2 0 0,-1 0 0 0,0-2 2 16,0-2-1-16,-2-2 1 0,1-5 1 0,1-1 0 15,-2-4 0-15,0-1 0 0,-1-5 2 0,-2-1 2 16,2-2 4-16,-4-3 2 0,0 0 1 15,0-1 1-15,-1-2-1 0,0 0-3 0,-2 1-3 16,2 1-2-16,-2 4-1 0,-2 3-3 0,2 1-1 16,-2 5-4-16,0 3-1 0,-1 2-3 15,2 5-8-15,1 3-19 0,-4 3-54 0,3 3-80 16,-1 1-148-16,-1 3-275 0,1 3-325 0,1 2-393 16,-1 2-335-16,2 2 8 0,2 0 697 15</inkml:trace>
  <inkml:trace contextRef="#ctx0" brushRef="#br0" timeOffset="33879.35">28494 4859 603 0,'-1'4'1627'15,"-4"-1"157"-15,0 1-363 0,0-1-364 16,-2-1-471-16,0-1-309 0,4 1-136 0,0-2-63 16,0 0-37-16,3-2-21 0,1 1-19 0,2-2-41 15,2-2-86-15,2 1-151 0,3 0-263 0,2-1-309 16,5-1-397-16,1 1-401 0,7 1-29 15,1-1 700-15</inkml:trace>
  <inkml:trace contextRef="#ctx0" brushRef="#br0" timeOffset="34845.46">29465 4611 181 0,'5'-2'552'0,"-2"-4"319"0,-2 6 183 16,-1 4-141-16,2 0-242 0,-2 3-162 0,0 7-64 16,0 4-16-16,0 5-24 0,-2 8-49 15,1 5-46-15,-2 4-46 0,-1 6-63 0,0 1-63 16,-2 6-45-16,-1 2-29 0,1 2-19 15,-1 2-13-15,1-2-9 0,-2-2-5 0,2 1-6 16,1-4-3-16,0-2-2 0,4-6-3 0,-3-2-1 16,3-7-1-16,1-5-1 0,0-6 2 0,-2-5 7 15,2-3 3-15,0-7 3 0,-1-3 1 16,-2-8 0-16,1-4-2 0,2-7-6 16,0-2-6-16,0-7-2 0,5-3-2 0,-4-6 0 15,2-4 1-15,1-2 1 0,-3-5 0 0,4-4 1 16,0-1 0-16,0-7 0 0,0-3-2 0,1-3 0 15,2-5-3-15,0 2 0 0,1 0-1 16,5 5 0-16,-1 4 1 0,3 5 0 0,-2 6 3 16,3 5-1-16,-1 6 1 0,2 4 0 15,0 2-1-15,-2 6-1 0,1 4 0 0,0 3 0 16,0 3-1-16,-4 4 1 0,1 1 1 0,-2 4-1 16,1 2 1-16,0 4 0 0,-4 1 1 0,-1 4 0 15,1 3 0-15,-2 1 1 0,-2 3 1 16,-4 3 2-16,1 2 4 0,-4 3 3 0,1 3-1 15,-6 2 2-15,2 0 0 0,-4 0-2 16,1 1-4-16,0-1-1 0,-1-1-3 0,0-2-2 16,-1-2-1-16,2-2-1 0,-1-2-1 0,1-3-2 15,1-4-6-15,2-1-17 0,1-6-41 0,0-2-73 16,0-5-73-16,2-5-115 0,4-4-157 16,0-4-193-16,2-5-222 0,2-2-204 0,1-1-171 15,-1-3 87-15,2-3 374 0,1-1 393 16</inkml:trace>
  <inkml:trace contextRef="#ctx0" brushRef="#br0" timeOffset="35179.25">29741 4698 12 0,'15'-22'292'0,"0"3"233"0,-2 4 243 16,1 3 106-16,-4 4-150 0,0 3-133 16,0 2-92-16,-2 4-70 0,0 2-46 0,0 3-17 15,2 5-20-15,-4 1-13 0,0 1-30 16,-1 3-32-16,-1 0-40 0,-1 2-51 0,3 1-46 16,-5 0-41-16,1 3-23 0,-1 0-16 0,1-1-10 15,0 2-9-15,-2-2-10 0,1-3-7 0,2-2-6 16,1-1-5-16,1-4-1 0,-1-2 2 15,4-5 2-15,-2-2 2 0,4-6 0 0,2-4 0 16,1-3 0-16,0-6-5 0,3 0-3 16,0-4-1-16,-1-2 2 0,1-2 3 0,0 1 1 15,-2-4 1-15,0 3 3 0,-2 0 1 0,0-1 0 16,-4 4-2-16,0 1 0 0,-2 1 0 0,0 2-4 16,-3 3-2-16,1 5-1 0,-3-1-2 15,1 5-3-15,0 4-2 0,-2 0 1 0,-2 5-2 16,-1 3 1-16,-1 4 0 0,0 2 1 0,-4 2-1 15,2 1 0-15,-1 3-1 0,2 0-3 16,1 1-10-16,-1-1-20 0,2 2-42 0,0-1-76 16,0-1-96-16,-2-2-163 0,3 0-270 0,1-3-332 15,2-1-318-15,1 0-187 0,3-5 152 0,3 2 612 16</inkml:trace>
  <inkml:trace contextRef="#ctx0" brushRef="#br0" timeOffset="35378.87">30411 4725 75 0,'7'-11'672'16,"0"4"630"-16,-4-2 282 0,-3 1-194 0,0 0-432 16,-2-2-354-16,-3-1-192 0,1 3-138 0,-4-3-101 15,0 3-58-15,-2 0-36 0,-2 0-26 0,-2 1-19 16,1 5-12-16,-4-4-10 0,-2 4-7 16,1-1-4-16,-1 3-2 0,3-1-7 0,1 0-20 15,0-1-54-15,3-1-81 0,5-4-155 0,3-2-275 16,0-2-320-16,8-2-394 0,2-4-321 15,4-4 22-15,4-3 709 0</inkml:trace>
  <inkml:trace contextRef="#ctx0" brushRef="#br0" timeOffset="35528.61">30501 4089 365 0,'-2'-10'1218'0,"-4"2"434"0,-2 4-172 16,0 3-322-16,-5 2-498 0,4 1-269 0,-4 2-173 15,4 1-94-15,-3 1-53 0,4 2-29 0,1-1-21 16,2 3-10-16,2-2-9 0,3 3-5 0,0-1-29 15,1 3-77-15,1-3-108 0,3 2-216 16,0 0-288-16,1-2-352 0,2 4-374 0,-2-2-155 16,-1-1 367-16,0 3 743 0</inkml:trace>
  <inkml:trace contextRef="#ctx0" brushRef="#br0" timeOffset="36198.65">30783 4001 30 0,'13'-17'527'0,"0"4"470"16,-4 5 219-16,-2 2-67 0,-3 3-349 0,0 6-258 15,-4 6-126-15,0 7-58 0,0 9-36 16,-4 6-33-16,0 7-32 0,-3 6-56 0,0 4-54 16,-1 5-44-16,-2 4-27 0,0 1-16 0,-2 1-12 15,1 3-10-15,-3-3-10 0,3 3-11 0,1-5-3 16,1-2-6-16,6-4-7 0,4-6 1 0,4-8-3 15,6-3 0-15,0-10 0 0,4-4 1 16,0-7 1-16,2-5 0 0,1-8 1 0,1-5-1 16,-2-6 1-16,2-4 0 0,0-4 0 0,-5-2-1 15,2-3 0-15,-5 0 2 0,-3-1 2 0,0 0 1 16,-7 0 1-16,-1 1 0 0,-1-1 1 0,-5 3 0 16,-2 3 2-16,0 3 0 0,-3 1 0 15,0 2 0-15,-2 4-1 0,-3 5-1 0,2 1-4 16,0 3-2-16,-1 4-1 0,3 2 0 0,1 3 0 15,0 5-1-15,0 1-1 0,0 1 1 0,2 5 0 16,0 2 0-16,1 1-1 0,2 1-1 0,3 1 0 16,-1 1-10-16,3-4-16 0,2 0-32 0,4-6-67 15,2-2-67-15,1-5-105 0,2-4-163 16,5-3-243-16,1-6-301 0,1-1-227 0,4-4-179 16,1-3 148-16,2-5 539 0</inkml:trace>
  <inkml:trace contextRef="#ctx0" brushRef="#br0" timeOffset="36635.65">31258 4251 31 0,'13'-42'528'0,"-4"4"483"15,-3 4 239-15,-1 1-65 0,-2 5-315 0,1 3-225 16,-3 4-149-16,1 6-99 0,-1 2-61 16,-1 2-50-16,0 4-60 0,-1 1-69 0,1 3-50 15,-3 4-28-15,-1 4-13 0,-1 4-4 0,-3 5-1 16,1 8-1-16,-3 3 2 0,1 6-2 0,-4 4-3 15,0 5-6-15,1 1-6 0,-4 3-6 16,2 0-15-16,0 2-24 0,2 0 0 0,0-3 0 16,2 0 0-16,6-1 0 0,-1-5 0 0,5-1 0 15,0-4 0-15,5-1 0 0,-1-4 0 0,9-4 0 16,-4-2 0-16,6-5 0 0,2-4 0 16,1-1 0-16,0-4 0 0,4-5 0 0,-2-2 0 15,0 0 0-15,-1-2 0 0,-1-4 0 0,-1 1 0 16,-3 1 0-16,-1-2 0 0,-1 2 0 0,-4-1 0 15,2 1 0-15,-2 1 0 0,-4-1 0 16,0 3 0-16,-1 1 0 0,0 1 0 0,-1 4 0 16,-1 0 0-16,-1 3 0 0,-1 3 0 0,-1 3 0 15,-3 3 0-15,0 3 0 0,1 3 0 0,-4 3 0 16,-2 2 0-16,1 1 0 0,-1 3 0 16,1-2 0-16,1-1 0 0,2-1-19 0,2-4-65 15,4-1-80-15,0-5-126 0,4-3-231 0,0-3-307 16,4-5-382-16,2-1-406 0,1-6-124 0,-2-1 507 15,5-3 780-15</inkml:trace>
  <inkml:trace contextRef="#ctx0" brushRef="#br0" timeOffset="36811.42">31680 4543 451 0,'1'-33'1500'0,"-1"3"330"0,0 7-324 15,-1 4-377-15,-2 2-464 0,-2 6-318 16,4 2-159-16,-2 3-77 0,-2 3-42 0,0 3-27 15,0 0-16-15,0 3-13 0,-1 0-6 0,2 2-3 16,0-3-4-16,1 3-1 0,0 1-3 16,3-1-7-16,-2 2-24 0,4-1-80 0,-2 1-111 15,0-1-231-15,1 0-297 0,-1 0-381 0,0 2-458 16,0-1-164-16,-1 3 452 0,-2-1 845 0</inkml:trace>
  <inkml:trace contextRef="#ctx0" brushRef="#br0" timeOffset="38577.86">21800 5511 19 0,'19'4'377'0,"1"1"264"0,-3-2 185 15,1 2 41-15,4 1-333 0,3-1-258 0,2 3-129 16,5-1-66-16,3 0-38 0,3 1-22 16,5 0 7-16,2-1-3 0,6-1-2 0,1 1 7 15,5-3 6-15,3 2 7 0,3-2-7 16,5-1 22-16,6 1 37 0,4-2 10 0,6 0-3 16,3-2-11-16,1 0-5 0,2-2-20 0,5 0-30 15,2 1-13-15,4-2 21 0,5 2 24 0,1-2 5 16,4 0 14-16,-2 1 17 0,2 2 15 15,0 0-6-15,1 0-10 0,1 2-7 0,3 1-16 16,0 3-20-16,-3 1 4 0,1 4-4 16,-1 2 0-16,0 1 26 0,1 5 8 0,-1-1 9 15,0 1 20-15,1 3 8 0,-2 2 1 0,1-2-1 16,2 2 3-16,1-1-9 0,2 1-32 0,1-2-21 16,1-1-12-16,-2 0-21 0,1-1-16 15,-1-1-7-15,0-4-6 0,0 2-3 0,2-4-3 16,-1-1-4-16,-2 0 1 0,-2-1 1 15,-2-3 0-15,-3 2-1 0,-2-4 1 0,-3-1-1 16,-2 2-1-16,-4-3-1 0,-5-1-1 0,-3 0-9 16,-5 0-38-16,-2-1-64 0,-6-1-57 0,-3-1-86 15,-2 0-147-15,-5-1-189 0,-3-1-269 16,1-1-217-16,-2 3-194 0,-4-1 42 0,-6-1 415 16,-1 1 436-16</inkml:trace>
  <inkml:trace contextRef="#ctx0" brushRef="#br0" timeOffset="42684.07">1191 2971 330 0,'7'-2'732'0,"-2"-3"350"0,0 2 96 16,-5 3-274-16,0 0-236 0,0 0-106 0,0 0-97 15,0 0-95-15,0 0-65 0,0 0-57 0,0 0-62 16,0 0-63-16,-2 6-38 0,0 1-21 16,1 4-14-16,1 0-7 0,-2 6-5 0,2 2-6 15,2 6-3-15,1 1-5 0,0 6-2 16,2 3-1-16,2 5-3 0,2 2-2 0,0 5-2 16,5 1-1-16,-3 2-1 0,5 2-3 0,-3-2-2 15,1 2 0-15,2-3-2 0,-2-1-2 0,4 0 1 16,-1-3 0-16,-3 1 2 0,3-2 0 15,-2-1-4-15,2-1-3 0,-3-2-2 0,2-3-2 16,0-1-2-16,1-3-2 0,1-4 5 0,-1 3 3 16,-1-7 1-16,3-1 1 0,1-2 0 0,-2-3 0 15,1-1 0-15,0-2 0 0,0-3-1 0,1-2-1 16,-2-3 0-16,4-3 0 0,-2-2 0 0,1-2 1 16,3-3 0-16,1-4 6 0,0-3 2 0,2-3 2 15,3-4 0-15,-1-1 0 0,4-4-2 0,0 0-3 16,3-3-3-16,1-2 0 0,3 2-1 0,2 0 1 15,1 0 0-15,1 2 0 0,2 0-1 0,0 5 0 16,1 0 0-16,-1 2-1 0,3 2 0 0,-2 3 1 16,-1 0 0-16,2 3 0 0,-4 2 0 15,2 2-1-15,-2 3 1 0,-4 3 0 0,2 3 2 16,-2 1 0-16,0 4 2 0,0 3 0 0,-2 3 2 16,2 0 0-16,-2 5-1 0,3 1 1 0,-3 2 0 15,2 5 1-15,-2 1-1 0,-1 0-2 16,1 4 1-16,-4-1-3 0,-1 2-1 0,-2-1 0 15,-1-2-2-15,-1 1-1 0,-2-3 0 0,-2-3-1 16,-4-4-1-16,1-1 0 0,-2-6 0 0,-2-3 0 16,-1-4 1-16,-1-4 1 0,-2-6 1 0,-1-5 1 15,1-3 1-15,-3-5 0 0,-1-6 0 0,0 0 0 16,0-4-1-16,-3-2 1 0,-1-2-1 16,0 0 0-16,0-2 0 0,1-1 0 0,-2 2-1 15,1-1 0-15,0 2 0 0,-1 3-1 0,0 1 1 16,-1 6-2-16,1 2 1 0,0 3-1 15,1 3-1-15,0 2 1 0,1 3 0 0,2 3 1 16,4 2 1-16,1 3 2 0,3 3 1 0,3 2 0 16,5 2 1-16,2 1 0 0,6 4 0 15,5 0-1-15,4 1 0 0,3 1 0 0,5 0-2 16,4-1 0-16,2-1-1 0,2-1-2 0,4-5 0 16,0-1 0-16,1-4 2 0,3-5 1 0,0-3 0 15,2-6 2-15,4-3 0 0,2-6-1 16,-1-3-1-16,0-5-1 0,-1-2-2 0,-1-2 0 15,-1-2-1-15,-2-1 1 0,0 1 0 16,-7-1 1-16,1-1 0 0,-4 3 2 0,-2-2 1 16,1-2 1-16,-3-1 1 0,-2 0 0 0,-3-4 1 15,-2-2-2-15,-2-5 0 0,-3-3-1 0,-6-3-1 16,-1-4-1-16,-5-5-1 0,-5-2-1 0,-4-3 1 16,-3-1 1-16,-7 4 1 0,-2-3 2 15,-7 3 0-15,-6 2 2 0,-5 4-2 0,-2 5-1 16,-6 4-1-16,-1 5-1 0,-4 5-2 0,-3 7-1 15,1 6 0-15,0 5-1 0,-1 4-1 16,3 5-5-16,0 6-10 0,3 3-26 0,0 3-61 16,1 3-79-16,4 3-149 0,0 2-279 0,3 0-322 15,3 5-372-15,2-1-275 0,1 1 11 0,0 2 666 16</inkml:trace>
  <inkml:trace contextRef="#ctx0" brushRef="#br0" timeOffset="43918.22">2806 5878 35 0,'3'-6'556'0,"-1"1"489"16,1 1 225-16,-3 1-51 0,2 2-286 15,-1-1-275-15,-1 1-177 0,0 1-104 0,3 0-68 16,-3 0-65-16,0 1-79 0,2 2-67 0,-2 3-32 16,1 1-21-16,-1 4-11 0,2 2-5 0,-2 3 7 15,3 2 2-15,0 1-4 0,-1 3-1 16,1 1-3-16,0 3-1 0,1 0 2 0,0 2 2 15,1 0 3-15,-2 5 1 0,0 2 3 0,2 1-1 16,-4 3-2-16,1 3-4 0,-2-1-4 0,0 3-5 16,0 1-5-16,-2 2-2 0,1-1-3 15,-1 2-3-15,2-1-1 0,-1 0-2 0,1-3-1 16,0 1-5-16,1-3-2 0,-1-1 0 0,2-3 0 16,1-1 0-16,0-1 0 0,1-3 0 0,-1-3 0 15,0-1 0-15,3-3 0 0,-3-3 0 16,0-3 0-16,2-1 0 0,-2-1 0 0,2-3 0 15,0-3 0-15,1 3 0 0,0-3 0 0,-1-1 0 16,3-1 0-16,3-2 0 0,-1 2 0 0,1-1 0 16,3-1 0-16,-1 1 0 0,2-4 0 0,3 1 0 15,1-3 0-15,1-1 0 0,4-2 0 0,1-2 0 16,4-4 0-16,1-1 0 0,3-4 0 16,2-1 0-16,0 0 0 0,2-3 0 0,0 0 0 15,-2 0 0-15,-1 0 0 0,0 0 0 0,-1-1 0 16,-3 2 0-16,-2 1 0 0,-1 0 0 0,-2 2 0 15,-4 1 0-15,0 3 0 0,-4 0-50 0,-1 3-63 16,-4-1-82-16,-2 2-135 0,-2 1-247 0,-3 2-306 16,2 2-372-16,-2-1-371 0,0 1-71 15,0 1 592-15</inkml:trace>
  <inkml:trace contextRef="#ctx0" brushRef="#br0" timeOffset="44332.56">4043 6856 6 0,'-5'-9'697'16,"-2"0"820"-16,-2 0 182 0,-4 2-294 15,-1 1-398-15,-2 0-410 0,0 3-236 0,-4-1-146 16,3 2-74-16,-1 4-40 0,-1-1-30 0,0 5-20 16,0 1-15-16,0 4-10 0,3 3-6 15,-1 5-3-15,1 2 0 0,2 6 0 0,1 0-1 16,5 4-1-16,-1 1-3 0,6-1-3 0,1-1-3 15,4-4-4-15,5 1-2 0,0-5-3 0,1-3-1 16,5-4-1-16,2-5 0 0,1-5 0 0,3-9 2 16,0-4 1-16,2-10 0 0,2-5 1 15,1-5 0-15,1-9-1 0,-2 0 0 0,-1-4 2 16,-2 2 1-16,-2 0 1 0,-3 1 1 0,-3 6 1 16,-3 3 1-16,-3 4-1 0,-3 5 1 15,-1 2 0-15,-2 6-2 0,0 4-1 0,-2 2-1 16,-1 8-1-16,0 4-2 0,-3 5-1 15,3 5 0-15,1 5 1 0,1 4 0 0,2 3 1 16,1 2 0-16,1 1 1 0,3 4-1 0,2-2 0 16,3 1-1-16,3 1-11 0,-1-4-21 15,6-3-43-15,-2 1-78 0,4-5-125 0,1-4-248 16,3-1-312-16,-1-4-375 0,1 0-383 16,2-4-101-16,-2-3 518 0,1-1 772 0</inkml:trace>
  <inkml:trace contextRef="#ctx0" brushRef="#br0" timeOffset="44886.72">4751 6028 455 0,'0'-11'959'0,"0"4"268"16,-2 4-31-16,2 6-225 0,2 3-292 15,3 7-192-15,2 5-104 0,1 8-57 0,2 3-42 16,4 8-62-16,0 5-59 0,3 8-34 16,1 3-22-16,3 5-16 0,-1 2-14 0,1 4-13 15,1 2-16-15,-2 0-10 0,0 0-11 0,0 0-8 16,-1-4-8-16,-2-1-5 0,2-5-4 16,-3-5-3-16,3-5-3 0,-3-7-2 0,1-6-5 15,-2-4-11-15,0-10-18 0,-5-5-36 0,-1-8-74 16,-1-8-87-16,-6-7-144 0,-2-7-206 15,-4-6-318-15,-2-4-327 0,-5-3-207 0,-2-4-23 16,-4-4 484-16,-2-4 557 0</inkml:trace>
  <inkml:trace contextRef="#ctx0" brushRef="#br0" timeOffset="45443.3">4688 6047 365 0,'1'-24'724'0,"1"2"289"16,1 0 97-16,3 2-266 0,0-1-251 15,4 1-141-15,2 1-84 0,1 1-48 0,6 3-27 16,0 0-22-16,6 2-26 0,4 3-40 0,3 0-32 16,2 3-34-16,3 5-36 0,4 4-25 15,0 2-13-15,0 3 0 0,2 7 1 0,-2 3 2 16,0 5-4-16,-2 2-1 0,-4 6-9 0,-3 2-7 16,-5 4-5-16,-5 3-4 0,-3 3-6 15,-6 4-5-15,-6 5-4 0,-5 2-5 0,-4 4-6 16,-7 0-3-16,-2 3-2 0,-5-3-4 0,0 0-1 15,-3-1-3-15,2-5 0 0,-2-4 0 0,3-6 0 16,2-7 0-16,3-4-1 0,0-8 0 16,5-3-1-16,1-4-1 0,0-5-1 0,5-3 0 15,0-2 1-15,5-5 1 0,1-1 1 16,5-4-1-16,0-1 2 0,6-3 0 0,-1-1-1 16,3-2 2-16,2-1-1 0,3-3 0 0,1 1 0 15,0-1-1-15,2 1 1 0,-3-1 0 16,1 3 1-16,0 4-1 0,-3 2 0 0,-4 3 2 15,1 6 0-15,-2 2-1 0,-6 7 1 0,-1 5 0 16,-2 6 1-16,-4 3 0 0,-1 3 1 16,-3 4 0-16,-1 3 1 0,-2 2-1 0,-3 3 1 15,-1 1-1-15,1 2-1 0,-2 0 0 0,-3 1 1 16,0-3-2-16,1 1 1 0,-2-3 0 16,-1-1-2-16,-1-4 1 0,1-2 0 0,0-4-1 15,-1-3 0-15,0-3 0 0,0-3-1 0,1-2 0 16,-2-4-1-16,3-3-7 0,-2-1-14 15,3-4-20-15,0-2-45 0,0-3-78 0,1-1-111 16,2-4-187-16,2-1-296 0,0-1-343 0,3-1-339 16,1 1-153-16,2-3 289 0,2 3 692 15</inkml:trace>
  <inkml:trace contextRef="#ctx0" brushRef="#br0" timeOffset="46266.48">6676 6767 293 0,'13'-2'832'0,"-5"-2"376"0,1 2 77 0,-4 0-151 16,0 1-279-16,-3-1-246 0,-1 1-160 15,-1 1-91-15,-1-2-76 0,-3 2-94 0,1-1-59 16,0 1-35-16,-2 0-20 0,-4 0-15 16,3 0-9-16,-4 1-8 0,2 1-6 0,-3-1-6 15,0 2-7-15,-3 1-4 0,3 2-5 16,-4 2-5-16,0 1-4 0,-4 4-3 0,3 1-1 15,-1 3 2-15,-1 2 1 0,-1 3 2 0,3 6 0 16,-1 2 2-16,1 4 0 0,2 7-2 0,1 2-1 16,2 5-2-16,5 5-1 0,1 1-1 15,4 3-1-15,2 3 0 0,2 0-1 0,4-4 2 16,5 0 0-16,1-4 0 0,3-7 1 16,3-2 0-16,1-7-1 0,5-7-2 0,1-5-1 15,1-9 0-15,1-7 0 0,4-8-1 0,0-6 0 16,-2-9 1-16,-2-4 0 0,-3-5 1 0,-3-3 2 15,-4-1 0-15,-4 2 2 0,-6-3 3 16,-5 5-1-16,-6 0 0 0,-5 5 1 0,-6-1 0 16,-4 6 1-16,-7 0 0 0,-3 4 1 15,-4 4 1-15,-3 5-3 0,0 6-6 0,-1 2 0 16,1 7 0-16,-1 3 0 0,4 0 0 0,6 5 0 16,3 2 0-16,6-1-5 0,6 1-1 15,6-1-8-15,5 4-17 0,6-4-36 0,4-2-82 16,7-4-145-16,4-2-266 0,7-5-330 15,7-6-418-15,4-3-447 0,4-5-32 0,3-3 750 16</inkml:trace>
  <inkml:trace contextRef="#ctx0" brushRef="#br0" timeOffset="46867.05">8920 5524 243 0,'8'-13'911'16,"-3"2"563"-16,-2 1 65 0,-3 1-253 16,0 0-492-16,-2 0-283 0,-2 0-154 0,-1 3-119 15,-2 3-85-15,-2 0-46 0,0 4-29 0,-3 5-16 16,-2 8-9-16,-2 4-5 0,-3 10 0 15,-4 11 0-15,-1 12 4 0,-1 11-4 0,-4 16 0 16,-1 11-1-16,0 11-1 0,3 11-46 0,0 9 0 16,2 9 0-16,8 5 0 0,3 0 0 15,6 1 0-15,6-3 0 0,8-4 0 0,8-10 0 16,6-9 0-16,6-13 0 0,8-14 0 16,4-12 0-16,4-13 0 0,4-12 0 0,3-13-143 15,-3-11-162-15,1-10-258 0,-2-7-322 0,-3-8-408 16,-4-5-482-16,-3-4-57 0,-3-2 749 0</inkml:trace>
  <inkml:trace contextRef="#ctx0" brushRef="#br0" timeOffset="47733.7">9961 6240 372 0,'-10'-23'768'0,"2"3"324"0,0-2 71 16,-3 3-305-16,5 2-206 0,-1 4-77 0,4 2-82 16,-2 2-76-16,1 5-69 0,2-1-59 15,-1 4-77-15,0 2-83 0,1 4-52 0,1 4-31 16,-1 9-17-16,2 4-6 0,-3 11 2 16,3 5 3-16,0 9 4 0,0 7 1 0,-2 7 1 15,2 5-2-15,-1 3-7 0,-1 3-1 0,0 1-7 16,2-1-4-16,0-4-4 0,0-4-3 0,0-9-3 15,2-4-4-15,1-12-1 0,2-7-1 16,-2-10-1-16,2-5 3 0,3-13 2 16,-2-6-1-16,1-13 2 0,1-11-2 0,0-8 0 15,1-5 1-15,0-10 0 0,-2-5 2 0,-1-2 0 16,0-7 1-16,-3-2-1 0,-1 1-1 0,0-3-2 16,-2 7-1-16,0 2-1 0,0 7 0 0,0 8 0 15,0 7 1-15,1 8-2 0,-1 4 0 16,0 10 1-16,3 3 1 0,2 10 1 15,3 9 1-15,5 9 2 0,1 10 1 0,3 6 0 16,4 9-1-16,0 7-1 0,4 8-1 0,0 7-2 16,2 2 1-16,-2 3 0 0,1 1 1 0,1-1 1 15,-1-5 1-15,1-5 0 0,2-6-1 16,-1-10-1-16,0-7-1 0,2-11 1 0,-1-7 2 16,1-14 2-16,-2-8 2 0,-2-12 2 15,2-9 2-15,-2-9 3 0,-3-6 2 0,1-8 2 16,-5-4 1-16,-2-7 1 0,-5-4-2 0,-6-5-2 15,0-3-4-15,-8-3-5 0,-4-2-3 0,-2 1-1 16,-5 1 1-16,-2 2-1 0,-3 6 1 0,-1 4-1 16,-1 8 3-16,2 8-2 0,0 8-3 15,2 7-1-15,0 10-3 0,6 6-2 0,1 11-1 16,1 7-3-16,3 6-12 0,5 7-21 16,2 2-39-16,4 3-79 0,2 2-114 0,3 1-191 15,0 0-295-15,3 0-348 0,2-1-365 0,2 3-145 16,-2-2 307-16,2-1 694 0</inkml:trace>
  <inkml:trace contextRef="#ctx0" brushRef="#br0" timeOffset="47933.01">10912 6264 64 0,'19'14'693'0,"-4"3"719"0,-3 5 211 16,-2 5-242-16,-4 8-424 0,-3 3-370 0,0 5-198 16,-6 4-148-16,2 2-83 0,-4 5-50 15,-2 0-27-15,-1 4-21 0,-1 1-16 0,0 0-14 16,-1 1-9-16,2 0-6 0,-1-3-9 0,2-5-7 15,3-4-18-15,0-6-48 0,3-9-85 16,-1-6-164-16,1-10-267 0,2-6-332 0,1-9-415 16,1-8-378-16,2-9 34 0,0-6 787 15</inkml:trace>
  <inkml:trace contextRef="#ctx0" brushRef="#br0" timeOffset="48338.09">11679 5928 321 0,'-3'-18'1387'16,"-3"3"434"-16,-2 1-287 0,-5 5-374 0,0 3-427 16,-1 6-356-16,-2 5-167 0,-1 3-75 0,-1 8-36 15,-2 5-24-15,-2 4-15 0,3 4-11 16,-2 4-11-16,7 3-6 0,0-2-6 0,6 2-7 15,3-1-7-15,7-2-5 0,3 0-2 0,4-2-3 16,5-3-2-16,4 1 0 0,4 0 0 16,3-5-1-16,3 0-1 0,2-3-2 0,0 0-2 15,2-2-9-15,0 1-7 0,-2-4-9 16,-2 3-9-16,-4-3-7 0,0 2-2 0,-4-1 5 16,-4 5 9-16,-3-2 8 0,-5 2 10 0,-5 0 7 15,-3 3 6-15,-3 0 2 0,-5 0 3 16,-5 2 0-16,-1 0 1 0,-3 0 1 0,-3 0 1 15,-2 2 0-15,-1 0 1 0,-2 3 0 16,2 1 1-16,0-1-3 0,1-1-2 0,2 0-2 16,3-3-2-16,4 0-2 0,1-5-20 0,4-2-74 15,3-5-96-15,2-1-206 0,4-8-284 0,4-4-363 16,3-3-435-16,6-6-229 0,1-5 270 16,3-5 850-16</inkml:trace>
  <inkml:trace contextRef="#ctx0" brushRef="#br0" timeOffset="48938.79">12286 6081 15 0,'7'-14'614'16,"-1"7"649"-16,-3 1 224 0,3 6-158 0,-3 5-312 15,-1 4-410-15,3 8-199 0,-2 4-131 16,0 8-69-16,1 2-49 0,0 7-43 0,-1 4-29 16,3 3-18-16,-2 3-13 0,0 3-12 15,1 1-9-15,2 0-10 0,0 2-8 0,-2 1-10 16,2-4-4-16,-1-3-3 0,2-2-2 0,1-3-2 15,-1-5-9-15,0-1-22 0,1-8-64 0,-2-2-83 16,-2-5-167-16,-4-5-281 0,1-3-334 16,-4-7-392-16,-3-4-283 0,-3-6 76 0,-4-5 743 15</inkml:trace>
  <inkml:trace contextRef="#ctx0" brushRef="#br0" timeOffset="49141.1">12052 6059 477 0,'-3'-25'1358'16,"-2"4"290"-16,2 6-253 0,2 2-327 16,1 2-496-16,1 2-254 0,2 3-153 0,5-1-67 15,5 2-27-15,3 0-13 0,6 4-10 0,5-2-12 16,3 1-7-16,6 1-6 0,2-2-8 16,9 2-4-16,1-2-5 0,6-2-2 0,4 0-4 15,2 0-29-15,4-1-85 0,-3 2-165 16,-1-2-264-16,0 4-299 0,-3-1-386 0,-6 3-405 15,-2 0 8-15,-8 3 736 0</inkml:trace>
  <inkml:trace contextRef="#ctx0" brushRef="#br0" timeOffset="49833.17">14414 6060 90 0,'-1'-7'716'0,"-2"1"580"0,-2-2 210 15,-3 0-147-15,0 0-397 0,0 2-373 0,-1 2-180 16,-4 1-119-16,0 0-89 0,-1 3-67 0,-2 3-43 16,-1 3-28-16,-1 3-21 0,-2 8-12 15,-2 2-7-15,0 10-4 0,-2 7-3 0,-3 9-3 16,0 9-1-16,1 10 0 0,0 7-3 16,4 3-2-16,1 3-1 0,4 1 0 0,6-1 0 15,6-4-4-15,5-5 0 0,5-8-1 0,5-8 0 16,5-8-1-16,7-10 0 0,4-9 0 15,8-12 0-15,1-9 1 0,5-11-2 0,3-8 1 16,-1-10-1-16,1-4 1 0,-3-6 1 0,-3-1 0 16,-4-3 2-16,-6 0 1 0,-4 2 1 15,-4 1-1-15,-10 4 1 0,-4 1-1 0,-5 4 1 16,-6 3 0-16,-6 3 0 0,-5 3 0 0,-4 2-1 16,-4 8 1-16,-5 3-2 0,0 5 0 15,-3 5-2-15,-1 7 0 0,1 6-2 0,2 4-2 16,1 5 1-16,1 3-2 0,4 1-1 15,3 4 0-15,4 3 2 0,1-2-1 0,7 3 2 16,1-2 0-16,5 2 0 0,4-4-1 0,1-1-5 16,8-3-13-16,3-5-21 0,2-3-50 0,3-7-79 15,5-4-126-15,3-7-207 0,4-5-302 16,1-6-358-16,6-6-323 0,1-8-120 0,2-5 423 16,3-5 680-16</inkml:trace>
  <inkml:trace contextRef="#ctx0" brushRef="#br0" timeOffset="50183.69">15053 6228 114 0,'5'-18'854'0,"-4"7"662"0,-4 6 64 0,-6 8-271 15,-5 10-429-15,-2 3-350 0,-3 10-202 16,-2 6-119-16,1 5-68 0,-1 6-42 0,1 7-25 16,2 3-18-16,3 6-13 0,2 3-8 0,0 4-5 15,7 4-6-15,1 0-7 0,2 3-4 16,4-4-4-16,4-8-5 0,9-7-2 0,2-11-2 15,11-12 0-15,3-12-1 0,3-11 1 16,6-13 0-16,0-10-2 0,0-10-1 0,1-7-2 16,-4-7 2-16,-1-6-1 0,-2-2 1 0,-7-2 3 15,-4-2 3-15,-4 0 1 0,-6-1 1 16,-6 1-1-16,-3-3 1 0,-6 4 1 0,-3 2-1 16,-4 3 0-16,-5 6 1 0,-3 4 2 15,-4 8-2-15,-3 8 0 0,-4 9-2 0,-1 7-2 16,-3 10-3-16,-2 7-1 0,2 8-2 0,1 5-1 15,1 4-1-15,4 5-2 0,3-1 0 0,3 2-7 16,4 3-9-16,6 0-18 0,0 2-32 16,2 2-75-16,2 0-90 0,2 2-173 0,-1-2-282 15,2-2-329-15,2 0-363 0,0-5-188 16,2-3 164-16,0-4 707 0</inkml:trace>
  <inkml:trace contextRef="#ctx0" brushRef="#br0" timeOffset="52482.16">15336 5954 234 0,'3'-1'379'0,"-1"-2"146"16,-2 0-8-16,3 2-111 0,-3-3-83 16,2 3-32-16,-1-2 10 0,-1 1 27 0,0 1 32 15,2 0 26-15,-2-1-2 0,0 2-30 0,0-1-41 16,0 1-32-16,0 0-6 0,0 0 10 0,0 0-4 15,-2 0-18-15,2 0-21 0,-3 0-30 16,0 0-45-16,1 1-51 0,-2-1-33 0,0 3-14 16,0-2-14-16,0 1-7 0,-2 0-8 15,2-1-3-15,-1 0-5 0,2 3-3 0,-2-3-2 16,1 0-4-16,1 3-1 0,-3-4-2 16,3 1-2-16,2 0-1 0,-3 1-1 0,1-2-2 15,0 3-2-15,-2-3-2 0,3 0-2 0,-5 2 0 16,4-2-1-16,-2 0 0 0,0 3-2 15,0 0 1-15,0-2-2 0,-1 1-1 0,0 0 0 16,0 4-2-16,-1-4 1 0,-1 3 0 0,1-1-1 16,0 2 0-16,-1 0 0 0,2 0 0 15,-2 0 0-15,0 0 0 0,3 2 0 0,-3-1 0 16,4-5 0-16,-4 5 0 0,3-3 0 16,0 2 1-16,1-4-1 0,0 3 0 0,-1-2 0 15,2 0-1-15,-1 1 0 0,2-1 0 0,-1 0 0 16,0 2 0-16,0-2 0 0,1-1-1 15,-1 2 1-15,1-2 0 0,-1 2 1 0,1 0 0 16,-1-1-1-16,-1 3 1 0,2-4-1 0,2 4 1 16,-3-4-1-16,2 3 1 0,-3-1-1 15,3 0 1-15,-3-1 0 0,3 1 0 0,-2-1 0 16,1 2 0-16,-3-2 0 0,2 1 1 16,0 1-1-16,-1-1-1 0,0-1 1 0,1 2-1 15,-2 1 0-15,2-2 0 0,-2 1 0 0,2 1 0 16,-3-1 0-16,3 1 1 0,-2-2-1 0,3 2 0 15,-2 0 1-15,0 0-1 0,0 0 0 16,-1 1-1-16,2-1 1 0,-2 2 0 0,2-1 0 16,1 2-1-16,-1 1 0 0,0-3 0 15,0 3 0-15,0-1-2 0,-1 2 1 0,0-1 0 16,1 1-1-16,0 0-2 0,-1-1-4 0,1 0-14 16,2 1-37-16,-3-3-82 0,-1 0-139 15,1 0-264-15,-1-4-314 0,-1-1-389 0,4-3-410 16,-2 0-50-16,0-6 667 0</inkml:trace>
  <inkml:trace contextRef="#ctx0" brushRef="#br0" timeOffset="53433.73">16260 6153 9 0,'8'-15'514'0,"-2"1"477"15,-2 1 253-15,-1 0 14 0,-3 3-227 16,0 3-331-16,-3 1-197 0,-1 1-113 0,-1 2-76 15,-3 3-77-15,-2 3-83 0,0 3-50 0,-1 3-29 16,-1 3-19-16,-2 5-13 0,0 4-8 16,-2 5-8-16,3 7-7 0,-1 7-4 0,3 6-2 15,0 8 1-15,0 6 0 0,3 6-1 16,3 6-2-16,1 2 2 0,0 2-3 0,2 1-3 16,4-1-3-16,3-4-1 0,3-4 0 0,5-8-3 15,6-11-2-15,4-8-1 0,4-12 0 0,3-9 0 16,5-14 0-16,3-8 0 0,2-15 0 15,2-4 0-15,-2-9 1 0,0-9-1 0,-4-3 2 16,3-6 1-16,-6-2 3 0,-3-2 0 0,-3-1 1 16,-6 0 2-16,-4 2 0 0,-4-1 0 15,-8 3 0-15,-3-3 1 0,-6 5 1 0,-5-3-1 16,-6 2 2-16,-5 2-1 0,-7 2 0 16,-3-1 1-16,-5 6 1 0,-1 3 0 0,-5 6-2 15,1 5 0-15,-1 5-3 0,-1 9-3 0,0 2-2 16,4 12 0-16,0 5-2 0,1 7-1 0,3 7-1 15,4 8 1-15,4 4-1 0,5 7-1 16,2 4-5-16,6 5-15 0,4 5-26 0,4 2-76 16,4 2-104-16,2 3-202 0,7-2-293 0,1-3-356 15,4-2-422-15,3-4-193 0,1-5 303 16,2-2 793-16</inkml:trace>
  <inkml:trace contextRef="#ctx0" brushRef="#br0" timeOffset="55433.86">17390 6336 259 0,'-2'-7'458'16,"-2"1"191"-16,2 2 81 0,-1 0-155 15,2 0-101-15,1 3-60 0,0 0-31 0,0-1-33 16,0 2-51-16,0 0-63 0,0 0-58 0,0 0-47 15,0 2-33-15,-4-1-20 0,4 2-11 16,-3 1 5-16,1 2-5 0,1 0-2 0,-1 4-7 16,-1 0-12-16,3 4-6 0,-2-1-4 0,1 5 8 15,-1 3 15-15,2 3 21 0,0 3 17 16,0 4 11-16,3 3 22 0,-3 3 8 0,2 5 6 16,1 3-8-16,0 3-8 0,1 3-14 0,1 0-26 15,-1 3-22-15,4-4-23 0,-2 2-15 16,2-2-13-16,0-2-7 0,3-3-4 0,2-5-3 15,-1-4-2-15,4-6 0 0,2-2 0 16,-2-5 1-16,2-6 0 0,0-4 3 0,2-2 3 16,-1-7-2-16,-1-2 0 0,-1-6-1 0,-1-1 1 15,0-6-2-15,-3-2 1 0,-3-2-1 0,0-2 2 16,-4-1 0-16,-2-1 0 0,-3 1 0 16,-4-2-3-16,-2 1 3 0,-4 1-3 15,-5-2 0-15,-3 3 0 0,-4 0-1 0,-1 0 1 16,-4 2-1-16,1 2 0 0,-1 3-2 0,1 4 0 15,0 1 1-15,3 5-3 0,1 2 1 0,2 7-2 16,5 1 0-16,2 5-2 0,2 3-18 16,5 3-64-16,3 3-63 0,4 1-89 0,1-1-161 15,5-3-290-15,6 0-316 0,2-1-229 0,6-5-153 16,4-2 186-16,0-1 559 0</inkml:trace>
  <inkml:trace contextRef="#ctx0" brushRef="#br0" timeOffset="56899.52">18527 5220 101 0,'4'6'381'0,"1"-2"195"16,-2 1 134-16,2-2-93 0,0 0-206 16,4-1-126-16,-1 3-30 0,4 0 30 0,1 2 74 15,2 2 18-15,4 6-19 0,0 2-26 0,5 5-31 16,1 7-23-16,3 4-58 0,2 7 0 16,4 8 8-16,0 7-9 0,1 7-22 0,-1 7-34 15,0 3-27-15,1 6-38 0,-4-1-32 0,-1 4-22 16,-2-1-16-16,0 5-11 0,-3-1-4 15,1 1-6-15,-3-1-3 0,-4-2-2 0,0 3 2 16,-4-3 2-16,-3 1 1 0,-4 3 4 0,-5 3 7 16,-3 1 1-16,-5 2-2 0,-3 2 0 15,-2 2 0-15,-5 0-5 0,1 1-4 0,-5 0-3 16,0-2 0-16,1-4-1 0,-2-3-3 16,4-7-3-16,0-9-3 0,2-4-11 0,2-10-31 15,-1-7-71-15,0-6-70 0,4-9-134 0,-3-6-202 16,0-6-314-16,3-7-314 0,-3-3-212 15,2-7-60-15,0-6 438 0,2-2 556 0</inkml:trace>
  <inkml:trace contextRef="#ctx0" brushRef="#br0" timeOffset="63582.79">3203 8738 286 0,'-3'8'896'15,"-4"0"366"-15,-4 0 26 0,2-2-133 0,2 0-449 16,1-2-238-16,0-1-121 0,3-1-72 0,1 2-63 16,-1-3-62-16,3 1-58 0,0-1-42 15,0 1-22-15,3 1-13 0,4 0-8 0,5 4 3 16,4 0 4-16,6 4 9 0,8 2 8 0,8 0 8 15,8-1 9-15,5 0 9 0,9 0 5 0,7-4 2 16,5-1 3-16,8-1 3 0,6-3 2 0,7-1-2 16,6-2-3-16,4-4-2 0,2 1-7 15,2-1-5-15,-2-3-3 0,0 4-16 0,-2-4-34 16,2-1 0-16,-1 1 0 0,-4 0 0 0,-4-2 0 16,-4 0 0-16,-4-2 0 0,-6 2 0 15,-7-3 0-15,-5 1 0 0,-7 1 0 0,-3 0 0 16,-8-1 0-16,-6 1 0 0,-4 1 0 15,-7 1 0-15,-6 2 0 0,-6 0 0 0,-5 1 0 16,-3 3 0-16,-5-1 0 0,-2 1 0 0,-5 2 0 16,-4 0 0-16,-6 2 0 0,-2 1 0 15,-8 1-54-15,-4 0-179 0,-5 2-174 0,-4 2-278 16,-5 0-340-16,-4 0-417 0,-5-2-308 16,-7 0 129-16,-3-2 824 0</inkml:trace>
  <inkml:trace contextRef="#ctx0" brushRef="#br0" timeOffset="63850">3979 8989 232 0,'-30'35'1188'0,"2"-4"533"0,5-4-194 16,1-2-359-16,4 0-438 0,3-6-355 0,7 1-200 16,5-3-93-16,8 2-41 0,6-1-18 0,9-2 0 15,6 2 10-15,15-1 13 0,8-2 11 0,13-3 10 16,10-3 4-16,8-5-5 0,6-4-10 15,6-4-10-15,5-5-10 0,5-6-10 0,1-4-9 16,3-1-4-16,-2-4-5 0,-3-2-5 0,-4 1-1 16,-5 0-2-16,-5 0-1 0,-7 2-2 15,-5 3 0-15,-7 2-2 0,-7 4-16 0,-7 1-33 16,-8 3-76-16,-8 3-79 0,-10 4-147 16,-9 3-237-16,-5 3-322 0,-11 2-346 0,-4 2-209 15,-11 3-18-15,-5 0 532 0</inkml:trace>
  <inkml:trace contextRef="#ctx0" brushRef="#br0" timeOffset="65098.57">9776 10243 263 0,'-5'-18'851'16,"-2"2"372"-16,-4 2 11 0,-3 1-122 0,1 5-401 16,-4-3-208-16,3 5-108 0,-3 4-68 0,-3 0-44 15,0 4-54-15,0 4-75 0,0 2-50 0,-2 6-33 16,2 6-22-16,2 5-13 0,1 5-11 16,4 5-8-16,2 4-3 0,3 4-3 0,5 2-1 15,2 3 0-15,4-1 0 0,2-3-1 16,4-2-3-16,2-6-4 0,3-4-1 0,4-7-2 15,2-5-1-15,4-8 0 0,3-10-1 0,3-10 1 16,0-9 2-16,3-8 4 0,0-9 0 0,1-7 1 16,0-4 2-16,-7-1 0 0,0-1-1 15,-5 6-1-15,-5 1 0 0,-7 6 0 0,-4 5 0 16,-4 4 0-16,-4 7 2 0,-2 2 1 16,-5 5 0-16,0 6-2 0,-2 5 1 0,0 5-2 15,-1 6-2-15,0 5-2 0,0 5-1 16,4 4-1-16,3 4 1 0,2 2 0 0,1 3-1 15,5-1 0-15,2 0-1 0,5 2 1 0,1-3 0 16,3 1-1-16,2-4 0 0,1 1-1 0,2-4 1 16,5-3 0-16,-2-3-1 0,5-3-3 15,0-3-7-15,1-2-15 0,1-3-44 0,-1-4-75 16,-3 0-97-16,-1-5-171 0,-3 0-293 16,1-3-334-16,-2-1-324 0,-2-2-176 0,-1-4 199 15,-1-1 663-15</inkml:trace>
  <inkml:trace contextRef="#ctx0" brushRef="#br0" timeOffset="65347.77">10531 10112 475 0,'3'7'1441'0,"-3"2"274"0,0 1-302 0,0 1-345 16,2-1-463-16,1-2-314 0,0-1-147 15,5 1-70-15,2-3-26 0,1 1-16 0,4-4-7 16,0 2-10-16,5-6-4 0,5 0-2 0,-2-2-4 16,5-4-1-16,-1 1-2 0,3-2-3 15,-1 1-1-15,-1 0-8 0,-3 0-41 0,0 2-70 16,-4 0-74-16,-2 1-145 0,-4 4-246 16,-3 0-320-16,-4 1-304 0,-2 1-196 0,-4 2 9 15,-4 3 536-15</inkml:trace>
  <inkml:trace contextRef="#ctx0" brushRef="#br0" timeOffset="65533.36">10606 10375 497 0,'-3'12'1468'0,"-1"2"266"16,1-3-315-16,0-1-351 0,1-1-477 15,2-2-301-15,2-1-151 0,1-1-72 16,4-1-33-16,3 0-14 0,3 1-8 0,4-4-5 15,1 3-2-15,7-4-3 0,2 0-19 0,1-2-86 16,4-1-126-16,-2 2-262 0,0-1-289 0,0-1-362 16,3 3-411-16,-3 1-79 0,0 1 551 15</inkml:trace>
  <inkml:trace contextRef="#ctx0" brushRef="#br0" timeOffset="65933.81">12438 10757 404 0,'18'2'1325'16,"-3"1"332"-16,-4 2-247 0,-1-3-326 0,-4 3-460 15,2-3-328-15,-1 3-154 0,-3-3-72 16,5-1-37-16,-2-1-61 0,1-1-77 0,0 0-77 16,4-3-135-16,1 0-205 0,1-1-322 0,-1 0-270 15,4 0-195-15,-1-1-20 0,1 3 433 16,-1 0 505-16</inkml:trace>
  <inkml:trace contextRef="#ctx0" brushRef="#br0" timeOffset="66100.19">13386 10606 143 0,'61'-12'1159'0,"-10"2"629"0,-8 4-194 16,-8 2-384-16,-8 4-387 0,-6 2-448 15,-2 3-201-15,-5 1-104 0,-3 0-95 0,-1-2-97 16,-4-1-137-16,2-2-204 0,-4 1-310 16,-2-2-349-16,1 0-304 0,-3 0-104 0,-3-2 428 15,1 1 628-15</inkml:trace>
  <inkml:trace contextRef="#ctx0" brushRef="#br0" timeOffset="66249.74">13961 10756 219 0,'25'11'839'0,"-6"-2"387"0,-3-1 12 16,-4 1-178-16,1-1-465 0,-2 0-322 15,0-1-201-15,-1-1-191 0,-1-2-205 0,0 1-277 16,1 0-278-16,3 1-246 0,3-2-52 15,-2 1 333-15,6 0 432 0</inkml:trace>
  <inkml:trace contextRef="#ctx0" brushRef="#br0" timeOffset="66434.27">15042 10800 156 0,'66'-7'814'0,"-7"1"471"16,-3 3 31-16,-8 3-200 0,-6 3-417 0,-4 4-351 15,-2 3-176-15,-6 2-85 0,-3 2-42 0,-2-2-30 16,0 2-38-16,-1-4-26 0,-4 2-35 0,-2 0-66 16,-1-2-86-16,-4-1-101 0,1 1-111 0,-3-1-170 15,-3 0-251-15,2-1-138 0,1 0 36 16,-2-2 238-16,4-1 311 0</inkml:trace>
  <inkml:trace contextRef="#ctx0" brushRef="#br0" timeOffset="66616.59">16522 10826 226 0,'54'-2'875'0,"-5"2"406"0,-6 0-9 16,-3 2-191-16,-3 2-464 0,-4 0-302 0,-3 2-164 16,0-2-86-16,-3 1-61 0,-3-3-74 0,0 0-105 15,-1-2-128-15,-1 0-131 0,-1 0-148 0,1 3-201 16,-2-2-198-16,1 0-3 0,-2 0 195 15,3 2 276-15</inkml:trace>
  <inkml:trace contextRef="#ctx0" brushRef="#br0" timeOffset="66866.8">17801 10776 155 0,'33'-2'692'0,"-6"4"392"0,-2-2 86 0,-8 6-157 16,0-1-391-16,-8 3-309 0,4 1-158 16,-7-1-96-16,0-1-81 0,-1 0-77 0,0-2-74 15,0 0-64-15,1-1-61 0,-1-2-23 0,1 0 16 16,4 0 56-16,0 1 64 0,0-1 54 16,1 3 18-16,3-3-21 0,-2 2-53 0,3 2-96 15,1-4-170-15,1 3-131 0,3-4 0 0,2 1 105 16,1-4 159-16</inkml:trace>
  <inkml:trace contextRef="#ctx0" brushRef="#br0" timeOffset="67065.25">18889 10812 247 0,'30'9'1059'0,"-3"1"483"0,-3 2-106 0,-6 1-291 15,-2-3-469-15,-2 0-298 0,1 1-197 16,-4-2-91-16,3-4-46 0,-1 1-45 0,1-2-45 15,-1-3-43-15,2-1-35 0,0 0-28 0,3-3-22 16,-1-1 9-16,1-2 27 0,4 1 35 16,-2-2 9-16,2-1-48 0,0 3-106 0,-3-3-141 15,1 1-259-15,2 1-265 0,-1 2-202 0,0-2 25 16,-1 2 330-16,-1 1 379 0</inkml:trace>
  <inkml:trace contextRef="#ctx0" brushRef="#br0" timeOffset="67216.11">19834 10830 426 0,'37'2'1444'16,"-1"5"314"-16,-1-2-307 0,-8 2-363 0,-2 1-452 15,-1 3-341-15,-1-2-185 0,-2 3-149 16,-2-3-127-16,1-2-195 0,-2 0-295 0,1-2-341 16,-1 0-364-16,-1-5-182 0,0 2 212 0,-4-4 687 15</inkml:trace>
  <inkml:trace contextRef="#ctx0" brushRef="#br0" timeOffset="67965.99">21768 10856 185 0,'-5'22'785'0,"-1"-1"445"16,1-5 93-16,1-3-134 0,0-2-385 0,1-6-268 15,2-5-142-15,1-7-87 0,0-4-61 16,1-9-47-16,2-5-62 0,4-7-36 0,4-8-19 15,1-8-11-15,6-6-8 0,-1-4-9 0,5-9-8 16,3-3-8-16,2-5-9 0,1-3-6 0,0-2-4 16,2 0 0-16,0 1 3 0,0 4 4 15,-1 8 1-15,-3 7 0 0,-2 9-2 0,-6 8-4 16,-3 9-4-16,-2 10 1 0,-1 9 1 16,0 9 0-16,-3 10 1 0,0 7-1 0,-1 10-2 15,1 8-1-15,0 5-3 0,-3 9-8 0,1 4-5 16,-3 6 0-16,1 5 0 0,3 6 0 0,-5 3 0 15,2 6 0-15,-4-1 0 0,3 1 0 16,-3 0 0-16,4-3 0 0,0-2 0 0,2-7 0 16,1-3 0-16,0-8 0 0,0-8-8 15,3-5-31-15,-3-6-21 0,0-10-33 0,-1-5-76 16,-1-6-89-16,-5-8-158 0,-1-4-271 0,-3-5-330 16,-3-6-376-16,0-2-199 0,-6-5 121 15,-3 0 676-15</inkml:trace>
  <inkml:trace contextRef="#ctx0" brushRef="#br0" timeOffset="68152.55">21847 10266 725 0,'2'-8'1503'0,"-2"1"108"16,3 5-301-16,1-1-350 0,3 0-457 0,6 2-236 16,6-1-121-16,3-1-55 0,3 0-18 15,5-3-12-15,6-1-7 0,2-2-16 0,5-3-11 16,3-4-6-16,2-1-12 0,4-3-6 0,0-2-24 15,-2-2-85-15,2-2-120 0,-4 0-201 0,-4 1-285 16,-4-3-354-16,-4 0-399 0,-4-2-134 16,-5 2 389-16,-7-2 697 0</inkml:trace>
  <inkml:trace contextRef="#ctx0" brushRef="#br0" timeOffset="68434.33">22476 9042 324 0,'-17'-23'1321'15,"3"5"431"-15,-3 8-251 0,0 2-355 16,0 7-441-16,4 4-345 0,1 6-163 0,2 5-73 16,6 4-38-16,0 5-22 0,8-2-12 15,0 3-13-15,9-2-13 0,4-1-9 0,4-5-5 0,6-3-4 16,2-4-3-16,5-6-2 0,4-5 1 16,2-5-2-16,-1-5 1 0,0-2 0 0,-5-5 0 15,-6 1 1-15,-7-3 0 0,-7 4 0 16,-9-2-2-16,-8 2 1 0,-10 4-2 0,-4 2-2 15,-12 6-2-15,-2 5-1 0,-8 5-1 0,-4 8-1 16,0 7 0-16,-1 3 2 0,2 6-3 0,4 2-12 16,3 5-45-16,4 3-81 0,4 2-141 15,5 1-269-15,8 1-317 0,1 2-389 16,7 2-367-16,3-1-24 0,-1 3 660 0</inkml:trace>
  <inkml:trace contextRef="#ctx0" brushRef="#br0" timeOffset="79234.03">2678 8191 104 0,'8'-13'286'0,"0"3"123"15,-2 0 104-15,-3 3-154 0,0-1-118 0,-1 3-33 16,-2 1-7-16,0 1 14 0,0 0 45 16,-2 0 36-16,-1 2 24 0,0-1 16 0,0 1 9 15,-3 1 3-15,1 0-33 0,2 0-38 0,-2 0-32 16,0 0-18-16,0 1 10 0,-1-1 9 0,0 2-2 15,-1-2-8-15,1 0-19 0,-5 1-27 0,3 2-43 16,-3 0-42-16,1 2-32 0,-5 1-17 0,2 1-11 16,-6 4-8-16,0 3-11 0,0 0-3 15,-1 4-5-15,-2 2-5 0,-1 7-4 0,1 1-1 16,-3 4 1-16,1 2 1 0,0 4 0 0,1 3-2 16,-3 3 2-16,3 5-2 0,-1 1 3 0,2 1 1 15,-2 3 1-15,1 2-1 0,-1 1-1 16,3 3-2-16,2 0-3 0,-3 2-1 0,3 3-6 15,0 0-3-15,2 2 0 0,-2 5 0 0,4 0-3 16,-2 3 3-16,0 3 4 0,4 2 6 0,2 1-2 16,-1 4-1-16,2 0-2 0,2 5-4 0,2 2-2 0,3 3-3 15,1 2 8-15,4 1 0 0,1 2 2 0,4 2 2 16,3 4-2-16,1-2-1 0,5 5 2 16,0 0 0-16,3 1 6 0,1-2 1 0,3 0 3 15,2 1-4-15,2-1-2 0,3 0 1 0,1 1-6 16,4-3-5-16,3 0-3 0,3-3 4 0,2-2-3 15,4-2-1-15,-1-4 0 0,1-3 2 0,1-2 6 16,3-3 2-16,-1-4 3 0,1-3 2 0,3-1 1 16,-1-3 3-16,0 1-9 0,2-2-4 15,0-2-5-15,2 1-2 0,0-3-1 0,3 0 3 16,-2-3 5-16,-2-3 6 0,1-3 4 0,0-4-1 16,-4-3-3-16,-2-5-2 0,0-1 1 0,-4-4-3 15,-4-2-3-15,-2-7 1 0,-2-2 5 16,-4-2-3-16,-2-3-2 0,-4-4 0 0,-2-4 0 15,-5 0 1-15,0-3 0 0,-5-3 0 0,-1 0 0 16,0-1 1-16,-5-1 0 0,0-1 0 0,0 0 1 16,-3 0 0-16,0 0 0 0,-3-1 0 15,1-1-2-15,-1-1 1 0,-2 0-2 0,0-1 1 16,-1-1-1-16,1 0 0 0,0-4 0 16,-1 2-1-16,-1 1 1 0,1-2 0 0,2 0-1 15,-4-1 0-15,2 0 1 0,1 0-1 0,0 0 1 16,-1 0-3-16,1 0 1 0,-1 0 1 15,1-2-2-15,0 2 1 0,-1-1 1 0,1 0 0 16,-3 2-1-16,3-3 0 0,0-1-1 0,-3 1 0 16,0 1 0-16,2-2-1 0,-1 2-4 15,-1-2-7-15,0 1-9 0,2-1-10 0,-2 0-20 16,0 0-37-16,-2 0-48 0,2 0-47 16,0 0-50-16,-1 1-80 0,-1-1-107 0,2 0-112 15,-3 2-151-15,0 1-240 0,3-3-214 16,-3 2-46-16,3-2 248 0,-2-2 392 0</inkml:trace>
  <inkml:trace contextRef="#ctx0" brushRef="#br0" timeOffset="79734.16">3658 14171 288 0,'-3'-5'526'0,"0"3"201"15,-2-1 94-15,2 1-176 0,0 1-107 0,0 1-66 16,1 0-45-16,0 0-45 0,1 1-55 0,1 4-74 16,-2-3-85-16,4 4-54 0,-2-1-40 15,3 3-19-15,0 1-14 0,4 2-7 0,0-1 8 16,3 3 0-16,1 0 12 0,5 4 7 0,0-1 3 15,4 1 7-15,2 3-14 0,1 0 0 16,2-1-15-16,5 1-13 0,0 1-10 0,0-3-7 16,3 1 1-16,0-2-2 0,2-1 0 0,-2 0 3 15,0-2-1-15,-1 0 0 0,-2-3-6 0,0 0 1 16,-4 1-4-16,-3-5 0 0,-1-1 0 16,-1 1-2-16,-7-2 0 0,2-3-1 0,-5 0 5 15,-3-1 21-15,0-2 36 0,-2-1 27 16,-1-2 16-16,-4-4 3 0,-1 0-3 0,-1-4-24 15,-3-1-28-15,0-3-20 0,-4 0-14 0,2-5-8 16,-2-1-3-16,0-2-7 0,0-1-6 16,0-2-3-16,2 0-2 0,-1 0-3 0,3-2-2 15,1 1 7-15,1 1 1 0,4 0 2 0,-1-1 0 16,5 4 8-16,-1 1 3 0,3-1-7 16,0 1-57-16,3 1-67 0,0 0-121 15,2 2-210-15,1 0-306 0,-1 2-349 0,1-1-266 16,-3 1-122-16,-1 0 410 0,-3 1 625 0</inkml:trace>
  <inkml:trace contextRef="#ctx0" brushRef="#br0" timeOffset="83657.74">5769 14860 164 0,'-5'9'724'0,"2"1"427"0,-2-3 95 16,0-2-138-16,1 0-437 0,2 0-232 15,-1-4-105-15,2 2-41 0,1-3-37 0,1 0-30 16,-1-1-35-16,3-2-42 0,0-7-49 0,0-1-40 16,2-7-17-16,0-3-5 0,0-5-3 15,1-5 4-15,0-4 9 0,1 0-2 0,-1-5 4 16,1 1-2-16,-1 1 3 0,0 3-3 16,0 3-4-16,-1 5 0 0,0 5-4 0,-2 5-2 15,-1 4-6-15,1 2-4 0,0 4-8 0,-2 4-4 16,4 4-6-16,0 8-6 0,1 4 1 0,4 11 0 15,1 1-4-15,0 7-4 0,0 5-1 16,3 0 0-16,1 4-2 0,0 1-2 0,0-2 3 16,0 0 3-16,0-5 1 0,0 0 0 15,-2-7 0-15,1-2 0 0,-1-5-1 0,1-4 0 16,-1-6 5-16,-2-3 3 0,3-5 2 0,-1-8 1 16,-1-5 2-16,-1-9-1 0,1-7-5 15,0-6-3-15,-1-5-2 0,-1-2-2 0,2-2-1 16,-4 3 1-16,2 0-1 0,-1 5 1 15,-2 4 0-15,-1 4 1 0,-3 7-1 0,2 2 2 16,-1 6 0-16,-2 3 1 0,3 3-1 0,-2 6 3 16,3 4 0-16,-1 5 2 0,2 4-1 0,0 3-1 15,0 4 2-15,1 0-2 0,1 6 0 16,2-1-1-16,-3 3-1 0,3 0 0 16,0 2 0-16,0-3 0 0,-3 1-1 0,3-2 0 15,-1-5-1-15,-2-2-1 0,1-2-2 0,-1-6-2 16,-2-3-1-16,2-4 0 0,1-4-4 0,-2-7-18 15,1-4-45-15,-3-6-79 0,2-6-146 16,-3-4-269-16,0-3-321 0,-2-1-389 0,3-2-363 16,0 0-25-16,-2 0 684 0</inkml:trace>
  <inkml:trace contextRef="#ctx0" brushRef="#br0" timeOffset="83823.72">6688 14602 231 0,'15'25'925'0,"-2"7"526"16,1 2 84-16,-4 4-250 0,-2 3-477 15,-2 1-308-15,-1 2-172 0,-1-1-112 0,-2-1-91 16,1-5-53-16,0-4-36 0,1-6-20 0,0-5-10 16,0-5-6-16,0-8-7 0,1-6-27 0,-2-6-76 15,0-8-95-15,-1-8-170 0,-4-8-287 16,0-6-343-16,-1-4-375 0,-4-6-191 16,-3-3 200-16,-1 0 685 0</inkml:trace>
  <inkml:trace contextRef="#ctx0" brushRef="#br0" timeOffset="84015.76">6465 14071 269 0,'-10'-22'1071'0,"-1"8"497"16,3 6-72-16,0 4-291 0,-1 4-486 0,3 4-285 15,1 3-186-15,0 2-97 0,3 3-62 0,2 1-37 16,2 3-23-16,3 2-12 0,1 1-9 0,3 0-5 16,3 2-4-16,2 1-2 0,3 0-34 15,2 0-77-15,0 0-126 0,2 3-236 0,2-2-293 16,0 3-361-16,0 1-361 0,1-1-107 15,1 0 498-15,-4 3 708 0</inkml:trace>
  <inkml:trace contextRef="#ctx0" brushRef="#br0" timeOffset="84273.57">7133 14779 296 0,'20'2'626'0,"-3"-2"291"0,-3-4 164 15,-2-5-227-15,-2-2-228 0,-2-6-118 0,1-2-36 16,-4-5-30-16,0-2-64 0,0-4-58 0,-2-3-41 15,-3 0-44-15,-2-1-53 0,-1 4-48 0,-2-2-25 16,-3 4-15-16,-1 1-9 0,0 2-5 16,-1 4-6-16,-1 5-8 0,0 6-9 0,-3 5-11 15,1 7-12-15,0 8-12 0,-1 9-12 16,1 12-3-16,0 6-3 0,3 7 0 0,2 5-1 16,3 5 1-16,2 2-1 0,6 3-3 0,3-1-3 15,4 3-2-15,4-4-3 0,4-1-5 16,4-5-15-16,3-6-28 0,5-7-81 0,2-6-133 15,4-5-240-15,2-8-310 0,5-6-395 0,3-6-454 16,1-5-99-16,5-7 611 0,-1-5 770 16</inkml:trace>
  <inkml:trace contextRef="#ctx0" brushRef="#br0" timeOffset="85173.5">9006 14866 272 0,'1'2'746'0,"2"-2"356"0,-3 0 79 0,0 0-244 16,0 0-315-16,-3-2-168 0,3 2-110 16,0-3-60-16,0-1-40 0,0-3-36 15,0-4-8-15,0-8-38 0,0-1-39 0,0-8-22 16,3-5-18-16,-1-4-10 0,-1-5-24 0,4-4-14 16,-2-1-5-16,2-1-5 0,0 0 0 0,1 2 1 15,2 2-3-15,-2 7-2 0,-1 5 0 16,-2 4-2-16,2 7 2 0,-3 4 4 0,1 5 3 15,1 6 4-15,-1 4 2 0,2 10-4 16,2 8-5-16,1 7-5 0,2 10-6 0,-1 8-3 16,0 3-2-16,2 6-2 0,0 3 1 0,2 3 0 15,-1-1 4-15,1 0 1 0,1-1-2 0,-1-4 0 16,-2-7-1-16,3-4-3 0,-1-7-3 16,1-7-3-16,-3-6-1 0,3-5 0 0,-4-8 0 15,1-7 1-15,0-9 1 0,0-10 0 16,-3-9-1-16,1-7 0 0,-1-7-1 0,0-5-2 15,-1-3 0-15,2 1 1 0,-3 3 2 0,2 6 1 16,-3 3 0-16,-1 8 1 0,0 7 0 16,-1 1 2-16,0 8 0 0,0 4 0 0,-1 7 4 15,3 5 1-15,0 8 1 0,0 5 0 16,-1 7 0-16,2 7-1 0,-1 4-1 0,1 7-2 16,1-1-1-16,-1 5-3 0,0 2 0 0,1-3-2 15,-1-1-1-15,2-5 0 0,0-2-1 16,-2-7-2-16,1-5 1 0,-1-6-2 0,2-9 2 15,1-5 0-15,-1-9 2 0,0-10 0 16,0-11 0-16,3-10 0 0,-3-7-2 0,3-6-1 16,0-2 1-16,-1-1 0 0,2 3 1 0,-2 5 1 15,-1 3 0-15,-1 7 2 0,1 6-2 0,-4 7-1 16,0 4 1-16,-2 4 1 0,2 8 0 16,-2 5 0-16,2 6 1 0,-2 7-2 0,0 7 1 15,-1 6 0-15,-1 6-1 0,1 4 0 16,1 5 0-16,0 1 0 0,1 3 0 0,0 0-2 15,4 0-2-15,-2 0 0 0,2-1-6 0,2-4-14 16,2-3-37-16,-2-4-77 0,1-5-95 16,2-6-169-16,0-7-294 0,0-3-341 0,0-6-359 15,3-5-184-15,-2-7 182 0,3-4 674 16</inkml:trace>
  <inkml:trace contextRef="#ctx0" brushRef="#br0" timeOffset="85579.27">10297 14445 85 0,'0'-15'917'16,"-4"1"730"-16,-3 0-2 0,-3 5-329 0,-2 2-419 15,-2 1-357-15,-2 3-233 0,0 2-115 0,-1 1-60 16,-1 4-39-16,-1 5-26 0,2 4-21 16,-2 7-12-16,0 4-7 0,1 7-4 0,1 6-2 15,3 7-2-15,0 3-1 0,4 3-4 16,5 3-3-16,2-3-5 0,3-4-2 0,3-9-3 15,2-3-2-15,5-10-2 0,2-7 1 0,4-11-1 16,1-10 1-16,1-10-1 0,1-10-2 16,3-10-1-16,-3-7-2 0,0-7-1 0,0-3 1 15,0-1 1-15,-2 0 2 0,-4 6 3 0,-2 5 2 16,0 3 2-16,-3 10 2 0,-3 4 0 16,0 7 0-16,-2 2 0 0,-3 8 0 0,0 4-1 15,-2 9-1-15,1 2-2 0,-4 7 3 16,3 6-1-16,-1 4 1 0,0 6 1 0,0 2-1 15,1 5 0-15,2 3-1 0,3 1-1 0,1 4-2 16,2-2-1-16,2 0-2 0,4 3-9 16,1-3-19-16,4-4-36 0,1-4-82 0,2-4-140 15,2-6-264-15,1-3-318 0,5-3-392 0,1-6-429 16,2 0-46-16,1-4 676 0</inkml:trace>
  <inkml:trace contextRef="#ctx0" brushRef="#br0" timeOffset="86725.79">12603 14508 148 0,'-15'-14'617'0,"-2"1"392"16,2 3 174-16,-2-2-92 0,1 5-409 0,2 1-180 15,0 1-72-15,1 1-47 0,2 3-54 0,0 1-45 16,0 0-42-16,2 1-58 0,1 2-62 16,-3 0-46-16,4 1-27 0,-1 2-19 0,3 2-9 15,-2 2-7-15,4 0-5 0,1 0-1 0,2 4-3 16,2 3 0-16,4 2-1 0,0 4 2 16,7 3 0-16,3 2 0 0,1 3-5 0,5 2-3 15,3 0-2-15,4-1-3 0,1 4-3 0,1-4 6 16,1 1 7-16,0-1 5 0,-2-3 2 15,-2 3 1-15,-2-1 0 0,-2 1-5 0,-2 1 6 16,-5 1 3-16,-3 1 3 0,-3 0 4 16,-1 1 3-16,-6-1 2 0,-2 1-2 0,-2-4-3 15,-2 0-3-15,-2-4 2 0,-2-4 1 0,-1-4-4 16,-1-5-4-16,-2-6-3 0,-2-6-2 16,1-8-7-16,-3-7-4 0,1-9-4 0,0-11 2 15,1-7 1-15,2-8 2 0,5-6 1 16,5-3 1-16,2-3 1 0,6-1-1 0,3 3-2 15,5 3-1-15,3 3-2 0,0 4 0 0,5 6-1 16,-1 5 0-16,1 9 1 0,0 2 1 16,-1 7 0-16,1 5 2 0,-3 5 1 0,1 7 0 15,-2 6 1-15,-2 3 1 0,1 6 1 0,-2 3 0 16,-1 6-1-16,1 1 1 0,-4 4 0 16,3 3 0-16,-2-1-1 0,-1 3 0 0,3-2 0 15,-2 3 0-15,2-3-1 0,-4-3-1 0,6-2-1 16,-4-4-1-16,5-4 1 0,-2-4-1 15,2-6 0-15,0-3 3 0,2-7-1 0,-1-7 3 16,2-4 0-16,0-6-1 0,-2-5 1 0,2-6-3 16,-2-5 1-16,-2-3-1 0,-1-2-1 15,-3-2 2-15,0 0-1 0,-6 0 0 0,-1 1 0 16,-6 1 1-16,-4 1 1 0,-3 3-1 16,-5 3 2-16,-2 3 0 0,-3 5 1 0,0 3-2 15,-1 4-2-15,0 8 0 0,-1 7-1 0,2 8-1 16,1 5 0-16,0 10 1 0,1 8 2 15,2 9 0-15,2 7 1 0,-1 7 0 0,5 7 0 16,2 7-2-16,1 4-3 0,3 2 0 0,3 1 0 16,2-3 0-16,3-3 1 0,5-5 0 15,1-6-4-15,8-6-15 0,-2-9-48 0,5-7-77 16,1-9-112-16,1-9-193 0,0-7-304 0,1-8-348 16,-1-8-332-16,0-6-153 0,-4-5 329 15,0-6 688-15</inkml:trace>
  <inkml:trace contextRef="#ctx0" brushRef="#br0" timeOffset="87308.38">13746 14818 205 0,'-2'-22'816'0,"1"3"445"15,-1 6 105-15,0 1-161 0,1 5-397 0,-1 3-280 16,2 3-153-16,0 4-93 0,2 1-80 16,-1 6-56-16,4 1-53 0,0 2-35 0,4 3-20 15,1 3-10-15,1 3-7 0,1 0-5 0,1 2-2 16,1 1-3-16,1 3 0 0,0 0-2 0,0 0 0 15,0 1-3-15,-2 0-2 0,0-3-1 16,1-3-2-16,-3-2-1 0,1-5 0 0,-2-1 0 16,-2-2 1-16,1-6 0 0,-2-4 2 15,-1-4 0-15,-1-5 1 0,1-8 1 0,0-6 0 16,-1-5 0-16,-2-5-1 0,1-6 0 0,-3-3-1 16,-1-3-2-16,0-4-1 0,-1 1 0 0,-3-4 3 15,3 4 4-15,-2-1 5 0,1 6 4 0,-2 4 6 16,2 4 1-16,0 6 0 0,-1 6-3 0,2 3-4 15,-1 4-4-15,2 5-5 0,0 2-1 16,2 6-4-16,-1 6 0 0,1 2-2 0,1 5 1 16,1 4-1-16,1 2-1 0,2 1-1 15,1 3-3-15,0-3-3 0,2 3-8 0,0-3-9 16,1 5-12-16,0-3-18 0,2 2-21 0,-1 2-17 16,1 1-10-16,0 1-1 0,3-1 8 0,-2 3 18 15,2 0 25-15,2 1 23 0,-2 3 13 16,6-3 11-16,-1 0 1 0,3 0 0 0,1-4 2 15,0-4-1-15,2-3 3 0,2-6 1 16,-1-7 2-16,-1-6 1 0,0-6 2 0,2-7 0 16,-4-6-1-16,-2-5 2 0,-1-6 13 15,-4-4 23-15,-2-5 23 0,-4 1 19 0,-4-3 12 16,-4 2 10-16,-4 3 0 0,-4-1-12 0,-2 1-12 16,-4 0-11-16,-4 3-7 0,2 2-8 15,-6 4-8-15,2 1-8 0,-1 5-8 0,1 5-8 16,-3 7-7-16,3 3-6 0,-3 7-6 15,5 7-4-15,-2 5-3 0,4 4-2 0,-1 6-14 16,7 2-26-16,1 2-75 0,3 1-108 0,2 1-198 16,5 0-299-16,3-2-367 0,6-1-436 0,1-3-195 15,3-2 325-15,0-5 797 0</inkml:trace>
  <inkml:trace contextRef="#ctx0" brushRef="#br0" timeOffset="88292.37">14729 13857 47 0,'3'-17'362'16,"3"1"248"-16,-3 1 216 0,-1 0 42 16,1-1-196-16,-1 2-127 0,0 0-82 0,-1 3-48 15,-1-1 25-15,2 1 16 0,-1 4-36 0,-1 3-54 16,0 0-50-16,2 0-44 0,-2 3-73 0,0 0-70 16,0 2-46-16,0 4-26 0,0 2-17 15,-2 5-11-15,2 9-5 0,2 4-1 0,-2 11 3 16,3 5 3-16,0 9 1 0,3 6 0 15,-2 9-2-15,0 3-3 0,3 5-3 0,-1 4-2 16,1 0-5-16,2-2-3 0,-1-1-2 0,2-5-2 16,2-6-4-16,1-7-2 0,2-9-2 0,1-6-1 15,5-9 0-15,-2-11-1 0,5-9 2 16,-1-11 0-16,2-11 0 0,2-9 0 0,0-12 0 16,0-7-1-16,2-3 0 0,-1-6 1 15,1-1 1-15,-3 2 2 0,0 0-1 0,-6 8 1 16,-2 4-1-16,-3 6 0 0,-3 6-1 0,-4 5-1 15,-2 5 1-15,0 5-1 0,-3 7 0 16,-3 5-1-16,-2 5 0 0,-2 6-1 0,-2 7 0 16,-1 5 2-16,-1 5 0 0,0 2 1 0,1 7 0 15,-1 2 2-15,1 3 1 0,1 3-2 16,1 3 0-16,2-3-2 0,3 2-1 0,3-7-1 16,2-3-2-16,1-4 0 0,6-6-1 0,1-9-1 15,2-3-4-15,4-9-8 0,0-7-13 16,3-7-16-16,3-7-27 0,0-12-44 0,4-3-59 15,1-7-56-15,1-7-44 0,1-1-30 0,1 0-2 16,-3 0 46-16,2 5 81 0,-5 4 75 16,-3 5 47-16,-2 5 32 0,-2 6 35 0,-4 6 75 15,0 7 100-15,-5 7 71 0,2 7 26 0,-7 4-4 16,0 6-23-16,-1 6-58 0,-3 1-63 16,0 3-50-16,-1 3-29 0,2-2-17 0,0 0-12 15,0-2-7-15,0 1-7 0,2-6-4 16,2-2-2-16,-1-2-3 0,2-7 0 0,-2-5 0 15,2-3 0-15,0-7 0 0,0-7 0 0,-2-3 1 16,1-8 0-16,-4-5 1 0,-2-4 0 16,-1-6 0-16,-4-3 1 0,-3-5-2 0,-4-3 0 15,-3-3 5-15,-3-2 8 0,-1-1 7 16,1 2 8-16,-2 2 5 0,-2 4 4 0,2 5-3 16,0 5-7-16,0 8-6 0,3 5-8 0,-1 8-5 15,0 5-5-15,6 8-4 0,-1 7-2 0,2 4-3 16,3 5-1-16,4 1 0 0,1 6-5 15,2 0-11-15,4 0-16 0,-1 4-39 0,2-2-73 16,2 4-73-16,-2-4-118 0,0 4-179 16,1-1-308-16,1-1-298 0,2 1-202 0,-1-2-115 15,2-2 339-15,0-5 575 0</inkml:trace>
  <inkml:trace contextRef="#ctx0" brushRef="#br0" timeOffset="88567.57">16190 14402 160 0,'0'-6'805'0,"0"1"469"0,-2 5 63 16,2 6-100-16,2 3-377 0,1 6-322 16,0 3-163-16,2 4-87 0,2 6-58 0,2 3-70 15,0 7-58-15,3 3-34 0,-2 6-23 16,3 3-15-16,-2 3-12 0,2 2-9 0,-2-1-8 15,1-4-10-15,0 0-26 0,-4-4-75 0,0-3-86 16,-2-5-176-16,-2-3-286 0,-4-8-334 16,0-3-373-16,-4-8-205 0,-4-5 164 0,-2-7 714 15</inkml:trace>
  <inkml:trace contextRef="#ctx0" brushRef="#br0" timeOffset="88740.15">16146 14274 675 0,'-2'-41'1639'0,"-3"8"114"16,-1 6-345-16,-2 7-346 0,-3 7-480 0,2 4-279 16,-1 5-124-16,-1 5-60 0,2 5-39 0,0 5-27 15,2 1-20-15,2 3-15 0,4 2-9 0,4 2-6 16,4 3-3-16,1 2-4 0,4 3-4 16,3 1-17-16,0 2-33 0,3-3-84 0,-2 3-127 15,3-4-250-15,3 3-312 0,-1-3-384 16,1 2-418-16,0-1-79 0,-1 0 580 0</inkml:trace>
  <inkml:trace contextRef="#ctx0" brushRef="#br0" timeOffset="88907.07">16680 14811 343 0,'10'25'1457'0,"-6"5"396"0,3 5-327 16,-4 1-377-16,1 3-425 0,1 1-363 0,0 3-167 15,-2 3-75-15,2 1-38 0,1-4-27 16,-1 0-23-16,4-4-14 0,-1-6-21 0,1-5-30 15,-2-6-77-15,-1-8-99 0,1-4-203 0,-1-9-294 16,-1-5-361-16,4-6-429 0,-4-9-221 16,0-4 275-16,-3-8 835 0</inkml:trace>
  <inkml:trace contextRef="#ctx0" brushRef="#br0" timeOffset="89059.11">16759 14236 86 0,'-11'-59'1118'0,"-3"13"739"16,0 10-178-16,-4 9-409 0,2 9-374 0,-2 7-469 15,3 6-209-15,0 6-99 0,0 5-49 0,4 3-27 16,3 5-20-16,3 0-12 0,5 3-9 16,4 4-20-16,1 0-44 0,4 1-88 0,0 3-174 15,4-3-267-15,-1 4-331 0,3-2-413 0,1 0-386 16,1 1 60-16,4-3 822 0</inkml:trace>
  <inkml:trace contextRef="#ctx0" brushRef="#br0" timeOffset="89559.98">18437 15031 299 0,'-4'-16'942'0,"-2"0"435"0,3 4-28 0,0 5-166 16,1 4-470-16,-1 6-247 0,3 8-135 0,0 4-95 16,0 6-48-16,3 6-53 0,1 6-42 15,0 4-25-15,4 4-14 0,2 3-11 0,1 3-11 16,4-1-7-16,2-5-9 0,0-3-7 15,5-7-5-15,0-10-3 0,3-7-1 0,1-13-1 16,0-10 1-16,0-12-1 0,-1-10 1 16,1-11 1-16,-1-7 2 0,-3-6 0 0,-3-2 1 15,-3 2 2-15,-8-1 3 0,-4 2 1 0,-5 5 2 16,-4 2 3-16,-5 5 4 0,-5 7 5 0,-3 3-1 16,-2 7-1-16,-4 8-2 0,-3 6-3 15,0 8-5-15,-3 9-6 0,-2 7-4 0,2 10-3 16,2 6-1-16,1 5-1 0,3 5-2 15,4 3 0-15,6 3 0 0,2 0-3 0,6 2-10 16,3-1-18-16,3-1-50 0,5-1-72 0,3 1-123 16,3-4-229-16,3-7-302 0,7-4-351 0,2-9-318 15,4-9-116-15,3-9 454 0,3-9 711 16</inkml:trace>
  <inkml:trace contextRef="#ctx0" brushRef="#br0" timeOffset="89889.72">19047 14781 21 0,'17'-52'875'0,"-7"3"838"15,-4 9 11-15,-6 7-365 0,-4 7-411 0,-3 10-399 16,-1 7-258-16,-1 7-119 0,-4 10-58 16,2 7-36-16,-3 9-23 0,1 8-18 0,0 6-14 15,1 6-8-15,1 5-7 0,4 3-4 16,1 4-3-16,3 1-4 0,6 0 0 0,3-2-1 16,2-2-1-16,4-10-3 0,3-6-5 0,4-13-7 15,2-11-10-15,2-13-10 0,3-13-12 16,-4-13-13-16,3-12-6 0,1-9-1 0,-3-9 7 15,-4-7 9-15,-1-4 12 0,-6-5 16 0,-1-2 13 16,-4-1 13-16,-7 0 8 0,-2-2 15 0,-3 2 19 16,-4 5 20-16,3 8 16 0,-6 7 9 15,2 11-1-15,0 11-11 0,0 10-14 0,-2 12-16 16,4 11-17-16,0 11-12 0,0 13-8 0,0 12-5 16,4 7 0-16,0 10-1 0,4 8-1 15,0 11 0-15,4 7-1 0,-1 10-9 0,3 9-25 16,-5 2-58-16,2 3-92 0,-1 3-215 0,1-3-285 15,2-5-355-15,3-6-435 0,0-11-314 16,0-11 240-16,1-7 937 0</inkml:trace>
  <inkml:trace contextRef="#ctx0" brushRef="#br0" timeOffset="90723.26">20921 14923 32 0,'-2'-22'531'0,"-3"5"456"15,2 4 219-15,-2 5-62 0,0 7-337 16,2 4-293-16,3 7-82 0,2 5-53 0,3 6-44 15,1 6-37-15,5 5-32 0,2 4-56 16,3 5-70-16,3 3-46 0,3 1-23 0,-1 5-13 16,-1 1-11-16,2 3-7 0,-1 3-9 0,-1 1-7 15,-3 4-7-15,-1-1-7 0,-2 1-5 16,-2-1-4-16,-4-4-2 0,-2-4 0 0,2-5 0 16,-4-4 1-16,-2-11 1 0,0-2-1 0,-4-9 1 15,0-8-1-15,-4-8-1 0,-2-8 1 16,-3-8 0-16,2-9 1 0,-5-11 1 0,-1-8-1 15,0-11-1-15,-2-7 0 0,2-9-3 16,-1-8-2-16,-1-8 2 0,2-7 0 0,1-3 2 16,6-5 1-16,3 2 1 0,7 3 1 0,4 5-2 15,3 8-1-15,4 11 0 0,4 6-1 0,1 10 0 16,3 8 1-16,0 7 0 0,2 8 1 16,1 9 0-16,-2 7 2 0,2 7 1 0,-1 10 0 15,-1 6 2-15,-1 5 2 0,-2 7 0 16,1 5 0-16,-5 4 0 0,1 2 0 0,-4 5 0 15,-2 2-1-15,1-1 1 0,-5 2-1 0,1 0-1 16,-4-3 0-16,0 0-2 0,0-4-1 16,0-5-2-16,-1-4 0 0,-2-5-1 0,1-3 1 15,-1-7 0-15,-1-6 0 0,1-7 1 0,-2-8 1 16,-1-7 0-16,0-7 0 0,2-7 0 0,-1-8-1 16,0-4 0-16,1-9-1 0,1-1-2 15,-2 2 0-15,4-2 0 0,-2 1-1 0,3 9 0 16,0 6 1-16,0 7-1 0,2 4 1 15,-1 8 1-15,1 8 1 0,-2 5 1 16,2 5 1-16,0 5 1 0,3 4-2 0,-5 6 1 16,2 0-2-16,-1 6-1 0,1 0-1 0,0 3-1 15,3 0-1-15,-2 1-6 0,-1 2-14 0,-2 0-35 16,4 0-75-16,-6 2-81 0,2-4-160 16,-1 2-272-16,1-4-327 0,0 1-339 0,0-5-199 15,0-2 66-15,1-6 630 0</inkml:trace>
  <inkml:trace contextRef="#ctx0" brushRef="#br0" timeOffset="90989.66">21806 14812 466 0,'8'14'1007'0,"0"3"271"16,-4 3 7-16,1 4-194 0,0 2-384 0,0 4-224 15,0-1-123-15,1 3-75 0,-2-3-77 0,3-3-84 16,1 0-54-16,3-6-30 0,0-5-16 15,3-5-6-15,0-6-1 0,2-6-2 16,2-8 1-16,-2-4 3 0,1-7 4 0,-3-7 2 16,0-1 3-16,-4-4 4 0,-4-3 2 0,-1-2-1 15,-5 2-4-15,-8-2-6 0,-1 1-6 0,-9 2-6 16,1-3-8-16,-9 1-4 0,1 3-3 16,-2 3-5-16,2 1-15 0,-5 4-38 0,3 9-78 15,0 5-129-15,0 3-250 0,2 7-308 0,3 4-374 16,1 7-378-16,4-1-92 0,1 1 569 15</inkml:trace>
  <inkml:trace contextRef="#ctx0" brushRef="#br0" timeOffset="91339.5">22179 14228 247 0,'-8'-29'911'0,"-3"2"536"16,-1 0 67-16,0 1-230 0,2 2-478 16,0 6-292-16,0 2-151 0,2 4-119 0,-1 3-86 15,1 3-53-15,0 5-39 0,2 2-23 16,-2 4-16-16,3 0-10 0,1 3-4 0,-1 1-5 15,1 0-2-15,0 1-2 0,-1-1 0 0,1 0-1 16,-1 1 0-16,-2-2 0 0,2 0-2 0,-4-1 1 16,3 2-2-16,-2-2-1 0,1-1-2 15,1 2-2-15,0 2-1 0,1-2-12 0,4 3-25 16,1 1-74-16,0 1-96 0,3-1-187 16,0 2-290-16,5-3-345 0,0 3-399 0,1-2-207 15,4 0 227-15,-2 0 757 0</inkml:trace>
  <inkml:trace contextRef="#ctx0" brushRef="#br0" timeOffset="92074.44">22380 13890 198 0,'13'-17'777'0,"-5"8"397"0,-2 4 65 15,0 10-74-15,-3 4-372 0,2 9-244 0,2 7-135 16,-3 8-77-16,2 8-59 0,1 6-65 0,-2 5-80 16,1 6-46-16,0 6-25 0,2 5-15 15,-3 6-10-15,0 3-10 0,1 5-5 0,-3 3-6 16,4 1-7-16,-1-3-4 0,2-5-3 0,1-10-2 15,5-11-1-15,1-10-1 0,3-9 1 16,0-12 1-16,3-11 0 0,-3-9 2 0,2-8 0 16,-3-9 1-16,-3-10-1 0,2-7 1 15,-5-9 0-15,-1-3 0 0,-3-4 0 0,-4-2 3 16,-3-1 3-16,-3 3 0 0,-4 3 2 0,-5 1 1 16,0 3 2-16,-6 3 0 0,1 6 3 15,-4 5 0-15,3 6-1 0,-2 7 1 0,1 6-3 16,1 8-4-16,2 6-3 0,-2 6-2 0,6 6-2 15,0 4-1-15,3 5-1 0,3 2-1 16,3 2-2-16,-1 4 0 0,4 2-1 0,4 0 0 16,-1 2-2-16,3-1-7 0,3-1-21 0,-1-2-62 15,4-5-80-15,-3-3-150 0,7-9-264 0,-2-3-322 16,5-8-381-16,1-6-282 0,0-9 1 16,2-7 647-16</inkml:trace>
  <inkml:trace contextRef="#ctx0" brushRef="#br0" timeOffset="92559.64">23049 14035 39 0,'4'-63'639'0,"0"9"654"0,-8 13 237 15,-2 5-165-15,0 13-380 0,-4 7-396 0,2 5-189 16,-2 11-137-16,-2 7-77 0,3 7-53 16,-4 7-33-16,5 5-24 0,2 8-16 0,-2 6-11 15,5 7-7-15,0 4-4 0,0 7-1 0,-1 6-4 16,1 5 0-16,0 4-2 0,-2 3-5 15,2 2-6-15,-1 0-5 0,2-1-3 0,1-5-4 16,4-9-4-16,3-9-3 0,3-9 0 0,3-12-2 16,5-11 1-16,0-10-1 0,4-12 0 15,4-10 0-15,2-11-1 0,1-10-1 0,4-7-1 16,-1-6 0-16,3-1 1 0,-4-3 0 0,-2 3 2 16,-1 5 0-16,-5 5 2 0,-3 5 0 15,-3 8-1-15,-3 5 1 0,-4 9-1 0,-2 5 2 16,-1 7 0-16,-5 7 1 0,-1 5 2 0,0 6 1 15,-1 5 1-15,-4 5 0 0,4 2 0 16,-1 4-1-16,1 3-2 0,-3 6-1 0,4 0-3 16,0 4 0-16,0 1-3 0,4-1 0 15,0 1-1-15,2-4-3 0,2-1-8 0,2-6-14 16,2-7-19-16,1-6-36 0,4-3-71 0,-1-7-75 16,3-4-96-16,0-7-136 0,0-6-171 0,2-2-172 15,-5-4-101-15,2-2-72 0,0-2 91 16,-1-1 298-16,-1 2 360 0,0 0 333 0,-5 2 312 15,2 5 217-15,-5-1 52 0,-2 5-64 16,-1 3-109-16,-2 2-121 0,-1 3-120 0,-2 3-96 16,0 1-71-16,-2 2-50 0,0-3-86 0,-1 3-178 15,2-3-305-15,-3-1-263 0,4-4-262 0,0-3-210 16,2-6 137-16,0-8 530 0</inkml:trace>
  <inkml:trace contextRef="#ctx0" brushRef="#br0" timeOffset="92739.2">23823 14086 692 0,'-2'-62'1670'0,"-5"15"93"16,-6 11-380-16,-4 10-355 0,-2 8-476 15,-3 8-285-15,-2 7-127 0,2 4-58 16,1 5-31-16,3 5-20 0,2 2-14 0,5 0-11 16,8 4-16-16,3 2-53 0,4-2-85 0,6 4-186 15,-1 4-268-15,4 0-327 0,1 1-414 0,-1 4-355 16,-2-1 89-16,-2 6 831 0</inkml:trace>
  <inkml:trace contextRef="#ctx0" brushRef="#br0" timeOffset="93256.54">24235 15372 47 0,'17'-23'1122'0,"-3"3"830"0,-4 0-204 16,-5 2-454-16,-5 7-362 0,-3 1-495 0,-1 5-208 15,-1 2-96-15,-3 3-45 0,-1 3-26 16,0 3-19-16,-3 0-15 0,2 4-14 0,0 0-7 16,0 2-6-16,2-2-9 0,2 4-17 0,2-2-29 15,0-2-68-15,3-1-104 0,1 0-217 16,1-3-298-16,3 0-366 0,0 0-441 0,1-1-226 15,-4-2 330-15,-1 3 878 0</inkml:trace>
  <inkml:trace contextRef="#ctx0" brushRef="#br0" timeOffset="180608.48">28638 761 45 0,'2'-4'509'0,"-1"-1"435"16,-2 1 258-16,-4-2-12 0,1 0-283 0,-3 0-231 15,1-1-165-15,-2 1-114 0,-1-2-82 16,-4 1-65-16,0-3-80 0,-3 4-55 0,0-4-33 16,-3 3-16-16,2-1-12 0,-5 0-6 0,1 1-6 15,0 3-7-15,-2 0-5 0,-2 2-7 16,-1 0-4-16,0 2-5 0,-1 4-3 0,1 0-3 16,2 0-2-16,1 3-1 0,2 0-2 15,5 2-1-15,1-1 0 0,2 2-2 0,2 2 1 16,-2 2-1-16,4 0 0 0,1 3 1 15,-2 1 0-15,6-2 1 0,-3 1 0 0,2-1 1 16,4 0-1-16,-4 1 0 0,2-3 0 0,2 1-1 16,-3 1 1-16,4 1 1 0,-1-2 3 0,-1 6 2 15,2-2 3-15,0 2 1 0,0 4 3 0,0 0 2 16,2 4-1-16,-1-1-1 0,1 3 0 0,0 1-1 16,-1 1-2-16,2 1 0 0,-1-1-2 0,1 3 3 15,-2-1 3-15,-1-1 3 0,4 3 0 0,-4 0 1 16,0 1-5-16,1-1-3 0,-1 1-5 15,0 0-4-15,2 3-1 0,-2-1-2 0,0 0 2 16,0 3 1-16,0-3 1 0,0-1-1 0,0 0 0 16,0-3 3-16,0 0 3 0,0-1 0 0,1 1 0 15,-1-4-1-15,0 0 0 0,0 1-4 0,0-1-1 16,0-2-1-16,-1 0 3 0,1 1 0 16,-2-1 1-16,2 1 1 0,0-2-1 0,-1 0-1 15,1 2-1-15,-2-1 0 0,0 2-2 0,1-2 0 16,-1 1 0-16,1 1 0 0,-4-2-1 15,4 2 1-15,-1-3 0 0,0 1-1 0,1-1-1 16,-1-1 1-16,1 1-1 0,-3-2 0 0,3 1-1 16,-2-1 1-16,3 0-1 0,-4 1 0 0,3-3 0 15,-1 0-1-15,1 1 1 0,1-1 1 0,0-2 0 16,0 0 0-16,1-1 0 0,2 0 1 0,1-2 0 16,-1-3 0-16,2 0-1 0,-1 0 1 15,4-3-1-15,-2 0 1 0,2-2 0 16,0-1-1-16,3-1 0 0,-1 0 1 0,0-3-1 15,2-2 0-15,-1 1 1 0,0 1 1 0,2-3 3 16,0 2 1-16,0-4 2 0,0 0 1 0,1 2 1 16,1-2-2-16,-2 1-1 0,4 1-2 0,-3-1-1 15,3-2 0-15,2 1-4 0,-1-2 0 16,2 0 0-16,1 0 0 0,0-2 0 16,2 1 0-16,1-2 0 0,-2 1 0 0,4 0 0 15,0-2 0-15,1 2 0 0,0-3 0 0,1 3 0 16,1-1 0-16,-1 0 0 0,1 0 0 0,-4 2 0 15,5-1 0-15,0 2 0 0,0 0 0 16,0 0 0-16,4 0 0 0,2 0 0 0,-2 2 0 16,3-2 0-16,-1 1 0 0,4 1 0 15,2-1 0-15,0-1 0 0,-3 1 0 0,5 1 0 16,-2 1 0-16,2-3 0 0,-1 0 0 0,-1 2 0 16,4 0 0-16,-3 1 0 0,2-2 0 15,-3 0 0-15,1 0 0 0,1 2 0 0,-3-3 0 16,1 0 0-16,-2 2 0 0,0 0 0 15,-1 1 0-15,0 0 0 0,-2 1 0 0,-2 1 0 16,0 1 0-16,-2 0 0 0,0 1 0 0,-1 2 0 16,-1 0 0-16,1-1 0 0,2 0 0 0,0 2 0 15,-1-1 0-15,3 0 0 0,1-2 0 0,1-1 0 16,3-1 0-16,-2-1 0 0,3 1 0 16,1-4 0-16,0 2 0 0,3-3 0 0,-2 0 0 15,1 0 0-15,1 0 0 0,0 0 0 0,-1 0 0 16,0 0 0-16,-1 1 0 0,0 4 0 0,2-3 0 15,-3 0 0-15,2 3 0 0,-2 1 0 16,0 2 0-16,-1-1 0 0,0-1 0 0,-3 2 0 16,4-1 0-16,-4-1 0 0,0 0 0 0,1-1 0 15,-2 1 0-15,-1-3 0 0,-2 2 0 0,0-3 0 16,-4 2 0-16,1 2 0 0,-2-2 0 0,-3 0 0 16,-1 1 0-16,1 1 0 0,-2 0 0 0,-4-2 0 15,1 4 0-15,0-2 0 0,-2 0 0 16,0-1 0-16,0 4 0 0,-3-3 0 0,3 0 0 15,-4-2 0-15,1 0 0 0,2-1 0 0,-5 0 0 16,5-1 0-16,-3-1 0 0,0 1 0 0,0-2 0 16,-1 0 0-16,0 0 0 0,-1-2 0 0,0 1 0 15,2 1 0-15,-2-2 0 0,2 1 0 16,-2-1 0-16,3-1 0 0,0 2 0 0,1-1 0 16,0 2 0-16,2-1 0 0,-1 1 0 0,1 0 0 15,0 0 0-15,0 0 0 0,1 0 0 0,0 0 0 16,0 0 0-16,-1 0 0 0,2 1 0 0,0-1 0 15,-3 0 0-15,3 2 0 0,0-2 0 16,-3 0 0-16,5 0 0 0,0 0 0 0,1 0 0 16,-3-2 0-16,5 2 0 0,-2-1 0 0,4 1 0 15,-2-2 0-15,1 1 0 0,0 0 0 0,1-1 0 16,-1 0 0-16,-1 0 0 0,-1-2 0 0,-3 2 0 16,3-3 0-16,-4 1 0 0,-2 0 0 0,1 0 0 15,-4-1 0-15,-1-1 0 0,0 1 0 0,-5 0 0 16,2 1 0-16,-3-3 0 0,2 1 0 0,-3 0 0 15,0 0 0-15,1 0 0 0,-2-1 0 0,3 0 0 16,-5 0 0-16,4 0 0 0,0-1 0 0,-1 1 0 16,-1-1 0-16,0-1 0 0,1 2 0 0,-1-2 0 15,2 1 0-15,-2-2 0 0,1-1 0 0,0 1 0 16,3-5 0-16,0-1 0 0,-1 0 0 16,5 0 0-16,-3-2 0 0,4 1 0 0,-1-2 0 15,3-1 0-15,-2 1 0 0,5-2 0 0,0-2 0 16,4-1 0-16,-2-1 0 0,1-4 0 15,2 1 0-15,-4-3 0 0,4-3 0 0,-3-1 0 16,2-2 0-16,-3-1 0 0,-1-5 0 0,-4 3 0 16,-1-5 0-16,-4 1 0 0,-2-1 0 0,-11 1 0 15,0 0 0-15,0 0 0 0,0 2 0 16,0 2 0-16,0 1 0 0,0 1 0 0,0 3 0 16,0 3 0-16,-4 0 0 0,-3 3 0 0,-1 0 0 15,1-1 0-15,2 1 0 0,1 1 0 0,-1-2 0 16,2 0 0-16,0-2 0 0,1 1 0 15,-1-5 0-15,2 1 0 0,-4-1 0 0,1 0 0 16,0 0 0-16,-2 0 0 0,-1 1 0 0,1 1 0 16,-2 1 0-16,-1 1 0 0,-1 4 0 0,2-2 0 15,-3 3 0-15,2 0 0 0,1 2 0 0,-2 0 0 16,1 2 0-16,2 0 0 0,-1 0 0 16,2-1 0-16,-3 3 0 0,2 0 0 0,-1-4 0 15,2 4 0-15,-3 0 0 0,1-2 0 0,1 1 0 16,-2 1 0-16,1 0 0 0,0 2 0 0,-2-2 0 0,1 0 0 15,1 1 0-15,-1-1 0 0,1 2 0 16,-3-3 0-16,3 3 0 0,-2 0 0 0,-1 0 0 16,3-1 0-16,0 2 0 0,0 0 0 0,-1 0 0 15,3 4 0-15,-1-1 0 0,2 3 0 0,1-2 0 16,-2 3 0-16,-1-3 0 0,3 3 0 0,-1-2 0 0,0 1 0 16,2-2 0-16,-3 5 0 0,-1-1 0 15,2 0 0-15,-1 0 0 0,0 2 0 0,-3-2 0 16,2 3 0-16,-3 0 0 0,1 1 0 0,3 0 0 15,-4 0 0-15,1 0 0 0,-1 1 0 0,2 1 0 16,-1-1 0-16,0-1 0 0,-1 1 0 0,0-1 0 16,1 2 0-16,-4-2 0 0,4 2 0 15,-5-2 0-15,3 0 0 0,-1 0 0 0,-3 0 0 16,2 1 0-16,-3-1 0 0,0 2 0 0,-3-3 0 16,3 3 0-16,-4-1 0 0,0 1 0 0,-1 0 0 15,-1-1 0-15,0 2 0 0,0-1 0 16,1-1 0-16,-3 0 0 0,2 3 0 0,1-3 0 15,-1 1 0-15,0 0 0 0,0-1 0 0,1-1 0 16,-1 0 0-16,1-1 0 0,0 4 0 0,-1-6 0 16,-2 3 0-16,0 2 0 0,2-2 0 15,-2 0 0-15,1 0 0 0,-2 1 0 0,-2 0 0 16,3-1 0-16,-3 3 0 0,-2-2 0 0,1 1 0 16,-1 2 0-16,1 0 0 0,0-1 0 15,1 2 0-15,-3 1 0 0,1-1 0 0,-1 0 0 16,3-2 0-16,-1 1 0 0,-1 2 0 0,1 0 0 15,1-2 0-15,2 0 0 0,0 0 0 16,-1 0 0-16,5 0 0 0,-1 1 0 0,0 0 0 16,2-1 0-16,-1 1 0 0,1-1 0 0,2 2 0 15,-1-1 0-15,3-1 0 0,-1 2 0 16,3-1 0-16,0-1 0 0,-1 0 0 0,1 2 0 16,1-3 0-16,-1 2 0 0,3 0 0 15,-2-1 0-15,-1 1 0 0,1-1 0 0,0 0 0 16,0 2 0-16,-1-2 0 0,-1 2 0 0,0 0 0 15,-1 0 0-15,-3 0 0 0,1 0 0 16,-1 0 0-16,-1 2 0 0,1-2 0 0,-2 0 0 16,1 1 0-16,-1-1 0 0,1 1 0 0,-2-1 0 15,1 0 0-15,-1 2 0 0,0-1 0 16,-1 1 0-16,1-1 0 0,0 0 0 0,-1 2 0 16,2-1 0-16,-1 1 0 0,0-1 0 15,1 1 0-15,1-2 0 0,-2 2 0 0,-2 0 0 16,3 0 0-16,-3-2 0 0,1 3 0 0,-1-4 0 15,3 5 0-15,-2-3 0 0,1-1 0 16,1 2 0-16,-3-3 0 0,2 2 0 0,0-2 0 16,1 0 0-16,-1 0 0 0,0 0 0 0,2-2 0 15,-2 2 0-15,-2-3 0 0,0 2 0 0,2-1 0 16,-3-1 0-16,-1 1 0 0,1 2 0 16,2-2 0-16,-3 2 0 0,1 0 0 0,0 0 0 15,-2 2 0-15,2-2 0 0,-1 0 0 16,4 5 0-16,-3-4 0 0,3 0 0 0,1 0 0 15,0 2 0-15,-1-3 0 0,3 0 0 16,-1 2 0-16,-1 0 0 0,4-2 0 0,-2 0 0 16,-2 0 0-16,4 3 0 0,-5-3 0 0,1 0 0 15,2 1 0-15,-1 1 0 0,-1-1 0 16,0-1 0-16,3 2 0 0,-4-1 0 0,2-1 0 16,0 2 0-16,1-2 0 0,-2 0 0 15,3 0 0-15,-2 0 0 0,0-2 0 0,-1 2 0 16,4-3 0-16,0 2 0 0,-3-1 0 15,2-2 0-15,-1 4 0 0,-1-4 0 0,0 4 0 16,0-3 0-16,-1 3 0 0,-1 0 0 16,0 3 0-16,1-3 0 0,1 4 0 0,-1-1 0 15,3-2 0-15,1 4 0 0,3-2 0 16,-2 2 0-16,2-1 0 0,1 0 0 0,2-1 0 16,0 0 0-16,0 1 0 0,2 0 0 15,1-3 0-15,-3 2 0 0,3-1 0 0,-4-1 0 16,2 1 0-16,-1-2 0 0,-1 0 0 15,0 0 0-15,-1 0 0 0,-1-2 0 16,0 2 0-16,-2 0 0 0,2 0 0 0,-2 0 0 16,2 0 0-16,0 2 0 0,1-1 0 0,-2-1 0 15,3 1 0-15,1 1 0 0,-3 0 0 16,2 0 0-16,3 0 0 0,-3 0 0 0,3-2 0 16,0 0 0-16,-3 2 0 0,0 1 0 0,1-2 0 15,-5 0 0-15,2-1 0 16,-5 1 0-16,-1 2 0 0,-3 1 0 0,-4-1 0 15,-1 1 0-15,-4 1 0 0,-1 1 0 0,-2 1 0 16,-1-1 0-16,3 2 0 0,0-4 0 16,1 2 0-16,4-1 0 0,1-1 0 0,3-2 0 15,0 3-3-15,1-3-39 0,1-2-17 0,1 1-20 16,0-1-25-16,4 3-52 0,3-3-66 16,1 0-133-16,2 0-248 0,6-3-297 15,5 3-357-15,4-1-293 0,0 0-55 0,6-5 633 16</inkml:trace>
  <inkml:trace contextRef="#ctx0" brushRef="#br0" timeOffset="181607.37">29000 1398 37 0,'1'4'584'15,"-1"-1"499"-15,-1-1 213 0,-1 1-33 0,1-3-274 16,-4 1-340-16,2-1-193 0,-2-1-108 0,1-1-68 15,-1-1-70-15,-2 0-71 0,0-1-41 16,0 0-22-16,-1-2-12 0,0 0-9 0,-1-1-6 16,-1 3-7-16,2-3-3 0,-2 1-5 0,0 0-7 15,-1 0-1-15,-2 2-4 0,2 0-2 0,-2 1-6 16,-1 0-2-16,1 3-3 0,-4 0-4 0,1 3-3 16,-1 1-1-16,-2 3-2 0,2 4 1 0,-4 3-1 15,2 4 4-15,-1 1 3 0,1 5 1 0,-1 2 2 16,2 4 1-16,2 3 0 0,-2 1-4 0,1 2-2 15,4 3-2-15,1 2 0 0,1 2-1 0,4 0 0 16,1 1 0-16,3 0-1 0,1 0 1 16,2 0-2-16,2 0 0 0,3-1-2 0,-1-2 0 15,5-2 0-15,0 0-1 0,0-5 1 0,6 0 0 16,0-5 2-16,1-2 1 0,5-2 0 0,1-5 1 16,1-2 0-16,1-3-1 0,6-4-1 15,1-4 0-15,2-2-1 0,3-5 1 0,-1-5-2 16,-1-1 1-16,3-3 0 0,-1-4 1 0,1-4 0 15,0-1-1-15,-3 0 2 0,-1-3 1 16,-5 2 0-16,-4 0 1 0,-2-4 0 0,-1 4 1 16,-5 2 1-16,-6-3-1 0,0 1 1 0,-7 2 0 15,-1-1-2-15,-4 1 2 0,-4-2 1 0,-2 1-1 16,-4 2 2-16,-1-1 3 0,-4 0 4 0,-1 4 3 16,-3-2-2-16,0 3-2 0,0 0 0 0,-1 3-3 15,-4 2-1-15,4 0-5 0,1 3 3 16,1 1 0-16,1 2-2 0,2 2 0 0,0 1-3 15,0-1 0-15,3 3-1 0,3 0-1 0,0-1 0 16,2 0-2-16,2 0 1 0,3-2-1 0,-1 1 1 16,2-1-2-16,-1 1 0 0,2-2 1 0,2 1-1 15,0-1 0-15,2 1 0 0,0-1-3 0,1 2-8 16,0 0-15-16,4-2-22 0,-2 0-34 16,-1 0-79-16,2 0-97 0,2-4-180 0,0 3-285 15,0 0-331-15,5-1-373 0,-4 1-182 0,3 1 210 16,-2 1 733-16</inkml:trace>
  <inkml:trace contextRef="#ctx0" brushRef="#br0" timeOffset="181995.67">29256 2317 184 0,'7'0'797'0,"-4"-3"426"0,2-3 86 15,4-4-98-15,-1-4-370 0,3-6-282 0,1-2-149 16,1-3-84-16,3-7-71 0,-2-1-73 0,3-5-68 16,0-2-41-16,0-3-22 0,-1-4-15 0,-1-2 2 15,1-1 0-15,0-2 1 0,-5 1-1 0,2 1 1 16,-4 2-6-16,-1 3-9 0,-1 5-8 16,-1 2-5-16,-2 7-5 0,1 3-8 0,-2 8 1 15,-1 2-1-15,0 4 0 0,-1 3-1 0,3 4-1 0,-1 2 1 16,3 5 1-16,0 4 0 0,1 3 6 0,-1 5 3 15,0 5 3-15,5 2 1 0,-1 6-3 16,-2 3-3-16,1 3-5 0,1 6-2 0,-4 1-2 16,0 5-2-16,0 0 3 0,1 3 2 0,-4 1 1 15,2-1 4-15,-4-1 1 0,3 0 1 0,0-3-1 16,0 0-1-16,2-4-1 0,-3-4-4 0,0-1-5 16,0-5-11-16,0 0-18 0,1-6-34 15,-3-3-69-15,3-2-76 0,-4-5-134 0,0-3-214 16,0-4-311-16,-2-2-322 0,0-1-226 0,1-4-80 15,-3-2 449-15,0-5 620 0</inkml:trace>
  <inkml:trace contextRef="#ctx0" brushRef="#br0" timeOffset="182208.4">29389 1952 124 0,'-5'0'727'16,"4"2"448"-16,-1 1 86 0,1 0-154 15,4 0-368-15,3-2-292 0,5 4-127 0,3-3-51 0,7 1-32 16,1-2-30-16,8-1-45 0,0-1-48 16,5-2-35-16,-1 3-34 0,1-2-19 0,2-3-7 15,-1 4-4-15,-1-2-15 0,0 0-79 0,-2 0-89 16,-4 1-179-16,-4 1-286 0,-3 0-313 0,-3 1-366 16,-8 2-195-16,-5 2 183 0,-2 0 679 15</inkml:trace>
  <inkml:trace contextRef="#ctx0" brushRef="#br0" timeOffset="182747.3">30069 1587 134 0,'3'-8'720'0,"2"2"460"0,-5 0 96 16,1 3-146-16,1 0-399 0,-1 2-255 15,1 2-105-15,1 2-60 0,0 4-33 0,1 4-23 16,-3 6-30-16,3 3-47 0,-1 5-46 0,-2 5-25 15,2 3-18-15,-1 6-13 0,-4 7-12 0,-1 4-14 16,2-1-11-16,-4 4-12 0,2 1-10 0,-1-2-8 16,0 0-3-16,0-2-3 0,3-6-2 0,1-1 0 15,1-4 0-15,4-4-1 0,3-7 0 0,0-4 0 16,5-7 0-16,1-5 0 0,3-6 2 0,4-8-1 16,0-4 1-16,4-6-1 0,0-4 1 0,2-4 1 15,0-7 0-15,-2-1 2 0,4-4-1 0,-6-2 1 16,3-4-5-16,-1-1-3 0,-4-5-2 0,-1 1-2 15,-1-3-1-15,-1-3 5 0,-5 2 5 0,0-1 2 16,0 0 2-16,-5 3 0 0,-2 2 1 0,1 6-4 16,-4 4-1-16,-2 6-1 0,4 5 0 0,-4 4-1 15,-1 4-3-15,0 5 0 0,-1 3 0 0,-4 5-2 16,4 4 0-16,-6 3 1 0,-1 6 1 0,2 3 1 16,-6 2-2-16,2 3-8 0,-1 3-16 0,-2 1-20 15,4 0-39-15,-4 3-75 0,2 0-97 16,1-3-176-16,1 1-283 0,4-2-325 0,2-2-334 15,2-3-186-15,4-2 195 0,3-2 700 0</inkml:trace>
  <inkml:trace contextRef="#ctx0" brushRef="#br0" timeOffset="183190.93">31013 1540 50 0,'5'-19'746'0,"-5"0"801"0,-4 3 130 15,1 3-305-15,-3-1-427 0,-7 4-388 0,4 2-214 16,-6 3-150-16,0 0-72 0,-1 3-38 0,-5 2-23 16,1 3-14-16,-4 3-11 0,3 2-7 0,-2 1-6 0,-2 1-4 15,3 3-5-15,1 1-3 0,0 1-2 0,5 2-3 16,1-2-2-16,3-1-2 0,6 3 0 0,0-1-1 16,5 1-1-16,4-1 0 0,3 1 0 15,0-1-1-15,5 1 1 0,3 2-1 0,1-4-1 16,3 3 1-16,-1 0-1 0,3 2 0 0,-2-2 1 15,0 0-1-15,0 1 0 0,-2 3 2 0,-2-3-1 16,-5 2 2-16,3-1 0 0,-8 3 1 0,4-3 0 16,-5 1 0-16,-1 1 0 0,-4 1 0 0,0-1 0 15,-2 1-1-15,-2 0 1 0,-2 0 0 0,0 0 1 0,-2 0-1 16,-2-1 0-16,0-3 0 0,0 3 1 16,-1-4-1-16,-1-2 1 0,0-1 0 0,-1 0 1 15,0-5-1-15,-1 3 0 0,-1-3-1 0,-2-1 0 16,1 0 0-16,-2 0-1 0,-1 0 0 0,4-1 0 15,-4-1 0-15,0 1 0 0,-1 0-2 0,0 0 0 16,0-2-1-16,1 0-6 0,1 0-10 0,1-1-16 16,2-1-27-16,1-2-68 0,3-2-72 0,2-4-130 15,3 0-221-15,5-2-306 0,2 0-340 0,4-3-244 16,4-1-91-16,1-3 471 0,4-2 644 0</inkml:trace>
  <inkml:trace contextRef="#ctx0" brushRef="#br0" timeOffset="183808.02">32096 1566 396 0,'6'-15'944'0,"-1"0"338"16,-5 0 59-16,0 1-247 0,-5 1-326 0,2-1-244 15,-3 3-139-15,-2-1-86 0,-6 1-84 0,1 2-71 16,-4 1-45-16,-4 0-25 0,-1 6-15 0,-5 0-5 0,-1 2-6 16,-2 2-3-16,-2 2 1 0,0 4 0 0,1 0-1 15,-4 6-6-15,3 2-2 0,-1 1-2 0,1 5-10 16,1 4-7-16,2 3-5 0,2 2-2 0,4 1-4 16,4 0-5-16,1 4 2 0,9-3-2 0,4 1-1 15,6-1-1-15,4-2 1 0,7-1-1 0,6-2 4 16,6-2 1-16,3-3 0 0,9-4 1 15,2-1 1-15,4-3-4 0,0 0-5 0,2-4-3 0,-2-1 0 16,2 1-3-16,-5-3 1 0,-2 3 2 16,-2-2 2-16,-5-1 1 0,-3 1 1 0,-4 0 1 15,-4 1 1-15,-6-1 0 0,-5 1 4 0,-5 3 2 16,-5-1 2-16,-6 0 0 0,-1 1 0 0,-8 2-1 16,-3 0-3-16,-3 0-3 0,-3 0-2 0,-4 2-1 15,-1-1-1-15,-4 2 0 0,-2 1 1 0,-2 0 1 16,1-1 1-16,0 0 0 0,3-2 1 0,0-2 0 15,5-1-2-15,5-3-1 0,2-2 0 0,5-2-2 16,2-1-6-16,7-5-14 0,0 0-25 0,4-5-54 16,2-1-82-16,3-4-161 0,0-4-275 0,4 1-333 15,4-3-400-15,-2-2-332 0,1 0 15 0,-1 1 749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18T07:11:32.73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FFC000"/>
    </inkml:brush>
    <inkml:brush xml:id="br4">
      <inkml:brushProperty name="width" value="0.05292" units="cm"/>
      <inkml:brushProperty name="height" value="0.05292" units="cm"/>
      <inkml:brushProperty name="color" value="#7030A0"/>
    </inkml:brush>
    <inkml:brush xml:id="br5">
      <inkml:brushProperty name="width" value="0.05292" units="cm"/>
      <inkml:brushProperty name="height" value="0.05292" units="cm"/>
      <inkml:brushProperty name="color" value="#00B0F0"/>
    </inkml:brush>
    <inkml:brush xml:id="br6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1486 2337 181 0,'-5'7'451'0,"2"-5"247"16,1 4 211-16,1-1-139 0,1-1-141 15,-2-1-89-15,-1 0-83 0,-2-1-58 0,-1 0-47 0,3 0-28 16,4-1-24-16,3 1-22 0,0-1-26 0,-4 1-33 16,3-2-43-16,-1 0-53 0,-2 0-45 0,1 0-34 15,1 0-18-15,0 0-7 0,-1 0-3 0,-1-2 13 16,2-1 13-16,1 0 15 0,2-3 9 0,4-2 8 0,2-3 7 16,4-4 0-16,5-2-3 0,4-2-8 15,2-5-5-15,3-1-6 0,3-4-5 0,-1-3-7 0,2-5-7 16,2-4-5-16,0-1-5 0,0-4-5 0,0-2-8 15,0-2-17-15,2-1 0 0,-4 2 0 0,-1 1 0 16,0 1 0-16,-4 4 0 0,1 1 0 0,-5 4 0 16,-1 2 0-16,-2 5 0 0,-4 2 0 0,-1 4 0 15,-2 4 0-15,-1 4 0 0,-4 0 0 0,-1 4 0 16,0 2 0-16,-3 3 0 0,0 1 0 0,-2 1 0 16,-2 1 0-16,1 2 0 0,1 0 0 0,-3 1 0 15,0-1 0-15,0 1 0 0,-3 2 0 0,1 0 0 16,1 0 0-16,-4 0 0 0,2 2 0 0,-5 1 0 15,2 2 0-15,-2-1-73 0,0 1-35 0,-3 4-67 0,0-2-78 16,-2 1-136-16,-1 2-204 0,-1-1-302 0,0 1-352 16,2 0-232-16,-2-3-54 0,0 1 521 0,0 0 596 15</inkml:trace>
  <inkml:trace contextRef="#ctx0" brushRef="#br0" timeOffset="297.14">1704 1453 241 0,'-1'0'650'16,"-1"2"365"-16,0 0 142 0,-3-2-215 0,2 0-233 0,0 1-114 16,3-1-81-16,0 0-91 0,0 1-78 0,0-1-65 15,0 2-70-15,2-2-82 0,-1 3-57 0,1 2-31 0,-1 2-11 16,4 3-1-16,0 4 4 0,3 2 6 15,0 6 4-15,1 1 1 0,1 4-1 0,4 2-6 0,-1 4-5 16,2 0-8-16,0 1-5 0,2 2-5 0,-1 0-5 16,3 0-4-16,-2 0-1 0,1-1-3 0,-1 1-3 15,-1 1 0-15,1-5-1 0,-1-2-2 0,-2 0 4 16,-1-3 2-16,1-3-5 0,-1-2-18 0,-2-3-51 16,-2 1-72-16,-1-5-119 0,-3 0-193 0,0-1-302 15,-2-5-345-15,-1 0-308 0,-1-5-150 0,2-1 331 16,-3-3 664-16</inkml:trace>
  <inkml:trace contextRef="#ctx0" brushRef="#br0" timeOffset="880.16">3503 2194 260 0,'5'0'854'0,"-3"-3"400"0,1 1 32 0,-2 2-214 16,1 0-324-16,1 0-260 0,-1 2-131 0,-1 1-67 15,4 2-43-15,-2 1-43 0,2 3-31 0,0 4-29 16,1 4-23-16,-1 1-18 0,4 4-19 16,-3 2-17-16,-1 5-16 0,2 1-13 0,-3 1-10 15,1 3-9-15,0 1-3 0,-2 0-4 0,0-1-3 16,0 1-4-16,-3-2-3 0,2-2-2 0,-1 1 3 15,1-4 1-15,-2-2 1 0,-2-2-1 0,1-3 1 16,1-4-2-16,0-1-14 0,-2-6-18 0,2 0-27 16,-3-6-69-16,0-3-77 0,-2-2-136 0,-1-5-189 15,3-4-308-15,-2-1-347 0,2-4-244 0,-2-3-111 16,3-3 419-16,-1-2 605 0</inkml:trace>
  <inkml:trace contextRef="#ctx0" brushRef="#br0" timeOffset="1429.98">4273 1624 366 0,'5'-10'899'0,"0"1"330"0,-2 0 6 0,-1 1-240 16,-1 2-219-16,1 1-216 0,-1 3-144 0,1 0-88 16,-2 0-67-16,4 1-73 0,-4 1-74 0,2 3-41 15,1 1-12-15,0 6-3 0,1 3 1 16,-1 4 4-16,0 5-3 0,0 5-6 0,0 5-9 15,-1 2-7-15,2 5-8 0,-2 3-7 0,-2 2-6 16,2 1-1-16,-2-1-3 0,0 4-3 0,0-3-2 16,0 1-2-16,0-6-2 0,0-2-4 15,0-5-3-15,0-3-1 0,0-5 0 0,0-5-4 16,-2-2-10-16,2-5-17 0,-2-4-32 0,-2-4-73 16,-1-5-79-16,-1-6-119 0,1-3-184 0,-3-4-307 15,-1-6-325-15,2 0-222 0,-1-4-108 16,-4-1 321-16,2-4 600 0</inkml:trace>
  <inkml:trace contextRef="#ctx0" brushRef="#br0" timeOffset="1846.69">4001 1101 240 0,'2'-7'708'0,"-1"1"344"0,1 1 82 0,1 0-220 16,-3 2-306-16,0-1-225 0,0 2-131 0,0-3-11 16,4 5 27-16,0 2 13 0,4 1-10 0,0 2-15 15,0 1-20-15,3 3-48 0,0 0-51 0,2 4-36 16,2 3-23-16,0 6-11 0,2 0-11 0,-1 7-8 16,3 3-6-16,0 2-4 0,-2 3-6 0,2 2 0 15,0 2-5-15,0 1-4 0,-2-2-4 0,1-1-3 16,-1-1-1-16,-1-3-7 0,1-3-2 15,-2-3-2-15,0-5-1 0,0-2-1 0,0-5-2 16,0-4 0-16,-1-2 0 0,-1-5 0 0,1-5 5 16,-3-4 3-16,2-6 2 0,2-4 0 0,-3-4 0 15,0-4-1-15,-1-7-4 0,2-2-2 0,-2-4-1 16,-2-3 1-16,1-3-5 0,-2-3-1 16,-2-3-3-16,-3-2-2 0,2-1-1 0,-3-4-2 15,-1 5 5-15,-1 2 1 0,0 4 1 0,0 6 0 0,-3 4 0 16,0 10-1-16,-2 2-5 0,2 7-15 15,-2 7-30-15,-1 4-75 0,1 4-119 0,-1 7-212 0,4 1-297 16,-1 3-349-16,5 4-399 0,-1 1-165 16,6 2 418-16,5 0 747 0</inkml:trace>
  <inkml:trace contextRef="#ctx0" brushRef="#br0" timeOffset="2452.44">7219 1617 293 0,'-2'3'992'0,"-1"1"579"0,0-1-43 15,1 0-298-15,-1 0-499 0,3-1-271 0,0-1-157 16,0 2-129-16,0-3-66 0,2 2-35 16,1-1-17-16,2 2-6 0,2-2 0 0,5 3 0 15,2-2 4-15,5 3-2 0,4-2-11 0,6 0-8 16,1-2-9-16,6-1-8 0,1 2-7 0,1-2-6 16,4-2-1-16,-2 2 4 0,-2-1 1 0,0-2-1 15,-2 0-1-15,-4 2-2 0,-5 1-4 0,-2-2-23 16,-3 2-43-16,-3 0-80 0,-6-2-141 15,-5 2-265-15,-1 0-325 0,-2 0-390 0,-5 0-400 16,-3-1-47-16,-3 0 681 0</inkml:trace>
  <inkml:trace contextRef="#ctx0" brushRef="#br0" timeOffset="2769.94">7794 1392 236 0,'8'7'736'0,"2"1"385"0,-1-1 96 16,2 0-154-16,3 4-299 0,1 1-204 0,2-3-117 16,1 3-89-16,0 0-69 0,1 2-52 0,-1-3-80 15,2 6-52-15,0-4-26 0,-2 1-17 0,1 1-9 16,-1 0-12-16,1 0-6 0,-3 1-4 16,-1 0-2-16,0 0-4 0,-3 1-1 0,-4 1-1 15,-1-2 2-15,-3 2-3 0,-4 1-1 0,-3 3-1 16,-2 0-2-16,-6 1-3 0,-1 2-3 0,-3-2-4 15,-5 2-4-15,-1 2-2 0,-1-1-3 0,-5 0-11 16,0-1-35-16,-1 2-77 0,1-6-111 16,3-1-207-16,2-2-299 0,5-6-354 0,4-1-387 15,2-5-158-15,5-3 365 0,4-1 747 0</inkml:trace>
  <inkml:trace contextRef="#ctx0" brushRef="#br0" timeOffset="4712.6">10231 1309 44 0,'6'-10'580'15,"-4"0"512"-15,-2 3 255 0,-2 0-6 0,-2-1-342 16,-3 2-348-16,-1 2-196 0,-3 0-118 0,-3 0-82 16,-3 3-86-16,-3-1-57 0,-2 2-30 0,-3 3-22 15,0 0-14-15,-1 2-10 0,-1 2-8 16,-1 2-3-16,3 0-4 0,0 3-3 0,1-3-4 15,5 2 3-15,0-1 0 0,4 1-3 0,0-1-3 16,4 1-3-16,3-3 0 0,0 3-7 0,2 2-3 0,2-2-2 16,1 3-1-16,3-1 1 0,0 2 1 0,3 1-1 15,-1-2 1-15,3 1 3 0,0 1 0 0,1 1 1 16,-2 0 2-16,1 0 1 0,2 1-1 16,-1 0 0-16,-1 1-4 0,2 0-4 0,-2-1-2 15,2 1-3-15,-2 1 2 0,-1-2-1 0,2 0 4 16,-1 0 3-16,-2 1 3 0,1-5 1 0,-1 3-1 15,-2-3 0-15,1 3 1 0,-2-4 0 16,-2 1 1-16,2-2 0 0,-1 0-1 0,-1 0 1 16,-1 0-1-16,1-3-1 0,-1 2-1 0,-2-2 1 15,1-2-1-15,2-1 5 0,-1 0 3 0,0 0 2 16,0-2 1-16,-2 0-2 0,0-3 0 16,2 0-4-16,-3 1-6 0,1-2-6 0,0-2-8 15,-1 2-10-15,1-1-12 0,0 1-22 0,-1-1-40 16,0-1-63-16,-1 2-57 0,1 0-79 0,1 0-123 15,-2 0-156-15,2 0-229 0,0 0-214 16,3 0-208-16,1-2-39 0,1-2 303 0,1 0 454 16</inkml:trace>
  <inkml:trace contextRef="#ctx0" brushRef="#br0" timeOffset="5296.03">10346 1326 266 0,'19'-13'553'0,"-5"-1"207"0,-1 2 124 0,1 0-186 15,-1 3-167-15,1-2-89 0,-1 2-46 0,2 2-28 16,0-2-48-16,0 0-37 0,0 2-13 0,2 4-28 16,-2-2-26-16,0 1-7 0,-2 3-1 0,1 0-26 15,-3 1-49-15,-3 0-22 0,2 1-13 0,-3 2-11 16,-2 4-13-16,-3 1-3 0,1 1-1 15,-6 5-6-15,1-1-5 0,-3 3-10 0,-4 7-9 0,0-3-7 16,-3 4-10-16,-3 2-5 0,0 2-5 0,0 0-3 16,0 1-1-16,0-1-1 0,2 1-1 0,-1-2 0 15,4 1-7-15,1-1-2 0,2 0-3 16,0 0-2-16,2 0-1 0,3-2-1 0,1 1 4 16,2 0 1-16,4-1 6 0,0 0 2 0,6 0 0 15,-2 0 1-15,5-2-1 0,-1-3 0 0,4-2-5 16,1-4-1-16,4-5 0 0,0-4 1 15,4-5 2-15,1-7 2 0,1-4 0 0,4-7-1 16,1-5-2-16,0-4 0 0,3-3-3 0,-1-4-1 16,0-1-1-16,-2-1 0 0,0-1 1 0,0-1 2 15,-4 2 1-15,-1-1 2 0,-3 1-3 0,-4 1-3 16,0 1 0-16,-4 4-2 0,-3-2 0 0,-4 4-1 16,-1 3 5-16,-4 3 3 0,-2 3 3 0,-3 2-1 15,-3 4 1-15,0 1-1 0,-5 2 1 0,-1 6-2 16,-1 3 0-16,-4 2-2 0,1 5 1 15,-4 6-1-15,-1 3-1 0,-2 6 5 0,1 4 3 16,-2 8 0-16,-1 2 2 0,3 5 2 0,-1 1 0 16,2 3-9-16,2 4-4 0,2 0-1 0,3-2-4 15,3-1 1-15,3-3 2 0,5-3 3 0,3-3-7 16,4-4-15-16,1-7-53 0,4-5-80 16,0-3-129-16,2-8-242 0,3-1-306 0,-1-5-369 15,5-3-315-15,-3-7-96 0,2-4 509 0,0-5 707 16</inkml:trace>
  <inkml:trace contextRef="#ctx0" brushRef="#br0" timeOffset="5662.29">11377 1286 193 0,'2'-4'835'16,"-4"4"458"-16,1 5 82 0,-2 2-134 0,-1-1-411 15,1 7-304-15,1 0-156 0,-1 0-95 0,0 5-71 16,1 0-64-16,2 3-53 0,-1 0-32 0,2 6-18 15,-1-2-10-15,4 1-7 0,-1 4-5 0,3 2-5 16,-1-1-2-16,3 2-3 0,0 0-2 16,1-1-2-16,-1-2-1 0,3-5 0 0,0-2-1 15,-1-5 0-15,1-4 1 0,-2-4 3 0,1-4-1 16,-1-5 1-16,1-4 0 0,-1-6 1 0,1-4-1 16,-1-4-1-16,-1-5-2 0,0-6 0 15,3-3-2-15,-1-3 1 0,-1-5 2 0,2-1 1 16,0-1 1-16,-1-1-5 0,1 1-2 0,0 1-3 15,-3 2-1-15,3 5-3 0,-5 5 0 0,1 3 6 0,-3 6 2 16,2 2 0-16,-2 6 0 0,-3 3-1 16,1 4-1-16,-1 4 2 0,-1 4-2 0,0 4 7 15,-1 3 4-15,1 5 0 0,0 1-14 0,0 0-50 16,1 1-64-16,1 0-81 0,0-1-128 0,4-2-188 16,0 3-318-16,5-4-273 0,0 3-213 0,2-1-82 15,4-2 361-15,1 1 544 0</inkml:trace>
  <inkml:trace contextRef="#ctx0" brushRef="#br0" timeOffset="5912.2">12131 1701 468 0,'10'16'944'0,"-1"-2"256"0,-4-4-43 0,-2-2-325 16,3 0-296-16,-2-6-173 0,1 0-63 0,1-4-20 16,1-4-18-16,-2-1-16 0,3-6-33 15,-1-1-51-15,0-4-49 0,1-3-40 0,0-2-26 16,0-2-18-16,0-4-12 0,-2 1-4 0,-1-3-3 15,-2-1-3-15,-1-2-1 0,-2 2-1 0,-3 0 6 16,-2 1 7-16,-1 4 8 0,-4 3 3 16,-2 6 1-16,-6 3 0 0,1 10-7 0,-5 2-8 15,-2 8-6-15,0 10-4 0,0 1-5 0,1 7-3 16,1 1-3-16,4 3-3 0,-1 3-24 0,8-2-70 16,-1 2-76-16,4 0-143 0,3 0-275 0,2-2-322 15,4 0-355-15,3-1-230 0,2-3 43 0,6-3 610 16</inkml:trace>
  <inkml:trace contextRef="#ctx0" brushRef="#br0" timeOffset="6612.17">12422 874 210 0,'0'-11'406'0,"0"-2"187"0,0 5 70 0,0-2-136 15,0 3-106-15,2-1-43 0,-2-1-24 0,4 3-10 16,-2 0 1-16,0 2-17 0,-1-2-31 16,1 3-43-16,-1 0-40 0,-1 0-24 15,0 1 14-15,0 4 37 0,2 1 20 0,0 0 6 16,-1 3-8-16,-1-1-22 0,2-1-45 0,-1 3-49 15,1 4-39-15,-2 0-27 0,0 8-14 0,2 2-11 16,-2 6-11-16,0 6-7 0,-2 4-3 0,2 6-4 16,0 2-4-16,-2 6 0 0,1 3-2 0,-1 0-4 15,2-1-4-15,0 0-1 0,2-1-1 0,1-7-6 16,2-1-3-16,2-6-2 0,1-2 0 0,2-7 0 16,1-7-1-16,2-3 1 0,0-7-1 0,2-7 1 15,1-5 0-15,5-8-1 0,-3-7-1 16,3-2 2-16,1-5 0 0,0-5 1 0,-1-3 1 15,-1 1-4-15,1-3-1 0,-5 3-4 0,1 2 0 16,-4 1 0-16,-1 5-1 0,-4 4 5 0,0 3 3 16,-3 3 2-16,-2 3 0 0,-1 1 0 0,-4 3-1 15,-1 4 0-15,0 4-2 0,-3 4 1 0,-3 1-1 16,-1 6 4-16,0 1 4 0,0 3 0 0,-2 4 0 16,2-3 1-16,1 4-2 0,-2 1-2 0,3 0-3 15,0 1 0-15,2 1 0 0,-2 1 0 16,3-2-1-16,2 0-1 0,3-2-1 0,2-2-2 15,2-2-7-15,1-4-12 0,6 0-21 0,-1-7-48 16,4-1-73-16,0-5-83 0,3-6-125 0,1-3-184 16,4-4-303-16,1-3-283 0,4-5-195 15,-1-1-76-15,3-2 359 0,2-3 551 0</inkml:trace>
  <inkml:trace contextRef="#ctx0" brushRef="#br0" timeOffset="6911.52">13183 1439 242 0,'11'5'732'0,"1"0"375"16,-5 4 88-16,-2 3-236 0,-1 3-247 0,-2 2-146 15,-2 6-113-15,2 1-80 0,-2 3-60 0,-2 4-51 16,2-2-67-16,-2 4-76 0,2-4-51 0,2-1-30 16,2-1-16-16,1-6-9 0,3-3-6 15,3-4-3-15,2-7 0 0,1-6 1 0,3-5-2 16,0-6 1-16,0-7-1 0,0-2-2 0,1-6 1 16,-4 0 2-16,0-5 2 0,-4 0 9 0,-4 0 7 15,-2 0 10-15,-4-1 7 0,-6 0 2 0,0 0 2 16,-4 1-5-16,-5 0-6 0,-3 0-6 0,-2 2-5 15,-4 2-3-15,2 4-4 0,-4 2-4 16,-2 5-1-16,1 3-2 0,0 6-4 0,-1 5-1 16,1 2-1-16,3 6-2 0,-3 3-1 0,5 4 0 15,3 0-3-15,2 4 0 0,3 1-4 0,4 3-10 16,2 2-20-16,3-2-39 0,5 3-75 0,0-4-91 16,5 1-178-16,2-1-289 0,2-3-322 0,5-4-333 15,1 0-175-15,3-2 187 0,0-3 678 0</inkml:trace>
  <inkml:trace contextRef="#ctx0" brushRef="#br0" timeOffset="7328.89">14002 1219 6 0,'-2'-11'700'0,"0"5"822"0,-7 0 158 16,3 4-303-16,-4 2-389 0,-4 1-417 0,3 0-231 15,-5 5-145-15,2 3-69 0,-3 1-37 0,-1 5-22 16,-1 1-20-16,3 5-13 0,-3 2-10 0,1 4-8 16,3 1-5-16,4 1-4 0,0 1-4 0,6-1-1 15,4 2-1-15,1-1 1 0,3 2-1 0,0-1-1 16,6 0 0-16,-1-1-1 0,2 0-3 0,0 0-2 16,0-3-8-16,2 0-13 0,0-1-18 15,-2-4-30-15,-2-1-50 0,-2 0-64 0,0-1-48 16,-3-2-49-16,-6-2-62 0,-3-2-82 0,0 1-86 15,-4-5-154-15,-6-1-233 0,2-3-214 0,-5-1-77 16,-2-4 242-16,-2-4 415 0</inkml:trace>
  <inkml:trace contextRef="#ctx0" brushRef="#br0" timeOffset="7563.08">13845 778 423 0,'21'-17'1445'16,"-6"4"335"-16,-2 4-295 0,-3 0-352 0,-1 3-457 16,-2 2-318-16,-6 1-160 0,2 3-75 15,-3 2-42-15,0 3-29 0,-1 3-21 0,-1 2-15 16,2 5-9-16,-1-1-3 0,1 7-4 16,0 1-1-16,0 2-12 0,0 7-25 0,-2-2-68 15,0 6-82-15,1 2-165 0,-1 2-285 0,2 6-333 16,2 2-385-16,-1-2-254 0,3 4 67 0,-1-2 732 15</inkml:trace>
  <inkml:trace contextRef="#ctx0" brushRef="#br0" timeOffset="7729.62">14198 1599 562 0,'-8'20'1619'0,"-5"3"185"0,2 4-374 15,-3-1-375-15,-2 4-453 0,3 2-316 0,-1 0-141 16,0 0-64-16,2 2-32 0,0-2-18 15,3-2-14-15,1-5-11 0,7-1-20 0,1-6-53 16,0-1-89-16,1-5-166 0,2-4-271 0,5-3-328 16,0-4-401-16,2-3-338 0,0-6 62 0,3-6 760 15</inkml:trace>
  <inkml:trace contextRef="#ctx0" brushRef="#br0" timeOffset="7862.16">14294 1361 433 0,'-6'-34'1203'0,"-5"7"298"0,-3 8-172 0,-1 5-277 15,1 7-509-15,1 4-269 0,-1 6-183 0,3 4-116 16,2 3-125-16,-1 4-181 0,6 2-299 0,2 0-309 16,8 2-264-16,4-1-163 0,2 0 234 0,7 0 566 15</inkml:trace>
  <inkml:trace contextRef="#ctx0" brushRef="#br0" timeOffset="8498.2">15450 1457 49 0,'-2'-7'526'0,"1"6"426"0,-2-2 206 16,1 1-59-16,1-3-361 0,1 4-301 0,0-1-156 16,1-2-76-16,4 3 25 0,1-3 20 15,2 2-10-15,2-2-20 0,2 2 2 0,4-1-21 16,3 1-51-16,3-1-40 0,0 3-11 0,2 0-9 15,1 0-20-15,2 3-12 0,-2 2-7 0,-1 1-3 16,0 2-7-16,-4 3-1 0,-2 3-3 0,-2 2 0 16,-3 2-4-16,-6 3-2 0,-4 4-3 0,-3 1-6 15,-6 4-4-15,-3 2-4 0,-4 2-4 0,-4 4-2 16,-1 1-2-16,-2 1-1 0,-2-3 4 16,2 2 1-16,-2-3 0 0,4-1 0 0,1-5-1 15,2-2-2-15,2-5-4 0,2-2-4 0,5-1-1 16,1-5-3-16,3-3 0 0,2 0 0 15,2-5 0-15,4-1-1 0,4-3 1 0,2-4 0 16,6-4-6-16,-2-4-11 0,6-4-18 0,1-3-44 16,1-3-74-16,2-2-93 0,0-4-164 0,0 2-290 15,0-5-328-15,1 1-321 0,-3 0-180 0,3 0 162 16,-5 1 658-16</inkml:trace>
  <inkml:trace contextRef="#ctx0" brushRef="#br0" timeOffset="8828.69">16135 1560 531 0,'-4'4'1210'0,"0"1"330"16,-2 1-114-16,-1 0-352 0,2 0-427 0,1 1-225 15,-3 1-150-15,2 1-89 0,-1 1-62 0,3 2-34 16,0 1-24-16,1 3-11 0,1 2-10 16,1 1-7-16,1 3-7 0,1 1-9 0,1 3-5 0,2-1-8 15,1 1-3-15,0 2-2 0,4-2-3 16,2-2-1-16,1-2 0 0,3-4-1 0,3-3 1 15,3-6-1-15,3-3 1 0,1-11 2 0,2-2 0 16,2-8 0-16,0-3-1 0,-1-6 0 16,-1-5 0-16,-1 0-1 0,2-6 1 0,-6-1 2 15,-2-2-1-15,-1 3 1 0,-2-1 1 0,-4 0 1 16,0 4-1-16,-6-2-1 0,0 2 1 0,-1 0-1 16,-3 6-1-16,2 2-5 0,-3 1-8 0,-3 5-15 15,2 3-29-15,-4 3-62 0,2 3-65 0,-1 3-79 16,-1 0-116-16,1 5-161 0,1 2-212 0,0 3-233 15,1-1-209-15,4 4-109 0,-2 5 225 0,4 0 453 16</inkml:trace>
  <inkml:trace contextRef="#ctx0" brushRef="#br0" timeOffset="8962.11">16688 1536 398 0,'8'25'876'0,"-2"2"334"0,-2 0 20 16,-2 3-229-16,2-1-220 0,-4 0-207 0,0 1-157 16,0 1-96-16,-4-4-71 0,4 1-90 0,0-5-74 15,0-1-40-15,0-3-21 0,0-2-15 16,4 0-20-16,-3-7-66 0,1-4-82 0,1-4-165 15,0-4-278-15,2-4-320 0,3-2-376 0,0-6-262 16,-2-3 79-16,0-2 693 0</inkml:trace>
  <inkml:trace contextRef="#ctx0" brushRef="#br0" timeOffset="9128.57">17068 1157 659 0,'4'-11'1612'0,"-7"4"95"0,-2 7-346 16,-4 7-333-16,-4 0-473 0,2 7-284 0,-3 2-117 15,-2 2-49-15,3 5-28 0,-1-1-19 0,5 2-20 16,1 0-12-16,-1 2-15 0,5 0-8 0,4 2-5 16,4 0-2-16,0 1-15 0,4-2-45 0,1 0-79 15,4 0-142-15,0-1-269 0,3 0-314 0,1-1-384 16,-1 0-350-16,4 0-35 0,-1-4 661 16</inkml:trace>
  <inkml:trace contextRef="#ctx0" brushRef="#br0" timeOffset="9398.37">17281 1656 136 0,'-2'-12'1070'0,"-2"0"689"0,-4 1-111 16,-8 5-358-16,-2 2-432 0,-4 1-328 0,0 6-223 16,-3 1-99-16,3 4-53 0,0 2-37 0,-2 2-31 15,8 1-62-15,-1 3-25 0,5-2 0 0,3 1 0 16,5 2 0-16,4-2 0 0,4 3 0 0,4 0 0 16,3 0 0-16,6 1 0 0,-1 1 0 15,6 4 0-15,-2 0 0 0,0 0 0 0,0 4 0 16,-2 1 0-16,-2 0 0 0,-3 2 0 0,-3 2 0 15,-5 2-23-15,-2 1 1 0,-6 1 8 0,-3 1 6 16,-5 4 5-16,-2-2 3 0,-6 2-2 16,3 1-8-16,-4-4-15 0,1 1-26 0,1-7-64 15,-2-4-88-15,6-4-179 0,-2-9-280 0,8-5-340 16,1-5-416-16,3-8-286 0,-1-6 106 0,5-3 819 16</inkml:trace>
  <inkml:trace contextRef="#ctx0" brushRef="#br0" timeOffset="9796.43">17344 1733 198 0,'19'-19'736'0,"0"0"383"0,0-2 95 0,1-2-145 16,1 2-331-16,3-1-205 0,0 2-116 0,1 1-67 16,-3 1-61-16,2 0-44 0,-2 4-67 0,-2-3-66 15,-4 4-37-15,1 2-21 0,-4 4-12 0,-1 0-12 16,-2 1 0-16,-3 3 4 0,-2 1 3 0,-2 4 0 15,-3 2 2-15,-2 6 0 0,-1 3-4 0,-3 1-4 16,-4 9-6-16,-2 0-5 0,-3 5-3 0,0 5-2 16,-3 3-5-16,-2 3-3 0,-1 3-2 15,0 1-4-15,1 0-1 0,1 0-2 0,1-1-2 16,3-1 0-16,4-4-2 0,3-4-7 0,2-4-16 16,4-5-52-16,4-5-74 0,4-4-108 0,2-6-178 15,3-5-302-15,4-4-345 0,3-6-303 16,4-2-156-16,6-6 269 0,1-3 648 0</inkml:trace>
  <inkml:trace contextRef="#ctx0" brushRef="#br0" timeOffset="10095.2">18059 1684 320 0,'11'-15'1288'16,"-10"0"482"-16,-2 5-223 0,-7 2-359 0,-1 4-471 16,-6 2-293-16,-2 4-187 0,-2 4-88 0,-5 2-46 15,-1 6-29-15,-2 4-19 0,0 2-16 16,-1 3-10-16,1 5-8 0,4 1-5 0,2 3-6 15,3 0-5-15,7-3-3 0,3 3-3 0,8-5-1 16,3-3-2-16,9-4-2 0,3-8-3 0,4-4-10 16,7-8-13-16,2-6-20 0,4-8-31 0,3-8-57 15,-2-3-67-15,3-6-56 0,-3-4-43 16,-1 2-18-16,-2 1 13 0,-8 5 76 0,0 2 110 16,-5 4 129-16,-4 6 107 0,-5 5 75 0,0 6 40 15,-8 4 7-15,-5 4-20 0,-1 6-51 0,-5 7-52 16,-3 4-44-16,-1 4-31 0,-2 4-18 15,1 3-30-15,0 0-71 0,4 3-76 0,-1-2-164 16,5-1-286-16,3-1-320 0,2-1-348 0,3-3-218 16,3-2 70-16,1-2 669 0</inkml:trace>
  <inkml:trace contextRef="#ctx0" brushRef="#br0" timeOffset="10749.81">18671 1839 54 0,'2'-3'605'0,"1"0"485"0,-2-3 162 16,4-2-105-16,-4-1-353 0,4-5-302 0,1 0-117 15,3-1-54-15,1-6-34 0,1 1-28 0,2-3-33 16,0 2-48-16,0-5-59 0,0 0-42 0,0 3-22 15,1-3-18-15,-2 3-8 0,-3 3-9 0,4 1-5 16,-5 1-6-16,-2 5 4 0,-1 2 4 0,0 4 7 16,-4 1 1-16,2 5 1 0,-6 3 2 0,0 7-9 15,-2 3-3-15,-3 6-8 0,-1 6 0 16,-5 3-2-16,1 5 0 0,-3 2 1 0,2 2 0 16,-2 3-2-16,2 0-1 0,1 0-2 0,2-3-1 15,1-4-2-15,6-4-1 0,-2-4-1 0,6-7 1 16,6-4 1-16,0-9-1 0,5-5 1 15,6-9 1-15,3-8-2 0,5-8 0 0,2-5-1 16,3-5-1-16,1-5-1 0,1 1 0 0,0-1 2 16,-4 2 1-16,1 2 2 0,-6 5 0 0,-2 5 2 15,-4 3 0-15,-2 6 0 0,-5 5 0 0,-2 4-1 16,-3 2 0-16,-5 7 4 0,-1 7 2 0,-3 3 1 16,-4 6 1-16,-1 1 3 0,1 6-1 0,-3 2-1 15,-3 4-2-15,3 2-1 0,0 2-2 16,-2 1-2-16,4 2 0 0,0 2-2 0,2-2-1 15,2 0-3-15,4 0-1 0,1-2 0 0,1-7-1 16,6 2-2-16,3-5-10 0,2-4-26 0,3-6-76 16,3-1-87-16,2-7-165 0,2-3-290 0,1-3-332 15,4-3-376-15,-1 0-202 0,6-2 128 16,0-4 692-16</inkml:trace>
  <inkml:trace contextRef="#ctx0" brushRef="#br0" timeOffset="11062.09">19741 1701 786 0,'-1'-11'1725'16,"-8"4"46"-16,-6 2-385 0,-4 4-384 0,-5 4-439 16,-3 3-269-16,-4 4-119 0,-3 4-58 15,-4 3-30-15,1 2-20 0,0 5-15 0,2 0-14 16,2 1-9-16,6 1-6 0,4-1-7 0,5 1-6 16,6-3-5-16,7-6-4 0,7-1-2 0,7-5-1 15,5-5 0-15,8-9-1 0,7-6-1 16,5-6-5-16,6-8-7 0,1-8-9 0,5-4-7 15,-2-4-6-15,0 2-2 0,-2-1 3 0,-6 4 8 16,-3 4 9-16,-7 5 10 0,-4 3 8 16,-6 7 2-16,-4 4 4 0,-6 5 2 0,-1 4 2 0,-8 7 1 15,-2 5 0-15,-3 8 1 0,-3 5 0 0,-1 4-1 16,-4 4-2-16,3 5-2 0,3 0-3 0,-2 3-3 16,7 0-2-16,2-1-3 0,3 2-11 15,7 1-28-15,3-2-81 0,3-3-126 0,4-3-250 16,3-4-310-16,6 1-393 0,3-7-464 0,4-2-112 15,4-2 609-15</inkml:trace>
  <inkml:trace contextRef="#ctx0" brushRef="#br0" timeOffset="13379.26">21641 1567 228 0,'0'4'841'0,"-1"0"388"15,-1-2 7-15,2 0-176 0,0 0-470 16,0-1-293-16,5 0-146 0,0 2-68 0,3-3-36 15,4 0-19-15,1 1-9 0,4-1-7 0,1 1-3 16,2-1-5-16,0 1 1 0,2-1-2 16,-2 5-5-16,-1-5 2 0,-1 2 1 0,-4 2 52 0,-2 1 74 15,-2-1 77-15,-4 4 35 0,0-1 8 16,-7 4-11-16,-7 0-46 0,-1 3-58 0,-7 3-50 16,-3 1-27-16,-3 1-18 0,-3 2-6 0,-2 1-1 15,3-1-2-15,-3 1-5 0,3-1-4 0,2 2-2 16,3-4-5-16,2 0-6 0,4-2-5 0,2-3-2 15,6 0-4-15,4-2-2 0,2-1-1 0,7-1 2 16,5-1 1-16,3-4 2 0,7-2-3 16,4-2-26-16,5-2-76 0,3-5-91 0,3 1-178 15,4-1-289-15,1-2-342 0,3 2-376 0,0 2-197 16,-1 1 179-16,-2 0 717 0</inkml:trace>
  <inkml:trace contextRef="#ctx0" brushRef="#br0" timeOffset="14015.48">23289 1586 126 0,'3'-4'615'0,"1"-2"362"0,2-1 127 0,-5-2-86 16,6-2-424-16,-3-4-248 0,5 0-125 16,1-4-54-16,0-3-21 0,1 1-15 0,1-7-1 15,1-2-11-15,4 0 12 0,0-4 22 0,0-1 16 16,-1 2 18-16,-1-2 4 0,0-1-8 0,-4 4-28 15,-3 0-29-15,-4 2-26 0,-2 2-24 0,-2 0-17 16,-5 5-9-16,0 0-5 0,-4 4 1 0,1 2-3 16,-1 2-3-16,-5 5-2 0,1-1-6 0,0 4-7 15,-1 5-10-15,-1 0-6 0,2 4-4 0,0 3-3 16,-1 4-7-16,2 4-3 0,0 7-2 0,-1 3 0 16,4 7-2-16,1 3 1 0,-3 7 5 0,4 4 9 15,3 3 4-15,-3 3 1 0,4 4-1 16,-1 1 3-16,4 4 1 0,-2 1-4 0,4 0-2 15,-2 0 0-15,2 1 0 0,2-4-2 0,-1 1-2 16,2-8-4-16,-1 0 1 0,1-7-1 0,2-2-1 16,0-5-7-16,0-5-15 0,-4-4-37 0,0-3-62 15,-1-5-66-15,-4-2-92 0,-1-6-137 0,-4-4-180 16,-2-4-284-16,1-3-220 0,-3-3-196 0,-1-3 30 16,-3-3 398-16,0-3 463 0</inkml:trace>
  <inkml:trace contextRef="#ctx0" brushRef="#br0" timeOffset="14211.34">23061 1721 12 0,'5'-10'458'0,"0"2"412"0,-2 3 226 0,2 2-27 15,-2 2-354-15,3 1-277 0,2 2-189 0,0 4-102 16,3 0-45-16,-1 3-8 0,3 0 3 0,0 0-7 16,4 2-16-16,1-2-11 0,0 0-12 15,2 1-16-15,4-2-15 0,0 1-10 0,-2-2-3 16,2 1-4-16,-1-2-40 0,1-2-103 0,-3 1-173 15,-2-2-295-15,-1-2-267 0,-2 2-259 0,-2-3-81 16,-2-1 297-16,-3-1 483 0</inkml:trace>
  <inkml:trace contextRef="#ctx0" brushRef="#br0" timeOffset="14394.92">23636 1609 271 0,'7'-2'918'0,"-4"3"373"16,-1 4-33-16,-2 3-151 0,0 6-411 0,0 2-240 15,-2 4-116-15,1 4-67 0,-1 1-37 0,-3 1-50 16,3-1-64-16,-2 0-51 0,3 0-33 16,-1-2-20-16,4-3-12 0,-1-2-7 0,1-1-47 15,2-2-72-15,0-3-95 0,-3-3-164 0,2-3-296 16,1-3-339-16,-1-2-298 0,0-5-175 16,-1-4 209-16,-2-2 632 0</inkml:trace>
  <inkml:trace contextRef="#ctx0" brushRef="#br0" timeOffset="14545.32">23694 1420 172 0,'2'-24'779'16,"-2"3"427"-16,-4 7 51 0,1 1-174 0,-2 6-438 15,1 2-322-15,-3 7-160 0,1 2-81 0,-2 6-45 16,3 2-19-16,1 6-12 0,0 2-8 16,1 1-16-16,2 5-46 0,-1-1-110 0,2 1-160 0,0 4-292 15,2 0-274-15,-1 4-236 0,2-4-62 16,1 3 320-16,0-2 456 0</inkml:trace>
  <inkml:trace contextRef="#ctx0" brushRef="#br0" timeOffset="15010.74">23998 1785 84 0,'9'-8'692'16,"-5"0"542"-16,0 2 192 0,-3 0-101 15,-1-1-382-15,0 3-355 0,0 2-188 0,0-3-116 16,-1 5-85-16,1 0-74 0,0 0-51 0,-2 5-32 15,2 0-19-15,-2 5-10 0,1 2-5 0,-1 2-4 16,2 3-1-16,0 0-1 0,2 3-2 0,1-2-1 16,0-2-1-16,5 0 0 0,0 2-2 0,3-5 0 15,0-1 0-15,5-3 0 0,0-4 2 0,3 0 0 16,0-5 0-16,5-3-4 0,-1-4-7 16,2-2-11-16,0-4-16 0,1-3-18 0,0 1-16 15,-1-3-8-15,-2 1 0 0,-2 0 9 0,1 2 16 16,-5 0 20-16,0 0 18 0,-2 4 12 0,-4 2 4 15,-3 2 2-15,2 2 6 0,-6 3 8 16,0 2 15-16,-3 2 16 0,-1 3 15 0,0 2 10 16,-1 5 2-16,-3 1-4 0,0 4-11 0,-1 3-14 15,0 0-9-15,1 4-9 0,-1 1-7 0,2 0-3 16,-1 0-5-16,3 3 0 0,-2-1-3 16,3-2-4-16,-4 2 0 0,4 0-2 0,-2 0 1 15,-2 2-1-15,0-1 0 0,-3 1 1 0,1-1 2 16,-7 2 0-16,1-1 0 0,-7-1 0 0,-1 2 1 15,-2-3-3-15,-3 0 0 0,0 0 1 16,-3-1-1-16,0-6 1 0,1 3-3 0,2-10-1 16,3 0-10-16,3-6-32 0,3-7-67 0,8-7-64 15,5-6-94-15,3-9-153 0,8-6-212 0,4-8-296 16,5-6-222-16,5-6-183 0,2-8 82 0,6-5 462 16</inkml:trace>
  <inkml:trace contextRef="#ctx0" brushRef="#br0" timeOffset="15360.41">24812 1133 42 0,'19'-38'617'0,"-2"7"598"0,-7 8 292 0,-4 3-115 16,-3 7-389-16,-3 1-388 0,-1 7-202 0,-6 3-135 15,-1 7-97-15,-1 1-65 0,-4 8-33 0,0 7-17 16,-4 6-7-16,3 5 0 0,-5 6 6 0,1 7-3 16,-4 5-5-16,2 2-10 0,-1 4-8 0,1 1-6 15,-1 1-12-15,5 0-7 0,1-2-5 0,3-1-3 16,4-5-3-16,6-5-4 0,8-2-2 15,0-11 0-15,5-2 0 0,8-9-1 0,0-6 1 16,5-7-3-16,3-7-2 0,1-8-2 0,2-5-4 16,0-6 0-16,2-3-1 0,-2-3 3 0,-2-1 4 15,-3-1 2-15,1 2 3 0,-9 3 2 0,2-1 2 16,-4 6 2-16,-5 3-2 0,0-1 2 16,-4 6-1-16,-1 2 0 0,-3 2-1 0,-4 4 0 0,-1 4-1 15,-3 3 2-15,-2 5-1 0,-5 4 0 16,2 5 0-16,-3 5 0 0,1 4 0 0,-1 1-2 15,1 5-1-15,4 2-10 0,1 1-16 0,0 0-45 16,3-2-78-16,5-1-123 0,2-4-221 16,4-4-306-16,3-6-366 0,4-3-366 0,4-6-118 15,4-7 446-15,5-6 730 0</inkml:trace>
  <inkml:trace contextRef="#ctx0" brushRef="#br0" timeOffset="15692.57">25379 1791 844 0,'0'-17'1763'0,"-9"4"-6"0,-8 2-387 15,-3 5-384-15,-5 0-429 0,-3 6-264 0,-1 6-113 16,-2 2-53-16,-3 5-33 0,3 4-25 0,1 3-21 16,1 3-16-16,6 3-12 0,5-1-10 0,4 1-5 15,6-1-3-15,6-1-3 0,7 0-1 0,5-3-1 16,7-3 0-16,7-3-8 0,6-5-12 16,4-5-21-16,8-5-27 0,1-6-54 0,1-5-74 15,-1 0-64-15,-3-3-50 0,-3 1-26 0,-4-1 1 16,-5 3 69-16,-2 1 112 0,-10 2 146 0,-1 4 166 15,-5 3 92-15,-4 2 40 0,-1 3 10 16,-6 2-16-16,-3 6-52 0,-4 2-73 0,0 3-45 16,-6 2-28-16,1 5-22 0,-2 1-18 0,0 1-13 15,2 1-13-15,0 2-9 0,3-1-4 0,-1 2-4 16,6-1-1-16,1 2-6 0,0 0-17 16,1-4-47-16,-2 2-85 0,3-2-176 0,-2-2-270 15,3 0-344-15,2-1-428 0,-1-5-384 0,0 0 56 16,-1-1 873-16</inkml:trace>
  <inkml:trace contextRef="#ctx0" brushRef="#br0" timeOffset="16727.33">26609 1830 73 0,'4'-17'522'0,"-3"4"397"0,-4-1 216 16,-2 2-8-16,0 3-387 0,-4 1-247 0,3 1-84 15,-1 3-31-15,-1 2-32 0,-2 2-42 0,0 2-42 16,0 2-41-16,0 4-60 0,2 1-56 0,0 4-38 16,1 7-22-16,1 1-9 0,1 10-4 15,1 5 0-15,2 4-3 0,0 6-3 0,2 1-3 16,0 6-4-16,0 1-2 0,0 0-6 0,0-1-3 16,0 1-2-16,2-4-1 0,0-1-1 0,1-5-3 15,0-5 1-15,1-3-2 0,-1-5 1 0,2-7 0 16,-1-7 0-16,0-4 1 0,1-9-1 15,2-5 1-15,0-10-1 0,1-9 0 0,2-3-1 16,1-11-2-16,1-3 2 0,0-8 0 0,2-1 0 16,-1-7-1-16,0-2 1 0,0-3 2 0,1-4-3 15,-1 0 0-15,0-1 0 0,3 3 0 0,-4 5-1 16,4 4 1-16,-5 5-2 0,3 8 0 16,-3 6 0-16,-3 5 1 0,2 6-1 0,-4 7 1 15,0 3 1-15,-1 4 1 0,2 6 1 0,-3 7 2 16,-1 0 2-16,2 8 1 0,-2 2 0 0,0 5 1 15,-1 3-2-15,0 3-1 0,-1 2-1 0,3 1 0 16,-4 0-1-16,3 0-1 0,3-3-1 16,-2-2 1-16,5-2-1 0,0-5 0 0,3-2 1 15,1-4 1-15,4-4 0 0,1-4 2 0,3-6 0 16,4-2 0-16,-3-6 1 0,7-4-2 0,-2-3 0 16,-1-5-1-16,3-2-1 0,-2-3-1 0,-2 1 0 15,-4 0 0-15,1 1 2 0,-5 0-1 16,-3 3 0-16,-1 4 5 0,-4 1 3 0,-2 5 1 15,-4 1 3-15,0 4 1 0,-3 4-2 0,0 2-2 16,-3 4-4-16,0 3-2 0,-2 4-2 16,-2 4-1-16,3 1 2 0,-4 3-3 0,3 1 1 15,0 1-1-15,2 3 1 0,-2 0-1 0,2 1-2 16,2 2 2-16,-1-1-3 0,2 2 1 0,2-1-2 16,1-1-1-16,3-1 0 0,2-4 0 0,5-2 1 15,3-5 1-15,6-2-1 0,1-7 1 16,5-6 0-16,3-4-1 0,4-4 2 0,-1-6 0 15,1-3 2-15,-1-1 1 0,0-3 1 0,-4 1 1 16,0-1-2-16,-4 0 1 0,-3 3 1 16,-3 1 0-16,-7 6 2 0,0-2 3 0,-5 5 4 15,-2 2 4-15,-2 4 1 0,-3 0 2 0,-2 3 1 16,-5 2 0-16,-1 4-3 0,1 1-2 0,-2 1-3 16,0 3-2-16,-5-2-3 0,4 2-4 15,-2-2-1-15,1 2-2 0,2-3 0 0,2 1-2 16,-2-4-1-16,4-2-6 0,0-2-12 0,1-3-22 15,1-5-49-15,1-4-75 0,-1-4-102 0,2-6-171 16,2-2-280-16,-1-1-328 0,1-5-308 0,0-1-167 16,-1-5 199-16,1-1 631 0</inkml:trace>
  <inkml:trace contextRef="#ctx0" brushRef="#br0" timeOffset="16877.93">27664 1192 66 0,'8'-40'798'0,"-4"8"782"0,-4 6 80 15,0 3-308-15,-1 6-428 0,-5 4-389 0,1 4-221 16,-3 4-144-16,-2 4-71 0,-2 5-43 0,-1 5-25 15,-1 3-14-15,0 6-8 0,-2 2-5 0,3 2-2 16,1 3-3-16,2 0-1 0,2 0-2 0,5 2-7 16,2-1-29-16,5-1-79 0,1-1-111 0,6-1-221 15,3-4-293-15,4-1-359 0,3-2-395 0,1-2-146 16,3 2 401-16,-2-3 760 0</inkml:trace>
  <inkml:trace contextRef="#ctx0" brushRef="#br0" timeOffset="17327.38">28015 1723 90 0,'-12'16'992'16,"0"2"714"-16,1-8-80 0,-1-1-351 0,2-3-424 15,2-2-366-15,1-2-246 0,5-5-108 0,4-4-52 16,2-2-27-16,7-7-17 0,2-2-10 0,6-3-6 16,0-4-3-16,5-6-2 0,1 0-2 15,3-2-4-15,1-6-2 0,1 0-1 0,-2-1-2 16,0 0-2-16,2-2 0 0,-4 0-1 0,-4 5 0 15,2 1 0-15,-5 5-1 0,-3 2 1 0,-2 6 0 16,-5 5-1-16,-2 7 0 0,-2 2-1 0,-4 8 0 16,-2 7 1-16,-3 5-1 0,-1 7 1 0,-3 9-1 15,-1 6 2-15,-2 6-1 0,0 6 2 0,-5 9 2 16,2 5 0-16,-3 5 2 0,-1 5 0 16,2 5 0-16,3-4-2 0,3-1-3 0,7-7-2 0,4-6-2 15,8-7 1-15,6-9-2 0,2-10 1 0,2-5 1 16,5-11 1-16,-2-5 1 0,-1-9 1 15,1-7 3-15,0-5 3 0,-5-5 2 0,1-4 7 16,-6-3 7-16,-1-4 6 0,-4-1 7 0,-3 0 4 16,-2-3 2-16,-5 0-2 0,-2 2-4 15,-5 0-6-15,-4 4-5 0,-2 0-5 0,-6 3-6 16,-1 5-4-16,-4 6-3 0,0 5-2 0,-1 4-2 16,0 6-2-16,3 4 0 0,2 5-3 0,1 3-1 15,4 5-12-15,1 1-20 0,5 1-41 0,3 4-77 16,4-2-122-16,4 1-239 0,2 1-303 15,3-5-371-15,3 3-382 0,0-5-127 0,1 0 486 16,6-2 773-16</inkml:trace>
  <inkml:trace contextRef="#ctx0" brushRef="#br0" timeOffset="17894.9">28755 1082 249 0,'3'-37'618'0,"-1"6"328"0,-1 4 158 15,-1 3-210-15,0 3-268 0,0 3-156 0,0 2-123 16,0 4-40-16,0 5 11 0,3 4-9 0,1 6-29 16,-1 4-25-16,0 5-18 0,0 5-40 0,2 4-52 15,-2 4-33-15,-2 7-11 0,1 6-5 0,-2 4 2 16,-2 6-6-16,-2 4-6 0,-4 4-9 0,0 1-8 15,-2 3-11-15,0-2-16 0,-2 2-11 0,4-1-9 16,4-4-17-16,-1-4-5 0,8-2 0 0,3-6 0 16,4-4 0-16,6-7 0 0,1-7 0 15,7-6 0-15,3-8 0 0,4-10 0 0,3-6 0 16,0-3 0-16,3-7 0 0,-2-2 0 0,1-1-2 16,-7 0-1-16,-3 2 1 0,-2 1 0 0,-4 2 1 15,-3 3 0-15,-4 3 1 0,-3 2 0 0,-2 4-1 16,-3 1 2-16,-1 6 0 0,-2 3 1 15,-2 4 0-15,-3 6 1 0,-2 1 0 0,-1 5-3 16,-1 5 0-16,-1 1 0 0,-2 5 0 0,0 0 0 16,-1 3 0-16,-1-2 0 0,0 2-1 15,3-1-17-15,-1-2-20 0,2-5-39 0,4-4-79 16,-1-2-134-16,0-8-251 0,3-5-318 0,2-3-391 16,2-8-412-16,3-3-96 0,0-10 608 0,4-3 765 15</inkml:trace>
  <inkml:trace contextRef="#ctx0" brushRef="#br0" timeOffset="18077.84">29474 1369 913 0,'0'-39'1860'0,"-4"5"-61"0,-9 9-445 15,0 7-379-15,-1 5-488 0,-2 5-249 0,-1 4-116 16,0 8-56-16,-1 0-28 0,2 5-16 16,-1 3-12-16,3 1-7 0,0-1-3 0,2 2-2 15,4 3-1-15,4-3-2 0,-1 0-3 0,5 1-21 16,0-2-61-16,5 1-87 0,-2-1-186 0,2-2-277 15,3 1-347-15,0 0-420 0,1-2-304 0,-3-1 137 16,1 2 835-16</inkml:trace>
  <inkml:trace contextRef="#ctx0" brushRef="#br0" timeOffset="20444.34">1826 3113 176 0,'5'-6'547'0,"-1"2"329"16,1-1 172-16,-2 3-178 0,2 0-209 0,-5 2-164 15,1 0-131-15,-2-3-68 0,1 3-5 0,3 0 1 16,-1 0-10-16,-1 3-23 0,1-1-26 0,-1 3-38 16,1 1-52-16,-2 1-44 0,2 3-35 0,-2 2-16 15,1 4-8-15,-1 3 0 0,0 5 3 0,3 2-1 16,-1 6 3-16,-1 3-2 0,1 4-4 0,1 3-3 15,-1 3-7-15,-1 4-1 0,1 2-3 0,-1 2-2 16,1-1-1-16,-2 4-8 0,2-2-3 0,-2 1-3 16,-2 3-6-16,2 1-4 0,-3 3-4 15,0-1 3-15,-2 3 1 0,2-1 4 0,-3-1 3 16,-1 0 0-16,1-1 2 0,1-2 3 0,0-2 0 16,0-3-9-16,-2-3-3 0,2-5-2 0,2 1-3 15,0-5-2-15,-1-3-1 0,3-3 3 0,-1-3 3 16,-1-2 1-16,3-2 1 0,-2-5 0 0,2-2-1 15,0-2 0-15,0-3-1 0,0-1 1 0,0-3-1 0,0-1 0 16,-2-4 1-16,2-1-1 0,-2-1 2 0,2-1 4 16,0-2 3-16,0-2 1 0,-3-1 2 15,3 0-1-15,-2-3-5 0,-1-3-8 0,0-2-4 16,0-3-5-16,-1-2-6 0,1 0-6 0,0-2-2 16,0 2-9-16,-2-2-5 0,4 1-14 0,-1 2-29 15,1-1-53-15,-3-1-52 0,1 4-49 0,-2-2-82 16,-1-2-121-16,0 2-124 0,-2-1-97 0,0-1-204 15,3 1-221-15,-1 1-83 0,-2-1 207 0,3 0 359 16</inkml:trace>
  <inkml:trace contextRef="#ctx0" brushRef="#br0" timeOffset="20727.64">1601 4663 49 0,'-3'3'322'0,"-2"2"227"0,3 1 241 0,1 1 5 15,2 1-139-15,1-1-97 0,-2 1-77 0,2 2-71 16,-1 2-76-16,-1 1-66 0,0 2-60 0,0 2-51 15,2 1-30-15,3 5 8 0,4 1 4 0,4 1 6 16,3 3 11-16,1 3 2 0,-1-1-12 0,1 1-23 16,2-2-12-16,-3 0-19 0,3 1-20 0,-1-2-16 15,0-5-10-15,-2 2-16 0,3-6-16 0,-2 0-7 16,-1-2-2-16,2-3-2 0,-2-2-1 0,-1-3 2 16,-2-4-2-16,3 0 0 0,-3-5-1 0,-1-1 4 15,2-7 1-15,-4-2 2 0,2-8 0 16,1-5 0-16,0-5-1 0,-1-5-4 0,1-5-3 15,1-3-4-15,-3 0-2 0,1-3-8 0,-3-1-60 0,-1 0-72 16,-3 1-148-16,-2 4-279 0,0 2-305 0,-1 4-367 16,-2 3-256-16,0 6 24 0,-2 6 637 15</inkml:trace>
  <inkml:trace contextRef="#ctx0" brushRef="#br0" timeOffset="22264.4">1078 6214 50 0,'6'-11'343'15,"-4"-3"234"-15,1 3 214 0,-3 0 28 0,2 1-139 16,2 1-98-16,-1 0-80 0,-3 2-56 0,2 1 11 16,-1-1-9-16,-1 7-55 0,0 0-54 15,0 0-41-15,0 0-38 0,0 0-65 0,0 0-56 16,0 0-30-16,0 0-25 0,0 0-16 15,0 0-16-15,0 0-12 0,0 0-9 0,0 0-11 16,2 9-6-16,-2 1-6 0,0 6-1 16,2 7-1-16,-1 5 2 0,-1 5-4 0,2 5-2 15,1 1 4-15,-1 3 0 0,-1 1 0 16,1 1-3-16,1 1 4 0,-1-3 1 0,2-1-4 16,-4-3-2-16,3-1-2 0,-1-6 0 15,-1-5 0-15,1-1 0 0,0-6-2 0,-1-2 1 16,1-4-1-16,-2-5 1 0,1 0 1 15,-1-1 0-15,0-7 1 0,0 0 2 0,0 0 2 16,0 0 0-16,-3-4 1 0,0-2 0 0,0-4-1 16,-2 0-2-16,-1-2 0 0,1-2 0 15,0 1-2-15,1-3-1 0,-1-2 0 16,0-1-6-16,1 0-1 0,-1-5-3 0,3-1-1 16,-1-2 1-16,0-4-2 0,3 0 11 15,0-2 4-15,-2 0 3 0,2-1 2 0,2 0-1 16,-2 1 1-16,0 3-5 0,0 2-3 15,1 3 0-15,1 1 1 0,-2 7 0 0,0 2 2 16,0 4 1-16,0 0 1 0,0 3 0 16,0 8 2-16,0 0 0 0,0 0 1 0,0 0-2 15,0 0 1-15,0 0-2 0,0 0-4 16,0 0-1-16,0 0 0 0,6 4 0 0,4 3 0 16,1 6 1-16,0 5 2 0,6 2 2 15,-2 6-1-15,4 4 1 0,-1 5-1 0,0 1 1 16,-1 0-2-16,-2 3 0 0,0-5-1 0,1-2 0 15,-2-2 0-15,-1-4-1 0,1-4 0 0,-3-3-1 16,-1-4 0-16,1-2-1 0,-3-5 0 16,-2 0 1-16,-1-4 1 0,0-2 2 0,1-4 0 15,-3-4 2-15,0-5 0 0,0-6 1 0,-1-4-2 0,-2-5 0 16,2-2 0-16,-2-4 0 0,-2-2-1 0,0-1-1 16,-3-1 0-16,1-1-2 0,-4-5-2 15,-1 3-2-15,-1-2 0 0,1-1 1 0,-1 1 0 16,2 3-1-16,2 1 2 0,-2 7 0 0,3 5-1 15,2 3-1-15,0 5 0 0,3 4-3 0,0 2 0 16,0 3-3-16,1 3-6 0,3-1-11 0,2 6-17 16,3 0-30-16,2 6-71 0,-1-1-78 0,-1 5-127 15,-6 1-201-15,2 3-308 0,-1 0-329 0,-1 4-219 16,0-2-78-16,-3 4 433 0,2-1 594 0</inkml:trace>
  <inkml:trace contextRef="#ctx0" brushRef="#br0" timeOffset="22892.74">1574 6103 185 0,'7'-3'636'0,"0"0"411"0,-2 0 156 16,-3 1-224-16,-1 1-286 0,-1 1-195 0,2 0-138 15,1 0-81-15,2 3-32 0,1 1-13 0,0 2-10 16,1 5-22-16,-1 3-28 0,1 2-31 0,-1 4-33 16,3 4-25-16,-2 1-20 0,-1 5-14 0,0 0-12 15,2 2-5-15,0 2-6 0,-3-1-6 0,1 3-4 16,1-4-7-16,0-1-4 0,-2 0-3 0,0-3 0 15,1-3-2-15,-2-1 5 0,-1-4 3 0,0-3 1 16,1 0 1-16,-2-7 0 0,1 1 1 16,-3-5-2-16,3 0-1 0,-3-3 1 0,0 2 1 15,2-4 0-15,-2 1 3 0,0-2-1 0,-2-3-8 16,2-3-3-16,0-3-4 0,-1-4-2 0,-1-3-4 16,2-2-1-16,0-3 5 0,-2-2 2 0,1 0 1 15,-1-4 1-15,1 0 0 0,-4-5 0 0,4 1 0 16,-2-2 3-16,1 0 3 0,0-2 0 0,2 1 0 15,-1 1 0-15,1 1 1 0,1 4-5 0,-1-1-1 16,2 4 0-16,0 0 0 0,-1 3 0 0,2 3 0 16,2-1 0-16,-2 3-6 0,2 2 2 0,-2 3 0 15,2 2-4-15,0 3 4 0,-1 2 2 0,4 2 8 16,2 3 0-16,-1 3 0 0,2 2 5 0,2 4-3 16,0 3-2-16,-1 3 0 0,1 3-1 0,1 3 0 15,0 1-1-15,0 3-1 0,-3 4 0 0,2 1 0 16,1 3-2-16,-2 1-2 0,-2 0 1 0,0 0 0 15,-2-3-2-15,0 1-1 0,1-2-1 0,-1-3 0 16,-3 0-1-16,0-4-2 0,-2 0 2 0,3-4-1 16,-4-1 1-16,-1-3 0 0,-1 0-9 0,0-3-14 15,-1-2-28-15,-3-1-67 0,0-3-72 0,-2-2-131 16,-2 0-192-16,-1-2-304 0,-1-2-338 0,2-1-243 16,-4-2-125-16,0 0 403 0,-1-3 611 15</inkml:trace>
  <inkml:trace contextRef="#ctx0" brushRef="#br0" timeOffset="23094.41">1780 6373 46 0,'6'0'579'16,"1"2"471"-16,-1-2 173 0,0 0-101 0,-1 0-373 16,1 0-314-16,-1-2-182 0,1 2-80 0,4-3-31 15,1 2-18-15,2-1-3 0,2-1-25 0,0-1-24 16,3-1-28-16,1 1-22 0,-1-3-10 0,4 2-11 15,-2 0-22-15,0-1-43 0,-2 0-132 0,0 1-232 16,-1-1-282-16,-2 4-295 0,0-1-268 16,-2 0-74-16,-1 3 453 0</inkml:trace>
  <inkml:trace contextRef="#ctx0" brushRef="#br0" timeOffset="23545.37">2259 6068 204 0,'2'8'826'0,"-4"0"403"0,2 0 20 0,0 4-127 16,3 2-384-16,2 2-247 0,-1 0-125 15,1 3-67-15,3 1-46 0,-1 2-52 0,2 2-63 16,-1 0-58-16,2 1-35 0,2 0-19 0,-2 2-11 16,-1 0-4-16,3-2-7 0,-2 1-2 15,0-4-1-15,-1 1-1 0,-1-5 1 0,-3-3 1 16,0-3 2-16,-2-3 7 0,-2-2 4 0,-2-2 1 15,-1-5 2-15,-1-2-3 0,-2-4-3 0,-1-1-7 16,-1-4-4-16,-2-4-2 0,1-2-2 16,-2-2 0-16,0-3 0 0,2-4-1 0,0-4-1 0,-3-4-1 15,3-2 0-15,3-3 1 0,0-5 0 16,5 2 3-16,0-1 2 0,5 2 0 0,0 4 0 16,3 2 2-16,3 4-1 0,-2 4-1 0,5 1 1 15,-1 5 1-15,0 4 1 0,1 1-2 16,0 4-1-16,2 3-1 0,-3 3 1 0,1 3 0 15,-3 3 0-15,-1 2 0 0,0 4 2 0,-3 1 0 16,-1 4 1-16,-4 2 3 0,-2 4 1 0,-2 1 4 16,-4 3 3-16,-2 3 0 0,-3 1 2 15,-2 1-3-15,-1 2-1 0,-2 1-3 0,-1-3-2 16,1 2-2-16,-1 0-3 0,-1-2-3 0,1-2-12 16,2-2-50-16,0-1-76 0,2-5-145 0,2 0-274 15,3-3-309-15,5-4-374 0,0-1-320 0,3-4-25 16,3-2 651-16</inkml:trace>
  <inkml:trace contextRef="#ctx0" brushRef="#br0" timeOffset="24327.17">2705 5873 181 0,'0'2'558'0,"-2"0"331"0,0-1 154 15,1 0-197-15,1 4-232 0,1-3-152 0,1 7-129 16,1 0-74-16,4 4-33 0,1 4-24 0,1 2-18 15,4 2-28-15,-2 3 24 0,5 1 9 0,-2 5 0 16,3-2-12-16,-1 2-14 0,0 4-13 0,1-1-44 16,-3 2-32-16,1-2-25 0,-1 0-16 15,-3-3-14-15,1-3-8 0,-2 1-5 0,-2-6-2 16,1-2-2-16,-4-4 2 0,0-3 6 0,-2-3 4 16,-1-4 6-16,-1-1 1 0,-1-5 2 0,-1-3 2 15,1-6-7-15,-3-6-5 0,-1-3-5 0,1-7-4 16,-2-1-1-16,-2-6-4 0,-1-1 0 15,-2-3 0-15,1-3 3 0,-1 0-1 0,-1-3 2 16,0 1 0-16,3 2 2 0,2-1-2 0,-1 5-1 16,4 3-2-16,0 2-2 0,3 3 0 0,2 4-1 15,-1 2-1-15,4 5 1 0,0-1-1 16,1 3 0-16,2 2-1 0,3 2 1 0,-3 3-2 16,0-1 0-16,3 4 2 0,-3 1 1 0,0 3 0 15,0 1 3-15,-1 4 3 0,0 2 2 0,-2 4 5 16,-4 2 2-16,1 4 5 0,-2 4 3 15,-3 1 3-15,1 5 3 0,-3 2 1 0,0 0 1 16,2 1-1-16,-1 2 0 0,1 0-1 0,1-1-2 16,-1 2-2-16,3-1-4 0,3-1-4 0,-1-2-3 15,1-1-4-15,3-2-3 0,0-4-3 16,1-1-1-16,1-1-2 0,3-6 0 0,0-1-1 16,0-2 0-16,3-3 0 0,-1-3-1 0,4-5 1 15,-1-3 0-15,3-3-1 0,0-3-10 0,0-2-19 16,0-4-50-16,0 0-74 0,-2-1-110 0,-1-2-182 15,0-1-296-15,-2 2-342 0,0-1-305 0,-1-3-160 16,-2 1 284-16,-2-1 656 0</inkml:trace>
  <inkml:trace contextRef="#ctx0" brushRef="#br0" timeOffset="24561.97">3293 5701 6 0,'-2'8'569'0,"-1"2"546"0,0 5 224 15,1 4-45-15,1 3-263 0,-2 3-376 0,1 4-218 16,2 1-120-16,0 3-72 0,0 1-73 0,5 4-68 16,-2-2-43-16,3 0-24 0,2 1-14 15,0-4-5-15,6 0-2 0,-1-1-7 0,4-4-5 16,1-2-3-16,2-4-3 0,2-4-3 0,2-3-1 16,0-6-19-16,1-4-48 0,-1-7-65 0,1-2-70 15,-4-8-116-15,-2-3-181 0,1-5-261 16,-4-1-264-16,0-2-209 0,-2-3-113 0,-3-3 272 15,-3 1 508-15</inkml:trace>
  <inkml:trace contextRef="#ctx0" brushRef="#br0" timeOffset="24749.33">3378 5559 189 0,'-7'1'834'0,"2"5"423"0,0-1 19 16,5 1-190-16,0 1-437 0,3-1-324 0,2 1-163 15,4 0-79-15,2-2-41 0,2-1-17 0,4-1-13 16,2-2-9-16,2-1-4 0,1-1 2 0,0-1-1 16,-1 1-13-16,1-2-39 0,-2 2-141 0,-4-1-251 15,-2 2-278-15,-4 3-272 0,-3 1-249 16,-6 2-20-16,-2 3 484 0</inkml:trace>
  <inkml:trace contextRef="#ctx0" brushRef="#br0" timeOffset="24909.72">3283 5935 73 0,'-10'19'642'0,"3"-1"474"0,-1-5 136 0,5-1-132 16,1-3-383-16,4-2-346 0,4-3-192 15,2 0-99-15,6-6-45 0,2-1-24 0,6-4-15 16,3-2-4-16,4-6-10 0,4 0-42 0,-1-3-115 16,1 0-179-16,0 1-289 0,-1 1-270 15,0 1-259-15,-4 4-78 0,-1 2 339 0,-2 4 479 16</inkml:trace>
  <inkml:trace contextRef="#ctx0" brushRef="#br0" timeOffset="25094.43">3741 6057 84 0,'-5'21'670'16,"2"-1"478"-16,-2 4 132 0,3 2-121 0,-1 1-356 15,0 3-316-15,1 0-184 0,2 2-88 0,0-1-56 16,3-2-42-16,2-2-62 0,0-2-78 15,0-2-74-15,2-3-131 0,1-3-186 0,0 0-302 16,2-4-286-16,1 2-242 0,0-5-85 0,0 1 366 16,2-2 526-16</inkml:trace>
  <inkml:trace contextRef="#ctx0" brushRef="#br0" timeOffset="25443.22">3963 5713 489 0,'-3'-22'1036'16,"-3"3"244"-16,3 0-75 0,1 7-286 15,1 0-371-15,1 3-204 0,1 0-110 0,2 3-36 16,5-1-31-16,0 1-25 0,2 0-37 0,2 4-21 16,2-3 0-16,4 4-15 0,-2 0-8 15,1 2 6-15,1 5 2 0,0-1-8 0,0 3-8 16,-1 2-4-16,0 3-2 0,-2 2-9 15,-2 2 0-15,-1 1 1 0,-2 3-1 0,-2 1 2 16,-2 1 4-16,-3 4 0 0,-3-2-2 16,-2 2-2-16,-1 1-5 0,-1 2-7 0,-1 0-5 15,-2-1-7-15,1 0-5 0,0 2-4 0,-2-2-3 16,3-1-1-16,-1 1-1 0,3-4-2 0,-1 0-2 16,4-3-1-16,2 0-2 0,1-2-9 15,4-2-21-15,-1-3-66 0,3-4-80 0,1-1-165 16,1-6-279-16,3-2-330 0,-1-2-393 15,4-5-262-15,-1-1 51 0,1-4 731 0</inkml:trace>
  <inkml:trace contextRef="#ctx0" brushRef="#br0" timeOffset="25796.71">4066 5907 28 0,'-8'6'901'0,"-6"-2"809"0,1-1-11 0,-2 2-356 16,0-2-399-16,4 0-403 0,-1 0-262 0,5-2-117 16,1 0-62-16,3 1-36 0,4-2-28 15,2-2-19-15,7 0-10 0,4-3-5 0,7-2-1 16,4-2-1-16,5-3-11 0,3-3-30 0,2 1-84 16,-2-2-140-16,-1 1-257 0,1 2-313 15,-3-1-400-15,-1 2-444 0,-4 2-64 0,-1 3 670 16</inkml:trace>
  <inkml:trace contextRef="#ctx0" brushRef="#br0" timeOffset="26326.1">4526 5648 54 0,'3'-6'616'0,"-1"2"500"0,-2 0 207 16,-2 2-28-16,2 1-305 0,-1 1-350 0,1 0-200 15,-2 1-110-15,1 2-76 0,-1 3-84 16,0 0-70-16,1 3-37 0,-1 5-21 0,2 1-9 15,0 3-4-15,0 6 0 0,2 3-2 0,1 3 3 16,0 3 1-16,2 4-6 0,1 1-3 16,2 1-5-16,0-2-4 0,3-2-6 0,0-2-3 15,2-2-2-15,1-4-1 0,2-2-1 0,3-5-1 16,0-2-1-16,3-3 1 0,2-6-1 16,0-4 1-16,2-2-1 0,3-8 2 0,1-2-2 15,2-7-4-15,-2-4-14 0,-2-1-55 0,-3-4-79 16,-3 1-149-16,-4-2-273 0,-1 1-317 0,-6-1-391 15,-1 0-322-15,-6-1-4 0,-4 2 681 16</inkml:trace>
  <inkml:trace contextRef="#ctx0" brushRef="#br0" timeOffset="26546.27">4482 5563 134 0,'-9'6'914'0,"4"0"608"0,0-2-36 15,5 3-287-15,0-4-428 0,3 1-347 0,5 0-217 16,3 0-106-16,3-2-44 0,5-1-3 0,2-2 2 16,6-3-3-16,5-2-1 0,2-3-1 15,4-2-3-15,0 1-18 0,0-3-13 0,2-1-7 16,-1 1-6-16,-4 1-18 0,-2-1-67 0,-5 6-69 16,-7 0-128-16,-2 2-205 0,-8 4-308 15,-5 4-338-15,-4 2-231 0,-7 5-84 0,-7 3 431 16,-3 2 587-16</inkml:trace>
  <inkml:trace contextRef="#ctx0" brushRef="#br0" timeOffset="26692.89">4596 5881 169 0,'2'11'455'16,"-1"-2"203"-16,5-3 111 0,2-2-162 0,3-2-273 16,5-4-156-16,0-2-82 0,4-2-37 15,2-3-15-15,2-4-9 0,3 0-16 0,3-3-63 16,0 0-160-16,2-3-275 0,-2 1-176 15,2 0-80-15,-2 2 56 0,-2 0 210 0</inkml:trace>
  <inkml:trace contextRef="#ctx0" brushRef="#br0" timeOffset="27210.71">5293 5584 162 0,'-5'0'1092'0,"0"0"635"0,-2 2-133 0,2 1-360 16,0 0-447-16,0 0-327 0,0 1-228 16,2 1-102-16,2 2-50 0,-2 4-23 0,3 2-13 15,0 4-10-15,0 3-6 0,3 1-5 0,-2 3-3 16,1 6-5-16,1-2-7 0,0 3-5 16,-1 4-3-16,1-1-1 0,0 0-1 0,1-2-1 15,-1-3 1-15,0-2-1 0,1-7 0 0,-2-3 0 16,1-4 0-16,0-5 2 0,-1-6 1 15,0-5 1-15,-1-7 1 0,1-3 1 0,-2-5 1 16,1-4-1-16,-1-4-2 0,-1-4 0 0,1-4 1 16,-3-4-2-16,-1-3 0 0,1-3 0 15,-2-3 0-15,-1 1 0 0,3 1 0 0,-2 3 0 16,4 4 0-16,-1 7-2 0,-1 5 1 16,3 5-3-16,0 6 0 0,2 5 1 0,2 6 1 15,1 5 2-15,4 9 1 0,1 7 3 0,0 4 1 16,4 6 0-16,-2 5-2 0,4 4 0 0,-3 2-2 15,4 1-1-15,-1-2 0 0,1 1-2 16,-1-5 0-16,3-4-1 0,-3-2 1 16,-2-6 1-16,1-7 0 0,-1-3 2 0,-3-9 0 15,0-4 2-15,1-7 0 0,-2-5 0 0,0-4 0 16,-3-3-1-16,-2-4 0 0,-2-2-1 0,-3-3-1 16,0 1-1-16,-3 0-1 0,1 0-2 15,-1 2-6-15,0 2-12 0,-3 2-29 0,3 2-75 16,-2 3-91-16,3 2-165 0,1 2-285 15,1-1-335-15,3 3-369 0,2 2-197 0,4 1 145 16,1 1 682-16</inkml:trace>
  <inkml:trace contextRef="#ctx0" brushRef="#br0" timeOffset="27360.49">5761 5439 118 0,'8'12'1036'0,"-5"4"710"0,-3 3-93 0,0 6-362 15,-3 5-437-15,-2 2-344 0,0 6-238 0,1 1-110 16,-1 2-58-16,0-1-35 0,-1 1-27 15,3-2-21-15,1-2-12 0,2-1-8 0,0-4-12 16,2-4-25-16,1 0-73 0,0-7-89 0,2-1-199 16,-1-2-288-16,3-2-353 0,3-2-426 15,0-5-233-15,3-1 204 0,0-4 846 0</inkml:trace>
  <inkml:trace contextRef="#ctx0" brushRef="#br0" timeOffset="27759.71">6346 6111 114 0,'0'-20'854'16,"0"-4"666"-16,-3-4 42 0,1-5-268 0,-1-6-426 15,1-5-341-15,-1-7-197 0,2-3-118 0,-1-3-56 16,2-1-36-16,0 2-22 0,2 2-18 16,-1 6-16-16,2 3-13 0,1 8-10 15,-1 5-12-15,0 7-8 0,2 4-8 0,1 6-3 16,5 4-3-16,0 6-1 0,3 10 1 0,-1 3-2 15,4 10 1-15,-1 7-2 0,2 8 1 0,-1 6-3 16,0 7 0-16,-2 4-2 0,2 6-3 16,-4 1-5-16,1 1-13 0,-3 2-27 0,-3-6-59 15,-3-3-83-15,1-6-161 0,-5-6-280 16,1-3-329-16,-2-9-390 0,-2-4-304 0,1-9 51 16,-5-3 732-16</inkml:trace>
  <inkml:trace contextRef="#ctx0" brushRef="#br0" timeOffset="27934.39">6515 5788 572 0,'-6'-18'1532'0,"1"7"200"0,-1 6-333 16,3 6-343-16,-1 5-482 0,4 5-284 0,2 2-142 15,3 4-65-15,3-1-31 0,6 2-20 0,2-1-11 16,4-3-12-16,4 0-14 0,4-5-69 16,-2-2-88-16,1-3-189 0,1-2-276 0,1-4-329 15,-1-2-414-15,-1-3-264 0,0-4 147 16,-2-1 787-16</inkml:trace>
  <inkml:trace contextRef="#ctx0" brushRef="#br0" timeOffset="29142.48">5111 2504 331 0,'-9'3'650'0,"-4"-3"289"0,4 0 130 0,-1 0-255 16,2 0-253-16,2 0-114 0,1 0-72 0,2-3-48 16,0 3-57-16,1 0-44 0,0 3-30 15,2-3-36-15,0 0-23 0,0 0-32 0,2 0-18 16,-2 2-16-16,2-2-10 0,-1 2-10 0,1-2-16 16,0 0 8-16,2 3 6 0,3-2 9 0,2 3 4 15,2 1 5-15,4 1 4 0,2 0-10 0,3 2-8 16,1 0-7-16,4 3-3 0,4 0-3 15,2 1-3-15,3 3-2 0,2 0-3 0,3 1 3 16,2 1-4-16,4 1-5 0,2 0-2 0,5 1-3 16,4 1-1-16,8 1-7 0,1 1 0 0,6 5 5 15,4-1 1-15,-1 0-1 0,4 6-3 0,-3 1 1 16,0 2 1-16,0 1-1 0,-2 1-1 16,0 1 2-16,1 1 1 0,-1 1-1 0,-3 1-2 15,-1-2-3-15,-1-1-4 0,-3 0-1 16,-2-3-2-16,-4-1-2 0,-1-1-1 0,-1-3 0 15,-3-2 1-15,-2-2 0 0,0-2 0 0,-4 0 1 16,1-4-1-16,-3 1-1 0,1-2 0 0,-4-1-1 16,1-1 0-16,-3 0-1 0,-3-3 0 15,-2 1-1-15,-1-1-1 0,-3-3 1 0,-2 0-1 16,-2 0 0-16,-4-4 0 0,0 1 1 16,-4-3 0-16,-2-3 1 0,1 0 2 0,-5-1 3 15,-1-1 1-15,-2 0 3 0,-2 0 1 0,-3-1 2 16,-1 1-1-16,-2 0 0 0,1 0-1 15,-3 0-1-15,-1 1-2 0,-1-1-1 0,-3 2-2 16,1-1-2-16,-3 2-3 0,-2 2-1 0,0-3-7 16,-3 3-11-16,3-2-18 0,-4 1-28 15,2-1-68-15,-2 1-87 0,2-4-162 0,0 0-277 16,1-2-328-16,1-1-395 0,2 0-251 16,-1-1 68-16,1-3 722 0</inkml:trace>
  <inkml:trace contextRef="#ctx0" brushRef="#br0" timeOffset="29476.01">7832 3511 58 0,'8'6'638'0,"-2"2"499"0,-1-1 144 0,0 2-103 15,2 3-278-15,0-1-298 0,1 2-178 16,0 2-94-16,0 0-58 0,1 1-52 0,1 1-69 15,-2 0-60-15,4 1-35 0,-2-1-20 0,1 4-11 16,0-4-6-16,-1 3-5 0,1-3-6 16,-2 0-1-16,1 2-1 0,-2-2-2 0,-2 1 2 15,0-3 2-15,-3 2 8 0,0-1 5 0,-3-1 6 16,-3 1 6-16,-4-1 2 0,-3 2-2 16,-1 0-7-16,-5-1-6 0,-3 4-5 0,-5-1-5 15,-1 2-5-15,-5 0-2 0,-2 4-3 16,1-3-3-16,-4 0-1 0,3 0-10 0,2 0-23 15,0-6-67-15,2-1-81 0,6-5-171 0,3-1-283 16,1-7-326-16,7-2-388 0,0-2-245 16,5-7 85-16,3-1 737 0</inkml:trace>
  <inkml:trace contextRef="#ctx0" brushRef="#br0" timeOffset="30676.68">8833 3707 105 0,'0'-13'525'0,"0"3"415"0,0 1 248 16,-2 2-101-16,1 2-290 0,-1 2-170 0,2 0-134 16,0 3-100-16,0 4-74 0,0 3-57 15,0 6-55-15,2 4-58 0,1 6-31 0,0 6-28 16,2 3-15-16,0 4-5 0,1 5-7 16,0 3-4-16,-3 2-11 0,1 1-8 0,-3 0-10 15,1 0-6-15,1-3-9 0,-1-4-5 0,-1-4-4 16,1-4-2-16,0-7-1 0,-1-4-2 15,-1-2 1-15,0-6 5 0,0-4 4 0,0-2 1 16,-3-4 1-16,1-4 0 0,-3-7 0 16,2-5-5-16,-2-6-5 0,2-6-2 0,0-5-2 15,0-6 1-15,2-4-2 0,1-6-1 0,0-2-1 16,0-4 2-16,1-1 1 0,5-2 0 0,-1-1-1 16,1 3 1-16,3 3 1 0,1 5-1 0,0 3-1 15,1 7-1-15,1 5 1 0,0 7 0 16,-1 3 2-16,3 5-1 0,-1 3 1 0,1 6 1 15,0 3 1-15,0 3-1 0,1 4 1 16,0 6-1-16,1 1-1 0,-2 5 1 0,-1 0-1 16,0 4 1-16,-1 1 1 0,-2 4-1 0,-2 4 2 15,-2-1 0-15,-3 3 4 0,-1-1 4 16,-6 5 1-16,0 0 3 0,-5 1 3 0,-1 3-1 16,-1 0-4-16,-3 0-1 0,-1-2-3 15,-2 2-4-15,3-3-2 0,-2-3-2 0,3-1-1 16,-1-5-1-16,1-2-2 0,5-5 1 0,-1-2-1 15,3-4-2-15,1-1 1 0,3-3-2 0,1-3 1 16,2 2 0-16,4-5 1 0,0-1 1 16,5-2 1-16,2-2 1 0,2-2 0 0,4-4 1 15,2-1 0-15,3-4-5 0,2-4-9 16,3 1-15-16,1-6-21 0,2-1-42 0,-1 1-75 16,3-1-71-16,-4-3-108 0,1 4-159 0,-2-1-259 15,-2 2-286-15,-4 3-196 0,2 0-147 16,-4 1 219-16,-2 4 523 0</inkml:trace>
  <inkml:trace contextRef="#ctx0" brushRef="#br0" timeOffset="30960.77">9503 3951 189 0,'0'3'622'16,"0"2"394"-16,-1 0 166 0,-4 4-206 0,2 2-269 15,2 3-169-15,-1 3-115 0,2 4-75 16,0 0-44-16,3 4-34 0,0 3-36 0,5 2-57 16,-2 0-51-16,4 0-39 0,4-1-35 15,0-1-22-15,5-4-18 0,0-7-7 0,5-4-2 16,1-6 0-16,2-8 1 0,3-7 0 0,0-9 0 15,-1-7 0-15,-1-5 2 0,-1-4-3 0,-3-5 1 16,-2-1 0-16,-3 0 6 0,-5-1 5 16,-6 3 9-16,-3-1 6 0,-5 3 7 0,-5 2 2 15,-3 0-4-15,-5 1-4 0,-5 3-9 16,-6-2-4-16,-1 1-7 0,-4 5-4 0,-2 1-1 16,-3 5-3-16,0 3 1 0,0 8-4 0,1 5-2 15,1 6-1-15,2 5-3 0,2 6 0 16,6 5-5-16,4 3-7 0,1 0-37 0,6 2-75 15,3-1-86-15,3-2-158 0,2-2-292 0,6-3-336 16,3-1-341-16,4-4-177 0,3-5 134 16,4-1 647-16</inkml:trace>
  <inkml:trace contextRef="#ctx0" brushRef="#br0" timeOffset="31258.59">10128 3616 193 0,'25'-14'554'0,"-4"1"298"0,-4 1 173 15,-1 3-110-15,-2 4-236 0,-2-1-121 0,-2 6-19 16,-2 0-23-16,-1 2-65 0,-2 4-81 16,-4 3-64-16,1 2-69 0,-4 0-76 0,-1 3-54 15,-2 3-29-15,0 1-17 0,-1 1-12 16,-3 2-9-16,-1 3-5 0,2-1-4 0,-3 4-3 16,2 0-3-16,-3 3-1 0,2 0 1 15,-2 6-2-15,1-2-2 0,0 3-3 0,2-2-4 16,1 1-4-16,1-3-4 0,1-1-3 0,3-4-2 15,2-3-2-15,2 0-1 0,4-6-2 0,1-1 0 16,4-3-1-16,-1-2 1 0,2 0-2 16,2-4-7-16,0 0-16 0,-1-2-34 0,3-1-76 15,-2-1-97-15,0-1-187 0,1-1-291 16,-1-1-344-16,4-2-376 0,-2 0-188 0,2-2 217 16,1-1 734-16</inkml:trace>
  <inkml:trace contextRef="#ctx0" brushRef="#br0" timeOffset="32125.36">10639 3841 29 0,'-5'-13'355'0,"0"1"268"0,-1 0 248 16,1-2 79-16,2 1-238 0,0 0-170 16,-2 3-98-16,4 1-73 0,-1 2-66 15,-1 1-48-15,3 1-32 0,-2 2-11 0,2 3 3 16,0 2 7-16,0 1-10 0,2 6-26 0,-2 3-33 15,0 5-27-15,3 6-34 0,-1 4-22 0,-1 4-16 16,1 5 0-16,1 1-2 0,-2 5-6 0,2-1-5 16,-1 1-7-16,1 1-6 0,-1-3-8 15,1-4-5-15,0-5-7 0,2-4-4 0,-2-4-3 16,2-5-3-16,-2-3 0 0,0-4 0 16,0-7 1-16,1-4 1 0,0-6 1 0,0-7 0 15,0-7 0-15,1-6-2 0,-1-3 1 0,0-4-1 16,-1-3 0-16,-1-2 0 0,-1 1 0 0,-1-2-1 15,-3 0 1-15,1 1 0 0,-3 2 1 16,-2 2-1-16,2 4 0 0,0 3 1 0,2 6-1 16,-2 2 1-16,2 6 1 0,1 4 1 15,1 3-1-15,-1 6-1 0,2 7 2 0,0 4-3 16,3 5-1-16,-1 6 1 0,1 2 1 0,2 4 1 16,0 1 0-16,1 2-1 0,3 1 1 15,-2-2 0-15,1-1-2 0,2-1 0 0,0-3 1 16,0-4-2-16,1-3-2 0,3-5 1 0,-1-8-1 15,3-5 2-15,1-7 0 0,2-7 1 16,3-8 0-16,-1-3-1 0,3-7 0 0,-1-3 0 16,-1-2 0-16,-3-1 1 0,0 1 2 0,0-1 0 15,-5 4 1-15,-1 2-1 0,-2 3 2 16,-4 4-1-16,-1 4 2 0,-1 4 6 0,-2 6 2 16,0 2 0-16,-2 4 0 0,-2 7-1 0,-2 2-4 15,-2 7-5-15,2 5-3 0,-2 3-2 16,2 6-1-16,-2 2 1 0,3 2 0 0,-1 3 0 15,-1 3 0-15,4 1 1 0,0-2-2 0,0 1-2 16,4-2 0-16,1-3-13 0,0-3-30 16,1-5-73-16,4-6-78 0,-1-5-146 0,2-6-268 15,-1-5-325-15,2-7-353 0,3-4-218 16,-1-6 12-16,0-4 600 0</inkml:trace>
  <inkml:trace contextRef="#ctx0" brushRef="#br0" timeOffset="32331.2">11347 3675 178 0,'9'-4'889'0,"-5"10"567"16,-3 4 43-16,-1 4-225 0,-1 3-454 0,-1 4-320 16,-1 3-181-16,-2 3-109 0,1 1-68 0,-1 5-51 15,-2 1-31-15,1 2-22 0,1 2-12 16,-2-3-13-16,2 1-6 0,2 0-4 0,1-4-10 16,2-2-41-16,2-6-81 0,-1-3-118 0,2-5-222 15,1-2-299-15,0-7-365 0,1-1-354 16,-2-5-112-16,-1 1 440 0,-2-2 710 0</inkml:trace>
  <inkml:trace contextRef="#ctx0" brushRef="#br0" timeOffset="32660.05">11641 4257 270 0,'3'2'1176'0,"-1"-1"506"0,-2 2-167 16,0-3-328-16,-2-3-469 0,-1-2-291 0,3-4-198 15,-1-5-91-15,2-5-46 0,1-5-30 16,1-4-20-16,3-4-12 0,4-5-11 0,-4-2-7 16,2-5-2-16,2-4-3 0,0-3-2 0,0 0-1 15,0-1-2-15,0-1 1 0,0 2 0 16,-2 5-2-16,1 5 0 0,-1 5-1 0,-1 8-2 16,-2 5-2-16,-1 5 0 0,2 5-1 15,-3 4 1-15,2 4 3 0,-1 5 1 0,0 5 3 16,1 4 0-16,0 6 0 0,2 3 2 0,0 4 2 15,-1 4 1-15,1 4-1 0,0 3 1 0,1 1 0 16,-1 4-3-16,-1 0-1 0,-1 3-2 16,1 1 1-16,-3 2-1 0,0 0-2 0,1-1-1 15,-1-2-2-15,0-2-14 0,0-3-36 16,0-4-73-16,-1-4-82 0,-2-3-162 0,-2-4-293 16,-1-6-329-16,0-5-346 0,0-2-202 0,-2-3 102 15,0-5 669-15</inkml:trace>
  <inkml:trace contextRef="#ctx0" brushRef="#br0" timeOffset="32843.74">11674 3916 90 0,'-4'-4'698'16,"0"2"498"-16,0 1 116 0,0 2-167 0,0 2-385 16,4 0-374-16,0 0-184 0,6 1-97 15,0 1-54-15,2-1-22 0,5-2-12 0,4-2-8 16,2 0-10-16,4-2-28 0,0-1-78 0,1 1-176 15,-1-2-295-15,0 2-269 0,2-2-274 16,0 3-188-16,1-2 205 0,0 0 555 0</inkml:trace>
  <inkml:trace contextRef="#ctx0" brushRef="#br0" timeOffset="33328.5">12171 3628 39 0,'-2'-7'608'0,"-3"3"511"0,-1 4 187 0,1 4-89 16,-1 1-291-16,2 5-320 0,0 3-185 0,1 2-97 16,1 5-62-16,2 3-56 0,0 2-58 15,0 5-55-15,2 3-32 0,1 3-22 0,1 4-12 16,0 4-7-16,1 2-9 0,-2 2-4 16,0 0-5-16,3-1-1 0,-2-3-1 0,1-6 0 15,-1-5-1-15,2-7 1 0,-1-7 2 0,2-4 1 16,-3-9-1-16,1-5 1 0,-2-8 1 0,3-8-2 15,-1-4-1-15,0-7 1 0,-2-5 0 16,0-4-1-16,1-4-2 0,-1-2 1 0,0-3 0 16,1-1 0-16,0-1 0 0,0-3 1 15,1 2-1-15,3 0 0 0,0 2 0 0,3 2 0 16,-1 4-2-16,-1 5 0 0,4 4-1 0,0 3 0 16,-3 4 2-16,3 4-1 0,-2 4 1 15,2 4 1-15,-2 1 0 0,1 4-1 0,-2 3 0 16,0 3 0-16,0 2 1 0,-3 2 0 0,-1 4 1 15,-1 2 0-15,-3 1 0 0,-1 3 1 16,-2 4 0-16,-3 1 3 0,0 3 2 0,-3 1 4 16,-4 5 5-16,2 0 6 0,-3 4 7 0,-1 1 5 15,0 3 2-15,0 0 1 0,0 3-3 16,2 0-5-16,1 1-6 0,3-2-8 0,1-1-3 16,2-2-5-16,3 0-3 0,2-2-2 15,1-3-1-15,4-3-2 0,3-3-1 0,1-4-3 16,3-2-13-16,0-2-37 0,4-4-83 0,0-5-132 15,-1-1-263-15,2-1-311 0,-1-4-383 0,4 1-404 16,1-2-57-16,0-2 624 0</inkml:trace>
  <inkml:trace contextRef="#ctx0" brushRef="#br0" timeOffset="34116.03">13069 3565 373 0,'0'-2'894'0,"0"-2"323"0,0 2-9 0,-2 2-277 16,2 0-293-16,0 6-171 0,2 1-91 15,0 7-58-15,2 3-46 0,-1 5-36 0,2 6-53 16,0 3-50-16,0 5-37 0,0 5-22 0,-1 3-9 15,2 1-10-15,-3 3-9 0,2 2-11 0,-2 0-10 16,2-4-8-16,2-4-7 0,0-5-5 16,0-5-4-16,2-5-1 0,1-6 0 0,2-6 1 15,0-8 0-15,2-7 1 0,0-8 1 16,5-9 0-16,-2-8-1 0,2-8-1 0,2-6-1 16,0-6-1-16,1-2 2 0,-1-2-1 0,0-2 2 15,-2 1-1-15,0 4 1 0,-5 0 1 16,-1 8-2-16,-2 3 2 0,-3 7-1 0,-3 4 2 15,-2 5-1-15,-1 5 0 0,-2 5 0 0,-2 2-3 16,-1 6-3-16,-2 4 1 0,-1 4 0 16,-1 4-1-16,0 5 1 0,0 3-1 0,1 3 1 15,-1 2 1-15,1 5-1 0,-2 4 3 16,4 1 1-16,-3 4 2 0,2 4 1 0,0 1 0 16,-2 1 0-16,5-3-3 0,1 0 0 0,2-3-3 15,4-6 0-15,1-4-1 0,4-6 0 0,1-3-1 16,3-8 1-16,2-5-7 0,4-5-15 15,2-5-48-15,-2-4-76 0,0-6-104 0,0-4-185 16,-2-2-300-16,1 1-344 0,-3-4-318 16,0 0-158-16,-4 1 274 0,-1-3 670 0</inkml:trace>
  <inkml:trace contextRef="#ctx0" brushRef="#br0" timeOffset="34642.12">13747 3529 108 0,'0'3'723'0,"2"0"503"15,-4 3 117-15,2-1-111 0,-1 2-336 0,-1 3-322 16,1 1-169-16,-1 4-100 0,0 3-61 16,2 4-62-16,-1 4-59 0,-1 4-41 0,2 3-22 15,2 3-14-15,-1 3-9 0,-1 3-6 0,2 5-8 16,1 0-7-16,0 3-6 0,3 0-3 15,1-2-4-15,-1-4-3 0,2-3-2 0,3-8-1 16,0-5 1-16,0-5 0 0,0-6 1 16,0-7 1-16,-1-7 1 0,1-6 0 0,-2-6 0 15,0-9-1-15,-2-5 0 0,1-7 0 0,-2-4 0 16,-1-5 0-16,0-4-1 0,-3-2 1 0,-1-3 0 16,1-2 1-16,-4-2 0 0,2-2 0 15,-1-1 0-15,-1 2 0 0,2-1 1 0,0 5-2 16,2 5 0-16,-1 5 0 0,1 6-1 15,2 5-1-15,1 6-1 0,-2 5 0 0,2 3 0 16,2 3 1-16,-1 5 1 0,3 5 0 0,-2 2 3 16,-1 3 0-16,2 3 0 0,0 3 0 0,-4 1 1 15,1 4 0-15,-2 1 0 0,-1 4 2 16,-2 3 1-16,-2 2 5 0,-1 5 3 0,0 2 4 16,-3 8 4-16,-4 0 3 0,2 4 2 15,0-1-2-15,-1 3-3 0,1-2-4 0,2-2-3 16,3-3-6-16,3-6-4 0,1-4-3 0,7-2-3 15,1-8-1-15,3-4-1 0,2-5 1 0,3-6-1 16,4-4 0-16,-2-8-1 0,4-5-7 16,1-2-14-16,-3-5-26 0,3-1-71 0,-2-2-83 15,-2 1-166-15,-2 1-282 0,0 3-328 16,-2 3-384-16,2 2-235 0,-1 1 83 0,0 5 715 16</inkml:trace>
  <inkml:trace contextRef="#ctx0" brushRef="#br0" timeOffset="34884.19">14449 4121 180 0,'-3'17'954'15,"1"-2"544"-15,-2-1-55 0,0-7-236 16,0-3-403-16,-1-8-312 0,4-3-191 0,1-7-93 16,4-5-43-16,1-5-36 0,1-7-43 15,6-5-28-15,0-4-18 0,2-4-11 0,3-6-8 16,1-2-10-16,3-6-5 0,-3 0-2 0,0-1-4 15,2 3-1-15,-5 1-2 0,-3 5-6 0,-2 7-20 16,-5 3-62-16,-4 5-72 0,-4 5-101 16,-5 6-175-16,-4 4-299 0,-1 7-334 15,-6 4-260-15,1 4-157 0,-4 5 240 0,-3 5 610 16</inkml:trace>
  <inkml:trace contextRef="#ctx0" brushRef="#br0" timeOffset="35025.19">14278 3551 127 0,'-10'28'756'15,"1"3"477"-15,0-1 75 0,1 1-108 0,2 0-339 16,1 1-323-16,3-2-166 0,2 2-93 0,2-3-51 16,5-2-65-16,2 0-65 0,3-3-45 15,3-1-26-15,5-6-12 0,6 0-19 0,0-6-72 16,4-3-82-16,2-3-177 0,0-4-279 0,1-5-319 16,0-2-379-16,0-3-228 0,2-3 115 15,-2-3 706-15</inkml:trace>
  <inkml:trace contextRef="#ctx0" brushRef="#br0" timeOffset="35326.62">14974 3401 650 0,'-11'-31'1627'15,"-5"5"129"-15,-5 5-348 0,-4 7-353 0,0 3-469 16,-3 7-284-16,-1 4-123 0,1 6-58 0,1 3-37 16,1 3-23-16,6 5-20 0,3 2-16 0,7 1-11 15,4 5-7-15,7 0-5 0,4 0-2 16,6 5-2-16,7-1-1 0,0 1-2 0,6 0 1 15,0 1-2-15,4 1-3 0,2-2-7 0,-1 2-8 16,-2-2-12-16,-1 0-9 0,-5 0-6 16,0 0-1-16,-4 0 5 0,-6 2 10 0,-1-3 13 15,-7 3 11-15,-3-1 7 0,-3 1 3 0,-4-2 3 16,-1 0 3-16,-4-3 0 0,1-2-2 16,0-2 0-16,-3-6 1 0,2-1-2 0,0-7-3 15,4-3-18-15,2-6-53 0,-1-3-75 16,2-3-105-16,1-5-183 0,2-3-308 0,4-3-337 15,2-3-294-15,3-1-138 0,2-5 289 0,1 0 644 16</inkml:trace>
  <inkml:trace contextRef="#ctx0" brushRef="#br0" timeOffset="35492.03">15184 3574 437 0,'5'-3'1402'0,"-5"5"331"15,0 7-262-15,-5 7-342 0,1 5-475 16,-3 6-282-16,1 6-165 0,-2 5-75 0,2 2-44 15,-4 7-28-15,1 2-25 0,1 7-14 0,2 3-10 16,-3 2-9-16,0 2-9 0,3-7-32 0,4-1-86 16,-1-10-136-16,3-8-258 0,2-8-307 15,1-9-394-15,0-11-438 0,0-7-59 0,3-9 642 16</inkml:trace>
  <inkml:trace contextRef="#ctx0" brushRef="#br0" timeOffset="35700.44">15091 3621 125 0,'-8'-33'973'16,"-3"4"682"-16,3 5-56 0,0 6-344 0,0 3-440 16,2 5-347-16,3 2-224 0,5 3-113 0,2 3-58 15,6-2-28-15,3 2-13 0,5 2-14 16,4 0-7-16,1 0-6 0,4 0-1 0,-1 2-3 16,3 2-3-16,-4 1-26 0,2 1-77 15,-5 2-81-15,0 1-169 0,0 2-287 16,-4-1-335-16,2 1-366 0,-4 3-191 0,-2-2 119 15,-2 2 692-15</inkml:trace>
  <inkml:trace contextRef="#ctx0" brushRef="#br0" timeOffset="36172.36">15567 4264 94 0,'-6'3'595'0,"-4"-2"418"16,1-2 174-16,-5-3-73 0,4-5-401 0,0-6-275 16,1-7-136-16,6-3-47 0,1-6 5 15,4-7 10-15,3-3-9 0,5-5-19 0,0-2-26 16,3-2-39-16,6-2-50 0,1 1-38 16,1 2-24-16,4 4-16 0,0 5-11 0,-1 2-8 15,1 7-4-15,-1 5-7 0,0 5-2 0,-2 6-1 16,-3 9-1-16,2 6-3 0,-4 9-1 0,-3 7-2 15,2 8-2-15,-5 6-2 0,0 8-2 16,0 2 0-16,-4 6 0 0,-1 5 0 0,0 5-1 16,0 2 0-16,-2 0-3 0,0 0-2 0,1-2-8 15,-2-1-28-15,2-5-76 0,-2-6-86 16,-1-6-168-16,0-6-287 0,-4-9-338 0,2-3-378 16,-2-8-208-16,-2-6 131 0,-1-6 705 15</inkml:trace>
  <inkml:trace contextRef="#ctx0" brushRef="#br0" timeOffset="36326.3">15619 4051 154 0,'-9'-10'759'0,"1"3"426"15,-3 2 62-15,4 2-165 0,1 3-422 16,4 2-337-16,4 0-162 0,4 3-80 16,4-1-46-16,6 2-18 0,1-3-6 0,7-1-7 15,4-1-1-15,4-2 1 0,4-3 2 0,4-1-7 16,2-2-40-16,3-4-137 0,1-1-265 0,-2-3-272 15,0 0-265-15,-3-2-235 0,-3-2 2 16,-2 0 472-16</inkml:trace>
  <inkml:trace contextRef="#ctx0" brushRef="#br0" timeOffset="36546.76">16393 3514 70 0,'-7'-9'872'0,"-1"3"737"0,-3 5 15 16,-2 5-318-16,-1 7-409 0,-2 2-371 0,0 7-228 15,1 2-119-15,0 6-59 0,1 5-34 0,3 1-23 16,2 4-19-16,3-1-14 0,-1 3-8 0,6 3-6 16,-1 3-4-16,4 0-4 0,-1 1-4 15,4-3-3-15,1-2-3 0,5-2-2 0,2-6-3 16,2-6-9-16,2-3-15 0,1-9-36 16,0-2-75-16,2-8-77 0,-1-5-145 0,-3-4-232 15,1-3-319-15,0-4-324 0,-2-2-205 0,0-2-13 16,-2 1 521-16</inkml:trace>
  <inkml:trace contextRef="#ctx0" brushRef="#br0" timeOffset="37048.99">16829 3593 399 0,'7'-4'954'15,"-5"1"298"-15,1 2-28 0,2 4-166 0,2 1-340 16,-1 6-220-16,3 5-125 0,-1 7-72 16,0 2-57-16,3 4-82 0,-1 5-66 0,-2 3-40 15,0 5-23-15,1 0-14 0,-3 5-8 16,1 0-4-16,-1 1-5 0,2-2-4 0,-4-2-3 16,3-1-36-16,-1-2-77 0,-2-5-103 0,-1-4-189 15,0-2-293-15,0-7-348 0,-2-4-343 16,-1-6-152-16,-1-3 286 0,-4-9 686 0</inkml:trace>
  <inkml:trace contextRef="#ctx0" brushRef="#br0" timeOffset="37500.12">17409 3557 239 0,'8'4'819'0,"-5"2"372"0,-2 3 22 0,-1 4-162 16,2 5-411-16,0 3-209 0,1 5-97 0,0 5-48 15,0 2-37-15,1 3-36 0,-1 2-44 16,0 1-63-16,-1 1-47 0,2 2-29 0,-2-1-17 15,1-1-31-15,-2 0-74 0,3-5-69 16,-3 0-155-16,-1-4-290 0,0-2-313 0,2-5-321 16,-1-2-198-16,-1-4 78 0,-1-1 619 0</inkml:trace>
  <inkml:trace contextRef="#ctx0" brushRef="#br0" timeOffset="37708.87">17154 3865 482 0,'-17'-24'1097'16,"1"3"316"-16,-1 4-114 0,4 0-278 0,4 4-508 15,1 4-201-15,5 1-94 0,4 0-73 16,5 2-40-16,6 0-17 0,4 0-8 0,4 0-26 16,7 0-25-16,3 1-14 0,5-4-7 0,3 1-3 15,4 0-5-15,3 1-4 0,0-3-52 16,0 3-64-16,-4 0-149 0,1 2-284 0,-7 1-292 15,0 1-345-15,-3 3-242 0,-4-2 15 16,-3 4 608-16</inkml:trace>
  <inkml:trace contextRef="#ctx0" brushRef="#br0" timeOffset="38124.53">17923 3621 143 0,'1'-4'767'0,"-1"8"502"16,-3 3 156-16,0 4-105 0,-2 4-426 15,4 2-332-15,-7 8-166 0,5 2-100 0,-2 4-80 16,3 5-71-16,-1 5-43 0,2 4-26 15,1 2-19-15,0 3-16 0,1 1-12 0,4-2-10 16,2-2-9-16,3-6-6 0,0-4-4 0,1-7-1 16,3-4-1-16,1-9-1 0,-2-4 1 15,2-9 1-15,0-10 1 0,-2-6 0 0,5-9 0 16,-6-7 1-16,4-5 4 0,-5-4 3 16,2-4 6-16,-4-3 4 0,-1-1 7 0,0-1 6 15,-3-1 4-15,3-2-1 0,-7 2-2 0,1 1-4 16,-2 2-4-16,-2 5-7 0,-1 2-6 0,-3 5-5 15,1 4-2-15,2 4-4 0,-2 5-4 16,2 2-15-16,1 5-22 0,-1 3-51 0,2 1-84 16,1 4-161-16,-2 1-277 0,2 3-328 0,0 0-401 15,2 3-352-15,-2 0 28 0,-2 1 766 16</inkml:trace>
  <inkml:trace contextRef="#ctx0" brushRef="#br0" timeOffset="43866.66">25118 3598 437 0,'7'-6'865'0,"-6"-1"309"0,3-1 14 0,-3 4-320 16,-1-1-235-16,2 2-102 0,-2 2-90 0,1 0-74 15,-1-1-58-15,0 2-48 0,0 0-69 16,0 0-70-16,0 2-44 0,0 0-27 0,-1 3-14 16,-2 2-6-16,-1 5-4 0,-1 0 1 15,2 3-1-15,-3 3 0 0,3 2-1 0,-2 1-3 16,4 2-1-16,-4 2-3 0,2 0 0 0,-1 3 1 16,0 0 0-16,-1 2 0 0,1 3-1 15,0 1 1-15,-1 3-1 0,1 1-2 0,0 3-1 16,0 1-1-16,-1 2-1 0,4-1 0 15,-2 0-3-15,3 0 0 0,1 0-3 0,2-4-3 16,3 0-1-16,1-3-1 0,2-2-1 0,4-4 2 16,-1-1 1-16,6-4 0 0,-2-3 1 0,4-2 2 15,3-3 0-15,0-5-1 0,2-4 0 0,5-3-1 16,-1-2 0-16,1-5-2 0,0 0 0 16,-2-4-1-16,2 0 0 0,-1-4-1 0,-2 2 0 15,-2-3-1-15,2 1 1 0,-3-1-3 16,-1 0 0-16,-3 1 0 0,-2 1-2 0,0 0-1 15,-4 4-1-15,0-1-1 0,-4 0-8 16,-1 2-15-16,-1 1-23 0,0-1-57 0,-3 2-84 16,-2 0-156-16,-2-2-272 0,3 3-327 0,-3-3-394 15,-1 2-314-15,2-3 20 0,0-2 715 16</inkml:trace>
  <inkml:trace contextRef="#ctx0" brushRef="#br0" timeOffset="44234.78">25888 4045 37 0,'-6'6'624'0,"0"2"538"15,-1 2 168-15,-1 5-59 0,4 4-273 0,-4 3-391 16,3 5-185-16,0 3-108 0,2 4-54 16,2 4-67-16,-3 4-65 0,4 0-41 0,2 2-28 15,1-3-16-15,4-3-14 0,2-2-10 16,5-5-8-16,7-6-5 0,1-6-1 0,7-7-3 15,5-6-1-15,4-8 0 0,3-7 1 0,1-7-1 16,1-5 1-16,0-6 0 0,-3-4 0 16,-1-5-2-16,-4-2 2 0,-5-1-1 0,-5 0 0 15,-5-2 2-15,-6 3 0 0,-5-2 1 0,-6 1 0 16,-4 0-1-16,-6 0 1 0,-7 2 2 16,-3-1-1-16,-8 2 0 0,-5 2 1 0,-5 4-1 15,-3 2-1-15,-6 6-2 0,1 4-3 0,-3 7-3 16,2 7 0-16,0 6 0 0,2 4 1 0,6 5 0 15,3 6 0-15,3 5-10 0,4 5-41 16,8 3-79-16,3-1-113 0,7 6-213 0,7-2-302 16,4 1-363-16,5 0-354 0,5-1-136 0,2-2 391 15,7-3 724-15</inkml:trace>
  <inkml:trace contextRef="#ctx0" brushRef="#br0" timeOffset="47232.78">26886 3936 32 0,'0'-2'429'0,"-1"0"384"0,1 2 277 15,0 0 20-15,0 0-361 0,0 0-238 0,0 0-156 16,0 2-92-16,0 3-13 0,0 1 7 0,1 6 14 16,-1 2-6-16,0 3-20 0,0 4-35 0,-1 2-50 15,-1 2-49-15,-1 2-40 0,-1 0-26 16,1 2-15-16,-3-1-8 0,2-1-9 0,-1-1-5 16,-2 2-3-16,1-4-1 0,-2-1 6 15,0-1 2-15,0-2 1 0,0-1 2 0,1-3 0 16,0 0-2-16,2-1-5 0,1-5-4 0,-1-1-1 15,2-1-2-15,-2-3-1 0,4 0 0 16,1-2 1-16,-2-3 0 0,4-4-1 0,-1-4 1 16,4-4 1-16,-1-4 1 0,4-6-2 15,2-4 1-15,1-4 1 0,0-4 1 0,0-3-2 16,0-1 1-16,0-1-3 0,-1-4 0 0,1 1-1 16,-2-1-2-16,1 0 2 0,1 3-1 15,-2 1 1-15,3 3 2 0,-2 3 0 0,0 5 2 16,0 2-2-16,0 5 1 0,2 3-2 0,-3 4 0 15,0 1-1-15,3 4 0 0,-4 2 1 16,4 1-1-16,-2 3 2 0,4 2-1 0,-5 1 0 16,4 1 0-16,-1 3 0 0,1 2-1 0,1 4 1 15,-1-2 0-15,-2 4 0 0,3 0 4 0,-2 0 6 16,-3 3 7-16,0-1 4 0,-1-1 7 16,-3 2 6-16,0 1 0 0,-3 0 0 0,-2 1 0 15,-2-1-3-15,-3 1-2 0,0 2-3 16,-3-1-2-16,-2-1-3 0,-3 3-3 0,-3 0-1 15,0-2-2-15,-1 1 0 0,-1-1 0 16,1 0-1-16,1 1-1 0,-1-2-1 0,2 1-1 16,2-2-3-16,1 1-2 0,4 0-2 0,-1-2-2 15,4-1-1-15,0 1-1 0,2-2 0 16,3-1 1-16,2-1-1 0,1 2 2 0,2-3-2 16,4 0 2-16,1-2-1 0,3 0-1 15,2-1 1-15,3-2-2 0,1 1-1 0,2-3 0 16,0-2-1-16,3 1 0 0,1-2 0 0,-1-2-1 15,1 1-2-15,-2-1-9 0,0 1-23 16,-1-4-54-16,-6 3-80 0,1-5-138 0,-2 3-256 16,-1-2-318-16,-5 2-380 0,1-2-311 0,1-4-57 15,-5 0 598-15</inkml:trace>
  <inkml:trace contextRef="#ctx0" brushRef="#br0" timeOffset="47532.86">27512 3814 29 0,'-3'-4'563'0,"2"1"506"16,-4 3 229-16,0 0-24 0,0 2-299 0,0 2-319 15,-1 1-197-15,2 5-119 0,-1 2-70 0,-2 1-70 16,-1 7-61-16,1 0-41 0,0 6-22 16,-1 3-11-16,0 4-7 0,1 3-9 15,0 1-5-15,-1 2-9 0,3 2-8 0,2-2-7 16,2-2-5-16,1-1-6 0,3-1-4 0,2-5-3 15,4 0-2-15,1-5-1 0,6-2-2 0,-2-5 0 16,5-2 0-16,1-5-1 0,1-3 2 16,4-3-1-16,0-4 2 0,2-2-3 0,2-4-15 15,-3-1-30-15,1-1-76 0,-4-2-75 0,-1-2-140 16,0-2-236-16,-6 1-317 0,-1-1-342 16,-2-1-214-16,-3 0-48 0,-1 1 511 0</inkml:trace>
  <inkml:trace contextRef="#ctx0" brushRef="#br0" timeOffset="47781.41">27457 3799 16 0,'-5'-3'550'15,"4"2"504"-15,-1 1 204 0,2-2-102 0,0 2-342 16,3 2-363-16,3-2-223 0,6 0-88 0,0 1-31 15,9-1 4-15,2 3 19 0,4-1 12 0,3 0 2 16,3-1-26-16,1 2-17 0,2 0-29 16,1-2-33-16,-1 2-21 0,-3 0-9 0,2 0-5 15,-5 0-6-15,-5 2-3 0,-3-2-8 0,-4 1-48 16,-6-1-53-16,-3 1-105 0,-6 0-178 16,-6 1-302-16,-2-2-301 0,-5 4-235 0,-6 0-131 15,0 1 311-15,-7 1 558 0</inkml:trace>
  <inkml:trace contextRef="#ctx0" brushRef="#br0" timeOffset="47967.74">27435 4050 4 0,'3'7'343'0,"2"2"287"0,1-2 263 0,3 2 145 16,4-5-270-16,2 0-217 0,3-2-122 15,3-1-99-15,1-1-82 0,7-3-80 0,-2-1-67 16,3 0-42-16,0-2-24 0,1-3-14 0,1 4-11 15,0-1-13-15,-4 1-52 0,-1 0-130 16,-4 2-219-16,-1 2-280 0,-4 0-261 0,-1 2-230 16,-4 0 19-16,-2 2 407 0</inkml:trace>
  <inkml:trace contextRef="#ctx0" brushRef="#br0" timeOffset="48532.28">28205 3857 184 0,'-4'0'811'0,"1"4"488"0,2-1 104 15,-4 1-158-15,2 1-428 0,2 1-295 0,-3 3-154 16,-1-1-96-16,2 6-70 0,-3 4-51 0,-3 2-41 16,-1 5-24-16,-1 5-15 0,-3 5-12 15,-1 4-7-15,-3 2-8 0,-2 5-10 0,2 0-8 16,-1-1-7-16,1 1-6 0,3-6-7 0,3-4-4 15,3-6-2-15,3-5-2 0,3-4 0 16,3-7 0-16,1-3 2 0,2-7 1 0,6-6 1 16,-1-4 1-16,4-7-1 0,3-4 0 0,0-6-1 15,0-3-1-15,1-3 1 0,2-3-1 16,-6-4 0-16,2 1-1 0,-1-2 0 0,1-1-1 16,-4 1 0-16,0-3 1 0,-1 0-1 15,-3 5 0-15,0 0 0 0,-1 2 1 0,2 5 0 16,-1 5-1-16,-3 6 0 0,0 3 0 0,-1 6 0 15,-1 3 0-15,-1 5 2 0,0 6 0 16,-1 6 2-16,1 4 1 0,-4 6 0 0,1 6 0 16,-3 3 0-16,2 5 1 0,-1 5-1 0,-2 1-1 15,1 2-1-15,-2 0 0 0,4-3-2 16,-1-1 0-16,5-5-1 0,0-4 0 0,5-6-1 16,2-6 1-16,3-6 2 0,-1-5 0 15,7-8 0-15,-2-4 2 0,3-7-1 0,1-4 1 16,3-5-2-16,-3-2 1 0,2-6 0 0,-2-1 1 15,2-3-1-15,-3-4-1 0,2 0 0 0,-2-3 0 16,0-1-1-16,0-1-1 0,0 1 1 16,-6-1 0-16,1 2 1 0,-4 5-1 0,0 1 0 15,-3 7-1-15,2 3-2 0,-6 9-11 0,4 3-22 16,-5 6-66-16,-2 3-77 0,-1 8-148 16,2 1-239-16,-1 4-317 0,2 0-371 0,2 6-268 15,2-2-35-15,1 2 576 0</inkml:trace>
  <inkml:trace contextRef="#ctx0" brushRef="#br0" timeOffset="48764.64">28845 3788 74 0,'-2'5'662'0,"-4"5"539"15,2 0 220-15,-3 5-74 0,-1 5-387 0,-3 3-344 16,2 2-193-16,-3 7-113 0,-1 3-84 15,-4 5-76-15,0 2-49 0,0 5-33 0,-2 2-21 16,2-1-18-16,-3 3-12 0,5-3-11 0,0-1-6 16,6-4-11-16,-4-3-32 0,5-4-78 15,2-4-91-15,-2-7-165 0,2-2-292 0,1-6-339 16,2-5-370-16,0-3-186 0,3-6 156 0,0-3 685 16</inkml:trace>
  <inkml:trace contextRef="#ctx0" brushRef="#br0" timeOffset="49014.6">28605 3769 566 0,'-8'-6'1281'0,"-3"0"296"15,4 3-211-15,4 0-354 0,0 2-460 0,5-3-208 16,1 4-136-16,5-1-84 0,7 1-38 15,3 0-20-15,6-2-11 0,3 2-15 0,3-1-16 16,1 0-9-16,4 1-7 0,2-2-3 0,1 1-3 16,2 1-3-16,2-2 0 0,2 2-1 15,2-1-1-15,1 1-34 0,1-1-82 0,-3-1-147 16,-2 2-270-16,-5 0-300 0,-5 2-374 16,-6 2-363-16,-6 0-11 0,-8 0 656 0</inkml:trace>
  <inkml:trace contextRef="#ctx0" brushRef="#br0" timeOffset="49564.98">29495 3777 114 0,'-16'-6'710'0,"3"2"511"15,-1 3 210-15,3-1-124 0,5 1-433 16,-1 1-330-16,3 0-166 0,4 3-104 0,4 0-88 16,4 1-63-16,5 1-25 0,6 1-26 0,3 2-14 15,2-2-8-15,5 0-6 0,-1 0-3 16,4 1-8-16,-2 1-2 0,-2 1-7 0,0-1-5 16,-2 2-4-16,-4 2-2 0,-6 0-2 15,-2 1 0-15,-6 4 4 0,-7 0 0 0,-6 5 2 16,-4 0 1-16,-7 3 2 0,-6 4 2 0,-3 3 3 15,-7 4 4-15,-1 0 1 0,-3 3 2 0,-1 3 0 16,1-2-2-16,-2 4-4 0,5-2-5 16,1-1-6-16,4 2-3 0,5-5-4 0,5 0-2 15,5-4-4-15,4-6 0 0,9-4-1 0,9-4-1 16,4-3 0-16,7-4-1 0,7-6-1 16,5-4-8-16,6-3-16 0,0-3-25 0,0-4-69 15,-1-3-81-15,-2 1-156 0,-3-2-278 0,-2 3-327 16,-8-1-395-16,0 3-257 0,-5 1 22 15,-5 1 688-15</inkml:trace>
  <inkml:trace contextRef="#ctx0" brushRef="#br0" timeOffset="52031.2">23744 3421 138 0,'13'-14'492'15,"0"-2"322"-15,-4 2 199 0,-1 4-103 16,-2 3-249-16,1-1-160 0,-2 2-96 0,-1 4-27 15,0 0 8-15,0 4-12 0,2 0-37 0,1 4-38 16,-2 2-40-16,-1 3-54 0,1 6-58 0,2 2-39 16,-1 8-21-16,-3 3-17 0,2 5-12 15,-4 7-12-15,2 3-9 0,-3 3-6 0,0 5-5 16,-1 2-5-16,-2 4-4 0,-1 1-2 16,1 5-2-16,-2 1-4 0,-1 4-4 0,2 0-2 15,0-1 1-15,0 0 1 0,0-1 0 0,4-2 3 16,0-3-1-16,0-1 2 0,5-3-2 15,2 0-2-15,1-5-3 0,-1-2 0 0,4-4-1 16,2-2 0-16,4-5-2 0,1-1 0 16,-1-8 0-16,5 0 1 0,2-7-2 0,-2-2 1 15,5-4-1-15,2-4 2 0,-3-1 0 0,4-4 0 16,2-2 1-16,0-3 1 0,1 0 0 0,0-4 1 16,4 3-1-16,-1-3 0 0,2 0-1 15,-3 4 0-15,3-2 0 0,-4 5 0 0,6-2-1 16,-6 2 0-16,5 0-1 0,-3 1 0 15,2 2-1-15,1-1 0 0,3 0 0 0,2 0-1 16,2 1 1-16,1-1 2 0,5-1 1 0,4 0 1 16,0-2 1-16,6-1 2 0,3-2-2 15,3 0 0-15,3-3 0 0,2 0 1 0,1-2 0 16,5 0 1-16,-1-1 2 0,2 0 1 0,2 1-2 16,-1 0 0-16,5 1-1 0,-1 1-1 15,2 0-3-15,-5 4-1 0,5 0-2 0,-2 2 1 16,-1 1 0-16,-1 3 1 0,0-1 2 15,2 0 2-15,0 2 0 0,2 0 0 0,-2 0-1 16,2 1-1-16,0-1-2 0,1-4 0 0,-2 3 0 16,1-4 1-16,3 0 2 0,-2 1 0 0,2-2 1 15,2-1-1-15,0 1-2 0,-2 0-2 16,1 0 1-16,-2 1 2 0,0-1-1 0,-1 2 1 16,3-2 2-16,-3 1 0 0,0 1-2 15,1 0 0-15,-2-1-2 0,-3 4-1 0,1-3 1 16,-3 1 0-16,2 0 1 0,-3 0 1 0,-1-1 0 15,0-1 1-15,-1 0-1 0,-2 0 0 0,-1-1-1 16,-2-1 0-16,-1-1-2 0,-3 0 2 16,-2 0 1-16,-3 0 2 0,-2 0 1 0,-3 1 2 15,0 1 0-15,-3-2-1 0,0 2 0 0,-2-2-3 16,-3 2 0-16,0-1 0 0,0 1-1 0,-4-1-1 16,-2 1 0-16,-2-2 0 0,-2 0-1 15,-3 0 1-15,-3-2-1 0,-3-1 0 0,-3-1 0 16,0-1 0-16,-3-1 2 0,-3-2 1 0,-3-1 0 15,1-1 2-15,-5 0 0 0,1-2 2 0,-3 1 0 16,-2-1-2-16,1 1 0 0,-4-4-1 16,1 2 0-16,-1-1-2 0,-1-2 0 0,0 0 0 15,0-2-1-15,-1-1 0 0,0-1-1 0,0-2 0 16,3-2 0-16,-3-1-1 0,0-1 0 0,3-2 1 16,-1-2 0-16,-1-1 2 0,4 0 0 0,-2-2 1 15,2 0 2-15,1-3-1 0,2-1 0 16,-1 0-1-16,6-4-1 0,0-1-1 0,1 0 1 15,1-6-2-15,1-1 0 0,2-2-1 0,0-1 0 16,0-1-2-16,-1-4 2 0,-2-1-1 0,0 0 2 16,-1-6 1-16,-3 2 0 0,-3-4 2 0,-2-1-1 15,-6-1-1-15,0-2-1 0,-7 0-1 0,-1 0-1 16,-1 0 1-16,-6-1 1 0,1 2 0 0,-6 1 1 16,0 4 2-16,-3 2 0 0,0 2 0 15,-4 4-1-15,2 3 0 0,-4 2-2 0,4 4 0 16,-5 2 0-16,0 6 0 0,0 0 0 0,-1 3 0 15,0 4 0-15,-1 1 0 0,-1 1 0 0,1 4 0 16,-2 1 0-16,0 1 0 0,-1 1 0 16,-2 2 0-16,3 1-1 0,-6 2 0 0,0-1 0 15,1 2 2-15,-4-1-1 0,2 3 1 0,-4 0-1 16,0 0 1-16,-3 1-1 0,0 0 0 0,1 2 0 16,-4 0-1-16,0 2 1 0,-2 0-1 0,0 0 0 15,0 2 0-15,-1 1-1 0,-2-2-1 16,2 1 0-16,-3 1 1 0,2-2 1 0,-4 3 1 15,4-2 1-15,-4 2 1 0,1-2 1 0,-1-1-1 16,-1 2 0-16,-2-2-1 0,2 3-1 0,-5-4 1 16,2 1-2-16,-2 1 1 0,0 0-2 0,2-1 0 15,-1 1 0-15,1-2 1 0,-2 1 1 0,2-1 1 16,-1 1 0-16,4 0 2 0,-3 0 0 0,-1-1-1 16,3 1-1-16,-4 1-1 0,0-1 0 15,-2 4 0-15,1-2-2 0,-2 0-1 0,0 3 0 16,0 0 0-16,-1 1 1 0,0 1 2 0,-1 1 0 15,-1 0 2-15,0 0 0 0,-2 1 0 16,0 1-1-16,0 1-1 0,-3-1-2 0,4 1 0 16,-3 1 0-16,1-1-2 0,1 2 0 0,0 1 2 15,-2-2 1-15,1 5 1 0,3-5 1 0,0 1 2 16,0 2-1-16,1-2-1 0,-1 1 1 0,-1 0-1 16,3 0-1-16,-1 0-1 0,0-1-1 15,1 3 1-15,1-3 0 0,1 0 1 0,1-1 1 16,0 1 0-16,-2-2 2 0,3 0-2 0,-3 0 1 15,4-2 0-15,-5-1-1 0,5 3-1 16,-3-4 0-16,1-2-1 0,-1 5-1 0,3-4 0 16,-2 4 0-16,1-3 1 0,-3 0 0 0,3 1 2 15,-3 0 1-15,3 0 0 0,-3-2 1 16,5 2-1-16,-5 0-1 0,-1-1-1 0,3-2 0 16,0 1-1-16,-1 1 0 0,1-2-1 15,-1-2-1-15,2 2 1 0,2-1 1 0,-1-1 0 16,1 1 2-16,-2-2 0 0,2 1 0 0,3 0 1 15,-5 0-1-15,0 0-1 0,2 1 1 0,-4 1-1 16,2 1-1-16,2 1 0 0,-4 0-1 16,4-1 0-16,-2 0 0 0,0 2 1 0,2-1 1 15,-1-1 1-15,3-1 0 0,-3 2 2 16,3-4-1-16,2 2 0 0,0-1-1 0,1-1-1 16,2-1 0-16,1 1 1 0,1 0-2 0,2-1 0 15,3 2 0-15,3-1 0 0,0 0-1 16,2 0 1-16,4 2 0 0,2 0 0 0,2-3-1 15,3 3 1-15,4 3 0 0,0-3 0 16,3 0 0-16,3 2-1 0,4 0 1 0,1 0-1 16,3 2 0-16,3 0 1 0,3 1 0 0,1 1 1 15,1 1 1-15,4 0 0 0,1 3 2 0,0-3-1 16,1 1 0-16,1 3 0 0,0-3 0 16,3 0 0-16,-3-1-1 0,-2 1 1 0,3-4 0 15,-2 2 0-15,-1-2 0 0,-1 1 0 16,0-2 0-16,1-1 1 0,-5-1-3 0,2 0 0 15,1-1 0-15,-3-1 0 0,1 0 0 16,0-1 0-16,-2-2 0 0,1 0 0 0,-1-2 0 16,0 4 0-16,0-3 0 0,0 1 0 0,0 1 0 15,0 0 0-15,0-2 0 0,0 2 0 0,0 1 0 16,0-2 0-16,0 2 0 0,0-2 0 16,0 2 0-16,0-1 0 0,0 2 0 0,0 0 0 15,0 0 0-15,0 1 0 0,0 0 0 16,0-3 0-16,0 3 0 0,0 0 0 0,0 0 0 15,0 0 0-15,0 0 0 0,0 0 0 0,0 0 0 16,0 0 0-16,0 0 0 0,-1 0 0 16,1 0 0-16,0 0 0 0,-2 0 0 0,2 0 0 15,-2 0 0-15,1 0 0 0,-3 0-21 0,1 3-128 16,-3-3-144-16,0-3-256 0,0 3-328 16,-3-2-409-16,0 0-480 0,0-1-66 0,-4-1 733 15</inkml:trace>
  <inkml:trace contextRef="#ctx0" brushRef="#br0" timeOffset="76927.42">2318 10284 272 0,'-2'3'585'16,"0"0"338"-16,1-2 175 0,-1 2-236 0,0-3-188 16,1 2-92-16,1-1-60 0,0 1-81 15,0-2-95-15,1 1-75 0,1 0-56 0,-2-1-67 16,3 0-62-16,-1 2-47 0,0 0-15 0,1 0-3 15,0 3 0-15,3-2 5 0,0 3 3 0,-1-1 6 16,3 3 2-16,0 1-3 0,-2-2-2 0,2 0-6 16,2-1-3-16,-1 0-5 0,-1-1-5 0,0-1-4 15,-2-1-2-15,4-2-2 0,-4-1-1 16,2-1-2-16,-3-4 2 0,1 0 0 0,0-4 1 16,-1 0 0-16,-3-3 3 0,-1 0 9 0,-1 0 13 15,-1 1 14-15,-1 1 10 0,-3 1 7 0,-1 1 4 16,0 3-3-16,-1-3-7 0,1 4-8 15,-2 0-8-15,-1 1-6 0,2 3-7 0,1-1-7 16,0 2-6-16,0-1-5 0,1 2-5 0,0-1-2 16,2 3-2-16,0-2-1 0,1 2-2 0,0 2 0 15,2-2-1-15,2 2-2 0,0-2 0 16,1 4-13-16,3-3-19 0,-1 0-35 0,3 1-77 16,-2-3-125-16,2 1-239 0,2 1-299 0,-1-5-365 15,4 0-396-15,-1 0-130 0,1 2 506 0,0-2 767 16</inkml:trace>
  <inkml:trace contextRef="#ctx0" brushRef="#br0" timeOffset="77876.87">4473 10203 368 0,'-2'1'735'16,"0"1"311"-16,-1-2 76 0,2 1-292 0,-1-1-236 15,2 2-174-15,0-2-113 0,0 3-54 0,0 1-19 16,3 2 0-16,-1 2 2 0,1 0-14 16,0 3-24-16,0-1-37 0,2 1-43 0,-1 0-41 15,1-1-32-15,0-1-12 0,0 0-9 16,-2-1-3-16,2-1-3 0,1-2-5 0,-1-2-3 15,-2-1-5-15,2 1-2 0,-2-3-2 0,2 0 2 16,-2-3-1-16,0 1 2 0,2-1 2 16,-2-2 5-16,-2-2 3 0,-1-1 5 0,0 0 8 15,0 1 5-15,-1 0 6 0,-1 1 3 16,-1-1 5-16,0 1 0 0,0 0-3 0,0 3-1 16,-2 1-7-16,2 2-6 0,0-2-7 0,-1 4-8 15,0-1-5-15,0 0-4 0,0 4-4 16,1 0-1-16,0 1-3 0,-1 0 0 0,3-2-2 15,-1 4 0-15,2-2-3 0,0 0-3 0,0 1-15 16,2-1-32-16,-1 0-77 0,1 1-103 0,3-4-194 16,2 4-297-16,0-5-344 0,1 0-379 15,3 0-167-15,1 0 288 0,3-2 733 0</inkml:trace>
  <inkml:trace contextRef="#ctx0" brushRef="#br0" timeOffset="78661.17">6616 10243 190 0,'5'-3'568'0,"-2"1"345"16,2 1 176-16,-3 1-188 0,1 0-234 0,1 0-180 15,0 0-121-15,-1 1-51 0,0 1-42 16,2 0-40-16,-2 0-32 0,2 3-31 0,1-3 3 16,3 1-31-16,-4-2-25 0,2 1-19 0,-1-1-13 15,3 0-10-15,-1-2-31 0,0 0-18 16,3-2-11-16,-1-2-5 0,1-1-2 0,1-1-1 16,-2-3-4-16,1 3 0 0,-2-2-2 15,1 0-1-15,-2 2-1 0,-2 0 0 0,2 2 1 16,-3-1 9-16,-2 4 17 0,0-3 20 0,-3 3 13 15,0-2 3-15,-1 3 3 0,-3 1-7 0,-2 0-14 16,-2 0-18-16,0 3-12 0,0 1-6 16,-4 1-6-16,2 1-2 0,1 3-3 15,1 1-3-15,0-2-4 0,3 4-25 0,4 0-77 16,-1 0-97-16,5 0-191 0,4-1-286 0,2-1-349 16,2-2-387-16,5-2-190 0,1-2 252 15,4 1 750-15</inkml:trace>
  <inkml:trace contextRef="#ctx0" brushRef="#br0" timeOffset="79312">9081 10262 323 0,'5'2'884'0,"0"2"343"0,-2-2 20 0,0 2-185 15,-1-3-290-15,2 0-237 0,-2 1-138 16,-1-1-83-16,-1 1-65 0,2-2-77 0,1 0-72 15,-1-2-43-15,1-1-24 0,2-1-12 0,1-4-7 16,2-1-2-16,0 0-2 0,3-1-4 0,0-1-3 16,2 1 0-16,0-1-1 0,-1 2-3 15,1 3-1-15,2 0 0 0,-3 3 0 0,-1-1 1 16,1 7-1-16,-4-2 1 0,2 3 1 16,-3 5-3-16,-2 1-23 0,-3 2-78 0,-4 3-92 15,-1-1-187-15,-2 4-286 0,-2-1-341 0,0 3-373 16,-2-1-186-16,-2 2 216 0,1 0 723 15</inkml:trace>
  <inkml:trace contextRef="#ctx0" brushRef="#br0" timeOffset="79893.92">9241 12180 385 0,'8'-3'929'0,"-3"1"327"0,2-1 29 15,-3 2-215-15,-1-1-292 0,0 2-239 16,0 0-138-16,-1 0-88 0,0 0-77 0,-1 0-78 16,-1 0-60-16,2 0-38 0,-1 0-17 0,-1 0-8 15,0 0-5-15,0 0-2 0,0 0-2 16,0 0-2-16,0 0-3 0,0 0 0 0,-1 0-3 15,-1 0-4-15,2 0-3 0,-1 2-4 0,-1-2-3 16,0 2-4-16,-1 0-2 0,0 1-4 16,-2 0-4-16,2 2-14 0,-3-1-29 0,0 2-74 15,-1-1-82-15,-1 0-163 0,-4-3-288 0,0 2-327 16,-2 0-367-16,-5 0-210 0,-3 3 93 16,-5-3 690-16</inkml:trace>
  <inkml:trace contextRef="#ctx0" brushRef="#br0" timeOffset="80448.75">7378 12191 269 0,'0'0'672'0,"-4"2"322"16,2 0 123-16,-1-1-219 0,2 2-282 0,-3-1-174 15,3 0-71-15,-2 3-18 0,1 1-25 16,-1-4-34-16,-1 5-28 0,1-2-40 0,-1 1-53 15,2 0-56-15,-2 0-42 0,0 0-25 0,1 0-16 16,0 1-9-16,1 0-6 0,-1-1-2 16,0 0-5-16,1-1-2 0,1 0-4 0,-1-2-2 15,-1-2-1-15,3 1 1 0,0-2-1 16,-1 0 2-16,1-3 0 0,-2 0-1 0,2-2-1 16,0-3-3-16,0-1-1 0,0 1-1 15,0-1-11-15,0-2-55 0,-3 2-72 0,1 1-149 16,-1-3-256-16,-2 4-312 0,0 1-368 0,-4 2-299 15,-2-2-33-15,-3 2 632 0</inkml:trace>
  <inkml:trace contextRef="#ctx0" brushRef="#br0" timeOffset="81249.1">4483 12289 33 0,'-4'2'747'0,"-1"4"789"15,-1-1 128-15,-2 2-296 0,0 2-403 16,-3 0-393-16,3 0-226 0,0 1-141 0,0 0-69 16,0-2-42-16,2 0-27 0,1-2-22 15,2 0-16-15,1-1-10 0,-1-3-7 0,3 1-6 16,-3-1-5-16,3-2-3 0,0 0-2 0,0-2 1 16,3 1 0-16,-1-3 1 0,-1-1 2 15,1-1 2-15,-1 1-1 0,1-2 0 0,-2 5 0 16,-3-4 0-16,1 1 0 0,1 3-4 15,-4-2-10-15,-1 3-17 0,-1 1-38 0,-1 3-78 16,-4 0-102-16,1 3-184 0,-2 0-292 0,-4 2-341 16,2-1-355-16,-2 1-176 0,0 1 252 0,-2-3 704 15</inkml:trace>
  <inkml:trace contextRef="#ctx0" brushRef="#br0" timeOffset="83142.78">4033 14323 419 0,'-2'-2'974'0,"-3"-1"314"16,2 1 42-16,-3 2-218 0,3 0-350 15,0 0-254-15,1 2-143 0,2 1-86 0,0-1-88 16,0 2-86-16,2 0-48 0,3 2-29 16,2 1-13-16,1 1-8 0,2-1-4 0,1 2 0 15,0-1-3-15,2-2 0 0,2 1 0 0,-2-7 1 16,4 0 0-16,-4-3 1 0,1-3 2 15,-3-3 2-15,-1 0-1 0,-1-3 2 0,-1 1 0 16,-5-1-1-16,-1 3-1 0,-2 0 0 16,0 2-2-16,-3 0-2 0,0 2-12 0,-4 2-49 15,0 2-75-15,-1 1-130 0,1 1-238 0,1 3-304 16,1 0-367-16,5 2-318 0,2-2-96 16,4 0 514-16,5 1 689 0</inkml:trace>
  <inkml:trace contextRef="#ctx0" brushRef="#br0" timeOffset="84408.8">9273 14384 177 0,'-5'5'788'15,"-2"-3"430"-15,0 4 80 0,4-1-98 0,0 2-370 16,1 0-286-16,2 1-150 0,0 1-87 0,3-2-64 16,2 2-70-16,2-1-66 0,0-1-37 15,1 0-22-15,0-1-12 0,3-2-7 0,0 0-3 16,0-2-7-16,0 0-1 0,-1-4-3 0,0-1 0 15,0 0-1-15,0-1 0 0,-1-2-1 16,0-1-4-16,-2 1-2 0,-1-1-2 0,-1 1-1 16,-2 0-1-16,2 1-2 0,-4 2 1 15,-1 0-1-15,0 2-6 0,0 1-16 0,-3 1-61 16,-1 4-73-16,-3 2-148 0,2 4-262 0,-3 2-316 16,4 4-380-16,-4 4-289 0,3 3-31 15,0 4 633-15</inkml:trace>
  <inkml:trace contextRef="#ctx0" brushRef="#br0" timeOffset="84993.3">9209 16444 373 0,'2'-2'918'0,"-2"0"302"0,-2 4-30 0,-1 0-263 15,3 3-358-15,0 1-178 0,0 0-65 0,3 3-31 16,1 0-32-16,-1-1-29 0,0 3-39 0,0 0-61 16,3-2-57-16,-1 0-35 0,1-2-21 0,-1 2-10 15,0-1-8-15,0-1-2 0,-1-3-1 16,1 0 1-16,-2-2 2 0,-1-2 0 0,-1 0-1 15,-1-1 0-15,-1-4 2 0,-1-1-3 0,-1-1-3 16,-3-4 0-16,-3 0-13 0,-1-3-56 0,-3 2-62 16,-3-2-102-16,-1 1-180 0,0 1-301 15,-4 0-326-15,0 2-259 0,-1-1-156 0,-3-1 275 16,-2 3 622-16</inkml:trace>
  <inkml:trace contextRef="#ctx0" brushRef="#br0" timeOffset="85608.85">7228 16633 352 0,'0'0'905'0,"0"0"312"0,-1 0-30 0,-3-2-247 15,0 0-382-15,1-3-206 0,-2-2-63 0,2-1-20 16,-2-1-12-16,2 1-14 0,-2-3-19 0,-1 1-47 16,1 0-46-16,0 3-36 0,2 1-22 15,-2 0-19-15,2 1-16 0,0 2-5 0,0 2-8 16,-2-2-4-16,5 3-5 0,-3 0-4 0,2 3 0 16,-1 0-5-16,2 1-4 0,0 2-1 15,-2 0 0-15,2 0 0 0,0 0 0 0,0 1-2 16,2 1 1-16,-2-3-2 0,0 3-1 0,2-2-3 15,-2 0 0-15,1-2-7 0,-1 0-41 0,0 1-75 16,-1-4-111-16,-1 2-206 0,-1-3-298 16,-2-1-354-16,0-4-336 0,-6-2-144 0,2-3 375 15,-3-4 698-15</inkml:trace>
  <inkml:trace contextRef="#ctx0" brushRef="#br0" timeOffset="86342.74">4420 16592 175 0,'3'7'733'0,"-1"-1"404"0,-2 0 80 16,0 0-181-16,1-3-373 0,1 1-294 15,-2-1-151-15,0 0-79 0,2-2-43 0,-2 1-23 16,0-2-21-16,0 0-13 0,0 0-16 0,-2-3-4 16,2 0-7-16,0-1-4 0,-2 1-1 15,1 0-2-15,1-2-3 0,-2 2-2 0,2 2 1 16,-3-2 0-16,3 0 0 0,0 1-1 0,-3 1-5 15,2 1-21-15,-1-1-37 0,-1 1-137 0,-2 0-197 16,2 1-285-16,-2 2-277 0,0 1-243 0,-1 1-70 16,0 1 418-16</inkml:trace>
  <inkml:trace contextRef="#ctx0" brushRef="#br0" timeOffset="87241.97">1928 16641 72 0,'-4'1'642'15,"1"0"487"-15,0 3 153 0,-1-2-129 0,-1 3-383 16,4-3-306-16,1 4-165 0,1 0-69 0,1 0-39 15,1 0-28-15,2 1-22 0,0-1-28 0,1 2-37 0,0-3-32 16,-1 1-21-16,3 0-11 0,0-1-8 0,-2-2-6 16,2 0 1-16,-1-1-1 0,-1-2 0 15,1-2-1-15,0-1 3 0,-2-1 7 0,-2-1 0 0,2-1 3 16,-2-3 12-16,-1 2 19 0,0-2 16 0,-2 0 2 16,-4 1 7-16,4-1 7 0,-3 3-1 0,0 0-8 15,-2 1-9-15,2 3-2 0,-2-2-5 0,-2 3-11 16,0 0-8-16,2 1-9 0,-1 1-7 0,-1 0-8 15,2 1-4-15,-1 1-2 0,2 2-2 0,-1-1-3 16,0 1 0-16,3 1-3 0,1 0-15 0,1 0-28 16,0 0-67-16,0-2-71 0,0-1-141 0,0 0-228 0,0-3-307 15,0 0-323-15,1-2-223 0,1-2-43 16,1-3 510-16</inkml:trace>
  <inkml:trace contextRef="#ctx0" brushRef="#br0" timeOffset="89373.9">9394 6165 134 0,'0'0'438'16,"-3"-2"289"-16,3 2 262 0,-1 0-65 0,-1-2-178 16,0 2-124-16,2 0-30 0,0 0-34 0,-1 0-87 15,1 0-90-15,0 0-66 0,0 0-63 16,0 0-74-16,0 0-62 0,1 0-40 0,-1 0-23 16,2 0-18-16,-2 0-12 0,2 0-8 0,-1 0-9 15,4 0-3-15,2 0-2 0,3 0 0 16,5 0 0-16,2 0 1 0,1 2-1 0,4 0 1 15,1 0 1-15,0 0-2 0,2 1 1 0,-2 2-1 16,1-3 0-16,0 3 0 0,-5 1 1 16,1 1 3-16,-4-1 3 0,-2 1 7 0,-1 0 6 15,-4 4 6-15,-2 1 4 0,-4 1 3 0,-3 3 2 16,-2 4-1-16,-4 2-3 0,-5 6-4 16,-2 0-5-16,-2 3-5 0,-3 3-4 0,-4 0-4 15,2 4-3-15,-3-1-3 0,0 0-1 16,1 0-1-16,0-1-1 0,2-2-1 0,3-2-1 15,3-4 0-15,1-1-1 0,2-5 2 0,3-2-1 16,2-3 0-16,0-2 2 0,3-2 0 0,1-4 0 16,2 1 0-16,0-3 1 0,2-1 0 15,1 0 0-15,1-3 1 0,2 1-1 16,-1-2 1-16,2 1-1 0,1-3 0 0,2 0 0 16,-1 0-2-16,2-3 1 0,1 1-1 0,1-1 0 15,1-1 0-15,2-1-1 0,1 1 0 0,-1-4-1 16,3 0 0-16,0 3 0 0,0-3-2 15,1 1-1-15,-2-3 1 0,3 3-2 0,-3 1-7 16,0 0-11-16,-1-1-18 0,-1 1-36 16,0 0-78-16,-2-1-89 0,2 2-152 0,-2-1-265 15,2 4-327-15,0-5-351 0,1 2-189 0,1-1 63 16,2-1 621-16</inkml:trace>
  <inkml:trace contextRef="#ctx0" brushRef="#br0" timeOffset="89858.13">10446 6552 475 0,'3'-17'1116'0,"-3"1"400"16,-3 1-52-16,1 0-337 0,-4-2-424 0,3 4-229 16,-2-1-133-16,-3 4-103 0,2 1-74 0,1 1-45 15,-3 4-32-15,0 1-27 0,-1 3-19 16,-1 6-14-16,-1 5-9 0,-1 3-5 0,-1 5-1 15,-1 6-3-15,1 6-1 0,-1 4 0 0,4 5-2 16,-1 2-4-16,2 2-1 0,1 0-1 16,5-5-1-16,1-1 0 0,4-6-1 0,3-4-1 15,4-5 0-15,0-7-2 0,4-5-1 0,4-10 1 16,1-5 1-16,4-8 1 0,3-10 2 0,2-8 0 16,1-5 1-16,1-9 1 0,-1-6-1 15,0 0-1-15,-2-4 0 0,0-2 0 0,-3 0 0 16,-2 0 0-16,-4 0-1 0,0 0 1 15,-5 1 1-15,-3 1 1 0,-1 0-1 0,-5 2 3 16,0 2 0-16,-4 7 0 0,-1 4 0 0,-3 7 1 16,-1 5-2-16,2 7 0 0,-1 6-2 15,-2 3-1-15,2 8-1 0,-2 6-1 0,2 5 1 16,0 10-1-16,2 4 1 0,0 5-1 0,0 6 2 16,1 4 1-16,0 4 1 0,2 4 2 15,0 5-1-15,-1 1 1 0,-1 3-2 0,2-1-1 16,0 2-2-16,2-3-2 0,-1-3-1 0,3-2-8 15,-1-3-17-15,0-4-29 0,2-2-78 16,-2-5-103-16,0-2-195 0,2-3-291 0,-1-6-351 16,-2 0-404-16,3-3-183 0,0-2 272 15,-2 0 762-15</inkml:trace>
  <inkml:trace contextRef="#ctx0" brushRef="#br0" timeOffset="91024.96">11575 6321 93 0,'-2'-10'682'0,"-1"5"494"16,-5-3 258-16,0 2-76 0,0 0-397 16,-3 2-363-16,-3 1-176 0,-2 0-102 0,-1 1-100 15,-2 2-79-15,-2 2-49 0,-1 2-27 16,0 1-18-16,0 2-12 0,-2 1-10 0,2 2-8 16,0 3-3-16,4 0-3 0,1 2-6 0,1 1-2 15,2-1-2-15,5 1-1 0,0 0-2 0,2-1-1 16,2 0 0-16,2 0 0 0,3-3-1 15,2 1 0-15,1-3 0 0,4 3 0 0,0-3 0 16,2 1 0-16,7-1 1 0,-2-1-1 0,5 3 1 16,0-2 0-16,5 1 0 0,-2-2 0 15,3 2 1-15,-2 0 2 0,0 0 0 0,1 1 1 16,-2-2 1-16,-3 3 0 0,-2-1 1 16,0 1-1-16,-4 1 1 0,-3 1 0 0,-3 0 0 15,-3 1 0-15,-1-1 0 0,-3 1-1 16,-6 2 0-16,0-2 0 0,-2 0 0 0,-2-3-1 15,-4 3-1-15,1-5 2 0,-1 0-2 0,1-3 1 16,-2-1-1-16,0-1-1 0,1-4 0 0,0-2-4 16,0-5-6-16,3-1-14 0,1-4-37 15,1-5-70-15,4 0-74 0,0-6-113 0,5-3-178 16,2-2-310-16,3-1-303 0,4-2-213 16,0 1-115-16,3-3 309 0,2 0 569 0</inkml:trace>
  <inkml:trace contextRef="#ctx0" brushRef="#br0" timeOffset="91224.49">11866 6252 259 0,'19'2'899'0,"-5"5"421"0,-2 6 106 15,-4 4-146-15,-1 3-475 0,-4 5-287 0,0 3-139 16,0 2-87-16,-3 4-86 0,-3 1-68 0,0 5-42 16,2-2-27-16,-3 1-21 0,-1-3-18 15,5 1-13-15,-1-6-12 0,2-4-6 16,-1-3-4-16,5-3-10 0,0-5-24 0,-2-4-73 15,3-3-82-15,-3-3-172 0,1-4-286 0,-3-4-339 16,2-3-393-16,-3-1-226 0,-1-4 110 0,-1-1 743 16</inkml:trace>
  <inkml:trace contextRef="#ctx0" brushRef="#br0" timeOffset="91392.84">11883 5935 292 0,'-2'-15'921'0,"-1"6"354"0,-2 3-36 16,1 4-195-16,-1 3-498 0,0 5-276 16,2 1-138-16,0 4-68 0,1 1-36 0,4 4-16 15,1 0-10-15,2 3-16 0,3 0-54 0,1 0-126 16,1 5-207-16,-1-4-286 0,2 3-269 16,0 3-241-16,-2-3-6 0,1 3 406 0</inkml:trace>
  <inkml:trace contextRef="#ctx0" brushRef="#br0" timeOffset="91858.46">12201 6777 13 0,'6'7'568'0,"-1"0"508"16,-4-5 195-16,2-2-108 0,-3-2-312 0,2-5-351 15,1-4-161-15,2-3-67 0,2-4-36 16,1-5-25-16,2-4-13 0,3-4-38 0,1-6-44 15,1 0-40-15,2-2-18 0,-1 3-11 16,1 2-17-16,-4 5-12 0,1 3-7 0,-4 7 6 0,-2 4 6 16,-2 5 10-16,-2 5 10 0,-1 5 5 15,-1 6 7-15,-2 6-1 0,0 6-5 0,-2 3-7 16,-1 6-8-16,2 2-6 0,-4 2-7 16,4-1-4-16,-1 1-7 0,2-2-4 15,0-2-3-15,0-2-2 0,3-5 0 0,-1-1-3 16,5-6 1-16,-2-2 0 0,3-5 1 0,2-6 2 15,4-10-1-15,0-5 2 0,2-6 0 0,2-6 0 16,0-6-1-16,1-1 0 0,-1-4-1 16,-1 2 0-16,-1 3 1 0,-2 3-1 0,-3 5 0 15,-3 3 1-15,1 6-1 0,-4 3 0 16,0 5 0-16,-2 4 0 0,-1 4 3 0,-2 4 3 16,0 5 1-16,-2 6 1 0,1 3 0 0,-1 5-1 15,-1 1-5-15,1 4-2 0,2-1-2 16,0 3-3-16,0 1-1 0,2-2-1 0,1 1 0 15,2 0-9-15,1-1-25 0,2-3-78 16,0-4-91-16,0-4-179 0,3-3-291 0,0-8-342 0,2-1-398 16,1-9-197-16,0-5 192 0,3-4 733 15</inkml:trace>
  <inkml:trace contextRef="#ctx0" brushRef="#br0" timeOffset="92257.67">13236 5938 668 0,'7'-16'1548'16,"-6"3"144"-16,-1 7-315 0,-4 4-361 16,-3 8-445-16,-2 4-261 0,-1 7-134 0,-1 5-60 15,0 6-28-15,0 4-18 0,1 5-11 16,1 4-10-16,1 7-5 0,0 4-6 0,3 7-8 16,2 4-8-16,-1 5-9 0,7 1-7 0,0 1-5 15,5-2-3-15,3-4 1 0,6-6-2 0,1-5 2 16,7-9 1-16,4-10-2 0,2-9-4 15,3-6-7-15,0-12-7 0,2-8-8 0,-1-9-5 16,-3-7-3-16,-1-8 2 0,-4-3 6 0,-1-9 9 16,-4-5 9-16,-5-3 6 0,-4-6 5 15,-1 0 1-15,-7-3 2 0,-5-3 1 0,-1-1 3 16,-7 0 3-16,-2-2 4 0,-3 1 1 16,-5 1 6-16,-1 2 5 0,-2 4 5 0,-1 5 1 15,-1 9-1-15,-3 8-3 0,2 5-6 0,-3 11-7 16,2 5-7-16,0 7-7 0,3 7-3 0,1 5-2 15,2 4-2-15,3 5 0 0,-1 1 0 16,6 2-1-16,0 2 2 0,1 2-2 0,4-1-7 16,3-1-14-16,1 0-31 0,2-1-77 0,2-3-93 15,-1-1-178-15,4-1-286 0,-2-3-341 16,2 0-381-16,0-1-192 0,1-1 173 0,-3 0 714 16</inkml:trace>
  <inkml:trace contextRef="#ctx0" brushRef="#br0" timeOffset="92490.83">12998 6289 273 0,'-5'3'1357'0,"0"0"472"16,2-1-290-16,-3 1-391 0,4-2-419 0,2 1-384 15,2-1-176-15,2 1-79 0,6-2-36 16,1 0-17-16,6-2-10 0,4-2-10 0,4-1-7 15,6-2-4-15,0-1-3 0,7 0-3 16,1-3-1-16,4 3-13 0,1-1-63 0,2 3-93 16,0 0-198-16,-3 3-275 0,0 3-340 0,-1 3-423 15,-4 1-285-15,-5 2 187 0,-1 4 845 16</inkml:trace>
  <inkml:trace contextRef="#ctx0" brushRef="#br0" timeOffset="92975.16">14117 6114 25 0,'-12'8'548'0,"0"2"472"0,2-3 207 16,-2 2-75-16,4-1-339 0,2-1-313 0,3 2-125 15,6 0-45-15,3 0-31 0,2 2-29 0,4-2-21 16,1 0-49-16,5 0-61 0,4-2-44 16,0-2-30-16,7-3-16 0,1 2-13 0,0-4-10 15,1 0-4-15,2-4-9 0,-3 3-5 16,-1-2-3-16,-3 0-4 0,-1-1 0 0,-3 2-5 15,-3 1-36-15,-5-1-77 0,-4 2-100 0,-3 2-190 16,-2 1-295-16,-7 0-346 0,-5 3-355 16,-3 1-158-16,-6 0 268 0,-3 3 705 0</inkml:trace>
  <inkml:trace contextRef="#ctx0" brushRef="#br0" timeOffset="93157.54">14083 6444 147 0,'4'7'758'0,"5"-1"437"0,-4 0 63 0,3 0-165 16,5 0-417-16,0 0-341 0,1-1-164 16,3 2-83-16,5-3-42 0,1 2-21 0,5-4-11 15,2 0-7-15,3 0-3 0,3-4-1 16,2 0-8-16,0 0-23 0,1-4-101 0,-3 2-184 16,3 0-292-16,-4-1-269 0,0 0-254 0,-4 3-146 15,-1-2 296-15,1 4 525 0</inkml:trace>
  <inkml:trace contextRef="#ctx0" brushRef="#br0" timeOffset="93826.62">15361 5863 102 0,'-4'-6'689'16,"-2"2"471"-16,-1-1 137 0,2 2-68 15,1 0-331-15,0 0-307 0,3 3-166 0,-1-1-95 16,2 2-66-16,0 2-69 0,0 3-64 0,3 3-42 16,2 3-22-16,2 5-9 0,1 2-4 0,2 7-3 15,0 2-3-15,1 2-4 0,3 6-3 16,-1 3-4-16,3 6-2 0,-2 0-5 0,2 4-3 15,0 1-8-15,3 3-4 0,-5 2-4 16,5 2-5-16,-2 2-2 0,-1-1-2 0,0-1-1 16,-2 0-1-16,2-3 0 0,-4-1 0 0,1-6 0 15,1-4 1-15,-2-4 0 0,-2-5 1 16,-2-4-1-16,0-4 1 0,-1-5 0 0,-1-4 0 16,-2-1-1-16,0-6 1 0,-3 0-1 0,1-6 1 15,-2-1-1-15,-2-3-1 0,-1-5 0 16,1-1-1-16,-1-3 0 0,-1-3-1 0,-1-1 2 15,2-2-1-15,-2-3 1 0,0-1 0 0,2-4 0 16,0 0 0-16,0-1-1 0,0-2 1 16,1 3 0-16,-1 0 2 0,2 0 0 0,1 2-1 15,-4 1 1-15,4 2 0 0,0 0-1 0,0 1-1 16,-1 2 0-16,1 2 0 0,-2 1 1 16,2 1 0-16,-2 1 1 0,1 5-1 0,-1-1 1 15,-3 3 0-15,-2 5 1 0,1 0 1 16,-4 5 3-16,-1 4 2 0,-5 5 4 0,2 5 5 15,-5 1 3-15,0 4 2 0,1 2 4 0,-2 3 3 16,2 1 2-16,0 1-9 0,-3 2-23 0,3 1 0 16,-2 0 0-16,4 0 0 0,-1-1 0 15,2-2 0-15,1 3 0 0,2-5 0 0,2-4 0 16,2 1 0-16,4-7 0 0,0-3 0 16,3-3 0-16,1-3 0 0,1-4 0 0,3-4 0 15,-3-2 0-15,2-4 0 0,2-2 0 0,-2-2-120 16,-3-4-138-16,0 1-217 0,-3 0-301 15,-2 1-378-15,-1-2-451 0,-2 3-194 0,-3 2 395 16,0 1 869-16</inkml:trace>
  <inkml:trace contextRef="#ctx0" brushRef="#br1" timeOffset="98599.29">13524 9283 263 0,'2'-1'512'0,"-2"-1"211"0,0 2 130 16,0 0-219-16,0 0-155 0,0 2-75 0,0 1-31 15,0 0-32-15,0 2-41 0,0-1-50 16,0 2-53-16,2 1-48 0,-2 4-33 0,1 2-22 16,-1 2-6-16,3 2-2 0,-1 2 8 15,1 5 15-15,-2 2 14 0,1 2 21 0,-1 1 11 16,-1 4 7-16,2-1-11 0,0 5-18 0,-2 0-26 15,1 4-25-15,-1-1-24 0,0 4-18 16,0-1-7-16,-1 4-4 0,-1 0-1 0,2 0-4 16,-2 3 2-16,-1-1-2 0,-1 2-2 15,2 2-2-15,-2 1-1 0,0 0-2 0,1 1-2 16,-2 4-4-16,2-2-3 0,0 2-1 0,0-3-1 16,-2 4 0-16,2 2-1 0,-2 1 0 0,2 2 0 15,-2 1-2-15,2 5-1 0,0-3 0 16,0 2-3-16,-2 2 3 0,4-1 0 0,-2 2 3 15,1 0 1-15,0 1 1 0,-1 1 3 16,1 0-4-16,1 0 0 0,-1 1-3 0,-1-1-1 16,1 0 0-16,2 0 1 0,-3 0 0 0,3-4 0 15,-1 1 0-15,-1-2 1 0,-1-5-3 16,3 0-1-16,-3-3-1 0,3-7-1 0,-2-4 1 16,2-5-2-16,-3-6-1 0,3-5-1 15,-3-4-6-15,1-9-18 0,-1-2-51 0,-3-10-71 16,-1 1-90-16,-3-10-163 0,0-4-270 0,0-8-324 15,1-6-283-15,0-7-183 0,0-8 133 0,2-3 596 16</inkml:trace>
  <inkml:trace contextRef="#ctx0" brushRef="#br1" timeOffset="99424.56">13347 9375 24 0,'2'0'461'0,"1"3"364"0,-2-3 198 0,2-3-8 16,1-2-293-16,2-2-253 0,-1-5-154 0,3-2-65 16,3-4-23-16,0-2 6 0,3-5 4 15,0-2 10-15,4-2 4 0,-1-3-12 0,0-3-21 16,1 0-30-16,1-3-45 0,-3 1-44 16,1 0-36-16,0 2-21 0,-1 3-3 0,-2 2-5 15,-4 3-9-15,1 3-5 0,-3 5 4 0,1 1 3 16,-4 6-5-16,0 2-3 0,-2 1 3 15,1 4 0-15,-3 1-4 0,2 1-4 0,0 3-2 16,-3 3-1-16,2 3 2 0,-1 5 4 16,1 2 1-16,-1 2-1 0,1 6-1 0,-2 3-2 15,2 6-7-15,-1-1-4 0,-1 4-3 0,0 1-1 16,3 2-3-16,-3 1 1 0,5-2-1 0,-1 3-2 16,3-3-13-16,-1-1-49 0,1-1-78 15,-1-2-146-15,1-1-269 0,0 0-318 0,1-2-387 16,-3-2-342-16,0 3-27 0,-2-1 674 15</inkml:trace>
  <inkml:trace contextRef="#ctx0" brushRef="#br1" timeOffset="101773.5">12926 12241 265 0,'-3'0'513'0,"-3"0"221"0,2 0 143 0,-1 0-212 16,1 0-162-16,0 0-61 0,0 2-40 0,1-2-47 16,2 0-53-16,-1 0-59 0,-1 0-61 15,3 0-56-15,0 0-45 0,-1 0-28 0,1 0-16 16,0 0-17-16,0 0-7 0,1 0-6 16,-1 1-1-16,3-1-6 0,-1 0-6 0,1 2 10 15,2-2 38-15,-1 2 19 0,5 0 11 0,-2 0 5 16,1 1 8-16,0-2 37 0,0 2-9 0,4 0-2 15,-3 1-5-15,0 0-3 0,3-3-8 16,-2 2-37-16,1-1-22 0,0 0-10 16,2 1 10-16,-2-1 2 0,3-1 4 0,-1 2 0 15,1-1-1-15,1-2-3 0,0 2-16 0,1-2-7 16,0 0-4-16,0 3-3 0,1-2-2 0,-3-1-1 16,5 2 2-16,-2-1-2 0,-1 1 6 15,3-2 3-15,-1 2 1 0,1-2 3 0,0 0-2 16,1 0 0-16,2 0-7 0,0 0-2 15,-1 0-1-15,3 0-4 0,-1 0 1 0,1-2-2 16,-1 2 2-16,0-2-2 0,1 2-1 0,-1 0 0 16,-2-1-1-16,1 1 1 0,-1-2-2 15,0 2 2-15,-3 0-1 0,4 0 1 0,-2 2 1 16,2-1 0-16,-1-1 7 0,0 4 3 16,3-3 3-16,1 0 1 0,0 3 0 0,-1-2 1 15,3 2-6-15,0-2-2 0,2 1-2 0,-1 1-2 16,2 0 0-16,3-1-1 0,-1 0 1 0,1 0-2 15,0 0 1-15,3-1 1 0,1 2 0 16,-1-2-2-16,1 3 0 0,-1-1 0 0,1-2-1 16,-1 4-1-16,-2-4 0 0,1 2 2 15,-1 3-2-15,-3-3-1 0,2 0 1 0,-3 2 0 16,0-1 1-16,-3-1-1 0,0 1 1 0,1-1 0 16,-5 2 0-16,1-1 0 0,-1-1 0 15,-1 3-1-15,-2-4 1 0,0 4 1 0,0-3 1 16,-4-1-1-16,3 2 0 0,-1 0 4 15,1-3 4-15,-5 2 0 0,3 0 1 0,-1-1 1 16,1-1 3-16,2 2 0 0,-3-3 0 0,3 2-3 16,0-1 0-16,2 1 0 0,1-2-3 15,-1 2-2-15,2 0-2 0,2 1 1 0,-1 0 0 16,1 2 1-16,1 1 5 0,-1-1 3 16,2 2 3-16,0 1-1 0,1 1 0 0,-1 1-1 15,3-3-6-15,-2 3-3 0,2-2-3 16,2 0-2-16,0 0-1 0,-1-1 1 0,1-1 1 0,0 1-1 15,1-1 0-15,0-1 1 0,0-1-1 16,2 1 1-16,0 1-1 0,0-1 1 0,2 0-2 16,-2 3 1-16,2-1-1 0,-1-1 0 15,-1 2 0-15,0 0 0 0,3 0 0 0,-5 1 0 16,0-2 0-16,0 1-1 0,-1 1 0 0,0-3 0 16,-2 0-2-16,1 1 0 0,-1-2 0 15,0-1 1-15,-1 0-1 0,-1-2 2 0,0-1 2 16,1-1-1-16,-2-2 2 0,3-1 0 15,-1-1 0-15,2-2 1 0,-1 1-1 0,0-2 0 16,2-2-1-16,0 1 1 0,2 0-1 0,-1-2-1 16,0 0 0-16,1 1 0 0,1 1 0 0,-4-3-1 15,2 3 0-15,1-2 0 0,-1 2-1 16,-1-1 1-16,1 1-1 0,-1-1 0 16,-1 2-1-16,1 0 0 0,-1 0 0 0,-2 1 0 15,-1-1 2-15,1 4 0 0,-3-3 0 0,1 2 2 16,0 0 0-16,-2 0-1 0,-1 1-1 15,2 0 1-15,-1 2-1 0,-2 0 2 0,1 0-1 16,-1 0 0-16,0 1 0 0,1 2 0 0,-1-1 0 16,-2 1-1-16,3 1 0 0,-1-1 1 15,1 0-1-15,-3-2 0 0,2 3 1 0,-1-2 0 16,-1 0 0-16,1 0 0 0,2-2-1 0,-2 0 0 16,1 0 0-16,0-2 0 0,1 0-1 0,1 1-1 15,-1 0 1-15,1-1 0 0,2 0 0 16,-2 1 1-16,4-2 0 0,-3 3 0 0,1-1 1 15,2 1-1-15,-2 0 2 0,1 0-1 16,2 1 1-16,1-1 0 0,-1 2-1 0,0-1 0 16,0 0 0-16,0 3 1 0,1-3-1 0,-1 0 0 15,0 1 0-15,2 0 0 0,-2-1-1 16,-2 0 0-16,2-1 0 0,-3 3-1 0,2-3 1 16,-3 0-1-16,1 0 0 0,-3-3 1 15,3 3-1-15,-2 0 1 0,1 0 0 0,-3 3-1 16,0-3 0-16,0 2 0 0,1-1 0 0,-1 1 0 15,0 1 0-15,-1-1 3 0,2 2 2 0,-2 1 2 16,-1-2 1-16,0 0 0 0,1 0 1 16,-1 0-1-16,1-1-1 0,0 0 0 15,2 0 0-15,-3-1 0 0,1-1-1 0,0 2-1 16,-1-2 0-16,-1 0-1 0,2-2-1 0,-1 2 0 16,-1 0 1-16,1-1-1 0,-4-1-1 15,2 1-1-15,-4 0 1 0,0-1-2 0,-2 0 1 16,1 1-1-16,-3 1 1 0,-1-1 0 0,-1-1-1 15,-2 2 0-15,-1 0 1 0,-1 0-2 16,1 0 1-16,-5 0-1 0,2 0-1 0,-3 0-5 16,0 3-9-16,-3-2-12 0,-3 3-23 0,2-2-51 15,-4 3-79-15,-4 1-97 0,-2-3-169 16,1 1-296-16,0 1-335 0,-4-3-301 0,2 2-154 16,0-2 215-16,-2-2 657 0</inkml:trace>
  <inkml:trace contextRef="#ctx0" brushRef="#br1" timeOffset="102140.27">19422 12405 92 0,'8'-3'631'0,"-2"-1"436"15,-1 3 139-15,0 1-101 0,2 0-397 0,-2 1-290 16,1 3-154-16,3 0-52 0,1 2-5 15,1-2-2-15,1 4-4 0,2 1-1 0,0-1-8 16,3 4-25-16,-1-1-34 0,5-2-27 0,-1 4-25 16,1-3-23-16,1 2-23 0,2-1-17 15,-2 1-8-15,-3-2-3 0,0 4-3 0,-2-3 0 16,-3 4 6-16,-2-1 8 0,-2 0 8 16,-5 2 6-16,-5 0 10 0,0 2 5 0,-5 4 2 15,-2-3-2-15,-3 3-4 0,-4 3-6 0,-2-1-6 16,-4 2-7-16,-1 0-8 0,-3 3-5 0,-1-3-4 15,0 0-3-15,-2 1-2 0,1-2-2 16,-1-2-1-16,2 0-2 0,0-3-9 0,5-1-15 16,2-4-40-16,1-3-78 0,2-2-93 15,1-1-170-15,5-1-293 0,1-4-334 0,3 0-344 16,-1 0-164-16,4-3 167 0,2-1 671 0</inkml:trace>
  <inkml:trace contextRef="#ctx0" brushRef="#br1" timeOffset="102972.81">19719 13514 53 0,'0'-5'571'0,"0"4"464"0,-1-3 193 16,1 2-90-16,-4-3-363 0,4-1-279 0,0 1-102 15,4 1-50-15,-1-1-32 0,3 0-33 0,0-1-33 16,2 1-47-16,3-1-63 0,2-1-49 16,1 3-30-16,3 0-13 0,1 3-9 0,2-1-6 15,1 4-3-15,-2 0-4 0,1 5 0 0,2 1 0 16,-4 2-2-16,3 1-1 0,-5 3-4 0,1 3 0 16,-3-2 0-16,-1 3 1 0,-4 0 1 15,-1 4 1-15,-3-1 3 0,-4 1 1 0,-2 2 1 16,-7 0 1-16,2 3 1 0,-6 1 2 15,-2 0 1-15,-2 1 1 0,-1 1 1 0,1-1-1 16,1 1 0-16,-2 2-3 0,2-4-3 0,4 3-5 16,0-2-3-16,3 0-5 0,3-2-4 15,3-2-3-15,2-2-2 0,2-2-2 0,5-3-1 16,-1-2-1-16,5-2 0 0,-2-3 0 0,5 1 0 16,1-7-1-16,3 0-1 0,0-5-6 15,1-2-10-15,0-2-15 0,3-2-18 0,0-4-28 16,0-3-52-16,-1 1-68 0,3-3-62 15,-2 0-86-15,1-1-135 0,-2-1-161 0,1-1-186 16,0 0-205-16,-2 2-191 0,-2-1 1 0,3-1 342 16,-4 0 423-16</inkml:trace>
  <inkml:trace contextRef="#ctx0" brushRef="#br1" timeOffset="103282.32">20397 13874 142 0,'16'-10'506'0,"-5"3"361"0,0 2 229 16,-3 5-136-16,-2 3-244 0,-1 6-181 0,0 0-105 15,-2 7-41-15,3 1-24 0,1 4-29 0,-4 4-41 16,3 1-38-16,-1 3-56 0,3 1-62 15,0-1-53-15,1 2-35 0,1-3-19 0,4-2-14 16,-1-6-7-16,4-4-5 0,-1-6-2 0,4-4-3 16,1-6 0-16,-2-6 1 0,0-4-1 0,1-6 1 15,-4-6-1-15,1-3 1 0,0-2 5 16,-3-4 5-16,-3-1 6 0,-2-3 4 0,-4 1 2 16,1-3 1-16,-6 0-4 0,0-2-2 0,-1-1-6 15,-5-1-2-15,-1 1-3 0,-1-1-1 16,-1 1 2-16,-2 4 3 0,-2 3 1 0,-3 4 0 15,0 8-1-15,-4 6 0 0,-2 7-5 16,-1 6-5-16,0 6-3 0,-1 7-2 0,1 5-6 16,0 2-14-16,4 4-30 0,2-1-70 15,0 3-73-15,4-1-130 0,0 0-223 0,5-4-311 16,0 2-332-16,2-2-224 0,3-2-77 0,0 0 458 16,1-2 614-16</inkml:trace>
  <inkml:trace contextRef="#ctx0" brushRef="#br1" timeOffset="103472.91">20514 13716 448 0,'0'0'1344'0,"-3"3"335"16,-2 2-244-16,2 2-329 0,0 2-493 0,1 0-268 16,2 0-159-16,3-1-80 0,2 3-37 0,3-4-24 15,5 0-16-15,1 0-12 0,3-3-8 16,3 0-4-16,2-1-6 0,1-3-5 0,1 0-22 15,2-3-76-15,-3-1-89 0,-1-1-173 16,-1-1-284-16,-2-2-335 0,-2-1-371 0,-3 0-195 16,-4-1 171-16,1-1 693 0</inkml:trace>
  <inkml:trace contextRef="#ctx0" brushRef="#br1" timeOffset="104473.14">12754 8018 125 0,'-1'-10'559'0,"-1"3"369"0,1 0 194 0,-3 1-95 16,3 2-328-16,-1 1-230 0,2 2-142 16,-2 1-87-16,4 1-52 0,-2 2-21 0,3 5 8 15,1 1 19-15,0 3 9 0,1 3-1 16,0 3-18-16,2 2-27 0,0 0-41 0,-1 4-36 16,2 0-30-16,0 0-19 0,-2 0-10 0,1 0-8 15,-1-4-5-15,-1 3-5 0,1-6 1 16,-1 1-3-16,-2-3 0 0,0-1 0 0,-1-2-6 15,-1-2-47-15,-2-2-75 0,-1-2-105 16,-1-2-180-16,-2-1-299 0,0-3-342 0,-2-3-300 16,0-3-140-16,-1-1 290 0,-1-2 630 15</inkml:trace>
  <inkml:trace contextRef="#ctx0" brushRef="#br1" timeOffset="104723.07">12549 7966 100 0,'0'-8'683'0,"0"4"459"0,0 0 112 15,-2 1-141-15,2 0-400 0,2 2-339 0,1-1-170 16,1 2-81-16,1 2-39 0,3-1-24 0,5 2-11 16,0-1-10-16,4 0-13 0,0 1-16 15,2 0-3-15,2 0-4 0,-1 2-4 0,2-2 3 16,-1 1-2-16,0-1-2 0,-1 2 0 15,-4-1-4-15,3 0-16 0,-5 1-59 0,0 1-139 16,-4 0-227-16,-4 2-283 0,-1 3-274 16,-2 0-233-16,-3 3 17 0,-4 0 462 0</inkml:trace>
  <inkml:trace contextRef="#ctx0" brushRef="#br1" timeOffset="104955.74">12634 8424 148 0,'3'1'752'0,"-1"2"437"0,-2 0 70 0,4-2-163 16,-4 3-428-16,4-2-330 0,-3 1-164 0,6-1-84 16,-1 2-43-16,4-2-22 0,2 0-11 15,4 2-5-15,1-2-8 0,4-1 0 0,0 1-1 16,2-2-3-16,2 0-8 0,1-2-41 0,-1 1-124 15,1-1-220-15,0-2-283 0,-2 4-268 16,-1 0-244-16,-2 0-38 0,-2 0 413 0</inkml:trace>
  <inkml:trace contextRef="#ctx0" brushRef="#br2" timeOffset="118171.5">13869 12006 96 0,'-5'-5'235'0,"0"2"81"0,2-1 2 0,-2 1-61 16,2-1-73-16,0 0-46 0,-1 3-19 16,2-3-10-16,0 2-3 0,1 2 2 0,-1-2 4 15,-1 2 0-15,1-2 5 0,1 2 9 0,-1 0 11 16,-1-1 5-16,1 1 8 0,1-1 8 16,-2 1 13-16,1-2 15 0,-2 2 30 0,2-2 34 15,-1 2 23-15,1 0 10 0,-1-1-5 0,1 1-17 16,-1 0-35-16,0 0-40 0,1 0-31 15,1 1-17-15,-1-1-1 0,2 0 13 0,-1 2 5 16,1-2 5-16,0 2-10 0,0-2-23 0,0 1-26 16,0 0-34-16,1 1-29 0,1 0-19 15,-1-2-10-15,3 5-3 0,0-3-4 0,3 2-1 16,-1-2 2-16,3 0 21 0,-1 1 18 0,2-2 10 16,1 2 5-16,0-1 7 0,0-1 5 15,2-1-17-15,0 2-15 0,-1-1-10 0,-1 1-1 16,2 0-6-16,3-1-1 0,-4 0 0 15,2 1-1-15,-1 0-1 0,3-1 0 0,-2 0-4 16,0-1-2-16,1 2-3 0,0-1 0 0,-2-1 0 16,4 0 2-16,-4-1 1 0,3 1 2 15,-2-2 2-15,-1 2-1 0,3-2-1 0,-4 0-2 16,4 0-3-16,-3 1 0 0,1 0-1 16,-3-1 1-16,3 0-1 0,-3 1 0 0,2 1 0 15,1 0-1-15,-3-2-1 0,3 2-1 0,-2 0 0 16,0 0-1-16,1 0 0 0,-2-1-1 0,3 1-1 15,-3-2 1-15,0 2 1 0,0-1-2 16,0-1 1-16,-1-2 0 0,2 4 0 0,0-4-1 16,0 4-1-16,-1-3 0 0,-1 2 1 15,-2-1-1-15,4-1-1 0,-4 1 2 0,0 2-1 16,3 0 0-16,-3 0 0 0,2 0 0 0,-1 0 0 16,1 0 0-16,-2 2 0 0,0 2 1 15,2-3-1-15,-2 0 2 0,0 2-2 0,2-3 0 16,-4 2 0-16,2 0-1 0,-1-2 1 15,0 4-1-15,1-2 0 0,-2-1 2 0,-1 1 1 16,3-1-1-16,-2 1 1 0,1-1-2 0,-1 1 0 16,1 0 0-16,-3-1 0 0,4 0 0 15,-2 1 0-15,-1 0 0 0,2 0 1 0,-3 0-1 16,4-1 1-16,-3-1-1 0,0 2 0 16,-1-1 1-16,1 0-1 0,0 1 1 0,3-1-1 15,-4-1 0-15,1 0 1 0,0 2 1 0,0 0-2 16,0-2 0-16,1 1 0 0,-2-1 0 15,1 2-1-15,2-1 1 0,-2-1 0 0,-1 2 0 16,2-1 1-16,1 1-1 0,-3-1 1 0,1 0 0 16,0 1 0-16,0 0-1 0,2-1 2 15,-2 0-2-15,0 1 0 0,2 0-1 0,-3-1 0 16,2-1 1-16,-1 1 0 0,2 2 0 0,-1-2 1 16,-1 0 0-16,1-1 0 0,-2 1 0 0,3 2 1 15,-2-3-1-15,1 2-1 0,-1 0 0 16,3-2 0-16,-4 0 0 0,3 0 0 0,-1 3 2 15,-1-3-1-15,4 1 1 0,-4-1-1 16,1 2 1-16,3-2-1 0,-5 1-1 0,4-1 0 16,-2 2 0-16,2-2 0 0,-1 2-2 15,0-2 1-15,-2 0 1 0,3 0 0 0,-1 0-1 16,-3 0 1-16,2 0 0 0,-1 0 0 0,0 0 0 16,-2-2 0-16,0 2 0 0,2-2 0 15,-2 2 2-15,2-1-1 0,-1-1 0 0,0-2 0 16,1 2 1-16,-4 0-1 0,4-3 0 15,0 0 0-15,-2 0 1 0,5-1 0 0,-4-1 0 16,1-1 1-16,0 0-1 0,1-1 0 0,-1-2 0 16,1 0 0-16,1-4 0 0,-3 2-1 15,3 0 0-15,-1-4-1 0,0 0 1 0,-1 0 0 16,1-2-1-16,-1 2-1 0,0-3 1 0,-2 1 1 16,3 0 0-16,-3 1-1 0,1-3 1 0,-3 4 0 15,2-5-1-15,-1 3 0 0,1-2-2 16,1 0 1-16,-3-2-1 0,2-2 1 0,2 0-1 15,-1-2 1-15,-2-1 0 0,5-1 2 16,-4-1 0-16,2-2 0 0,-1 1 1 0,2 0-1 16,-3-3 2-16,2 1-1 0,0 0 0 15,-2 2-1-15,2-2 1 0,0 1 0 0,-1-2 0 16,1 4-1-16,-2-2 0 0,1 2 0 0,-3-1 0 16,2 2-1-16,-1-1 0 0,1-2 0 15,0 1 0-15,-1 1 0 0,2-2-1 0,0 2 1 16,-1-2 2-16,0-1 0 0,0 0 1 0,0-2 0 15,2 3 1-15,-2-4-2 0,1 2 1 16,2 1-1-16,-5 2-1 0,2-1 1 0,1 2-1 16,-3 3 0-16,1 2 1 0,-1 0-2 15,-1 5 1-15,0-2 0 0,0 3 1 0,0 0-2 16,0 1 0-16,0-2 0 0,0 2 0 0,0-1-2 16,0-1 0-16,0 1-1 0,2-2 1 0,-2-2-1 15,3-1-1-15,-1-2 0 0,0 1 1 16,2-1 0-16,1 1 0 0,-4-2 1 0,2 1 1 15,1 3 1-15,-1 0 1 0,-2 3 0 16,1 1 1-16,1 0 1 0,-3 2 0 0,4 4 0 16,-4-2-2-16,1 4 0 0,-1-2 1 15,2 1-1-15,-1 1 0 0,-1-1-1 0,0 2 0 16,2-2 2-16,1 0-3 0,-2-2-1 0,2-1 0 16,1 1 1-16,1-3 0 0,-1 2-2 15,1-2 3-15,0 0 0 0,-1 2 0 0,1-2 1 16,0 2-1-16,-2 0 0 0,2 0 1 15,-3 3-1-15,1 0 0 0,-2 1 1 0,1 2 0 16,-2 0 2-16,3 3-2 0,-2 0 0 0,-1 2 0 16,0 0 0-16,0 2 0 0,0-1-1 0,0 1 0 15,0 1 0-15,0 0 0 0,0-1-1 16,0 2 0-16,0-2 0 0,0 2 0 0,0 0 0 16,0 0 0-16,0 0 1 0,0 0-1 0,0 0 0 15,0 0 0-15,0 2-1 0,0 0 0 16,0 0 1-16,-4 3 1 0,4 1 0 0,-2 1 1 15,-1 0 0-15,2 1 0 0,-3 2 1 16,3 0 0-16,-2 0-1 0,1 1 0 0,0-1 1 16,-1 1-1-16,1-1-2 0,2-1 0 15,-3 2-1-15,3 0 1 0,-1-1 0 0,-2 0 1 16,1 1 0-16,1-3 0 0,-1 3 0 0,1 1 1 16,-3-3-1-16,1 2 1 0,2 1-1 15,-3 0 1-15,1 1-1 0,0 0-1 0,-3 1-1 16,3 3 0-16,-2-1 1 0,0 0-2 15,0 3 0-15,2-2 1 0,-2 2-1 0,2-3 2 16,-3 2 0-16,5-2 0 0,-4 0 1 0,3 0 1 16,-1-3 1-16,1 4-1 0,-1-4 0 0,1 0 1 15,1 0-1-15,-1 0 0 0,1 1 0 16,-4 1 1-16,4-2 0 0,-1 0-1 0,0 0 1 16,1 0-1-16,-1 1-1 0,1-1 1 0,-1 0 0 15,2-1-1-15,0 1-1 0,0-1 1 16,0 0 0-16,0-1-1 0,0 2 1 0,0-1 0 15,0 0 1-15,0 0-1 0,0-1 1 0,0 1-1 16,0-2 1-16,0 1-1 0,2-1 0 16,-2-1 0-16,1 2 0 0,-1-3 0 0,0 3-1 15,2-2 1-15,-2 1 0 0,1 0 0 16,-1-1 0-16,0 0 0 0,0 0 0 0,0-1 0 16,0 3 0-16,0-3 0 0,0 1 0 0,2 0-1 15,-2 1 1-15,0 1-1 0,0-1 1 16,2 1 0-16,-2-2-1 0,1 2 0 0,-1 1 0 15,0-2 0-15,3 0 0 0,-1 1-1 16,-2-3 2-16,0 3-1 0,0-2 0 0,0 1 1 16,0 0 0-16,0 0-1 0,-2 1 1 0,-1-1 0 15,3 0 0-15,0 3 0 0,-1-2 0 0,1-1 1 16,0 0-1-16,0 1 0 0,0-1 1 16,0 0 0-16,1 2 0 0,-1-2-1 0,0 0 1 15,3-1 1-15,-1 0-1 0,-2-2-1 0,1 4-1 16,-1-4 1-16,3 2-1 0,-3 0 0 15,2 1 0-15,-2 0 3 0,0-1-1 0,0 1 0 16,0 1 1-16,0 1 0 0,0-3-1 16,0 2 0-16,0 1 0 0,0-2 1 0,0 2-1 15,0 0 0-15,0-1-1 0,0 0 0 16,0 1 1-16,2-2-1 0,-2 2 0 0,0-3 1 16,0 0-1-16,1 1 1 0,-1-1-1 0,0-1 0 15,0 0 0-15,0 0-1 0,0 0 1 0,0 0 0 16,0 0 0-16,0 1 0 0,0 0 0 15,0 0 0-15,0 1 0 0,0 0 0 0,0 1-1 16,0-2 1-16,0 2 0 0,0-1 0 16,0 2 0-16,0-2 0 0,0 0 1 0,0-1-1 15,2 2-1-15,-2-2 1 0,1 0 0 0,-1 1 0 16,0-1 1-16,2-1-1 0,-2 1 1 16,2 0-1-16,-1-2 0 0,-1-1 0 0,4 2 0 15,-4-2 0-15,0 1 1 0,0-1-1 16,1 1 0-16,-1-1 1 0,0 0-1 0,2-2 0 15,-2 2 0-15,0 0 1 0,0 1 0 0,0-1-1 16,-2 2 0-16,2 1-1 0,-1-1 1 0,1 2-1 16,-2-1-1-16,0 0 2 0,1 0-1 15,-1 1 1-15,2-1 1 0,-2 0-1 16,1 0 1-16,-1 2 0 0,2-2 0 0,-1 1 0 16,-1-1 0-16,0 2 0 0,2-2 0 0,-3 0 0 15,3 1 0-15,-1-1-1 0,1-1 0 0,-2-1 1 16,-1 1-1-16,3 1 0 0,0-1 2 15,-1 2-1-15,1-1 1 0,-2 0-2 0,2-1 0 16,0 3 0-16,-2-2 1 0,2 1-1 0,0-1-1 16,-1 1 2-16,1-1-1 0,-2 0-1 15,2-1 1-15,0 1-1 0,0-1 2 0,0 0-1 16,0-2 0-16,0 0 1 0,0-1 0 16,0 2 0-16,0-3-1 0,0 1 0 0,0-2 0 15,0 1 0-15,0-2-1 0,0 3 1 16,0-3 0-16,0-1 0 0,0 4-1 0,0-2 1 15,0 0 2-15,0 2-2 0,-1-2 0 0,1 2 0 16,-2-1 2-16,2 0-2 0,0-1 0 0,0 1-1 16,0-1 1-16,0 1-1 0,0 0 1 15,0-1-1-15,0 0 1 0,0 2 0 0,0-3-1 16,0 2 1-16,-2 1 0 0,2-3 0 16,0 2 0-16,0 0 0 0,0 0 1 0,0 1 0 15,0 1-1-15,0 0 0 0,-1-2 0 0,1 3-1 16,-2 0 0-16,2-1 0 0,0-1 0 15,-1 3 0-15,-1-1 0 0,2-1 1 0,0-2 0 16,0 3 0-16,0-2 0 0,0 0 1 16,0-1 0-16,0 0 0 0,0-1 0 0,0 0 0 0,0 0 0 15,0 0-1-15,0 0 0 0,0 0 0 16,0 0-1-16,0-1 1 0,0 0-1 0,0 2 0 16,0-3 1-16,2 0 0 0,-1 1-1 15,-1 0-1-15,0-2 0 0,2 0 1 16,-2 2-2-16,0-2 2 0,1 3 0 0,-1-3 0 15,0 1 1-15,2-1 1 0,-2 1-1 0,2-1 1 16,-1 0 0-16,-1 1-1 0,2-1 1 0,-1 0-1 16,1 3 0-16,0-3 0 0,-1 2 0 15,4 0 0-15,-4-2-1 0,1 4 1 0,1-1 0 16,-1 0 0-16,1 0 0 0,-2 2 0 16,3-2 0-16,-3 1 1 0,3-1-1 0,-4 0 0 15,1 0 0-15,2 0-1 0,0 0-1 0,0-1 1 16,-1 1 1-16,1-2 0 0,-1 2 0 15,1 0 0-15,-2 0 1 0,3 0 0 0,-3-1-1 16,3 0 1-16,-3 2-2 0,2-2 0 16,-1 1 1-16,2 1 0 0,-1-1-1 0,-1-2 0 15,1 2 1-15,1 1 0 0,-3-3 0 0,2 0-1 16,1 1 2-16,-1-2-1 0,0 0 0 0,4 0 0 16,-3 0 1-16,1 0-1 0,-1-2 0 15,1 1 0-15,0 0 0 0,2 1 0 0,0-2 0 16,-2 0 0-16,1 2 0 0,1-1-1 15,0 1 0-15,0 0 1 0,-1 1 0 0,2-1 0 16,0 0 1-16,0 2-1 0,0 0 0 0,-2-2 0 16,3 1-1-16,-1-1 1 0,0 0-1 15,0 0 1-15,0 0 0 0,0 0 0 0,-2 0-1 16,2 0 1-16,1 0 0 0,0 0 0 16,-3 0 0-16,0 0 1 0,3 0 0 0,-2 0 1 15,-1 0-1-15,2 0 0 0,0 0-1 0,0-1 1 16,-2 1-1-16,2 0 0 0,2-2 0 15,-4 2 1-15,2-2 0 0,0 1 0 0,0-1 0 16,0-2 1-16,0 4-2 0,0-4 2 16,2 0-1-16,-2 2 0 0,1-3 0 0,1 1 0 15,-2 2 0-15,2-3 0 0,-2 2-1 0,1 0 0 16,-1 0 0-16,0 0 0 0,1 1 0 0,-1-1 0 16,0 2 0-16,-1-2 1 0,2 3-1 15,-1-1 0-15,-2 1 1 0,2 0 0 0,2 0-1 16,-4 0 0-16,0 0 1 0,3 1-1 15,-5-1 0-15,4 0 0 0,-2 2 1 0,1-2-1 16,-1 1 0-16,-1-1 0 0,2 1 0 0,0-1 0 16,-1 0 0-16,1 0 0 0,0 0 0 15,0 0 1-15,-1 0 0 0,-1 0-1 0,3 0 0 16,0 0 0-16,-2 0 1 0,0 0-1 16,2 0 0-16,0 0 1 0,-2 0 0 0,2 0-1 15,-1 0 2-15,-1 0-1 0,3 0-1 0,-1 2 0 16,1-2 0-16,0 0 1 0,-3 0-1 15,2 0 1-15,0 0-1 0,0 0 1 0,0 0 1 16,-2 0 1-16,2 0-1 0,1 0 1 16,-1 0 3-16,0 0-1 0,-1 0 0 0,0 0 1 15,1 0 0-15,-1 0-1 0,-1 1 0 0,3-1 1 16,-4 2 0-16,2 0 0 0,-1-1 1 0,0 1 0 16,-1-1 0-16,3 2-1 0,-2-1 0 15,-1-1-1-15,2 0 0 0,-3 1-2 0,2 0 0 16,-1-1 0-16,1 0-2 0,-1-1 0 15,-1 0-1-15,0 2 1 0,2-2-1 0,-1 0 0 16,-2 0 0-16,2 0 0 0,-2 0 1 0,2 0-1 16,0 0 0-16,-1 0 1 0,1 0-1 15,-2 2-1-15,2-2 1 0,0 1 0 0,0-1-1 16,1 0 1-16,-2 1 0 0,1-1 0 16,0 3 0-16,0-3 0 0,0 1-1 0,0 0 1 15,1-1-1-15,-2 1 0 0,1-1 1 0,-2 0-1 16,2 3 1-16,-2-3-1 0,2 2 1 15,0 0 0-15,-2-2 2 0,2 0-2 0,-2 3 1 16,0-2 1-16,2-1 0 0,0 2-1 0,1-1 0 16,-3 1 1-16,3 0-1 0,-1-2-1 15,0 1 1-15,0 2-1 0,2-1 2 0,-2-1-2 16,1 2 1-16,-1-1-1 0,0 0 1 0,3 1 0 16,-2 0 1-16,-1 2 0 0,1-2 0 15,-1 1 0-15,0-1-1 0,1-1 1 0,-1 0-1 16,0 2 2-16,-4-2-1 0,4 0 0 15,-2 0-1-15,-1-1 1 0,1 0-2 0,-1 2 0 16,0-3 1-16,-2 0 0 0,4 1-1 0,-4-1 2 16,0 1-1-16,1-1 0 0,1 0 1 15,-1 0-1-15,-1 0 0 0,4 0 1 0,-4 0-1 16,1 0 1-16,2 0-1 0,-3 0 1 16,2 0-2-16,1 0 1 0,-1 0-1 0,-1 0 0 15,1 0 1-15,2 0-1 0,-2 0 0 0,1 0 0 16,-1 0 0-16,1 0 1 0,-1 0-1 0,1 0 0 15,-2 0 1-15,3 0 0 0,-1 0-1 16,0 0 0-16,0 0 0 0,2 0 0 16,-4 0 0-16,2 0 1 0,1 0-2 0,-3 0 1 15,2 0 0-15,1 0 0 0,-3 0 1 0,4 0-1 16,-3 0 0-16,2 0 1 0,-1 0-1 0,0 1 1 16,1-1-1-16,-1 0 0 0,0 3 0 15,0-3 0-15,1 0-1 0,-3 0 1 0,2 0 0 16,2 0 0-16,-4 0 0 0,2 0 1 15,-1 0 0-15,3-3 0 0,-3 3-1 0,1 0 1 16,0-1-1-16,0 1 1 0,0 0-1 0,2 0 0 16,-1 0 0-16,0 0 0 0,-1 0 0 15,2 0 0-15,0 0 0 0,-4 0-1 0,4 0 2 16,-1 0-1-16,1 0 0 0,-2 0 1 16,1 0 0-16,-1 0-1 0,0 0 0 0,0-1 1 15,0 1-1-15,3 0 1 0,-2 0-1 0,0 0 0 16,0 0 0-16,-1 0 0 0,0 0 0 0,2 1 0 15,-2 0-1-15,5 2 1 0,-5-3 1 16,2 4-1-16,-2 0 0 0,0-1 0 0,0 1 0 16,1-3-1-16,-1 2 1 0,1-1-1 15,-2-1 1-15,-1 0 0 0,2 1-1 0,-1-2 2 16,0 0-1-16,-1 0 0 0,2 0 1 0,-1 0 0 16,1-2 0-16,1 2-1 0,-3-1 2 15,1 1-2-15,1 0 0 0,0-1 1 0,-2 1-1 16,2-2-1-16,-1 2 1 0,1 0 0 15,1 0 0-15,-1 0 0 0,0 2 0 0,0-2-1 16,0 1 1-16,2-1 0 0,-2 1 0 0,0 1 0 16,0-2 1-16,1 2-1 0,-3-2 1 15,2 1 0-15,-1-1-1 0,0 1 0 0,-1-1 1 16,2 0-1-16,-3 2 1 0,2-2-1 16,2 1-1-16,-2-1 2 0,-1 0-2 0,1 2 0 15,0-2-1-15,-1 0 1 0,1 1 1 0,0-1-1 16,-2 0 0-16,1 0 1 0,1 0 1 15,-1 0-1-15,-1 0 0 0,2 0 0 0,-2 0 0 16,0 0 0-16,2 0 0 0,-2 0-1 0,0 0 1 16,0 0 0-16,0 0 0 0,0 0-1 15,0 0 0-15,0 0 0 0,-2 0-2 0,2 0 0 16,0 1-7-16,-2-1-15 0,1 0-27 0,-1 2-69 16,-3-2-82-16,0 0-160 0,-2 2-264 0,2-2-322 15,-1 1-376-15,1 1-243 0,-2-2 35 16,0 0 657-16</inkml:trace>
  <inkml:trace contextRef="#ctx0" brushRef="#br2" timeOffset="124849.77">6811 10187 114 0,'0'0'369'0,"-2"-3"173"16,2 2 119-16,-1-2-135 0,2 2-233 0,-1-2-142 15,2 1-75-15,1-3-38 0,-1 3-20 16,3-2-8-16,1 3-5 0,0-2 8 0,2 0 6 16,0 2 5-16,3-1 4 0,0 0 31 15,0 2 33-15,3 0 11 0,-1 0 2 0,1 0-3 16,1 0 0-16,2 0-25 0,-1 2-33 0,3-2-16 16,1 3 74-16,1-2 33 0,2 3 14 15,1-3 3-15,1 0 5 0,4 3-1 0,-2-3-67 16,6 2-37-16,0 0-19 0,0-3-8 0,5 2-6 15,0-2-25-15,6 0-14 0,-1 0-6 16,3-2-1-16,6 2 14 0,0-5 9 0,2 3 22 16,0-3 11-16,3 0 1 0,3 1 2 0,2 0-13 15,-1-1-7-15,4 1-2 0,-1-1-1 16,2 4 0-16,2-1 3 0,-2 1-4 0,-1 2-1 16,0 1-3-16,-4 1 0 0,0 1-2 15,-5 1-3-15,-2-1-4 0,-1 1-2 0,-5-3 4 16,-2 2 2-16,0-3 1 0,-5-1-18 0,-1-3-39 15,-1 0-60-15,-2-2-87 0,-1-2-116 16,-3 1-235-16,1-1-225 0,-3 2-112 0,-1 1 59 16,-3 1 220-16,0 2 269 0</inkml:trace>
  <inkml:trace contextRef="#ctx0" brushRef="#br2" timeOffset="125781.96">7162 12144 115 0,'1'8'319'16,"-1"-1"141"-16,0 0 104 0,0-1-154 0,0 2-138 15,0-2-75-15,2-1-27 0,-2 1-11 0,0 0-9 16,0-1-20-16,3 1-15 0,-3-1-19 15,3 1-14-15,-1-2 3 0,0 1 3 0,2 0 17 16,1 0 21-16,0-1 25 0,4 1 18 16,2 0 5-16,3-1 6 0,2 0 18 0,5 0 2 15,1 0-17-15,5-1-6 0,5 1-10 0,4-3-20 16,3 0-32-16,4-1-32 0,6 0-11 16,0-1-20-16,5-3-19 0,1 0-8 0,2 0-11 15,0-2-8-15,0-2-6 0,0 0-3 16,0 0 3-16,1-1-1 0,-1-2 6 0,0 0 6 15,-2 1-1-15,-1 1 0 0,0-3-2 0,-2 2 0 16,-3 0-4-16,0-1-1 0,-6 1-5 0,1-1-2 16,-4 0-2-16,-4 2-1 0,1 0 2 15,-6 1-2-15,-1 2-9 0,-1 0-28 0,-4-1-66 16,-1 3-107-16,-4 0-139 0,-1 1-210 16,-2 3-277-16,-2 0-221 0,2 0-46 0,-1 3 245 15,-2-3 372-15</inkml:trace>
  <inkml:trace contextRef="#ctx0" brushRef="#br2" timeOffset="126515.05">9301 10509 176 0,'0'-5'508'0,"0"2"289"16,0 1 185-16,0 0-134 0,0 0-225 0,0 1-153 15,0 0-113-15,0 1-85 0,0-2-74 16,2 2-64-16,-1 0-47 0,-1 0-28 16,2 2-6-16,-2 0 4 0,3 4 22 0,0 2 29 15,3 2 18-15,-3 5 14 0,2 2 11 0,0 7 7 16,0 1-5-16,-2 6-17 0,2 1-14 0,-1 4-14 16,0 5-19-16,-1 1-19 0,-2 2-17 15,1 4-14-15,-2 2-13 0,0-3-8 0,0 2-7 16,0 0-7-16,0 3-5 0,0-1 0 15,-2-1 0-15,2-1 0 0,-1-2-1 0,1-4 5 16,-2-3-3-16,2-2-1 0,0-4-2 0,0-2-23 16,-1-5-46-16,-1-3-55 0,0 0-45 0,-2-5-55 15,-1 0-85-15,0-3-98 0,-3-3-81 16,0-1-106-16,-1-3-221 0,1-1-215 0,-2 0-74 16,1-1 168-16,1-3 337 0</inkml:trace>
  <inkml:trace contextRef="#ctx0" brushRef="#br2" timeOffset="126815.06">9168 11419 295 0,'-3'4'615'15,"1"4"259"-15,0 3 125 0,2 3-235 0,2 0-207 16,2 3-148-16,0 2-87 0,1 1-58 15,3 4-58-15,0-3-55 0,3 3-47 0,2-1-33 16,1-2-22-16,0 1-17 0,2-2-12 0,-2 0-8 16,2-3-5-16,-2-2-3 0,0-2-1 15,-1-3-1-15,0-4-1 0,1-4 1 0,-3-4-3 16,0-2 0-16,-3-3 0 0,0-5-3 16,-1-4-5-16,-3 1-12 0,2-6-27 0,-4-4-68 15,-2-2-116-15,-2-2-151 0,-1-2-260 0,-1-3-264 16,-1-2-196-16,-2-3 15 0,-1-4 310 15,-4-2 383-15</inkml:trace>
  <inkml:trace contextRef="#ctx0" brushRef="#br2" timeOffset="127164.71">9149 10570 175 0,'-4'-1'555'0,"0"0"283"0,-2-3 130 15,4-1-146-15,-4 3-303 0,5-4-205 0,-1-2-118 16,2 1-60-16,2-4-38 0,-1-2-10 16,5 0-10-16,-1-4-12 0,2-3 9 0,1-1 8 15,2-1 5-15,-2-1-1 0,2-1 7 16,1 2 3-16,2 1-10 0,-4 1-15 0,2 4-12 15,-3 2-6-15,2 4-12 0,-4 3 3 16,5 2 27-16,-3 5 43 0,0 2 40 0,0 8 13 16,-1 2-1-16,-2 3-12 0,0 6-32 0,0 1-42 15,0 4-37-15,-2 2-24 0,1 1-22 0,1 2-62 16,-2 0-55-16,-1 3-91 0,1-3-153 16,0-2-264-16,-1 0-312 0,0 1-235 15,1-4-173-15,-2 1 171 0,5-1 525 0</inkml:trace>
  <inkml:trace contextRef="#ctx0" brushRef="#br2" timeOffset="127723.54">9824 11065 106 0,'2'-14'657'0,"1"0"452"0,-4 2 147 16,-1 1-99-16,0 0-304 0,-1 2-244 0,-2 2-153 16,2 0-91-16,-4 1-63 0,0 1-54 0,-1 4-75 15,0-1-60-15,-3 5-36 0,3 0-22 16,-3 5-13-16,2 1-12 0,1 3-7 0,0 5-7 15,0 0-5-15,2 4-4 0,1 1-3 16,2 4-1-16,1 0-3 0,2-5-1 0,2 3-1 16,1-5-2-16,0-4 0 0,3-2-1 0,1-3 1 15,-1-5 2-15,2-3 1 0,1-4 2 16,-1-4 1-16,2-8 1 0,0-5-1 0,2-4-1 16,-2-6-2-16,-1-3 0 0,2-6-1 0,-3 1-1 15,0-3 1-15,1 0 0 0,-4-1 2 16,0 1-1-16,-2-1 2 0,0 1 1 0,-1-1 1 15,-2 4 0-15,0-1 0 0,-2 4 0 16,1 2 0-16,-1 5 2 0,-1 5 1 0,1 2 2 16,1 5 5-16,-1 3 0 0,0 5 0 0,1 2-2 15,-1 5-2-15,2 5-2 0,-1 5-5 0,-2 5-3 16,3 6 0-16,3 3 0 0,-2 6 2 16,2 3 1-16,-1 4 0 0,1 6 2 0,2 6-1 15,0 1-2-15,1 2-1 0,2 5-2 16,0-3-3-16,0 0-7 0,4-1-17 0,-2-5-49 15,1-5-80-15,0-2-117 0,0-7-204 16,0-4-304-16,-1-6-356 0,-1-4-321 0,-1-7-118 16,-1-4 387-16,0-4 676 0</inkml:trace>
  <inkml:trace contextRef="#ctx0" brushRef="#br2" timeOffset="132311.44">10357 11207 24 0,'0'0'30'0,"0"0"2"16,0 0 1-16,0 0 0 0,0 0-2 15,0 0-3-15,0 0-1 0,0 0-3 0,-1 0 0 16,1 0-1-16,0 0 0 0,0 0 1 0,0 0-3 15,0 0 2-15,0 0 1 0,0 0-3 0,0 0 0 16,0 0-4-16,-2 0 0 0,2 0-3 16,0 0-4-16,0 0-1 0,0 0-5 15,0 0 0-15,0 0-1 0,0 0-3 0,0 0 0 16,0 0 0-16,0 0 0 0,0 0 0 0,0 0 0 16,0 0 0-16,0 0 2 0,0 0-2 0,0 0 0 15,0 0 0-15,0 0-2 0,0 0 2 16,0 0 0-16,0 0 0 0,0 0 0 15,0 0 0-15,0 0 0 0,0 0 2 0,0 0-2 16,0 0 0-16,0 0 1 0,0 0 1 0,0 0-2 16,0 0 0-16,0 0-2 0,0 0 1 15,0 0-1-15,0 0 2 0,0 0 0 0,0 0 0 16,0 0 2-16,0 0 3 0,0 0 1 0,0 0 2 16,0 0-1-16,0 0 2 0,0 0 1 15,0 0 2-15,0 0 1 0,0 2-2 0,0-2 3 16,-1 0-1-16,1 0-2 0,0 0-1 0,0 0-3 15,0 0-2-15,0 0-3 0,0 0-2 16,0 0 0-16,0 0 0 0,0 0-2 0,0 0 2 16,0 0 0-16,0 0 2 0,0 0-2 15,0 0-2-15,0 0-1 0,0 0 0 0,0 0 1 16,0 0-1-16,0 0 0 0,0 0 3 0,0 0 0 16,0 0 0-16,0 0 2 0,0 0-2 15,0 0 1-15,0 0-1 0,0 0 0 0,0 0 0 16,0 0-3-16,0 0 1 0,0 0 1 15,0 0 1-15,0 0-2 0,0 0 1 0,0 0 1 16,0 0-2-16,0 0 2 0,0 0 0 0,0 0 0 16,0 0 0-16,0 0-1 0,0 0-1 15,0 0 2-15,0 0-1 0,0 0 1 0,0 0 0 16,0 0 1-16,0 0 1 0,0 0-2 16,0 0 0-16,0 0 0 0,0 0 0 0,0 0 0 15,0 0 0-15,0 0 0 0,0 0 0 0,0 0 0 16,0 0 0-16,0 0 1 0,0 0 1 15,0 0-1-15,0 0 1 0,0 0-2 0,0 0 1 16,0 0 3-16,0 0-1 0,0 0 0 16,0 0 0-16,0 0 0 0,0 0 0 0,0 0-1 15,0 0 1-15,0 0-2 0,0 0-1 0,0 0 2 16,0 0 0-16,0 0-2 0,0 0 1 16,0 0-1-16,0 0 0 0,0 0 0 0,0 0 0 15,0 0-1-15,0 0-1 0,0 0 0 16,0 0 1-16,0 0-1 0,0 0 2 0,0 0 0 15,0 0-1-15,0 0 1 0,0 0 0 0,0 0 1 16,0 0-1-16,0 0-1 0,0 0 1 16,0 0 0-16,0 0 0 0,1 0-5 0,-1 2 3 15,2-1 2-15,-1 2-3 0,1 1 2 16,4 3-5-16,-1 0 1 0,1 3 5 0,2 1 5 16,5 3 4-16,1 0 0 0,2 3 1 0,1 3-2 15,4 1-8-15,-2 1-10 0,3 3-9 16,-2 0-15-16,1 0-23 0,-2 4-41 0,1-2-53 15,-5 1-6-15,2 1 21 0</inkml:trace>
  <inkml:trace contextRef="#ctx0" brushRef="#br0" timeOffset="140948.87">7170 13939 55 0,'0'-5'336'0,"1"4"226"0,-1 0 208 0,0-1 5 16,0 2-116-16,0-2-101 0,-1 2-77 16,1-1-65-16,-2 1-67 0,0 0-78 0,1-1-85 15,-1-1-68-15,1 2-43 0,-2-2-30 0,1 0-18 16,-1 0-7-16,0 0-3 0,0 1-4 16,-1-2-6-16,1 0 0 0,-2 0-2 0,2 2-4 15,-3-2-3-15,2 0-2 0,-1 1-13 16,-2-1-49-16,1 0-111 0,-5 2-151 0,1 0-288 15,1 1-269-15,-4 0-237 0,2 1-65 0,-2 0 310 16,1 1 438-16</inkml:trace>
  <inkml:trace contextRef="#ctx0" brushRef="#br0" timeOffset="141182.73">6808 13932 380 0,'-5'7'729'16,"0"-2"262"-16,0-2 66 0,1 2-284 0,-1-5-266 15,2 4-175-15,1-2-105 0,-1-1-67 16,0-1-57-16,0 0-45 0,1 0-31 0,-1 0-34 16,0-1-46-16,-2-3-73 0,1 2-107 0,0-2-133 15,-1 3-238-15,2-1-248 0,0 2-155 16,-2 2 43-16,2-1 260 0,-1 3 321 0</inkml:trace>
  <inkml:trace contextRef="#ctx0" brushRef="#br0" timeOffset="141382.89">6613 14205 24 0,'-5'15'385'0,"1"1"284"16,-1-3 190-16,0 2 20 0,2-4-298 0,0 0-223 15,1-2-130-15,-1-1-69 0,1-2-40 16,2 1-25-16,-1-1-26 0,1-1-27 0,0-1-42 16,1 0-55-16,-1 1-69 0,2-1-86 15,-2 1-110-15,3-1-199 0,-1 1-216 0,0-1-95 16,1 0 69-16,-2 2 208 0,3 0 236 0</inkml:trace>
  <inkml:trace contextRef="#ctx0" brushRef="#br0" timeOffset="141582.26">6661 14566 13 0,'3'8'298'15,"0"-2"205"-15,0 0 175 0,0-1 13 0,-1 1-186 16,-1-1-139-16,1 0-96 0,1-1-65 16,-1 1-42-16,-1-3-32 0,3 2-43 0,-1-2-38 15,0 1-25-15,0-3-9 0,3 4-5 0,-1-4-13 16,0 0-24-16,1 0-45 0,-1 0-67 15,4 0-86-15,-4 0-142 0,1 0-238 0,1 2-137 16,-1-1-4-16,2 2 145 0,0-1 217 16</inkml:trace>
  <inkml:trace contextRef="#ctx0" brushRef="#br0" timeOffset="141765.48">6909 14724 70 0,'8'5'290'0,"-2"-3"144"15,2 1 123-15,-1 0-126 0,-1-1-158 0,0-1-106 16,2 0-68-16,-2-1-35 0,-1 0-27 16,4-1-15-16,-4 0-9 0,3-1-13 0,-3-1-25 15,1 0-43-15,2-1-59 0,-2 1-104 0,1 0-126 16,-1 1-105-16,1-1-5 0,0 2 83 16,-2 0 123-16</inkml:trace>
  <inkml:trace contextRef="#ctx0" brushRef="#br0" timeOffset="141930.41">7113 14706 98 0,'6'0'223'0,"1"0"56"0,-1-2 10 0,0 0-40 16,0 2-64-16,1 0-54 0,-1-3-37 0,2 2-20 15,-2 0-12-15,-1 0-11 0,3-2-4 0,-3 1-8 16,2 0-11-16,-2-3-9 0,3 1-7 16,-3 1-4-16,2-2 0 0,0 1-10 0,0 1-33 15,-1-1-120-15,-1-1-183 0,1 1-72 16,0 1 4-16,1 0 73 0</inkml:trace>
  <inkml:trace contextRef="#ctx0" brushRef="#br0" timeOffset="142115.85">7416 14622 228 0,'4'2'527'0,"0"1"218"0,-2-3 102 0,-2 0-240 15,3-4-225-15,-1-1-167 0,-1 1-95 16,3-6-43-16,0 1-30 0,-1-3-18 0,2 0-13 15,1-1-12-15,1-2-9 0,-1 2-10 16,2-2-28-16,-2 0-49 0,2 0-68 0,0 1-86 16,0-4-167-16,-2 5-220 0,1 0-90 0,-1-2 48 15,-3 1 168-15,3 0 207 0</inkml:trace>
  <inkml:trace contextRef="#ctx0" brushRef="#br0" timeOffset="142315.32">7456 14062 199 0,'-10'-19'559'16,"0"3"319"-16,0-2 188 0,-1 5-159 0,0 0-243 16,0 1-181-16,-2 1-131 0,2 3-90 0,0-3-81 15,0 3-70-15,0-1-47 0,1 1-28 0,-1 1-17 16,0-2-12-16,2 0-7 0,-1 2 0 16,-1-3-5-16,3 2-2 0,0 0-10 15,-4-1-19-15,2 3-59 0,-1 0-104 0,-1 0-138 16,-1 3-232-16,-1 3-272 0,1 2-232 0,-3 4-57 15,3 1 248-15,-2 3 390 0</inkml:trace>
  <inkml:trace contextRef="#ctx0" brushRef="#br0" timeOffset="144065">8237 13258 85 0,'0'-3'362'16,"-1"-1"223"-16,-1 0 208 0,2 2-13 0,-2-2-107 15,2 2-82-15,-1 0-74 0,1-1-59 16,0 0-48-16,0 3-39 0,0-1-36 15,0 1-34-15,0 0-32 0,0 0-31 0,1 1-39 16,-1-1-50-16,0 0-48 0,2 2-37 0,-2 1-21 16,0 1-16-16,2 5-8 0,-1 3-4 0,2 5-4 15,-3 2-2-15,3 4-3 0,-1 1-2 16,1 1-2-16,0 2-2 0,0 0 0 0,1-2-3 16,1-1 0-16,-1-1 1 0,4-2-2 15,-2-1 1-15,-1-4-1 0,3-2 2 0,0-3 0 16,0-1 1-16,1-4 0 0,1-2-1 0,2-1 1 15,0 0 1-15,1-1 0 0,2-2 0 16,2 1 3-16,-1 1-2 0,3-1 1 0,-3 4-2 16,3 1-2-16,-3 0 2 0,3 1-1 15,-4 1 1-15,1 3 0 0,-2-1 0 0,-2-1 1 16,-1 0-1-16,-2-2-2 0,1 2 2 0,-4-3-2 16,0 0 2-16,-1-3 1 0,1 0 2 0,-4-8 1 15,-1 1 3-15,1-5 3 0,-2-6 2 16,-2-2 4-16,1-8 5 0,-4-2 7 0,1-2 6 15,-1-7 7-15,-2 1 2 0,-1-5 0 16,0 2-4-16,-2-3-6 0,0 2-5 0,2 1-8 16,-1 6-4-16,2 0-5 0,1 7-2 0,1 4-4 15,0 4-2-15,1 0-3 0,2 7-2 0,-1 1-1 16,2 2-2-16,-1 2-3 0,2 1 1 16,3 1 0-16,0 3-1 0,3 0-8 15,1 3-19-15,-1 0-60 0,2 1-78 0,1 2-151 16,-1 0-279-16,0 4-319 0,2 1-386 0,1 1-286 15,-2 1 9-15,1-1 687 0</inkml:trace>
  <inkml:trace contextRef="#ctx0" brushRef="#br0" timeOffset="144398.15">8789 13521 72 0,'0'16'659'0,"3"-4"492"0,0-3 138 16,-3-1-137-16,0-4-338 0,3-4-309 15,-3-4-149-15,3-3-78 0,1-5-45 0,0-5-35 16,1-5-32-16,3-8-47 0,0-2-40 0,1-3-26 16,0-5-12-16,1-1 0 0,0-2-9 0,0 1-6 15,0 0-1-15,-2 4 2 0,0 2-1 16,0 4-2-16,0 6-1 0,-2 3 1 0,-2 5-1 16,-1 4 0-16,0 4-1 0,0 6 1 0,-1 0 1 15,1 9-1-15,1 4 0 0,-2 6-2 16,3 6-1-16,-2 6-4 0,2 5-4 0,0 4-4 15,1 4-2-15,2 4-4 0,-2 2-2 16,2 3-1-16,-2 0-3 0,2-1 0 0,0-2-2 16,-2-3-1-16,3-5-9 0,-2-3-25 0,1-4-68 15,-3-4-69-15,0-7-108 0,-2-4-184 16,-1-1-307-16,-1-4-327 0,-1-4-239 0,-3-1-131 16,1-6 291-16,-3 0 609 0</inkml:trace>
  <inkml:trace contextRef="#ctx0" brushRef="#br0" timeOffset="144582.44">8849 13391 105 0,'0'-1'702'0,"0"1"460"16,2 0 101-16,-1 1-150 0,2-1-395 16,-1 0-356-16,1 2-185 0,2 0-85 0,1-1-49 15,2-1-23-15,1 1-12 0,4-1-3 0,-2 0 0 16,5 0-5-16,0 0-2 0,3 0-39 15,-2-1-136-15,-1 2-254 0,1-1-274 0,-1 0-264 16,1 0-245-16,-2 0-17 0,2-1 460 16</inkml:trace>
  <inkml:trace contextRef="#ctx0" brushRef="#br0" timeOffset="145064.98">9208 13184 8 0,'-5'-2'543'0,"3"2"507"0,1 0 227 0,-2 1-59 16,1 0-260-16,2 4-313 0,0 1-205 16,0 1-112-16,2 0-63 0,1 3-51 0,0 1-65 15,0 0-54-15,4 3-29 0,-2 1-12 0,2 4-7 16,1-2-7-16,-2 3-6 0,3 1-5 16,-3 1-5-16,3 0-6 0,-4 3-5 0,1-1-5 15,-1-2-3-15,0 0-3 0,-1 0-1 16,-1-5-1-16,1 0-1 0,-3-4-1 0,1-2 2 15,1-2 0-15,-3-3-1 0,2-2 1 16,-1-3 1-16,-1-4-1 0,2-5 0 0,3-1 1 16,-2-3-1-16,4-1 1 0,0-4 0 0,1-1-1 15,4-3-1-15,-2-3-2 0,1-1 1 16,3-1-3-16,-1-1 1 0,3-2-2 0,-2 3 1 16,0 0 1-16,-1 1 1 0,-2 2 0 0,1 2 0 15,-2 4 4-15,-2 0 0 0,1 3 1 16,-4 3 2-16,-2 3 1 0,1 0 3 0,-3 4 4 15,-1-1 6-15,-1 2 7 0,-3 3 2 0,-1 3 3 16,1 2 1-16,-4 2-2 0,-1 6-3 16,-1 4-2-16,-2 3-1 0,2 5 0 0,-1 5-2 15,0 0-2-15,1 3-3 0,2 0-6 0,-1 2-4 16,4-3-5-16,2 0-3 0,1-2-2 16,4-5-2-16,0-3 0 0,1-3-8 0,3-2-15 15,2-2-36-15,-2-5-77 0,4-2-98 16,-1-2-179-16,2-3-293 0,-1-3-341 0,4-2-359 15,-3-4-171-15,5 2 210 0,-3-4 702 16</inkml:trace>
  <inkml:trace contextRef="#ctx0" brushRef="#br0" timeOffset="145381.47">9709 13602 241 0,'2'3'800'0,"-4"-2"369"16,2-2 40-16,-1-6-195 0,-1 0-297 0,2-3-208 15,0-5-115-15,2-4-70 0,-1-5-50 16,-1-1-48-16,2-7-69 0,1-3-67 0,1-5-43 16,-1 1-23-16,2-2-3 0,0 2-4 0,0 1 2 15,1 6 5-15,2 2 1 0,-3 5 3 0,0 5-6 16,-1 2-4-16,0 5 0 0,-1 3 3 16,0 2 5-16,0 5 6 0,3 3 7 0,-1 3 3 15,-2 6-1-15,2 3-6 0,0 3-4 16,-2 6-9-16,3 3-5 0,-1 3-5 0,0 5-5 15,-1 2-2-15,1 3-3 0,2 0-3 16,0 1-1-16,-2 0-2 0,2 0-3 0,-1-4-13 16,0-2-30-16,0-2-70 0,-1-5-78 0,-2-2-148 15,-1-5-253-15,-2 0-319 0,2-5-348 16,-4-2-224-16,2-3-2 0,-5-2 584 0</inkml:trace>
  <inkml:trace contextRef="#ctx0" brushRef="#br0" timeOffset="145564.71">9744 13380 147 0,'-3'-2'771'0,"-2"5"455"0,2 3 53 15,0-2-170-15,1 4-425 0,2 0-336 16,2-1-169-16,1-1-90 0,3 1-43 0,3-3-24 16,1 0-10-16,3 1-3 0,4-2-2 0,2-2-1 15,3 2-9-15,0-2-34 0,3 1-130 16,-2 0-241-16,4-2-281 0,1 0-275 0,1 0-257 15,-1 0-66-15,2-2 431 0</inkml:trace>
  <inkml:trace contextRef="#ctx0" brushRef="#br0" timeOffset="146532.15">10155 13189 211 0,'1'-11'656'0,"1"4"375"0,-2 0 145 16,0-1-195-16,0 4-279 0,0-1-130 0,0 2-84 15,0 3-78-15,0-1-70 0,0 1-61 0,-2 1-60 16,2 2-76-16,-3 5-62 0,2 1-32 16,-4 4-19-16,2 4-10 0,1 3-6 0,1 5-3 15,-1 2-4-15,1 5-2 0,1 3-3 16,0 1 0-16,0 2-2 0,1-2-1 0,2-1 0 15,-1-1-2-15,4-5 1 0,-3-1-2 0,2-6-1 16,-2-4 0-16,2-3 2 0,-2-5 1 16,2-3 2-16,-2-4 3 0,3-8 1 0,-3-4 1 15,2-5 1-15,0-6-1 0,0-6 0 0,-2-3-1 16,0-3 1-16,2-3-2 0,-4 1 1 16,2-1-4-16,-1 3 0 0,-2 0 0 0,0 5 0 15,0 2 1-15,-2 2-1 0,2 8 1 16,0 1 0-16,0 4-1 0,0 4-1 0,0 4 0 15,2 5 1-15,-2 6-1 0,5 6 0 16,-2 3 0-16,2 7 1 0,3 0 0 0,1 5-2 16,-1 1 0-16,3 3-1 0,0 1 0 0,2-1-1 15,-1 0 0-15,1-3-1 0,0-5 2 0,-1-4 2 16,1-4 0-16,0-3 1 0,-1-6 2 16,0-3 1-16,0-6 2 0,-2-7-2 0,-1-3 0 15,0-6 2-15,-2-1-3 0,-1-8 0 16,-2-2 0-16,-1-4 1 0,-2-3-1 0,-1-1-1 15,0-3 2-15,-3 1-1 0,-2-1-2 0,-1 1 0 16,-1-3 0-16,-2 5 0 0,3 1-1 16,-1 4-1-16,1 7 0 0,1 3-1 0,-1 5-1 15,5 5-1-15,-1 7-1 0,1 4-5 0,1 8-37 16,1 3-70-16,1 5-77 0,-1 6-141 16,5 0-243-16,-1 4-328 0,3-2-311 0,0 0-205 15,4 0 13-15,0 1 528 0</inkml:trace>
  <inkml:trace contextRef="#ctx0" brushRef="#br0" timeOffset="146781.51">10822 13216 87 0,'-1'-19'729'16,"-4"2"679"-16,0 2 192 0,-3 2-235 0,-3 4-432 15,0 1-368-15,-2 4-190 0,-4 4-140 16,3 3-86-16,-4 4-51 0,4 7-31 0,-2 2-21 15,3 7-15-15,0 4-11 0,3 5-8 0,3 5-4 16,0 1-4-16,5 3-3 0,2-1-1 16,5 1-3-16,-1-2-1 0,6-5-2 0,1-2 1 15,5-4-10-15,2-6-15 0,0-3-44 0,4-4-77 16,-1-9-104-16,1-3-184 0,2-4-295 16,-1-5-341-16,0-5-327 0,-1-4-144 0,2-6 266 15,-2-1 664-15</inkml:trace>
  <inkml:trace contextRef="#ctx0" brushRef="#br0" timeOffset="147265.32">10982 13045 319 0,'0'-1'688'0,"0"1"299"15,0-3 100-15,1 3-280 0,-1 0-224 16,3-2-162-16,-1 2-85 0,3 0-28 0,1 0-24 16,2 0-20-16,1 0-18 0,1 2-18 0,1-2-32 15,3 3-40-15,-1 1-31 0,1 1-23 16,2 2-22-16,1 2-16 0,-1 5-7 0,0 2-8 16,0 5-3-16,1 5-7 0,-2 4-4 15,0 6-7-15,-2 4-8 0,-1 6-6 0,-2 8-4 16,-2 2-5-16,1 2 0 0,-6 4 0 0,-1 1 6 15,-2 0 5-15,-2-1 6 0,-1-1 8 16,-4-2 4-16,0-5 5 0,-1-3 1 0,0-3-2 16,-4-6-2-16,4-5-5 0,-3-6-5 0,0-3-5 15,1-8-5-15,-1-3-4 0,0-8-4 16,-2-5-2-16,1-8-2 0,1-5-2 0,0-10-1 16,-2-7-2-16,4-10 0 0,1-6-2 0,-3-8 0 15,4-7 1-15,3-4 1 0,2-6 0 16,4-4 1-16,2-2 1 0,1 0 1 0,4 3-2 15,1 4-1-15,1 4-1 0,0 10-1 0,0 3-1 16,2 6-1-16,-2 8 0 0,-2 6-4 16,1 4-6-16,1 6-14 0,-3 3-17 0,0 7-36 15,-2 0-74-15,2 6-84 0,-5 3-151 0,4 3-267 16,-4 3-321-16,0 2-341 0,0 1-204 16,0 3 59-16,2 0 638 0</inkml:trace>
  <inkml:trace contextRef="#ctx0" brushRef="#br0" timeOffset="147647.38">11386 13591 292 0,'5'6'869'15,"-2"-6"340"-15,-1-3 7 0,1-6-149 16,1-6-310-16,0-6-237 0,2-5-125 0,1-3-74 16,1-9-50-16,0-2-68 0,1-4-81 0,-1 0-46 15,0 0-23-15,0 0-8 0,0 4-3 16,-2 2 0-16,0 4 0 0,-1 5-4 0,0 5 0 16,-2 7-1-16,3 3-1 0,-3 4-1 15,2 9-1-15,-2 4 3 0,2 8-1 0,0 6 0 16,3 3-5-16,-2 10-4 0,0 2-5 0,1 6-5 15,-1 6-6-15,3 5-5 0,-1 1-3 16,-1 3-3-16,1 0-3 0,1-2 0 0,-1 1-2 16,-1-5-3-16,2-6-12 0,-3-3-20 0,-1-5-39 15,1-6-82-15,-4-5-118 0,1-4-215 16,-3-4-302-16,0-6-357 0,-1-3-363 0,-3-5-129 16,1-5 411-16,-5-3 735 0</inkml:trace>
  <inkml:trace contextRef="#ctx0" brushRef="#br0" timeOffset="147831.53">11451 13298 325 0,'-3'14'1283'0,"1"1"429"0,-1 5-231 16,3-1-347-16,2 2-457 0,1 0-308 0,4-2-182 16,2-2-83-16,4 0-40 0,1-4-21 15,6-1-14-15,0-1-13 0,5-2-9 0,2-3-26 16,1 0-80-16,-1-2-107 0,0 1-218 0,0-1-286 15,-2 1-351-15,2-1-399 0,0 1-163 16,1-1 356-16,-4 2 760 0</inkml:trace>
  <inkml:trace contextRef="#ctx0" brushRef="#br0" timeOffset="151680.63">4776 12666 249 0,'-2'0'503'0,"1"0"218"16,-1 0 127-16,2-2-245 0,-1 2-174 15,1 0-113-15,0 0-81 0,1 0-64 0,-1 0-49 16,2 0-43-16,-2 0-38 0,3 2-25 0,0-2-5 16,-1 4 61-16,4-1 39 0,-1 2 26 15,-1-2 30-15,1 3 15 0,0-2 14 0,2 2-42 16,-3 0-29-16,2 2-23 0,2 1-27 0,-3-2-21 16,3 2-18-16,0 0-18 0,-2 2-2 15,2-2 5-15,0 1 4 0,0 2 6 0,0 0-3 16,0-2 1-16,0 3-5 0,-1-1-12 15,1 0-8-15,-1 0-6 0,1 0 3 0,1 0 1 16,-3 0 0-16,1-3 1 0,-1 2 1 16,-1-3 0-16,1 1-2 0,-1-1-2 0,0-2-2 15,-2-2-1-15,0 3-1 0,0-5-1 0,-1 1-1 16,0 0-4-16,-1-1-5 0,1 1-10 16,-2-2-14-16,0-1-34 0,0 2-60 0,-2-2-81 15,-1-2-94-15,1 1-110 0,-3-2-164 0,2 1-256 16,0-1-143-16,-2 0 24 0,-1 1 198 15,2-2 296-15</inkml:trace>
  <inkml:trace contextRef="#ctx0" brushRef="#br0" timeOffset="152024.76">4858 12952 39 0,'-2'1'363'0,"2"2"270"0,0-3 206 16,2 1-26-16,-2 0-213 0,2 0-155 0,1 4-84 16,0-3-43-16,2 2-20 0,3 3-20 15,1 0-30-15,1 3-38 0,1 1-46 0,5 0-29 16,0 1-26-16,1 1-19 0,0 2-18 0,2-3-11 16,0 0-16-16,-1-2-17 0,-1-1-11 15,-1 0-6-15,1-3-2 0,-4-1-7 0,1-1 3 16,-1-4-4-16,-2 0-4 0,-2-3-1 15,-1-1-1-15,-1-3 6 0,0-1-2 0,-2-2-2 16,-2 0-2-16,-1 0-18 0,-1 1-26 0,-2-1-92 16,-1-1-166-16,-1 2-290 0,-2-2-282 15,-1 2-259-15,3 0-183 0,0 0 226 0,1 0 543 16</inkml:trace>
  <inkml:trace contextRef="#ctx0" brushRef="#br0" timeOffset="152929.63">7223 12465 106 0,'2'-1'412'0,"-2"1"268"0,0 1 207 16,2-1-81-16,-1 1-180 0,-1 2-124 0,2 0-88 16,-1 0-66-16,-1 2-56 0,0 1-59 15,-1 1-50-15,-1 1-43 0,2 2-31 0,0 1-11 16,0 1 6-16,2 0 24 0,-1 3 23 0,-1 0 16 15,2 0-3-15,-2 3-20 0,0 0-25 16,0 0-32-16,0 1-31 0,0 1-27 0,-2-1-11 16,2 0-9-16,0 0-4 0,0 0-2 15,-1-1-1-15,-1 0-3 0,1-3-2 0,-1-1 2 16,2-2-3-16,-2-3-15 0,2-2-53 0,-4-4-55 16,2-1-82-16,-1-5-142 0,0-4-209 15,0-2-305-15,-2-3-239 0,2-4-201 0,-1 1 47 16,1 0 449-16</inkml:trace>
  <inkml:trace contextRef="#ctx0" brushRef="#br0" timeOffset="153146.89">7141 12718 21 0,'0'8'464'0,"0"0"425"0,0-1 263 16,0 0 3-16,0 1-351 0,0 0-257 0,0-1-139 15,0 0-72-15,2-1-60 0,-1 1-51 0,1-1-39 16,1-1-39-16,-1-1-54 0,1-2-44 0,2-1-23 15,1-1-11-15,0-2-5 0,2-3-1 16,2-2 3-16,1-4-4 0,0-2-3 0,5-2-5 16,-2-2-5-16,3 0-51 0,-1 1-53 15,1 1-88-15,-2 2-159 0,0-1-296 0,0 6-311 16,-1-1-249-16,-1 3-179 0,1 4 206 0,-1 0 572 16</inkml:trace>
  <inkml:trace contextRef="#ctx0" brushRef="#br0" timeOffset="153952.71">8950 12448 110 0,'2'-3'593'15,"-2"2"429"-15,-2-2 188 0,2 3-137 0,-2-2-312 16,-2 2-174-16,2 0-123 0,1 0-90 0,-1 2-67 15,-1-2-48-15,-2 0-51 0,2 4-74 16,-4 1-54-16,0-1-31 0,1 2-16 0,-2 0-12 16,-1 3-6-16,-1 0-2 0,0 2-3 15,0 1-3-15,-2 1-3 0,2 0-1 0,-1-2-3 16,-1 1-1-16,2 0-4 0,2 1-2 0,-1-3-24 16,1 1-63-16,2-3-61 0,-1 0-112 0,2-3-174 15,-2 0-310-15,0-2-311 0,3-3-240 16,-1 0-147-16,1-1 312 0,3-2 577 15</inkml:trace>
  <inkml:trace contextRef="#ctx0" brushRef="#br0" timeOffset="154233.06">8684 12552 293 0,'-1'3'716'0,"-1"-2"314"0,-1 2 81 16,3-1-255-16,-2-1-273 0,2 1-198 0,-1-1-131 15,-1 0-76-15,2 3-50 0,0-2-43 16,-1 2-34-16,1 1-20 0,-2-2-3 16,2 4-1-16,-3-1 1 0,3 1 6 0,-1 1 4 15,-1-1-6-15,2 1-6 0,-1 1-3 0,-1-2-7 16,2 1-8-16,0-1-7 0,0 1 3 0,2 1-4 16,-1-1-3-16,2-1-1 0,2-1 0 15,-2 1 1-15,0-1-1 0,2 0-1 0,0 0-1 16,1-1 5-16,-1 0 1 0,4-2 0 15,-1 2-7-15,2-3-5 0,0-2-12 0,0 3-48 16,1-6-85-16,0 3-125 0,0-2-184 0,1-1-289 16,0 0-261-16,-2 1-154 0,2-2 117 15,-2 1 386-15</inkml:trace>
  <inkml:trace contextRef="#ctx0" brushRef="#br0" timeOffset="155048.04">8490 14431 239 0,'1'5'484'16,"1"-2"182"-16,0-1 92 0,1 0-254 15,0 1-214-15,2-2-113 0,3 1-36 0,1 0-15 16,1-2-6-16,-1 0 23 0,5 0 9 0,-2 0-16 16,3-2-28-16,-2 0-19 0,1 2-16 0,0-1-28 15,2 0-18-15,0-1-11 0,-2 0-7 16,0 2-2-16,-1-1-4 0,1 1-7 0,-1 0-41 16,-2 0-79-16,-3 1-120 0,0-1-231 15,-2 2-235-15,0 0-156 0,-4 0 21 0,-2 2 216 16,0-3 282-16</inkml:trace>
  <inkml:trace contextRef="#ctx0" brushRef="#br0" timeOffset="155469.88">8518 14649 330 0,'0'-2'623'0,"-4"1"265"0,-1-2 115 16,0-1-236-16,-3-4-197 0,0-1-131 0,-4-2-97 15,2-1-74-15,-4-4-72 0,1-1-59 0,-1-1-38 16,-2-2-23-16,2 1 0 0,-2-3 17 15,2 1 28-15,0 0 23 0,-1 0 15 0,3 1 1 16,1 2-15-16,1 2-26 0,1 2-28 16,3 4-29-16,1-1-28 0,0 3-18 0,2 2-12 15,1 1-8-15,2 0-3 0,0 1-2 0,3 0 0 16,2 2 2-16,0-2 3 0,5 2 0 0,0-2 2 16,3 3 2-16,1-2 3 0,2 0-2 15,1 2-2-15,1-2-2 0,1 1-61 16,-1 1-53-16,0-1-95 0,0 2-156 0,-4 2-288 15,3-1-321-15,-4 4-234 0,-2 2-175 0,2 2 207 16,-4 6 550-16</inkml:trace>
  <inkml:trace contextRef="#ctx0" brushRef="#br0" timeOffset="156164.37">8558 16067 207 0,'3'-4'444'0,"-3"0"192"0,2 1 87 16,-1 1-197-16,1 0-129 0,0 2-34 0,-1 2 4 15,2 0 11-15,3 2-2 0,1 4-28 16,-1 1-44-16,1 1-74 0,2 4-72 0,2 1-52 16,-1 0-33-16,2 3-24 0,-1-2-22 0,-1 2-11 15,2-2-9-15,-2 2-7 0,1-4-4 0,1 0 0 16,-2-1 0-16,0 0-29 0,-1-3-68 16,-3-1-124-16,-2-1-165 0,-1-1-296 0,-2-1-268 15,-1 0-199-15,-3-3 43 0,-2-2 371 0</inkml:trace>
  <inkml:trace contextRef="#ctx0" brushRef="#br0" timeOffset="156412.82">8463 16031 53 0,'-2'-10'426'0,"-1"0"302"0,-3 1 195 0,3 0 25 16,2 0-266-16,1-2-191 0,0 2-125 15,1 0-73-15,2-1-48 0,3 2-58 0,-1 0-67 16,3 0-49-16,0 4-25 0,1-1-12 16,-1 3-8-16,2 2-4 0,1 3-6 0,-2 1 0 15,-1 2-9-15,2 1-6 0,-1 3-5 0,-1 1-5 16,-1-1-36-16,-3 1-87 0,2 1-147 0,-4-2-261 16,1 2-273-16,-3-1-253 0,0-1-131 0,-3 0 211 15,-1 0 454-15</inkml:trace>
  <inkml:trace contextRef="#ctx0" brushRef="#br0" timeOffset="157063.35">7165 15918 205 0,'3'1'664'0,"-3"-1"394"0,-2 4 127 0,1-3-227 16,1 2-297-16,-2 0-221 0,2 3-141 0,-1 1-76 16,-2 2-29-16,3 1-11 0,0 2-10 15,3 2-16-15,-2 0-26 0,1 2-31 0,-1 1-32 16,3 2-24-16,-1 0-22 0,0 0-7 0,0 0-10 16,1-1-4-16,-1 1-4 0,0-4-7 0,1-1-30 15,-2-2-50-15,-2-3-44 0,0-1-104 16,0-2-159-16,-2-1-301 0,-2-4-269 0,-1-1-228 15,0-1-143-15,1-4 274 0,-3-1 522 0</inkml:trace>
  <inkml:trace contextRef="#ctx0" brushRef="#br0" timeOffset="157346.29">7031 15979 347 0,'3'-12'616'0,"1"1"215"16,-2 0 98-16,1-4-262 0,0 2-194 16,2-5-127-16,0 2-64 0,3 0-47 0,-2-2-47 15,2 0-57-15,0 3-51 0,0 1-32 0,1 3-18 16,-2 3 17-16,-1 0 10 0,2 6 12 16,0 2 14-16,0 1 3 0,0 5-3 0,-2 1-28 15,3 4-17-15,-1 3-15 0,-3 1-16 16,3 2-8-16,-3 1-2 0,1 1-2 0,-1 2-7 15,-2 0-51-15,-3-1-122 0,0-1-183 16,-3 3-286-16,-2-2-267 0,-1-1-242 0,0-3-30 16,-2-1 372-16</inkml:trace>
  <inkml:trace contextRef="#ctx0" brushRef="#br0" timeOffset="158112.84">4556 16363 252 0,'3'4'794'0,"2"-2"358"0,-3 2 28 0,3-3-239 16,-1-1-349-16,-1 1-267 0,2-1-146 16,0 0-69-16,1-1-33 0,2 0-18 0,1-3-17 15,1-2-15-15,-2-1-5 0,3-1-5 0,0-3-5 16,0 1-3-16,2-2-2 0,-2 1-1 0,1-5-4 15,1 2-2-15,-2 1 2 0,0 0-1 0,0 1-6 16,-1 3-55-16,-1-1-102 0,-4 3-164 16,-3 3-298-16,-1 2-270 0,-1 2-257 0,-1 0-63 15,-3 2 305-15,-2 2 472 0</inkml:trace>
  <inkml:trace contextRef="#ctx0" brushRef="#br0" timeOffset="158379.62">4664 16165 254 0,'12'-6'511'15,"1"2"205"-15,1-2 157 0,2 0-193 0,3 0-163 16,0 0-83-16,0-2-78 0,3 2-48 16,-3 0-50-16,3 0-56 0,-1 0-48 0,-2 2-32 15,0 1-10-15,-2-1 1 0,-4 4 7 0,1 2 36 16,0 0 49-16,-6 4 25 0,0 0-3 0,-2 1-17 15,-3 4-31-15,-1 1-46 0,-5 3-53 16,-2-1-35-16,-1 4-22 0,-2 3-11 0,-2-2-10 16,-4 0-40-16,0-1-67 0,0 0-76 0,-2-4-159 15,-1 0-265-15,1-6-319 0,0-5-312 0,0-5-205 16,1-5 63-16,-3-6 605 0</inkml:trace>
  <inkml:trace contextRef="#ctx0" brushRef="#br0" timeOffset="159014.37">4463 14307 29 0,'3'7'511'0,"2"-3"432"0,-3 1 204 0,1-1-34 15,0 3-334-15,1-1-309 0,1 0-182 16,0 0-99-16,1 1-50 0,1-1-41 0,4 0-34 15,-2-1-24-15,4-1-20 0,-1 0-11 16,3 1-6-16,0-5-8 0,0 0-2 0,2 0 0 16,-2-3 2-16,0 0 0 0,0 0 5 0,0-1-1 15,-2-1-28-15,-1 0-131 0,-4 1-245 16,-1 1-273-16,-4 0-274 0,0 2-254 0,-3 1-60 16,-3 0 437-16</inkml:trace>
  <inkml:trace contextRef="#ctx0" brushRef="#br0" timeOffset="159264.76">4618 14321 72 0,'8'-3'592'0,"-2"1"417"0,3 0 147 16,1 2-84-16,0-5-354 0,2 4-298 0,1-2-169 15,4-1-86-15,-1 0-31 0,1 2-21 16,1-2-33-16,2 3-28 0,1 1-14 15,0-1-8-15,-1 1-13 0,-1 1-8 0,-3 0-2 16,1 3-3-16,-4 2-2 0,-3 1 0 0,0 1 3 16,-5 3-1-16,-3 1-8 0,-2 4-11 0,-5 0-40 15,-1 2-120-15,-5 2-168 0,-2 1-293 16,-1 0-270-16,1 1-258 0,-4-1-99 0,1 0 340 16,-1-2 483-16</inkml:trace>
  <inkml:trace contextRef="#ctx0" brushRef="#br0" timeOffset="165566.14">4722 15762 128 0,'-1'0'408'0,"-2"-2"241"15,-1 1 209-15,3-2-75 0,-1 1-142 0,-1 0-83 16,1 2-79-16,1 0-71 0,-1-3-43 15,1 3-31-15,-1 0-9 0,2 0-26 0,0 0-32 16,0 0-30-16,2 0-41 0,-2 0-49 0,1 0-55 16,-1 0-36-16,0 0-20 0,2 0-13 15,-1 0-8-15,-1 0-7 0,0 0-1 0,0 3-3 16,2-3 0-16,-2 0 0 0,0 0 7 16,2 0 2-16,-1 0 9 0,-1 0 10 0,2 0 6 15,-2 2 1-15,3 0-3 0,0-2-2 0,-1 0-5 16,1 3-10-16,1 0-7 0,0-2-2 15,0 1-2-15,0-1 2 0,0 2-2 0,1 1 3 16,2-2 4-16,0 3 0 0,0-2 1 16,-1 0-1-16,2 1-1 0,0-1-1 0,-2 2-2 15,2-2-2-15,-1 0-2 0,2-1-1 0,-3 2-1 16,2-2 0-16,0 0 0 0,1 0 2 16,-1 0 2-16,-1 1 1 0,1-2-1 0,1 0 1 15,-1 3 0-15,0-4-1 0,2 2-2 0,-1 0 0 16,-1-2 0-16,1 3 1 0,2-2-1 0,-1 1 0 15,0-1 0-15,0 1-1 0,1 0-1 16,1 0-1-16,-2-2 0 0,2 4-1 0,-1-4-1 16,1 1 0-16,-2 0 0 0,2 1 0 15,-2 0 0-15,0-1 0 0,0-1 1 0,0 1-1 16,-2 1 0-16,3-2 2 0,-2 1 0 16,1-1 0-16,0 0 0 0,0 0 1 0,0 0-1 15,1 0-1-15,0 0 0 0,-1 0 0 0,1 0-1 16,0 0 0-16,0 0 0 0,0 0 0 15,-2 0 0-15,1 0 4 0,2 0 2 0,-2 0 2 16,0 0 3-16,-1 0 2 0,2 0 0 0,-1 0-4 16,-1 2-2-16,2-2-2 0,-1 0-4 15,-1 1-1-15,2-1 0 0,-3 0 0 0,0 1-2 16,3-1 0-16,-3 2 1 0,2-2-1 0,0 0 0 16,-2 2 0-16,2-2 0 0,-2 0 0 15,4 0-1-15,-4 0 1 0,2 0 0 0,2 0 0 16,-2 0 0-16,1 0 1 0,0 0 0 0,0 0 0 15,0 0 0-15,0-2 1 0,-1 2-1 16,1 0 1-16,-2-2 0 0,1 2-1 0,2-1 1 16,-2 1-1-16,1 0 0 0,0 0 1 0,-1-1-1 15,-1 1 0-15,2 0 0 0,-1 0 0 16,-1-2 0-16,2 2-1 0,-1 0 1 0,-1 0 0 16,2 0-1-16,-3 0 1 0,3 0 0 15,-3 0-1-15,3 0 0 0,-1 0 0 0,-1 0 0 16,2 0 1-16,-1-1-1 0,-1 1 0 15,4 0 1-15,-4 0-1 0,3-2 2 0,0 2-2 16,-1-1 0-16,0 1 1 0,0-1-1 0,-1-1 0 16,2 0 0-16,-2 1 1 0,0 0 0 15,0-1 0-15,0 0 0 0,0 1-1 0,0 0 1 16,-2 1-1-16,2-2 0 0,-2 0 0 0,3 1 0 16,-2 1-1-16,-1-2 1 0,3 2 0 15,-3-1 0-15,0 1 0 0,3 0-1 0,-3-3 1 16,3 3 0-16,-3 0 0 0,3 0 0 0,0 0-1 15,0-2 1-15,0 2 0 0,-1-2 0 16,4 2-1-16,-3-4 2 0,0 3-1 0,2 0 0 16,-2-4-1-16,3 5 1 0,-1-4-1 0,-2 2 1 15,3 0-1-15,-1-1 0 0,1 0 1 16,-3 2 0-16,5-2 0 0,-4 1 1 0,1 1-1 16,3-3 2-16,-5 3-1 0,3-1 0 15,-1 1 0-15,1 0 1 0,-1-1-1 0,-2 1 0 16,3 1 1-16,-3-2-2 0,3 1 1 0,-3 0-1 15,2-1 0-15,0 2 0 0,-2-2 1 16,3 1-1-16,-3 1 1 0,2-1 0 0,1-1 0 16,0 0 1-16,0 1-2 0,-1-1 1 15,3 1 0-15,-2-2 1 0,3 1 1 0,-2-2 0 16,2 2 1-16,-1 0 2 0,1-3-2 16,-1 1 0-16,0 2-1 0,-2-3-1 0,2 2 0 15,0 0-1-15,1 0 0 0,-2 0 1 0,0 0-1 16,1 2 0-16,0-3-1 0,1 3 0 0,-3 1 0 15,1-2 0-15,-1 1 0 0,0 1 0 16,0 0 0-16,-1 0 0 0,-1 0 0 0,1 0 0 16,-3 0 0-16,2 0 0 0,-2 1 0 0,1 1 0 15,0-2 0-15,-3 1 0 0,3 1 0 16,-2 0 0-16,1-1 0 0,0 2 0 0,-1-1 0 16,0 1 0-16,0-1 0 0,1 0 0 15,-2 1 0-15,2 0 0 0,-2-1 0 0,3 3 0 16,-2-4 0-16,-2 1 0 0,2 1 0 0,-1-1 0 15,0 0 0-15,0 1 0 0,1-2 0 16,1 1 0-16,-2-1 0 0,1 1 0 0,-1-1 0 16,0 2 0-16,0-3 0 0,1 4 0 0,-1-4 0 15,2 1 0-15,-2 0 0 0,1 1 0 16,1 1 0-16,-1-2 0 0,0 1 0 16,1 1 0-16,-2-2 0 0,3 2 0 0,-3-2 0 15,2 3 0-15,-1-1 0 0,0 0 0 0,1 0 0 16,0-1 0-16,0 2 0 0,0 0 0 0,-2-2 0 15,3 3 0-15,-3-3 0 0,2 2 0 16,0 0 0-16,-2-1 0 0,2 1 0 0,-2 0 0 16,4-2 0-16,-4 3 0 0,2 0 0 0,1-1 0 15,-2-1 0-15,1 1 0 0,1-1 0 16,-2 2 0-16,-2-2 0 0,4 0 0 0,-2-2 0 16,-1 2 0-16,-1-1 0 0,2-2 0 15,-3 1 0-15,2-1 0 0,-1 0 0 0,0-1 0 16,0 1 0-16,-1 0 0 0,-1-2 0 15,3 2 0-15,-1 0 0 0,0-2 0 0,-1 2 0 16,1-1 0-16,0 1 0 0,1 0 0 0,-1-1 0 16,-1 1 0-16,3 0 0 0,-2 0 0 0,-1-2 0 15,2 2 0-15,0 0 0 0,0-1 0 16,0-1 0-16,0 1 0 0,-2-1 0 0,3 1 0 16,-2-1 0-16,1 1 0 0,1-1 0 15,1 2 0-15,-1 0 0 0,-1 0 0 0,3 2 0 16,-1-1 0-16,-1 1 0 0,2 1 0 0,-1 0 0 15,-1 0 0-15,2-1 0 0,-1 2 0 16,-1-3 0-16,2 2 0 0,0-1 0 0,-1-1 0 16,1 0 0-16,-2 2 0 0,1-3 0 0,-1 0 0 15,-1 0 0-15,0 0 0 0,-1 0 0 16,0 0 0-16,-2 0 0 0,0 0 0 0,1-3-21 16,-4 3-28-16,1-2-32 0,-1 0-79 15,-4-1-106-15,2 2-203 0,-3-4-294 0,1 2-357 16,-1-1-409-16,0 1-161 0,0-2 318 15,-1-1 787-15</inkml:trace>
  <inkml:trace contextRef="#ctx0" brushRef="#br0" timeOffset="167882.81">4436 14365 99 0,'3'3'341'16,"-3"-1"181"-16,0 0 155 0,0 0-90 0,-1 0-149 15,-1-1-42-15,2-1 27 0,0 0 17 16,-2 0-14-16,2 0-35 0,0 0-57 0,2 0-74 16,-2 0-83-16,0 0-65 0,2 0-43 15,-1 0-30-15,-1 0-14 0,0 1-10 0,2-1-3 16,0 0 0-16,-1 0 1 0,-1 0 38 0,2 0 30 15,1 0 45-15,1 0 26 0,-1 0 16 16,1-1 4-16,2 1-26 0,-1 0-25 0,0 0-38 16,2 0-23-16,1-1-11 0,0 1-10 0,0 0-7 15,3-2 2-15,-1 0 3 0,1 1-2 16,3 1-9-16,-1-1-4 0,1-1-5 16,2 2 1-16,-1-2 2 0,2 1-4 0,0 1 4 0,-3-1 0 15,3-1 0-15,-2 1-7 0,0-1-5 16,0-1 0-16,0 0-4 0,-2 0-1 0,1 0 1 15,-1-1-1-15,1 0 1 0,-1 0-1 16,-2 0 3-16,3 0-2 0,-3-1 1 0,3-1-2 16,-2 4 3-16,-1-1 3 0,3 0 0 0,-3 2 3 15,3-1-1-15,-3 0 2 0,2 2-4 16,-1 0-2-16,0 0-2 0,0 2-1 0,-1-2-2 16,-1 2 1-16,4-1-2 0,-3-1 1 0,0 1 0 15,2-1 0-15,-2 0-1 0,1 2 0 16,0-2 1-16,-1 3 0 0,1-3-1 0,-2 0 1 15,1 0-1-15,1 0 0 0,-4 0 0 16,2 0-1-16,1 0 0 0,-2 0 0 0,1 0 0 16,1 0 0-16,0 0 1 0,0 2 0 0,0-2 0 15,2 0 1-15,-1 0-1 0,-2 2 0 16,3-2 0-16,-1 3-1 0,-1-2 1 0,1 0-1 16,-2-1 2-16,0 1-1 0,0 2-1 15,-1-3 0-15,-1 0 6 0,0 0 3 0,1 0 1 16,-1 0 2-16,2 2-1 0,-1-2 0 0,2 0-6 15,-3 0-2-15,2 2-3 0,0-2 0 16,0 0 0-16,0 2-1 0,-1-2 0 0,2 1-1 16,-3-1 1-16,3 1-1 0,-1-1 3 0,-1 2 0 15,2-2 0-15,-3 0 2 0,2 2-2 16,-1-2 1-16,-1 0-2 0,0 1 1 0,0-1 0 16,0 0 0-16,1 0 0 0,-4-1 2 0,3 1-1 15,0 0 1-15,1-2-2 0,-1 2 1 16,0 0-1-16,0-2-1 0,0 2 0 0,0-1-5 15,0 1-3-15,1 0-1 0,-1-1-1 16,0 1-1-16,0-2 0 0,1 2 5 0,1-2 3 16,-2 0 1-16,3 2 0 0,-2 0 2 0,1 0 0 15,1-3 1-15,0 2 1 0,0 0-1 16,0 0 0-16,2 1 0 0,-2-3-1 0,1 3 1 16,1-2 0-16,1 2 0 0,-3 0 0 15,2 0 1-15,0 0-1 0,-2-2 0 0,1 2 0 0,1 0 0 16,1 0 1-16,-3 0 0 0,2 0 0 15,1 0 0-15,-1-3 0 0,-1 3 1 0,1-2 0 16,0 2 0-16,1 0 0 0,-1 0 0 16,2 0 1-16,-2 0 4 0,3 0 3 0,-2 0 0 15,0 2 1-15,2 1 1 0,0-3-1 0,-2 2-4 16,2 0-5-16,-2 1-1 0,0-1-1 16,2-1 0-16,-2 2-1 0,1-3 0 0,-1 4 1 15,0-2 0-15,-1-1 1 0,1-1 0 0,1 1 1 16,-2-1 0-16,0 0 1 0,3-1-1 15,-2 1 0-15,2-1 2 0,-2-1-2 0,2-2 2 16,-2 4-2-16,2-3 1 0,0 2-1 16,1 0 0-16,-1 0-1 0,0-2 1 0,2 3-1 15,-1 0 1-15,0-2 0 0,1 2-1 0,0 0-1 16,0 0 1-16,2 0 0 0,-2 0-1 16,2 0 1-16,1 0 0 0,-2 0 0 0,0 0 0 15,1 0-1-15,0 0 0 0,0 2-1 16,-2-2 0-16,0 0 0 0,3 0 0 0,-3 0-1 15,0 3-1-15,0-3 0 0,-1 0 0 0,2 0 0 16,-3 0 1-16,1 0 1 0,-1 1 1 0,1-1-1 16,-2 0 1-16,2 0 4 0,-1 0 4 15,1 0 1-15,-1 0 0 0,3 0 0 0,-2 0 4 16,-1 1-5-16,3-1-2 0,-1 0 0 16,-1 0 3-16,2 0 0 0,0 0 1 0,0 0 0 15,-3 0-1-15,4 0-2 0,-2-1-1 0,1 0-4 16,1 1 0-16,-2-3-1 0,2 1 0 15,-1 0 0-15,0 2 0 0,2-5 0 0,-1 4 0 16,-1-2 0-16,0 0-1 0,-1 2 0 16,1-1-1-16,-1 0 1 0,-2 1 5 0,2 1 3 15,-1 0 1-15,0 0 1 0,1 0 3 0,1 1 0 16,0-1-2-16,0 0-3 0,1 2-1 16,-2-2-2-16,4 0-2 0,-2 0-2 0,0 0-1 15,0-2-1-15,2 0 0 0,0-2 0 16,-1 2-1-16,1-3 0 0,-2 1 1 0,1 1 0 15,1-2 1-15,-3 1 0 0,2 1 0 0,-1 0 0 16,-1 0 1-16,0 0-2 0,0-1 1 0,-3 4 0 16,3-3 0-16,-5 2 0 0,2 0-1 15,-3 0 1-15,2 1 0 0,-2-2 0 0,1-1 0 16,-4 1 0-16,0 2 0 0,2-5 1 16,-4 4-1-16,0-2 0 0,0 0-1 0,1 2 1 15,-2-3-1-15,-1 2 1 0,0 0-1 0,0 0 0 16,-1 2 0-16,0-1 0 0,1 1 0 15,-2 0-1-15,0 0 0 0,2 1-1 0,-3 1 0 16,2 2-2-16,-3 0 1 0,1 0-2 16,-1 0-10-16,-1 3-19 0,-4-1-47 0,0-1-83 15,-2 1-168-15,-4-4-273 0,4 0-335 0,0-2-412 16,-1-3-382-16,4 0 32 0,-1-5 820 0</inkml:trace>
  <inkml:trace contextRef="#ctx0" brushRef="#br0" timeOffset="168800.15">10081 14629 306 0,'1'-6'609'15,"-1"-1"258"-15,0 0 132 0,0 3-221 0,0 0-183 16,0-2-132-16,0 1-75 0,0 1-15 15,0 2-3-15,2-1-23 0,-2 3-41 16,0 0-33-16,3 3-35 0,-3 2-50 0,0 1-55 16,0 3-42-16,0 1-23 0,0 3-15 0,1 4-10 15,-1 1-5-15,3 3-4 0,-3 2 0 0,4 2-3 16,-1 3 1-16,-1 4-2 0,1 3-2 16,0 1-3-16,-1 3-4 0,1 0-3 0,-2 3-6 15,3 1-3-15,-2 3-1 0,0-2-2 16,1 1 0-16,-3 0-1 0,2-1 0 0,-2-2-1 15,0-2 0-15,0-3-2 0,0-1-1 0,0-7 0 16,-2 0-1-16,2-5-1 0,-3-5 0 16,1-1 1-16,0-3-1 0,-2-1 0 0,1-4-1 15,-2-1-1-15,-1-1-6 0,1-4-10 0,0-1-17 16,-4-2-33-16,3-2-68 0,-2-2-66 16,0-1-97-16,-3-2-150 0,1-4-223 0,1 2-296 15,0-3-223-15,0 1-191 0,3-3 93 16,-2 0 494-16</inkml:trace>
  <inkml:trace contextRef="#ctx0" brushRef="#br0" timeOffset="169049.18">9924 15396 415 0,'0'6'829'0,"0"4"303"15,2-1 32-15,-1 3-330 0,3 2-252 16,2 1-123-16,0 3-54 0,2 0-45 0,2 0-52 15,2 3-41-15,-1-2-44 0,3 1-64 0,2-5-61 16,1 3-42-16,1-4-22 0,1-4-14 16,1-3-9-16,0-1-4 0,0-4-5 0,-1-4 0 15,-2-4-2-15,2-4-2 0,-3-4-3 0,-2-4-22 16,-3-3-56-16,-1-2-64 0,-1-4-79 16,-4-1-147-16,-3 2-233 0,-2-1-305 0,-2-1-247 15,-3 3-198-15,-2 0 32 0,-3 0 490 16</inkml:trace>
  <inkml:trace contextRef="#ctx0" brushRef="#br0" timeOffset="169349.91">9981 14785 334 0,'-5'-8'901'0,"2"2"325"0,-3-4-18 0,0 0-228 15,2-1-352-15,3 1-183 0,-1-2-83 16,4-2-51-16,1 1-40 0,0-2-41 0,6-2-53 16,-1-1-64-16,4-1-47 0,0-1-25 0,3 1-12 15,2 1-9-15,-3 1-4 0,3 2-7 16,-2 2-2-16,0 1-3 0,-2 3-1 0,1 1-2 16,-3 4-1-16,-1 1 0 0,1 3 1 0,-3 3 1 15,-2 0-1-15,-1 4-2 0,-2 1-1 16,2 2 0-16,-2 3-1 0,-2 2-9 0,1 4-30 15,0 0-64-15,-1 7-59 0,-2 1-85 16,-1 4-146-16,2 3-207 0,-2 4-290 0,2 4-219 16,0 1-203-16,2 3 38 0,1 0 435 0</inkml:trace>
  <inkml:trace contextRef="#ctx0" brushRef="#br0" timeOffset="169832.6">10646 15174 126 0,'0'-12'765'0,"0"-2"568"0,0 3 154 0,-3 0-157 16,-1 0-425-16,1 1-342 0,-2-1-174 0,-1 1-113 15,-1-1-77-15,1 2-61 0,-2 2-37 16,0 1-25-16,0 2-18 0,0 4-17 0,-3 2-11 15,0 4-8-15,0 3-7 0,2 4-3 16,-1 4-4-16,4 1 0 0,-2 4-2 0,5 2-2 16,0-1-1-16,1 1-1 0,5-2-2 0,0 0 0 15,1-5-2-15,3-3-1 0,0-3 0 0,1-6-1 16,1-5 0-16,2-7-1 0,-3-6 1 16,3-7-1-16,-2-5-4 0,1-8-5 0,0-5-3 15,-1-6-1-15,-3-1-3 0,2-4 1 16,-3 1 5-16,0 1 5 0,-1 1 4 0,-2 4 4 15,-1 5 2-15,-1 1 2 0,0 7 4 0,-1 7 1 16,-1 3 3-16,1 5 3 0,-2 4 1 0,1 4 1 16,-1 6 2-16,2 8 1 0,-1 2-1 15,2 8-1-15,0 4-2 0,2 6 0 0,1 4-2 16,0 5-2-16,1 5-3 0,1 6-1 16,0 3-2-16,0 3-2 0,0 1-1 0,1-4-3 15,3-1 0-15,-2-4-10 0,1-5-19 0,0-7-55 16,-1-6-84-16,0-4-163 0,-3-8-274 15,1 0-333-15,0-9-406 0,-3-4-337 0,-1-3 46 16,-2-6 759-16</inkml:trace>
  <inkml:trace contextRef="#ctx0" brushRef="#br0" timeOffset="180161.15">4843 16735 49 0,'4'-1'303'15,"1"-2"157"-15,-2 3 123 0,-2 0-58 0,3-2-233 16,-1 2-152-16,2-3-93 0,-2 1-70 0,2 1-41 16,4 0-126-16,-3 0-218 0,1-2-97 0,1 3 11 15,1-2 94-15,-1 0 124 0</inkml:trace>
  <inkml:trace contextRef="#ctx0" brushRef="#br0" timeOffset="180547.37">5818 16729 84 0,'6'2'298'0,"-1"-2"137"16,-2 3 105-16,3-2-140 0,-3 1-177 0,2-1-130 15,-1 1-117-15,0 0-166 0,1-2-194 0,0-2-80 16,1 0 16-16,2 1 95 0</inkml:trace>
  <inkml:trace contextRef="#ctx0" brushRef="#br0" timeOffset="180777.44">6232 16717 172 0,'8'-3'249'0,"-2"-1"28"16,1-1-46-16,-2 1-73 0,-1-1-62 0,2 1-44 15,-1-1-24-15,2 1-17 0,-3 0-28 16,1 0-44-16,0 2-64 0,1 0-45 0,0 2-30 16,1 0-24-16,-1 0 2 0,2 2 51 0</inkml:trace>
  <inkml:trace contextRef="#ctx0" brushRef="#br0" timeOffset="205929.31">14462 11991 121 0,'3'3'375'0,"-2"-2"196"0,1-1 134 0,1 2-161 16,-1-2-160-16,-1 0-79 0,1 0-57 0,-2 0-24 15,0 0-14-15,2 0-15 0,-1 0-27 16,-1 0-54-16,0 0-36 0,2 0-17 15,0 0-13-15,-2 0-9 0,1 0-3 0,1 0 85 16,-1 0 58-16,5 1 15 0,-1-1 3 0,-2 0-6 16,2 2 4-16,2-2-67 0,-1 1-47 15,1-1-23-15,0 2-17 0,-1-2 4 0,1 0 0 16,0 1-4-16,1-1 1 0,-3 0-1 0,3 0 0 16,-3 0-4-16,3 0 16 0,-2 0 14 15,0 0 1-15,1 0 4 0,-1 0 1 0,0 0-5 16,1 2-21-16,-1-2-20 0,1 0-4 0,-3 2-9 15,2-1-4-15,1-1-1 0,-3 1-5 16,3-1 3-16,-2 2-5 0,2-2 3 0,-2 2-5 16,2-2 4-16,-3 0 1 0,1 1-2 15,3-1-1-15,-4 1 0 0,3-1 4 0,-1 0-6 16,1 2-3-16,0-2-2 0,-2 0 4 0,2 0 0 16,-3 0-1-16,1 0 2 0,2 1 5 15,0-1 2-15,-2 0-3 0,0 2-4 0,-2-2 1 16,3 1 3-16,-2-1-2 0,2 0-4 15,-2 0 2-15,0 0 0 0,0 0 3 0,0 0-4 16,-1 0-4-16,0 0 5 0,3 0-1 0,-3 0 1 16,2 1-2-16,-2-1 2 0,0 0 4 0,2 0-4 15,-1 0 3-15,0 0 0 0,-2 2 2 16,4-2-2-16,-3 0-4 0,2 0 1 0,-2 0-3 16,0 0 2-16,2 0-1 0,-2 0 1 15,3 0 1-15,-3 0 0 0,1 0 3 0,1-2 0 16,-2 2-2-16,0 0-1 0,2-1 1 15,-2 0 3-15,4-1-1 0,-3 2 1 0,1-1-2 16,-1-1-1-16,0 1-1 0,0 0-3 0,2 1 2 16,-1-2 1-16,-2 2 1 0,1 0 3 15,0-2 1-15,0 2-2 0,0 0-5 0,1 0-2 16,1 0 5-16,-3 0-3 0,1 0-2 0,0 0 5 16,1 2 3-16,-1-2-1 0,-1 0-4 0,3 0-1 15,-3 2 2-15,0-2-3 0,2 0 2 16,-2 1 0-16,2-1 1 0,-2 1 1 0,0-1 3 15,3 0-1-15,-3 2-4 0,2-2 5 16,-2 1-2-16,-1-1 2 0,1 0 0 0,1 2-3 16,-1-2 0-16,-2 0-3 0,5 1 0 15,-3-1 2-15,-1 0-3 0,1 0 0 0,1 0 5 16,-1 0-1-16,0 0-1 0,0 0-3 0,0 0 1 16,2 0 2-16,-2 1-1 0,0-1 0 15,2 0 1-15,-2 0 1 0,2 2 0 0,0-2 2 16,-2 1-1-16,5-1-2 0,-5 0 1 0,2 2-1 15,-2-2 4-15,0 2-7 0,0-2 3 0,0 0 5 16,1 0 0-16,2 0-2 0,-5 0-5 16,2 0 4-16,-1 0-1 0,1 0-4 15,0 0-3-15,-1 0 4 0,1 0 2 0,0 0-5 16,-1 0 4-16,4 0 3 0,-3 0 3 0,0 1-1 16,1-1 1-16,0 0 0 0,-2 2-2 15,3-2-1-15,-2 1-2 0,3-1-4 0,-3 0 1 16,0 0 2-16,-1 0-1 0,1 0-2 0,0 0 3 15,-1 0 3-15,1 0-1 0,-1 0-1 16,0 0 0-16,-1 0 2 0,2 0-2 0,-3 0-1 16,2 0 2-16,1 0-1 0,-3 0 3 0,1 0-3 15,-1 0 2-15,0 0-1 0,2 0 0 16,-1 0-2-16,1 0 0 0,-2 0 1 0,2 0-2 16,-1 0-3-16,1 0 0 0,0 0 6 15,-1 0-4-15,-1 0 2 0,2 0 1 0,-1 0 5 16,1 0-3-16,0 0-4 0,-1 0 5 15,2 0-2-15,-3 0 0 0,5 0-1 0,-2 0 0 0,-2 0 2 16,3 0-4-16,-3 0 6 0,3 0-5 16,-3 0 0-16,2 0 3 0,-1 0-3 15,1 0 1-15,0 0-3 0,-1 0 3 0,2 0-1 16,-2 0-3-16,0 0 4 0,-1 0-1 0,1 0 1 16,-1-1-1-16,1 1 0 0,0 0 1 0,-2 0 0 15,0 0 4-15,1 0-3 0,-1-2 1 16,2 2 0-16,-1 0 2 0,-1 0-4 0,0-1-1 15,2 1 1-15,-2 0-1 0,3-2 1 16,-3 2 0-16,2-2 5 0,-1 2-3 0,1-1 0 16,0-1 0-16,0 1 2 0,0 0-4 0,0-1 1 15,-1 2 0-15,2-1-1 0,-3-1 2 16,2 1-2-16,1 0-1 0,-1-1-2 0,-1 0 3 16,-1 1 0-16,2 0-3 0,0-1 4 15,-1 0 0-15,1 1 1 0,-1-1-1 0,-1-1 0 16,2 2 2-16,0-1-1 0,-1 1 1 0,-1-2 0 15,5 1 3-15,-5 0-1 0,1-2-1 16,-1 2-4-16,2-3 0 0,-1 3 1 0,1-1-4 16,-2 0 3-16,2-1 0 0,-1 1-1 0,1-2 1 15,-1 0-2-15,1 0 1 0,0-1 2 16,-1 0 0-16,-1 0 1 0,4 0 0 0,-4-2 0 16,1 2 2-16,-1-1-4 0,3-1 1 15,-3 1-1-15,0 1 3 0,3-2 3 0,-3 1-6 16,0 0 2-16,0 0-2 0,0 0 0 0,2 0-2 15,-2-2-3-15,0 3 5 0,0-2 1 16,0 0 0-16,0 2 0 0,0-1 3 0,0 1-4 16,0-2 0-16,0 1-2 0,0-1 0 0,0 1 2 15,0-3-3-15,1 3 3 0,1-2 0 16,-1-1 3-16,-1 1-2 0,2 0-3 0,0-1 0 16,-1 1 2-16,2 1 2 0,-1-1-5 15,0 1 1-15,-1 0 3 0,1 1 3 0,0 0-6 16,-1-2-2-16,2 1 0 0,-1 0 1 0,1 2 1 15,-2-3 0-15,1 1 1 0,-1-1 3 16,1-2-1-16,0 2 1 0,-1-1-3 0,1 1 0 16,0-1 1-16,-2 0-1 0,0 0-1 0,0 0 2 15,0 0-1-15,0 2-1 0,0-3 2 16,-2 1 2-16,0-1 1 0,2 2 1 0,0 0-1 16,0-2-3-16,0 1 3 0,-1-1-2 15,1-1 1-15,0 1-3 0,0 0 1 0,0 0 1 16,0-1 0-16,0 2 1 0,0-2-4 0,0 2 2 15,0-1 0-15,0 2 1 0,0-1-3 16,0 1-1-16,0 2 2 0,0-2 2 0,0 2-1 16,0 0 2-16,0-2 2 0,0 1-1 0,0 1-1 15,0 0 0-15,0-2 1 0,0 0-2 16,0 0-2-16,0 0 1 0,1-3 0 0,-1 1 0 16,2 0-3-16,0 0 1 0,-1-1 2 0,1 0-2 15,1 0 0-15,-1 0-1 0,1 0 1 16,-2 0 2-16,4 1-2 0,-4 2 1 0,2-1 1 15,-1 1 2-15,-2 1 1 0,3 2-2 16,-3-1 1-16,2-2 1 0,-2 1 1 0,2 2-2 16,-2-1-2-16,0-2 0 0,1 2-1 0,-1-1 0 15,0 0-2-15,0 2-2 0,0-1 2 16,0-3 2-16,0 3 1 0,0 0-2 0,0 1 1 16,-1-1 0-16,1-1 3 0,0 1-2 0,-2-3 1 15,2 4-3-15,0-6-1 0,2 2-2 16,-2 0-1-16,1 0 0 0,-1-1 0 0,2 1 4 15,-1-1 2-15,1 3 0 0,-2-4 0 16,2 3 0-16,-2 0 0 0,1 0-3 0,-1 0 3 16,0 2 3-16,0-3-2 0,0 2 1 0,0-1 2 15,0-1 1-15,0 2 0 0,-1 0-5 0,1 1 3 16,0-1-2-16,-2 0-2 0,2-1 1 16,0 1-1-16,0 1 3 0,-2 0-3 0,2 1 3 15,0 0 0-15,0-1-1 0,0 1 0 16,0 1-2-16,0-1 0 0,0 2-3 0,0 0 5 15,0 0-2-15,0 2 1 0,0-2 1 0,0 2 0 16,0-1-1-16,0 1 0 0,0 2-1 16,0-2-3-16,0 2 1 0,0 0 3 0,0-3 1 15,0 1-3-15,0 0 0 0,2-2 2 0,0 2 4 16,-1-3-6-16,1 0-1 0,-1 0 5 16,1 0 0-16,2-2-1 0,-1 1-1 0,-1-2 2 15,1 0 0-15,1-3-3 0,0 2 2 16,1-2-1-16,0-1-2 0,3 0 4 0,-4 0-3 15,0 1 1-15,0 3-2 0,1-1 1 0,-2-1 1 16,-1 3-1-16,1 1 2 0,0 0 4 16,-1 2 1-16,-1-2 8 0,-1 2 18 0,0 0 16 15,2 2 13-15,-1 0 3 0,-1-2 1 16,0 4-7-16,0 0-13 0,0-3-15 0,0 3-10 16,0-1-7-16,0 1-4 0,0 0-2 0,0 0-2 15,0 0-3-15,0 0-2 0,0 0 0 16,0 0 0-16,0 0 0 0,0 0-2 0,0 0 0 15,0 0 2-15,0 1-1 0,0-1-2 16,0 0 0-16,2 3 3 0,-2-3 0 0,0 2 1 16,2 2 1-16,-1-2 2 0,-1 3 0 0,0 1 0 15,0-2 0-15,2 4-2 0,-1-2 0 0,-1 1-2 16,2 2 2-16,-2 0-2 0,2 1 1 16,-1 1 0-16,1 0 0 0,0 1 0 0,-2 0-1 15,0-2 0-15,1 4 0 0,-1-2 1 16,0 0-1-16,0 1 2 0,0 1 0 0,0-2 2 15,0 2 0-15,0-2-1 0,0-2 1 0,0 2-1 16,0-1-1-16,0 0-2 0,0 1 0 16,0-2 3-16,0 3-2 0,0-3 2 0,0 2 0 15,0-1-1-15,0 1 0 0,0-3 0 0,-1 4-1 16,1 1-1-16,0-2 2 0,-2-1-1 16,2 3 1-16,0-1-2 0,0 2 3 0,0-2-2 15,0 0-1-15,0 0 2 0,2 1 1 0,-2-1-1 16,0 0 0-16,1 0 0 0,1-1 1 15,-1 0-2-15,4 3-1 0,-4-5 0 0,-1 3 0 16,3 0 1-16,-1 1-1 0,1-1 1 16,-1 1 1-16,-1-1 0 0,3-1-1 0,-3 1 0 15,3-2-1-15,-3 0-1 0,2-3-3 0,-1 4 3 16,2-4-1-16,-2 1 2 0,-1-1 0 16,1 0 0-16,0-1 1 0,-1 0 0 0,1-1 0 15,-1 2 0-15,-1-3 0 0,2 4 1 16,-2-3 0-16,2 2-2 0,-1 0 0 0,-1-1-1 15,0 1 1-15,0 0-1 0,0 0 0 0,0 1 1 16,0-1 0-16,0 3 1 0,0-3-1 0,0 3 0 16,-1-2 1-16,1-1-1 0,-2 3 0 15,2-1 0-15,0-1 0 0,0 0 0 0,0 1 2 16,0 0 1-16,0-1 0 0,0 1 0 16,0-2 0-16,0 1-1 0,0-1-2 0,-2 3-2 15,2-3 0-15,0 1 0 0,0 1 3 0,0-3-1 16,0 2-1-16,0-2 2 0,0 1-1 0,0-2 1 15,-1 2-2-15,1 1 2 0,0-1-1 16,-2 0 1-16,2-2 0 0,0 1 1 0,0 1-1 16,0-1 1-16,0 1-1 0,0-2-2 15,0 5 1-15,0-3-2 0,0 0 2 16,0 1-2-16,2-2 2 0,-2 0 0 0,0 3-1 0,0-3 2 16,0 1-2-16,0 0 3 0,0 2-1 15,0-1-1-15,0 0 2 0,-2 0-2 0,2 1 2 16,-1-1-1-16,-1 2-1 0,2-3 0 15,-2 5 0-15,-1-2 0 0,2-1 2 0,-2 0-1 16,1 2-1-16,-1-1 1 0,2 0 1 0,-3 0 0 16,3 1-2-16,-1-3 0 0,0 2 2 15,2-4 0-15,-1 2-2 0,-1-2-2 0,1 2 2 16,-1-5 0-16,2 5-1 0,0-3-2 16,0 2 2-16,-2-3 1 0,2 1 1 0,-1 0-1 15,-1 2 0-15,2-2 1 0,0 0 1 0,0 1-1 16,-1-1-3-16,1 0 2 0,0 0 0 0,-2-1 0 15,-1 1-1-15,3 1 1 0,-1-1 1 16,-1 0-2-16,2 2 2 0,-1-2-2 0,1 0 2 16,0 1-1-16,-2-1-1 0,2 0 2 15,-2-1-1-15,2 1 0 0,0-2-1 0,0 1 0 16,-1-1 1-16,1 0-1 0,0-1 0 0,0 1 0 16,0 0 0-16,0-1 1 0,-2 0 0 15,2 0 0-15,0 0-2 0,0 0 2 0,0 0 0 16,0 1 1-16,0-2 0 0,0 2-1 15,0-2 0-15,2 0 0 0,-2 1 0 0,1 0-2 16,-1-2 0-16,0 3 1 0,2-3 0 0,-2 2-1 16,2-1 1-16,-2-1 0 0,1 0 0 15,1 1 0-15,-1 0-1 0,-1-1 1 0,0 0-1 16,5 1 0-16,-5-2 0 0,1 1 1 16,-1-1 0-16,3 0 1 0,-1 2 0 0,-2-2-1 15,3 0 0-15,-1 0-1 0,-1 0 2 0,1 0 0 16,1 0 2-16,1 0-1 0,-3 0 2 0,2-2-1 15,-1 2-1-15,2 0-1 0,-1-1 0 16,1 1 0-16,-1-2 0 0,0 2 1 0,0 0 0 16,1-1 1-16,-3 1-2 0,4-1 1 15,-1 1 0-15,-1-2-2 0,1 0 1 0,-1 1 0 16,0 1 0-16,2-1 0 0,-2-1 1 0,2 0-1 16,1 2 1-16,-3-1-1 0,2 1 0 15,-2-1 2-15,2 1-1 0,-2 0 0 0,0-2-1 16,3 2 0-16,-2-2 2 0,0 2-1 15,0 0 0-15,-1-1-1 0,0 1 1 0,3-2 0 16,-2 2-2-16,2-1-1 0,-2-2-1 0,0 3 1 16,0 0 1-16,1-2 1 0,0 0 0 0,1-1 0 15,-1 2 1-15,0 0 1 0,-1 0-2 16,1 1 0-16,0-3 3 0,3 2-3 16,-4 1 1-16,1 0 0 0,0 0 2 0,2 0-1 15,-3 0-1-15,4 0 3 0,-2 0-3 0,-1 1 0 16,2-1-1-16,-3 0 1 0,4 0 0 0,-2 0-1 15,-1 0 3-15,3 0 1 0,-3 0-1 16,3-1 2-16,0 1-1 0,-4-1 1 0,3-1-1 16,-1 2 1-16,2-2 0 0,-2 1 0 15,1 0-1-15,-1 1 1 0,2-2-2 0,-2 0 0 16,0 1 2-16,3 0 0 0,-2 1 1 0,-1-2 1 16,2 2 3-16,-1 0-1 0,1 0 0 15,1 0 0-15,1 0 0 0,-1 0-1 0,0 2-1 16,0-1-1-16,0 0 0 0,0-1-2 15,-1 2-1-15,2 0 0 0,-2-1 0 0,1 0-2 16,-1-1 1-16,-1 2-1 0,1 0 0 0,-1-1 1 16,1-1 0-16,-1 1 1 0,-1 2 0 0,3-2 0 15,-2 0 2-15,-1-1-1 0,1 1-1 16,-1 2 1-16,1-3 1 0,0 0 0 16,-1 2 1-16,1-2 0 0,0 2 1 0,1-2-1 15,-1 0 1-15,-1 0-2 0,3 0 1 0,-1 0-1 16,-1 3-1-16,-1-3 0 0,3 1-2 0,-2-1 0 15,-1 0 0-15,2 0-1 0,0 0 0 16,1 0 0-16,-2 0 0 0,1 0 1 0,3 2-1 16,-5-2 1-16,2 0 0 0,0 1-1 15,1-1 0-15,-1 0 4 0,0 2 0 0,2-2 3 16,-1 2 1-16,-1-2-1 0,2 0 1 0,-1 1-3 16,-1-1-3-16,0 0-1 0,0 1-1 15,1 1 0-15,-1-2 1 0,-1 2-2 0,1-1 2 16,-1 0-1-16,1 1 0 0,-1-2 1 15,1 2 1-15,-1-1 3 0,1 0 1 0,-1-1 2 16,-1 3 1-16,2-1 0 0,-2-1-2 0,2 0-1 16,-1 1-2-16,-3 0-2 0,4-1 0 0,-2 1-1 15,-1-1 0-15,2-1 0 0,-3 0 1 16,2 2 0-16,-1-2 0 0,0 0 0 0,0 0 0 16,0 0 0-16,-1-2 1 0,2 2-1 15,-1 0 1-15,0-1 0 0,0 1-2 0,-2 0 1 16,2-2-2-16,-2 2 0 0,1 0 0 0,0 0 0 15,-1 0 0-15,0 0 1 0,0 0 1 16,-1 0 0-16,1 0 0 0,-1 2 1 0,-1-2-2 16,1 0-1-16,-1 0 0 0,-1 0-1 15,0 0-1-15,0 0-1 0,0 0 1 0,0 0-1 16,-3 0-1-16,0 0-8 0,0 0-19 0,-4 0-50 16,-3-2-83-16,-2 1-162 0,0-1-273 15,-1 0-325-15,-1 1-395 0,-2-2-352 0,3 0 28 16,-1 1 750-16</inkml:trace>
  <inkml:trace contextRef="#ctx0" brushRef="#br3" timeOffset="214147.39">4348 10189 99 0,'-2'-2'417'0,"-1"2"267"15,-2 0 226-15,0 2 11 0,0-2-227 16,-2 2-144-16,2-2-95 0,0 0-54 0,0 0-20 15,-1 0-31-15,3 0-51 0,-3 2-41 16,3-1-32-16,-1 0-37 0,1-1-54 0,0 0-53 16,1 0-28-16,2 2-17 0,-1-2-14 0,1 2-12 15,0-2-8-15,1 0-5 0,-1 1-2 0,4-1-3 16,0 1 1-16,3 1-1 0,0-2 4 16,3 1 3-16,0 1 2 0,2-1 1 0,1-1 0 15,1 2 0-15,0-2-2 0,1 0 3 16,2-2-2-16,0 1-1 0,-1 1 1 0,3-2 9 15,-3 1 2-15,3-1 2 0,-3 0 3 0,-1 0 0 16,0 0 5-16,0 0-4 0,0 0-2 16,-1-2 1-16,0 1-3 0,0 2 0 0,1 0-7 15,-1-1-1-15,-1-2-2 0,1 4-1 0,0-2 1 16,-1-1 2-16,2 1 0 0,-2 0 0 16,3-2-2-16,-2 3 1 0,3-2-1 0,-2 1 0 15,2 0 0-15,1 0-1 0,-1 0-7 0,-1 1-4 16,3 0-1-16,-1-1-2 0,0 1-2 15,1 1 1-15,-3-2 8 0,3 2 1 0,-2-1 2 16,-1-1 0-16,1 2 0 0,-1 0 0 16,0-1 0-16,-2 1 2 0,0-2-2 0,-1 1 1 15,-2-1 0-15,2 2 0 0,-2-1 0 0,0 1-1 16,0-2 0-16,-1 2 1 0,2-1-1 0,-1 1 1 16,-1 0 6-16,2-2 4 0,-1 2 2 15,2 0 1-15,-2 0 1 0,0 0-1 16,-1 2-5-16,2-2-2 0,0 1-1 0,-2 1 1 15,0-2-3-15,1 1 2 0,0 1-2 0,-3-1-1 16,3-1 0-16,-3 2-1 0,3-1-1 0,-1-1 0 16,-1 2 0-16,2-2 1 0,-1 0-2 15,-1 0 7-15,4 0 1 0,-2-2 3 0,1 2-1 16,0 0 0-16,0-1 1 0,2-1-4 16,-1 2-3-16,1 0 0 0,-1-1-1 0,1 1 1 15,-1 0 1-15,1 0 1 0,0 1 0 0,-2-1 0 16,0 0 2-16,-1 2 0 0,0-2-1 15,0 1-2-15,-1 1 1 0,-1-1-2 0,2-1 0 16,-3 2 0-16,0-1 1 0,1 1 1 16,-1-1 1-16,-1 0 3 0,1 3-1 0,1-3 0 15,-1 2 1-15,0 0-2 0,0-2 0 0,3 4 0 16,-3-2-2-16,0 2 1 0,3-1-1 0,-3-1-2 16,1 1 0-16,-1 0-1 0,1 0-1 15,0 0 0-15,-1-2 0 0,-2 1-2 16,3 0 1-16,-1 0 1 0,0 0-1 0,1 0 0 15,-1 0-1-15,0 0 0 0,0 0 1 0,3-2 0 16,-3 3 0-16,2-2 0 0,-1 0 2 0,-1 0 0 16,3-1-1-16,0 0 1 0,-1 3 0 15,-1-4 0-15,4 1-2 0,-2-1 2 0,0 0-1 16,1 0 0-16,1 0-1 0,1-1 1 16,-2 1-1-16,-1-2-1 0,3 0 1 0,-3 2-1 15,0 0 1-15,3-1 0 0,-4 1 1 0,2-1-1 16,1 1 0-16,-2-2 0 0,0 2-1 15,0-2 0-15,2 2 0 0,-4-1-1 0,1 1 1 16,1 0-1-16,-2-1 1 0,-1 1 0 16,0 0 0-16,3 0 2 0,-3 0 0 0,0 0 2 15,3 0 1-15,-3-2 1 0,2 0 1 0,-1 2 2 16,0 0 2-16,1-1 1 0,0 1 0 0,0-1-1 16,2-1 1-16,-1 1-2 0,1 1-4 15,1-2 1-15,-1 1-2 0,3-1 0 0,-1 2-1 16,0-1 1-16,-1-1 3 0,3 1 1 15,-2-1 1-15,0 2 1 0,1-1 1 0,0 1-2 16,-2-2-1-16,1 2-2 0,-1-1 1 0,1 1-1 16,0 0 1-16,0-2 0 0,-2 2-1 15,-1 0-1-15,1 0 0 0,-1 0 0 0,1 0-1 16,-2 0 2-16,0 0-1 0,1 2 0 16,-2-2 0-16,1 0 0 0,-2 0-2 0,1 0-1 15,-1 0 1-15,-1 0-2 0,-1 0-1 0,-1-2 0 16,2 2-1-16,-2-1 1 0,0 1-1 15,-2 0 0-15,1-2 0 0,-1 2 0 0,-2 0 0 16,1-1-1-16,0 1 0 0,0 0 0 16,-2 0 0-16,-4 0-1 0,2-1-4 0,-1 1-12 15,-2 0-19-15,-1-2-30 0,-4 0-74 0,-2 0-107 16,-1 0-194-16,-1 0-290 0,0-3-352 0,-2 3-412 16,5-4-204-16,-2 4 279 0,1-5 785 15</inkml:trace>
  <inkml:trace contextRef="#ctx0" brushRef="#br3" timeOffset="-211558.03">4066 12978 86 0,'3'0'370'0,"-1"1"227"0,0-1 185 16,-1 2-79-16,1-2-165 0,-2 0-119 0,1 2-70 15,1-1-45-15,2-1-32 0,-2 1-26 16,-2 1-28-16,3 0-28 0,0 0-27 0,1 1-25 16,-1 0-22-16,0 2-23 0,2-2-24 0,2 1-20 15,0-1-16-15,-1 0-3 0,4 2-4 16,-1-3 0-16,2 2 16 0,-1-2 24 0,2 2 11 16,3-2 38-16,-1 3 12 0,-2-5 6 15,3 2 14-15,-1-2-1 0,2 3-8 0,0-3-23 16,-2 1-11-16,3-1-12 0,2 0-27 0,-3 0-14 15,4 0-5-15,-2 0-9 0,1 0-3 16,1 2-1-16,0-2-4 0,-2 1-5 0,3-1-5 16,-4 0 1-16,4 2 1 0,-2-2 0 15,1 0 1-15,1 0 0 0,-2 0 1 0,0 0-9 16,1 2-5-16,-2-2-1 0,2 0 3 0,-2-2 0 16,1 2 1-16,0-2 0 0,-2 1-1 15,2-1 1-15,-3 1-4 0,1-2-3 0,-1 1-1 16,2 2-1-16,-1-5 0 0,-1 5-2 0,1-1 0 15,-1 0 0-15,0 1 2 0,1-2-1 16,0 2-1-16,0 2 2 0,1-2 0 0,0 0 0 16,1 1 0-16,-1-1 0 0,0 0-1 0,-1 0 1 15,-1-1 0-15,2 1 0 0,-2-2 1 16,-1 0 0-16,1 1 1 0,0 0-1 0,-2-1 1 16,2 0-2-16,-2 1-1 0,0 0 0 0,-1-1 0 15,1 0-2-15,-1 2 0 0,-1-1 0 16,0 1 0-16,-1 0-1 0,1 0 1 15,-1 0 0-15,2 0 1 0,1 0 0 0,-2 1 0 0,1-1 1 16,0 0 4-16,1 2 4 0,-1-2 1 16,3 2 0-16,-2-2 2 0,3 0 2 0,-1 1-1 15,0 0-1-15,0-1-1 0,3 2 1 0,0 0 0 16,0-1-2-16,1 0-2 0,1 3-2 16,1-3-1-16,0 2 0 0,-1 0-1 15,3-1-1-15,-1 2 1 0,1-2-2 0,1 1 1 16,-2-1 0-16,2 0 0 0,-2 0 0 0,3 1 3 15,-4-2 1-15,2 1 0 0,-1 0 2 0,1-2 0 16,-3 1 2-16,2-1 1 0,-1 1 0 16,0-1 1-16,1 0 0 0,0 2-1 0,1-2-1 15,0 1 1-15,-2-1-2 0,3 0-1 16,-3 0-1-16,2 0 0 0,-2 0-1 0,0 0-1 16,2 0 1-16,-2 0-8 0,-1 0 0 0,1-1 0 15,-2-1 0-15,1 0 0 0,-2-2 0 16,-1 2 0-16,0-2 0 0,-2 0 0 0,0-1 0 15,0 1 0-15,-4-1 0 0,1 1 0 0,-2-1 0 16,-3 2 0-16,0 0 0 0,0 0 0 16,-4 0 0-16,1 2 0 0,-3-1 0 0,1 2 0 15,-3-1 0-15,0 1 0 0,-1 0 0 0,-3 0 0 16,-2-2 0-16,-5 2-2 0,-2-1-126 16,-2-2-116-16,-5-2-246 0,-3-2-307 15,-1-2-395-15,-4-2-480 0,-4-6-200 0,-3-5 529 16,-1-3 915-16</inkml:trace>
  <inkml:trace contextRef="#ctx0" brushRef="#br3" timeOffset="-210488.18">5320 10432 183 0,'3'2'479'0,"0"-2"250"0,0 0 157 0,-1 0-178 16,1 1-136-16,-3-1-99 0,2 0-76 0,-2 2-41 15,3-1-47-15,-3 2-38 0,2 0-17 16,-1 0-7-16,2 1 0 0,-3 2-11 0,2 0-13 16,-2 2-23-16,0 3-37 0,0 0-41 15,0 2-37-15,-2 2-26 0,2 1-16 0,-3 4-10 16,3 1-4-16,-1 4-2 0,-1 0-2 0,0 4 1 15,1 1 4-15,1 3 1 0,-2 0 1 16,1 1 2-16,-1 4-5 0,0-1 2 0,1 2 1 16,-1 1 0-16,1 0-4 0,-1 1-4 15,-1-1 0-15,1 1-7 0,-1 0-4 0,0 2-4 16,0-2-3-16,0 0 0 0,1 2-1 0,1-4 0 16,-1 3-1-16,2-4 0 0,-2 1 0 0,1 0-1 15,1 0 0-15,-2-1 0 0,2-1-1 16,-1 2 0-16,-1-3 0 0,-1 2-1 15,1-1 0-15,-3-1 0 0,1 2-1 0,1-1 0 16,-2 1-2-16,0-1 0 0,2 4 0 0,-2-2 0 16,0 1 1-16,-1 1 0 0,3-1 1 0,-2-1 1 15,2-1 1-15,-2-1-1 0,2-2 1 16,0-3-6-16,0 0-2 0,-2 0-1 0,2-3-1 16,0 1-1-16,0-3-1 0,-2 2 10 15,0-2 5-15,0 0 4 0,-1 1-1 0,2-3 1 16,-1 0 1-16,0 0-5 0,0-4-4 0,0 2 0 15,-1-3-1-15,3-1-1 0,2-2-2 16,-1-4 0-16,0 0 0 0,2 0-1 0,-1-4 0 16,1 0 0-16,1-2 0 0,-1 0 1 15,2 0-1-15,0-3 1 0,-1 2 2 0,2-1-2 16,0-1 3-16,0 3 0 0,-1-4-1 0,1 2 0 16,0 1 0-16,-1 1 1 0,1 0 0 15,-1-1-1-15,-1 2 1 0,1 0 0 0,0-2-1 16,-2 2 0-16,0-4 0 0,0 0-2 0,0 0-12 15,0-2-14-15,-2-2-19 0,0 0-39 16,-1-3-68-16,0-6-66 0,-2-1-93 0,2-4-141 16,-2-1-209-16,-1-4-284 0,1-5-213 0,-1 0-184 15,1-3 106-15,2-7 469 0</inkml:trace>
  <inkml:trace contextRef="#ctx0" brushRef="#br3" timeOffset="-209565.93">5111 10585 216 0,'0'3'507'0,"0"0"253"0,0-1 152 16,0 1-222-16,0-3-176 0,2 1-127 0,-2-1-84 16,3-1-34-16,0-2-21 0,0-2-22 0,2 1-14 15,3-4 4-15,-2 0 14 0,2-3 18 16,0-3-4-16,3 1-10 0,-3-2-25 0,2-1-31 16,0-2-46-16,0-1-47 0,1 1-29 0,0 0-16 15,-1 1-7-15,-2 2-3 0,1 1-1 16,-1 2-2-16,0 3-2 0,-3 0-4 0,2 3 2 15,-2 1 4-15,0 3 4 0,0 2 6 16,-2 4 0-16,2 2-1 0,-2 3-4 0,3 3-5 16,-3 1-8-16,0 5 0 0,-1 1-3 0,0 1-4 15,-1 1-2-15,-1 1-3 0,2-2-1 16,-1 3-9-16,1-4-4 0,-2 2-13 0,2-3-37 16,-2 1-76-16,-2-1-94 0,-1 0-182 15,0-2-296-15,-2 2-335 0,-3-1-348 0,2 2-170 16,-2 0 231-16,1 1 689 0</inkml:trace>
  <inkml:trace contextRef="#ctx0" brushRef="#br3" timeOffset="-208260.55">4937 12705 115 0,'0'-3'288'16,"-1"1"121"-16,-1 0 63 0,2-2-120 0,-1 1-108 15,-1-1-35-15,0 0-6 0,1-1 16 16,1-1 21-16,0 0 29 0,-2 4 43 0,2-3 25 16,0 2 10-16,2-1-8 0,-2 3-21 0,0-1-34 15,0 0-50-15,0 2-49 0,-2-1-34 16,2 1-26-16,0 0-1 0,0 0 13 0,0 0 22 15,0 0 26-15,2 0 15 0,-2 0 0 16,0 0-21-16,0 0-28 0,0 0-34 0,0 0-32 16,0 0-24-16,0 0-19 0,0 0-12 0,0 0-9 15,1 0-6-15,1 0-5 0,-2 1-12 16,2-1-7-16,-1 2-2 0,1 0-2 0,3 0 4 16,1 3 3-16,0 1 10 0,0 2 6 15,3 1 7-15,3 1 4 0,-3 1 0 0,4 1 6 16,1 1 3-16,1 1 3 0,0 1-6 0,0-2-3 15,0 2-2-15,0 0-8 0,0 0-7 16,0-1-3-16,-3-1-2 0,1-2 1 0,-2-1-2 16,0-1 0-16,-3 1 1 0,-1-5 0 0,0 0 0 15,-2-1-2-15,0-2 1 0,-2-1 1 16,0-1 4-16,0-3 2 0,1-1 1 0,-1-4 3 16,0-4 0-16,1-3 0 0,-2-2-4 15,1-6-3-15,-1-2 0 0,1 0-3 0,0-5-1 16,0-1-1-16,-1-2 0 0,1 0-2 0,-1 0-1 15,1-1-1-15,0 5-3 0,-2 2-11 16,1 1-31-16,-2 4-75 0,0 2-91 0,-2 3-171 16,-2 1-291-16,1 3-334 0,-2 2-363 0,0 3-194 15,0 0 173-15,-1 2 690 0</inkml:trace>
  <inkml:trace contextRef="#ctx0" brushRef="#br3" timeOffset="-207574.59">5846 11509 49 0,'7'-9'572'0,"-4"2"482"16,0-2 206-16,-1 1-17 0,-1 2-294 0,1 0-265 15,-2 0-186-15,0 1-104 0,-3-1-67 16,3 2-68-16,-2 0-74 0,-1 1-45 0,0 0-32 16,0 0-24-16,-2 1-18 0,-2 0-14 0,-2 4-15 15,1 0-13-15,-2 2-8 0,-2 4-5 16,1 1-4-16,0 6-2 0,-3 3 0 0,2 4-2 16,-1 6 1-16,1 4-1 0,3 3 0 0,-1 5-1 15,4 0-1-15,1 0 1 0,2-2-2 16,3-1-1-16,2-7 0 0,1-2-2 0,0-6 0 15,2-3 0-15,4-6-1 0,-1-5 1 0,3-8 1 16,2-4 0-16,-1-7 2 0,4-6 0 16,-2-8 0-16,4-6 0 0,-2-4 0 0,-1-2 0 15,1-5-1-15,0 0-1 0,-2 1 0 0,-2 0 1 16,-2 2 1-16,-2 0 0 0,-1 3 2 16,-4-1 2-16,-1 4 0 0,-2-1-1 0,-4 5 1 15,1 2 0-15,-3 3 0 0,1 4-1 0,2 5 0 16,-2 3-1-16,-1 4-1 0,3 8-2 15,-2 4-1-15,3 6 0 0,-1 5-2 0,3 9 0 16,0 4 2-16,3 4 1 0,-1 5 1 16,1 1 0-16,2 3 0 0,1 1 0 0,0 0-2 15,1-3-1-15,1-2-12 0,3-4-22 0,-2-5-43 16,1-5-82-16,-1-3-149 0,1-5-273 0,-1-3-323 16,-1-5-395-16,0-4-386 0,-3-1-21 15,0-5 732-15</inkml:trace>
  <inkml:trace contextRef="#ctx0" brushRef="#br3" timeOffset="-202097.93">14006 11826 273 0,'-3'2'497'0,"0"2"241"0,-1-3 106 0,2 3-140 16,0-4-132-16,-1 4-89 0,2-4-68 0,-1 0-74 15,2 3-78-15,0-2-65 0,0-1-55 16,0 2-43-16,0-2-34 0,0 1-20 0,0-1-13 15,0 0-7-15,0 0 1 0,2 0 3 16,-2 0 17-16,1 0 11 0,-1 0 17 0,0 0 9 16,2 0 5-16,-1 0-4 0,-1 0-12 0,0 0-11 15,2 0 45-15,2 2 30 0,0-1 6 16,0 2 0-16,1 1-8 0,2 0-6 0,-1-1-50 16,3 1-35-16,-1-1-18 0,2 1-10 15,-1 0-6-15,2 0-2 0,1-1-1 0,-2 0-3 16,2 0 2-16,0 0-1 0,1 0 2 0,-2-1-2 15,3 3 0-15,-3-3-1 0,2 2 6 0,-1-2 2 16,0 0 4-16,2 2 1 0,-5-1 0 16,4 0 0-16,-1-1-7 0,0 1-3 0,-3 0-2 15,4-2-2-15,-2 1-1 0,1 0 0 0,-2 0 0 16,1 0 1-16,1-1-2 0,-2-1 0 16,0 2 0-16,1-1-1 0,-2 0 0 0,1 1 0 15,1-1 0-15,-3-1 1 0,0 2 0 16,0-2 0-16,1 2 0 0,-1-2-1 0,-2 0 1 15,2 1-1-15,1-1 0 0,-1 0 0 16,-1 0 1-16,-1 0-1 0,3 0 0 0,-2 0 0 16,-1-1 1-16,1 1-1 0,0 0 1 0,-2-2 0 15,2 2-1-15,-3 0 1 0,1 0-1 16,0 0 0-16,3 0-1 0,-4 0 1 0,1 0-1 16,0 0 0-16,1 0 1 0,-1 0 0 0,1 0 1 15,-3 0-2-15,2 0 1 0,0 0 0 16,0 0-2-16,0 0 1 0,2 0 1 0,-2 0 0 15,0 2 0-15,0-2 0 0,0 0 0 0,-1 0-1 16,2 1-1-16,-1-1 1 0,1 0 0 16,-1 0 1-16,2 0-1 0,-1 2 1 0,-2-2 0 15,1 1-1-15,0-1 0 0,2 2 1 16,-3-2 0-16,2 1-2 0,-3-1 1 0,2 0 1 16,-1 2-1-16,-1-2-1 0,0 0 2 0,0 0-1 15,0 0-1-15,-1 0 1 0,2 1 1 16,-1-1 0-16,-1 0-1 0,1 0 1 0,-1 0-1 15,1 0 1-15,-1 0 0 0,1 0-1 16,-1 0 0-16,1-1-1 0,0 1 2 0,-1 0-1 16,2-2-1-16,-2 2 1 0,-1 0 1 0,2-1 1 15,-1 1-1-15,1-2 0 0,0 2 0 16,-1 0 0-16,1-1 1 0,0-1-1 0,1 1 1 16,0 1 0-16,-1-2-1 0,0 0 0 15,2 1 0-15,-2-1-1 0,1 2 0 0,1-1 0 16,-2 1-1-16,1-1 1 0,-1 1 0 0,0 0 1 15,1-2 0-15,-1 2 0 0,0 0 0 0,0-1 0 16,1 1 0-16,-4-2 0 0,1 2 0 16,2 0 1-16,-3-1 0 0,2 0 0 0,1 1 0 15,-2 0 0-15,1-2-1 0,-1 0 1 16,1 1 1-16,0 1-2 0,-1-1 0 0,3-1 1 0,-3 0-2 16,1 1 0-16,-1-1 0 0,3 1 1 15,-3-2 0-15,2 1 1 0,-1-2 1 0,2 2 0 16,-1-3-1-16,-1 2 1 0,0-4-1 15,-1 1 1-15,3 0-1 0,-3 0 1 16,-1-2-1-16,2 3-1 0,-1-1 2 0,1 0-2 16,-2 0 0-16,2 0 0 0,-1-1-1 0,1 2 1 15,-1-1-1-15,1-2 1 0,2 1 0 0,-2-1 1 16,-1-1-1-16,3 0 0 0,-1 0-1 16,-1-1 1-16,1 0-1 0,0-1 1 0,-1-3 0 15,1 4 1-15,-2-2 0 0,3 0 0 16,-2-1-1-16,2 1-1 0,-3 2 1 0,2-2 0 15,-3 2 0-15,2-1 0 0,0 1-1 0,-1-1 2 16,-1 0-1-16,2 3 1 0,-1-1-1 16,1-2 0-16,0 1 1 0,-1-1-2 0,2 0 1 15,-1 0-1-15,-2 2 1 0,3-3 0 16,2 0 1-16,-4 0 0 0,1-1-1 0,1 1 0 16,-1-2 1-16,-1 2-1 0,2 0 0 0,-3 0 0 15,2 0-1-15,1 1 0 0,-1 0 0 0,0 0 2 16,-1 1 0-16,2 0-1 0,0 0 2 15,-1-1-2-15,1-1 0 0,-2 1 1 16,4-2-2-16,-2 1 1 0,1 0-1 0,-1-3 1 16,0 3 0-16,3-3 1 0,-3 2 0 0,2-1 1 15,-2 1 1-15,0-1-1 0,1 1-1 0,-3 2 0 16,3 1 0-16,-3-2-1 0,2 1-1 16,-1 1 1-16,1 0 0 0,-2-1 1 0,2 2 1 15,-1-2-1-15,0 2-1 0,-1-1 1 16,3-1-1-16,-3 1-1 0,1 0-2 0,-1-2 2 15,1 2 1-15,1 0-2 0,-1 0 2 0,-1-1-1 16,1 1 1-16,1-1-1 0,-2-2 0 16,1 3 0-16,-1-2 1 0,1 2 0 0,0-1-1 15,-1 1 0-15,3 0 0 0,-3-2 0 0,2 2-1 16,-1 0 0-16,1 0 1 0,0 0-1 16,-1 0 0-16,2 0 0 0,0 2 1 0,-3-1-1 15,2-1 0-15,-1 2 0 0,0 0 1 0,-1-1 1 16,1 2 0-16,-1-2 0 0,-1 1 1 15,2 1 0-15,-2 0 0 0,0 0 0 0,0 1 1 16,0-1-1-16,-2 2 1 0,2-1 0 16,0 2 1-16,0-2-3 0,0 2 0 0,-1-1 0 15,1 0 1-15,-2 0-1 0,2 2-1 0,0-4 2 16,0 2 0-16,0 1-2 0,0 0 0 16,0-1 0-16,0 0 0 0,0 0 1 0,2 0 0 15,-2-1 0-15,1 2 1 0,-1 1 1 16,0-1 0-16,2 0-1 0,-2 2-1 0,0-2 2 15,2 2-1-15,-2-1-1 0,1 1 0 0,-1 1 1 16,0 1-2-16,0-5 0 0,0 5-1 16,0 0-1-16,0 0 1 0,0 0 0 0,0 0 1 15,0 0-1-15,0 0 0 0,0 0 0 16,0 0 1-16,0 0-1 0,0 0 1 0,0 0-1 16,0 0 1-16,0 0 0 0,0 2-1 0,0 1 1 15,2-3 0-15,-2 1 1 0,1 1 1 0,-1 1-1 16,0 1 4-16,0 0-2 0,0 1 0 15,0 1 0-15,0-2-2 0,0 4 0 0,0 0-2 16,0 0 2-16,0 1-2 0,-1-1 1 16,1 3 1-16,-2-1 0 0,2 0 1 0,0 1-1 15,0 1 1-15,-1-4 0 0,1 3 0 16,0-1 0-16,0 0-1 0,-2-1 0 0,2 1 0 0,0-1 0 16,0 0 3-16,-2 2-2 0,2-2 2 15,0 4 1-15,-1-1 0 0,1-1-1 0,-2 1 0 16,2 1-1-16,0 1 0 0,-1-1-2 15,-1 1 2-15,0 2 1 0,2-1-1 0,-3 0 0 16,2 2 1-16,-3-1 0 0,2 1 0 0,0-1-1 16,0 1 0-16,-1-2-1 0,2-2 0 15,-1 2 0-15,0-1-1 0,1-2 1 0,-1 1 0 16,2-2 1-16,-1-1-2 0,1 1 0 16,0-1 0-16,0 1-1 0,0-2 2 0,0 2-2 15,0 0 1-15,0 0 1 0,0-1 0 0,0 1 0 16,0 1 0-16,0-1-1 0,0 4 1 15,-4-2 0-15,4-1-1 0,-1 1-1 0,-1 0 0 16,0 1 0-16,1-2-1 0,-1 0 0 16,1 0 1-16,-2-1 1 0,3-1 1 0,-2 1 1 15,1-3-1-15,-1 3 1 0,2-2 0 0,-1 1 1 16,-1-2 1-16,2 1 0 0,-2-1-1 0,2 0 0 16,-1 2 2-16,-1-1 0 0,1 1 2 15,1-1 0-15,-2 3 2 0,0-1 0 0,-1-1-1 16,3 0-3-16,-2 1-1 0,1 0-3 15,-1-2 1-15,2 0-2 0,0-1 0 0,-1 2 0 16,-2-3 0-16,3 1 0 0,0 0 0 0,-2 1 0 16,2-4 1-16,0 1-1 0,0 0 1 0,-1 0 0 15,-1-1 0-15,2 2 0 0,0-1 0 16,-1 2 0-16,1-1 0 0,-2 1 0 0,0-1 0 16,1 2 0-16,-1 1-1 0,0-2 0 15,1 1 1-15,-1 0-1 0,-1 2-1 0,1-3 1 16,1 1 0-16,-1-1-1 0,1 1 0 0,-1-1 1 15,2-1 1-15,-3-1-1 0,2 0 0 16,-1 0 0-16,2 0 0 0,0-2 0 0,-1 0 0 16,1 2 0-16,0-1 0 0,-2-1 0 15,2-1 0-15,-2 1 0 0,2 1 0 0,0 0 0 16,-1-1 0-16,1 0-1 0,-2 2 0 16,2 0 1-16,0 0 0 0,0-1 0 0,0 1 0 15,0-2 0-15,0 0 0 0,0 1 0 0,2-1-1 16,-2 0 1-16,0-4 0 0,1 4 0 15,-1-2-1-15,0-1 0 0,2 2 1 0,-2-1 0 16,2-1 1-16,-2 3-1 0,0-3 1 0,1 2-1 16,1-1 0-16,-1 0 1 0,-1 1-1 0,3 0 2 15,-1 0-1-15,-1 0 0 0,2 2 0 16,-3-1 0-16,2 0 0 0,1 1-1 0,-3-2 0 16,3 1 0-16,-1 1 1 0,-2-1-1 15,3 0 0-15,-1-1 0 0,0-2 1 0,-1 2 3 16,2 0 1-16,3-1 1 0,-3-2 2 0,2 1-1 15,2-1 1-15,-1-1-2 0,3-2-3 16,3-2-1-16,-1-1-2 0,1-2-1 0,3-2-3 16,0 0-1-16,-2 0-17 0,1 0-62 15,-6 0-101-15,0 1-230 0,-1 1-280 0,-3 3-355 16,1 3-441-16,-4-2-268 0,-1 4 340 0,0 0 902 16</inkml:trace>
  <inkml:trace contextRef="#ctx0" brushRef="#br4" timeOffset="-180472.36">2306 12304 66 0,'-1'2'330'15,"-1"0"204"-15,2-1 181 0,0 0-41 0,0 1-124 16,0-2-78-16,2 2-36 0,-1-1-25 0,-1 0-31 16,0-1-48-16,0 0-65 0,0 0-57 0,0 0-56 15,-1 0-40-15,-1-1-31 0,2 1-14 16,0-1 0-16,0 1 3 0,0 0 4 0,2 0 13 16,-1 1 22-16,-1-1 17 0,0 0 9 0,2 0-1 15,-2 0-8-15,0 0-13 0,0 0-24 0,0 0-24 16,0-1-21-16,0 1-13 0,0 0-8 15,0-2-4-15,0 2-4 0,0-2-5 0,0 1 0 16,0 0-2-16,0-1-4 0,1 0-2 0,-1 1 0 16,0 0-1-16,2-1-1 0,-2 0 0 0,0-1 1 15,2-1-3-15,-2 2 1 0,1 0-1 16,-1-2-1-16,0 2 1 0,0-2-2 0,2 1 2 16,-2 0 0-16,0 0 3 0,2-1-1 0,-1 1 0 15,-1-2-1-15,2 1-1 0,-1-1 1 0,1-1-2 16,-2 2 1-16,4-2 4 0,-2 0 8 0,-1-3 4 15,3 5 0-15,-3-5 2 0,3 2 2 16,-3 0-5-16,2-2-6 0,2 0-2 0,-3 2 0 16,1-1-3-16,1 0 0 0,-1-1-1 0,1 2 0 15,-1-1-8-15,0 0-4 0,0 0-2 16,1 0-3-16,-1-1 1 0,2 2 2 0,-1 0 5 16,-1-1 3-16,2 1 2 0,-2-2 2 0,2 2-1 15,-2 0 0-15,2-2 0 0,1 1-1 0,-1 0 2 16,0-2-1-16,1 1 0 0,-1 1 0 0,1-3 1 15,2 1 1-15,-2 2 0 0,2-3-2 16,-1 1 3-16,2 1-2 0,-1-3 1 0,0 4 3 16,3-3 8-16,-2 1 4 0,-1-1 2 0,0 3 2 15,3-2-1-15,-3 0-4 0,0-1-6 0,1 2-3 16,-1 1-3-16,0-3-1 0,0 0-1 0,2 3 0 16,-1-1 5-16,-1-2 3 0,0 3 2 15,1-3 2-15,-1 2 0 0,1 0 2 0,1-1-5 16,-3 3-5-16,1 0 0 0,0-1-3 0,-1 0 3 15,1-1 2-15,0 1 4 0,0 3 0 0,1-2 0 16,1 1 1-16,-2-2-4 0,1 2 3 0,-1 1-5 16,0-1 2-16,0 1 2 0,2 0 1 15,-2 0-1-15,-2-1-5 0,2 2 3 0,0 2-5 16,-2-3-1-16,0 1-1 0,1 2 0 0,-2-1 0 16,2 0 4-16,-2 0 2 0,0 0 3 0,-2 0 1 15,2-1 0-15,0 1 0 0,-2 1-2 0,3 0-4 16,-3-1-2-16,0 2 0 0,-1 0-2 15,1-1 1-15,2-1-1 0,-2 2 0 0,2-3 1 16,-1 3 0-16,1-2 2 0,0 1 0 0,0-1-1 16,-2 1 1-16,2 0-1 0,1-2-1 0,-3 4-1 15,0-3 0-15,0 2 2 0,-1 0 1 16,-2 0 4-16,2 1 2 0,-1-3 3 0,-1 3 3 16,0 0 1-16,0 0 1 0,0 0 2 0,0 0 1 15,0 0-2-15,0 3 0 0,-1-3-4 0,-1 0-3 16,2 0-4-16,-2 0-4 0,2 0-4 15,-3 0-1-15,1 0-2 0,1 0-1 0,-2 0-1 16,-2 1-1-16,2 0-7 0,0-1-12 0,-2 0-18 16,2 1-27-16,-4 2-53 0,0-3-76 0,1 2-114 15,-1 0-181-15,-1 1-294 0,2-2-329 16,-2 2-300-16,2-1-146 0,-1-2 332 0,1 0 656 16</inkml:trace>
  <inkml:trace contextRef="#ctx0" brushRef="#br4" timeOffset="-180003.61">2843 11462 131 0,'1'0'514'0,"-1"0"355"15,2 0 208-15,-1 0-128 0,-1-3-238 0,3 3-201 16,-3-1-152-16,3 1-99 0,-3-1-73 15,2 0-49-15,-1 1-18 0,1 0-6 0,3-3 1 16,-2 1-7-16,2 2-3 0,0-2-11 0,2 0-9 16,-2 0 14-16,3 0-2 0,0 1-2 0,1-1-5 15,-1 1 7-15,2-1-10 0,1 1-26 0,0-1-17 16,-1 2-6-16,0 0-5 0,2 0-4 0,-3 0-2 16,2 0-2-16,0 2-1 0,-1-1-1 15,-1 1 2-15,1-1-3 0,-2 2 0 0,0-1 1 16,-1 0 5-16,-2 0 4 0,0 2 3 0,0 0 3 15,-2-2 5-15,0 3 1 0,0 1 1 0,-1 0-2 16,2 3-3-16,-4 2-5 0,0-1-4 0,0 4-4 16,-4-1-3-16,2 2 0 0,1 3-1 15,-1 0 2-15,-1-1-2 0,-2 4 0 0,2-3-1 16,-2 1-4-16,0-2-2 0,-1 1-3 0,3-2-2 16,-2-1-3-16,0-1-2 0,2-4-1 0,-2 0 0 15,2-2-1-15,-3-2-1 0,3 0 1 16,0-1-2-16,-2-2-1 0,2 0-1 0,-2-2-1 15,0 1 0-15,-2-2-3 0,0 0 0 0,2 0-8 16,1 0-12-16,-1-2-20 0,-2 2-27 0,3 0-73 16,-1-1-80-16,-1 0-149 0,3-1-261 0,-1 0-313 15,1 1-365-15,3 0-227 0,0-3 5 16,0 0 634-16</inkml:trace>
  <inkml:trace contextRef="#ctx0" brushRef="#br4" timeOffset="-178472.3">3399 11262 114 0,'-2'-2'341'0,"1"2"200"16,-1-1 179-16,-1-1 11 0,1 1-37 15,1 1-61-15,-1-2-71 0,-1 1-81 0,1 1-89 16,-1 0-84-16,3-2-47 0,-1 2-7 0,-1 0-4 15,2-1-9-15,-2 1-18 0,2-2-28 0,-2 2-42 16,0 0-47-16,0-1-32 0,1-1-17 16,-1 2-9-16,-1 0-4 0,1 0 2 0,1 0 0 15,-2 0-1-15,1 0-6 0,-1 0-6 0,1 3-7 16,-1-3-5-16,0 3-6 0,-3-1-1 0,3 1-5 16,-2 1-6-16,3 2 3 0,-1 0 1 15,0 2-1-15,-1 1-3 0,3 1 1 0,-1 3 1 16,2-2-3-16,0 3-3 0,0-3-1 0,0 3-1 15,2 0 1-15,1-3 0 0,0 2-1 0,2-3 0 16,0 1 2-16,0-1-1 0,4-2 0 0,-1 0 1 16,0 1-2-16,0-3 1 0,1-2 0 15,1 0-1-15,-1-1 0 0,2-1 1 0,-1-2 1 16,-2-2 1-16,4-1 1 0,-2 1 1 0,-2-4 1 16,3 0 1-16,-2-4 0 0,-1 1 0 0,-1-2-1 15,2 0 1-15,-1-1-1 0,0-2 0 0,-2 1 0 16,2 1 0-16,-5-1 0 0,0 2 0 15,1 2 1-15,-3-2 1 0,1 3 1 0,-2-1 0 16,-2 2 4-16,2 0 3 0,-3 0 3 0,1 1 4 16,-1 1 2-16,-2-1 1 0,1 0 0 0,-1 0-4 15,-1 1-2-15,-1 0-3 0,-1-1 0 16,-1 2 0-16,0-3-2 0,-1 5 1 0,-1-1 1 16,0 0 0-16,3 2-1 0,-3 1-2 0,1 0-1 15,1 0-3-15,0 2-1 0,1 1-3 0,-2 1-1 16,4 1-2-16,-2 1-1 0,0 1 0 0,2 2-1 15,1 2 1-15,0-2-1 0,2 5 0 0,0-2 0 16,0 1 0-16,3 1 1 0,1 1-2 16,1-1 1-16,4-2 0 0,-3 2-1 0,4-1 1 15,-1-1 0-15,2-2-1 0,1 0 2 0,1 0 0 16,1-1-1-16,0-3 1 0,0 1-2 0,0-3 1 16,2-2-1-16,-2 0 0 0,1-2 1 15,0-2 0-15,-1 0 1 0,-1-3 0 0,2-3 2 16,-4 1 0-16,4-2 1 0,-4-2 1 0,0-2 0 15,1-1 0-15,-4 1 0 0,2-2 0 0,-4 1 0 16,0 0 0-16,0 0 1 0,-1-2-2 0,-2 4 2 16,-2-1-1-16,-1 1 1 0,0 2-1 0,0-1 1 15,-2 3-1-15,-2-2 1 0,-2 3-1 16,3 0 1-16,-1 3-1 0,-1 1 0 0,-1 0 0 16,1 1-1-16,0 2 0 0,2 2-1 0,-2 1-1 15,0 2 0-15,2 0 0 0,-1 4-1 0,0 1 0 16,0 0 0-16,-1 3 0 0,2 1 0 15,-2 1 0-15,2 1 0 0,1 0 0 0,0 0 0 16,2-1 0-16,-2 0 0 0,4-3 0 0,-1 0 0 16,-1-1 0-16,3-1 1 0,0-3-2 15,0 1 0-15,3-2 1 0,0-1-1 0,-1-2 0 0,1-1 0 16,2 2 0-16,0-4 0 0,1 0 1 16,0 0 0-16,2-2 0 0,0-2 1 0,0-1 0 15,1-1 0-15,1-2 0 0,-2 0 0 0,0-2 1 16,1 0 0-16,-1-1-1 0,-1 0 1 0,-1 2 0 15,0-1 1-15,-3 1 0 0,0 2 1 16,-1 0 1-16,-2-2-1 0,0 0 0 0,0 1 0 16,-3 1-1-16,-1-1 1 0,1 1 0 0,-3 1-1 15,3 1 1-15,-2 1 0 0,-1 2 0 0,1-1-1 16,-1 3 1-16,0 0-2 0,-1 3 0 16,1-1 0-16,-1 2-1 0,0 2-1 0,2 0 0 15,0 3 0-15,-1 1 1 0,1 0-1 0,0 3 0 16,2 1 0-16,-1-1 0 0,2 0 0 0,1 1-2 15,1-3 1-15,1 1-1 0,-1-3 1 0,3-1-1 16,0-1 0-16,2-1 0 0,-2-2-1 0,0-1 1 16,2-1 0-16,0-2 1 0,0-2 0 15,-2-1 2-15,3-1 1 0,-1-2 1 0,-2-2 1 16,0 2 0-16,0-2 1 0,-1 1-1 0,-2 0 1 16,0 0-1-16,0 1 0 0,-2-1 0 0,-1 0 0 15,-2-1-1-15,2 2-1 0,0 0 1 16,0 0-2-16,-2 4 0 0,4-2 0 0,-1 3 0 15,-1-1-2-15,1 1 0 0,-1 2-1 0,0 1-3 16,0 3-9-16,-2 0-18 0,0 2-32 0,-4 1-78 16,1 0-134-16,-2 1-256 0,-2 2-315 0,-1-3-395 15,1 0-444-15,-1 3-99 0,1-4 648 16</inkml:trace>
  <inkml:trace contextRef="#ctx0" brushRef="#br4" timeOffset="-175046.22">2360 12322 47 0,'-2'-1'436'0,"2"1"381"0,-1 0 278 0,-2 0-33 16,1 0-269-16,-1 0-226 0,0 0-169 0,0-2-117 16,-2 2-79-16,2 0-62 0,-2 0-40 15,2 0-32-15,-3 0-24 0,1 0-19 0,0-1-13 16,0 1-5-16,-1 0-5 0,1 0-1 0,-2 0-6 16,2 0-8-16,-2 1-18 0,1 1-29 15,-2-1-64-15,0 2-107 0,0-1-127 0,0 1-193 16,-3 1-277-16,3-1-237 0,-1 1-82 0,2 2 210 15,0-1 374-15</inkml:trace>
  <inkml:trace contextRef="#ctx0" brushRef="#br4" timeOffset="-174869.74">2123 12456 144 0,'-2'6'419'15,"2"-2"224"-15,-1 2 181 0,-1-1-126 0,2-1-180 16,0 1-108-16,-2-1-70 0,1 1-58 0,1-1-63 15,0 0-56-15,0 1-50 0,-2 1-42 0,2-4-35 16,0 1-18-16,0 1-14 0,0 0-6 0,0 0-38 16,-1-1-93-16,-2-2-104 0,3 3-116 0,0-3-249 15,0 2-245-15,4-2-112 0,-2 1 118 0,-1-2 266 16</inkml:trace>
  <inkml:trace contextRef="#ctx0" brushRef="#br4" timeOffset="-174700.21">2201 12614 21 0,'2'5'342'0,"0"1"246"16,-2-1 186-16,2-1-11 0,-1-1-233 0,-1 0-198 15,0-2-138-15,2 3-80 0,-2-3-42 0,1 2-21 16,1-1-25-16,1 0-13 0,-1 1-9 16,1-2-28-16,0 0-61 0,2 0-76 0,1 1-126 15,-3 1-263-15,2-3-177 0,1 0-41 0,1 0 122 16,-2 0 220-16</inkml:trace>
  <inkml:trace contextRef="#ctx0" brushRef="#br4" timeOffset="-174536.69">2414 12747 192 0,'9'5'303'0,"-2"-3"107"0,-3 0-56 15,3 0-101-15,-1-4-79 0,0-1-48 0,-1 0-38 16,0-3-23-16,1 1-18 0,-1-3-16 0,-2-2-27 15,3 0-41-15,-1 1-63 0,-2 0-122 0,2 0-166 16,-2 2-55-16,1 0 42 0,-1 1 98 16</inkml:trace>
  <inkml:trace contextRef="#ctx0" brushRef="#br4" timeOffset="-174336.16">2596 12589 84 0,'3'-5'316'16,"-3"3"158"-16,2-3 117 0,-2 0-133 0,2-1-173 16,-2 1-131-16,2-3-72 0,0-1-40 0,-1-1-27 15,1-1-38-15,-1-1-56 0,1-2-90 0,-2 1-165 16,0 2-152-16,-2 0-35 0,-1 1 72 0,0-1 132 16</inkml:trace>
  <inkml:trace contextRef="#ctx0" brushRef="#br4" timeOffset="-174231.51">2545 12394 178 0,'-11'0'470'0,"0"2"302"0,0-2 248 15,-2 1-107-15,2-1-178 0,-1 0-132 0,0 0-82 16,3 0-66-16,-2 1-95 0,3-1-81 0,0 0-55 16,2 0-50-16,-2 0-57 0,3-1-57 15,-1 0-57-15,1-1-72 0,0-2-89 0,2-3-165 16,-1-1-293-16,0-1-304 0,3-1-309 0,-1-5-210 16,-1-1 128-16,0-3 622 0</inkml:trace>
  <inkml:trace contextRef="#ctx0" brushRef="#br4" timeOffset="-173353.39">1253 8707 24 0,'5'-6'551'0,"-2"2"504"0,0 0 239 16,-3 4-13-16,0 0-297 0,0 0-310 0,0 0-213 16,0 0-125-16,0 0-78 0,0 0-80 0,5 6-72 15,-2 3-48-15,5 7-26 0,-2 4-8 16,2 6-4-16,2 3 0 0,-1 4-2 0,-1 1-1 15,-1 4-2-15,-1 1-7 0,3 0-2 0,-2 0-4 0,-1-3 1 16,2 0-2-16,0-3 0 0,-2-2 1 16,-1-2-2-16,3-3-3 0,-3-5-2 0,2-1-3 15,-2-5-19-15,-2-3-55 0,1-3-63 0,-3-3-81 16,-4-6-148-16,-2-4-209 0,0-7-309 0,-2-4-254 16,0-4-214-16,1-5 25 0,-4-4 470 0</inkml:trace>
  <inkml:trace contextRef="#ctx0" brushRef="#br4" timeOffset="-173021.04">1239 8671 391 0,'5'-4'780'0,"-5"4"234"0,4-1 8 16,1-2-262-16,2 3-257 0,2 3-173 0,2-2-82 16,0 1-31-16,-1 3-9 0,2-3-33 0,4 5-24 15,3 1-1-15,5-2-7 0,0 1-10 0,1 2-12 16,2 0 18-16,0 0-7 0,1 2-25 0,-1-2-13 15,-3 3-6-15,1-1-4 0,0 0-20 0,-3 3-11 16,-2-1 3-16,-3 1 1 0,-4 4-2 0,1-2 0 16,-5 5-6-16,-4 2-4 0,-3 1-6 0,-2 1 0 15,-2 4-3-15,-6-1-5 0,0 3-4 0,-4-2-4 16,-1 2-8-16,-4 1-11 0,1 0-7 0,-3-3-3 16,1 1-3-16,-1-3-1 0,3-2 5 15,-1-2 1-15,4-6 1 0,-1-1 0 0,5-2 5 16,1-3-4-16,0-2 2 0,3-1-8 0,4-3-12 15,1-1-21-15,1-2-46 0,1-2-60 0,3-2-71 16,-4-3-105-16,5-4-164 0,-1-3-268 0,0-2-273 16,3-3-221-16,4 1-140 0,-1-1 260 0,1-2 534 15</inkml:trace>
  <inkml:trace contextRef="#ctx0" brushRef="#br4" timeOffset="-172701.08">1862 9261 47 0,'6'0'574'0,"-4"0"480"0,1-2 191 15,-1-2-89-15,-1-4-363 0,1-1-236 16,-1-1-142-16,4-4-78 0,0-1-45 0,3-4-36 15,-2-4-33-15,0-1-61 0,3-4-53 0,0-2-41 16,0-3-22-16,-1-1-17 0,2 0-11 0,1-3-9 16,-3 1-1-16,1 1 5 0,2 1 0 0,-3-1 1 15,0 4-2-15,1-1-1 0,-2 4-7 0,-2 4-2 16,-2 1-3-16,-2 2-1 0,-1 3-2 0,-1 3-27 16,-1 2-66-16,-4 2-82 0,-5 2-147 0,-2 3-268 15,-4 2-324-15,1 2-350 0,-3 4-239 0,-2-1 49 16,-1 2 607-16</inkml:trace>
  <inkml:trace contextRef="#ctx0" brushRef="#br4" timeOffset="-172504.25">1658 8625 423 0,'3'6'803'0,"2"1"234"16,0-1 29-16,0 1-281 0,1-1-239 15,-2 3-164-15,3-1-59 0,1 3-17 0,4-1-24 16,1 1-47-16,0 1-50 0,3 0-36 0,-2 0-42 15,3 0-38-15,0 2-28 0,-2-1-16 0,2 0-13 16,-1 0-14-16,1 1-11 0,-2 2-48 0,0-2-65 16,-2 1-160-16,-3 0-285 0,0-2-285 0,-3 0-329 15,-1-1-236-15,-1-2 59 0,-3-1 621 0</inkml:trace>
  <inkml:trace contextRef="#ctx0" brushRef="#br4" timeOffset="-172153.99">2197 8496 256 0,'-4'-8'1181'0,"-3"5"530"0,1 0-171 0,-5 2-340 16,0 1-463-16,1 1-298 0,-4 2-201 0,3 0-94 16,1 0-52-16,-2 3-30 0,4 0-23 0,-2 2-17 15,3 3-13-15,2-1-5 0,0 3-3 0,3 2-4 16,2 1 0-16,4 2-1 0,1 2 0 0,2-1 0 15,1 3-2-15,5-1 2 0,1-2 1 0,0 1 1 16,5-1 0-16,-1-2 3 0,4 0 2 0,0-3-1 16,0 0 1-16,2-3-2 0,-2 1 2 0,0-1-2 15,-3 0 0-15,2-1 0 0,-4 1 0 16,-3 1 1-16,-3 1 0 0,-1 1 1 0,-6 1 0 16,-2 2-1-16,-4 1 0 0,-2 2-1 0,-6 0-2 15,1 1-1-15,-1-2-1 0,-4 1-1 0,3-2-6 16,-3-2-11-16,3 0-21 0,-2-1-54 0,2-5-68 15,0 2-111-15,1-5-182 0,1-2-294 16,-1-2-327-16,6-2-285 0,-1-2-158 0,3-3 304 0,1-4 635 16</inkml:trace>
  <inkml:trace contextRef="#ctx0" brushRef="#br4" timeOffset="-171853.74">2471 8522 261 0,'11'-16'780'0,"-5"3"391"16,-1 2 62-16,-2 3-229 0,0 2-239 16,1 2-189-16,-1 2-142 0,-2 0-90 0,1 0-56 15,1 2-54-15,-2 4-60 0,-1 2-52 0,-1 4-28 16,-2 5-15-16,1 4-14 0,1 6-11 0,-1 4-8 16,1 4-7-16,-1 1-8 0,0 2-8 15,2 3 4-15,0-3-3 0,2 2-4 0,1-3-3 16,2-1-4-16,1-3-1 0,2 0-6 0,2-3-4 15,0-2-2-15,0-2-2 0,1-2-2 0,3-4-2 16,-1 0 0-16,1-3 0 0,-1-3-2 0,4-3-1 16,-3 0-7-16,2-6-14 0,-2-1-21 15,1-5-57-15,2-3-76 0,-4-6-116 0,1-3-179 16,-1-4-297-16,1 0-342 0,-1-5-284 0,-1-1-143 16,-1-2 327-16,-1-3 634 0</inkml:trace>
  <inkml:trace contextRef="#ctx0" brushRef="#br4" timeOffset="-171553.12">2934 8418 174 0,'0'6'847'0,"-1"2"595"0,-1 7 94 0,-1 1-244 15,0 4-461-15,-1 3-317 0,1 4-172 16,1 3-117-16,1 0-77 0,1 5-45 0,1-1-30 16,4 3-20-16,2-2-17 0,1 0-15 0,4-4-9 15,1-2-7-15,4-5-5 0,-1-6-1 0,5-3-2 16,1-7-2-16,-1-3-2 0,0-5-3 15,0-5-3-15,0-5 0 0,-2-5-1 0,-3-1 2 16,-1-5 3-16,-5-2 4 0,-1-1 4 0,-6 2 1 16,-3-4 3-16,-3 1 1 0,-5 1 0 15,-1-2 0-15,-6 1-2 0,-3 0 0 0,-3-1-2 16,-4 2 0-16,1 1 0 0,-1 3-1 0,-4 6-2 16,2 5 1-16,-1 7-4 0,1 5-4 0,0 7-13 15,5 7-54-15,-2 3-74 0,6 4-155 0,1 1-272 16,7 2-311-16,3 2-379 0,2-4-311 15,7 1-1-15,3-2 691 0</inkml:trace>
  <inkml:trace contextRef="#ctx0" brushRef="#br4" timeOffset="-170628.45">3378 8437 134 0,'5'-7'580'0,"-2"1"418"16,-1 3 196-16,1-2-167 0,-1 2-307 0,-1 0-206 16,-1 1-143-16,2 2-74 0,-1-1-60 0,1 1-43 15,1 1-25-15,0-1-32 0,0 4-7 0,2 0-20 16,0 4-7-16,1 4-1 0,2 1-7 0,1 7-6 16,1 2-28-16,0 4-18 0,-1 2-15 0,2 3-11 15,-3 3-3-15,3 2-5 0,-3 1-3 16,0 1-2-16,-2-1 5 0,2-1 1 0,0-1 1 15,-3-4 0-15,1-3 1 0,-1-4-2 0,3-4-6 16,-4-5-6-16,1-3-2 0,-2-2 1 16,2-5 2-16,0-3 1 0,3-4 2 0,-2-9 4 15,0-5 0-15,3-6-1 0,0-7-2 0,0-5-1 16,-1-4-2-16,3-5-2 0,0-4-1 0,-1 0-2 16,2-2 0-16,-2-1 1 0,3 5-1 15,-3 1 2-15,2 3 2 0,-4 7 1 0,1 4 2 16,-3 5 1-16,-1 6 7 0,-2 4 8 0,1 4 11 15,-3 3 7-15,-1 2 0 0,-1 3 2 0,-3 6-7 16,1 5-9-16,-3 3-10 0,-1 4-5 0,-3 4-3 16,0 3-1-16,2 3 1 0,-3 2 1 0,0 0 0 15,1 2 0-15,1 2 1 0,-1-2-6 16,1 2 3-16,1 1 1 0,2-1-5 0,1-2-3 16,0-1 2-16,2-2 5 0,3-2-2 0,2-3-3 15,1-2 3-15,2-1 1 0,1-4-5 0,3 1-4 16,1-3 0-16,1-5-2 0,5 1-6 0,-2-5-8 15,5-3-24-15,-3-3-58 0,4-3-76 16,-1-3-134-16,0-1-247 0,2-3-308 0,1-1-346 16,-1-1-272-16,-1 2-51 0,-1 1 546 15</inkml:trace>
  <inkml:trace contextRef="#ctx0" brushRef="#br4" timeOffset="-170336.2">3993 8806 44 0,'-3'-9'575'0,"-3"-1"479"0,3-5 193 16,-2-6-83-16,0-2-325 0,2-5-251 0,0-3-158 16,1-3-87-16,4 0-56 0,-1-4-47 0,3-1-54 15,0-2-70-15,3 1-45 0,2 0-29 16,1 0-15-16,-1 5-8 0,4 1-6 0,-4 5-1 16,-1 5-5-16,0 2-1 0,0 6 1 15,0 6 7-15,-2 2 6 0,1 6 7 0,2 4 6 16,-1 7 6-16,2 3 2 0,0 4-3 0,0 6-4 15,1 2-5-15,2 5-4 0,-2 0-4 16,2 6-4-16,2 1-5 0,-3 1-3 0,1 3-2 16,0-1-4-16,0 1-3 0,-2-1-4 15,0-3-2-15,1-3-14 0,0-1-40 0,-3-6-79 16,-1-2-113-16,-2-3-203 0,-1-4-304 0,-3-2-354 16,-2-4-355-16,-3-1-136 0,-2-6 379 15,-3-1 704-15</inkml:trace>
  <inkml:trace contextRef="#ctx0" brushRef="#br4" timeOffset="-170154">3973 8633 438 0,'-2'-4'870'0,"1"0"238"16,2 3-24-16,1-3-295 0,4 3-303 16,2 0-211-16,1-3-103 0,4 0-50 0,3-1-24 15,0-1-31-15,6-5-30 0,0 3-18 0,5-3-6 16,-2-2-8-16,4 0-7 0,-1 0-54 0,2-1-145 15,-3-1-284-15,0 2-267 0,0 1-252 16,-2 2-211-16,-1-1 101 0,0 3 485 16</inkml:trace>
  <inkml:trace contextRef="#ctx0" brushRef="#br4" timeOffset="-169935.17">4628 8175 39 0,'-15'8'713'0,"0"6"739"0,-3 0 152 0,-1 5-260 16,0 1-395-16,2 2-398 0,-1 3-214 0,2 2-141 16,1-2-74-16,5 2-41 0,0 0-28 0,3-2-20 15,4 1-17-15,1-2-8 0,4-1-5 16,5 0-4-16,1-4-2 0,2 0-4 0,4-1-4 16,0-2-19-16,2 0-66 0,-2-3-75 15,2-1-133-15,-2 0-228 0,2-2-314 0,-2-2-350 16,4-1-243-16,-4-5-52 0,3 1 499 0</inkml:trace>
  <inkml:trace contextRef="#ctx0" brushRef="#br4" timeOffset="-169403.25">4721 8157 66 0,'-3'4'474'0,"1"1"326"16,2-1 222-16,0 2 11 0,2 0-295 0,1 0-235 16,2 2-138-16,2-1-65 0,1 1-56 15,0 0-65-15,3 2-51 0,0-2-36 0,2-2-21 16,1 0-25-16,-1-5-15 0,2-2-8 16,0-4-5-16,2-4-1 0,-1-2-5 0,3-4 0 15,-3-1-6-15,1-2 3 0,-2-2 1 0,-1-1-4 16,-3 2 2-16,1-1-1 0,-2 4 32 0,-4-2 46 15,2 4 46-15,-2 0 25 0,-4 1 11 16,1 3 7-16,-3-1-18 0,2 5-29 0,-2-1-30 16,0 5-22-16,0 2-16 0,0 2-15 15,0 5-13-15,0 4-15 0,0 4-7 0,0 4-5 16,1 4-4-16,2 5 0 0,2 5-1 0,0 5-1 16,0 3 1-16,4 7 3 0,-1 4 0 15,2 4 1-15,-1 8 1 0,2 3 0 0,-1 3-1 16,1 0-3-16,-2 1 1 0,-1-4-1 0,0-3 0 15,1-2 2-15,-4-5 6 0,0-3 8 16,-3-6 10-16,-1-2 9 0,-2-5 10 0,-4-7 6 16,0-7-1-16,-1-4-4 0,-5-7-7 0,0-7-7 15,-3-5-8-15,-1-6-10 0,-2-9-5 16,1-3-5-16,-3-9-2 0,3-3-1 0,2-5-1 16,0-6 0-16,1-2 1 0,2-3 1 0,3-2-2 15,3 0-2-15,2-1 0 0,0 2-1 16,8-1-6-16,-1 4-8 0,4 0-17 0,2 3-25 15,4 3-70-15,-1 1-89 0,2 3-172 16,2 1-280-16,1 4-332 0,0 0-397 0,1 3-239 16,1 1 125-16,1 2 749 0</inkml:trace>
  <inkml:trace contextRef="#ctx0" brushRef="#br4" timeOffset="-169087.84">5437 8591 178 0,'1'17'963'15,"-1"-1"556"-15,2-7-51 0,-2-4-250 16,0-5-432-16,0-7-317 0,1-6-202 0,1-6-100 16,1-6-49-16,-1-4-41 0,1-4-32 0,2-4-20 15,-2-4-10-15,2-2-8 0,1-2-2 16,-3-4-2-16,2-1-2 0,-2 0-1 0,2 0 3 16,-2 6 9-16,2 4 9 0,-1 8 9 0,-2 5 4 15,1 4 2-15,0 5-3 0,-1 5-7 0,1 2-6 16,-1 2-2-16,1 3 1 0,0 4 1 15,2-1 2-15,3 3 2 0,-2 5 2 0,2 1-2 16,0 5-1-16,1 5-2 0,1 3-1 16,-2 9-4-16,0 3-4 0,1 6-4 0,-2 6-5 15,-1 3-4-15,2 4-2 0,-1 1-1 0,0 0-6 16,1-1-22-16,-2-3-61 0,2-2-83 0,-2-4-168 16,-1-4-281-16,2-2-333 0,-1-7-399 15,-2 0-291-15,0-9 90 0,-3-5 748 0</inkml:trace>
  <inkml:trace contextRef="#ctx0" brushRef="#br4" timeOffset="-168904.42">5548 8284 266 0,'-10'-22'1226'0,"2"7"510"16,-1 3-207-16,4 3-364 0,0 5-467 0,2 1-313 16,3 3-204-16,2 3-92 0,2 1-46 15,3 2-19-15,5 1-10 0,1 1-6 0,4 1-2 16,1-2-4-16,4 4-1 0,3-1-7 0,0-1-67 15,-1 3-87-15,2 1-169 0,-1 0-277 16,3 2-317-16,-1 1-403 0,-2 4-252 0,-2 1 116 16,0 0 709-16</inkml:trace>
  <inkml:trace contextRef="#ctx0" brushRef="#br4" timeOffset="-167336.7">3358 11282 24 0,'0'10'349'0,"-2"-3"260"16,1 2 199-16,1 1 39 0,0-2-229 0,1 5-158 15,1-2-107-15,1 1-70 0,0 0-43 0,2 1-43 16,1-2-60-16,0 0-48 0,-1-1-30 0,2-3-22 15,-3 1-12-15,4-2-10 0,-3-1-1 16,1-3 8-16,1 0 8 0,-2-2 19 0,2 0 21 16,-2-3 16-16,0-3 12 0,-2 0-8 0,3-3-5 15,-4 0-15-15,3-3-4 0,-2 1 5 0,1-1 32 16,-4-2 42-16,2 2 42 0,-2 0 22 0,-2 0 9 16,1 1-12-16,-2 0-23 0,0 3-30 15,-2 3-27-15,0 1-21 0,0 1-20 0,0 1-18 16,-1 4-16-16,-3 1-13 0,2 4-15 0,-1 3-10 15,-1 4-9-15,3 4-3 0,-2 0-2 0,3 4 1 16,0-2 0-16,2 0 0 0,-1-1 0 0,2 0 1 16,0-2-1-16,2 0-3 0,2-5-1 15,-2 0-2-15,4-3-4 0,-2-2-12 0,0-3-39 16,1-2-80-16,0-4-158 0,0-4-263 0,2-5-318 16,0-4-397-16,0-5-398 0,1 1-20 15,-2-4 754-15</inkml:trace>
  <inkml:trace contextRef="#ctx0" brushRef="#br4" timeOffset="-166187.95">2268 10138 168 0,'0'5'398'0,"2"1"219"15,-2-2 188-15,0-1-61 0,1 2-78 16,-1-3-70-16,0 0-77 0,0-2-63 0,-1 2-66 16,1-2-33-16,1 0-27 0,1 1-31 0,-2-1-31 15,0-1-37-15,0-1-45 0,-3-1-55 0,1 0-45 16,-1-3-27-16,-1 0-14 0,-1-3-3 15,0 0-4-15,2 0-5 0,-2-3-4 0,0 0-6 16,-1 0-7-16,0-1-6 0,1-1-5 0,0 0-2 16,-1 0-3-16,1-2 0 0,-1 4-2 0,1-1 0 15,2 1 0-15,-2 2 0 0,2-1 1 16,0 5 0-16,-1-3-1 0,1 3-1 0,2 2-1 16,-2 0-11-16,0 2-23 0,1 0-72 0,-1 2-84 15,0 2-172-15,-2 0-287 0,-2 3-325 0,0 0-367 16,-3 1-214-16,2 1 142 0,-1-2 701 0</inkml:trace>
  <inkml:trace contextRef="#ctx0" brushRef="#br4" timeOffset="-165934.81">2050 9906 404 0,'0'-7'925'0,"0"1"299"0,0-4-26 0,-3 1-303 16,0 0-316-16,3-3-175 0,0 0-80 0,2-1-42 15,-1-3-34-15,-1 3-28 0,3-5-29 0,-1 0-55 16,-1 2-48-16,1-2-30 0,-1 2-18 0,1 3-14 16,1 1-10-16,-1 2-7 0,-1 2-4 0,1 4-5 15,0 0 0-15,-1 2 0 0,1 2 0 0,3 2-2 16,-1 4 1-16,1 4-1 0,1 2-3 0,1 3-1 16,1 1-4-16,1 4-18 0,-1-1-70 0,0 2-105 15,3-1-191-15,-2 4-285 0,1-5-330 0,1 0-366 16,0 0-183-16,0-2 300 0,3-4 692 0</inkml:trace>
  <inkml:trace contextRef="#ctx0" brushRef="#br4" timeOffset="-165137.47">4449 10024 467 0,'0'2'976'16,"-3"1"275"-16,3-2-49 0,0-1-323 0,0 0-301 15,0 2-213-15,1-2-116 0,1 1-50 16,2-1-7-16,-1-1-15 0,4-2-22 0,-1-2-22 16,4-2-15-16,2-3-20 0,0-1-34 15,2-4-18-15,0 0-19 0,3-5-10 0,1-1-8 16,-1 0-3-16,1-3-3 0,0 1-2 0,0 1-2 15,-2 1-4-15,-2 1-29 0,-3 2-73 0,-3 4-123 16,-3 2-222-16,-2 1-290 0,-3 2-346 16,-3 3-346-16,-2 0-117 0,-3 3 438 15,-2 0 681-15</inkml:trace>
  <inkml:trace contextRef="#ctx0" brushRef="#br4" timeOffset="-164896.22">4580 9679 128 0,'3'-1'688'15,"0"-3"419"-15,0 0 107 0,2 0-116 0,-1-2-422 16,3-3-288-16,1 1-162 0,2-1-81 0,1 0-41 16,3-1-31-16,-1-1-19 0,4 2-16 0,-1-1 18 15,1 1 32-15,0 2 29 0,1 3 32 16,-1 2 19-16,-1 2 8 0,-2 2-19 0,-4 2-27 16,1 6-28-16,-3 2-28 0,-5 3-23 15,0 4-18-15,-6 5-13 0,0 1-11 0,-5 1-9 16,-2 3-30-16,-1 0-78 0,-3 1-115 0,1 0-202 15,-2-4-288-15,2-1-343 0,1-1-361 16,2-4-135-16,2-2 366 0,3 0 680 0</inkml:trace>
  <inkml:trace contextRef="#ctx0" brushRef="#br4" timeOffset="-163950.81">4728 12734 269 0,'-7'-3'550'16,"0"-4"265"-16,1 3 169 0,1-4-178 15,0 2-166-15,-1-2-124 0,2 3-31 0,0-1 5 16,0-2-49-16,0 2-66 0,1-1-58 16,1 5-38-16,1-3-65 0,1 3-70 0,-2 1-47 15,2 1-31-15,2 0-20 0,-1 1-14 0,3 1-5 16,1 5-1-16,3 5 0 0,2 3 1 0,3 1 0 15,0 6-3-15,3 1-5 0,0 3-7 0,1 1-2 16,2 0-4-16,-2 0-5 0,2 1-1 16,-1-3 0-16,1 0-1 0,-2-3-1 0,-3-2-1 15,-1-4 0-15,-1-1-6 0,-5-3-9 16,-1-2-19-16,-3-3-44 0,-4 0-74 0,-2-3-90 16,-7-4-145-16,0-2-203 0,-4-3-320 0,-2 1-297 15,-1-4-195-15,-3-1 16 0,2 0 481 0,-4-1 510 16</inkml:trace>
  <inkml:trace contextRef="#ctx0" brushRef="#br4" timeOffset="-163723.83">4638 12883 235 0,'0'1'648'0,"0"4"302"0,2-3 137 0,1 5-184 16,2-1-268-16,1 4-177 0,7 1-65 16,-2 3-16-16,5-1-41 0,1 4-42 0,2-2-43 15,0-1-44-15,5 2-51 0,-1-3-50 16,0-1-32-16,4-3-23 0,-2-3-14 0,2-2-10 15,0-4-13-15,-1-4-5 0,1-3-5 0,-3-4-1 16,-2-3-2-16,0-2-1 0,-6-5-22 0,0 0-75 16,-5-3-114-16,-2 0-228 0,-5 3-286 15,-4-2-345-15,-4 6-378 0,-5 1-139 16,0 0 405-16,-7 7 736 0</inkml:trace>
  <inkml:trace contextRef="#ctx0" brushRef="#br4" timeOffset="-155597.18">14087 11848 348 0,'0'0'657'0,"2"0"214"0,2 2 45 16,-2-1-270-16,1 1-199 0,0 1-112 16,2 0-54-16,0 2-30 0,3 0-10 0,-1-1-26 15,2 3-52-15,-3-1-46 0,6-1-31 16,-2 3 0-16,1-1-8 0,3-1-5 0,-1 1 36 16,3-1 21-16,-2 0 8 0,5 2-11 15,-1-3 22-15,-1 1 14 0,0-1-30 0,2-1-25 16,-2-1-13-16,1 0-9 0,-1-2-23 0,-1-1-22 15,3 0-8-15,-3-2-6 0,1-3-4 16,-1-1-3-16,1-3-7 0,1-1-2 0,-2-2-3 16,-1-2-3-16,3-4-1 0,-1 0 0 0,-1-3 0 15,1 1-4-15,-1-3 0 0,2 0 0 16,-4 0 1-16,3 3 0 0,-2-1 0 0,0 0 3 16,-2 2-2-16,1-1 1 0,1 0-1 0,-2 1 1 15,0-2-1-15,1 0 0 0,-1-1 1 16,2-2-1-16,-3-1 1 0,3-1 1 0,-5-1-2 15,1-1 1-15,-2 0 0 0,-3 0-1 16,1 0 5-16,-3 2 2 0,-3 0 4 0,1 0 2 16,-4 3 2-16,2-1 3 0,-3 5-2 0,1 3-1 15,1 0-3-15,-1 1-1 0,-2 4 0 16,2 0-4-16,1 1-3 0,-1 3 0 0,1 0-3 16,1 3-1-16,0-1 0 0,0 1 0 15,0 1-2-15,0 1-2 0,0 0 1 0,0 2-2 0,0-3 0 16,0 6-1-16,0-3 1 0,1 4 1 15,2 2 1-15,2 0 2 0,-2 5 0 16,0 0 3-16,0 3-1 0,1 0 1 0,0 6 0 16,0 0 3-16,-3 4 3 0,2 0 0 15,2 4 2-15,-2 2 1 0,0 0 3 0,0 2-4 0,1 0-3 16,-3-2 3-16,-1 4-2 0,3-1-3 16,-3-1-1-16,2 2-1 0,-2-3-2 0,0 2-1 15,-2-2-2-15,2 2 1 0,-3 2 0 16,2-1-1-16,-1 3 0 0,0-1 0 0,-1 0 0 15,3-1-1-15,0 1 0 0,2-5-2 16,3-4 1-16,1-2-1 0,2-4 0 0,8-5 1 16,-2-5 0-16,8-6 1 0,2-8 1 0,2-4 0 15,4-6-3-15,0-5-19 0,2-4-77 0,-2-6-114 16,0 1-237-16,-6-2-290 0,2-2-365 16,-6 4-442-16,-4 0-177 0,0 4 451 15,-4 3 828-15</inkml:trace>
  <inkml:trace contextRef="#ctx0" brushRef="#br4" timeOffset="-154559.46">15335 11965 341 0,'0'7'689'0,"-2"2"250"16,0-6 66-16,2 0-275 0,2 1-231 0,0-1-152 15,-2-2-97-15,0-1-24 0,1 0-12 0,4-4-5 16,-2 2 5-16,4-4 10 0,0-5 6 15,0-2-5-15,-1-2-19 0,2-4-22 0,3-5-33 16,-2 1-36-16,1-4-23 0,1-2-26 16,0-2-16-16,0-1-13 0,0-1-11 0,0 0-2 15,-1-2-4-15,1-3-3 0,-2 2-1 0,-2-3 1 16,0 0 3-16,0 2-2 0,-2-1 0 16,-2 1 1-16,0 2-3 0,0 4-4 0,0 2 0 15,-1 5-1-15,2 2 1 0,-2 3-2 16,0 4 1-16,-1 1-2 0,1 3-3 0,-1 2-2 15,3 2-5-15,-4 2 1 0,1 0 0 0,2 1-2 16,1 2 1-16,0-1 0 0,0 2 1 0,0 1 1 16,1 0-1-16,-2 1 1 0,3 2 0 15,-1-1-1-15,0 2 1 0,1 0 1 16,-1 0-1-16,0 4 6 0,-1-1 4 0,1 0 5 16,-1 4 4-16,0 1 4 0,-2 0 2 0,2 3-3 15,-2 1 1-15,-1-2-1 0,1 4-1 16,1 2-2-16,-1-1 0 0,1 3 1 0,0 4-1 15,1 1 1-15,0 3-1 0,4 3 1 0,-2 3-3 16,2 0-2-16,0 3-2 0,3-1-3 0,0 1-2 16,3-2-3-16,2-1-1 0,2-3-2 15,-2-2-1-15,2-3-1 0,0-3-2 0,2-4-1 16,-1-2-1-16,1-2-2 0,-2-5 0 0,-2 1-6 16,2-3-16-16,-7-2-40 0,1-1-85 15,-4-3-152-15,-3 0-265 0,1-2-326 0,4-2-403 16,-6-2-408-16,3-2 2 0,-1 0 740 15</inkml:trace>
  <inkml:trace contextRef="#ctx0" brushRef="#br5" timeOffset="-136388.36">1919 14447 24 0,'0'0'307'0,"0"0"265"16,-1 0 268-16,1 2 41 0,1-2-140 0,-1 2-131 16,-1-2-102-16,-1 0-109 0,0 1-80 15,1-1-70-15,-1 1-62 0,-1 1-55 0,3 1-35 16,-2 0-27-16,2 0-24 0,0 4 9 0,2-4 11 16,1 4 3-16,0 1-3 0,2-1 0 0,-2 2-2 15,3-2-19-15,-3 1-23 0,1-1-10 0,-1-1-7 16,0 0 2-16,0-4-4 0,1 3-6 0,-3-3 4 15,1-1-1-15,1 2 15 0,0-3 12 0,0-3 24 16,-2 1 24-16,3-2 15 0,-3 2 11 0,1-5-8 16,-2 1-13-16,0-1-14 0,0 1-16 0,0-1-6 15,0-1-5-15,0 2 1 0,-2 1 4 0,-1 0-1 16,0 0-2-16,1 3-3 0,1-2-3 0,-2 2-5 16,1-1-4-16,1 1-7 0,-1 2-2 0,2 0-6 15,0 0-5-15,-1 0-2 0,1 0-2 0,0 2-1 16,0 1-4-16,1-2 1 0,-1 1 0 0,0 1 1 15,2 1 0-15,-2 0 0 0,1 0 1 0,1-2 0 16,-2 1-1-16,3 0-2 0,-2-1-2 0,-1-2 0 16,2 1 0-16,-2-1 1 0,1-1 1 0,1 1 0 15,1-3 4-15,-3 0 2 0,2-1 0 0,-2-1 3 16,2-2-2-16,-2 3 2 0,0-1-1 0,-2 1 2 16,2 1 0-16,0 0 0 0,0 0 1 0,-2 1 0 15,2 1 1-15,-1 1-2 0,-1 0-1 0,2 0-3 16,-2 1-3-16,1 1-4 0,-1 2-4 15,2 1-8-15,-1 3-27 0,-2-1-77 0,1 3-106 16,-1 0-215-16,2 0-293 0,-3-3-348 0,3 4-388 16,-1-4-160-16,2 2 364 0,-1 0 760 0</inkml:trace>
  <inkml:trace contextRef="#ctx0" brushRef="#br5" timeOffset="-135491.62">719 15234 70 0,'0'0'628'16,"0"0"487"-16,0 0 170 0,0 0-133 15,0 0-363-15,2 4-290 0,4 6-135 0,0 1-80 16,2 7-60-16,0 4-24 0,3 6-32 16,0 5-46-16,0 3-50 0,2 1-29 0,-2 4-8 15,1-3-14-15,-2 2-6 0,0-1-8 0,0-3-5 16,-2-3-3-16,-1-3-1 0,1-5 1 15,-3-4-1-15,-1-3-5 0,-4-6-30 16,0-1-54-16,-4-7-73 0,-3-5-97 16,1-8-134-16,-1-6-162 0,-1-5-186 0,-2-4-246 15,-2-4-173-15,-5-4 12 0,1-4 278 0,-3-1 366 16</inkml:trace>
  <inkml:trace contextRef="#ctx0" brushRef="#br5" timeOffset="-135191.7">678 15223 195 0,'5'-7'478'15,"-2"2"229"-15,0 3 168 0,-3 2-114 0,11 2-153 16,0 1-119-16,5 1-69 0,-2 2-57 16,2 1-45-16,0 0-67 0,1 4-32 15,2-1 6-15,2 4-4 0,2-2-7 0,1 2-26 16,0 0-24-16,1 2-25 0,0-2-43 0,-1 1-19 16,-2 1-12-16,-1 1-1 0,-1 1 0 15,-4 0-5-15,-2 2-3 0,-3 1-7 16,-1 1-6-16,-4 4-6 0,-1 1-7 0,-5 1-5 15,-2 0-7-15,-1 2-3 0,-5-3-5 16,2 1-2-16,-4-4-2 0,0-2-2 0,0 0-1 16,0-6 0-16,0 0-3 0,0-4-1 15,4 0-1-15,-1-4-1 0,1-1-3 0,0-1-5 16,1-4-11-16,5-2-26 0,0 0-56 16,-5-4-62-16,0-2-126 0,4-7-182 0,-3 0-298 15,3-3-319-15,1-3-259 0,0 0-154 16,3 1 378-16,2-3 595 0</inkml:trace>
  <inkml:trace contextRef="#ctx0" brushRef="#br5" timeOffset="-134873.14">1203 15473 416 0,'15'25'841'15,"0"4"317"-15,0 2 31 0,0 2-296 0,-1 5-278 16,2-5-189-16,3 1-119 0,-2-6-92 0,2-3-59 15,-1-5-51-15,-1-2-46 0,2-7-22 0,-3-4-11 16,4-4-6-16,-4-5 24 0,1-5 19 0,-2-5 11 16,2-6 5-16,-4-4 11 0,-2-4 7 0,-3-1-17 15,-4-5-5-15,-2 1-3 0,-2-2 5 0,-5 0 4 16,-4 3 1-16,-4 0 2 0,-3 2-7 0,-3 3-9 16,-1-1-16-16,-2 4-13 0,-2 1-9 0,-1 0-11 15,3 7-6-15,1 2-2 0,0 3-3 0,3 3-3 16,2 4-3-16,0 4-5 0,3 6 0 15,2 1-3-15,2 5-1 0,4 6-5 16,2 2-14-16,1 4-24 0,4 1-67 0,-1 0-73 16,4 3-132-16,0 0-214 0,4-2-306 0,-4 1-345 15,-2-4-243-15,2-1-91 0,0-4 454 0,1-1 628 16</inkml:trace>
  <inkml:trace contextRef="#ctx0" brushRef="#br5" timeOffset="-134142.49">1655 15357 249 0,'1'-6'713'16,"1"-2"400"-16,-5 2 111 0,3 2-245 0,-2 0-175 16,2 0-165-16,0 2-163 0,0-2-101 0,-3 3-72 15,0-1-63-15,0-1-77 0,1 3-57 0,1-1-29 16,-1 1-27-16,1 0-11 0,1 0-13 0,0 1-7 16,0 1-8-16,0 1-5 0,1 4-1 0,2 2-1 15,1 5 0-15,0 4 1 0,1 1 3 0,0 5 0 0,-1 2 0 16,1 2 0-16,0 4-1 0,1-3-3 15,-1 2-1-15,1-1-3 0,-1 0 1 0,2-4-1 16,-3 1-1-16,2-4 0 0,-1-2-1 0,-2-3-1 16,2-2 0-16,-2-6 1 0,-1 0 1 0,0-2 0 15,-1-3 1-15,-1-1 2 0,0-4 1 0,-1-3 0 16,-1-2 0-16,-1-5-1 0,-1-3-1 0,1-3 0 16,-2-2-1-16,1-2 0 0,-4-4 0 0,0 1-1 15,2-4 1-15,-4 0-1 0,-1-2 1 0,3-1 0 16,-3 2-1-16,2-2 0 0,1 2 1 15,0 3 0-15,1 3 0 0,1 4-1 0,3 2 0 16,0 3 0-16,0 4-1 0,1 1 0 0,2 3-1 16,0 2 2-16,2 1-1 0,1 4 2 0,2 3 1 0,2 3 1 15,1 4 2-15,2 3-1 0,1 2 0 0,0 2 0 16,-1 2-1-16,2 1 0 0,-4 0-1 0,3-1 1 16,-4-2-1-16,3 1 0 0,0-5-2 15,-2-2 0-15,0-1-2 0,0-4 0 0,0-3-2 16,-2-1 0-16,3-4 2 0,-1-6 2 0,-1-3 0 15,1-5 1-15,1-5 1 0,-1-3 1 0,0-4-1 16,2-1 5-16,-1-2 2 0,-1 2 0 0,-2 3 2 16,1 2-1-16,0 2 0 0,-2 5-5 0,0 2-2 15,-2 3-2-15,0 1 0 0,-1 3 0 0,1 4 1 16,-1 0 1-16,2 4 2 0,-1 3 1 0,0 1 0 16,1 4-5-16,-1 2-3 0,0 1-3 0,2 4-2 15,-2 2 0-15,2 2-2 0,-1 1 4 0,-1 3 2 16,2 3 2-16,-3 1-1 0,1-3-1 15,2 4-1-15,-2-4-1 0,2 0-9 0,1-2-32 16,-1-2-73-16,-2-3-81 0,0-5-161 0,0 0-271 16,-1-5-332-16,1-2-357 0,-1-4-208 0,1-3 71 15,1-3 651-15</inkml:trace>
  <inkml:trace contextRef="#ctx0" brushRef="#br5" timeOffset="-133407.99">2091 15229 80 0,'-3'-6'434'0,"0"-1"339"0,1 2 265 0,1 1-39 15,-1-1-239-15,-1 4-195 0,2-2-137 0,-1 0-101 16,2 1-70-16,0 0-60 0,0 1-34 0,2 1-9 16,-1-2 2-16,2 2-2 0,-3 0-14 15,2 0-13-15,-1 0-14 0,-1 0-20 0,0 2-19 0,2-2-7 16,-1 1-2-16,1 3 2 0,1 2 0 15,0-2 3-15,1 3-2 0,-1 4-8 0,0 0-7 0,0 3-7 16,2 0-7-16,-2 4-7 0,0 1-7 0,0 3-5 16,-1 0-6-16,0 3-2 0,-1 0-3 15,2 0-1-15,-3 3-2 0,2-1 0 0,1-1-1 16,-3 2-1-16,2-3 0 0,1-1-1 0,1-2-2 16,-2 1-1-16,1-4-2 0,0 1-1 0,1-3-2 15,-1-3 0-15,0 0-1 0,2-3-2 0,2 0-6 16,-2-1-14-16,0-4-35 0,0-1-68 15,0-1-77-15,-2-4-143 0,-2 0-241 0,1-6-314 16,2-3-329-16,-2-1-227 0,3-4-18 0,-2-1 532 16</inkml:trace>
  <inkml:trace contextRef="#ctx0" brushRef="#br5" timeOffset="-133091.45">2308 15201 58 0,'-2'1'623'0,"2"2"500"16,-3 0 194-16,1 1-52 0,1 2-336 0,1 3-314 16,0-2-193-16,1 3-109 0,1 1-69 0,-2 0-73 15,0 3-57-15,3 2-41 0,-1 1-17 16,-1 1-13-16,3 2-6 0,-3 1-10 0,3 1-7 16,-3 0-4-16,2 3-7 0,3-3-3 0,-4 2-4 15,3 0 3-15,0-1-1 0,-1-1-2 0,1-1-2 16,4-2 0-16,-2-2-2 0,-1 0 0 0,4-4-1 15,-1 0 0-15,1-1-1 0,-1-1 0 16,4-2 1-16,-2 1 0 0,0-3 0 0,3-3 1 16,-3 0 1-16,3-1-2 0,-1 1-7 0,3-4-8 15,-5 1-29-15,3-1-59 0,0-1-62 0,-1-1-77 16,-2-1-135-16,0-3-194 0,-1 1-291 0,2-3-231 16,-2-3-207-16,-1-1-19 0,2-1 424 0,-3-4 485 15</inkml:trace>
  <inkml:trace contextRef="#ctx0" brushRef="#br5" timeOffset="-132801.74">2417 15244 90 0,'-5'0'686'0,"1"4"532"0,-1-4 176 15,2 1-122-15,-1 0-371 0,4 1-339 0,0-2-183 16,-1 0-118-16,2 0-76 0,-1 0-64 0,4 0-53 16,0-2-30-16,3 1-19 0,4 0-7 15,0-3-4-15,0 1-4 0,5 0 0 0,0 2-4 16,-1-2-2-16,1 2 0 0,2-1-2 0,-1 2-2 16,-3 0-33-16,3 0-63 0,-4 2-67 0,0-1-128 15,-1 0-209-15,0 2-314 0,-3 2-298 0,0 0-221 16,-2-1-63-16,-1 0 422 0,-2 2 562 15</inkml:trace>
  <inkml:trace contextRef="#ctx0" brushRef="#br5" timeOffset="-132622.91">2431 15474 167 0,'-3'7'746'0,"-2"-1"424"0,2-2 62 0,0 0-190 16,2-1-391-16,2 0-307 0,2-2-173 0,2 1-85 15,1-1-44-15,4-1-17 0,2-1-11 16,-1-1-5-16,5-1-5 0,0-1-4 0,3 0 1 16,-3 1-21-16,3-1-70 0,-3 1-131 0,1 2-183 15,-1 1-284-15,1 1-271 0,-1 4-216 0,0-1 53 16,1 1 396-16</inkml:trace>
  <inkml:trace contextRef="#ctx0" brushRef="#br5" timeOffset="-132225.75">3106 15222 244 0,'-6'-6'1103'16,"-3"1"568"-16,1 2-107 0,-2-1-327 0,-4 1-474 15,1 0-293-15,-1 1-192 0,0 1-103 0,1 1-55 16,-4 0-34-16,2 1-23 0,-2 2-17 0,0 0-14 15,4 0-8-15,-1 1-9 0,1 3-6 16,2-2-4-16,0 1-3 0,5 0-3 0,1 1-1 16,2 1-1-16,1 0 0 0,4 1-1 0,-1 2 1 15,4 0 0-15,2 1 1 0,2 1-1 0,2 0 0 16,0-1 0-16,5 2 1 0,-2-1-1 0,5 0 1 16,-2 0 1-16,3-1-4 0,0-1-10 0,-1 2-13 15,2-2-12-15,-1 1-14 0,-2 2-11 16,-1 0-6-16,-1 0 4 0,-2 3 8 0,-3 2 13 15,0-2 13-15,-5 2 11 0,-1 1 7 0,-3 1 7 16,-2 0 4-16,-3 0 1 0,-1-1 1 16,-4 2 1-16,1-2 0 0,-3-2 0 0,-1-3-5 15,0 0-26-15,0-2-65 0,-3-2-62 0,1-7-103 16,2-2-163-16,0-5-277 0,0-5-302 0,4-4-229 16,3-2-170-16,-1-5 209 0,2-3 542 0</inkml:trace>
  <inkml:trace contextRef="#ctx0" brushRef="#br5" timeOffset="-131942.29">3178 15231 360 0,'6'-7'896'0,"-3"4"309"0,3-2-8 16,-3 5-273-16,2 0-270 0,0 0-186 0,1 2-106 16,2 3-60-16,-3 3-45 0,1-1-41 0,-1 3-61 15,0 1-56-15,0 1-32 0,-4 3-13 16,2 3-6-16,-3 1 0 0,-3 1-1 0,2 3-1 15,-4 1-1-15,3 1-2 0,-3 1-2 0,2 4-4 16,-2-2-4-16,2 0-6 0,0 0-8 0,3-3-5 16,-3-3-5-16,3 1-4 0,0-3-3 15,3-3-1-15,0 0-2 0,2 0 0 0,0-4-2 16,3-2 0-16,3-1-2 0,0-1-7 0,2-2-27 16,2-4-77-16,0 0-106 0,2-1-188 0,2-2-292 15,-3-2-350-15,4 2-390 0,-2-3-188 0,2 1 294 16,2 1 726-16</inkml:trace>
  <inkml:trace contextRef="#ctx0" brushRef="#br5" timeOffset="-131059.84">3449 15273 54 0,'5'-11'330'0,"-3"4"210"0,1-2 195 0,0-2-3 15,2 3-125-15,-2-3-80 0,0 3-42 16,0-2-39-16,1 0-55 0,-1 2-59 0,0-1-49 15,0 0-24-15,-1 1-2 0,1 2 3 0,0 1-7 16,-2 1-15-16,1 1-27 0,-2 1-42 16,1 1-45-16,1 0-36 0,-2 1-24 0,3 0-16 15,-3 1-9-15,2 3-6 0,-2 2-2 0,3 5-1 16,2 3 0-16,-2 4 5 0,5 4 3 0,-2 4 0 16,2 3 3-16,0 5-1 0,3 0-3 0,-3 1-5 15,3 3-6-15,0-5-9 0,-1 1-6 0,1-3-5 16,1-2-5-16,-2-4-1 0,1-4-2 15,3-2 0-15,-3-3-2 0,2-5 0 0,-2-5 0 16,0-5-1-16,1-4 2 0,0-6 0 0,-1-5 1 16,1-5 1-16,-2-4 0 0,0-2 0 15,0-4-1-15,-3-2-1 0,1 0 1 0,1-2-1 16,-4 3 1-16,0-1 0 0,-2 3 1 0,0 2 2 16,-3 4 1-16,2 1 1 0,-4 4 1 0,2 2 0 15,-3 3-1-15,1 2 1 0,-1 2-2 0,0 3 0 16,-2 4-2-16,1 1-1 0,-1 3 0 0,3 2-1 15,-1 4 0-15,0 1 1 0,1 3 1 16,1 1 0-16,-1 1 2 0,2 5-1 0,0 0 1 16,0 0-1-16,2 4 0 0,-1 2 0 0,1 1-1 15,-1 0 1-15,4-1-1 0,-3 1-1 0,3-4 0 16,1-1-1-16,0 1-1 0,-1-3-1 0,3-1-2 16,-2-3-10-16,5-3-17 0,-3-3-33 15,2-2-74-15,2-4-83 0,-2-4-155 0,-1-1-265 16,2-5-321-16,2-3-350 0,-1-2-212 15,-2-2 48-15,3 1 618 0</inkml:trace>
  <inkml:trace contextRef="#ctx0" brushRef="#br5" timeOffset="-130746.45">4073 15094 291 0,'6'3'704'0,"0"2"384"0,2 1 130 0,-2 1-158 16,1 4-194-16,3 0-193 0,-1 4-157 0,-1 2-118 16,0 1-79-16,-1 4-97 0,1 4-65 15,0 4-42-15,0 1-28 0,0 3-20 16,-2 0-20-16,1 1-16 0,-2-1-15 0,2 1-10 15,-2-4-8-15,0-1-21 0,-2-4-47 0,0-5-85 16,-1-4-179-16,-1-1-268 0,-1-4-337 0,0-6-413 16,0-6-379-16,0-4 61 0,0-9 853 15</inkml:trace>
  <inkml:trace contextRef="#ctx0" brushRef="#br5" timeOffset="-130574.14">4077 14815 520 0,'-14'-9'1459'16,"-2"5"241"-16,2 4-299 0,-2 0-330 0,2 3-479 16,1-2-289-16,2 2-149 0,2 0-69 0,1 0-35 15,0 0-25-15,5-1-46 0,0 0-88 0,1 0-149 16,2-2-269-16,0 0-295 0,3-2-372 16,0 0-389-16,3 2-39 0,-1-2 654 0</inkml:trace>
  <inkml:trace contextRef="#ctx0" brushRef="#br5" timeOffset="-129210.23">3614 14356 42 0,'2'6'218'0,"-1"-3"100"15,2 2 40-15,0-3-57 0,-1 2-65 0,1-2-58 16,0 0-35-16,-1 0-10 0,-1-1 13 0,1-1 13 15,1 1 18-15,-1-1 38 0,-2 0 80 16,2 0 89-16,-1-1 74 0,-1 1 23 0,0 0 45 16,0 0 48-16,-1 0-27 0,1 0-73 0,-2 0-84 15,0 0-70-15,-1-1-72 0,0-1-75 0,-2 0-48 16,-1 1-29-16,-3 0-18 0,-1-1-10 0,0-1-7 16,-2 2-10-16,-1-3-9 0,-1 3-8 15,1-2-5-15,0 2-6 0,-2-1-5 0,-1 1-5 16,0-1-4-16,2 1-3 0,-2 1-3 0,2 0-2 15,0 0-1-15,1 1-1 0,0 1-1 0,4-1 0 16,-1 1-1-16,1-1-1 0,1 1 0 0,3-1-2 16,0 0-6-16,0 3-10 0,1-4-14 15,-2 1-19-15,4 0-29 0,-4-1-61 0,3-1-69 16,-2 0-87-16,-2-3-140 0,0 3-212 0,0-3-307 16,1-1-247-16,1 1-193 0,-4-2 38 15,4-1 486-15</inkml:trace>
  <inkml:trace contextRef="#ctx0" brushRef="#br5" timeOffset="-128957.74">3223 14329 32 0,'-6'10'485'0,"1"-2"441"15,1 1 268-15,-1-1-21 0,0-2-322 0,0 0-189 16,4 0-138-16,-1-2-103 0,-1 1-83 0,2-5-60 16,-1 2-61-16,2 1-75 0,-2-3-43 0,2 0-30 15,-1 0-13-15,-1-5-10 0,2-2-9 0,-3-1-8 16,3-4-12-16,-3-3-13 0,3-3-8 15,0-4-3-15,0 0-2 0,0-1-2 0,0 0-1 16,0-2 6-16,0 3 3 0,0 1 0 0,1 3 0 16,1 3-1-16,-2 2 0 0,2 2-2 15,-1 5 1-15,1 2-1 0,1 2 0 0,0 4 0 16,3 4-4-16,1 4-18 0,-3 2-71 0,1 5-93 16,-2 3-177-16,2 0-285 0,-2 3-332 0,0 2-386 15,2 0-215-15,-2 1 190 0,2 0 713 0</inkml:trace>
  <inkml:trace contextRef="#ctx0" brushRef="#br5" timeOffset="-128242.7">2039 16284 330 0,'-3'1'677'0,"3"2"267"0,-2 1 94 0,1 0-246 16,-2 2-219-16,-1-2-152 0,1 2-87 0,0 0-45 15,1 2-40-15,2 1-37 0,-2-1-44 0,2 3-34 16,0-3-26-16,2 3-27 0,-2-1-21 0,0 0-23 15,2 2-17-15,-2 0-8 0,0 0-6 0,2 1-2 0,-2 0-4 16,0-1 1-16,0 0-2 0,0-2 1 0,0 2-25 16,0-1-35-16,0-2-36 0,-2 0-94 0,0-5-136 15,-2 2-197-15,-1-4-276 0,2-1-248 0,0-2-201 16,-2-3 99-16,0-1 421 0</inkml:trace>
  <inkml:trace contextRef="#ctx0" brushRef="#br5" timeOffset="-128009.9">1916 16218 135 0,'-2'-9'478'16,"-1"-1"313"-16,0 2 206 0,1 0-117 0,-1 1-220 15,0-1-147-15,0 1-119 0,-2 1-89 0,2-1-72 0,0-1-61 16,1-1-47-16,2 1-49 0,-1 1-33 0,2-3-23 16,-1 2-10-16,2-2-7 0,1 2-2 0,3 1-2 15,-1-1-2-15,0 2 3 0,-1 1-1 0,3-1-3 16,1 1-2-16,-1 4 3 0,0 1 2 0,1 0 0 15,0 4 0-15,-1-2 0 0,2 4-14 0,-3 2-59 16,-1-1-129-16,1 3-164 0,-3-3-294 0,0 2-272 16,-1-2-237-16,-2 1-15 0,0-2 370 0,-2-4 429 15</inkml:trace>
  <inkml:trace contextRef="#ctx0" brushRef="#br5" timeOffset="-118149.48">14873 11931 213 0,'-2'2'493'0,"2"-1"265"0,0-1 185 16,0 1-132-16,0 1-171 0,0-2-123 0,0 0-92 15,0 0-81-15,0 0-76 0,0 0-70 16,0 0-28-16,2 0 17 0,1-3 29 0,0 0 6 16,1-5-12-16,0-3-18 0,4-5-30 15,-2-4-46-15,2-5-44 0,0-4-23 0,3-3-13 16,0-5-7-16,-1-1-3 0,2-3-4 15,-2 0 0-15,0-2-3 0,0 0-2 0,-2 1-3 16,1-1-2-16,-2 0 0 0,-2 0 0 0,0 7 2 16,-1 2 4-16,-2 3 4 0,1 4 3 0,-1 5 4 15,0 3-1-15,-2 5-2 0,1 2-4 16,-1 4-6-16,0 1-3 0,2 0-7 0,-2 4-4 16,1 0-3-16,-1 1-2 0,3 2 1 15,-3 5 0-15,3-2 1 0,-1 2 1 0,-1 3 1 16,1-1 2-16,1 3-1 0,0-1 0 0,-1 4 6 15,1 0 4-15,1 0 3 0,0 6 4 16,-2-3 3-16,2 4 3 0,-1 0-3 0,2 2-1 16,-1 0 0-16,-1 4-1 0,0 0-1 0,0 2-1 15,0 2-1-15,2 1-4 0,-2 3-1 16,0 0-2-16,0 2-3 0,1 2-1 0,0-3-2 16,-2 1-2-16,4-3-1 0,0-3-2 0,-1-2-2 15,3-5 0-15,0-3-1 0,0-4-1 16,1-5-3-16,1-2-11 0,-2-5-22 0,1-4-56 15,-2-3-83-15,-1-3-166 0,-1-3-274 16,0-1-327-16,1-1-397 0,-2 0-317 0,1-1 56 16,-2 2 751-16</inkml:trace>
  <inkml:trace contextRef="#ctx0" brushRef="#br5" timeOffset="-117466.47">15611 11871 203 0,'2'7'577'16,"-2"-1"325"-16,-2-1 189 0,2-3-168 15,-3 3-254-15,1-2-163 0,1-1-56 0,-1 3-28 16,1-3-52-16,-4 2-52 0,2-4-46 16,2 0-52-16,-3 0-64 0,3-3-62 0,-1 0-35 15,2-6-25-15,0-1-15 0,3-4-7 0,1-5-3 16,0-3 3-16,5-7 2 0,-1-2 2 0,2-4 2 15,4-2 3-15,-1-2 2 0,2 0-1 16,0-2-1-16,0 1 0 0,0 0-1 0,2 5-2 16,-4-1-2-16,3 4-5 0,-4 2-2 15,1 5-3-15,-2 2-3 0,-1 4 0 0,-1 7 5 16,0 1 4-16,-1 5 6 0,1 5 5 0,0 3 7 16,-1 6 5-16,-2 4 1 0,2 4-2 15,1 4-2-15,-4 4-2 0,2 5-1 0,-1 4-2 16,-3 3-4-16,2 4-1 0,-1 6-2 0,0 1-3 15,-4 3-4-15,1 0-3 0,1 3-3 16,-1-5-4-16,3-2-3 0,-1-6-2 0,2-3-2 16,-1-4 0-16,6-4-3 0,-4-4-7 0,0-2-15 15,-1-5-28-15,2-3-78 0,-3-4-108 16,-1-1-201-16,0-4-294 0,-3-5-357 0,2-2-411 16,-4-4-175-16,2-2 326 0,-3-1 767 15</inkml:trace>
  <inkml:trace contextRef="#ctx0" brushRef="#br1" timeOffset="-108884.11">13622 11800 178 0,'2'0'350'0,"-2"1"159"16,0-1 6-16,-2 0-65 0,2 2-78 0,0-2-44 15,-1 2-7-15,1-2 11 0,-2 0 14 16,2 0 11-16,0 0-1 0,0 0-22 0,0 0-43 16,-1 0-43-16,1 0-34 0,0 0-14 0,0 0 13 15,0 1 22-15,0-1 7 0,0 0-4 16,0 0-17-16,0 0-32 0,0 0-41 0,1 0-38 15,-1 0-28-15,0 2-15 0,0-2-11 16,0 0-9-16,0 0-8 0,0 0-8 0,0 0-7 16,2 0-6-16,-2 1-5 0,1-1-5 0,-1 0-2 15,0 0-3-15,2 0-1 0,-2 0-1 16,0 0-1-16,2 0 0 0,-2 0 0 0,1 0 0 16,-1 0 0-16,0 0 0 0,3 0 0 15,-3 0-1-15,2 0 2 0,-2 2-1 0,1-2 11 16,4 1 4-16,-2-1 4 0,2 2 0 0,2-1 1 15,-3 2 0-15,2-1-8 0,-1-1-5 16,1 0-2-16,1 1-2 0,-1 0 0 0,2-2 0 16,-2 0 0-16,2 2-1 0,-1 1 1 0,0-3-1 15,1 1 1-15,-1-1-1 0,-1 1-1 0,-1-1 2 16,2 0 0-16,0 0 1 0,-2 0 2 16,0-1 0-16,-1 1 1 0,2-1-1 0,-1 1-1 15,2 0-2-15,-1-3 0 0,-1 1-2 16,1 2 1-16,0 0-1 0,1-2-1 0,-1 0 1 15,0 2-1-15,2-1 0 0,0 0 0 16,-2-1 0-16,3 0 0 0,-2 1 0 0,1 0 0 16,-2 1-1-16,3 0 1 0,0-2 0 0,-3 1-1 15,2-1 0-15,0 2 1 0,1-1 0 16,-1-1 0-16,0 1-1 0,-1-1 1 0,0 0-1 16,1-1 1-16,-1 2 0 0,-1 0 0 0,1-1 1 15,0 1-1-15,1-1 1 0,-1 0-1 16,-1 0 1-16,3 0 0 0,-2 1-1 0,-1 0 1 15,1-3 0-15,0 3-1 0,-1-4 1 0,1 2 0 16,-1 0 0-16,-1 0 1 0,0-2-2 16,2 2 2-16,-2-2-1 0,0 1-1 0,0 0 1 15,-2 0-1-15,2 1 1 0,1-2-1 0,-1 2 0 16,0 0 0-16,-1 0 0 0,3 0 0 16,-1 0 0-16,0 1 0 0,1 0 0 0,-3-1 0 15,3 0 0-15,0-2 0 0,-2 2 1 16,3-1-1-16,-3 1 1 0,3-1-1 0,-2 0 0 15,0 2 0-15,-1-3 1 0,0 1-1 16,2 2 0-16,-3-1 0 0,2-2 0 0,-1 2-1 16,0 0 1-16,0-2 0 0,0 2 0 0,-1-1 0 15,1 1 1-15,-1 1-1 0,1-2 1 16,0 2-1-16,-2-2 0 0,2 1 0 0,0 0 0 16,1-1-1-16,-3 1 1 0,2-1 0 0,0 0 0 15,-2-1 0-15,3 1-1 0,-1 0 1 16,-1-1 0-16,1 1 1 0,-1-1-1 0,0 0 0 15,1 0 0-15,0-1-1 0,1 0 1 0,-3 0-1 16,2 1 0-16,0 0 0 0,-2-1 0 16,2 1 0-16,-2-1 1 0,0 1-1 0,3-1 1 15,-3 2 0-15,-1-2 0 0,1-1-1 16,0 0 1-16,1 0 1 0,1-2-1 0,-4 0 0 16,2 0 0-16,2-2 1 0,-2 2-1 0,0-2 2 15,0 1-1-15,0-2-1 0,1 2 1 0,-1-1 0 16,0 0 0-16,0 0 0 0,2 0 0 15,-4 0 0-15,2 0 0 0,-1-1 0 16,1 2 0-16,0-3 0 0,-1 1-1 0,0 2 1 16,-1-1-1-16,3 2 1 0,-4-1 0 0,1 1-1 15,1-1 1-15,-1 0 1 0,-1 1-1 0,2 0-1 16,1 0 1-16,-2 2-1 0,-1-2 0 16,3-1 0-16,-3 2 0 0,2-1 0 0,1-2 0 15,-1 1 0-15,1-1 0 0,0 1 0 16,-1-3 0-16,1 2 1 0,0-1-1 0,3-1 0 15,-3 2 0-15,-1-1-1 0,1 0 0 0,-1-3 1 16,0 4-1-16,-1-1 1 0,2 0 0 16,-1-1-1-16,0 1 0 0,-1-3 0 0,2 4 0 15,-3-1 1-15,2 2-2 0,-2-2 1 0,4 1 1 16,-4 0-1-16,2 3 1 0,-2 0-1 16,2-1 1-16,-2 1-1 0,0 1 1 0,1 2 0 15,1-3-1-15,-1-1 0 0,-1 1 0 0,4 1-1 16,-3-1-1-16,2-2 1 0,2-3 0 15,-2 3 0-15,2-3 1 0,1 1 0 0,-1-3 1 16,0 2 0-16,0-1 1 0,-1 0 0 16,1-1 1-16,1 2 0 0,-1-1-1 15,-2 1 1-15,0-1-1 0,-1 1 1 0,0 1 0 0,-1-1 0 16,-1 2-1-16,2-1 0 0,0-2 0 16,-2 1-1-16,0-1 1 0,0 1-1 0,1-1 1 15,-1 1 0-15,0 1 0 0,2 0-1 16,-1-1 1-16,-1 2-1 0,0 0 0 0,3 1-2 15,-3-2 2-15,0 1 0 0,0-1-2 16,0 0 1-16,3 0 0 0,-1-3 0 0,-1 2 0 16,3-1 0-16,-3-1-1 0,2 2 1 0,-1-1 1 15,1 1-2-15,1-1 2 0,-1 3-2 0,0-4 1 16,1 2 0-16,-1-1 0 0,1 1 0 16,-1 0-1-16,0 0 1 0,0 0 0 0,1 0 0 15,-1 2 0-15,0-1 0 0,1-1-1 0,-1 1 1 16,2 0 0-16,-1-1-1 0,-1 1 1 15,0 2-1-15,0-2 2 0,0 2-1 0,-1-1 1 16,2 1 0-16,-1-2 0 0,1-2 0 16,-1 2 1-16,0-1 0 0,0 1 0 0,-1-3-1 15,1 6 0-15,2-5 0 0,-1 4 1 0,0-2-1 16,-1 0 0-16,2-2 0 0,-1 1 1 16,1-3-2-16,-2 3 0 0,2-1 1 0,1 0 0 15,-1-2-1-15,-2 3 0 0,2-2 1 0,0 2 1 16,-2 1-1-16,0-3 1 0,0 6-1 15,0-3 2-15,0 1-2 0,-1 0 0 0,-2 2 1 16,3-3-1-16,-1-1 0 0,-1 1 0 16,1 0 0-16,0 0 0 0,-1-1 0 0,3 0-1 0,-3 0 0 15,2 1 0-15,-1 0 0 0,2 2 0 16,-2-1 0-16,-1 2 0 0,3 1 1 0,-3-3 0 16,3 4 0-16,-3 0 0 0,1 0 0 15,-1-1 0-15,3 1 0 0,-3-1 0 0,2 1 0 16,2-2 0-16,-4 0-1 0,2 1 0 0,1-3 0 15,1 1 1-15,-4 0-1 0,4 0 1 16,-2 1-1-16,0-1 1 0,2 1 0 0,-1 0-2 16,0 0 1-16,1 0 0 0,-1-1-1 15,3-1 1-15,0 1 0 0,0-2 1 0,-1 1 0 16,2-1 0-16,-1 1 0 0,0 1 0 16,0 1 1-16,-1 1 0 0,1 0 0 0,0-1 1 15,-1 1-1-15,-1-3 0 0,2 4 1 0,-2 0 0 16,-1 1-2-16,1-2 1 0,-1 4-1 15,-2-1 2-15,3 1-1 0,-2 0-1 0,0-1 1 16,1-1 0-16,0 0-1 0,-2 4 0 16,4-4 2-16,-1 0-1 0,0 1-1 0,1-1 1 0,0-1-1 15,3 0 1-15,1-2-1 0,0 0 0 16,1 0 1-16,0-2 1 0,-2 3-1 0,5-3 0 16,-4 0-1-16,1 2 1 0,0 0 0 15,-1 2-6-15,-2 0-2 0,-1 0-1 0,1 3-2 16,-3-1 0-16,-2 2 0 0,2 1 4 0,-2-2 3 15,2 3 1-15,-2-1 2 0,0-1-1 16,0 2 1-16,1-1 0 0,-3 0 0 0,4 2 0 16,-2-1 0-16,2 0 0 0,2 1 0 15,0-3 5-15,1 1 3 0,0 1-4 0,3-2 4 16,-2 1 0-16,-1-1 1 0,2 3-4 16,-4-2-3-16,4 2 4 0,-2-1-2 0,2 1-3 15,-2 0 0-15,2 0-1 0,-1 0 0 0,1 1 0 16,0-1-1-16,-4 2 1 0,3 0-1 15,-1-1 1-15,0 2 0 0,0 0 1 0,-2 0 0 16,2 1 0-16,-3 1 0 0,1 0-1 0,0 1 1 16,-1 1-1-16,-2-1 0 0,2 2-1 15,-2-1 1-15,2 2 0 0,-2 0 0 0,-1 2 0 16,4-1 0-16,-3 0-1 0,0 3 0 0,1-2 0 16,-3 2 1-16,4-1-2 0,-2 0 2 15,2 0-1-15,-2 1-1 0,3 0 2 0,-1 0-1 16,1 0 0-16,-1-1 0 0,0 1 0 15,1 1 1-15,-1-2 0 0,1 1 1 0,-1 1 0 16,0 0 0-16,0-1 0 0,1 1-1 0,-2-1 1 16,1 2-1-16,0 0 1 0,2-2 0 0,-3 3 0 15,2-1 0-15,-1-2 0 0,0 2-1 16,-2 0 1-16,4-1-1 0,-4-1 2 0,3 2-2 16,-2-1 1-16,1 0-1 0,0-1 1 15,0 2-1-15,0 0 0 0,-2-2 1 0,5 0-1 16,-5 4 1-16,0-4 0 0,0 1 1 0,0 1-1 15,1 0 1-15,-3 0-1 0,1 1 0 16,-1-2 0-16,-1 3-1 0,2-3 0 0,-2 3 0 16,0-4 0-16,0 3 0 0,2-1-1 0,-1-2 1 15,-1 0 1-15,3 0-1 0,-1 0 0 0,-1-1 0 16,-1 0 0-16,2-1 0 0,-1-1 0 16,1 1 0-16,1 0-1 0,-1 1 1 15,-1-3 0-15,1 2-1 0,1 0 1 0,-1 1 0 16,1-3 1-16,-1 4 0 0,2-1 1 0,-2 2 1 15,1-3 1-15,0 1-1 0,0 1 3 16,0 0-1-16,-1 1 0 0,1-2 0 0,1-1-1 16,-3 1-1-16,2 1 0 0,2-2-1 0,-4 2 0 15,2-1 0-15,-1 0 0 0,1-2-1 16,0 0 0-16,-1 3 0 0,1-2 1 0,-1-1 1 16,0 0 1-16,-1 2 3 0,2 0 2 15,-1 0 1-15,-2 1 0 0,4 0-1 0,-4-1-2 16,3 1-2-16,-3-1-2 0,2 0 0 0,1 1-2 15,-1-1 0-15,0-2 0 0,-1 2-1 16,1-2 1-16,-1 1 0 0,3-2 0 0,-3 2 0 16,-1 1 0-16,3-2-1 0,-1 0 1 15,-2 2 1-15,3-1-1 0,-2 1 3 0,1 0 1 0,-1-2 2 16,1 2-1-16,0-1 2 0,-1-1-1 16,3 0-3-16,-4 2-1 0,3-4-2 0,0 2 0 15,-1-2-1-15,1 1 0 0,0-1-1 16,1-1 1-16,0 2 0 0,-1 0 0 0,0 0 0 15,0 1 0-15,-1 0 0 0,1-1 0 16,-1 1 0-16,1-1 0 0,-2 2 2 0,1-2 2 16,1 4 2-16,-3-1 2 0,5 0 1 0,-4 0 1 15,-1 1-1-15,3 0-1 0,-3-2-2 16,2 3 0-16,0-2-2 0,-1 0-1 0,-1 0 0 16,3 0-1-16,-3-3 0 0,2 3 0 15,0-1 0-15,-1 1-1 0,1-2 0 0,-1 2 1 16,-1-1-1-16,2 0 0 0,0 2-1 0,-1-3 0 15,2 2 0-15,-1-2 0 0,-2 1 0 16,1-1 0-16,1-1 0 0,-1 3 0 0,-1-5 0 16,2 2 0-16,0 0 0 0,-1-2 0 15,1 1 0-15,-1-1 0 0,1 3 0 0,1-4 0 16,-3 2 0-16,4 0 0 0,-1-1 0 0,-2 2 0 16,4 0 0-16,-4-1 0 0,2 0 0 0,-1-1 0 15,1 4 0-15,0-4 0 0,-1 0 0 16,1 1 0-16,1-1 0 0,-1 0 0 0,0 1 0 15,3 0 0-15,-3-1 0 0,4 0 0 16,-4 2 0-16,2-2 0 0,-1 2 0 0,4-2 0 16,-3 2 0-16,1 2 0 0,-1-2 0 0,3 1 0 15,0-1 0-15,-4 2 0 0,4-1 0 16,-1 0 0-16,0-2 0 0,1 1 0 0,-3 0 0 16,3 0 0-16,-1-1 0 0,0 1 0 15,0-2 0-15,-1 1 0 0,1 0 0 0,0-1 0 16,-1 0 0-16,1 1 0 0,-1-1 0 0,1 1 0 15,0-1 0-15,-2 1 0 0,3-1 0 16,-1-1 0-16,-3 2 0 0,5-2 0 0,-4-1 0 16,2 3 0-16,-1-2 0 0,2 0 0 0,-2 0 0 15,1 1 0-15,-3-1 0 0,3 0 0 16,0-2 0-16,-2 0 0 0,2 1 0 0,-3-1 0 16,1 1 0-16,-2-1 0 0,2 0 0 0,1 1 0 15,-3 0 0-15,2 1 0 0,0 0 0 16,0-2 0-16,-2 3 0 0,3-1 0 0,-3 2 0 15,2 0 0-15,-2-1 0 0,0 2 0 16,2 0 0-16,-1 0 0 0,0 0 0 0,2 1 0 16,-3 0 0-16,2-1 0 0,0 0 0 0,2 0 0 15,-4-1 0-15,3 0 0 0,-2 0 0 0,0-3 0 16,1 1 0-16,-1-1 0 0,1-1 0 16,-2 2 0-16,3-2 0 0,-3-1 0 0,2 0 0 15,0 0 0-15,-2-1 0 0,2-1 0 16,0-1 0-16,1 1 0 0,-1 1 0 0,0-2 0 15,-1 0 0-15,1 2 0 0,0-2 0 0,3 0 0 16,-4 1 0-16,1 0 0 0,0 1 0 0,2-1 0 16,-3 2 0-16,2-2 0 0,-3 2 0 15,2 2 0-15,0-2 0 0,0 2 0 0,-2-2 0 16,5 1 0-16,-5 1 0 0,0 0 0 16,2-2 0-16,-2 0 0 0,0 2 0 0,2-2 0 15,-2 0 0-15,3 2 0 0,-3-4 0 0,2 1 0 16,-1 0 0-16,-1-1 0 0,2-1 0 15,-1 0 0-15,2 0 0 0,-3-1 0 0,2 1 0 16,0-2 0-16,0 2 0 0,-2 0 0 16,2-2 0-16,3 1 0 0,-4-1 0 0,1 1 0 15,2-1 0-15,-1-1 0 0,2 2 0 0,0-1 0 16,-2 1 0-16,2-1 0 0,1 0 0 16,-2 2 0-16,1-3 0 0,0 3 0 0,-1 0 0 15,1 0 0-15,0 0 0 0,0 3 0 16,3-3 0-16,-3 0 0 0,2 2 0 0,0 0 0 15,-1-1 0-15,0 2 0 0,0-1 0 0,1 1 0 16,-2 1 0-16,0 1 0 0,1 1 0 16,-1-2 0-16,0 2 0 0,0 0 0 0,1 0 0 15,-1 0 0-15,1 0 0 0,-2-2 0 0,-1 1 0 16,1-1 0-16,-1-4 0 0,1 4 0 16,-1-4 0-16,-2 0 0 0,1 0 0 0,0 0 0 15,0 0 0-15,-2-2 0 0,0 0 0 0,2 2 0 16,-2 0 0-16,-2 0 0 0,1-3 0 15,-2 3 0-15,2 0 0 0,-1 0-72 0,-1 0-91 16,0 0-107-16,2-1-194 0,0 1-294 16,-2-1-361-16,3 0-415 0,-2-4-171 0,3 3 314 15,-3-2 775-15</inkml:trace>
  <inkml:trace contextRef="#ctx0" brushRef="#br1" timeOffset="-91563.91">21066 8091 241 0,'2'-6'440'0,"-1"1"187"0,1 1 67 15,-2 0-129-15,2 0-83 0,-2 2-40 0,0-3-22 16,1 5-25-16,-1-2-36 0,0 2-57 0,2 0-60 15,-2 0-63-15,0 0-35 0,0 2 9 16,1 0 42-16,-1 4 36 0,5-1 11 0,-5 3 0 16,1 1-17-16,-1 0-41 0,0 1-51 0,0 4-40 15,-1-2-20-15,1 6-15 0,-5 0-7 16,4 0-6-16,-2 3-3 0,-1 1-4 0,1 1-5 16,-2 2-3-16,4-1 0 0,-4 3-2 0,2 0-2 15,-3 2-2-15,1-1 0 0,0 3 0 16,2-2-1-16,0 2-1 0,-1 1-1 0,1 1 1 15,0 2-2-15,0-1 0 0,0-1-2 16,2 3-1-16,-3-2 0 0,1 1-3 0,1-1-1 16,-1 2-2-16,2-4-2 0,-3 1 0 0,1-1-2 15,2 1 0-15,-4-2-1 0,2 1 2 0,1 1 1 16,-1-2 0-16,2 1 0 0,-3-1 1 16,3 1-1-16,-1-2-1 0,1 1-2 15,-1-2 0-15,0 1-2 0,2-2 0 0,0 1-1 16,0-2-1-16,0 0 0 0,0-1 0 0,0-2 0 15,4 1-1-15,-4-1-1 0,1-2 1 0,1-1-1 16,-1 2 1-16,1-1-1 0,0-1 1 16,-2 1-1-16,1 1 1 0,-1 1 0 0,0-1 0 15,0 1 0-15,0-2 0 0,0 4 0 16,0-2 0-16,0 1 1 0,0 2 0 0,0-1 1 16,-1-1 1-16,1 1 1 0,0-1-1 0,0 0 0 15,0 1 0-15,0-2-1 0,0 0 0 16,0 2 0-16,1-2 0 0,-1 0-1 0,0 0 0 15,2 0 0-15,-2-1 0 0,1 2 0 16,-1 0-1-16,2-2 0 0,-2 2 0 0,2 0 0 16,-1-2 0-16,4 1-1 0,-4-1 1 0,2 1-1 15,-1 0 0-15,1-2 1 0,0 1-1 0,1-1-1 16,-3 1 1-16,3-2 0 0,-3 0 1 16,2-1 1-16,2 2 0 0,-4-1 1 0,1-1 2 15,-2 1 0-15,1 1-4 0,-1-1-1 16,0 0 0-16,-1-1 0 0,1 3 0 0,-2-3 0 15,2 1 0-15,0 0 0 0,0 0 0 0,0-2 0 16,2 2 0-16,-2 0 0 0,1 0 0 16,-1 0 0-16,0 1 0 0,2-1 0 0,0 1 0 15,-2-1 0-15,0 0 0 0,1-2 0 16,-1 2 0-16,0-2 0 0,0 1 0 0,0-1 0 16,0 1 0-16,-1 0 0 0,1-1 0 0,0 1 0 15,-2-1 0-15,0 1 0 0,2 1 0 16,0 0 0-16,-1 1 0 0,1-1 0 0,-2 3 0 15,2-1 0-15,0 2 0 0,-1-1 0 16,1-2 0-16,0 3 0 0,1-3 0 0,-1 1 0 16,0 1 0-16,2-3 0 0,-2 1 0 0,1 2 0 15,-1-1 0-15,0 1 0 0,0 2 0 0,-1-1 0 16,1-1 0-16,-2 3 0 0,2-1 0 16,0 0 0-16,-1 2 0 0,1-1 0 0,0-1 0 15,0 0 0-15,1 2 0 0,-1-1 0 16,0 2 0-16,2-2 0 0,-1 2 0 0,1-1 0 15,0 0 0-15,-2-1 0 0,1 0 0 0,1 0 0 16,-1-1 0-16,1-1 0 0,-2-3 0 16,3 3 0-16,-3-4 0 0,2 0 0 0,0-1 0 15,-2 0 0-15,0 0 0 0,1-1 0 16,-1 1 0-16,0 1 0 0,2-2 0 0,-2 4 0 16,1 1 0-16,-1 0 0 0,0 3 0 0,0 0 0 15,0 3 0-15,0-1 0 0,2 2 0 16,-2-3 0-16,3 2 0 0,-2 2 0 0,1-3 0 15,-1-1 0-15,3 0 0 0,-3-1 0 16,3-2 0-16,-3 0 0 0,1 0 0 0,-1-2 0 16,3 1 0-16,-3-2 0 0,-1 3 0 0,2-2 0 15,-1 1 0-15,-1 4 0 0,0-2 0 0,2 4 0 16,-2-3 0-16,0 4 0 0,0 1 0 16,0 1 0-16,0-1 0 0,0-3 0 0,0 1 0 15,0 1 0-15,0-3 0 0,0-1 0 16,0-1 0-16,0-1 0 0,0 1 0 0,0-2 0 15,0-2 0-15,0 5 0 0,0-4 0 0,0 1 0 16,0 1 0-16,0 1 0 0,0 1 0 0,0 0 0 16,0 0 0-16,0 0 0 0,0-2 0 15,0-1 0-15,0 2 0 0,-2-5 0 0,2 3 0 16,0-2 0-16,-1-1 0 0,1-2 0 16,-2 0 0-16,2-1 0 0,0-2 0 0,-1 1 0 15,1 0 0-15,0 0 0 0,-2 3 0 0,2 1 0 16,-2 3 0-16,1 0 0 0,-1 2 0 0,2-1 0 15,0 0 0-15,0 2 0 0,0-1 0 16,-1 2 0-16,1-1 0 0,0 0 0 0,-4 0 0 16,4 0 0-16,-1-1 0 0,-3 2 0 15,1-1 0-15,2-2 0 0,-5 5 0 0,-1-2 0 16,2 0 0-16,-1-1 0 0,0 2 0 0,-3-3 0 16,0 3 0-16,0-2 0 0,-2 1 0 15,1 0 0-15,-1-2 0 0,0 1 0 0,2 1 0 16,-1-1 0-16,1 0 0 0,-1-2 0 15,4 2 0-15,-1-4 0 0,-2 1 0 0,5-2 0 16,0-2 0-16,1-1 0 0,0-1 0 0,1 0 0 16,1-2 0-16,1 0 0 0,0-2 0 15,0-1 0-15,0 0 0 0,1 0 0 0,-1 2 0 16,0-2 0-16,0 3 0 0,0 1 0 16,0-1 0-16,0 4 0 0,-1 0 0 0,-1 2 0 15,0-1 0-15,-1 3 0 0,2 0 0 0,1-1 0 16,-5 2 0-16,2-3 0 0,2 0 0 15,-1 0 0-15,-1-2 0 0,1-1 0 0,0-1 0 16,-1 1 0-16,2 0 0 0,-3-3 0 0,1 1 0 16,2 0 0-16,-4 0 0 0,4 0 0 15,-2 1 0-15,1 3 0 0,0-4 0 0,-1 1 0 16,1 1 0-16,-1 2 0 0,2-2 0 0,-1 2 0 16,0-2 0-16,1 1 0 0,-1-1 0 15,1 1 0-15,1-3 0 0,-2 2 0 0,2-1 0 16,-3-4 0-16,3 3 0 0,0-1 0 0,0-3 0 15,0 2 0-15,3-2 0 0,-3 2 0 0,0-1 0 16,0 1 0-16,0-2 0 0,0 2 0 0,0 0 0 16,0 0 0-16,0 2 0 0,0 1 0 15,2 0 0-15,-2 1 0 0,0 1 0 0,1 1 0 16,-1 1 0-16,2 0 0 0,-1 0 0 0,-1-2 0 16,2 3 0-16,0-3 0 0,-1 3 0 0,-1-4 0 15,2-1 0-15,-1-3 0 0,-1 3 0 0,0-2 0 16,2-2 0-16,-2 0 0 0,0-1 0 0,2 2 0 15,-1-2 0-15,-1 1 0 0,0-1 0 16,0 0 0-16,2 1 0 0,0 0 0 0,-2 1 0 16,0-2 0-16,0 2 0 0,0-1 0 0,0 0 0 15,0-3 0-15,0 3 0 0,0-2 0 0,0 0 0 16,0 1 0-16,0 0 0 0,-2-2 0 0,0 3 0 16,2-1 0-16,0 0 0 0,0 5 0 15,-1-4 0-15,-1 3 0 0,2 1 0 0,0 0 0 16,0 2 0-16,0-4 0 0,0 1 0 0,-2 2 0 15,2-4 0-15,0 1 0 0,0-1 0 0,-1 0 0 16,-1-1 0-16,1-3 0 0,-1 2 0 16,0-1 0-16,1-2 0 0,-1-1 0 0,1 2 0 15,-4-2 0-15,4 2 0 0,-1-4 0 0,1 2 0 16,1 1 0-16,-2-1 0 0,2 1 0 16,2 0 0-16,-2 2 0 0,1 0 0 0,2 0 0 15,2 1 0-15,-4 2 0 0,4 0 0 0,-2 1 0 16,0 0 0-16,2 2 0 0,-1-2 0 0,-1 1 0 15,1-1 0-15,-1 1 0 0,-1-3 0 16,-1 2 0-16,1-1 0 0,0-2 0 0,-2 1 0 16,0-1 0-16,0 2 0 0,0-1 0 0,0 1 0 15,0 1 0-15,0-1 0 0,1 1 0 0,-1 0 0 16,2 0 0-16,-1 1 0 0,1-3 0 0,-2 2 0 16,3 0 0-16,-1 0 0 0,0-2 0 15,-1 3 0-15,2-3 0 0,-1 1 0 0,1 0 0 16,-2-2 0-16,2 0 0 0,-1-1 0 0,0 0 0 15,-1-2 0-15,-1 0 0 0,2 0 0 0,0-1 0 16,-1 0 0-16,-1 0 0 0,2-2 0 0,-1 1 0 16,1 0 0-16,0-3 0 0,-2 4 0 15,1-2 0-15,-1 0 0 0,3-1 0 0,-3 2 0 16,0 1 0-16,2-1 0 0,1 0 0 0,-3 3 0 16,0-2 0-16,1 3 0 0,-1-2 0 0,0 2 0 15,2 0 0-15,-1 0 0 0,-1 1 0 0,0-3 0 16,0 2 0-16,-1-2 0 0,-1 1 0 0,2-3 0 15,0 3 0-15,0-2 0 0,0 1 0 16,0-3 0-16,0 0 0 0,0 1 0 0,0-1 0 16,0-1 0-16,0 2 0 0,0-2 0 0,0-2 0 15,0 1 0-15,0 1 0 0,0-1 0 0,0-3 0 16,0 2 0-16,0-2 0 0,0 2 0 0,0-2 0 16,0 1 0-16,0-1 0 0,0 1 0 0,0-2 0 15,3 3 0-15,-3-4-32 0,-1-4-205 0,-1 1-182 16,2-3-283-16,-1-1-349 0,-4-4-418 0,-3-4-297 15,-1 0 168-15,-7-4 841 0</inkml:trace>
  <inkml:trace contextRef="#ctx0" brushRef="#br1" timeOffset="-88758.63">27242 6786 205 0,'1'-7'526'16,"2"1"311"-16,-3 2 200 0,0-2-165 0,0 2-203 16,0-2-143-16,0 3-72 0,0-2-16 15,0 2-30-15,0 0-54 0,0 2-44 0,0-1-42 16,0 1-50-16,0 1-64 0,0 0-49 16,0 0-29-16,0 0-19 0,0 1-14 0,0 1-6 15,0 2-2-15,2 4 1 0,0 3-1 0,-1 7 1 16,-1 6 4-16,0 4 0 0,0 4-3 15,-1 8-2-15,-1 6 0 0,-3 4-3 0,-1 7-4 16,0 3-5-16,-1 6-5 0,-1 1-4 16,-2 3-2-16,2 3-1 0,-4-2-1 0,3 0 1 15,0-1 1-15,-1 0 0 0,2-4-2 0,-1-2-2 16,2-2-2-16,3-6-3 0,0-3-1 0,3-6-2 16,-1-6-1-16,4-4 0 0,-2-5-2 15,1-4 0-15,3-6 0 0,-3-3 0 16,1-4-1-16,-1-5-2 0,-1-1-7 0,-1-6-12 15,-1-3-17-15,1-3-24 0,-4-6-55 0,-2 0-76 16,0-5-116-16,0-3-187 0,-1 0-295 0,2-3-344 16,-2-3-304-16,0 0-140 0,2-4 348 15,-1-2 673-15</inkml:trace>
  <inkml:trace contextRef="#ctx0" brushRef="#br1" timeOffset="-88199.54">27180 6675 338 0,'-3'-2'681'0,"2"-1"320"0,1-1 134 16,-3-2-287-16,3-1-228 0,0-3-113 0,0 1-36 16,3-4-57-16,-3 1-67 0,1-2-57 0,2-1-40 15,0-4-57-15,0 0-65 0,1 0-43 0,0-1-22 16,1-2-12-16,3 1-9 0,0 2-5 16,1-3-8-16,0 5-3 0,0-1-4 0,0 1-3 15,-1 3 1-15,2 0 0 0,1 2 1 16,-3 1 1-16,-2 4 2 0,3 1 3 0,-1 4 2 15,0 4 2-15,-1 2 2 0,-1 5 1 0,2 6-3 16,-3 3-4-16,-1 5-5 0,0 2-5 16,-3 4-5-16,2 1-5 0,-1 0-2 0,0 3-4 15,-2-2-3-15,1-1-2 0,-1 0-2 16,3-1-1-16,-1-2-6 0,-1-2-16 0,-1 1-39 16,-1-4-84-16,1-1-164 0,-5-2-264 0,4-1-330 15,-4-1-407-15,0-3-416 0,-1-4 22 16,1-1 805-16</inkml:trace>
  <inkml:trace contextRef="#ctx0" brushRef="#br1" timeOffset="-86558.79">26991 8147 148 0,'-8'0'417'0,"0"0"233"15,0 0 190-15,0 0-107 0,2 0-166 0,2 0-90 16,0 0-52-16,0 0-52 0,3 0-68 15,-1 0-59-15,1 0-64 0,1 2-51 0,0-2-41 16,0 0-34-16,-2 2-19 0,4-2 3 0,-2 0 26 16,3 3 33-16,0 0 20 0,2 0 35 15,0 0 16-15,3 2 12 0,-1-3-19 0,1 3-28 16,0 1-20-16,5-2-20 0,-4 2-13 0,4-1-24 16,3 0-14-16,0 0-5 0,1-2-6 15,3 1-6-15,0 0-3 0,2-2-3 0,1 1 0 16,1-1-3-16,2 0-1 0,-1 2-5 15,2-2-6-15,-1 1-2 0,3 0-4 0,-2 0-1 16,1 1 1-16,-1 1-1 0,0-1 1 0,2 0 1 16,-1 3 1-16,-1-1 1 0,1-1-2 0,1 1 1 15,-3 0-1-15,1 0 0 0,-1 1 0 16,-1-1 0-16,2 0 1 0,0 0 0 16,-2 0-1-16,0 0 2 0,-1-2 0 0,0 1 5 15,0-1 3-15,1 1 1 0,-6-1 1 0,3 0 1 16,-2 1-1-16,-2-1-4 0,-1-2-4 0,2 2-1 15,-5-2-1-15,4 0-3 0,-5 1 1 16,-1-2-1-16,4 1 2 0,-3-2-2 0,1 0 0 16,0 0 1-16,0 0 0 0,-1 0 0 15,3-2 0-15,-4 1-1 0,1-2 1 0,0 3-1 16,0-2 0-16,-1 0 0 0,-1 2 0 0,-1-3 0 16,0 3-1-16,0 0 1 0,-2 0-2 15,1 0 1-15,-1 3 1 0,0-3 0 0,2 2 0 16,-1 0 1-16,1-2 0 0,-2 4 0 15,3-2-1-15,-2-1 0 0,3 1 11 0,0-2 5 16,1 0 4-16,2 0 1 0,0 0 1 0,2-2 0 16,1 1-8-16,0-1-5 0,4 1-3 0,-2-2-2 15,3 3 0-15,2 0-1 0,4-2-3 16,-2 2 1-16,3 0 0 0,-1 0-1 0,2 0 0 16,4 0 1-16,-1 0-1 0,1 0 0 15,0-2 0-15,2 2 0 0,-3 0 0 16,4 0 0-16,-2 0 0 0,1 0 0 0,-1 0-2 0,-1 0 1 15,-1 2 1-15,0 0 0 0,-2 2 0 16,1 1 0-16,-2-1 1 0,1 1 1 0,-2 1 0 16,2-2-1-16,-1 2 2 0,1 0-1 15,0 0-1-15,1-2 0 0,-2 2 0 0,3 0 0 16,-3-1 0-16,3 1 0 0,-3-4 0 0,1 4-1 16,-2-3 1-16,0 1 0 0,0 1-1 15,-2 0 0-15,2-1 0 0,-1 0-1 0,-2 2 0 16,3-1 1-16,-5 1 0 0,4-2 0 0,-2 2 0 15,1-2 1-15,-1 2 1 0,0-1-1 0,3 1 1 16,-4-1 0-16,4-1 1 0,-1 0-1 0,1-2 0 16,0 3 0-16,0-2 1 0,2 0-2 0,-2-1 1 15,1 2-1-15,-1-1 0 0,0 0 1 16,-2 0-1-16,2 1 2 0,-3-1-1 0,-1 0 0 16,0 0 0-16,-1 0-1 0,-4 1 1 0,1-3-1 15,0 1 0-15,-6 0-1 0,1 1 1 0,-3-1 0 16,0-2-1-16,-2 0 0 0,-3 3 1 15,-3-3 1-15,-1 1 7 0,0-1 5 0,-4 0 4 16,1-1 0-16,-2-2 1 0,0 3-2 0,-2-2-6 16,1-1-5-16,-1 1-3 0,1 1-1 15,-3 0-2-15,3 0 0 0,1-2-2 0,-4 2 1 16,3 0-2-16,-1-1 1 0,1 0-2 0,-2 1-2 16,1 1-7-16,2 0-11 0,-1-1-22 0,-2-1-41 15,-1 2-75-15,-1-2-83 0,1 1-146 16,-3 0-224-16,0-1-316 0,0 1-306 0,1-1-191 15,-1 2 5-15,-2-1 519 0</inkml:trace>
  <inkml:trace contextRef="#ctx0" brushRef="#br1" timeOffset="-86198.86">30613 8468 17 0,'0'-6'346'0,"1"-1"279"15,-1 1 248-15,0 1 64 0,0 2-247 0,0-1-170 16,0 1-112-16,0 0-74 0,2 0-62 0,0 1-45 15,-1 1-40-15,2 1-4 0,2 0 21 16,3 1 20-16,-3 1 10 0,3 1-2 0,-2 0-16 16,3 1-30-16,-1 1-46 0,0 1-40 0,5-1-26 15,-4 1-20-15,4 2-10 0,-1-1-12 16,1 1-7-16,0 2-2 0,0-2-8 0,-1 3-2 16,2-1-5-16,-2 0-1 0,2-1-1 0,-3 1-1 15,-3 1-1-15,3-2 0 0,-5 0 2 0,0-1 4 16,-2 3 1-16,-3-3 4 0,-1 1-1 0,-1 0 0 15,-6 1 0-15,-2 1-2 0,-4-1-4 16,-1 1-4-16,-3-2-1 0,-5 4 0 0,1-2-3 16,-4 1-2-16,-2 0 0 0,-2-2-1 0,3 0-1 15,-1 1 0-15,3 0-6 0,-2-2-13 0,3-1-42 16,1 0-66-16,2 0-67 0,3-2-126 16,3 0-197-16,-2-1-308 0,7-2-289 0,2 2-219 15,0 0-100-15,3-2 378 0,3 2 584 0</inkml:trace>
  <inkml:trace contextRef="#ctx0" brushRef="#br1" timeOffset="-85232.21">30877 8976 84 0,'4'-2'356'0,"1"-5"209"15,2 1 175-15,-2 1-41 0,4-1-131 0,-1 2-72 16,0-2-46-16,3 1-34 0,0-1-42 0,2 2-56 15,-1-1-65-15,1 1-48 0,2 1-4 0,0 0 13 16,-1 1 11-16,2 2 6 0,-3 0-7 0,2 2-21 16,-3 1-35-16,0 2-39 0,-2 1-31 15,-4 1-22-15,-1 3-15 0,-4 0-6 0,1 5-8 16,-4-1-6-16,-2 1-3 0,-3 3-3 0,-3-1-2 16,0 2-2-16,-3 1-1 0,0-1 0 0,-3 2-1 15,-1 0 0-15,1 0-3 0,-3 2-1 0,3-1-2 16,-2 2-2-16,1 0-2 0,0-1-4 15,4-1-2-15,0 1-5 0,1-3-2 0,4-1-3 16,1 0 0-16,2-2-3 0,2-1 0 0,3-1 0 16,1-1 0-16,3-3-1 0,0-1 0 0,5 0 0 15,1-4-1-15,1 0 0 0,7-3 1 16,-1-1 0-16,2-4 1 0,1-1 0 0,6-1-1 16,-2-1-1-16,3-3-3 0,-1 0-6 0,1 1-10 15,2-4-11-15,-3 3-19 0,3-3-26 0,-2 1-41 16,-2 0-56-16,2-1-52 0,-2-1-43 15,2 2-38-15,-3-1-19 0,-1 0 19 0,-2-1 60 16,0 2 58-16,-4 0 43 0,2 1 37 0,-2 0 39 16,-2 3 34-16,-4 0 22 0,0 1 31 15,-2 2 29-15,-2 2 24 0,-1 1 19 0,-2 2 18 0,0 5 26 16,-3 2 29-16,1 3 37 0,0 1 37 16,-2 3 10-16,-2 4-10 0,2 0-25 0,-2 2-38 15,2 1-47-15,0 1-39 0,4 1-28 0,-1-1-17 16,2-3-12-16,3-1-10 0,2-2-5 15,3-5-7-15,3-1-1 0,-2-4-3 0,3-4-1 16,1-2 1-16,1-5 0 0,0-2 3 0,-2-6 4 16,4-1 1-16,-4-2 0 0,4-3 2 15,-4-2 0-15,1-4-5 0,-3 2-2 0,1-3 0 0,-2 0-1 16,-3-2-3-16,-1 1 0 0,-2-1 0 0,-2 1-1 16,-4 0-2-16,-2-1 1 0,-2 2 1 15,-4 2-1-15,-3 0-1 0,-1 3 0 0,-6 3 0 16,-1 4 0-16,-2 3 0 0,-4 3 0 0,-4 4-1 15,2 2 0-15,-1 5-3 0,-1-1 1 0,0 4-1 16,2 1 0-16,2 1 1 0,1 1-7 0,3 0-26 16,3 0-63-16,1 0-70 0,4-3-113 15,2-2-193-15,5 0-312 0,-2-2-322 0,4 0-253 16,1-1-128-16,1 0 320 0,0-3 631 0</inkml:trace>
  <inkml:trace contextRef="#ctx0" brushRef="#br1" timeOffset="-85013.3">31522 9187 142 0,'3'5'709'0,"-2"-1"420"15,3 1 91-15,-1 1-128 0,2 0-426 0,1 0-279 16,3 1-136-16,3 0-53 0,2 0-31 0,5-1-27 16,-2-1-23-16,2 0-19 0,2 0-30 15,1-3-30-15,-3 2-17 0,1-2-9 0,-2 3-4 16,1-5-8-16,-4 2-21 0,1 2-43 0,-4-2-46 15,-2-1-118-15,0 1-195 0,-3 0-296 0,-3-1-279 16,2 0-229-16,-4 1-82 0,-1 0 373 0,-1-2 524 16</inkml:trace>
  <inkml:trace contextRef="#ctx0" brushRef="#br1" timeOffset="-84014.05">26312 6010 475 0,'5'-4'969'0,"-4"-1"275"0,-1 2-28 0,0 0-275 16,2 1-257-16,-2 1-191 0,1 1-120 16,-1 0-78-16,0 0-58 0,2 1-65 0,-2 3-57 15,2 0-35-15,-2 5-19 0,0 2-8 0,0 2-4 16,0 2-4-16,0 3-11 0,0 0-7 0,0 1-9 16,0 1-4-16,0 1-6 0,-2-1-4 15,0-1-2-15,-1 2-2 0,-1-3-1 16,-1 1-5-16,0 0-18 0,-1 0-66 0,-2-4-77 15,-4 0-158-15,0-2-277 0,-2 0-327 0,1 0-382 16,1-2-263-16,-1-4 38 0,0-2 690 0</inkml:trace>
  <inkml:trace contextRef="#ctx0" brushRef="#br1" timeOffset="-83762.62">26111 5829 35 0,'-5'-3'590'16,"1"3"501"-16,-4-2 182 0,3 2-123 0,2 2-349 15,2 0-356-15,1 0-160 0,4 3-68 0,1 1-29 16,7 1 6-16,0 1-5 0,5 1-20 16,2 1-22-16,3-1-27 0,5 0-24 0,1 1-30 15,2-3-16-15,0 0-11 0,2 1-18 16,0-2-12-16,-1-1-5 0,-1 1-3 0,-1-1-3 15,-2 0 0-15,-3-1-4 0,-2 1-23 0,-3-2-69 16,-7 1-70-16,-4 0-148 0,-3 3-255 0,-5-1-315 16,-5 1-329-16,-4 1-203 0,-4 2 18 15,-4 1 576-15</inkml:trace>
  <inkml:trace contextRef="#ctx0" brushRef="#br1" timeOffset="-83547.38">25866 6484 356 0,'3'13'720'0,"1"-3"297"0,2-4 97 0,6-2-242 16,5 1-330-16,3-5-175 0,5-2-89 0,4-2-81 16,4-2-71-16,3-1-48 0,6-2-31 15,-2-1-21-15,3 1-11 0,0 0-13 16,-2 0-36-16,-5 2-115 0,-1 2-224 0,-5 2-282 15,-5 2-268-15,-5 1-251 0,-2 3-68 0,-6 1 375 16</inkml:trace>
  <inkml:trace contextRef="#ctx0" brushRef="#br2" timeOffset="-76800.08">21721 9743 114 0,'3'1'882'0,"1"0"691"0,0 1 21 16,-4 0-296-16,1-2-429 0,-1 1-351 16,0-1-210-16,0 0-122 0,0 0-65 0,0 0-41 15,2 0-29-15,-1 0-20 0,-1-1-15 0,0 1-8 16,0 0-7-16,0-2-3 0,0 2-2 16,2-2-2-16,0 2-16 0,1-1-40 0,0 0-76 15,-1 1-95-15,1-2-166 0,-2 2-300 16,-1 0-332-16,2 2-331 0,1-1-169 0,0 0 196 15,-1 3 641-15</inkml:trace>
  <inkml:trace contextRef="#ctx0" brushRef="#br2" timeOffset="-76381.57">22326 9726 91 0,'-1'-2'661'0,"-1"2"446"0,0-3 121 0,-1 1-127 16,2 0-388-16,-4 0-348 0,4 0-176 15,-3 1-87-15,4 0-48 0,-1-1-25 0,1 2-17 16,1-2-45-16,1 1-109 0,0-2-168 0,-1 1-293 16,4 2-262-16,-2-1-256 0,0 1-85 15,2 1 298-15,0 1 471 0</inkml:trace>
  <inkml:trace contextRef="#ctx0" brushRef="#br2" timeOffset="-75916.85">23036 9749 108 0,'0'-5'685'15,"0"2"449"-15,0-1 116 0,0 0-127 0,-1 1-382 16,1-1-282-16,0 2-131 0,0-1-63 16,0 1-40-16,-2 1-35 0,2 0-35 0,0 1-54 15,0-2-48-15,0 2-31 0,0 2-42 0,2-2-65 16,-2 2-91-16,0 0-171 0,0 1-289 15,0-1-305-15,0 1-308 0,0 0-185 0,1 2 197 16,2-1 622-16</inkml:trace>
  <inkml:trace contextRef="#ctx0" brushRef="#br2" timeOffset="-75466.14">23735 9681 78 0,'3'-2'650'0,"-1"4"473"0,-1-2 129 0,1 1-131 16,-1-1-384-16,-1 1-353 0,2-1-195 0,-2 0-95 15,2 2-47-15,-1-2-24 0,1 0-13 16,1 2-15-16,0-2-70 0,2 0-154 0,-5 1-294 16,0-1-268-16,1 2-262 0,-1 1-201 15,0 0 155-15,0 0 512 0</inkml:trace>
  <inkml:trace contextRef="#ctx0" brushRef="#br2" timeOffset="-74800.49">21678 10476 101 0,'0'6'657'15,"0"-1"430"-15,0-3 120 0,0 2-113 16,0-3-396-16,0-1-330 0,0 0-170 0,2-1-87 16,1-1-44-16,0-2-26 0,0 1-12 0,4 0-16 15,0-2-4-15,1 0-2 0,2 1-18 16,-1-1-79-16,1 2-159 0,-2-1-299 0,0 0-263 15,4 3-263-15,-2 1-173 0,4 0 202 16,-5 1 502-16</inkml:trace>
  <inkml:trace contextRef="#ctx0" brushRef="#br2" timeOffset="-74550.43">22304 10491 363 0,'2'2'977'0,"-2"-1"349"0,0 0-34 15,1-1-229-15,-1 2-437 0,2-2-249 0,0 0-134 16,-2 0-79-16,1 0-51 0,4-2-41 0,-4 1-36 16,4-2-20-16,-2 1-7 0,4 0-3 15,-4-2-35-15,0 2-53 0,5 0-67 0,-7-1-139 16,4 3-260-16,-2 0-303 0,0 0-277 15,2 3-205-15,2-1 46 0,0-1 518 0</inkml:trace>
  <inkml:trace contextRef="#ctx0" brushRef="#br2" timeOffset="-74317.54">22932 10526 274 0,'0'0'922'0,"0"-2"408"0,-2-1 18 0,-1 1-152 16,3-2-467-16,0-1-276 0,0 1-143 15,3-1-87-15,0-1-66 0,0 2-63 0,2-3-45 16,2 4-27-16,1-2-17 0,2 0-58 16,0 2-65-16,-2 0-95 0,4 0-167 0,-2 3-293 15,1-1-332-15,2 2-268 0,0 0-169 0,1 1 217 16,-2 0 598-16</inkml:trace>
  <inkml:trace contextRef="#ctx0" brushRef="#br2" timeOffset="-74117.32">23542 10461 391 0,'2'0'1171'0,"-2"0"354"0,0 0-161 0,-2 1-277 15,1-1-508-15,-1 0-258 0,2 1-166 16,0-1-79-16,0 0-41 0,2-1-52 0,1 1-67 16,0-1-125-16,0-1-236 0,2 2-287 15,-2-2-313-15,2 1-298 0,-4 1-101 0,4-1 440 16</inkml:trace>
  <inkml:trace contextRef="#ctx0" brushRef="#br2" timeOffset="-73401.59">21594 11205 94 0,'4'4'587'16,"-3"-1"436"-16,2-1 177 0,0 1-152 16,-1-3-316-16,-1 1-279 0,-1 0-184 0,0-1-103 15,2 0-58-15,-2 0-37 0,0 0-23 16,1 0-16-16,-1 0-19 0,4 0-6 0,-3 0-10 15,2-1-17-15,2 1-40 0,0-1-104 0,3-1-157 16,-4 1-300-16,1-1-268 0,0 2-241 16,2 0-93-16,2 0 295 0,-3 0 470 0</inkml:trace>
  <inkml:trace contextRef="#ctx0" brushRef="#br2" timeOffset="-73134.05">22157 11218 470 0,'6'0'1009'16,"-3"-1"282"-16,1 1-34 0,-4 0-265 0,1 0-336 15,1 0-219-15,-1 0-115 0,1 0-76 16,-2 0-61-16,2 0-60 0,-2 0-55 0,1 0-33 15,1 0-22-15,0 0-12 0,2 0-8 16,1 0-47-16,1 0-61 0,0 0-69 0,1 0-130 16,1 0-191-16,1 0-319 0,-1 1-265 0,2 0-214 15,2 2-48-15,-1-1 407 0,3 0 516 16</inkml:trace>
  <inkml:trace contextRef="#ctx0" brushRef="#br2" timeOffset="-72883.17">22764 11209 394 0,'-1'2'967'0,"-4"-1"309"0,0-1-31 15,0 0-235-15,-1 0-386 0,2 2-248 0,2-2-131 16,0-2-68-16,1 2-51 0,2-3-53 15,3 0-41-15,0-2-31 0,5 1-50 0,-1 1-52 16,1-2-87-16,1 1-152 0,0 0-270 0,0 1-291 16,0 1-242-16,3 1-169 0,-2-1 172 15,2 4 516-15</inkml:trace>
  <inkml:trace contextRef="#ctx0" brushRef="#br2" timeOffset="-72701.05">23370 11189 53 0,'5'1'645'0,"-1"2"502"15,-2-2 145-15,0 1-138 0,-2 0-359 16,1 0-393-16,1-1-199 0,1-1-96 16,1 2-52-16,1-2-35 0,2 0-43 0,-1-2-126 15,5-1-225-15,-3 1-288 0,1-1-270 0,3 0-263 16,2 0-93-16,-2 1 393 0</inkml:trace>
  <inkml:trace contextRef="#ctx0" brushRef="#br2" timeOffset="-72003.28">21624 11785 104 0,'4'2'654'0,"-3"1"443"16,1-2 135-16,-2 2-120 0,0-1-395 15,0-1-299-15,0 0-165 0,0 1-89 0,0-2-49 16,0 1-28-16,1-1-36 0,-1-1-21 0,0 1-17 15,5-2-20-15,-4 2-32 0,2-1-67 16,-1 0-136-16,0-1-218 0,1-1-289 0,0 3-267 16,2 0-219-16,-2 2 42 0,5 1 455 15</inkml:trace>
  <inkml:trace contextRef="#ctx0" brushRef="#br2" timeOffset="-71784.22">22126 11901 90 0,'1'0'628'0,"-1"0"440"0,0 0 135 0,-1 0-110 16,1-4-398-16,-2 3-320 0,0-2-181 15,2-1-90-15,2 1-47 0,0-2-29 0,2 0-13 16,-1 1-6-16,2 1-11 0,1-1-50 15,1-1-98-15,-1 1-145 0,0 1-273 0,2 1-268 16,-1 1-242-16,-1 1-77 0,2 0 262 0,0 1 424 16</inkml:trace>
  <inkml:trace contextRef="#ctx0" brushRef="#br2" timeOffset="-71584.69">22524 11878 429 0,'2'0'1092'0,"-2"0"317"16,0 0-116-16,-2 0-288 0,0 0-453 0,2 0-239 15,0 0-152-15,0 0-75 0,0 0-40 0,4-2-24 16,2 2-50-16,-2-1-56 0,4-1-109 16,1 1-192-16,0 0-294 0,0-1-299 0,3 2-250 15,1 0-116-15,0 2 337 0,3-2 557 16</inkml:trace>
  <inkml:trace contextRef="#ctx0" brushRef="#br2" timeOffset="-71400.41">23088 11886 175 0,'7'0'811'0,"-3"1"429"15,0-1 27-15,-3 2-178 0,2-2-437 0,1 0-327 16,0 1-166-16,1-1-87 0,0 0-58 15,1-1-102-15,1-1-188 0,2 1-299 16,-1-1-273-16,0 1-261 0,1-1-175 0,4 2 229 16,-2 0 543-16</inkml:trace>
  <inkml:trace contextRef="#ctx0" brushRef="#br2" timeOffset="-70683.41">21594 12439 106 0,'5'0'654'0,"-3"-3"427"0,-4 3 139 0,1-2-106 15,-3 2-388-15,3 0-296 0,-3 0-164 16,3 0-85-16,-1 0-52 0,1 0-34 0,-1 0-37 16,0 0-28-16,4 2-25 0,0-2-29 0,-1 3-48 15,2-3-120-15,2 0-174 0,-1 0-296 0,0 0-277 16,2 2-243-16,1-2-94 0,-1 0 351 0,4 3 492 15</inkml:trace>
  <inkml:trace contextRef="#ctx0" brushRef="#br2" timeOffset="-70433.72">22111 12469 278 0,'0'2'798'0,"0"-2"338"0,0 1 26 15,0-1-229-15,-1 0-356 0,1 0-259 16,0 0-141-16,0 0-69 0,0 0-38 0,1-1-28 16,1 1-21-16,3 0-10 0,-4 0-9 0,6 0-25 15,-1 0-69-15,-2 0-130 0,1 0-209 0,2 1-283 16,-1 0-262-16,2 3-191 0,0-1 81 15,0 1 406-15</inkml:trace>
  <inkml:trace contextRef="#ctx0" brushRef="#br2" timeOffset="-70232.03">22519 12501 56 0,'2'1'617'0,"1"3"474"15,-3-3 154-15,0 0-124 0,0 0-362 16,0 1-369-16,0 1-193 0,3-3-97 0,2-3-47 16,-4 1-29-16,6 1-14 0,1-1-17 15,0-2-71-15,2-1-154 0,-2 3-280 0,2-2-263 16,2 3-257-16,1 1-195 0,0 0 139 0,1 0 491 16</inkml:trace>
  <inkml:trace contextRef="#ctx0" brushRef="#br2" timeOffset="-70035.13">23199 12571 228 0,'9'1'864'15,"-4"-1"400"-15,-2 0 3 0,2 0-198 0,0-1-465 16,-2-2-298-16,4 0-168 0,-2 0-93 0,0-1-96 15,0-1-179-15,0-1-313 0,-2 0-272 16,4 2-257-16,-1-2-194 0,-2 2 133 0,1-3 545 16</inkml:trace>
  <inkml:trace contextRef="#ctx0" brushRef="#br2" timeOffset="-69334.18">21594 13015 240 0,'-1'1'708'16,"-3"3"317"-16,1-2 71 0,2 0-202 0,-1 0-362 16,0-1-247-16,2-1-135 0,0 0-67 15,0 0-38-15,4 0-21 0,0-1-9 16,1-1-9-16,3-1-43 0,0 0-90 0,1 0-146 16,0-1-289-16,1 1-254 0,2 1-207 0,-3 1-35 15,3 1 270-15,0 1 387 0</inkml:trace>
  <inkml:trace contextRef="#ctx0" brushRef="#br2" timeOffset="-69116.23">22206 13081 53 0,'2'-4'639'0,"-1"-1"490"15,-4 1 144-15,1 1-137 0,-1 0-355 0,0 0-393 16,1 2-193-16,1-1-97 0,1 0-48 16,1 0-24-16,3 0-24 0,-1-1-32 0,2 0-97 15,1 0-165-15,2-2-297 0,-4 3-269 0,5 1-248 16,0 1-143-16,0 0 264 0,3 1 497 16</inkml:trace>
  <inkml:trace contextRef="#ctx0" brushRef="#br2" timeOffset="-68949.61">22608 13030 217 0,'6'0'813'0,"-4"-2"377"0,-1 2 25 16,-1 0-173-16,2-1-454 0,1 1-299 0,-3 0-149 16,3-1-68-16,2 1-41 0,-2-2-53 0,3 2-133 15,1-2-205-15,3 1-284 0,-1 0-267 16,3 1-242-16,2 0-45 0,1 0 381 0</inkml:trace>
  <inkml:trace contextRef="#ctx0" brushRef="#br2" timeOffset="-68768.37">23169 13045 565 0,'8'3'1194'0,"-7"-1"218"16,1 1-167-16,-1-2-323 0,-1 1-432 0,0 1-238 15,0-3-163-15,0 0-101 0,-1-1-122 16,2-3-202-16,-1 0-303 0,0-2-292 0,2-4-254 16,0 2-150-16,-1-3 274 0,3 1 572 15</inkml:trace>
  <inkml:trace contextRef="#ctx0" brushRef="#br2" timeOffset="-67997.71">24066 13028 367 0,'0'4'690'0,"-5"-2"212"0,2 3 39 0,-2-3-289 16,2 2-309-16,-1-1-170 0,1 1-92 16,2-4-90-16,-1 0-117 0,0-4-173 0,0 1-277 0,2-1-201 15,2-3-106-15,-2 0 99 0,0-4 271 16</inkml:trace>
  <inkml:trace contextRef="#ctx0" brushRef="#br2" timeOffset="-67784.12">24053 12623 156 0,'0'-2'398'0,"0"-1"171"0,0 1 108 15,0 1-208-15,0 0-277 0,-2 1-273 0,2 0-301 16,0-2-156-16,-1 2-39 0,1-3 84 0,0 0 165 16</inkml:trace>
  <inkml:trace contextRef="#ctx0" brushRef="#br2" timeOffset="-67465.33">24133 11826 84 0,'-1'2'605'0,"-4"3"414"0,1-1 142 16,-5 0-96-16,5 3-388 0,-3-1-326 15,0 2-170-15,2-4-83 0,0 1-45 0,2-3-26 16,0 1-49-16,-1-3-90 0,1 0-141 16,3 0-265-16,0 0-264 0,0-3-238 0,0 1-98 15,0-4 209-15,-1-1 408 0</inkml:trace>
  <inkml:trace contextRef="#ctx0" brushRef="#br2" timeOffset="-67134.57">24105 11226 32 0,'1'0'456'16,"-1"2"340"-16,-1 1 187 0,-1-3-6 0,1 0-347 15,1-5-305-15,0 3-162 0,0-1-89 16,0-1-86-16,0-1-111 0,0 0-156 0,0-1-291 16,0 1-222-16,0 0-139 0,0-2 58 0,0 1 276 15</inkml:trace>
  <inkml:trace contextRef="#ctx0" brushRef="#br2" timeOffset="-66800.84">24154 10394 88 0,'-1'5'596'15,"-3"-3"396"-15,1 4 141 0,-3-1-82 16,1-1-393-16,-1-1-319 0,1 2-164 0,0-3-82 16,4 0-40-16,-3-1-28 0,3-1-17 15,-1-1-52-15,2-1-100 0,0-4-145 0,0 0-299 16,2-1-247-16,1-1-217 0,0-3-14 0,1 1 280 15,-3-2 390-15</inkml:trace>
  <inkml:trace contextRef="#ctx0" brushRef="#br2" timeOffset="-66534.63">24306 9619 5 0,'-2'2'455'16,"2"1"414"-16,-1-1 232 0,-1 3-26 0,0-2-324 15,-1 1-331-15,0 1-198 0,1 1-109 0,-1-4-56 16,2 2-29-16,-4 1-16 0,5-1-46 0,-1 0-97 15,1-2-146-15,-3 2-298 0,3-2-247 16,0 0-210-16,3 1-25 0,-3-2 277 0,4 2 388 16</inkml:trace>
  <inkml:trace contextRef="#ctx0" brushRef="#br2" timeOffset="-66018.7">24824 9828 4 0,'0'5'460'16,"0"2"403"-16,-3-3 221 0,0 1-28 15,1-3-309-15,-1 0-352 0,0 1-194 0,1-2-101 16,-2 1-87-16,2 1-115 0,-1-2-162 16,0 1-304-16,1 1-246 0,-1 0-200 0,2 0-17 15,-3 3 277-15</inkml:trace>
  <inkml:trace contextRef="#ctx0" brushRef="#br2" timeOffset="-65681.81">24685 10537 4 0,'0'5'510'0,"2"-1"491"16,-2-1 246-16,0-1-75 0,-2-2-318 16,2 0-340-16,0-2-179 0,0-1-95 0,0-1-53 15,0-2-29-15,2 0-31 0,-2-2-30 16,1 1-39-16,2 1-28 0,-1 0-16 0,0 2-18 16,-1 2-48-16,-1 0-49 0,0 4-109 0,0 1-176 15,-1 1-295-15,-1 2-299 0,0 3-237 16,-1 0-128-16,2 1 311 0,-1 1 544 0</inkml:trace>
  <inkml:trace contextRef="#ctx0" brushRef="#br2" timeOffset="-65317.48">24685 11151 486 0,'0'2'941'0,"-3"1"256"0,0-3-35 0,0 2-328 16,0-1-333-16,-2 2-209 0,2 3-114 0,-1-4-67 15,3 1-45-15,-1 0-30 0,2 0-20 16,0 0-9-16,2-1-9 0,-1-1-17 16,1-1-34-16,0 0-86 0,-1 0-135 0,2 0-222 15,-3-1-281-15,4 1-258 0,-4 0-156 0,1 0 154 16,1 1 420-16</inkml:trace>
  <inkml:trace contextRef="#ctx0" brushRef="#br2" timeOffset="-64809.78">24682 11862 334 0,'0'-4'844'0,"-1"-3"327"15,-1 1 5-15,1 0-265 0,-3 0-355 0,4 1-240 16,-1 1-135-16,-1 1-73 0,0 0-38 16,2 0-27-16,0 2-20 0,0 1-11 0,0 1-15 15,2 2-44-15,-2 0-114 0,0 2-170 0,-2 1-292 16,2 1-270-16,-1 1-247 0,-1 1-75 15,2 0 326-15,0-2 466 0</inkml:trace>
  <inkml:trace contextRef="#ctx0" brushRef="#br2" timeOffset="-64276.68">24647 12578 32 0,'0'4'409'16,"0"-2"335"-16,-3 0 248 0,3 1 8 15,-1-1-289-15,1-2-221 0,0 3-153 0,0-3-91 16,0 0-59-16,0 0-44 0,1-3-33 0,1 1-33 16,-1-1-21-16,1 0-18 0,0 1-16 15,-1-2-11-15,2 1-5 0,-1 1-4 0,-1 0-2 16,-1-2 0-16,2 4-1 0,-1 0-17 15,-1 0-53-15,0 2-105 0,0 1-149 0,-1 3-276 16,-1 0-269-16,2 0-226 0,-1 3-42 0,1-1 292 16,0 1 415-16</inkml:trace>
  <inkml:trace contextRef="#ctx0" brushRef="#br2" timeOffset="-63872.75">24643 13075 203 0,'0'-6'717'0,"0"-1"387"0,-4 1 95 0,1 0-208 15,2 1-335-15,-3 1-257 0,1 2-153 16,2-3-91-16,-3 4-52 0,4 0-34 0,-2-1-34 16,0 2-46-16,0-2-87 0,-1 1-173 0,2 0-298 15,-3-3-274-15,3 2-261 0,-2-3-181 16,1-1 201-16,0-3 541 0</inkml:trace>
  <inkml:trace contextRef="#ctx0" brushRef="#br2" timeOffset="-62527.78">24219 9231 123 0,'-5'-6'703'0,"-3"1"473"0,-2 1 200 16,-2 0-58-16,1-1-408 0,-3-1-318 15,0 4-164-15,-5-4-100 0,-1 0-87 0,-2 1-79 16,0-1-48-16,0 1-31 0,-2-1-22 15,2-1-16-15,-1 2-11 0,0-1-9 0,1 0-8 16,4 0-6-16,-2 0-3 0,1 1-2 0,5-1-2 16,-2 1-1-16,5 3-2 0,-1-2 1 0,2 2-2 15,4 0 0-15,-1 0 0 0,1 1 0 16,3 0-1-16,-2 1 0 0,4-2 0 0,-1 2-1 16,1-1-1-16,-3 1 0 0,4 0-2 0,-1 0 1 15,1 0-1-15,1 0-2 0,-1 1-8 16,2 1-13-16,0-2-23 0,-1 1-53 0,1 2-70 15,-2-1-81-15,-2 0-136 0,2 3-202 16,0 0-304-16,-1-1-263 0,1 1-196 0,-2 1-15 16,0 0 443-16,2-1 525 0</inkml:trace>
  <inkml:trace contextRef="#ctx0" brushRef="#br2" timeOffset="-62131.98">23702 9276 171 0,'-6'0'602'0,"-1"0"372"16,2 0 175-16,-1-2-149 0,1-5-325 0,-1 1-214 16,1-2-116-16,1-2-61 0,0-1-34 0,1-2-22 15,0-5-16-15,1 1-22 0,1-5-27 16,1-2-28-16,-2-3-32 0,2-1-24 0,0 0-14 15,0-1-9-15,0 2-11 0,0-1-10 16,0 3-5-16,0 3-2 0,2 2-7 0,-2 2-3 16,1 3-2-16,-1 2-4 0,4 4-3 15,-1 1-5-15,3 4-3 0,2 0-1 0,5 4 0 16,-2 0 1-16,4 4 1 0,2-2-1 0,0 2 0 16,2-2 1-16,3 2-1 0,2-3-2 0,-2 2-2 15,2-3 2-15,1 0-2 0,-2 0-1 16,3 0-3-16,-9-2-26 0,4 2-71 0,-6-1-74 15,-5 1-143-15,-4 1-267 0,-2 1-321 16,-4-1-334-16,-4 2-208 0,-2 0 20 0,-4 0 577 16</inkml:trace>
  <inkml:trace contextRef="#ctx0" brushRef="#br2" timeOffset="-61410.86">22838 8819 48 0,'8'-2'456'0,"-4"1"348"16,-1-2 211-16,-2 3 22 0,-2 4-295 15,-1 0-242-15,-1 1-145 0,-2 6-84 0,-1 1-53 16,-2 2-48-16,0 1-48 0,0 1-34 16,-3 3-15-16,2 0-9 0,-3 0 14 0,0 4 12 15,1-4 10-15,-2 0 11 0,-3 0 5 0,4-1 2 16,-6 1-9-16,4-5-12 0,-3 1-14 16,1-3-13-16,-1-3-13 0,-1-3-15 0,2 0-13 15,-1-4-13-15,3-2-5 0,-2-6-3 0,3 1-6 16,2-4 1-16,0-3-2 0,3-1-2 15,3-2-1-15,1-2-1 0,4-1 1 0,0 2-1 16,4-2 2-16,1 0 0 0,2 1-1 0,2 0 0 16,4 1 1-16,0 1 1 0,4 2 0 15,-3 2 1-15,3 1 1 0,4 0 0 0,-4 5 2 16,2 0-1-16,2 2 0 0,-1 3-1 0,2 2-1 16,2 2 0-16,-1 2 6 0,0 3 3 15,2 1 2-15,0 1 3 0,0 2 2 0,0-2 1 16,2 1-4-16,3-3-1 0,0-3 1 0,1-1-1 15,3-5-1-15,-1-4 0 0,0-2-2 16,-1-4-3-16,-2-2 0 0,-2-4-1 0,-3-1 0 16,-3-3 1-16,-4 1 5 0,-4 0 5 15,-4-2 7-15,-6 1 1 0,-4 1 3 0,-4 1 1 16,-8 1-7-16,-3 0-6 0,-5 3-5 0,-5 2-4 16,-5 0-3-16,-1 3-3 0,-3 1-2 15,1 6-1-15,2 2-2 0,0 5-13 0,3 4-43 16,1 3-74-16,4 1-102 0,2 3-183 15,5 1-300-15,5-1-336 0,3 1-318 0,4-1-163 16,4 1 275-16,3 0 667 0</inkml:trace>
  <inkml:trace contextRef="#ctx0" brushRef="#br2" timeOffset="-60621.5">25378 9801 256 0,'0'6'728'0,"-2"-1"341"15,1 2 94-15,-3 2-201 0,3 1-335 0,-3 3-191 16,1 3-85-16,2 1-27 0,-4 3-36 0,4 2-35 16,-2 3-37-16,-1 0-41 0,3 0-47 15,-2 4-42-15,-1-2-29 0,3 2-18 0,-3-1-10 16,3 1-9-16,-2-1-7 0,0 1-7 0,1-3-2 15,-1 2-4-15,3-3 0 0,-3-3 0 16,1 1-1-16,-1-2-6 0,0-1-36 0,0-4-63 16,-2-1-61-16,-3-4-114 0,4-2-178 0,-3-5-315 15,2-4-283-15,0-2-220 0,1-4-120 16,-2-2 318-16,1-6 558 0</inkml:trace>
  <inkml:trace contextRef="#ctx0" brushRef="#br2" timeOffset="-60371.21">25221 10249 391 0,'3'13'723'15,"1"1"271"-15,-1 0 98 0,2 1-273 16,2 1-258-16,0 0-143 0,1 1-40 16,1 0-26-16,4-1-36 0,0 1-46 0,0-2-37 15,0 0-38-15,4-5-49 0,0 1-50 16,1-5-36-16,0-2-17 0,1-4-10 0,1-3-5 0,-2-3-7 15,2-4-1-15,-4-2-3 0,3-4-6 16,-2-3-7-16,-1 0-3 0,0-2-13 0,-5-1-52 16,-1 0-67-16,-3 3-93 0,-3 1-170 15,-3 2-301-15,-2 5-322 0,-5 4-270 0,-1 6-164 16,-2 2 219-16,-3 6 616 0</inkml:trace>
  <inkml:trace contextRef="#ctx0" brushRef="#br2" timeOffset="-59543.13">25171 10866 274 0,'5'-4'660'15,"-3"4"302"-15,-2 0 109 0,2 0-243 16,-2 4-227-16,-2-1-169 0,0 3-117 0,-2 1-57 15,0 2-32-15,-1 3-20 0,-2 2-5 16,-1 1-14-16,-1 2-8 0,0 0-17 0,-4 3-21 16,-1 0-31-16,-1 0-33 0,-2 1-22 0,1 0-19 15,-3-2-14-15,0 1-9 0,0-4-4 16,0 0 1-16,3-4-2 0,-1-1 1 0,3-4-2 16,0-3-1-16,1-2-2 0,2-5-2 0,3-1-6 15,2-6 0-15,2-1-1 0,4 0 0 16,2-4 0-16,1 0 2 0,4-2 0 0,1 2-2 15,2 0 0-15,3 0 0 0,1 2 3 0,2 2 0 16,5 3 1-16,-2-3 1 0,1 6 1 16,2 1 0-16,4 2-1 0,-2 2-1 0,-1 3 3 15,4 3-1-15,0 3 1 0,0 2 0 16,0 1-1-16,1 3 0 0,-2-2-1 0,2 1 1 16,-1-3 0-16,0 2-1 0,0-4 3 0,-2-1-1 15,0-4-1-15,-1-4-1 0,0-3 2 16,-2-3 1-16,0-5-3 0,-5 0 2 0,0-7 0 15,0 2 1-15,-5-3 0 0,-2-1 0 16,-4-1-1-16,-3 2 7 0,-1-2 9 0,-5 1 10 16,-4 1 4-16,-4-1 3 0,-3 2 3 15,-4 0-2-15,-4 2-7 0,-1 2-8 0,-2 2-3 0,-2 3-3 16,-2 5-2-16,4 2-5 0,-2 4-3 16,2 4-4-16,1 3-2 0,5 3-2 0,0 2-3 15,3 1-11-15,7 2-59 0,-3 1-69 16,6 0-144-16,0 1-278 0,4-3-309 0,4 1-365 15,1-1-272-15,6-3-8 0,1 0 629 0</inkml:trace>
  <inkml:trace contextRef="#ctx0" brushRef="#br2" timeOffset="-57177.86">28540 8299 71 0,'0'-2'324'0,"0"2"213"15,1 0 188-15,-1 0-31 0,0-3-69 0,0 3-72 16,2 0-65-16,-2 0-51 0,0 0-61 15,0 0-68-15,0-1-60 0,2 1-25 0,-2 0 1 16,0 0 14-16,0 1 6 0,0-1-5 0,0 0-14 16,0 0-35-16,0 0-36 0,0 0-39 15,0 0-29-15,0 0-17 0,0 0-12 16,0 0-10-16,0 0-11 0,0-1-9 0,0 0-7 16,0 0-5-16,0-2-4 0,0 2-4 0,0-2 1 15,0-1-1-15,0 0-2 0,0-1 1 16,0 0-2-16,0-1 0 0,1-1-1 0,-1 1 0 0,2-2 1 15,-1 1 2-15,1-1 1 0,0 1 4 16,-2-1-1-16,1 0 0 0,1 1 0 0,0-2-2 16,-2 2-2-16,1-1-3 0,1 1 1 15,-1-1-2-15,-1 0 0 0,5-1 0 0,-5 2 1 16,1 0-1-16,1-1 0 0,-1 0 1 0,1 1-1 16,0-1 0-16,-1 0 0 0,2-1 0 15,-1 0-1-15,0 1 0 0,-1-1 1 0,1 0-2 16,0 0 0-16,-2 1 1 0,3-2-1 15,-2 1 0-15,-1 1 1 0,5-1-1 0,-4-1 1 16,1 3 0-16,-1-3 0 0,3 2 0 0,-3-1-1 16,3 0 0-16,-1 2-1 0,-2-3-1 15,3 1 1-15,-1 2 1 0,0-2-1 0,1 1 0 16,-2-1 1-16,1 2 0 0,-1-1 0 16,-1 1 0-16,3 0 0 0,-4 1 0 0,3-1 0 15,-2 1 0-15,1-1 0 0,0-1 0 16,-1 1 0-16,1 1 0 0,-1-1 0 0,3-1-1 15,-2 1 0-15,2 1-1 0,-1 0 0 0,-2-1 1 16,3 1 0-16,-1 0 0 0,-2 0 0 0,3 0 1 16,-3 2 0-16,1-1-1 0,-1-1 1 15,3 2 1-15,-3-2-1 0,2 1 0 0,-1-1-1 16,1 1 1-16,-3-1 0 0,1 2-1 0,1-2 0 16,-2 2 1-16,2-2 0 0,-1-1 0 0,1 2-1 15,-2-1 1-15,1 1 0 0,1-1 0 16,0 2 1-16,-2-2 0 0,1-1-1 0,2 2 1 15,-3-1 0-15,4-1 0 0,-3 2 0 16,4-3-1-16,-2 2 1 0,-2-1-1 0,3-1 0 16,-3 1 1-16,2-1-1 0,1 0 1 15,-3-1-1-15,3 2 1 0,-3 0 0 0,1-1 0 16,-2 0-1-16,1 0 1 0,-1 0 0 0,3-1-1 16,-3 2 1-16,2-2-1 0,-2 1 0 15,0 1 0-15,1-1 1 0,1 0-1 0,-2 3 1 16,0-1-1-16,0 0 1 0,0 0 1 0,1 0-2 15,-1 0 1-15,0-1 0 0,2 1-1 16,0-1 0-16,-1 1 1 0,-1-2 0 0,2 1 0 16,-1 1-1-16,1-1 0 0,0-1 0 15,-2 1 0-15,1 1-5 0,1-1-4 0,0-1 0 16,-2 3 4-16,1-1-3 0,1 0-1 0,-2 0 5 16,0 1 6-16,1 0-1 0,-1-1-1 15,0 0 1-15,2 0-1 0,1 0 4 0,-3-1-1 16,0 1-2-16,0-2 0 0,1 0 4 0,-1-1 3 15,0 0-4-15,2 1-2 0,-2-2 4 16,0 3-2-16,0-3-2 0,0 1-2 0,0 2 1 16,0 0 0-16,0-1-1 0,-2 2-1 0,2-1 1 15,0-1-1-15,-1 2 1 0,1 1-1 16,0-1 0-16,0 0 1 0,0 1-1 0,0-3 1 16,0 2 0-16,0 0-1 0,1 0 1 15,-1 0 0-15,0-1-1 0,3-1 0 0,-3 2 0 16,2 1 0-16,0-1 0 0,-2 0 0 15,1 1 1-15,-1-1 0 0,2 1 0 0,-2 2 0 16,2 2 0-16,-2-1-1 0,0 1 1 0,0-1-1 16,0 1 1-16,0 1 1 0,0-2-1 15,0 2 0-15,0-2 1 0,0 2-1 0,0 0 1 16,0-1-1-16,1 1 0 0,-1-3 0 0,2 1 0 16,-2 1-1-16,0 0 0 0,0-2 1 15,1 0-1-15,-1 1 1 0,0 0 1 0,0 0 1 16,0-1-2-16,0 1 1 0,0-1-1 0,0 3 0 15,0-1 0-15,0 1 0 0,0-2-1 16,0 2 0-16,0-1 1 0,0 1-1 0,0 0 0 16,0 0 1-16,0 0 0 0,0 0-2 15,0 0 0-15,0 0 1 0,0 0-1 0,0 0-1 16,0 0 0-16,0 0-1 0,0 0 0 0,0 0-3 16,-1 0 1-16,1 0-11 0,0 0-32 15,-2 0-80-15,1 0-138 0,-3 1-262 0,-1 1-308 16,1-1-385-16,-5 4-412 0,2 0-64 15,-3-1 652-15</inkml:trace>
  <inkml:trace contextRef="#ctx0" brushRef="#br2" timeOffset="-2960.65">22004 7799 119 0,'-2'4'450'0,"2"-1"283"16,-1-1 187-16,-1 1-93 0,2 1-208 15,2-3-124-15,-1 1-89 0,1-2-58 0,2 0 6 16,-1 0 22-16,2-2-17 0,2-1-41 0,-1-2-36 16,2 0-36-16,0-3-51 0,1-1-53 15,1-3-42-15,2-1-23 0,0-2-12 0,3-3-7 16,0-2-7-16,0-2-5 0,3 1-5 16,1-3-4-16,-2-4-3 0,2 3-4 0,1 0-4 15,0-2-1-15,-1 1-3 0,-1 4 1 0,0 0-1 16,-2 2 1-16,-4 2-1 0,0 3 1 15,-2 1-1-15,-2 1-1 0,-1 5-3 0,-2 1-3 16,1 1-1-16,-3 1-3 0,-2 3-1 0,3 0 0 16,-3 2 0-16,1 1 0 0,-1 2 2 15,-1 2-1-15,0 2 0 0,0 5 0 0,-1 1 0 16,-1 3-2-16,-3 2-1 0,2 4-1 0,-3 3-2 16,2 3 0-16,-5 2 0 0,1 1 1 15,-1 4 0-15,0 1 0 0,-1 0 1 0,-1-2-1 16,3-1-1-16,0-2-2 0,0 0-1 15,3-4-2-15,-1-3 0 0,3-3 0 0,2-3-1 16,-1-2 0-16,0-3-1 0,2-3 0 0,2-1-1 16,-2-1-2-16,2-3-5 0,-1-1-7 15,-1-2-9-15,2 1-14 0,-1-3-16 0,3 0-26 16,-4-3-49-16,2 0-71 0,2-1-92 16,-4 0-156-16,0-2-263 0,1-1-322 0,-1 1-286 15,3-2-173-15,-1-1 141 0,1 1 599 0</inkml:trace>
  <inkml:trace contextRef="#ctx0" brushRef="#br2" timeOffset="-2611.01">22553 7641 33 0,'0'12'529'0,"-2"6"463"0,-1 3 233 16,-1 3-30-16,1 1-262 0,2 6-254 15,-3-2-181-15,1 2-115 0,3 0-78 0,0-1-67 16,5-4-85-16,0-2-69 0,5-7-38 0,2-3-22 16,4-7-10-16,4-6-6 0,2-5-5 15,4-8-1-15,2-4-2 0,-1-5 0 0,2-5-2 16,-1-2 1-16,-3-3 1 0,-3-2 0 0,-4 1 3 16,-3-1 0-16,-5-2 6 0,-5-1 4 15,-3 0 4-15,-7-1 3 0,-2-2 3 0,-5 0 7 16,-1 3 3-16,-1 2 2 0,-4 6 1 15,-2 5-2-15,2 4-3 0,-4 6-8 0,-1 7-7 16,0 6-7-16,0 4-4 0,1 6-4 0,1 5-2 16,4 4-2-16,-2 3-9 0,4 4-19 0,2-1-57 15,1 4-89-15,3 0-154 0,-2 1-279 16,4-1-320-16,3 3-385 0,0-2-297 0,4-1 81 16,0 1 687-16</inkml:trace>
  <inkml:trace contextRef="#ctx0" brushRef="#br2" timeOffset="-1325.48">23371 7774 196 0,'-1'-5'508'0,"1"3"294"0,-4-2 201 16,4 0-148-16,-1 1-213 0,-1 0-135 16,2 0-99-16,-1 0-40 0,1 0-16 0,0 2-12 15,0-1-23-15,0-1-28 0,0 1-30 16,0 1-48-16,-3-1-54 0,3 2-47 0,-2-1-29 16,1 2-18-16,-2 1-10 0,-1 1-11 0,-1 2-5 15,2 1-5-15,-2 2-5 0,-1 4-3 0,-1 1-3 16,2 4-2-16,0 2-2 0,-2 1-1 15,3 8-1-15,-2-1 0 0,-2 4-2 0,1 1 0 16,2 3-2-16,-3-2-1 0,2-1-3 16,2 3-1-16,-3-5-1 0,6 0-3 0,-4-5 0 15,3-1-1-15,0-2-1 0,1-5 0 0,-1-2-1 16,2-3 0-16,0-3 1 0,2-3 0 16,-2-3 1-16,1-3-1 0,1-6 1 0,0-3 0 15,-1-3 0-15,3-4 0 0,-3-6 0 16,2 0 1-16,1-3-1 0,-1-3 0 0,0-1-1 15,1-1 0-15,1-2 0 0,-2 3 0 16,2-1-2-16,-2 4 1 0,2 1 0 0,-2 0 0 16,2 1 1-16,1 4-1 0,1-1 1 0,-1 0 1 15,1 4-1-15,2 1 0 0,-3-3 0 0,2 5 0 16,0 0 0-16,0-2 0 0,0 5 0 16,0-1-1-16,-3 2 1 0,1 0-1 15,0 1 1-15,-1 2 0 0,0-1 0 0,-2 0 1 0,2 1 0 16,-4 2 0-16,2-1 0 0,3-1 1 15,-4 1 0-15,1 2 0 0,-1 0 1 0,-1-1 1 16,-1 1 4-16,2 2 0 0,0 2 1 16,-2-2 2-16,0 2-1 0,0 0-1 0,0 0-1 15,0 2-2-15,-2 4-1 0,0-1-1 0,1 3 0 16,-3 3 0-16,0 1 1 0,-1 3-1 0,1 3 2 16,-3 3 0-16,2 1 0 0,0 4-1 15,1-1-1-15,-2 2 0 0,3-2-1 0,1 1 0 16,2-2-2-16,2-3 0 0,1 0-1 15,3-4 0-15,0-4 0 0,2-1 0 0,0-4 0 16,1-6 1-16,3-2-1 0,0-2 1 0,1-7 0 16,1-3 0-16,0-3 0 0,1-4-1 15,0-1 0-15,0-3-1 0,-1 1 1 0,-3-1-1 16,-1 0 0-16,-1 1 0 0,-3 2 0 0,-3 0 0 16,2 2 0-16,-3 4 1 0,-1 3 0 15,-1 1 1-15,0 5 0 0,-3 3 0 0,2 2 0 16,-4 6 1-16,0 1-2 0,-1 4 2 15,1 3-1-15,0 0 0 0,-1 5-1 0,1 2 1 16,-1 0-1-16,0 1 1 0,3 0-1 0,-2 1-1 16,1-3 1-16,4 0-1 0,0-2 0 15,0-3-2-15,4 0 1 0,1-3-4 0,-1-3-6 16,2 0-9-16,1-2-18 0,1-4-28 0,0 0-67 16,-1-3-75-16,1-3-125 0,0 1-202 0,0-4-305 15,1 1-342-15,0 0-245 0,-1 0-109 16,0-1 414-16,-1-1 631 0</inkml:trace>
  <inkml:trace contextRef="#ctx0" brushRef="#br2" timeOffset="-511.49">23749 7966 233 0,'-1'2'560'0,"-1"-2"310"0,-1 0 197 0,0 0-194 15,1 0-225-15,-1-2-151 0,0 1-91 0,3-1-67 16,-5 0-52-16,5-1-20 0,-1 1-5 0,2-3-14 16,-1-1-29-16,5-1-34 0,-4-1-35 15,6-3-40-15,-3-2-32 0,5 0-21 0,1-4-12 16,0-1-5-16,1 1-6 0,1-3-2 16,0-1-4-16,1 1-1 0,-1 1-1 0,-1 2-2 15,2 1 1-15,-4 2 0 0,-1 3-2 16,0 1-2-16,-2 3-2 0,-3 1-2 0,1 3-1 15,-3 3-1-15,2 1 0 0,-3 3 0 0,0 5-1 16,0 1-1-16,0 3-1 0,-3 4-1 16,0 1-1-16,0 1-1 0,0 4-2 0,-2-1 0 15,4 1-1-15,-3 1-1 0,1-2 0 0,2-1 0 16,-1-2-1-16,2 0-1 0,2-4 0 16,-1-5-1-16,4-1-1 0,1-3 0 0,0-3-1 15,2-5 0-15,2-2 0 0,2-3 0 16,1-4-1-16,1 0-1 0,1-3 2 0,0-2-1 15,0 0 0-15,-1 3 0 0,-1-1 0 0,-4 1 1 16,2 3 0-16,-1 1 0 0,-6 1 1 0,1 4 0 16,0 3 2-16,-3 2 0 0,-1 3 1 15,-1 4 1-15,-1 3 2 0,-1 4 0 0,-1 0 2 16,0 5 0-16,-2 1-1 0,2 2 0 16,-1-3-1-16,0 3-1 0,2-4-2 0,0 1-1 15,0-2-1-15,4-6-1 0,0 1 0 16,1-4-1-16,4-3 0 0,1-4-1 0,1-4 1 15,5-5-1-15,1-6 0 0,2-3 0 0,2-2 1 16,0-4 1-16,1-3-1 0,-2 2 1 16,1-1 0-16,-2 2-1 0,-3 2 1 0,2 3-1 15,-5 3 1-15,-3 1 0 0,-1 5 1 0,0 3-1 16,-2-1 1-16,-2 6 2 0,-1 6 0 0,-2-1 1 16,0 6 2-16,-2 3-1 0,-1 0 1 15,0 6-1-15,0 0-1 0,-3 1-1 0,3 0-2 16,-1 2-1-16,1-1-1 0,1-2-1 15,-1-2-4-15,3 0-12 0,0-2-20 0,0-2-47 16,0-3-87-16,3-2-172 0,1-3-273 0,1-1-334 16,4-4-417-16,-1-1-379 0,1-1 70 15,4-1 828-15</inkml:trace>
  <inkml:trace contextRef="#ctx0" brushRef="#br2" timeOffset="455.63">24832 7997 144 0,'-3'4'512'0,"0"0"328"0,0-1 215 0,0 0-105 16,-1-1-258-16,3 1-189 0,-2-1-124 0,1-1-69 16,0 0-42-16,4-1 12 0,0-2 2 15,2-2-7-15,1-3-23 0,3-3-29 0,5-5-38 16,-2-1-53-16,6-3-37 0,1-6-24 0,2 0-12 16,4-3-9-16,-2-3-5 0,5 0-6 15,1-4-3-15,2 1-3 0,2 0-3 0,0-2-2 16,-1 1-4-16,-1 2-2 0,-3 2-4 0,-2 3-1 15,-4 0-1-15,0 6-2 0,-6 3 2 16,-4 3 0-16,-2 2-1 0,0 4-2 0,-6 3-2 16,-2-1-2-16,-1 4-3 0,-3 2-3 15,-3 2-3-15,2 2 0 0,-1 2-1 0,-2 1-2 16,2-1 0-16,1 1-3 0,-4 0-6 0,2 1-11 16,-1 2-14-16,2-2-17 0,1-1-31 15,-2 1-55-15,-1-1-66 0,1-3-71 0,-1 3-113 16,-2-2-165-16,1 0-275 0,0 0-244 0,2-2-200 15,-3 1-81-15,1-1 318 0,0-1 509 16</inkml:trace>
  <inkml:trace contextRef="#ctx0" brushRef="#br2" timeOffset="738.23">25065 7459 412 0,'0'0'818'0,"1"0"304"16,4-3 46-16,2-1-308 0,2-1-207 0,3-1-97 15,3-2-86-15,4 0-78 0,3-4-59 16,1 2-50-16,5-2-69 0,0-2-66 0,4 0-42 16,4 0-24-16,-2 0-18 0,1 1-13 15,0 0-10-15,-2 1-7 0,-3 3-5 0,-3 3-4 16,-5 2 0-16,-2 2-2 0,-3 2-1 0,-4 3-1 16,-5 3-3-16,-2 1-4 0,-5 4-2 15,-2 2-4-15,-5 0-2 0,-2 2-4 0,-4 1 0 16,0 2-3-16,-2 1-1 0,-4 0-2 15,4 0-7-15,-3 2-14 0,1 1-31 0,-3-1-82 16,1-4-137-16,1 1-258 0,-1 1-314 0,3-5-399 16,0 1-453-16,1 0-72 0,1-3 680 15</inkml:trace>
  <inkml:trace contextRef="#ctx0" brushRef="#br5" timeOffset="9654.33">29248 10714 161 0,'-3'5'421'0,"-1"0"227"0,-1-1 173 15,2-1-148-15,1 0-131 0,0 1-68 16,1-1-50-16,-1-1-45 0,2-1-43 0,-1 1-45 16,1-2-27-16,1 1-6 0,-1-1 5 0,2 2 4 15,-1-2-17-15,-1 0-9 0,4-2-27 16,-3 1-40-16,6-4-40 0,-1-1-30 0,2-3-17 15,1-1-16-15,5-5-13 0,1-2-10 0,2-2-8 16,1-3-5-16,3-4-6 0,1 0-4 16,1-3-3-16,2 1-3 0,0-2-2 0,1 0-3 15,-1 2-2-15,0 0 0 0,-2 2 1 16,-3 2 0-16,-1 3 2 0,-6 5 3 0,-1 0 1 16,-1 4 1-16,-4 3-1 0,-1 2-1 0,-1 1-4 15,-2 3-3-15,1 0-2 0,-2 2-3 16,0 2-2-16,-2 2-1 0,-2 3 0 0,0 1 0 15,0 3 0-15,0 1-1 0,0 1 2 0,-1-2-1 16,2 3 1-16,-3 0 2 0,3 1 0 16,-2-1 2-16,3 1 1 0,-4 3 2 0,3-1 2 15,-1 1 2-15,0 1 0 0,1 2 2 16,-1 0-2-16,0 1 0 0,-2 0-2 0,3 2-3 16,-2-1-4-16,-1 0-6 0,1 1 0 0,-2-2 0 15,2-1 0-15,-2 1 0 0,-1 0 0 0,2-2 0 16,-1 0 0-16,-2 1 0 0,2-1 0 15,-4 1 0-15,3-1 0 0,-1 0 0 0,-1 0 0 16,2-1 0-16,-1-2 0 0,2-2 0 16,-2 1 0-16,4-5-3 0,0-2-24 0,0-1-16 15,-2-2-21-15,2-2-38 0,1-2-71 16,-1-2-88-16,2-4-151 0,-3 1-270 0,4-4-324 16,0 1-344-16,4 0-205 0,-3-2 86 0,4 3 640 15</inkml:trace>
  <inkml:trace contextRef="#ctx0" brushRef="#br5" timeOffset="10439.8">29865 10735 57 0,'5'-4'381'0,"-1"1"301"0,0 0 271 15,-3 0 23-15,1 0-207 0,0 2-168 16,-2-1-104-16,1 2-51 0,1 0-40 0,-2 0-52 16,-2 2-48-16,1 0-41 0,-3 2-50 0,3 0-53 15,-3 0-50-15,1 4-34 0,-2-1-21 16,1 3-13-16,-2 2-5 0,1 1-3 0,-2 4-2 15,3-1-2-15,-1 1-2 0,-2 4 0 16,1 2-2-16,0 1-2 0,0 2-2 0,1 1-4 16,-2 1-4-16,1 0-4 0,2-2-3 15,0 1-4-15,1-2-1 0,2-2-3 0,-3-2-1 16,4-1 0-16,-1-1 0 0,1 0 0 0,0-5 0 16,1 0 0-16,-1-3 1 0,2-2-1 0,0 1 0 15,-2-4 0-15,1 0-1 0,1-3 0 16,-2-1 1-16,1-1 0 0,1-2 1 0,0-3 1 15,1 0 1-15,0-4-1 0,1-3-1 16,1-2 1-16,0-2-2 0,1-3 0 0,1-1-2 16,0-6 2-16,1-1-2 0,0-2 1 0,-1-4-1 15,2-1 1-15,-3-3-1 0,2-2 1 16,1 1 0-16,1-1-2 0,-2 2 1 0,-1 2 0 16,1 1 1-16,-1 6 1 0,-2 3-1 15,-2 0 2-15,2 7 0 0,-2 2 0 0,1 3-1 16,-3 4 0-16,1 0 0 0,-1 0-2 0,1 3 1 15,1 3-1-15,-3 0 0 0,0-3-1 0,1 4 2 16,1 0-1-16,-1 1 1 0,1 0 0 16,0 1 1-16,-1 0 0 0,3 4 0 0,-1-3 0 15,-2 3 1-15,3-2-1 0,-1 6 0 16,0-2 0-16,0 2 1 0,0 0 0 0,-2 3 1 16,3 0 0-16,-4 3 1 0,1 0 1 0,-1 1 0 15,-1 2 0-15,1 0-1 0,-4 1 0 16,4 0-1-16,-1-1-1 0,-1 1 1 0,2-4-1 15,0 2 0-15,0-4-1 0,0 0-1 16,3-2 1-16,-3-1-2 0,2-1 1 0,0-3-1 16,-1 0 1-16,3-4 1 0,-3 1-2 0,2-1 2 15,1-2 0-15,-1-3 0 0,2 1 0 16,-1-4-2-16,1 2-1 0,0-4-9 0,-1 1-15 16,0 0-34-16,0 0-72 0,-2 1-75 15,-2-1-130-15,0 2-190 0,0 0-311 0,-2 0-316 16,2 2-213-16,0 3-87 0,0 0 401 0,0 0 571 15</inkml:trace>
  <inkml:trace contextRef="#ctx0" brushRef="#br5" timeOffset="11304.06">30111 10956 115 0,'0'1'356'0,"-1"2"185"0,-1 1 143 16,1-2-107-16,1 1-126 0,-2-1-74 0,-1 1-35 0,3-1-11 15,3 0 6-15,-1 0-8 0,-2-2-23 16,0-2-29-16,3 0-31 0,-2 0-29 0,1-3-19 15,1 0 0-15,4-3 9 0,-2 1 9 0,1-3-2 16,1-1-15-16,0 0-28 0,1-1-35 0,0-2-37 16,3-1-31-16,-3 1-19 0,1 1-14 15,1-5-8-15,1 3-4 0,-2 0-2 0,5-3-3 16,-2 2-4-16,0-1-2 0,-1 2 1 0,1 0-2 16,-2 1 1-16,-2 1 0 0,0 2 0 0,-1 3-1 15,-1 2 0-15,-2 1-1 0,0 1-4 0,-3 1 0 16,3 1 0-16,-4 2 0 0,1 2 2 15,-1 2 1-15,0 2 2 0,-1 2 2 0,-1 2 0 16,-1 0 0-16,-1 3 1 0,1 2 0 0,-3 0 0 16,3 1 1-16,-2 2 0 0,2-2 0 0,-2 3-2 15,4-4-2-15,-3 0-3 0,3-2-2 16,1 0-4-16,0-3-2 0,1-3 0 0,3-1 0 16,-3 0-1-16,2-3 2 0,2-3 0 0,0 0 0 15,3-3 0-15,-2 1 1 0,1-3-1 0,1-1-1 16,1-2 1-16,-1 2 0 0,0-1 0 0,1-1-2 15,0 1 1-15,0-1 0 0,0 0-2 16,0 3 2-16,-1 0-1 0,-1 3 0 0,-1-2 1 16,1 3 0-16,0 1 0 0,0 1 0 0,-4 4 1 15,2 1 2-15,-4 1-2 0,1 4 1 0,0 1 1 16,-2 1-1-16,-2 2-1 0,0 0 0 16,2 0 1-16,0 2 0 0,0-2-1 0,0 0 0 15,4-2 0-15,-1-2-1 0,-2-1 0 0,5-1 2 16,-1-2-2-16,1-4 1 0,1 0 0 15,1-3 0-15,3-3 1 0,-2 0-1 0,4-4 0 16,-4-5 1-16,4 1-2 0,1 0-1 0,-3-3-1 16,3 0 1-16,1 3-1 0,-4-3 2 0,1 3-2 15,1 1 2-15,-2 0-1 0,-1 1 1 0,-2 3 0 16,-2-1-2-16,2 5 1 0,-4-2 0 16,1 4 0-16,-2 3 0 0,1-1 1 0,-3 2 1 15,3 3 1-15,-3 2 0 0,1 2 2 0,-1-1-2 16,1 0 0-16,1 5 0 0,0-6 0 0,-2 2 0 15,4-1-1-15,0 0-1 0,0-3 0 0,1-2-2 16,0-1 0-16,2-2 0 0,0-2 0 0,-1-1 1 16,2 0-1-16,-1-3 2 0,-2 2-2 15,1-1 1-15,-2 0-1 0,-1 1-2 0,-1 1-6 16,-1 0-7-16,-1 2-12 0,1 0-28 0,-2 2-59 16,-2 2-65-16,-2 1-81 0,-2 1-141 0,-2 5-226 15,0-3-302-15,0 3-242 0,-2 2-203 16,2 0 31-16,0 0 482 0</inkml:trace>
  <inkml:trace contextRef="#ctx0" brushRef="#br5" timeOffset="12145.13">29452 11698 133 0,'4'0'683'0,"-4"-1"442"0,-2-1 116 0,0 1-123 15,2 0-437-15,-1-1-267 0,1 2-166 16,0 0-97-16,0-2-47 0,0 0-38 0,1-1-24 16,-1 2-16-16,0-1-14 0,4-3-6 0,-4 3-19 15,1 0-27-15,-1 0-80 0,0-1-149 16,0 1-248-16,0 1-283 0,0 1-266 0,0 0-198 16,0 3 129-16,0 0 484 0</inkml:trace>
  <inkml:trace contextRef="#ctx0" brushRef="#br5" timeOffset="12354.02">29835 11676 40 0,'8'2'630'16,"-3"2"539"-16,-1-3 169 0,0 0-158 15,-3 2-345-15,4-3-407 0,-4 2-197 0,2-4-114 16,-1 2-57-16,3-3-26 0,-2 0-17 15,4-2-11-15,0 0-17 0,1 1-25 0,0-1-46 16,0-1-112-16,0 1-180 0,-2 2-292 0,-1 1-267 16,1 2-242-16,1 0-80 0,0 0 343 15,1 1 486-15</inkml:trace>
  <inkml:trace contextRef="#ctx0" brushRef="#br5" timeOffset="12519.93">30241 11701 152 0,'8'5'554'15,"0"-1"313"-15,0 1 127 0,-3-2-163 0,-1-2-298 16,1 1-219-16,-1-1-149 0,-1-1-76 16,3-1-34-16,-2-1-22 0,3 1-9 0,-1-2-18 15,2 0-65-15,1-1-112 0,1 0-200 0,0 3-271 0,0 1-211 16,3 0-124-16,1 1 126 0,1 3 320 16</inkml:trace>
  <inkml:trace contextRef="#ctx0" brushRef="#br5" timeOffset="12690.07">31019 11781 93 0,'17'0'665'15,"-4"0"461"-15,-5 2 124 0,-2-2-136 16,-4-2-405-16,-1 2-328 0,-2-2-188 0,1 1-94 16,-5 1-49-16,1-2-29 0,1 1-12 0,-2-1-28 15,0 1-79-15,-3-1-151 0,-1 2-270 0,1 2-268 16,-4-1-264-16,2 2-177 0,-5 0 165 15,-4 2 481-15</inkml:trace>
  <inkml:trace contextRef="#ctx0" brushRef="#br5" timeOffset="12978.8">29482 12094 184 0,'-6'-3'774'0,"3"2"396"0,0-2 50 15,4-3-152-15,4 0-453 0,1-3-304 16,5 1-155-16,0-3-70 0,2 1-39 0,1-1-21 16,1 0-12-16,-1-1-2 0,-1 0-8 15,-1 4-2-15,1-1-7 0,-4 3-35 0,0 2-96 16,0-1-160-16,-1 4-293 0,-2 2-265 0,2 2-257 15,0 1-103-15,0 2 274 0,0 4 475 16</inkml:trace>
  <inkml:trace contextRef="#ctx0" brushRef="#br5" timeOffset="13119.87">30205 12120 146 0,'17'2'552'0,"-1"-2"322"0,-5 0 138 16,2 0-160-16,-5-1-294 0,0-2-233 0,0 0-147 15,-1 0-86-15,0-1-42 0,-1 1-24 16,1-2-15-16,2 1-30 0,-3 1-73 0,2 0-108 16,2 0-188-16,2 0-271 0,3 2-212 0,2-1-89 15,0 2 138-15,9-2 312 0</inkml:trace>
  <inkml:trace contextRef="#ctx0" brushRef="#br5" timeOffset="13261.22">31101 12037 255 0,'16'0'481'0,"-2"0"176"16,-7 0 92-16,-4 2-273 0,-5-2-233 0,-2 1-152 16,-3 0-134-16,-5-1-195 0,-3 0-252 15,-3 2-135-15,-2-2-16 0,-5 2 115 0,-2-2 193 16</inkml:trace>
  <inkml:trace contextRef="#ctx0" brushRef="#br5" timeOffset="13488.54">29683 12409 162 0,'-24'6'760'0,"4"-1"420"0,2-5 56 15,4 0-158-15,5-2-437 0,2-1-318 0,4-3-161 16,5 0-81-16,6-1-43 0,1-2-17 0,5-1-15 15,6-3-5-15,2 1-8 0,1 0-40 16,1 2-84-16,0-2-141 0,0 3-257 0,-1 0-278 16,-1 3-250-16,-4 3-133 0,-1 3 200 15,-4 3 441-15</inkml:trace>
  <inkml:trace contextRef="#ctx0" brushRef="#br5" timeOffset="13683.02">30118 12537 8 0,'19'2'408'0,"-3"-1"347"16,-5-1 221-16,1 0 22 0,0 0-317 0,-4-1-257 16,2-3-161-16,0 2-93 0,2-3-49 0,-2 0-25 15,0 1-27-15,4-1-30 0,-2-1-16 0,0 0-23 16,2 1-57-16,-1 3-98 0,0-3-121 16,0 2-216-16,1 2-271 0,2-1-202 0,1 2-31 15,1 2 216-15,3-1 329 0</inkml:trace>
  <inkml:trace contextRef="#ctx0" brushRef="#br5" timeOffset="13802.8">30681 12495 50 0,'28'1'315'0,"-2"-1"176"0,-5 1 140 0,0-1-12 16,-3 0-141-16,-2 2-94 0,-4 0-37 15,-1-1-9-15,-3-1 1 0,0 0-36 0,-2 1-51 16,-1-1-48-16,-2 3-45 0,-1-3-33 0,0 0-37 16,-2 0-30-16,0-3-47 0,-2 3-90 15,-1-1-140-15,-2 1-232 0,-3 0-273 0,-1 0-242 16,-3 1-134-16,1 2 150 0,-4-1 388 0</inkml:trace>
  <inkml:trace contextRef="#ctx0" brushRef="#br5" timeOffset="14054.26">29463 12945 330 0,'-19'7'704'0,"3"0"272"0,2-2 45 16,6-3-302-16,3 2-270 0,4-2-188 15,4-2-121-15,4 0-68 0,4-2-26 0,4-2-13 16,6 2-9-16,4-4-3 0,2 0-4 0,5 0 0 16,3 0-4-16,0-1-5 0,1-1-48 15,2-1-107-15,-4 2-159 0,3 0-291 0,-1-1-231 16,-2 3-182-16,0-1 38 0,-2 4 313 15</inkml:trace>
  <inkml:trace contextRef="#ctx0" brushRef="#br5" timeOffset="14220.25">30338 12947 309 0,'27'2'640'16,"-6"1"236"-16,-1-3 108 0,-5 0-214 16,1 0-230-16,-2-1-148 0,-2-1-86 0,2-1-49 15,-5-2-56-15,3 1-65 0,0-2-52 0,-2-2-37 16,2 0-24-16,2-1-11 0,1 1-24 0,0-1-58 15,0 1-110-15,0-1-159 0,1 2-295 0,0 1-265 16,2 2-219-16,-1 1-9 0,2 1 324 16,-2 2 414-16</inkml:trace>
  <inkml:trace contextRef="#ctx0" brushRef="#br5" timeOffset="25610.96">27849 8163 71 0,'0'0'136'0,"2"0"24"0,-2 1 17 16,0-1 18-16,0 2 17 0,0 0 13 16,0-2 15-16,0 2-1 0,0-2 6 0,0 2 0 15,0 0-1-15,0-2-3 0,0 1-6 0,0-1-6 16,0 0-13-16,0 0-21 0,0 0-18 16,0 0-23-16,0 0-18 0,0 0-17 0,1 0-20 15,-1 0-7-15,0 0 3 0,2 0-2 16,-2 1 9-16,3-1 3 0,-3 0 1 0,0 0 3 15,1 0-12-15,-1 0-6 0,0 0-19 0,2 0-5 16,-2 0-7-16,1 0-11 0,-1 0-6 16,0 0-4-16,0 0-10 0,2 0-9 0,-2 0-7 15,2 0-5-15,-2 0-4 0,0 2 15 0,1-2 14 16,3 1 4-16,-1 1 7 0,0-2 0 0,0 1 2 16,2 0-16-16,-1-1-16 0,1 2-4 15,-2-2-3-15,2 1-3 0,-2 1-4 0,1-2 3 16,0 2 3-16,0-1-1 0,0 1-3 15,1-1-2-15,-4 1 2 0,3-1 0 0,-1 1-2 16,2-1-3-16,-4 0-1 0,3 1 4 0,-1 1-1 16,-2-2 1-16,4 1-1 0,-4 0 3 15,2 0-2-15,-1 1-2 0,1-2 2 16,-1 1-1-16,-1 1-3 0,3-3 4 0,-3 2 1 16,-1 0 3-16,4-2-3 0,-3 3 0 0,1-2 4 15,-1 1-5-15,4-2 4 0,-4 1-3 0,2-1 1 16,2 2 3-16,-2-2-2 0,1 2 0 15,-1-1-5-15,2-1 0 0,-2 0-1 16,1 1-1-16,-1 1 0 0,1-2 4 0,-1 2 4 16,0-2-1-16,0 1 1 0,-1 0-1 0,1-1 0 15,-1 0-2-15,-1 2-1 0,4-2-1 16,-4 2-1-16,1-2-2 0,-1 0 1 0,-1 1-2 16,4-1 2-16,-3 0 3 0,1 1 1 0,0-1 2 15,1 2 3-15,-2-2-2 0,3 0-2 16,-3 0-2-16,4 1 0 0,-1-1-3 0,0 2-1 15,-1-2 3-15,-2 0 1 0,3 1 0 0,0-1-1 16,0 1 2-16,-3-1 2 0,2 0-3 16,1 0-4-16,0 0 0 0,-1 0 1 0,0 0-3 15,1 0 2-15,-1 0 2 0,2 0 2 16,-2 0 2-16,2 0-1 0,-4 0 4 0,5 0-3 16,-3 0 2-16,1 0-2 0,-1 0 1 15,0 0-2-15,0 0 0 0,1 0 0 0,-1 0-2 16,-2 0 0-16,4 0-3 0,-4 0-1 0,2 0-1 15,-1 0 2-15,1 0 2 0,-1 0-1 16,-1 0 4-16,3 0-1 0,-3 0 4 0,-1 0-3 16,4 0-1-16,-3 0 1 0,1 0-3 0,-1 0 1 15,4 0-1-15,-4 0 2 0,1 0-3 16,-1 0 0-16,3 0 4 0,-3 0 1 0,3-1-2 16,-1 1-1-16,-2-1 1 0,3 1 1 15,-1 0 0-15,0 0-3 0,1 0 2 0,-1 0-3 16,1-2 2-16,-1 2-2 0,-1 0-2 0,1 0 4 15,-2 0 0-15,3 2 2 0,-3-2-1 16,2 0 1-16,2 0 2 0,-4 1-1 0,1-1-5 16,-1 1 4-16,1-1-1 0,0 0 0 15,-1 0-1-15,-1 0 2 0,2 0 1 0,0 0-4 16,-2 0-1-16,1 0 2 0,1 2 1 0,-2-2-1 16,0 0 1-16,0 0 1 0,1 0-2 15,-1 0 2-15,4 0 0 0,-4 0 1 0,1 0 1 16,2 0-3-16,-1 2 1 0,0-2-1 15,0 0-2-15,0 0 2 0,0 0-4 0,-1 0 5 0,1 0-1 16,-1 0-1-16,3 0 0 0,-4 0-2 16,1 0 0-16,1 0 0 0,-1 0-1 15,-1 0 3-15,2 0 1 0,0 0-1 0,-1 0 1 16,-1 0-1-16,0 0-1 0,2 0 2 0,-2 1-2 16,1-1 0-16,-1 0 2 0,0 0 2 15,2 0 1-15,0 0-6 0,-1 0 2 0,-1 0 1 16,3 0-1-16,-1 0 1 0,-2 0 0 15,3 0 0-15,-3 0 1 0,1 0-2 0,-1 0 1 16,4 0-1-16,-4 0 1 0,1 0-1 0,-1 0 2 16,0 0 1-16,2 0 1 0,-1 0-3 15,-1 0 3-15,0 0 1 0,0 0-3 0,0 0-2 16,0 0 1-16,0 0 2 0,0 0-3 0,0 0 1 16,0 0-1-16,0 0 5 0,0 0-4 15,0 0 1-15,0 0-1 0,2 0-3 16,0 0 3-16,-2 0-1 0,1 0 0 0,1-1-3 15,0 1 4-15,1-2 0 0,-3 2-1 0,1 0-1 16,4-2-2-16,-4 2 4 0,1-1-4 0,-1 0 1 16,-1 1 1-16,2-2-3 0,0 2 6 15,-2-1 1-15,1 1-1 0,-1 0 0 16,0-2 2-16,2 2 1 0,-1-1-2 0,1 1 0 0,0 0 3 16,-1-1-4-16,1-1-1 0,0 0 3 15,1 2 1-15,-2 0-4 0,4-1 0 0,-4 0 2 16,2 1 2-16,1-2-4 0,-3 2 0 15,3 0 0-15,-3-2 1 0,1 2 1 0,-1-1-2 16,-1 1 3-16,2 0-3 0,0-1 0 16,-2 1 0-16,0 0-3 0,1 0 1 0,-1 0-1 15,2 0 2-15,-2 0 2 0,0 0-1 0,0-2-2 16,1 2 2-16,1 0 3 0,1-2-1 16,-2 1-2-16,1-1 2 0,-1 2 3 0,3-1 0 15,-3-2-3-15,1 3-2 0,0-2 2 16,-1 2-1-16,1 0 1 0,-2 0-3 0,0-2-1 15,1 2 1-15,-1 0 0 0,0-3 0 0,2 1 0 16,-2 1 3-16,2-2-1 0,-2 1 4 16,0 0-1-16,0 0-1 0,0 1-2 0,0-2-1 15,0 1 7-15,0 0 0 0,0 0-2 0,0 1 4 16,0-1 1-16,0-1-1 0,0 0-5 16,0 1 1-16,1-1 2 0,1 1-1 0,-2-1-3 15,1 0-2-15,4 0 3 0,-4-1-1 16,1 0-5-16,-1 0 2 0,3-1-1 0,-3 1 3 15,1 0 2-15,0 0-1 0,-1-1 1 0,1 1-5 16,-1-2-1-16,3 2 0 0,-3 1-4 16,-1-2 3-16,2 0 3 0,-1 2 2 0,1-1 3 15,0 1-2-15,0 1 0 0,-2-3-2 16,2 2-1-16,0 0 3 0,-1-2-4 0,1 2 3 16,-2-1 0-16,1 2-2 0,1-3 0 15,0 3-1-15,-2-4 2 0,3 4-2 0,-2-2 0 16,1 0 2-16,0 0-1 0,-1 1 1 0,-1 0 2 15,3-2-2-15,-3 2 1 0,2 1-1 16,0-3-1-16,-1 3 0 0,-1-2-1 0,3 2 3 16,-1 0 0-16,-1-1 0 0,1 0-1 0,-1 0-1 15,1-3 2-15,0 4-4 0,-1 0 1 0,2-1 0 16,-3 1 4-16,4-2-2 0,-4 0 1 16,1 1 0-16,3 0 0 0,-3-1 1 15,1 1 0-15,-1-2-2 0,2 0-1 0,-1 2 3 0,1-2 1 16,-2 1-4-16,3-1-1 0,-3-1-1 15,1 1 3-15,-1 1-1 0,3-1 0 0,-3 0-3 16,-1-1 4-16,2 2-3 0,0-2 1 16,-1 2 1-16,1-1-2 0,-2 2 1 15,1-2-1-15,2 1 2 0,-1 0-1 0,-2 1 3 16,0-2 4-16,1 1 2 0,1-1 1 0,-2 1 4 16,1 0-6-16,-1-2 1 0,2 1-4 0,0-1-1 15,-2 1-5-15,1 1-3 0,-1-1 6 16,0 1-1-16,2-1-1 0,-2 0 1 15,1 3 3-15,-1-3 1 0,2 3-2 0,-2-3-5 16,2 0 2-16,-2 1-3 0,1-1 0 0,1 3-1 16,0-4 2-16,-2 2 5 0,3-1 0 0,-3 1 1 15,1-2 1-15,-1 2-1 0,5-1-5 16,-5-1-1-16,1 3 2 0,1-1 1 0,-1-1 0 16,-1 3 3-16,0-3 4 0,2 2-3 15,-2 0-3-15,2-2 3 0,-2 2-2 0,0-3-2 16,0 4 0-16,1-3 3 0,-1 1-5 0,0 0 0 15,2 0-1-15,0-1-1 0,-2 1-2 16,3-1-2-16,-3-1 7 0,1 2-1 0,-1-2 1 16,4 1 2-16,-4 1 1 0,1-2 3 15,1 1-3-15,-2-1 1 0,0 1 1 0,1-1-2 16,-1 2-2-16,0 1 0 0,2-1 2 0,-2 1-2 16,3 0-1-16,-3-1 1 0,0 2 1 15,0 0-1-15,0-1 1 0,1 1 1 0,-1 0 2 16,0-1-4-16,2 0 3 0,-2 2-4 15,1-3 0-15,-1 0 0 0,2 1 1 0,0-2 3 16,-2 1-2-16,1-1 2 0,-1 0-3 0,4-1 1 16,-4 2-2-16,1-1 1 0,1 1 2 0,-1 0-3 15,-1-1 2-15,2 0 0 0,0 2 4 16,-1-1-5-16,-1 1-2 0,0 1 6 16,2-2-4-16,-2 1 0 0,1 0-1 0,-1 0 0 0,0 0 1 15,2 0 0-15,-2 1-1 0,2-2 0 16,-2 2-1-16,0-2 1 0,2 2 1 0,-2-3 0 15,0 3 3-15,0-1-2 0,0 0-2 16,0-1 2-16,0 1-1 0,0-1 0 0,2 0 3 16,0 1-2-16,-2 0 0 0,0-1 0 15,0 1-1-15,3-2-4 0,-3 2 2 0,1-1 2 16,-1 1 3-16,4-2-5 0,-3 3 5 0,1-4 1 16,-1 3-5-16,3 1 2 0,-3-2-2 15,-1 2 3-15,2-2-1 0,-1 1-1 16,1 1 3-16,0-1-2 0,-1 0 2 0,-1-1-1 15,3 0-2-15,-1 1 0 0,-1 0-4 0,1 0 4 16,-2 0 1-16,1 1 0 0,-1-2-1 0,2 1-3 16,-2-1 2-16,2 1 0 0,-2 0 1 15,0 0-2-15,1 2 2 0,-1-3 2 0,2 2 0 16,-2-1-4-16,0 1 2 0,1 1 2 16,-1-4 1-16,0 5-1 0,4-3 1 0,-4 1 1 15,0-1-4-15,0 2-1 0,1-2-1 0,-1 0 1 16,0-1 2-16,2 3-2 0,-1-2 2 15,-1 0 1-15,0 1-4 0,2 0 1 0,0-1 0 16,-2 1 2-16,0 0 0 0,1 0-1 16,-1-1-1-16,3 1-1 0,-3-1 1 0,2 0 1 15,-1 0-4-15,1 0 5 0,-2 1-1 0,1-4-3 16,3 2 2-16,-3-1 1 0,2 1-1 16,-1-1 0-16,1 1 2 0,-1 0 1 0,1-1-4 15,-1 0-3-15,2 3 5 0,-2-3-2 16,1 2 1-16,-3 1 1 0,1 0 0 0,3-1 2 15,-4 1-1-15,1 1 3 0,-1-1-2 0,2 1-4 16,-1 1 1-16,-1 0-2 0,0-2 2 16,0 2-1-16,0-1-2 0,0 1 4 0,2 0 1 15,-2-1 0-15,2 1-2 0,-1-2 0 0,-1 0-1 16,2 2 2-16,0-1-1 0,-1 0 3 16,1 1 2-16,-2 0-4 0,1-2 2 0,-1 2-5 15,5-2 4-15,-5 2-1 0,0 0-2 16,1 0 4-16,1 0-2 0,-1 0 2 0,3 2-2 15,-3-2 0-15,3 0 1 0,-1 2-3 0,-2-2 1 16,3 0 1-16,0 1-1 0,1 0-1 16,-4-1-2-16,2 2 2 0,1-2 2 0,-1 2-1 15,0-1 3-15,-1 0-2 0,1 1 4 16,-1-1-3-16,1 2 1 0,-2-1-4 0,1-1 1 16,0 3 1-16,0-3-1 0,2 2 4 0,-3-2-3 15,1 2 1-15,-1 0 0 0,3 0 0 16,-4 0-2-16,3 0-1 0,-2 2 4 0,3-2 1 15,-3-2 0-15,1 2-1 0,-1 0 1 16,1-1 2-16,0 0-4 0,0 2 3 0,-2-3-2 16,0 3 5-16,2-4 9 0,-2 4 5 0,0-2 7 15,0 0-1-15,2 1 4 0,-2-1-1 16,0 1-10-16,0-2-2 0,0 2-9 0,1-1 0 16,1 1-6-16,-2-1-3 0,0 0-4 15,1 0 1-15,-1 1 3 0,0-1-1 0,0 0 5 16,2 1 2-16,-2-1 1 0,0 0 0 0,0 2 1 15,-2-1 34-15,2 1 23 0,0-1 16 0,-1 2 9 16,-1-3 2-16,1 4 2 0,-3-1-29 16,2 0-23-16,0 1-14 0,0-2-11 0,1 2-11 15,-1 0-3-15,1 0-1 0,-3 0-2 16,3-2-1-16,-1 3 1 0,1-2 0 0,1 0 1 16,-4 2-1-16,4-4 1 0,-1 2-3 0,-1 0 5 15,1-1-1-15,1 2 1 0,-2-1-4 16,0 1 1-16,0-2 0 0,2 0 0 0,-2 1 2 15,0-1-1-15,2 0 1 0,-1 0 1 16,1-1 1-16,0 1-5 0,0 0-3 0,0 1 2 16,0-2 1-16,0 0-3 0,0 3 0 0,0-2 2 15,0-1 1-15,0 1-1 0,-2 2-2 16,2-1 1-16,-1 1 2 0,1-2 1 0,-4 2 0 16,4-1 0-16,-1 1 0 0,-1-2 1 0,1 1-2 15,-3 1 3-15,4-1 1 0,-1 1-1 0,-1-2 0 16,0 0-2-16,2 1-2 0,-1-2-1 15,1 2-1-15,-2-4 0 0,2 2 1 0,0 1 2 16,-1-3 1-16,1 2 2 0,0 1 0 16,-3-2 0-16,1 2 0 0,2-1 2 0,0 1-1 15,-1-1-4-15,-1 2 0 0,1-3 0 16,1 3-4-16,-2-1 0 0,0 2 2 0,2-2 4 16,-1 2-2-16,1-3 4 0,0 1 1 0,-2 1-1 15,1-2-2-15,1 1-1 0,-2 0 3 16,0 1-2-16,1-2-2 0,1 2 1 0,-2-2 2 15,0 1-2-15,1-1-1 0,-1-1 2 16,1 3-1-16,1-3 2 0,-3 2-2 0,1-2 5 16,1 2-1-16,1-2-2 0,-2 1 0 0,1 0-1 15,1 0-1-15,-2 1 0 0,2-2 1 16,-2 0 2-16,2 1 1 0,0-2-2 0,0 2 1 16,0-1-3-16,0 0-2 0,2 0-1 0,-2 1-1 15,2 0 2-15,-2-1-1 0,0 1 1 16,1 0 2-16,-1 0 2 0,2 0 0 0,-1 1-1 15,-1-2 1-15,5 4-1 0,-5-4-1 0,1 3 1 16,1 0-1-16,-1-2 0 0,1 1 1 16,0 1 0-16,-1-2 1 0,-1 0-2 0,2 0 2 15,-2 1-2-15,2-1 2 0,-2 0 0 16,0 0 0-16,0 0-1 0,0 0 2 0,0 0 0 16,0 0-1-16,1 0 0 0,-1 0 0 15,2 0-2-15,-2-1 1 0,0 0 0 0,0 1-2 16,0-2 0-16,0 1 0 0,0 1 2 0,0-3-3 15,0 4 2-15,0-2 2 0,0 0 0 16,0 1 3-16,0 0-2 0,0 0-1 0,0 1-1 16,0-2-2-16,0 2 1 0,0-2-3 0,0 1 2 15,0 0 0-15,0 0 0 0,1-2-1 16,-1 3 2-16,0-3 2 0,2 1-1 0,-2 1-1 16,2-2 1-16,-2 1-1 0,0-2 0 0,0 1-2 15,0 1 2-15,0-1 1 0,0 2 1 16,0-2 1-16,0 1 0 0,0 0 0 0,0 0 1 15,0 2 0-15,-2-2 0 0,2 1 8 0,-2 3 11 16,2-4 4-16,-1 1 3 0,-1 2 1 16,1 0 1-16,1-1-6 0,-2-1-11 0,0 3-5 15,1-2-4-15,-3 1-2 0,3-1-1 16,-1 1-2-16,1-1 2 0,-4 0 0 0,4 2 1 16,-2-2 0-16,1 1-1 0,0-1 0 0,1-1 0 15,-1 0 0-15,0 0-3 0,1 0 3 16,-1 0-1-16,2 0 2 0,-1 2-2 0,-3-3 2 15,3 3-1-15,-1-3-3 0,1 1 2 16,-4 1-1-16,5-1 2 0,-1 0-1 0,-2 1-2 16,1-1 3-16,0 1-3 0,1 0 3 0,-3-2-2 15,4 3-2-15,-3-1 1 0,2 0 0 16,1-1 0-16,-2 0-2 0,0 0 0 0,2 0 2 16,-1-2-1-16,1 3 0 0,0-3 1 0,-2 0-1 15,2 1 1-15,0 0 0 0,0-1 0 16,0 0 0-16,-1 1-1 0,1-1 1 0,0 1 1 15,-2 0-1-15,2 1 0 0,-3-1 0 0,3 1 0 16,0-1-1-16,-1-1 0 0,1 1 0 16,0-1 0-16,0 1-1 0,0 0 0 0,0 0 2 15,0-2-1-15,0 2 1 0,0-1 1 16,0 0 2-16,0 1-2 0,-2-2-1 0,2 2 1 16,0-2-1-16,-2 2-1 0,2 2-1 0,0-3 1 15,0 3 1-15,0-4-1 0,-1 4 0 16,1-1 1-16,0 0 0 0,0 0 0 0,0 0 0 15,-2 0 0-15,2-1 1 0,0 0 1 16,0 0-2-16,0 1-1 0,0-2 0 0,0 2 1 16,0-1-1-16,0 0-1 0,0 0 2 15,0-1 3-15,0 1-4 0,0 1 1 0,0-1 0 16,0-1-1-16,0 1-1 0,0 1 0 0,0-2 1 16,0 0 0-16,0 1 3 0,0-2-1 0,0 2 0 15,0-1 1-15,0 0-1 0,0 1 0 16,0-2-1-16,0 2 0 0,0-2 0 0,0 0-3 15,0 2 1-15,0-2 1 0,0 0-2 0,0 0 0 16,0 3 3-16,0-3-1 0,0 0 0 16,0 0-2-16,2 0 0 0,-1 1 2 0,-1-1-1 15,0 0 1-15,0 1 1 0,4-1 2 16,-4 1 0-16,1-1 0 0,2 0-1 0,-1 3-1 16,-2-3 1-16,3 0-1 0,-2 0 0 15,1 2 0-15,1-2 0 0,0 0 2 0,-1 0-1 16,1 0 0-16,1 0 2 0,-1 0-2 0,-2 0 1 15,4 0-1-15,-2 0-1 0,-2 0-1 0,1 0 2 16,0 0-1-16,-1 0-1 0,2 0-1 16,-1 0 3-16,1 0 0 0,-1 0-1 0,1 0 0 15,-1 0 0-15,4 2 2 0,-5-2-2 16,2 0 3-16,1 0-2 0,-1 0-1 0,0 0 0 16,0 0-2-16,1 0 0 0,0 0 1 0,1 3 1 15,-4-3 1-15,2 1 1 0,2-1-2 16,-1 0-1-16,-1 2 0 0,2-2 1 0,-2 1 0 15,2-1 0-15,-1 2 0 0,1 0 0 0,0-1-1 16,-2-1 1-16,2 1 0 0,-1-1-2 16,2 2 1-16,-1-2 2 0,0 2 0 0,0-2-1 15,0 0 1-15,-1 1-1 0,1-1 1 16,3 1-1-16,-3-1 1 0,-1 0 0 0,0 2 0 16,1-2-1-16,-1 2 1 0,2-2 2 0,-1 0-1 15,-2 0 0-15,4 0-1 0,-4 1 0 16,2-1 1-16,1 0-4 0,-2 0 2 0,0 0-1 15,1 0 1-15,-1 0 0 0,1 0 0 0,3 0 1 16,-4 0-1-16,1 0 1 0,0 0 0 16,0 0 0-16,0-1 3 0,2 1-1 0,0 0 0 15,-2-2 0-15,-1 2 0 0,1 0-2 0,2 0-3 16,-3 0-1-16,1 2 1 0,0-2 1 16,-2 0 1-16,2 1 0 0,-2 0 1 0,0 1 1 15,0-2-2-15,3 1 0 0,-3 1-1 16,1-1 0-16,0 0-1 0,0-1-2 0,-1 0 4 15,2 2 0-15,-4-2 0 0,5 0 0 0,-3 2 0 16,1-2 1-16,-1 1 0 0,0-1 1 0,0 0-1 16,1 0 2-16,-1 0-2 0,-2 0 1 15,4 0 1-15,-4 0-3 0,2 2 0 16,-1-2 0-16,1 0-1 0,-1 0 1 0,1 0-1 16,0 0 0-16,1 1 1 0,-1-1 1 15,-2 0 0-15,4 0-2 0,-2 0 2 0,0 0 0 16,0 2 1-16,1-2 0 0,0 0-1 0,0 0 0 15,-1 0 2-15,3 0-2 0,-2 0-1 0,0 0 3 16,1 0-2-16,-1-2 3 0,0 2-3 16,0 0 1-16,2 0-2 0,-1-1-2 0,-2 1 2 15,1 0-1-15,0 0 0 0,0 0 0 16,0 0 2-16,1 0 0 0,0 1-3 0,-1-1 1 0,0 0 0 16,0 2 0-16,0-1 1 0,1 1 1 15,-1-2-1-15,1 3 4 0,-1-3-4 0,1 0 3 16,0 1-3-16,-2-1 0 0,2 1 3 15,-2-1-2-15,5 0 4 0,-5 0 2 0,2 0 1 16,0-1 2-16,-2 1-3 0,2 0 2 0,1 0-2 16,-3 0-2-16,2-1-1 0,-2 1-1 15,2 0 1-15,-2 0-1 0,2 0-1 0,-2 0 0 16,1 0-1-16,-1 0 1 0,1 0-2 16,-3 0 2-16,3 0-1 0,-1 1-1 0,-2-1 0 15,1 0-1-15,0 0 1 0,1 1-1 16,-2-1 1-16,1 0 0 0,0 0 1 0,-2 0-3 15,2 0 0-15,-2 0-2 0,0 0-8 0,-2 0-41 16,0 2-74-16,-1-2-127 0,0 0-254 16,-2 2-298-16,-2-2-354 0,2 0-328 0,1-2-82 15,-1 0 530-15</inkml:trace>
  <inkml:trace contextRef="#ctx0" brushRef="#br5" timeOffset="26554.28">30111 8136 305 0,'0'2'665'0,"0"1"316"0,2-2 104 0,-2-1-260 15,2 1-222-15,-2-1-169 0,0 0-121 0,0 0-78 16,1 0-34-16,1 0 18 0,1-1 18 0,0 0 4 16,4-4-10-16,0 1-16 0,0-2-33 0,2-1-47 15,1-2-42-15,2-2-25 0,1-2-13 16,3-1-7-16,-3-1-7 0,4-1-4 0,-3-1-5 16,5-2-2-16,-1 0-5 0,0-1-4 0,3 1-3 15,-5-2-3-15,3 1 0 0,-2 2-2 0,-1 0 0 16,-3 3 2-16,1 2-1 0,-6 1 1 15,0 3-1-15,-2 1-1 0,0 3-1 0,-3 1-2 16,1 1-1-16,-1 1-3 0,-2 0-2 0,-1 0-2 16,2 2-1-16,-2 0 1 0,2 0-1 0,-2 4 1 15,0-2-1-15,0 3 2 0,0-1-1 16,0 2-1-16,0 0 1 0,0 2 4 0,0 0 2 0,0 3 3 16,0 0 2-16,0 3 3 0,0-2 0 15,-2 4 0-15,0 0-3 0,2 1-2 0,-1 1-2 16,1 0-2-16,0-1-1 0,0 0-2 0,0 2-1 15,0-5 0-15,1 1-2 0,1 0 0 0,0-1-1 16,-1-3 0-16,3-1-1 0,-4 0-1 16,3-2 1-16,-2-1-1 0,-1-1-1 0,0-2 0 15,0 1-1-15,0-1 0 0,0-4 1 0,-1 4-2 16,-2-4-9-16,1 4-14 0,-1-4-23 16,-2 2-54-16,-2-1-73 0,-2-1-100 0,3 2-156 15,-1-1-256-15,1 1-322 0,0-1-277 0,0 3-185 16,1-3 137-16,2 4 570 0</inkml:trace>
  <inkml:trace contextRef="#ctx0" brushRef="#br5" timeOffset="27270.74">30760 8016 39 0,'5'-2'457'0,"-2"1"423"0,0 1 282 0,-1-2-46 16,-1 1-312-16,1 1-231 0,-2 0-140 15,0 0-80-15,0 1-44 0,0 1-35 0,0 3-32 16,0-1-35-16,0 2-49 0,-3 1-41 0,3 1-37 15,-4 2-24-15,3 4-10 0,-1 1-7 0,1 0-6 16,-3 3-7-16,3 1-6 0,-3 1-4 16,1 1-6-16,2 0-5 0,1 0-2 0,-3 1-2 15,3-1 0-15,0 0 0 0,3-3-1 0,-2 1 0 16,2-5 0-16,1-2 0 0,-1 0 0 16,2-5 0-16,0-1 0 0,-1-3 2 0,4-3-1 15,-2-5 2-15,2 0-1 0,0-6 1 0,2 1-1 16,-2-3-1-16,1-1 1 0,-1-3-1 0,0 0 0 15,0-3 1-15,-2-1-1 0,1-1 1 0,-1-1 0 16,-3-1-1-16,0-2-1 0,0 3 0 0,-1-3 1 16,-1 3-1-16,-1 2 1 0,0 3 1 15,0 3 5-15,0 2 3 0,0 5 0 0,0-1 0 16,0 5 0-16,-1 2-1 0,-1 4-5 0,-1 5-1 16,0-1-2-16,0 2-1 0,-2 3 0 0,2 1-1 15,0 1 1-15,0 2-1 0,-1 1 2 16,3 0-1-16,1-1 1 0,0 0 0 0,1-1-1 15,1-2 1-15,1-1-1 0,4-2 1 0,-1-3-1 16,2-2 0-16,0-3 1 0,1-2 0 0,4-3 0 16,-4-3 1-16,4-1 0 0,0-4 0 0,-2 0 0 15,3 0-1-15,-3-1 0 0,1 0 1 16,-2-1-1-16,0 1 0 0,-4 2 0 0,2 2 1 16,-4 1 0-16,0 2-1 0,0 0-1 0,-2 4-1 15,0 2 1-15,-1 0-2 0,1 1-1 0,0 5 2 16,-2-1 0-16,-2 5 1 0,0 0 0 0,2 2 1 15,-1 2-1-15,-3 1 0 0,1 1 0 16,0 2 0-16,0-2-2 0,0 3 0 0,-2-2 0 16,4 0-1-16,-3-1-4 0,4-2-23 0,-3 0-65 15,3-4-77-15,0-1-130 0,0-3-208 0,3-1-318 16,-1-3-347-16,1-2-244 0,5-2-79 16,-3-4 444-16,3-2 608 0</inkml:trace>
  <inkml:trace contextRef="#ctx0" brushRef="#br5" timeOffset="27940.08">31105 8217 334 0,'1'2'689'0,"2"-2"282"0,1 0 106 0,0-2-268 15,4-4-218-15,-2-2-160 0,2 1-65 0,5-4-2 16,-4 0-8-16,3 0-35 0,-2-3-36 0,2 1-38 15,-1 1-49-15,1-2-58 0,-1 1-46 0,1 1-28 16,-3 1-18-16,0 3-11 0,0-1-6 16,-3 3-8-16,1 1-7 0,-2 2-5 0,2 1-4 15,-2 2-2-15,-1 2 0 0,1 2 2 0,-2 2 2 16,-2 2 1-16,-1 0 0 0,0 5 1 0,0-1-3 16,-1 1 1-16,-2 1-3 0,0 1-1 15,1 0-1-15,1 0 0 0,-1-3-2 0,2 0 0 16,2-2-1-16,-1-1 0 0,4-2-1 0,-2-1 1 15,2-4 0-15,0-2 1 0,1 0-1 16,5-2 1-16,-3-4 1 0,1-1 0 0,1-1-2 16,2 0 1-16,-2-2-1 0,0 2 0 0,0-1 0 15,-2 0 0-15,1 1-1 0,-2 1 1 0,-1 1-1 16,1 1 1-16,-2 2-1 0,0 0-1 16,-1 0 0-16,1 2 0 0,-2 1 0 0,0 1 1 15,0 1 0-15,0 0 1 0,1 0 1 0,-3 2-1 16,3 0 0-16,-1 2 2 0,-2-1-1 0,1-1-1 15,1 3 2-15,0 1-1 0,-2-2 0 0,1 0-1 16,0-1 0-16,-1 0 0 0,3 0-1 0,-3-1 0 16,1-2 1-16,1-1 0 0,2-1-1 15,1-1 2-15,2-5-1 0,0-1 0 0,1-1 0 16,2-1-1-16,-1-2 0 0,1 0 0 0,0 0 1 16,-3 3-1-16,0 1 0 0,-2-1 0 0,2 2 0 15,-3 2-1-15,-1 2 0 0,0 1 0 16,-1 1 1-16,-1 3 0 0,1 0 0 0,-3 4 1 15,0 1 1-15,0-1 0 0,0 3 1 0,0 1 0 16,0 0 0-16,0-1-1 0,0 1 0 0,0-2-1 16,0 0 0-16,1-2-2 0,4-2-1 0,-1 0 0 15,0-3-1-15,2-1-1 0,1-1-6 16,2-2-9-16,0-2-22 0,-1 2-65 0,-1-3-71 16,-1 2-115-16,-3-1-180 0,-3 2-304 0,0 2-336 15,0 0-245-15,-2 2-134 0,-4 0 319 0,2 0 610 16</inkml:trace>
  <inkml:trace contextRef="#ctx0" brushRef="#br6" timeOffset="34403.56">26889 14352 102 0,'2'0'645'0,"0"1"449"16,-2 1 141-16,0-1-114 0,1-1-416 0,-1 2-301 16,0-1-169-16,2-1-95 0,-1 0-52 0,-1 0-26 15,5 0 30-15,-4 0 46 0,6 0 33 16,-2-1 18-16,1-1 0 0,0-2-9 0,5-1-41 16,-3-3-48-16,2 0-38 0,1-1-23 15,-3 1-13-15,1-3-6 0,-2 1-3 16,-1 3-1-16,-3-1-1 0,2 2 2 0,-5 0-2 15,1 2 2-15,-2 1-4 0,-1 2 0 0,-1-1-2 16,0 4-4-16,-3 0 2 0,1 3-5 0,2-1-2 16,-4 4 0-16,4-1-3 0,0 0-36 15,0 1-60-15,-2 1-52 0,4-1-85 0,-1-1-147 16,2-3-233-16,0 3-277 0,2-2-221 16,-1 0-192-16,4-2 92 0,-1 0 465 0</inkml:trace>
  <inkml:trace contextRef="#ctx0" brushRef="#br6" timeOffset="34670.74">27210 14355 372 0,'-6'3'897'0,"1"-2"318"0,-3 2-8 0,2 0-278 16,-2 0-281-16,4 1-190 0,-1 0-118 15,0-2-69-15,2 0-47 0,1 1-44 0,0-3-61 16,2 1-52-16,0-1-33 0,4-1-17 16,-1 1-8-16,2-3-6 0,0 1 1 0,2 0-2 15,-1-2-2-15,1 2-28 0,-1-2-56 16,1 3-51-16,-1 0-69 0,-3-1-126 0,2 2-180 16,-4 0-287-16,2 2-226 0,1 0-211 0,1 2-37 15,-2 0 357-15,3 2 475 0</inkml:trace>
  <inkml:trace contextRef="#ctx0" brushRef="#br6" timeOffset="34920.87">27458 14418 77 0,'-4'-4'662'0,"1"0"501"15,0 0 208-15,-1 0-46 0,3 1-370 0,-1 2-359 16,1-1-193-16,-1-1-109 0,0 1-84 16,2 0-87-16,-1 2-55 0,1-3-32 0,0 1-19 15,0 2-12-15,0-1-5 0,0 1-3 0,1 1-5 16,1 1-32-16,0 1-68 0,-1-1-71 16,1 0-128-16,-2 2-217 0,-2 1-320 0,1 1-305 15,-1 1-215-15,0 2-41 0,1 1 440 16,-3 1 567-16</inkml:trace>
  <inkml:trace contextRef="#ctx0" brushRef="#br6" timeOffset="35137.54">27362 14686 12 0,'-9'3'514'0,"2"-1"474"16,-1 0 230-16,-1 1-63 0,1-3-334 15,0 0-345-15,2 0-209 0,-2 0-111 16,3-3-60-16,0 3-37 0,4-2-29 0,-2 0-17 16,3-1-21-16,0 0-56 0,0-3-112 0,0 1-164 15,-2-1-288-15,0 2-277 0,1 0-241 16,-1 0-63-16,0-1 327 0,-1 0 456 0</inkml:trace>
  <inkml:trace contextRef="#ctx0" brushRef="#br6" timeOffset="35320.96">27169 14597 380 0,'-6'0'749'15,"-1"0"299"-15,-2 0 83 0,3 0-309 0,-2 0-265 16,1-1-187-16,-1 0-112 0,1-1-85 0,0 0-67 16,1 1-46-16,-1-2-30 0,3 2-12 0,-1-2-15 15,1 1-33-15,-1 0-77 0,0-3-122 16,0 2-149-16,-1-2-270 0,0 3-272 0,-1-2-204 15,2 3 27-15,1-2 334 0,0 1 379 16</inkml:trace>
  <inkml:trace contextRef="#ctx0" brushRef="#br6" timeOffset="35502.47">26902 14575 257 0,'-9'0'703'15,"2"0"371"-15,1 0 110 0,-1-1-244 0,1-1-283 16,3 2-216-16,-2-1-140 0,4-1-102 0,-2 1-66 15,1-1-49-15,0 2-36 0,2-1-24 16,0 0-18-16,4-1-21 0,-1 0-28 0,-2 1-77 16,-1 1-143-16,4 0-255 0,-3 0-279 0,4 3-266 15,-1 1-200-15,1 1 121 0,-2 1 486 16</inkml:trace>
  <inkml:trace contextRef="#ctx0" brushRef="#br6" timeOffset="35730.56">26876 14793 114 0,'-1'1'524'0,"-1"1"313"16,1-1 147-16,-2-1-112 0,1 0-329 0,2 2-247 16,0-2-147-16,0 0-75 0,2 0-38 0,1 0-18 15,0-2-9-15,2 2-41 0,-2-1-85 0,2-1-129 16,0 2-232-16,-2 0-244 0,3 0-172 15,-2 2 2-15,3-1 221 0,-2 2 304 0</inkml:trace>
  <inkml:trace contextRef="#ctx0" brushRef="#br6" timeOffset="35869.9">27000 14893 97 0,'1'3'400'15,"3"-2"263"-15,-3 3 189 0,-1-4-128 0,3 0-205 16,-3 0-175-16,2-2-130 0,0 0-91 15,1 0-60-15,2-2-29 0,1 1-17 0,2-1-9 16,0 0-38-16,0-1-57 0,1-1-86 16,1 3-131-16,-1 0-223 0,0 0-208 0,1 2-63 15,0 1 97-15,0 0 220 0</inkml:trace>
  <inkml:trace contextRef="#ctx0" brushRef="#br6" timeOffset="36020.75">27242 14872 168 0,'6'2'485'0,"-3"-1"324"0,2 1 207 15,-3-2-134-15,1 2-181 0,-1-2-168 0,-1 0-135 16,2 0-114-16,-3-2-91 0,5 0-70 16,-1-1-48-16,0 0-30 0,2 0-24 0,1-1-17 15,1 0-37-15,-1-2-107 0,3 1-180 16,-4-1-292-16,5-1-260 0,-1 2-258 0,-1 0-109 16,4 1 309-16,-1 0 494 0</inkml:trace>
  <inkml:trace contextRef="#ctx0" brushRef="#br6" timeOffset="36852.76">27946 14359 69 0,'-2'3'528'16,"1"-3"425"-16,-3 2 225 0,4-2-66 15,-1 0-359-15,1-2-275 0,0 1-171 0,0-2-97 16,1-3-57-16,4-2-17 0,3-2 2 16,-2-2 10-16,4-3 7 0,-1-3 6 0,5-2-6 15,-2-2-21-15,3-3-17 0,0 2-17 0,-2-2-11 16,0 2-18-16,1 0-7 0,-2 4-6 16,-3 1-9-16,-1 1-9 0,1 5-6 0,-4 2-7 15,0 2-6-15,-2 3-5 0,-1 0-3 0,-1 4-2 16,3 2-3-16,-4 5-1 0,-2 3-1 15,0 3-1-15,2 3-1 0,-1 0 0 0,-1 6-3 16,1-2 0-16,1 3 0 0,-2 2-1 0,0 1 0 16,1 0 0-16,-1 0-1 0,1 1 1 15,-3 1 1-15,3-3-2 0,-2 0 1 0,-2-1 0 16,4-2 1-16,-1-3-1 0,0-2 0 0,1-2 1 16,-1-1-2-16,2-3 0 0,0-1-1 15,-1-2-2-15,1-2 2 0,-2-1-2 16,2-1 1-16,-2 0-1 0,2-2-5 0,0 1-23 15,-1-2-55-15,1 0-65 0,-2 0-83 0,1-3-145 16,4-2-265-16,-2 0-307 0,3-3-257 0,0-2-198 16,6-3 68-16,-1-2 531 0</inkml:trace>
  <inkml:trace contextRef="#ctx0" brushRef="#br6" timeOffset="37189.37">28352 14227 278 0,'3'5'664'15,"-2"-1"288"-15,1 4 133 0,-2 0-211 16,0 5-260-16,0 2-189 0,0 0-93 0,0 4-36 16,2 1-45-16,-2 1-48 0,1 0-44 0,1-1-27 15,1-1-30-15,4-3-38 0,-3 0-31 16,5-4-17-16,3 0-2 0,-3-6-4 0,4-2-5 16,1-2 2-16,2-6 0 0,-3-2 0 0,1-3 0 15,-2-3-3-15,1-1 3 0,0-4-2 16,-5 1 0-16,0-1 2 0,-2-2 0 0,-3 1 2 15,-5 0-3-15,-1 0 0 0,-4-2-1 16,-2 2 1-16,0 2-3 0,-4 0 27 0,1 0 21 16,-2 4 6-16,1 3 4 0,-2 5 0 0,0 1 1 15,0 6-30-15,0 1-14 0,-1 3-8 0,0 5-9 16,2 4 1-16,0 0-4 0,2 4-1 16,0-1-1-16,2 3-1 0,2-2-11 0,4 1-60 15,0 0-60-15,4-2-98 0,0-5-169 16,4-2-302-16,4-3-313 0,0-1-235 0,6-6-131 15,2-2 266-15,2-2 558 0</inkml:trace>
  <inkml:trace contextRef="#ctx0" brushRef="#br6" timeOffset="37518.31">28720 14278 167 0,'0'8'632'0,"-3"2"373"0,-2 2 146 16,1 3-156-16,-3 3-317 0,1 3-236 0,1 0-150 15,1 2-83-15,-1 1-57 0,3-2-44 16,2-1-32-16,3 0-28 0,2-3-15 0,4-3-13 16,4-3-11-16,4-10-8 0,1 0-5 0,4-6 3 15,2-5-3-15,-1-1 5 0,-2-7 3 0,0 1 3 16,-1-5 4-16,-2 0-3 0,-4-2 3 16,-3 0-2-16,-5 1 2 0,1 0 15 0,-7 0 9 15,-3 0 20-15,-2 0 11 0,-3 1 21 16,-6 0 18-16,1 2 0 0,-2 3-9 0,-3 4-14 15,-1 3-17-15,-2 7-20 0,-3 4-22 0,2 4-16 16,3 6-10-16,-1 6-59 0,2 1-61 16,6 1-129-16,2 3-233 0,2-1-292 0,5 1-334 15,6 1-244-15,2-2-58 0,4 0 473 16</inkml:trace>
  <inkml:trace contextRef="#ctx0" brushRef="#br6" timeOffset="38369.08">29108 14541 35 0,'-4'5'361'0,"1"-2"294"15,-2 0 259-15,4 1 19 0,-1-1-187 0,1-2-173 16,-1 1-134-16,2-2-104 0,0-2-81 0,0 1-73 16,0 0-61-16,2-3-44 0,2-1-26 15,0-1-9-15,0 2 1 0,3-5 4 0,-1 0 24 16,5 0 13-16,-1 0 6 0,-1-1 17 0,4 0 9 15,-4-1-2-15,1 0-7 0,1 2-7 16,-3 0-7-16,-2 3-18 0,2 0-10 0,-4 2-1 16,0 1-11-16,-1 1-8 0,-1 1-5 0,-2 1 3 15,0 3-5-15,0 3-6 0,-2 3-4 0,0 1-2 16,-3 5-2-16,2-2-8 0,2 4-4 16,-4 0-6-16,2-1-1 0,2-2-2 0,-1 3-1 15,2-4 0-15,2-1 0 0,-2-2 1 0,1-2 0 16,1-1-2-16,-1-1 0 0,5-6 0 15,-1 0 3-15,2-3 1 0,2-3 0 0,2-4 2 16,0-2-1-16,2-2-1 0,1 1 0 0,-1-4-3 16,1 4-1-16,-1-1 1 0,-4 1-1 0,4 3-1 15,-5 0-1-15,-2 4-2 0,2 1-2 16,-5 3 2-16,2 2 0 0,-4 2 1 0,3 3 3 16,-1 3 3-16,-3 0 0 0,0 2 0 0,0 2 1 15,0-1-1-15,0 1 0 0,0 3-2 16,0 0 1-16,0-4-2 0,0 3 0 15,1-1-2-15,-1-1 1 0,0 1-3 0,0-1-22 16,-1-1-65-16,1-2-66 0,-2-2-124 0,1-1-215 16,-1-1-312-16,0-3-323 0,2-2-233 0,0-2-84 15,4-1 428-15,-1-3 599 0</inkml:trace>
  <inkml:trace contextRef="#ctx0" brushRef="#br6" timeOffset="39087.98">29526 14631 93 0,'-1'3'470'0,"1"-2"341"0,0 1 224 0,0 0-75 16,-2-2-262-16,2 0-200 0,0 0-148 15,0-4-98-15,2 0-69 0,-2 0-50 0,1-2-33 16,3-1-22-16,0-2-11 0,1 1-2 16,3-2-5-16,1 2-2 0,0-3-6 0,0 1-8 15,2-1-4-15,-1 0-11 0,1 1 19 0,-1 0 2 16,-1 2 6-16,0 0 2 0,0 2-4 15,-2 2-5-15,-2 1-23 0,-1 0 12 0,1 3 31 16,-2 1 22-16,1 1 17 0,2 2 10 0,-5 2 1 16,1 3-11-16,-2 1-31 0,-2 2-17 0,1 3-19 15,-1 2-8-15,-2 2-4 0,2-2-9 16,-1 3-4-16,1-2-7 0,1-2 1 0,1-1-3 16,1-1-3-16,1-4 0 0,1-1-2 15,0-3 2-15,5-2 0 0,0-4-1 0,2-4 3 16,0-2-3-16,1-3 0 0,2-4-1 15,3-2 0-15,-2 0-1 0,2-2-3 0,-2 2 0 16,4 0 0-16,-6 2-1 0,2 1 0 0,-1 4 1 16,-2 1 1-16,-1 2 0 0,-2 3-1 15,-2 2 3-15,2 2 1 0,-4 3 1 0,1 2 0 16,-2 2 1-16,-1 2 6 0,0 4 2 16,-1 0 2-16,-1 2 0 0,0-1 0 0,4 0 0 15,-4-1-4-15,3 1-3 0,-2-3-2 0,4 0-3 16,-2-4-1-16,3-3 0 0,1-2-1 15,2-5 1-15,4-3-1 0,1-5 0 0,3-4 2 16,1-4 0-16,2-1 0 0,1-3-1 0,-2 2 1 16,1-2-1-16,-1 5-1 0,-3 0 0 15,1 4 0-15,-4 2 1 0,0 0-1 0,-4 3 0 16,1 3-1-16,-4 2 2 0,2 4 1 0,-3 3-1 16,-4 3 0-16,-1 2 2 0,0 3-1 0,-4 1-1 15,0 2-1-15,-3 6-3 0,2-3-10 0,-1 3-53 16,-3-1-79-16,2 0-147 0,1-4-272 15,1-1-313-15,2 1-385 0,1-4-317 0,2 1-2 16,-2-1 665-16</inkml:trace>
  <inkml:trace contextRef="#ctx0" brushRef="#br6" timeOffset="49298.56">27560 8061 47 0,'0'2'244'16,"0"-2"143"-16,0 0 76 0,0 3-32 0,0-3-80 15,1 0-83-15,-1 0-68 0,0 0-49 16,0 0-35-16,0 0-27 0,2-3-20 0,-1 3-11 15,-1-2 5-15,0 2 20 0,2-2 20 0,-2-1 18 16,2 3 20-16,-2-1 6 0,0-1-10 16,1 2-11-16,-1-2-18 0,0 2-8 0,2 0-2 15,-2 0-2-15,0 0 4 0,0 0-3 16,2 0-8-16,-2 0-14 0,0 0-14 0,0 0-15 16,0 2-18-16,0-2-12 0,1 0-6 0,-1 0-2 15,2 0-8-15,-2 0-3 0,0 0-1 16,0 0 0-16,0 0 0 0,1 0-4 0,-1 0 5 15,5 0 5-15,-4 0 2 0,2 0 3 16,1 0-1-16,-3 0 1 0,2 0 1 0,1 0-3 16,1 0-2-16,-2 0 0 0,-2 0-1 0,5 0 0 15,-3 0-2-15,1 0 1 0,-1 0-1 16,2 2 1-16,-4-2 1 0,3 0 1 0,-1 1 1 16,-2-1-2-16,4 0 0 0,-4 0-2 15,2 0-1-15,1 0 0 0,-3 0 3 0,4 0 2 16,-2 1 0-16,-1-1 2 0,1 2-2 0,0-2 2 15,2 0-2-15,-2 2-1 0,0-2-1 0,0 0 2 16,2 2 2-16,-2 1-5 0,1-2 1 16,-1-1 2-16,0 2 0 0,1-2-2 15,0 3 2-15,-1-3-3 0,-2 2 0 0,1-2-1 16,0 0-1-16,1 2 1 0,-2-2-1 0,1 0 1 16,0 0 1-16,-1 0 0 0,2 0 3 0,1 0-1 15,0 0 2-15,-1 0 0 0,0 0-2 16,1 0-1-16,-1 0-3 0,0 0 2 15,0 0-1-15,1 0-1 0,-3 0 0 0,2 3-2 0,0-3 3 16,0 1 0-16,0-1 0 0,1 0 0 16,-3 2 1-16,4-2 2 0,-3 0-2 0,1 1 2 15,-1-1-3-15,1 2 1 0,-2-2-1 16,4 0-1-16,-4 0 1 0,2 1-3 0,-1-1 2 16,0 2-3-16,-1-2 3 0,1 0-1 15,-1 1 2-15,1-1 2 0,0 2-2 0,-1-2 1 16,-1 2 0-16,4-1 3 0,-3 0-4 0,1-1 2 15,-1 2 0-15,4 0-1 0,-4-1 3 16,1-1-4-16,-1 1 3 0,1 1-3 0,1-1 0 16,-1-1 0-16,1 2-3 0,-1-2 2 0,1 0 0 15,0 1 1-15,0-1 0 0,-1 1-2 16,2-1 4-16,-2 2-4 0,1-2 1 0,-1 0 1 16,-1 1 0-16,3-1 0 0,-3 2-1 15,1-2 1-15,-1 0 1 0,3 2-1 0,-4-1 1 16,1-1 2-16,1 2 0 0,-1-2-2 15,3 1-1-15,-2 1 1 0,0-2-1 0,0 0 0 16,1 1 0-16,-2-1 0 0,4 2 4 0,-2-2-4 16,1 0 1-16,-1 0 1 0,2 0-2 15,-1 1 0-15,1-1-2 0,-2 0 4 0,0 1-2 16,0-1 0-16,1 0 0 0,-3 2 0 16,3-2 0-16,-1 0-2 0,-2 2 2 0,4-2-1 15,-2 1 0-15,-2-1 1 0,1 1-1 0,0-1-1 16,1 2 2-16,-2-2 2 0,3 2 0 15,-3-2-1-15,3 0 2 0,-1 0-2 0,-2 0-1 16,4 2 0-16,-2-2 0 0,2 0-2 0,-4 0 0 16,2 0 2-16,1 3 2 0,-1-3-2 15,0 0-2-15,0 0 5 0,2 0-2 0,-2 0-1 16,0 0 0-16,-1 0 2 0,1 0-1 16,0 0-1-16,0 1 0 0,1-1 1 0,-1 0 0 15,-2 1-1-15,4-1 0 0,-2 1 0 0,-2-1 4 16,3 0-4-16,-3 0-1 0,3 0 0 15,-1 0 1-15,-3 0-2 0,1 0-1 0,3 0 1 16,-3 0 4-16,1 0 0 0,-1 0-1 16,3 0 2-16,-2 0-2 0,0 0 2 0,0 0-3 15,1 0-1-15,-2 0 1 0,1 0-2 0,0 0 0 16,1 0 0-16,-2 0 4 0,1 0-1 16,0 0-1-16,-1 0 0 0,1 0 0 0,-1 0 0 15,3 0 0-15,-3 0 0 0,2 0 3 0,-1 0-3 16,1-1 3-16,-2 1 0 0,3-1-2 15,-3 1-1-15,2 0 0 0,1-1 2 0,-3-2-2 16,1 3 0-16,1 0-2 0,-1-2 2 0,-1 2 0 16,4 0 0-16,-4 0-1 0,1 0 0 15,-2 0-2-15,1 0 2 0,1 0-2 0,0 0 1 16,-1 2 0-16,1-2 1 0,-1 0 2 16,1 0-1-16,0 0 2 0,-1 0-2 0,1 0 1 15,0 0 2-15,1 0-1 0,-2 0 2 0,2 0-1 16,-1-2-1-16,-1 2-2 0,1 0-2 15,-1 0 2-15,1 0 0 0,0 0-2 0,-1 0 0 16,2 0 2-16,-1 0 1 0,0 0-1 16,-1 0-3-16,3 2 3 0,-3-2 0 0,1 0 0 15,-1 0-2-15,1 0-1 0,1 0 3 0,-2 0 0 16,2 3-4-16,-1-3 2 0,0 1 1 16,1-1 1-16,0 0 0 0,-1 0-2 0,1 0 2 15,-1 0 2-15,1 0-1 0,-2 0-1 16,4 0 1-16,-4 0 2 0,2 0-2 0,-1 0-1 15,1 0 1-15,-1 0 1 0,0-1-1 0,1 1-2 16,-2-3 1-16,1 3 0 0,1-2 0 16,-1 2-3-16,-1 0 3 0,4-2 0 0,-4 2 0 15,-1-2 1-15,3 1-1 0,-1 1 3 16,0 0-3-16,-1-1 1 0,3 1 0 0,-3-2-1 16,1 2 0-16,-1-2 0 0,-1 2 0 0,4 0 0 15,-4-1 0-15,1 0 0 0,-1 1 2 16,3-2 3-16,-3 1-1 0,2 1-2 0,0-2 0 15,0 1-1-15,0-1-1 0,0 2-1 16,-1-1-1-16,2-1 2 0,1 0 0 0,-3 1 0 16,2 1-1-16,-3-2-3 0,4 1 2 0,-3 0 0 15,1-1 1-15,-1 1 1 0,1 1 1 16,0-2 1-16,-1 1-1 0,-1 1 0 0,3-1 0 16,-1-1 1-16,-1 0-1 0,1 1 0 15,-1 0 1-15,-1-1-2 0,2-1 0 0,0 0-2 16,-1 1 2-16,2-1-4 0,-1-1 1 0,0 2 1 15,-1 0 1-15,3-3 1 0,-1 1-1 16,-2 2-1-16,2-3 2 0,-1 2-1 0,1 0-1 16,-2-1-1-16,1 1 0 0,0 0 3 15,-1-2 2-15,1 2-1 0,-1 0-1 0,3-1 1 16,-3-1 2-16,1 1-3 0,0 1-3 0,1-3-1 16,-2 0 2-16,-1 2 2 0,5-1-3 0,-2-1 3 15,-2 1 0-15,3-1 4 0,-3 0-1 16,1 0-2-16,0 0 2 0,-1 2 0 0,1-2-1 15,-2 0 0-15,1 1 2 0,-1-1 0 16,0 2-3-16,0-3-1 0,2 4 0 0,0-2-1 16,-2 0-3-16,1 1 0 0,1-1 0 0,-1 1-1 15,-1 1 0-15,2-2 1 0,1 1 2 16,-2 1-1-16,1-1 4 0,-1 0 1 0,1 0 0 16,0-1 2-16,-2 1 0 0,1 1-3 15,1-2-1-15,0 0 0 0,-2 2 2 0,1-2-2 16,-1 0 1-16,0 2-1 0,0-1-1 0,-1-1 1 15,1 2 0-15,0-2 0 0,-2 2-2 16,0-1 2-16,2 0-1 0,0 1-3 0,0 0 0 16,0 0 0-16,0-2 1 0,0 1-1 15,4 1-2-15,-4 0 4 0,3-1-2 0,-2 0 1 16,1 2 2-16,0-3 0 0,1 1-1 0,0 0 2 16,1 1-1-16,-1-1 0 0,1-1 1 15,-3 2 1-15,3-2 0 0,-3 3 2 0,1-1-2 16,-1-1 1-16,1 0-1 0,0 0 0 15,-1 1 2-15,-1 0-2 0,2 0 0 0,-2 0 3 16,1-2-2-16,-1 3 0 0,0-1 24 0,2 2 14 16,-2-1 8-16,2-1 4 0,-2 1-1 15,0 0 1-15,2-1-24 0,-2 2-14 0,0-2-7 16,2 1-3-16,0-1-2 0,-1 0-1 16,1 0-2-16,-1 0 2 0,1-2-1 0,0 3-1 15,-1-1 0-15,1 0 0 0,-1 0 1 0,3 0 0 16,-3 0 1-16,2 0 0 0,1 0 2 0,-3 0 0 15,4 0 1-15,-4 0 1 0,2-1-3 16,-1 1 3-16,1 1-2 0,0-2-2 0,1 0 4 16,-3 1-1-16,3-1 0 0,-1 1-1 15,-2-4 0-15,4 3 1 0,-2-1 1 0,-2 1-3 16,3 0 1-16,-3-1 2 0,1 1 0 0,-1-2-2 16,3 1 0-16,-3 3 0 0,1-4-1 15,0 3 0-15,-2 1 1 0,1-4-2 0,-1 6 3 16,2-4-1-16,-2 3 1 0,0-1-2 15,0 1 0-15,0 1 2 0,0-1-4 0,1-1-2 16,-1 1-3-16,0-2 3 0,3 1-2 0,-1 0-1 16,-2 1 2-16,3-2-1 0,-3 0 4 15,1 1-1-15,1 0 1 0,0-1 1 0,-1 0-1 16,1 0 3-16,-1 1 0 0,1-1 0 16,0 0-7-16,-2 2 4 0,1-2 1 0,1 1-1 15,0 1-6-15,-1-1 4 0,1 0 1 0,-1 0 1 16,-1 0-2-16,5 2 0 0,-4-2 2 15,-1 2 3-15,3-3 1 0,-1 3-4 0,0-1 2 16,-1 0 0-16,1-3 1 0,1 2-1 0,-1 2-2 16,1-4-2-16,0 1 2 0,-1 2 2 15,1-2-2-15,0 2 0 0,0-2 0 0,-2 1 0 16,3 0 0-16,-4 1 0 0,1 0 0 16,-1-1 2-16,4 2 0 0,-4-2 2 0,1 1-4 15,1 1 0-15,-1 0 0 0,-1-2 0 0,2 2 0 16,0-1-3-16,-1 0 1 0,2-1 1 15,-1 1-1-15,0-1-1 0,0 1 0 0,2 0 3 16,-1-3 1-16,-2 1 2 0,3 0 1 0,-3 2 2 16,1-2 0-16,1 1-4 0,-1-1-2 15,-1 2 0-15,1 0-2 0,-1-3 0 0,3 2-1 16,-4 2 1-16,1 0 3 0,-1-3-1 16,5 2 0-16,-4 0-1 0,1 1-3 0,-1-4 3 15,3 2-3-15,-3 2 1 0,2-2 2 0,1 0 1 16,0 1 1-16,0-2-1 0,0 2 0 15,1-2 1-15,0 0-1 0,-2 1 0 0,2 0 0 16,-4 1 0-16,4 0-1 0,-2-1-3 0,0 2 1 16,0-2-2-16,-1 2 1 0,1 0 0 15,0 0 3-15,-1 0 1 0,1 0 1 0,-1 0 1 16,1 0 0-16,-1 0-2 0,1 2 0 16,-2-2-2-16,4 0 1 0,-4 2 0 0,4-1 1 15,-2 0-1-15,1-1 0 0,-1 2 2 0,2 0-2 16,-2-1 0-16,3 1 1 0,-3-2 1 15,2 3-1-15,-2-3-4 0,2 1 4 0,0 2 0 16,-2-2-1-16,2 1 1 0,-1 0 1 16,1-2 0-16,0 2 2 0,-2 2-2 0,2-3 2 15,-2 0-1-15,2 2-2 0,-1-1 1 0,1 2 0 16,-4-2 0-16,3 1-1 0,-1 0-1 16,0 0-1-16,-1 2 0 0,-1-2 2 0,2 1 2 15,-1 1 0-15,0-3 3 0,-2 3 0 16,1-1 0-16,-1 0-1 0,0 0-1 0,3 0-1 15,-3 1 0-15,2-1 0 0,-2 0 0 0,0 1 2 16,0-3-3-16,0 3-2 0,0-2 0 16,0 1-4-16,0-1 4 0,0 2-4 0,0 0 2 15,0-1 3-15,1 0 0 0,-1 0 0 16,0 1-2-16,2 0 0 0,-2 1 1 0,0-2 1 16,1 1-1-16,-1 1 3 0,2-1-2 0,0 1 4 15,-2-2-3-15,1 0 0 0,1 1-1 16,-1-1-2-16,-1 0 0 0,2 0 0 0,0 0 0 15,-1 0 2-15,-1 1 2 0,0-2-1 16,2 2-1-16,0-1 3 0,-2 0-3 0,0 0-4 16,0 1-1-16,0 1 1 0,0-2 0 0,0 0 0 15,1 1 1-15,-1-1 1 0,0 1 2 16,0 0 2-16,0-1 4 0,0 1-2 0,0 0-2 16,2 0 1-16,-2-1 1 0,0 1-3 15,1-1-1-15,-1 1 2 0,0 1-2 0,3-1 0 16,-3-3 0-16,2 4 2 0,-2-3-2 0,0 2 0 15,1-2 2-15,-1 0 0 0,2 2-1 0,-2-3-1 16,1 1 0-16,-1 0 3 0,0 0-3 16,2 0 0-16,0 0 0 0,-2 2 2 15,0-2 2-15,1 0-3 0,-1 0 1 0,0-1 0 16,0 2-2-16,0 1 2 0,0-3 0 0,0 2-1 16,0 0-1-16,0-1 1 0,0 1 1 0,0 1 0 15,0-2-2-15,0 0-2 0,0 2 5 16,0-3-2-16,2 1-1 0,-2 0 0 0,0 0 0 15,1 0 1-15,-1-1-3 0,0 1 1 16,2-2-1-16,0 2 1 0,-2 0 2 0,0-1 1 16,0 1-1-16,0-1-1 0,0 2 3 0,0-2 0 15,0 3-1-15,0-1 0 0,0-2 0 16,-2 3 1-16,0-2-4 0,2 1 5 16,0 1-4-16,-1-2 0 0,1 2 0 0,0-3 0 15,0 1 0-15,0 1-1 0,0-2 1 0,0 1-2 16,0 0 2-16,0 0 0 0,0 0-3 0,0-1 2 15,0 1 0-15,0 0 0 0,0-1 1 16,-2 2 0-16,2-2 3 0,0 2 2 0,-1-2-4 16,1 3 3-16,0-1-3 0,-2 0 0 15,2-1-1-15,-2 1 0 0,2 0 0 0,0 0 0 16,-1-1 0-16,1 1 0 0,0-1 1 0,-2 0 0 16,2 2 3-16,0-2-3 0,0 0-1 15,0 0 0-15,0-2-2 0,0 2 2 0,0 0-3 16,0-2 1-16,0 3 2 0,0-2 1 15,2 1 0-15,-2-1-3 0,0-1 1 0,1 2-2 16,-1-3 2-16,0 2-1 0,2 0 0 0,-2 1-1 16,2-2 3-16,-2 1-1 0,0-1 0 15,1 1 1-15,-1-1 2 0,0 1-2 0,2-1 0 16,-1 1 0-16,-1 0-2 0,4-1 1 16,-4 0-6-16,1 1 6 0,-1 0-3 0,2-1 3 15,0 2 0-15,-1-2 1 0,1 1 4 0,-2 0-1 16,1 0 1-16,1-1-4 0,1 1 2 15,-2 0-2-15,2-1-2 0,-1-1-2 0,0 2 4 16,1-1 4-16,0-1-4 0,-1 2 2 0,1-2 0 16,0 0-2-16,0 0 1 0,2 0-2 15,-4-2 2-15,2 2 2 0,2-1-2 0,-1 1-1 16,-1 0-1-16,-2-2 4 0,3 2-3 16,-1 0 0-16,3-1-1 0,-5 1 1 0,2-2 2 15,1 2-4-15,1 0 3 0,-2 0-1 0,2-2 1 16,-2 2 0-16,2-1-2 0,1 1 1 15,-3 0-1-15,2-2 0 0,-1 2-3 0,3 0 4 16,-2 0-1-16,-1 0 1 0,1 0 0 16,0 0-1-16,-4 2-1 0,4-2-2 0,-2 1 2 15,1 1 2-15,-1 0-1 0,1-1 0 0,-1-1 1 16,0 2 0-16,2-1 1 0,0-1-3 16,2 2-1-16,-3-2 1 0,4 0 1 0,-3 0 0 15,-1 0-2-15,1 0 1 0,2 0 17 16,0 0 9-16,0 0 8 0,1 0 0 0,-3 0 3 15,1 0-1-15,1 1-13 0,-2 1-10 0,0-1-4 16,-2 0-3-16,2 1-2 0,2 1 0 0,-1-2-1 16,-2 1-1-16,1 0 1 0,0 0-1 15,-2-2 5-15,4 3-2 0,-3-2 3 16,-1 0 0-16,0 0-2 0,2-1 1 0,-2 0-4 16,1 3 2-16,1-3 6 0,-2 0 1 0,3 0 4 15,-2 0 2-15,1 2 2 0,-2-2-1 0,2 0-7 16,-1 2-5-16,0-2 0 0,1 0-3 15,1 0 4-15,-1 0 3 0,1 0 0 16,1-2 5-16,-1 2-1 0,-3 0 3 0,2-2-6 16,-2 2-6-16,2 0-1 0,-4 0 0 0,4 0-2 15,-2 2-1-15,2-2 0 0,-2 0 1 0,2 2 2 16,0-2-4-16,-2 0 0 0,0 3 0 16,2-2 1-16,-2 1-1 0,1-2 0 0,0 1 2 15,0 1 1-15,3-2 2 0,-1 1-4 16,1-1 2-16,0 2 0 0,-2-2-3 0,1 0 1 15,-1 0 0-15,0 1 6 0,3-1 4 0,-4 0 8 16,3 0-2-16,-1 0 1 0,1 0 1 16,-1 2-1-16,-2-2-9 0,1 0-5 0,-2 0 2 15,1 0-1-15,-1 0-8 0,-1 0 0 16,1 0-1-16,-2 0 3 0,-1 0-1 0,5 0-5 16,-5 0-19-16,0-2-86 0,-3 1-160 0,0-2-299 15,0 0-271-15,-2 1-263 0,-2 1-169 16,2-2 230-16,-4 1 517 0</inkml:trace>
  <inkml:trace contextRef="#ctx0" brushRef="#br6" timeOffset="50696.3">27375 7704 58 0,'0'1'229'0,"0"1"123"16,0 1 55-16,0-2-5 0,1 1-21 0,-1-1-8 16,2 1 9-16,-2-2 15 0,1 2 12 15,-1-1 3-15,0 0-14 0,0-1-25 0,0 0-46 16,0 0-51-16,0 0-41 0,0 0-20 0,0 0 5 15,0 0 12-15,0 0 5 0,0 0-13 16,0 0-25-16,0 0-40 0,0-1-46 0,-1 0-38 16,1-3-30-16,0 1-15 0,0 0-10 15,0-1-4-15,0-3-2 0,1 1-8 0,1-3-4 16,1 1 2-16,1-5-2 0,0 1 0 16,2-2 2-16,-1-2-1 0,1 0 1 0,-1 1-3 15,2-3 2-15,-1 2 2 0,-2-2 6 0,0 3 3 16,1 0 4-16,-2 0 5 0,-2 3 7 15,3 0-1-15,-3 2-2 0,1 2 1 0,-2 0-1 16,0 0-3-16,0 4-2 0,1 0 1 16,-1 1-2-16,0 0-3 0,0 1-2 0,0-1-2 15,0 2-5-15,0 1-4 0,0-2-2 0,0 2-1 16,0 0-3-16,0 0 0 0,0 2-1 0,0-1-1 16,0 4 1-16,0 0-1 0,2 2 2 15,-2 2 0-15,3 0 1 0,-3 3 1 0,1-1 1 16,2 2-1-16,-3 2-1 0,4-2 0 15,-1 1-1-15,2 1 0 0,-2-2 0 0,2-1-1 16,0 2 0-16,0-4 0 0,0 2 0 0,2-4 0 16,-2 3 1-16,-1-3-1 0,2 0 2 15,-2-1 0-15,-1-2-1 0,2-1 0 0,-4 0 0 16,2-1 0-16,-1-1-1 0,0 0 1 16,-1-1-6-16,2-2-15 0,-1-1-32 0,0 0-72 15,-2-2-76-15,-2-2-125 0,0 0-190 0,-1-3-307 16,-2 1-312-16,2-4-214 0,2 0-73 15,-4 0 370-15,3-2 564 0</inkml:trace>
  <inkml:trace contextRef="#ctx0" brushRef="#br6" timeOffset="51064.55">27544 7339 324 0,'2'3'662'0,"-1"-1"238"0,2-1 97 0,0 4-222 15,0-1-213-15,-1 3-158 0,1 3-85 16,-1 0-45-16,1 1-50 0,0 1-66 0,2 1-53 16,-2 1-38-16,5-3-23 0,-3 0-18 15,1-1-10-15,1-1-5 0,2-1-4 16,-1-3 1-16,1-2-3 0,-1-2 6 0,3-1 12 16,-3-3 11-16,0 0 9 0,0-1 3 0,-4-3-2 15,3 1-5-15,-4-3-15 0,0-1-11 0,-3 1-6 16,0-1-6-16,-1-2 5 0,-2 0 3 15,-2 0-5-15,-2-2 3 0,-2 1 19 0,0 1 26 16,-1-2 25-16,-1 3 16 0,2 1 11 16,-3 3-6-16,2 2-18 0,0 2-20 0,0 3-27 15,0 5-19-15,1 0-10 0,0 4-3 0,0 1-1 16,2 3-1-16,2 0 0 0,2 1-1 0,2 0-5 16,2 3-28-16,2-6-57 0,2 3-60 15,2-4-114-15,2-2-159 0,0-1-268 0,4-4-284 16,1-2-217-16,2-1-112 0,2-4 274 0,0 0 484 15</inkml:trace>
  <inkml:trace contextRef="#ctx0" brushRef="#br6" timeOffset="51396.25">27754 7206 360 0,'-5'0'711'0,"-3"3"273"0,4 3 82 16,-2 1-267-16,-1 4-259 0,4-1-173 15,0 4-103-15,0-1-77 0,3 0-55 0,0 3-54 16,3-4-35-16,2 1-18 0,1-2-10 0,3-2 0 16,1-3-7-16,3-3-5 0,1-3 3 15,0-2-2-15,2 0-2 0,-2-5 0 0,2-2 4 16,-3-2-1-16,0 0-3 0,-1-1 2 16,-4-4 0-16,-1 0 2 0,-3 2-5 0,-1-3-1 15,-6 2 1-15,-3-3 6 0,-2 0 7 0,-4-4 5 16,-3 5 13-16,-1-3 24 0,-1 3 26 15,-3 1 3-15,3 4 0 0,-2 2-6 0,2 5-7 16,-1 2-25-16,2 3-27 0,2 4-10 16,3 3-7-16,1 0-7 0,1 3-26 0,6 0-32 15,2 0-75-15,1 1-153 0,1-1-297 0,2-1-282 16,6 2-258-16,0-2-187 0,0 2 178 16,4-1 534-16</inkml:trace>
  <inkml:trace contextRef="#ctx0" brushRef="#br6" timeOffset="52080.92">27946 7084 84 0,'-7'2'444'0,"1"3"338"0,-1-2 253 0,3 0-37 16,-2-1-245-16,-1-2-200 0,4 2-139 0,0-2-101 15,0-2-87-15,1 2-70 0,0-2-51 16,2-3-25-16,0-1-18 0,2-1-15 0,1 0-6 16,0-2-2-16,1-1-10 0,0-2 14 15,1 1 15-15,4-2 18 0,-4-1 19 0,2 1 12 16,-2-1 13-16,-1-1-5 0,2 1-17 0,-3 3-15 16,1-2-14-16,-1 3-8 0,-2 3-10 0,1-1-12 15,0 4-6-15,-2-1-9 0,1 4-7 16,-1-1-9-16,0 4-4 0,-1-1-4 0,-1 4-2 15,0 1 4-15,-1 1-2 0,2 2 2 16,-3 3 0-16,3 1 2 0,-2 0 0 0,1 2-1 16,-1-2 0-16,3 1 0 0,3-1 1 0,-1-3-4 15,1 1 1-15,0-3 0 0,0-2-1 0,4-1 0 16,-2-3 0-16,2-2 3 0,-1-1-1 16,4-4-2-16,-2-2 0 0,3-2 1 15,-1-2-2-15,-1-1 0 0,2-3-2 0,-3 2 1 16,2-4 0-16,-4 3 1 0,0-4 1 0,-1 4 2 15,0-1 0-15,-2 0 2 0,-2 2-1 0,1 2-2 16,-2 2 2-16,2-1-3 0,-2 6 0 16,0 1-2-16,-2 2-2 0,0 2 1 0,1 2 0 15,-1 5 0-15,1-1 1 0,-3 3 3 16,3 1 2-16,-1 0-1 0,1 2 1 0,1-2 0 16,0-1-3-16,0 2-2 0,1-2-3 0,1-2 0 15,1 2-5-15,0-5-55 0,0 3-67 0,1-5-98 16,0 0-173-16,0-2-301 0,2-2-339 15,-2-1-272-15,3 0-156 0,-1-2 251 16,1-2 621-16</inkml:trace>
  <inkml:trace contextRef="#ctx0" brushRef="#br6" timeOffset="52845.86">28161 6817 300 0,'0'5'726'15,"0"-4"344"-15,0 1 87 0,0-1-276 16,0-2-269-16,0-1-191 0,0 1-93 15,1-4-38-15,-1 1-11 0,5-2-18 0,-4-2-24 16,2-3-26-16,1 1-44 0,-3-1-44 0,4-2-40 16,-2 0-27-16,2 0-16 0,-2-2-10 0,2 2-4 15,-2-1-4-15,2 1-3 0,-4 3-2 16,3 1 0-16,-3 2-3 0,1-1-3 0,-1 3-4 16,-1 0-2-16,2 3-2 0,0 0-2 15,-2 0-1-15,0 2-2 0,1 0 1 0,-1 4 0 16,2-2 1-16,-2 5 0 0,0 1 0 0,1 2 0 15,-1 0 0-15,2 2-1 0,1 0 0 16,-2 2 1-16,2-3 1 0,-1 2-1 0,1-3-1 16,1-1 0-16,0 0-1 0,0-3 1 15,0 0-1-15,2-1 2 0,1-4 1 0,-1-1 0 16,1-3 3-16,1 0-1 0,1-4-1 0,-1-1-1 16,0-1 0-16,-2 1 1 0,3-4-1 0,-4 1 2 15,2-2 0-15,-2 1 0 0,-2-1 0 16,3 1 0-16,-5-2 0 0,1 1 1 0,-2 2 8 15,0 1 5-15,0 3 7 0,0-1 3 16,0 2-1-16,0 3-2 0,0 0-8 0,0 2-5 16,-2 2-4-16,1 1-4 0,-4 2 0 0,4 4 0 15,-2-1-2-15,-1 2 0 0,3 2-1 16,-1-2 0-16,2 2 0 0,0 1 0 0,2-4 0 16,-1 1 1-16,3 0-1 0,0-3 0 15,4-3-1-15,0 0 1 0,2-3 0 0,0-3 1 16,2-1 0-16,0-2 2 0,2-5 0 0,1 1-1 15,0-4-1-15,-2-1 1 0,3 2 1 16,-7-2-1-16,3 1 0 0,-3 0 1 0,-3 0 1 16,1-2-1-16,-2 3 0 0,-2 1-1 15,-2 2 1-15,4 1 2 0,-5 2 0 0,1 2 1 16,-1 2 1-16,-1 0 1 0,1 6-1 0,-2 1-4 16,-1 2 0-16,3 4-3 0,-1-2 0 0,1 3 0 15,0 1-3-15,1 0 0 0,4 2-2 16,-2-1 0-16,2 0-3 0,3 1-13 0,-2-1-50 15,2-1-81-15,0-2-163 0,0-2-270 16,1 2-324-16,0-2-395 0,3 0-339 0,-3 1 37 16,5-2 744-16</inkml:trace>
  <inkml:trace contextRef="#ctx0" brushRef="#br0" timeOffset="60954.55">24651 15958 124 0,'6'2'697'0,"-5"-1"449"16,-1 0 121-16,0-1-108 0,0 2-351 0,2-2-261 15,-2 2-146-15,0-2-92 0,0 0-60 16,0-2-53-16,-2 2-66 0,2-2-60 0,0 2-35 16,-1-1-18-16,1 0-10 0,0-1-8 15,0 2-14-15,-2-2-52 0,2 1-62 0,-3 1-92 16,2-3-153-16,-3 3-278 0,1-1-317 0,2-1-262 15,1 1-183-15,-4 1 169 0,3-2 560 16</inkml:trace>
  <inkml:trace contextRef="#ctx0" brushRef="#br0" timeOffset="61137.75">24665 15981 360 0,'1'6'811'0,"-1"-5"283"0,0 3 22 15,-1-3-280-15,1 0-313 0,-2 1-220 0,2 0-124 16,0-2-65-16,0 1-43 0,0-1-28 0,2 0-22 16,-1 0-35-16,2 0-67 0,1-1-100 15,-3 1-120-15,3-2-190 0,0 0-291 0,1 1-221 16,-1 0-57-16,1 1 194 0,0 0 341 16</inkml:trace>
  <inkml:trace contextRef="#ctx0" brushRef="#br0" timeOffset="61304.08">24742 16002 10 0,'-1'3'316'0,"-1"0"268"0,-1-2 261 16,0 2 60-16,0 0-187 0,-1 2-173 15,1-2-129-15,-2 1-106 0,-1 2-86 0,3-2-71 16,0 2-55-16,0 0-45 0,-1 1-25 0,1-1-16 16,2-1-38-16,-3-3-78 0,1 2-114 0,2-2-177 15,-4 0-285-15,2 1-245 0,2-2-138 0,-1 1 111 16,0-1 334-16</inkml:trace>
  <inkml:trace contextRef="#ctx0" brushRef="#br0" timeOffset="61470.49">24609 16110 308 0,'-8'0'602'0,"4"0"215"15,-6-2 84-15,4 2-267 0,0-2-238 16,1 1-159-16,0 0-90 0,2-2-44 0,-2 0-39 15,5-2-64-15,0 0-84 0,0 0-122 0,5-3-213 16,-2 1-248-16,2-1-172 0,-2 2-21 0,0-5 183 16,2 4 285-16</inkml:trace>
  <inkml:trace contextRef="#ctx0" brushRef="#br0" timeOffset="61637.28">24613 16004 111 0,'-2'2'499'0,"-1"1"326"15,0-1 193-15,-1-1-97 0,0-1-268 0,2 1-237 16,-2 1-147-16,2-2-89 0,0 2-67 0,2-2-53 16,0 0-32-16,0 0-53 0,0 0-71 15,2 0-95-15,0-2-117 0,0-1-191 0,2 2-275 16,0-1-169-16,1-1-8 0,-2 2 204 16,2-2 304-16</inkml:trace>
  <inkml:trace contextRef="#ctx0" brushRef="#br0" timeOffset="61769.93">24669 15998 148 0,'0'1'375'0,"2"2"168"0,0 0 77 16,-2-2-157-16,-2 1-165 0,0-1-127 15,2-1-78-15,0 0-42 0,0 2-32 0,0-2-47 16,0 0-86-16,0-2-178 0,0 2-198 0,4 0-95 16,-3-1 16-16,1-1 129 0</inkml:trace>
  <inkml:trace contextRef="#ctx0" brushRef="#br0" timeOffset="61920.1">24706 16009 141 0,'0'3'471'0,"-2"2"297"16,1-1 199-16,-3 1-135 0,1-1-200 0,0-1-171 15,0 1-124-15,0 0-97 0,-2-2-76 0,4 2-58 16,-2-2-48-16,3 1-30 0,0-1-32 16,1-2-67-16,2 0-98 0,2 0-151 0,-1 0-271 15,1-2-257-15,3-2-191 0,2 3 16 0,1-3 276 16,0 2 370-16</inkml:trace>
  <inkml:trace contextRef="#ctx0" brushRef="#br0" timeOffset="63236.63">25422 16209 197 0,'0'3'409'0,"-1"-3"167"16,-1 1 120-16,0 1-125 0,1-2-125 15,-1 2-45-15,2-2 25 0,0 1 13 0,0-1-35 16,0 0-48-16,-1-1-55 0,1 1-61 0,0-2-39 16,0 0-14-16,0 1 11 0,0 1 25 0,0 0 3 15,0-2-11-15,0 1-29 0,0-2-35 0,0 3-42 16,0-2-41-16,0-3-25 0,1 2-15 16,1-2-7-16,1-1-4 0,0-3-2 0,3 0-1 15,1-2-2-15,2-2 0 0,-1-1-2 0,5-4 2 16,-2 0 0-16,4-1 2 0,-2-1 0 0,4-4 0 15,0 2 2-15,0-1-4 0,-1-1-2 0,-1 3 0 16,1 0 2-16,0 4-1 0,-5-2 0 16,2 6 1-16,-4 1-1 0,-1 2-2 15,-3 0-3-15,1 3 0 0,-3 3 0 0,0 0-1 16,1 2 0-16,-4-1-2 0,1 3 1 0,1 0-1 16,-1 0 1-16,1 3-2 0,0 0 1 0,-2 2 0 15,1 1 0-15,1 1-1 0,0 1-1 16,-2 1-1-16,1 2 0 0,1-1 1 0,-2 3-1 15,1 0 0-15,-1 0 2 0,0 2 1 16,-1 0-1-16,-1 0 1 0,2 2 1 0,-1 0 1 16,-3-3 0-16,3 3-1 0,-1-3 0 0,0 3-1 15,-1-2-1-15,2 0-1 0,-3 0 0 0,3 1 1 16,-1-2-1-16,1 1 0 0,-1-2 0 16,-1 3 0-16,3-3-1 0,-1 1-1 0,-2 1 1 15,1-3 0-15,0 1-2 0,1-1 0 0,-1-2-1 16,0 1 0-16,2-3 0 0,-3-1-3 0,3-1-11 15,-1-1-21-15,-1-2-49 0,2-2-68 0,-2-1-80 16,2-4-133-16,0-2-191 0,0-3-304 0,4-2-273 16,-3 0-207-16,2-2-47 0,2 0 406 15,2 0 531-15</inkml:trace>
  <inkml:trace contextRef="#ctx0" brushRef="#br0" timeOffset="63689.8">25841 15974 204 0,'2'-1'510'0,"-1"0"274"16,-1 0 187-16,0 1-176 0,2-3-185 0,0 3-130 16,-2 0-102-16,0 0-87 0,0 3-78 0,0-2-60 15,0 1-46-15,0 3-31 0,0 1-11 16,1 3-1-16,1 2 2 0,-1 1 29 0,4 4 18 15,-1 3 2-15,1 2-5 0,2 1-9 0,-2 1 14 16,1 3-21-16,1-2-19 0,2 1-11 0,-1-3-11 16,2-1-1-16,0-3-19 0,0-4-16 15,0-1-6-15,0-2-3 0,0-5-1 0,2-2 1 16,-1-4-1-16,0-4-1 0,0-2 2 0,0-5 0 16,-1-3-2-16,-1-2-1 0,1-2-5 0,-4-3-1 15,1 0 24-15,-1 0 15 0,-5-1 13 16,-1-2 5-16,-6 2 7 0,2 0 1 0,-5-2-20 15,0 3-8-15,-5-3-7 0,-1 1-5 0,0 2 0 16,-1 2 2-16,-1 1 1 0,4 3-3 0,-3 4-3 16,3 0-2-16,-1 5-6 0,5 2-5 15,-3 4-5-15,3 2-2 0,0 0-2 0,1 7-1 16,1-1 0-16,1 3-1 0,3 3-2 16,2-1 1-16,1 3-7 0,0-1-28 0,3 4-73 15,1-3-77-15,-1 0-142 0,0 1-259 0,2-2-322 16,0 3-341-16,2-2-201 0,-1 0 21 0,1 1 567 15</inkml:trace>
  <inkml:trace contextRef="#ctx0" brushRef="#br0" timeOffset="64418.77">26209 16327 114 0,'-1'3'484'0,"-1"0"351"16,1 0 224-16,-3-2-101 0,4 1-241 0,-1-2-203 16,-1-2-148-16,1 2-106 0,1-1-78 15,0-2-54-15,0-1-39 0,0-2-17 0,3 0-4 16,0-2 9-16,0-2 16 0,4-1 22 0,-1 2 18 16,2-6 12-16,0 2 7 0,0-2-5 0,0 0-10 15,-1 0-22-15,0 0-20 0,-1 1-17 16,-1 2-17-16,-2 2-9 0,0 1-9 0,2 1-7 15,-4 4-4-15,2-1-6 0,-3 3-5 0,2-2-8 16,0 3-5-16,-2 0-1 0,0 1-4 0,1-3-2 16,-1 3-2-16,0 0 0 0,2 0 1 15,0 3-1-15,-2-2 0 0,3 0 0 0,-3 3 3 16,1 0 6-16,-1 0 5 0,4 3 4 0,-3 0 5 16,1 3 3-16,-1 1 1 0,4 2-5 0,-4 0-2 15,-1 1-4-15,3 1-4 0,-1 0-3 16,0 0-2-16,-1 1-3 0,3-6 0 0,-1 3-1 15,0-2-1-15,0-3-1 0,2 0-2 0,1-2 2 16,0 0-1-16,-1-3-1 0,2 0 1 0,-3-3 1 16,4-2 0-16,-2 1 0 0,1-5 0 0,-1 0 0 15,1-1 0-15,-1-2 0 0,-2 0-1 16,1-2 0-16,0 2 1 0,-2-2 0 0,1 1 0 16,-1 1 1-16,-2-2-1 0,-1 3 0 15,3-1 0-15,-3 0-1 0,0 1 2 0,0 2-1 0,0 1-1 16,0 1 1-16,0 2-1 0,2 1 0 15,-2 1-1-15,0 1 2 0,0 3 0 0,1 1 0 16,-1 1 0-16,0 1 2 0,2 1 0 0,-1 2-1 16,-1 0 1-16,4-1-1 0,-3 1-1 0,-1 1 0 15,3 1-2-15,1-4 0 0,-1 3 0 0,0-3-2 16,0-1 0-16,2 1-9 0,-1-2-26 16,0 0-72-16,-1-2-76 0,-1 0-153 0,1-2-286 15,-2-2-326-15,1 0-359 0,-2 0-226 0,3 0 54 16,0-1 657-16</inkml:trace>
  <inkml:trace contextRef="#ctx0" brushRef="#br0" timeOffset="65552.79">26633 16410 24 0,'2'-4'388'16,"-1"2"332"-16,-1-3 256 0,0-1 28 0,2 0-242 15,-1-1-207-15,1-2-154 0,1-2-95 0,1 0-54 16,-1-1-44-16,3 1-24 0,0-3-1 0,1 0 7 15,-1-3 3-15,2 3-8 0,1-1-18 0,1-1-21 16,-2-1-34-16,3 2-29 0,-3-3-19 16,0 2-17-16,0 2-3 0,-1 1-8 0,0-1-4 15,-3 3 1-15,1 4-5 0,-2-2-3 0,1 5-6 16,-3-2-4-16,4 2-3 0,-4 2-6 0,1 0-2 16,-1 1-3-16,-1 1 2 0,2 1 0 15,0 1 2-15,-1-1 6 0,-1 4 2 0,2-2 0 16,-1 3-1-16,1 1 1 0,0-1-2 0,-2 3-3 15,1-1-3-15,1 3 0 0,0-1 0 0,-2 1-2 16,3 2 0-16,-3 2 1 0,1-2 2 16,-1 1-1-16,0 1 1 0,3 0-1 0,-1-1-1 15,-2 3-1-15,1-4-1 0,-1 1-1 0,3 0 0 16,-1-4-1-16,0 1 0 0,-1-3 0 0,1-1 0 16,1-1-1-16,-1-1-1 0,1-3 1 15,0-2 1-15,0-1 0 0,3-4 0 0,-1-2 2 16,0-1 0-16,1-3-1 0,-1 1 0 0,4-2 0 15,-2 2 0-15,-2-3 0 0,-1 2 0 0,1-2 1 16,3 3-2-16,-4 1 0 0,0 0 0 0,-1 2 0 16,0-1-1-16,0 2 1 0,-1 2 0 0,0 1-1 15,-1 0 0-15,1 0-1 0,-1 3 1 16,1 0 0-16,0 3 1 0,0 0 1 0,2 2 0 16,-4 1 2-16,1 1 1 0,1 3-1 0,-1 1 1 15,-1 0-1-15,2 1-1 0,0 2 0 0,-1 3 0 16,-1-2 0-16,3 0 0 0,-1-1 0 15,0 0-1-15,1 0-1 0,0-4 0 0,0 1-1 16,2-4 0-16,-1-2 1 0,1-3 0 0,3-2 2 16,-1-1 0-16,0-5 1 0,1-1-1 0,2-4 0 15,1-3 1-15,-2 0-3 0,3-3 1 0,-2 1-2 16,2-1 1-16,-3 2 0 0,3 0-2 16,-3 2 0-16,0 1 2 0,0 1-1 0,-1 2-1 15,-1 4 0-15,-1 0 2 0,1 2-1 0,0 1 1 16,-2 4 1-16,0 0 3 0,0 2-1 15,0 0 4-15,-1 2 3 0,2 2 1 0,-1-1 2 16,-2 2-2-16,4 1 1 0,-6 0-4 0,4 1-4 16,-2-1 0-16,3-1-3 0,-3 0-1 0,1 0 0 15,-3-1 0-15,2 2 0 0,-1-1-2 0,0-2 0 16,-1 1-1-16,-1 0-8 0,0-1-18 16,0-1-47-16,-1 0-75 0,-1 0-115 0,-1-2-217 15,0 0-302-15,-1 0-343 0,1-2-327 0,2 2-123 16,-1-3 392-16,2-1 706 0</inkml:trace>
  <inkml:trace contextRef="#ctx0" brushRef="#br0" timeOffset="70101.54">27493 7988 191 0,'0'4'394'0,"0"-3"201"0,0 0 38 0,0 2-95 16,0-3-112-16,-2 2-89 0,2 0-51 0,-3-2-32 16,3 3-8-16,-2-2 5 0,0 1 2 15,0-1-4-15,1-1-24 0,1 2-23 0,-2-2-32 16,2 0-33-16,0 1-33 0,0-1-23 15,0 0-14-15,0 0-15 0,0 0-8 0,0 0-7 16,0 2-4-16,0-2-3 0,0 0-4 0,0 0-6 16,0 1-2-16,0-1-6 0,2 0-4 15,-2 2-3-15,0-2 0 0,0 0-3 0,0 0-1 16,1 0-1-16,-1 2 2 0,2-2 27 16,0 1 9-16,0 0 8 0,1 1 3 0,1 0 4 15,-3-2 2-15,3 1-27 0,-1 0-11 0,2 1-3 16,-2-2-5-16,2 1-3 0,1 1-3 15,-3-2 3-15,2 1 0 0,-1 0 0 0,1-1 1 16,-2 2 3-16,2-2-5 0,0 1-1 0,-1-1 34 16,1 2 12-16,0-2 9 0,-2 0 3 15,4 0 5-15,-3 0 2 0,1 0-29 0,0 0-15 16,-2 0-10-16,2 0-6 0,0 0-5 0,-1-2-4 16,4 2 1-16,-3 0-2 0,0 0 1 15,-1 0 2-15,3 0 3 0,-1 0 1 0,-2 0-5 16,1 2 2-16,0-2-1 0,-2 0-4 15,2 0 2-15,0 2-2 0,-1-2 4 0,-1 0 0 16,2 1-1-16,-1-1 0 0,0 0-2 0,1 0 5 16,-2 0-4-16,3 0 4 0,1 0 0 15,-2 0 1-15,-1 0-2 0,1 0-3 0,0 0 0 16,1 0 1-16,-1 0-1 0,0 0-1 16,-1 0 4-16,3 2-1 0,-2-2 2 0,1 0-5 15,-2 1 1-15,1 1 0 0,2-2 0 0,-2 1 3 16,-2 1-3-16,3-2 4 0,0 0 0 15,-1 1-1-15,0-1-2 0,0 0-2 0,-1-1 2 16,2 1 1-16,1-2 3 0,-2 1 3 0,1-2 25 16,0 1 11-16,0-1 9 0,1 1 1 0,-2-1-3 15,-1 2-1-15,1 0-23 0,0-1-11 16,-1 1-8-16,3-1-5 0,-2 1-1 0,-1 0 0 16,1 1 0-16,2-2-1 0,-1 0-1 15,0 1 3-15,0 0-1 0,-1-1-3 0,3 0 0 16,0-1 1-16,-2 0 1 0,2 0 1 15,-1-1-2-15,0 0 1 0,1 1-1 0,-1-3 0 16,-1 2-2-16,2 0 0 0,-4-1 2 0,3 1 1 16,-2-1 1-16,0-1 1 0,-1 3 1 15,1-1-2-15,-1 0-2 0,0-1 3 0,1 0-2 16,-1 1-3-16,1-1-1 0,0 1 0 16,1 0 0-16,0-2-1 0,1 1 3 0,-2-1 1 15,1 0 1-15,2 0 0 0,-4 1-1 0,4-1 0 16,-3-1-2-16,2 1 1 0,2 0-2 0,-4-2 0 15,-1 2 2-15,3-1-2 0,-2 1 1 16,1 1 1-16,-2 1 0 0,0-2-1 0,0 3 1 16,0-2 1-16,-1 2-1 0,2-1 0 15,-2 1 1-15,1 0 2 0,-1-2-2 0,2 3-2 16,-1-2 3-16,0 0-2 0,0 1 1 0,0-1-4 16,2 0 1-16,1 2 2 0,-2-3-2 15,-1 1 4-15,1 2-2 0,0-2 0 0,2 2 1 16,-2-1-1-16,2 0 0 0,-2 0 1 15,1 0 2-15,2 0-1 0,-2-1 0 0,0 1 0 16,2 1-1-16,0-1-1 0,-2 0-3 0,4 2 1 16,-2-4 3-16,1 2-1 0,-1 0 2 0,0 0-1 15,0 0 0-15,3 0 2 0,-4-2-3 16,1 3 1-16,-2-1-2 0,1 1 2 0,-2 1 0 16,2-2 0-16,-2 1 0 0,-2 2-2 15,3-2 2-15,-2 0 0 0,1 1-1 0,0 1 1 16,0 0 0-16,0-1 0 0,2 1 0 0,-2-2 0 15,2 2 0-15,-3 0 0 0,3-1 2 16,-1 1 2-16,2 0-3 0,-2-2 1 0,2 1 1 16,0-1-4-16,0 1 0 0,0-1-1 15,0 1 0-15,1-1 1 0,-1-1-1 0,-2 1 2 16,3 1 1-16,0-1-1 0,-1 1 0 0,0 0 0 16,-2 1 1-16,2 0-1 0,0 0-1 0,-3 0 2 15,3 0 1-15,-2 0 0 0,3 0 1 16,-1-2-1-16,0 2 0 0,0-1 0 0,3 1-1 15,-1-2-3-15,-2 1-2 0,2 0 3 16,0 1 1-16,0-2-2 0,0 0 2 0,-2 1 0 16,2 0 2-16,-1 1-3 0,-1 0-1 0,-1 0 3 15,1 0-1-15,-1 0 0 0,0 0 2 0,-1 1-1 16,1-1-1-16,-1 1 0 0,2-1-1 16,-4 0-1-16,4 0 1 0,-1 0 1 0,2 0 0 15,-1 0 2-15,0 0-1 0,2 0 0 0,-1 0-1 16,-1 0 3-16,0 0-2 0,1 0-1 15,-1 0 0-15,0 2 0 0,-1 0-1 0,-1-2-2 16,1 1 3-16,-2 2 0 0,2-2 0 0,-2 2 0 16,-2 0 0-16,3 0 0 0,-2 0-1 15,1 0-1-15,2 2 2 0,-2-2 0 0,4 0 1 16,-3 1-1-16,1-2 2 0,-3 0 1 16,4 2-2-16,-2-2 1 0,1 1-2 0,-2-1 2 15,-1 2-1-15,1-2 1 0,0 1-1 0,1 0 2 16,-1 0-1-16,-4 1 7 0,4-2 4 15,-2 3 4-15,1-2 1 0,-1 0-1 0,0 1 0 16,-1-1-6-16,2 0-4 0,-1 2-4 16,-1-2-1-16,1 1 2 0,-1-1-2 0,1 0-1 15,-2-1-3-15,3 0 2 0,-1 2 0 16,2-3-1-16,-2 3 8 0,3-4 7 0,-1 2 2 16,1 0 2-16,-1 1 0 0,0-2 1 0,1 1-8 15,-2 1-5-15,1 0-2 0,0 0-3 0,0-1 0 16,0 0-1-16,1 2 2 0,0-2-1 15,1 1 0-15,-3 0 0 0,1 0 0 0,0 2 0 16,-1-2-2-16,3 0 1 0,-4 3 0 16,0-3 0-16,0 1 0 0,1-2 0 0,-3 4 1 15,2-1-1-15,-1-3 1 0,0 4 0 0,-1-1-1 16,-1-1 1-16,3 1 0 0,-1 0 0 16,-2-1-1-16,1 1 0 0,1 0 1 0,-2 0-1 15,0-2 0-15,1 1 0 0,-1 1 2 0,2-1-2 16,0 0 0-16,-2 0 0 0,3 1 2 15,-3-3-1-15,1 3 1 0,-1-2-1 0,4 0 0 16,-3 0 1-16,1 0 0 0,0 0-1 16,1 0-1-16,-2 0-1 0,4-2 2 0,-2 2-2 15,-2 0 0-15,3 0 1 0,-3 0 2 0,2 0-1 16,2 0 2-16,-1 0-1 0,-1 1 1 16,3 0-3-16,-3 0 0 0,0-2 1 0,-1 4-3 15,1-4 2-15,-2 3 0 0,1 0 1 0,0-2 0 16,-1 0 0-16,1 1 1 0,0 0-2 15,-1-2 0-15,1 2-1 0,-1-3 0 0,-1 2-1 16,2 0 1-16,1-2 1 0,-2 0-1 0,-1 1 1 16,2-1 1-16,-1 1-1 0,1 0 1 15,0-1-1-15,-1-1 2 0,1 2-2 0,0-1 1 16,1 1 0-16,-3-2 0 0,3 3-2 16,0-3-1-16,0 1 2 0,3 0-2 0,1 1 2 15,-2-2 1-15,-1 3 0 0,3-2 2 0,-2 1-1 16,4 0 0-16,-4-2 0 0,3 2-1 15,-4 1 0-15,6-2-1 0,-6 1 0 0,3 1 1 16,-1-3 1-16,1 2-2 0,0 0 0 16,0 1 2-16,-3-2 0 0,1-1-2 0,0 2 0 15,-2-1 1-15,5 1-1 0,-3-2 1 0,1 1 0 16,1 1 2-16,2-2 1 0,-3 0-1 16,1-2 1-16,-3 2 0 0,4 0-1 0,-2-1-1 15,1 1 0-15,1-2 6 0,1 1 3 0,0-1 1 16,3 1 2-16,-3-2 1 0,4-1 0 15,-2 1-6-15,0 1-3 0,2-4-1 0,-4 4-1 16,5-2-1-16,-3 0 0 0,1 0-1 0,2 0-1 16,-5 1 2-16,4-2-1 0,0 1 0 15,-2-1-1-15,-1 3 2 0,-1-3-1 0,0 2 0 16,0-2-2-16,-1 2 0 0,0 0 0 16,-1-1 0-16,-1 2-1 0,3 0-1 0,-4 2 1 15,-2-3 0-15,1 2 0 0,-3 0 0 0,1 1-1 16,-2 0 1-16,-2 0-2 0,-1 1-12 15,-2 0-33-15,-1 2-77 0,-3-3-118 0,1 0-240 16,-2 0-299-16,2-3-359 0,0 1-378 16,2-4-127-16,1 1 471 0,0-2 762 0</inkml:trace>
  <inkml:trace contextRef="#ctx0" brushRef="#br0" timeOffset="71002.1">29349 7583 123 0,'-1'2'580'0,"-1"-1"405"15,2-1 183-15,-1 0-131 0,1-1-319 0,0-1-210 16,0 0-108-16,1-1-39 0,2 0-37 16,1-2-32-16,-1-1-34 0,2 0-41 0,1-1-52 15,0-2-49-15,1-4-30 0,1 1-16 0,2 1-11 16,-2-4-10-16,4 0-6 0,2-4-4 15,-2 0-6-15,1-2-7 0,4-3-1 0,-1-2 0 16,0-2-3-16,1 0-4 0,-1-4-2 0,0 0 1 16,-2 1-1-16,0 0-1 0,-1 2 3 15,-2 4 2-15,-2 3 4 0,0 1 0 0,-3 7-1 16,-1 3-3-16,-2 1-4 0,1 2-2 16,-2 2-5-16,0 2-4 0,-1 1-1 0,1 1-2 15,-2 2 0-15,0 0 1 0,0 4-1 0,0-2 0 16,0 1 0-16,0 3 0 0,0 0-1 15,0 0 0-15,0 2 0 0,1 1-1 0,-1-2 1 16,0 4 0-16,2 0-1 0,0 0 1 0,-1 3 1 16,1 0-1-16,-1 3 1 0,3 2 0 15,-3-2 1-15,1 4 1 0,-1-1 1 0,3 2 0 16,-4-1 0-16,1 0 0 0,2 1-2 16,-1-2-2-16,-1-1 0 0,1 1-1 0,-2-4 0 15,1 1-1-15,1-2 0 0,0-2 0 0,-2-2 0 16,1-3-1-16,1 0-1 0,-1-1-1 0,-1-3 1 15,2-1-1-15,0-1 0 0,-1-2 1 16,3-2-4-16,-1 1-8 0,1-3-16 0,-2 0-31 16,-1-1-73-16,-2-1-103 0,1-1-196 15,-5 0-288-15,4-1-348 0,-2 0-406 0,3-1-204 16,0-1 267-16,3 0 781 0</inkml:trace>
  <inkml:trace contextRef="#ctx0" brushRef="#br0" timeOffset="71351.94">29851 7078 485 0,'-2'1'975'0,"1"4"261"15,-3-3-44-15,3 5-283 0,-1 4-293 0,1 1-170 16,-1 6-102-16,0 0-65 0,2 2-36 0,0 2-45 16,0 0-58-16,4 0-51 0,0 0-27 15,1-1-16-15,2-2-21 0,3-2-13 0,0-1-6 16,6-2-4-16,-4-3-3 0,7-3 1 15,-3-2 0-15,5-3 0 0,-2-3 0 0,1-3 1 16,1-3 0-16,0-2 0 0,-3 0 0 0,3-4-1 16,-5-2 1-16,1 1 1 0,-4-2 2 15,-1-2 0-15,-4-1 0 0,-1-1-1 0,-2-2 0 16,-4-1-2-16,-2-1-2 0,-4-1-2 0,-3-2 0 16,-5 4 1-16,0 2 0 0,-4 3 2 15,0 6 0-15,-5 4 1 0,-2 3 1 0,0 8-1 0,-1 1 0 16,-2 4-2-16,2 5-14 0,0 2-73 15,-2 1-85-15,6 1-171 0,0 0-280 0,3-1-326 16,3 4-377-16,2-4-214 0,6 3 136 16,0-3 689-16</inkml:trace>
  <inkml:trace contextRef="#ctx0" brushRef="#br0" timeOffset="72101.46">30287 7361 198 0,'-3'0'757'0,"-2"0"420"0,0-1 84 0,2-1-167 16,0 2-325-16,1-1-242 0,1 0-144 0,1-2-90 15,1-1-54-15,1-3-57 0,3 1-63 16,0-2-45-16,3-3-23 0,1-3-17 0,4-1-6 15,1 1-6-15,-1-2-2 0,1 0-4 0,2-1-2 16,1 2 0-16,-3 2-1 0,-1 1-1 0,-1 1 0 16,0 4-2-16,-3-1-2 0,-1 3-3 0,-2 3-1 15,-1 0 4-15,-2 4-3 0,2-1-1 0,-2 5-3 16,-3 1 5-16,3 1 5 0,-6 3-1 0,3 3 4 16,-3 2 3-16,2-2 0 0,-4 4-3 15,1-1-3-15,3 0 0 0,-1-2 3 0,1 0-2 16,1-4 2-16,0 2-1 0,0-4 0 0,3-3-7 15,2 0-2-15,0-5-3 0,5-1 0 0,1-4 0 16,2 0-2-16,5-6 2 0,-1-1-2 16,-1-1 2-16,-1-2-1 0,1-3 0 0,2 2 1 15,-6-1-1-15,0-2 1 0,0 4 0 0,-2-2 0 16,-2 2-1-16,-2 2 0 0,-2 0 1 0,0 3-1 16,-1 3 1-16,-2 2 0 0,-1 2-1 0,-1 2-1 15,-1 3 0-15,-1 3 0 0,0 1-2 16,-2 4 1-16,-1 0-1 0,1 3-4 0,0-3-16 15,1 4-40-15,-1-2-71 0,0 0-78 0,1-1-154 16,0-3-294-16,1 0-316 0,3-2-308 16,0 2-198-16,2-3 85 0,1 0 627 0</inkml:trace>
  <inkml:trace contextRef="#ctx0" brushRef="#br0" timeOffset="72684.33">30842 7290 478 0,'-6'2'1286'0,"-1"0"362"0,3 0-200 0,-1-2-359 16,3-4-474-16,1 3-236 0,4-5-170 0,0-1-93 16,3-4-48-16,2-1-26 0,5-2-16 0,1-3-8 15,3-1-4-15,1-2 0 0,3 1-6 0,-1-2-2 16,1 1-2-16,1 3-1 0,-2 0-1 15,-1 2-1-15,-1 3 0 0,-2 1-1 0,-2 2 0 16,-5 3 1-16,1 3 0 0,-1 2 0 0,-2 1 6 16,-3 3 4-16,0 1 4 0,-3 5 5 15,1 1 3-15,-4 3 3 0,1-1 1 0,-3 6-1 16,1-2-1-16,0 0-3 0,1 1-5 0,1-2-2 16,-1 2-5-16,0-3-4 0,2-3 0 0,2 0 0 15,0-3 1-15,1-1 0 0,3-1 1 16,2-4 0-16,3-3 0 0,4-1-2 0,0-5-1 15,3-2-2-15,4-3-2 0,-2 0 0 0,0 0-1 16,1-1 0-16,0 0-1 0,-2 2 1 0,2 0 0 16,-4 2-1-16,-1 1 1 0,-3 0 0 0,1 3 0 15,-5 1 0-15,-1 1 0 0,1 2 1 16,-1 1 5-16,-1 1 4 0,-1 2 6 0,2 1 6 16,-3 2 5-16,-2 2 4 0,0 1-2 0,0-1-3 15,1 3-6-15,-3-3-5 0,2 3-5 0,2-1-5 16,-1-1-1-16,1 0-2 0,3-3-1 15,2-2-1-15,2-1-2 0,3-3 0 0,4-2 0 16,-1-2-1-16,3-2-1 0,0 0 1 0,1 0 0 16,-3-1 0-16,0 3 0 0,-3-2 0 0,-2 3 0 15,-1 3 1-15,-3 3-1 0,-2-1 2 0,-1 4 0 16,-4 2 1-16,-1-1 0 0,-4 4-1 16,-1 0 0-16,0 3-8 0,-2-2-17 0,1 2-37 15,0-4-85-15,-1 1-150 0,4-4-265 0,1 0-321 16,0 3-402-16,0-4-425 0,0 2-19 0,-2-2 737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18T07:20:51.75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FFC000"/>
    </inkml:brush>
    <inkml:brush xml:id="br3">
      <inkml:brushProperty name="width" value="0.05292" units="cm"/>
      <inkml:brushProperty name="height" value="0.05292" units="cm"/>
    </inkml:brush>
    <inkml:brush xml:id="br4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10406 12996 23 0,'-44'36'16'0,"1"1"-32"0</inkml:trace>
  <inkml:trace contextRef="#ctx0" brushRef="#br1" timeOffset="6576.6">4548 1978 166 0,'3'-7'599'0,"-1"-1"389"16,-2-1 185-16,0 1-174 0,0 3-263 0,0-1-131 15,2-1-108-15,-2 5-86 0,0-3-80 16,0 3-58-16,0-3-49 0,0 2-62 0,0 1-48 16,0 0-26-16,1 2-8 0,-1-2-7 0,0 2-8 15,2 0-11-15,-2 0-11 0,0 2-10 0,0 0-10 16,-2 6-6-16,2 2-5 0,-1 7-2 15,1 8 4-15,0 4 4 0,0 8 2 0,1 6 3 16,2 9 4-16,2 3 3 0,0 6-5 0,3 6-4 16,-2 0-3-16,5 2-2 0,0-4-6 0,2-1-2 15,1-7-2-15,4-3 0 0,0-5 1 0,0-8 2 16,4-5 2-16,3-6 2 0,-2-4 3 16,2-7 2-16,3-5 2 0,-1-7 2 0,3-5 0 15,-1-8 1-15,2-5-11 0,-1-7-12 0,-1-6 0 16,-1-6 0-16,0-6 0 0,-1-6 0 0,-4-4 0 15,0-5 0-15,-1-3 0 0,-4-2 0 0,-1-1 0 16,-2-1 0-16,-3-1 0 0,-4-2 0 0,-3 1 0 16,-2-2 0-16,-3 1 0 0,-3 3 0 15,0 0 0-15,-4 3 0 0,1 5 0 0,-2 7 0 16,0 2 0-16,0 7 0 0,0 2 0 0,-1 7 0 16,1 2 0-16,-2 5 0 0,4 3 0 15,-3 2 0-15,1 2 0 0,3 2 0 0,0 5 0 0,0-1 0 16,-2 4 0-16,5 2 0 0,-1 5 0 15,1 3 0-15,2 1 0 0,2 2-193 0,1 2-327 16,-1 0-333-16,1-3-432 0,5 3-496 0,0 0-174 16,3 1 733-16</inkml:trace>
  <inkml:trace contextRef="#ctx0" brushRef="#br1" timeOffset="7929.49">6379 1846 411 0,'4'-2'946'16,"-3"-2"300"-16,1 2-34 0,-1-3-276 0,-1 2-291 15,2 0-173-15,1 0-95 0,-2 0-59 16,1 3-42-16,-2-2-42 0,0-1-59 0,1 1-57 16,1 2-37-16,-2-1-24 0,0 1-13 0,2 0-8 15,1 1-3-15,2 4-8 0,1 1-1 0,5 7 1 16,0 1 3-16,4 9 2 0,2 5 7 15,0 7 5-15,2 7 0 0,3 5-5 0,2 8-2 16,-2 3-6-16,2 4-8 0,1-1-11 0,0 3-4 16,2 0 1-16,-3-3-1 0,2-4-1 0,-3-3-1 15,2-4 3-15,-3-6 2 0,-1-9-2 0,0-3-2 16,-1-5 2-16,-2-7 0 0,-1-2 4 16,-1-5 1-16,-1-6 3 0,-2-3 1 0,3-6 2 15,-5-6 1-15,2-4 1 0,-1-4-12 0,-2-7-8 16,2-3 0-16,-4-6 0 0,2-3 0 15,-4-5 0-15,0-5 0 0,-1-5 0 0,-2-3 0 16,1-5 0-16,-3-3 0 0,1-5 0 0,-1-1 0 16,1-4 0-16,0 3 0 0,1 2 0 0,0 4 0 15,0 9 0-15,2 3 0 0,-2 8 0 0,-2 4 0 16,1 6 0-16,1 5 0 0,-3 5 0 16,2 3 0-16,-1 4 0 0,-1 3 0 0,2 3 0 15,-2 2 0-15,0 1 0 0,0 3 0 0,3 1 0 16,-1 4 0-16,1 0 0 0,0 2-97 0,2 1-349 15,-1 3-316-15,3 2-409 0,1 4-505 0,3 0-312 16,1 1 484-16,6-2 1007 0</inkml:trace>
  <inkml:trace contextRef="#ctx0" brushRef="#br1" timeOffset="8945.27">8759 1864 74 0,'6'-19'615'0,"-1"1"474"0,-2-1 176 16,0 0-78-16,-1 1-281 0,-1 0-267 0,1 0-163 15,1 3-96-15,-3-2-61 0,2 6-51 0,-1-1-82 16,1 1-52-16,-2 2-33 0,2 3-21 0,-1 2-14 16,-1 0-13-16,0 2-8 0,3 2-8 0,-3 2-5 15,0 4-5-15,2 6-4 0,-1 8 0 0,-1 6-1 16,3 8-1-16,-3 10-2 0,2 7-2 15,-2 6-3-15,2 10-5 0,-2 5-2 0,0 3-2 16,1 3-2-16,1 0 0 0,1 0-1 16,0-1 0-16,2-7-2 0,1-5-2 0,2-8-1 0,2-9 0 15,2-8-2-15,-1-7 1 0,2-7 0 0,1-9 1 16,1-6 0-16,2-8 3 0,0-11 0 16,4-8 1-16,-1-7 1 0,3-8-1 0,0-3 1 15,1-1-1-15,3-4 0 0,-1 3-1 0,1 2 0 16,-1 2 0-16,1 5 0 0,1 5 1 0,-3 6 0 15,2 3 1-15,-2 7 0 0,2 8 0 0,-3 4 1 16,0 6-1-16,1 7 1 0,-1 5-1 16,-2 8 0-16,2 2-1 0,-2 6-1 0,1 1-1 15,0 4 0-15,2 0-2 0,-1 0 0 0,-1-2-2 16,-2-4 0-16,3-3 0 0,-2-8 1 0,1-6 0 16,-2-3 2-16,1-9 3 0,0-7 1 0,-4-8 3 15,2-8-1-15,-1-8 2 0,-1-9 1 16,-1-8 1-16,-1-5 2 0,-2-8 2 0,1-4 2 15,-3-3-10-15,1-4-4 0,-4-5 0 0,1-2 0 16,-4-3 0-16,-1-1 0 0,-2-2 0 16,-3-4 0-16,0 4 0 0,0-1 0 0,-2 4 0 15,-1 3 0-15,0 6 0 0,-2 6 0 0,0 8 0 16,-1 5 0-16,0 7 0 0,-2 3 0 0,1 9 0 16,0 3 0-16,-1 5 0 0,2 4 0 0,-3 4 0 15,2 3 0-15,-1 3 0 0,0 4 0 0,1 4 0 16,0 2 0-16,1 4 0 0,1 2 0 0,0 2 0 15,-2 3-1-15,1 3-346 0,-3 2-279 16,4 0-363-16,0 3-454 0,0 3-473 0,-1 2 66 0,0 3 1022 16</inkml:trace>
  <inkml:trace contextRef="#ctx0" brushRef="#br0" timeOffset="13892.63">15868 2830 70 0,'-7'8'546'0,"2"-2"427"0,-1 0 208 15,-2 0-53-15,4-4-390 0,-1 2-281 0,1-3-140 16,3 0-82-16,-1 1-50 0,2 1-39 16,2-3 14-16,1-3 23 0,0 0 4 0,4 0-5 15,0-1-7-15,1-4-1 0,4-1-29 0,-2 0-28 16,2 0-26-16,0-3-13 0,6-1-7 0,-1-2-2 15,4-3-4-15,4-1 0 0,3-6 6 0,2-2 1 16,2-4-4-16,4-4-5 0,1-2-6 16,5-2-7-16,0-4-8 0,2-3-12 0,3-2-30 15,4-2 0-15,0-3 0 0,1-1 0 0,0-2 0 16,0 2 0-16,2 0 0 0,-1 0 0 0,-2 2 0 16,-2 2 0-16,-2 3 0 0,-5 6 0 15,-3 1 0-15,-5 6 0 0,-4 4 0 0,-4 3 0 16,-5 4 0-16,-4 4 0 0,-3 4 0 0,-4 5 0 15,-2-1 0-15,1 4 0 0,-4 1 0 16,-2 1 0-16,0 3 0 0,-3-2 0 0,0 3 0 16,-3 0 0-16,-2 1 0 0,1 1 0 0,-4 0 0 15,0 3 0-15,2-2 0 0,-3 4 0 0,0 0 0 16,0 0 0-16,-1 3 0 0,-2-1-151 16,-1 0-80-16,-3 2-155 0,0-2-271 0,-1 0-319 15,3 1-393-15,-4-1-288 0,4-2 14 0,-2 0 745 16</inkml:trace>
  <inkml:trace contextRef="#ctx0" brushRef="#br0" timeOffset="14428.71">16141 1542 35 0,'-14'-3'522'0,"-2"2"458"0,2-3 245 0,-4 3-45 15,4-2-309-15,0 1-255 0,3 2-133 0,0 0-99 16,1 0-74-16,2 0-55 0,2 0-67 0,1 2-65 15,1 0-54-15,2-1-28 0,2 4-18 0,3 1-5 16,3 2 2-16,4 3 5 0,3 2 6 0,4 5 7 16,5 1 11-16,2 3 5 0,6 3 1 15,6 4 3-15,0 3-2 0,4 4 2 0,3 2-3 16,4 5-1-16,-2 1-5 0,2 2-5 0,-1 3-3 16,0 1-9-16,-2 1-1 0,0 3-4 0,-3 2-3 15,-1 0-2-15,-1-1-4 0,-4 3-2 16,-2-2-5-16,-3-2-11 0,-1 0 0 0,-3-4 0 15,-3 0 0-15,-1-4 0 0,0-3 0 0,-4-2 0 16,0-5 0-16,0-2 0 0,-4-3 0 0,-1-1 0 16,-1-4 0-16,0-2 0 0,-2-2 0 15,0-2 0-15,-2-2 0 0,0-2 0 0,0-1-2 16,-4-4-1-16,1-1 0 0,0-3 0 16,0-1 0-16,0-3 1 0,1-3-1 0,-2-3-1 15,1-2-4-15,0 1-10 0,-2-4-15 0,1 0-20 16,-3-1-38-16,1 0-78 0,-4-1-105 0,1-2-184 15,-4 2-288-15,0-1-345 0,-2 1-376 0,1 1-177 16,-3 1 275-16,-1 1 730 0</inkml:trace>
  <inkml:trace contextRef="#ctx0" brushRef="#br2" timeOffset="23813.42">22048 2252 45 0,'3'-13'414'16,"0"1"336"-16,-1 0 273 0,-2-1 23 15,0-2-268-15,0 1-204 0,-2 1-119 0,2-1-21 0,0 2-18 16,-3-1-41-16,3 4-45 0,-1-1-33 15,-3 3-44-15,3 1-63 0,-1 0-53 0,0 1-32 16,1 3-22-16,-1 0-17 0,2-1-12 0,0 3-10 16,-1 0-5-16,1 0-5 0,0 0-3 0,0 0-3 15,-3 0-4-15,3 0-3 0,-2 3-6 0,1 3-1 16,-1 0-2-16,2 4-2 0,0 2 3 16,0 5 3-16,0 2 4 0,0 4 1 0,3 4 2 15,-1 3-22-15,1 3-1 0,-2 6 0 0,1 2 0 16,-2 2 0-16,0 5 0 0,-2 1 0 0,1 4 0 15,-4-1 0-15,1-1 0 0,0 1 0 16,-2-3 0-16,1-2 0 0,0-4 0 0,-1-3 0 16,2 0 0-16,-1-6 0 0,1-3 0 0,0-4 0 15,0 0 0-15,1-5 0 0,0-3 0 16,-1-2 0-16,2-4 0 0,1 0 0 0,-3-6 0 16,3-2 0-16,-3-4 0 0,1-4 0 15,2-3 0-15,-1-4 0 0,0-3 0 0,2-4 0 0,0 0 0 16,-1-3-61-16,-1-1-89 0,1-3-69 15,-1 0-105-15,-2-2-168 0,2 1-287 0,0-1-335 16,1 0-302-16,-1-1-163 0,2-1 276 16,2 2 659-16</inkml:trace>
  <inkml:trace contextRef="#ctx0" brushRef="#br2" timeOffset="24617.76">21795 1545 126 0,'-3'-9'495'0,"-2"1"353"0,1 1 240 0,0-2-100 16,-1-1-264-16,-1 3-183 0,1 0-113 0,-2-1-54 15,3 2-27-15,0 1-36 0,0-1-36 0,1 0-29 16,-2 1-34-16,2-1-48 0,2 4-46 0,-1-3-29 16,0 4-16-16,0-1-14 0,0-1-12 0,2 2-10 15,-2 1-6-15,2 0-5 0,0-1-4 0,0 1-2 16,0 0 0-16,0 0 0 0,2 1 5 0,-2-1 5 15,2 1 5-15,0 2 7 0,0-1 3 0,1-1 1 16,0 4-2-16,1-3-5 0,-1 2-4 16,2-1-4-16,-2 2-4 0,2 1-1 0,1 0-1 15,0 1-13-15,0 1-12 0,-1 2 0 0,3 2 0 16,1 2 0-16,-1 1 0 0,2 2 0 0,2 3 0 16,-2 3 0-16,3 2 0 0,3 2 0 0,-4 3 0 15,6 2 0-15,-2 2 0 0,2-1 0 16,1 2 0-16,2 1 0 0,-1-2 0 0,1 1 0 15,-2-2 0-15,3-1 0 0,-2-1 0 0,-2-3 0 16,3 0 0-16,-4-5 0 0,0-2 0 0,1 0 0 16,-4-6 0-16,2 0 0 0,-7-2 0 0,3-3 0 15,-2-1 0-15,-2-3 0 0,-1-1 0 16,1-5 0-16,1 0 0 0,1-5 0 0,-1-3 0 0,2-5 0 16,0-5 0-16,2-3 0 0,3-5 0 15,-4-1 0-15,6-5 0 0,-1-2 0 0,0-1 0 16,2-5 0-16,1-1 0 0,0 1 0 0,2-2 0 15,-1-1 0-15,2 0 0 0,1 2 0 0,1 0 0 16,-2 1 0-16,2-1 0 0,0 1 0 16,0 0 0-16,1 3 0 0,-4 1 0 0,2 2 0 15,-1-1 0-15,-1 4 0 0,-1 2 0 0,0-1 0 16,-4 5 0-16,-1 0 0 0,-1 5 0 0,-3 0 0 16,-3 5 0-16,-1 2 0 0,0 3 0 0,-3 1 0 15,-1 2 0-15,0 3 0 0,-3-1 0 0,3 2 0 16,-4 2 0-16,1-3 0 0,-1 4 0 0,0-1 0 15,0 1 0-15,-1 1 0 0,-3 3 0 0,3-1 0 16,-4 1 0-16,0 2 0 0,0 0 0 0,-1 0 0 16,-2 1 0-16,2 3 0 0,-1-2 0 0,-1 0 0 15,1 1 0-15,-3 2 0 0,-3-4-202 0,1 3-182 16,-3-1-267-16,2 1-331 0,0 1-390 0,-3-4-395 16,3 2 45-16,-2 0 830 0</inkml:trace>
  <inkml:trace contextRef="#ctx0" brushRef="#br3" timeOffset="31875.07">3184 5148 24 0,'2'0'270'0,"-1"1"178"0,-1-1 169 0,0 0-49 15,0 0-117-15,0 0-105 0,0 4-72 0,0-3-47 16,0 2-36-16,-1 1-19 0,-1 2 3 0,2 0 31 16,0 3 24-16,0 0 21 0,0 2 13 0,0-2-2 15,0 4-23-15,0 1-47 0,-2-2-42 16,2 4-32-16,0-1-14 0,0 2 11 0,0-1 17 15,0 4 27-15,2-1 8 0,-2 2-6 0,0 0-9 16,2 1-18-16,-1 3-25 0,-1-3-27 0,0 4-18 16,0-1-20-16,0 1-14 0,3 0-10 0,-3 2-7 15,0-1-4-15,0 3-2 0,0-2 6 0,-3 3 6 16,3 1 2-16,0 1-1 0,0 2 0 16,-1-1-2-16,1 2-2 0,0 0-4 0,0 1-5 15,1 0-5-15,-1-1 0 0,3 0 0 0,-1-1 1 16,-1 1 3-16,4-3-8 0,-2 3-4 0,0-5-3 15,2 0 0-15,-2 1-2 0,2-1-1 16,1 0 9-16,-3-2 3 0,1 2 1 0,-1 0 2 16,0 0 3-16,0 1 10 0,-3 1 6 0,2 0 3 15,0 1 2-15,-1 0-2 0,-1 0-3 0,0 1-9 16,2-1-5-16,-2 0-4 0,1-2 2 0,-1 0 0 16,0 2 1-16,3-1-7 0,-3-1-3 0,0 0-2 15,2 0-3-15,-2-2-1 0,1 0-1 16,-1 0 6-16,0 0 2 0,0-2 2 0,0 2-1 15,0 0 2-15,0-2-1 0,-1 3 8 0,1 0 2 16,-2 1 1-16,-1-1 2 0,3 1-1 16,-1-1 0-16,-1 2-9 0,2-1 0 0,-1-1 0 0,1-1 1 15,0 1 1-15,0-1 1 0,0 1 2 16,1-3 0-16,-1 2-6 0,0-1-5 0,2 0-5 16,-2 1 1-16,0-2-2 0,0-1-2 0,0 1 5 15,0 1 2-15,0-1 3 0,0 1 6 0,-2 2 4 16,2-1 1-16,0 2 1 0,-1 0 1 15,-1 1-1-15,0 1-7 0,2 2-5 0,-3-2 0 16,1 2 1-16,1 2 0 0,-1-2 2 0,1 0 2 16,1 3 2-16,-2-3-1 0,2 4-6 0,0-2-3 15,0-1-2-15,0-2 4 0,0 2-2 0,0-1-1 16,2-3 10-16,-2 1 8 0,1-1 1 16,-1-1-3-16,0 0 4 0,2-1-1 0,-2-1-5 15,0 2-3-15,1-4-3 0,-1 2 0 0,0 0 0 16,0 0 0-16,-1-3 2 0,1 3 0 0,-2 1 2 15,1-3 1-15,-1 1-1 0,-1 2 1 16,1 0-1-16,-1 0-1 0,0 1-1 0,0 0 0 16,0 2-2-16,1 2 0 0,-1 0 0 0,1 1 0 15,-1 1-1-15,2 1 1 0,-1 0 0 0,-1 0 0 16,1-1-1-16,2 1 1 0,0-2 1 16,0 1 0-16,0-1 1 0,0-1 1 0,0 3 1 15,0-1 2-15,0-1 1 0,-1 1 1 0,-1 2 0 16,2-2 0-16,0-1-1 0,-3 2-1 0,3 0-1 15,0-1-2-15,0 1-1 0,-3-1-2 0,3 3 0 16,-2 0-1-16,1-1-1 0,1 1 2 0,0-1 0 16,-2 1 2-16,2-2 0 0,-1 3 1 0,1-2 1 15,-2 1 0-15,2 1-2 0,0 0-1 16,-3 0 0-16,3-2 0 0,0 3-1 0,-2-2-2 16,1 0 0-16,-1-1 0 0,0-1 0 0,2 0-2 15,0-1 0-15,-1-3-1 0,-1 0-1 0,2 0 2 16,-1-4 0-16,-1 1 1 0,2 0 1 15,-2-3 2-15,0 2 0 0,0 0-1 0,2-1 0 16,-2-1-1-16,1 2 1 0,1-2-1 0,-2 3 0 16,1 1 1-16,-1 0-1 0,2 2-1 0,-3-1 0 15,3 3 0-15,-2 1-1 0,-1 1-1 0,1 2 0 16,1-1 0-16,-1 2 0 0,0-2 1 16,-1 3 1-16,2-3 1 0,-5 1 1 0,4 0 0 15,-1-1 1-15,0-2-1 0,0 3 1 0,-1-2-1 16,1 2 0-16,0-5 0 0,1 4 0 0,-2-1 0 15,2-1-1-15,1-1 1 0,-1-1-1 0,-1-1 0 16,1-3-1-16,1 2 0 0,-1-2 0 16,-1-1 0-16,1-3 1 0,-1 2-1 0,3-2 3 15,-3-1-1-15,1-1 1 0,1-1 1 0,-1 3-1 16,-1-3 0-16,3 2 0 0,-1 0 0 0,1 3 0 16,0 2-1-16,0 1 1 0,0 1-1 15,0 2 0-15,0 2 0 0,0-1-1 0,0 1 0 16,0-1 1-16,0 1-2 0,0-1 0 0,0-2 0 15,-2 1-1-15,2 1 1 0,0-5 1 0,-1 0 1 16,1 0 1-16,-2-2 0 0,0-1 1 0,2 1 1 16,-1-3-1-16,1-1 0 0,-2 2-2 15,2-5 0-15,0 1 0 0,2 1-1 0,-2-5-1 16,1 2 0-16,1-1 0 0,0-2 0 0,-1 2-1 16,2 1 1-16,3-2-1 0,-3 3 0 0,2 1 1 15,0-2 0-15,-2 3 0 0,2 0 0 16,0 2-1-16,1 0 1 0,-3 0-1 0,2 0 0 15,-2 1 0-15,0-1-1 0,1 2 1 0,-3-1 1 16,1 1 0-16,1 1 2 0,0-2 0 0,-2 2 1 16,1 0-1-16,-1 1 0 0,1-2-5 0,0 1-2 15,-1 2-1-15,1-3-2 0,1 3 0 16,-1 1 0-16,1 2 4 0,0 2 6 0,-1 2 2 16,1 0 2-16,-1 0 0 0,2 0-1 0,-2 3 0 15,1-2-3-15,-2 3-2 0,1 1 2 0,1-2-4 16,-1 4-2-16,-2-3-1 0,0 4-1 15,0-5-1-15,0 3-2 0,-2-4 3 0,-1-3 3 16,0-1 0-16,-2-5 0 0,1-4-2 0,0-2-4 16,1-5-6-16,-2-3-14 0,2-6-20 0,-2-5-36 15,-1-5-71-15,-3-7-85 0,-1-7-154 0,-3-6-280 16,-2-7-320-16,-1-8-345 0,-5-7-205 0,-1-7 95 16,-3-9 649-16</inkml:trace>
  <inkml:trace contextRef="#ctx0" brushRef="#br3" timeOffset="32858.21">2788 5415 214 0,'4'-2'517'0,"-3"2"277"15,1 0 117-15,1-2-147 0,-1 2-119 0,-1-1-133 16,2-2-97-16,2-1-52 0,0-1-3 16,1-1-1-16,0-1-38 0,1-4-44 0,1 1-32 15,1-1-36-15,-1-2-49 0,3-2-45 0,-1 0-26 16,2-3-15-16,-2-1-12 0,4 0-9 0,-3-1-10 15,2-3-7-15,1 2-6 0,0-2-12 0,2-1-8 16,0 0-3-16,-2 2-6 0,2-1-3 0,-2 3-3 16,-1 2 5-16,-1 2 2 0,-1 0 0 15,-1 4 0-15,1 1-1 0,-5 1 3 0,2 2 1 16,-3 2 3-16,4 2 4 0,-4 1 3 0,3 1 4 16,0 2 1-16,1 2 3 0,1 2 1 15,1 2 1-15,0 1-1 0,2 4-1 0,-2 0-1 16,3 1-4-16,-1 1-3 0,2 1-4 0,0-1-2 15,2 2-4-15,-2-1-2 0,2 1 0 0,-3-2-2 16,2 0-2-16,-2 2-4 0,0-2 4 0,-1 1-13 16,-3 0-29-16,-3 3-78 0,0 0-141 15,-4-1-253-15,-3 3-317 0,-3 1-398 0,-2 2-459 16,-3 3-98-16,2 3 705 0</inkml:trace>
  <inkml:trace contextRef="#ctx0" brushRef="#br3" timeOffset="35807.83">2980 14943 28 0,'-3'1'420'0,"-1"1"382"0,0-1 293 15,1 1 17-15,1 1-305 0,-1-3-258 0,1 2-153 16,1-1-108-16,1 0-79 0,0 1-58 0,0-1-48 16,1-1-23-16,1 2-26 0,1-1-24 15,2 0 18-15,4 1 6 0,-1-1 38 0,2 3 31 16,4-4 14-16,0 1 13 0,2 0-19 0,2-1-21 16,0-1-27-16,4 0-24 0,-1-3-12 15,3 3-12-15,1-2-5 0,2-1 7 0,3 0-4 16,-2-1-6-16,4 2 2 0,-2-2-2 0,3 2-4 15,0-1-2-15,2 1 1 0,0 1 0 0,2 0-1 16,-1 2-3-16,3 0 5 0,1 0 0 0,0 0-2 16,0 0 0-16,3 0 0 0,0 0-1 0,1 0-12 15,1 0-6-15,2 0-3 0,0-4-3 16,4 3-2-16,-1-3-3 0,1 2 5 0,1-1 3 16,0-1 2-16,-1 2 5 0,0-1 3 15,-1 0 1-15,1-1-1 0,-1 3 1 0,-2 0 0 16,2 1-3-16,1 1-3 0,-2-1 0 15,3 1-4-15,0 1-3 0,1 1-3 0,0 0-2 16,1 0 0-16,0 2-1 0,-2-2 10 0,3 4 5 16,-3-1 2-16,2 0 0 0,-3 0 1 0,1 2-2 15,0-1-4-15,-3-1-2 0,0 2 0 16,0-2 2-16,0-2 0 0,2 2 2 0,-2-1-1 16,3 0-1-16,0-2-1 0,-1 2 0 15,1-1-1-15,0-2-1 0,-3 1-1 0,2 2-1 16,-2-2 0-16,0 0-1 0,1 0 1 0,-4-1 1 15,1-1 0-15,0 0 2 0,1-1 0 0,-1 0 2 16,3 0 0-16,-1-1 0 0,2 1 1 16,-1-1-1-16,1-1-1 0,3 0-1 0,-2 2-1 15,0 0 0-15,0 0-2 0,0 2-1 16,2 1 0-16,-2 0 1 0,2 1 1 0,0 2 1 16,1 0 1-16,-1 0 0 0,3 1 2 0,3 2-1 15,0-1-1-15,2 0-1 0,-1-2 0 16,3 0 0-16,-3 0-1 0,3 0-1 0,-1-2-1 15,-2 1 1-15,3-3 1 0,-1 2 1 16,0-3 1-16,3 1 1 0,2-1 1 0,-1 1 0 16,1-1-1-16,0 0-2 0,1 1 0 15,1-1-2-15,-2 1-1 0,0 0 1 0,1 0 0 0,-1 2 1 16,0-2 2-16,2 1 1 0,1 1 1 16,2-1 0-16,0 0-1 0,1-2-1 0,-3 1-2 15,2-1 0-15,-1 1-2 0,0-1 2 16,-1 1 0-16,1-1 1 0,-2 1 1 0,3-1 1 15,-1 3 0-15,1-3 0 0,0 2-1 0,1-2-2 16,-1 2-1-16,0 0 0 0,-4-2-1 16,1 3 0-16,0-1 3 0,-1 1 0 0,-1-1 2 15,0 1 1-15,0 1-1 0,3-1 0 16,-3 2 0-16,-1-1-2 0,-1 1-1 0,1 0 0 16,-3 1 0-16,1-1 0 0,1-1 0 0,-2 1 1 15,-1 0 0-15,0 0 2 0,4 0 1 0,-1-2 0 16,2 2-1-16,0-1 1 0,1-1-1 15,0 2-2-15,0-2-1 0,-1 0 0 0,1 1 1 16,0-1 0-16,-1 1 1 0,1-2 5 16,4 0 2-16,1 1 3 0,4-3-1 0,-1 3-1 15,2-3-1-15,2 1-3 0,0-2-2 0,-1 0 1 16,-1 0 0-16,3 0 0 0,4-2 0 16,-1-1 1-16,6 1-1 0,-1-1-2 0,1-1-1 15,1 1-2-15,1-1 1 0,-1 1 0 0,3 0 1 16,-2 0 1-16,5 1 1 0,1-1 0 15,0 3-3-15,0-1 0 0,0 1 0 0,-3-2 1 16,3 2 0-16,1 0 0 0,1 0 2 0,3-1 0 16,-1 1-2-16,0-1-1 0,1-1 2 15,-1 0 2-15,0 0 2 0,3-1 1 0,0 2 3 16,3 0 1-16,0-3-1 0,0 2-3 0,0 0 1 16,2 0-2-16,-1 0 0 0,1 0 0 0,1 1 0 15,1-2 1-15,2 0-4 0,1 1 1 16,0-1-1-16,0 0-1 0,3 0 1 0,1 0-1 15,0 0 0-15,2 0-2 0,-2-1 1 0,-2 1 1 16,2 2 0-16,1-3 0 0,-1 1 2 16,0 2-1-16,2-1-1 0,0 1-1 0,0 1 1 15,-1 0 0-15,3 1 1 0,-3 1 0 0,1-1 2 16,1 2-3-16,-3-1 0 0,2 0 2 16,-2 0 0-16,4 0 0 0,-3 1 0 0,1 0 1 15,1 0-3-15,-1 1 0 0,0-1 0 0,-1 2 0 16,1 1 1-16,-2 0 0 0,1 0 0 15,-1 1-2-15,-3 1 1 0,-2 1-2 0,1 1 2 16,-5 1 0-16,2-1 1 0,-1 2 1 0,-1-2-3 16,1 3-1-16,-4-3-1 0,-1 1 1 15,0-1 0-15,-2 1 1 0,1-2 0 0,2 0 2 16,-4 2-1-16,1-3-2 0,-1 1-1 0,-3 2 1 16,-1-3 0-16,-1 2 2 0,1-3-1 0,-2 2 2 15,2 0-1-15,-4 1-2 0,3-2-1 16,-4 0 0-16,0 1 1 0,-2-4 0 0,2 3 2 15,0-3 0-15,0-1 0 0,-2 1 0 16,2-3-2-16,-1 0-2 0,-3 0 1 0,1-2 0 16,-2 0 2-16,-1 0 0 0,1 0 2 0,1-2 0 15,-1 0 0-15,1 1-1 0,-1 0-1 0,-1-1-1 16,-2-1 0-16,-2 3 0 0,0-1 0 16,0 1 1-16,-2 0 1 0,2 1 1 0,0-1-1 15,-2 2-1-15,1-1-1 0,-1 1 0 0,-1-1-2 16,-1 0 0-16,0 1 2 0,-2 0 1 15,0 0 2-15,1 2 0 0,0-3 1 0,-2 3-2 16,-1-2 0-16,-2 0-2 0,1 4-1 0,-3-3-1 16,0 1 1-16,-4 0 1 0,0 0 0 15,0 2 1-15,-3-2 1 0,1 2 1 0,-1 0-1 16,1-1 0-16,-4-1-1 0,0 0-1 0,-3 0 0 16,0 1-1-16,-3-2-1 0,-2 0 0 15,-4 1 0-15,1-4 0 0,-3 4 2 0,-4-2 0 16,-1-1 0-16,-3 2 2 0,-5-1 1 15,1-1-1-15,-6 1-1 0,-1 0 0 0,-3-2 0 16,-2 1-1-16,-4-1 0 0,-3 1 0 0,-5-1 0 16,-1 2 0-16,-3-2 0 0,-1 0 1 15,-2 0 0-15,-2 0 0 0,0 0 1 0,-2-2 0 16,-2 1 0-16,0 1 0 0,0-1 0 16,-2-3-1-16,1 1 0 0,-2 2 0 0,3-2-1 15,-4 0 0-15,3-2 0 0,-3 3 0 0,1-2-1 16,2 2 1-16,-4-3 0 0,4 3-1 0,-1-1 1 15,1 0 0-15,-3 0 0 0,3 0 0 16,-1 2 0-16,1-2 1 0,-1 0-1 0,0-1 0 16,2 3 0-16,-1-1 0 0,-1 0 0 0,0 0-1 15,1-1 0-15,-1 2 0 0,1-2 1 16,-4 0-1-16,4-2 1 0,-2 2 0 0,-1-1 0 16,1-2 0-16,-2 2 0 0,2-1 0 15,-3-1 0-15,0 1 0 0,1-1 0 0,0 2 0 16,0-1 0-16,-1 0 1 0,1 1 0 15,1 1 0-15,-1 0-1 0,2 1 1 0,-1-2 0 16,1 2 0-16,2 0 1 0,-1-1 1 0,0 1 1 16,1-1 0-16,-1 2 0 0,2-2-1 15,-1 0 1-15,1 1-1 0,1 0-1 0,1-1 0 16,-1 2 0-16,4 0 1 0,2 0 0 16,1 1 1-16,2 1 1 0,3 0 0 0,6 3 0 15,0 0 0-15,3 2-1 0,4 0-4 0,2 1 0 16,2 2 0-16,0 2 0 0,3-1 0 0,-1 1 0 15,0 2 0-15,-2 1 0 0,1-1 0 16,-2 1 0-16,-3 1 0 0,-3-1 0 0,-1 2 0 16,-3-1 0-16,-5 0 0 0,-3 0 0 0,-5-1 0 15,-2 2 0-15,-8-1 0 0,-1 0 0 16,-5-2 0-16,-1 1 0 0,-7-2 0 0,-1 0 0 16,-5 0 0-16,-1-3 0 0,-2-2 0 15,-3 0 0-15,2-1 0 0,1 0-22 0,-2-1-32 16,2-1-54-16,1-4-90 0,4-3-194 15,4 2-278-15,4-1-347 0,4-3-429 0,6 1-340 16,-2 2 160-16,2 2 900 0</inkml:trace>
  <inkml:trace contextRef="#ctx0" brushRef="#br3" timeOffset="36758.94">28064 16667 371 0,'13'-11'761'0,"-5"4"313"0,1 0 85 15,2 1-304-15,0 0-213 0,4-1-116 16,0 2-72-16,1 2-79 0,5-1-65 0,-3 1-54 16,3 1-58-16,1 1-63 0,0 1-49 0,2 1-19 15,-2 2-16-15,0 1-2 0,0 3-2 0,-2 2-2 16,-1 1-2-16,-2 5-3 0,-4 0-4 0,-2 3-3 15,-2 1-2-15,-4 6-2 0,-4-1-2 16,-1 2-3-16,-5 5-2 0,-4-1 1 0,0 4-3 16,-4-1 0-16,-3 3 0 0,0 2 0 0,-1-1 0 15,-2 2 0-15,3-3-1 0,-3 2-2 0,3-4-2 16,1-1-3-16,2-3-2 0,3 0-2 16,0-3-2-16,3-3-2 0,2-4-3 0,4 1 0 15,1-3-2-15,3-2-1 0,3-3-1 0,2 0 0 16,6-2-2-16,2-4 1 0,2-4 0 0,5-3 1 15,1-3 2-15,6-6 0 0,5-3 2 0,3-6 1 16,1-3-2-16,4-5-6 0,4-4-16 0,1-1-13 16,-2-4-22-16,1-4-41 0,-4 0-67 0,-2 0-59 15,-2 0-37-15,-5 1-34 0,-4 1-11 16,-6 3 35-16,-6 5 94 0,-3-1 76 0,-3 5 44 16,-5 2 29-16,-2 5 25 0,-4 2 51 0,-1 7 71 15,-3 1 76-15,0 7 41 0,-4 2 12 16,1 7-7-16,-3 4-32 0,1 4-53 0,-2 4-50 15,2 7-30-15,-1 2-17 0,2 5-9 0,3 3-5 16,0 4-1-16,4 1-2 0,4 1 2 16,2 2-6-16,5-4-6 0,3-1-7 0,7-4-5 15,1-3-4-15,3-7-9 0,5-7-2 0,4-7-3 0,-1-6 0 16,3-7 1-16,0-7 1 0,-1-8 0 16,-2-7 2-16,1-5 1 0,-3-7-2 0,-2-3 1 15,-4-3 1-15,-4-1 2 0,-6-1 1 0,-3-1 1 16,-8 0 2-16,0 2-2 0,-8-2-1 0,-2 1-1 15,-5 1-3-15,-3 1-1 0,-4 1-3 16,-4 3 1-16,-3 3-2 0,-3 7 0 0,-3 2 0 16,-3 7-1-16,-1 6 0 0,-2 5-1 0,1 5-1 15,-3 7-1-15,2 4-5 0,1 4-14 0,-1 4-20 16,2 1-43-16,1 1-75 0,0 2-123 16,4-1-231-16,2 1-302 0,3-3-365 0,4 2-365 15,4-4-138-15,-1-1 466 0,6-2 765 0</inkml:trace>
  <inkml:trace contextRef="#ctx0" brushRef="#br3" timeOffset="36976.31">29104 16840 272 0,'12'9'1201'16,"-2"0"510"-16,-3 3-196 0,-2-1-337 0,0 4-467 15,-2-2-293-15,3 1-198 0,-2-2-88 0,4-2-43 16,4 1-27-16,0 0-17 0,3-5-15 0,0-2-9 15,1-1-9-15,5-3-4 0,1-3-3 0,0 0-4 16,2-3-2-16,-1-2-20 0,-2-1-67 0,-4-1-89 16,0 0-184-16,-2-1-277 0,-1 0-338 0,-3 0-407 15,-3-2-256-15,-1 0 146 0,-1-3 779 16</inkml:trace>
  <inkml:trace contextRef="#ctx0" brushRef="#br3" timeOffset="38924.98">1350 4747 256 0,'8'-1'769'15,"0"1"391"-15,-1 0 60 0,-4-2-258 0,-3 2-317 16,-1 0-233-16,1 0-152 0,3 2-71 0,2-1-9 15,3 3 12-15,0 2 6 0,1 1-5 16,-1 5-6-16,0 1-19 0,3 5-40 0,-3 2-37 16,0 4-27-16,0 0-20 0,1 2-16 0,-1 1-11 15,0-1-4-15,-1-1-3 0,0 0 1 0,0-1 3 16,-1-1-3-16,-1-4 1 0,0-1-2 0,1 0 0 16,-3-5-9-16,0 2-5 0,2-6-12 0,-2 1-29 15,-1-3-60-15,-2-3-63 0,-2-1-101 0,-3-2-155 16,-3-3-252-16,1-3-299 0,0-2-236 0,1-2-186 15,-2-5 164-15,-3 0 513 0</inkml:trace>
  <inkml:trace contextRef="#ctx0" brushRef="#br3" timeOffset="39178.56">1228 4741 345 0,'8'0'796'0,"0"0"285"16,0 0 12-16,-2 0-289 0,2 0-259 16,0 0-204-16,1-1-91 0,-1-1-36 0,5 2-17 15,1-2 20-15,4 2-31 0,2-1-25 0,0 0-32 16,0-2-25-16,0 0-15 0,2 0-36 0,-1-2-20 16,-1 1-14-16,1-2-7 0,0 1-6 0,1-1-4 15,0 0-2-15,-3-1-1 0,0 3-3 0,0 0-7 16,-5 2-47-16,0-1-48 0,-6 2-102 0,-3 2-161 15,-2 4-300-15,-5 1-298 0,1 5-243 0,-7-1-154 16,-5 3 273-16,-1 1 543 0</inkml:trace>
  <inkml:trace contextRef="#ctx0" brushRef="#br3" timeOffset="39407.91">1182 5278 13 0,'5'17'501'0,"-1"-2"429"16,3-3 202-16,-2-3-54 0,1 0-311 0,3-3-326 16,-1 0-186-16,4 1-86 0,0-5-28 15,-1 1-11-15,5 0 12 0,3-2-15 0,0-1-16 0,5-1-8 16,1-2-16-16,-1 0-15 0,1-4-31 16,0 1-17-16,2-2-10 0,-1-1-6 0,2 0-7 15,-1 1-35-15,0-1-71 0,-2 3-161 0,2 0-295 16,-5 2-279-16,2 1-298 0,-4 3-221 0,1 3 135 15,-4 0 577-15</inkml:trace>
  <inkml:trace contextRef="#ctx0" brushRef="#br3" timeOffset="49148.99">3679 13899 30 0,'-3'-2'293'0,"1"2"188"16,-1-1 184-16,1-1 10 0,-1 2-157 15,0 0-99-15,3 0-48 0,-2 0-28 0,2 0-33 16,-1 0-41-16,1 0-43 0,0 0-46 0,0 2-45 16,0-2-41-16,1 0-28 0,-1 0-23 0,2 1-19 15,-1-1-13-15,1 0-4 0,3 2-5 0,0-2 22 16,4 1 15-16,1 1 9 0,1-1 2 16,1 2 0-16,1 0 3 0,1 0-20 0,2 0-15 15,1-2-6-15,-1 3-1 0,3-3-1 0,-1 0-4 16,2-1-2-16,-1 0 0 0,0 0 1 15,3-1-3-15,-1-2 2 0,-2 1 3 0,1-2 5 16,-1 1 19-16,0-1 8 0,0-1 5 0,0-1 4 16,0 3 1-16,0-1-10 0,-3 0-12 15,3 0-11-15,-3 2-5 0,1-2-4 0,1 1-5 16,-1 2 4-16,-3-2-4 0,2 3-2 16,0-2-1-16,0 2 1 0,-2-3 2 0,2 1-2 15,-2 2-2-15,2-1 3 0,-2 0-1 16,2-1-2-16,-2-1 0 0,3 2 0 0,-2-1 1 15,2-1 1-15,0 2-1 0,-3-1 0 0,4 0-1 16,-2 1-1-16,1-2 3 0,-3 2-4 16,2-1 3-16,0 1 0 0,0-1-2 0,-2 1-2 15,2-2-1-15,-2 1 3 0,0 1-2 16,-1-1 2-16,1 1 3 0,-1-1 2 0,-2-1 5 0,1 2 0 16,-2 0-1-16,1-1 0 0,2 2-3 15,-4 0-3-15,2 0 1 0,0 0-2 0,0 2 5 16,1 0-1-16,0 0 3 0,-1-1-1 15,2 2 0-15,-2-1 0 0,0 1-1 0,3 0 0 16,-3-2-3-16,-1 2 1 0,4-1-1 16,-3-1 28-16,3 1 22 0,-1-1 6 0,-1 0 8 15,3 1 0-15,-2 0 1 0,2-1-23 0,-2 0-21 16,3-1-9-16,0 0-4 0,-1 2-3 16,1-2 2-16,2 0-6 0,0 2 3 0,-2-2 1 15,2 1 0-15,-1-1 1 0,0 0-6 0,1 0-1 16,-1 0 5-16,2 0-5 0,-3 0-2 15,3 0-4-15,0 0 2 0,0 0 0 0,-1-1-4 16,0-1 2-16,3 0 5 0,-4 1-1 16,2 0 1-16,2-1 4 0,-4 0-2 0,2 1-1 15,-1-2 0-15,1 2 1 0,1-1 4 16,-2 1-5-16,0-1 2 0,0 2 0 0,1-1 4 16,1 1 1-16,-2 0-2 0,1-2-1 0,-2 2-1 15,2-1 6-15,0 1-9 0,-3 0-3 16,4 0-2-16,-4 1 2 0,3-1 1 0,0 2 1 15,0-2 6-15,2 1 0 0,-2 1 1 0,1-1 4 16,2 1 0-16,0-1-4 0,-2 1-6 16,0-1 2-16,2-1-1 0,-1 1-1 0,-1-1-3 15,2 0-2-15,-1 0 3 0,0 0 0 0,-1-1-3 16,1 0 1-16,1-1 4 0,0-1-2 16,-1 0 2-16,2 0 0 0,-1-1-1 0,0 1-3 15,1-2 4-15,-1-1-2 0,1 2 6 16,-2-3-2-16,1 3 1 0,0-2 3 0,2 0-2 15,-2 0 2-15,0 0-6 0,0 0 2 0,2-1 3 16,-3 1-2-16,2-2-2 0,1 1 4 0,0-3 2 16,-2 3 3-16,3 1-3 0,-1-5 0 15,1 4-2-15,-2-2 1 0,0-1-1 0,1-1 27 16,-1 1 28-16,0-2 15 0,-1-2 7 16,-2-1 3-16,-2-2-1 0,1 0-24 0,-2-5-23 15,-1 3 0-15,0-5-2 0,-2-1-2 0,2-1-3 16,-2-2 0-16,-3-1-4 0,3 1-11 0,-1 0-6 15,-2-2-3-15,0 2-2 0,0 0-2 16,0-1 1-16,-1 2 0 0,-2-1 3 0,3-2-1 16,-2 1 1-16,-1-1 2 0,3 1 0 0,-3-5 0 15,0 1-1-15,0 0 0 0,1-4 1 16,1-1 0-16,-2-4 0 0,3 1-1 0,-2-5-2 16,1 1 0-16,1-4-3 0,-2 2 1 0,1-1-3 15,2 0 3-15,-4 0-1 0,2 0-2 16,0 2 4-16,0-1 0 0,-2 2 1 15,-1-1-3-15,2 0 1 0,-3 2 0 0,1-1-2 16,-2 1-1-16,0 1 2 0,-1-2-1 0,1 3 0 16,-2-2 2-16,0 1-3 0,-3 1 0 15,2-4-1-15,-2 3 0 0,0-1-1 0,-2 0 2 16,2 0 0-16,0 1 2 0,-2-1 1 0,1 3 0 16,-1-3-1-16,-1 0-1 0,0 2 0 15,0 0 0-15,0 1-2 0,1-1 4 0,-1 0-2 16,0 1 1-16,1-1-2 0,1 0 0 0,-1-3 1 15,0 1-1-15,-1-1-1 0,3-2 2 16,-3 1 2-16,3 0 1 0,0-3 0 0,-3 3-2 16,3-3 1-16,0 1-1 0,0-2-2 0,0-1 0 15,-1 2 0-15,1-1 0 0,-2-1 1 16,2 1 0-16,-2 1-1 0,2-1 0 0,-1 3 2 16,1-1 0-16,0 0 1 0,-2 1-1 0,2 0-1 15,0 2 1-15,-1-1-2 0,1-1 0 16,0 2 0-16,0-4 0 0,0 0 0 0,0 1 0 15,0-2 0-15,0 1 0 0,0-1-2 0,1 1 2 16,-1 1 0-16,0-1 3 0,0 2-2 16,0-1-1-16,2 1 0 0,-2 2 2 15,1 0-2-15,1 0 0 0,0 2 1 0,-1-1-1 16,-1 1 1-16,3-1-1 0,-1 0 0 0,-1 0-1 16,2-1-1-16,-1-3 1 0,1 3 0 0,-1-4 0 15,1 4 1-15,0-4 0 0,1 2 0 16,0-3 0-16,-1 2 2 0,0-2-2 0,0 2 1 15,1-1 0-15,-1 0 1 0,0 1 0 16,0 0-2-16,-3 4 0 0,2-2-2 0,0 2 0 0,-1 1 0 16,1 0 0-16,-1 0 1 0,-1-1 2 15,3-1-1-15,0 2 4 0,0 0-2 0,-1 0 0 16,3 0 0-16,-2 1 1 0,2-1 0 16,0 2 0-16,1 0-2 0,-2 0 0 0,3 1 0 15,-1-1-2-15,2 3 0 0,-2-1-2 0,2 2-1 16,0-3 0-16,2 1 0 0,1 3 2 15,-2-4 1-15,1 0 2 0,2 2 2 0,-2-1 2 16,1-2 1-16,2 3-1 0,-4 0-2 16,2 1 0-16,0 3-7 0,-1 1-3 0,1 2-4 15,-3 3 4-15,1 2-2 0,-2 2 4 16,0 1 10-16,1 5 3 0,-3 0 3 0,2 3-5 16,-3 1 3-16,2-1-4 0,-1 5-5 0,2-3-2 15,-3 1-1-15,3 0 1 0,2 1 0 0,-3-1 0 16,2 2 0-16,-1-2 2 0,2 1-1 15,-1 1-1-15,0 1 0 0,-1 0 1 16,0 1 0-16,-1 0-1 0,-1 4-1 0,-2 0 1 16,2 1 0-16,-3 1 1 0,1-3 0 0,0 4 0 15,-1 0 2-15,1 1 1 0,-2 0 0 0,2 0-1 16,-1 0 1-16,1 1 1 0,-1 0 2 16,1 1 1-16,0 1 0 0,-1 2 2 0,3-1 0 15,-2 2-1-15,3 2 1 0,-1 1-2 0,0 1 1 16,1 2 0-16,0 2-1 0,2-1 0 15,0 4-1-15,0-1 1 0,4 2 0 0,-2 2 1 16,1 1 0-16,3 0 2 0,-1 1 0 16,1 0-1-16,0 0 1 0,2 0-1 0,-2 1-1 15,1 1 0-15,2-2 0 0,-1 2 1 16,-2 2 1-16,3-1-3 0,-2 1 2 0,-2 1-2 16,2 1 2-16,-2-1-2 0,1 3 1 0,-1 0 2 15,2 2-1-15,-3 0 0 0,-1 2-1 0,3 0 0 16,-3 3-1-16,0 0 0 0,0-2-1 15,0 5 0-15,0-2 0 0,-3 0-2 0,0 1 1 16,1 2-3-16,-1 1 2 0,-3 0-1 16,2 1 0-16,-4 1 1 0,2-2 0 0,-1-1 0 15,-1 3 0-15,0-2 1 0,-1 2 1 0,0 0-2 16,-1-1-1-16,1 3 0 0,-2 0 0 0,0-2-2 16,0 2 0-16,0-3 0 0,1 3-1 15,-1-2 0-15,2 1-1 0,0-3 0 0,-1 1-1 16,1 0 2-16,1-4 1 0,0 2 0 15,0-1 1-15,0 1 2 0,0 0-1 0,2-1 0 16,-3-1 0-16,3 2 0 0,-2-2-1 0,2 0 0 16,-2 1-1-16,1-1 0 0,-1 1 0 15,1-2 0-15,-1 1-2 0,0 0 1 0,-1-1-1 16,-1-1-1-16,3 1 2 0,-3-1 0 16,2-1 1-16,-1 1 1 0,2 1 1 0,-1-2 0 15,2 3-1-15,-1-2 1 0,0 3-2 0,0 0 1 16,0-1 0-16,2 2-1 0,-3-1 2 15,2 2-1-15,0-3 0 0,-2-1-1 0,2 2-1 16,0-2-1-16,1-1-1 0,-1-2 0 0,0 2 0 16,-1-1 1-16,1-2 2 0,0 0 2 15,1-1-1-15,0 1 2 0,-1 0-2 0,0-2 0 16,0 0 0-16,1 1-1 0,0 1 0 0,-1-4 0 16,0 3 1-16,-2 0-1 0,2-2 0 15,-2 0 0-15,0 0 0 0,-1 0 0 0,2 0-1 16,-2-1 0-16,-1-2 1 0,1 2-1 15,0-1 0-15,-1-1-1 0,-1 1 0 0,2-2 1 16,0 1 0-16,-1-1 1 0,2 0 0 0,-1 2 2 16,1-1 0-16,-1 1 0 0,-1-1 0 0,4 1 0 15,-4 1-2-15,2-4 0 0,-1 1 1 16,1 1-1-16,-1-3 0 0,1 0 0 0,-3 2 0 16,3-2 0-16,-1-2 0 0,0 2 1 15,-1-1-1-15,1-1-1 0,-1 2 1 0,-1 0 0 16,2 0 0-16,-2 1-1 0,3 1-1 15,-2 0 0-15,1 2 1 0,-1-1-1 0,1 1 0 16,1-1 1-16,-1 2 2 0,1 1 1 0,-1-2 0 16,1 3 1-16,-1-1-1 0,-1 0-1 15,2 1 0-15,-1 0-1 0,2 0 0 0,-2-1 0 16,1 0 0-16,0 2 0 0,-1 1 0 0,0-2 0 16,1 2 0-16,-2 2 0 0,1-3-1 0,1 3 0 15,-1-3-1-15,1 2 0 0,0 0 1 16,0-2 0-16,0-2 1 0,0 1 0 0,1-2 1 15,-1 1 0-15,0-1 1 0,0 0-1 16,2 0 1-16,-2-1-1 0,2-1 1 16,-1 1-1-16,0-2 0 0,-1-1-1 0,2 2 0 15,-2-3-2-15,2 1 2 0,1 0-1 0,0-1 0 16,-1 0 1-16,-2 1-2 0,2-1 1 0,1 3 0 16,0-3-1-16,-1 2 1 0,0 1-1 15,0 0 0-15,1-1 1 0,-1 2-1 0,2-1 0 16,-2-2 1-16,0 2 0 0,2-3 1 15,-1-1 1-15,0-2 0 0,0 1-1 0,1-3 1 16,-1 3-1-16,-1-4 0 0,4-2 0 0,-2-1 0 16,-1 1-1-16,2 0 0 0,1-2 0 0,-1 0 0 15,0 0-1-15,0-2 1 0,1 2 1 16,-2-1-1-16,3-1 1 0,-1 1 0 0,0-1 0 16,-1 1 1-16,2-1 0 0,1 1 1 0,-2-1-1 15,1 1 0-15,2-1 0 0,-2-1-1 16,0-1-1-16,0-1 0 0,2-1 0 0,-3 0 0 15,4-2 1-15,-4 1 0 0,2-2-1 16,0 3 1-16,-1-7 1 0,2 5-1 0,-2-1 0 16,0-1 0-16,0 0 1 0,0-4 0 0,1 2-1 15,0-2 1-15,0 1 0 0,-1 0-1 16,1 0 0-16,-2 0 0 0,1-1 0 0,2 1-1 16,-1 1 1-16,1-2-1 0,0 2 1 0,-1 0 0 15,2-2 0-15,-2 3 0 0,3 0 1 16,0-1 0-16,-1 2-1 0,1-1 0 15,1 1 1-15,0 1-1 0,0-1 0 0,0 1 0 16,1 0 0-16,0-1 0 0,-2 3-1 0,3-2 1 16,0 1-2-16,0 0 1 0,0-1-1 0,1 0 1 15,0 1 0-15,-2 0-1 0,3-1 1 16,-1-1 0-16,1 0 0 0,-2-1-1 0,2 0 0 16,1-3 1-16,-2 3 0 0,3-3 1 0,-3 1 0 15,0-2 2-15,2 1 0 0,1-1 0 16,0-1 0-16,-1 1 0 0,1 0-1 0,1-2 0 15,0 1 0-15,0-1-1 0,0 0 0 16,2 2 0-16,1 0 0 0,-1 0 0 0,0 0 0 16,1 0 1-16,2 0 0 0,-2 2-1 0,0 0 0 15,2-1 1-15,-3 1-1 0,0-1 0 16,1-1 0-16,0 2 0 0,0-1 0 0,-2-1 0 16,2 0-1-16,-1 0 0 0,-1-1 0 0,1 1 0 15,-1-2 0-15,0 2 1 0,1 0-1 16,-1-1 0-16,0 1 1 0,0 0-1 0,1 0 1 15,-2 0 0-15,-1-2 1 0,4 1 1 0,-1-1 0 16,-1-1-1-16,3 2 0 0,-1-2 1 16,0-1-2-16,2 0 1 0,0 2 0 0,0-4 0 15,1 2 0-15,2 0 0 0,-2 1 1 16,2 1-2-16,-2-4 1 0,2 3 0 0,0 0-1 16,0 0 0-16,-1 1 0 0,1 2-1 0,-2-1 0 15,2 1 0-15,0 0-1 0,0 1 0 0,-1-1 1 16,-1 0-1-16,2 2 0 0,-2-2 1 15,1 0 2-15,-1 0 0 0,-2 0 0 16,4 0 1-16,-2-2 0 0,1 1 0 0,-1 0-1 16,2-1 0-16,0 0 0 0,-1 1 0 15,1-2-1-15,1 2 2 0,-1-1-2 0,2 2 1 16,-2-1 0-16,-1 1-1 0,1 0 0 0,0 1 0 16,-2-1-1-16,0 3 0 0,2-1 1 0,-1-1-2 15,-1 2 2-15,-2-1-2 0,2 0 1 16,-1 0 0-16,2 1-1 0,-1-2 0 0,-1 1 0 15,-2 0 2-15,2-2 0 0,-1 1 1 0,1-1 1 16,-2 0-1-16,1 0 1 0,3-1-2 16,-1-1 2-16,-1 2-1 0,3-2 0 0,-1 1 1 15,1-2-2-15,1 1 2 0,-1 1-2 16,2 0 1-16,0 1 0 0,-1-2-1 0,-1 2 0 16,3 2-1-16,-3-2 0 0,2 1 1 0,0 0-2 15,-1-1 1-15,-1 2 0 0,0 0 0 16,0-1 1-16,2-1-2 0,-2 1 1 0,-1-1 1 15,-1 0 0-15,2 0 1 0,-3 0 1 16,3-1-1-16,-1-2 1 0,-1 1-1 0,2-2 0 16,-1 1-1-16,1-1 2 0,-2-1-1 15,2-1 2-15,2 2-1 0,-2-2 0 0,0 1 0 16,-2-1-2-16,2 2 1 0,-1-2 0 0,-1 1-1 16,1-2 0-16,-4-1 0 0,1 2 0 0,0-3 1 15,-1 0-1-15,-1-1 1 0,1-3 0 16,-4 2 0-16,1-6 0 0,2 2 0 0,-3-1-1 15,-1-4 1-15,0 0-1 0,-2-2 0 16,3 1 0-16,-7-3 0 0,3 0 0 0,0-1 0 16,-4-3-1-16,0 0 1 0,1 0 0 0,-1-4-1 15,-1 1 1-15,-1-1 0 0,-1-1 1 0,-1-1 2 16,-1-2-1-16,0 0 1 0,-3-3-1 16,3-2 0-16,-4-1-1 0,1-3 0 0,-1-3-1 15,0-3 0-15,0-1-1 0,0-2-1 16,1-2 0-16,-1 1 1 0,0 0 0 0,1-3 1 15,-2 3 1-15,0-1 2 0,2 1 0 0,-2 0-2 16,1-1 0-16,1 0-1 0,-2 3 0 16,2 1-1-16,0 1 0 0,-2 1-1 0,2 5 0 15,3-2 0-15,-4 3 1 0,1 2 0 0,0 2 2 16,0 0 0-16,1 1 0 0,0-1 2 16,2 1 0-16,0-1-1 0,3-2-1 0,0 1 0 15,1 0-1-15,1 0-1 0,0-1 0 0,3 1 0 16,-2 1 0-16,5 1 0 0,-3-1-1 15,1 5 1-15,1 0 0 0,1 4-1 0,0 0 1 16,-2 3-1-16,4 1 0 0,-4 3 0 16,4 2 0-16,-1 3 1 0,-1 1 0 0,2 2 1 15,-1 1-1-15,-1 3-1 0,3 2 1 0,0 1 0 16,-1-1-1-16,1 2 1 0,0 6-1 0,0-5 1 16,-1 2 1-16,3 2 0 0,-1 1 0 15,-2 1 2-15,5 0-1 0,-3 1 2 0,2 0-1 16,0 0-1-16,2 1 0 0,-3 0 0 15,3 1-1-15,2 1 1 0,-3 2-1 0,3-3 1 16,-1 3-1-16,2-1 0 0,-3 2 0 0,3 3 0 16,-3-3 1-16,-1 2 0 0,1 1 1 15,-2 0 0-15,2 3-1 0,-4 0 1 0,1 1-1 16,0 0 0-16,-1 0 1 0,1 2-2 16,-3 1 1-16,3-1 0 0,-1 2-1 0,-1 1 0 15,-1-1-2-15,1 0 2 0,0 2 1 0,-1 0-1 16,-1-1 1-16,2 4 1 0,-4-3 1 15,2 3 0-15,1 0-1 0,-4 3 1 0,2 0-1 16,0 0 0-16,-3 3-1 0,1 0 0 0,-2-2 0 16,0 5-2-16,0-1 0 0,-1-1 1 0,-1 2 0 15,-1-2 0-15,-1 4 1 0,0-3 1 16,-1 1 1-16,2-1-1 0,-4 2 1 0,0-2-1 16,3 1 1-16,-3 1-1 0,0-2-1 15,-1-1 1-15,2 3-1 0,-3-1 0 0,2 0 0 16,0-1-1-16,0-1 1 0,-2 3-1 15,1-2 1-15,-1 2-1 0,-1-2 1 0,2 0-1 16,-2 1 1-16,0-2-1 0,0 4-1 0,-2-3 0 16,2-3 0-16,-1 4 1 0,0-2 2 0,-3 1-2 15,2 0 3-15,-1 0-1 0,0 2 1 16,-2 1-1-16,1 1 1 0,-1 0 0 0,0 2-1 16,0 1 1-16,0 0-2 0,0 0 0 15,2 1-1-15,-1-2 0 0,-1 0-1 0,2-2 0 16,-2 1 1-16,3-2 0 0,0 0-1 15,-1-1 0-15,4 2 0 0,-3-2 1 0,4-1 0 16,-3 1 0-16,1-3 1 0,2-1 0 0,0 2 0 16,1-3 1-16,2 1-1 0,1-3 0 15,-2 1-1-15,3-5 0 0,-2 2 0 0,3-6-1 16,0 1 0-16,1-1 1 0,0-2-2 0,2-2 2 16,-2-1-1-16,4 0 0 0,-4-2 1 0,3 1 0 15,-1-3-1-15,3-1 1 0,-2 1-1 16,1-1 1-16,1 1-1 0,-2-2 1 0,2 1 0 15,0-1 0-15,-1 1 1 0,2-1-1 16,-1 1 0-16,0-1 1 0,1-1-1 16,1 2 1-16,-2-2 0 0,3-1 0 0,-3 0 1 0,3-1-2 15,0 0 2-15,-4 0-2 0,4 0 0 16,0-1 0-16,-3-1 0 0,3 2 0 0,-1-3-1 16,-2 1 1-16,1 1 1 0,2 0-1 15,-4-1 0-15,2 0 0 0,-1 3 0 0,1-3 0 16,-3 2 0-16,0 0 0 0,2-2 0 15,1 4 0-15,-3-5-1 0,1 2 0 0,0-2 1 16,2 3 0-16,-1-3-1 0,1 0 1 0,-2 0 0 16,3-3-1-16,-2 3 1 0,0 0-1 0,-2-2 0 15,4 2-1-15,-1 0 1 0,-2 0 0 16,2 0 1-16,-4 0-1 0,3 0 1 0,1 0 2 16,-2 0-1-16,3 0 1 0,-5 0-1 0,2 0 1 15,1 0-1-15,0 0 0 0,-1 0 0 16,-1 2-1-16,2-2 0 0,1 0-1 0,-3 0 1 15,1 3 0-15,0-2 0 0,2 1 0 16,-1 1 0-16,0-1 1 0,0 0 0 0,2 2 0 16,-4 0-1-16,0-1 0 0,1 1 1 15,1 0-1-15,-3 1 0 0,3-2 0 0,0 0-1 16,-3 0 1-16,2 0-1 0,0-2 1 0,1 1-1 16,0 0 0-16,-2-2 0 0,2 1 0 15,0-1 0-15,0 0 0 0,2 0 0 0,-4 0 0 16,4 1 0-16,-1-1 1 0,-1 2-1 0,0 1 1 15,0 0 0-15,0 0 0 0,0 0 0 16,0 2 1-16,2-1-1 0,-3-1 1 0,2 1-1 16,2 2 1-16,-2-2-1 0,-1-1 1 0,3 0 0 15,-1-2 0-15,0 1 0 0,1-1 0 16,0-1 0-16,0 0-1 0,2 0 0 0,-1-1 1 16,2 1-1-16,1 0 0 0,-2 0 0 0,1 0 1 15,0 0-1-15,0 1 0 0,1-1 0 16,-1 1-1-16,1 1 1 0,0 0-1 0,0 1 1 15,0-2-1-15,1 1 0 0,2-1-1 16,-4-1 1-16,2 0-1 0,3 0 1 0,-3-1 0 16,1-1 1-16,-1 2 0 0,0-3 2 0,1 2-1 15,-1-1 1-15,2 0 0 0,-2 1 0 16,1-2-1-16,-1 3 0 0,2-1 0 0,-3-1-1 16,4 1 1-16,-3 0-1 0,2 1 0 0,-1-2-1 15,-1 2 1-15,-1 0 0 0,1-2-1 16,-1 1 1-16,1 1 1 0,0-3-1 0,-2 1 0 15,2 0 0-15,-3 0 0 0,1-1 0 16,2 0-2-16,-2 0 1 0,0 1 0 0,1-4 0 16,-2 3 0-16,-1 0 0 0,3-2 0 0,-3 3 1 15,-2-3 0-15,3 2 0 0,-1-1 1 0,1-1 0 16,-3 2 0-16,2-1 0 0,-1 1 0 16,-1-1 0-16,1 0 0 0,2 0 0 0,-1 0 0 15,-2 0 0-15,1 0 0 0,2-1-1 0,0-1 1 16,-4-1-1-16,4-1 1 0,0 1-1 15,-1-4 0-15,-2 0 0 0,3-1 0 0,-2-1 0 16,-1 0-1-16,1-2 1 0,0 0 0 16,0-2 0-16,-1 2-1 0,-1-3 1 0,0 0-1 15,1 0 0-15,1-1 0 0,0-1-1 16,-1-1 0-16,3 0 0 0,-2-3-1 0,0-1 1 16,-1-1 1-16,2-1 0 0,-1-3 1 0,1-1 2 15,-1-1 0-15,1-2 1 0,-1-4 0 0,1 1-1 16,0-4-1-16,-1-2 0 0,2-1-1 15,-2-1 1-15,2-1-1 0,0-2-1 0,-1-1 0 16,1 0 0-16,0 1-1 0,1 0 1 0,-1 0 1 16,-1 0 0-16,1 2 2 0,2-1 0 15,-3 0 0-15,4 2 0 0,-2-2-1 0,-1 0 0 16,2 1-1-16,0 0 0 0,1 2-2 0,0 0 1 16,0 2-2-16,0 1 0 0,0 2-1 15,1 0 1-15,1 3 1 0,-1 0 0 0,2 3 1 16,0-2 2-16,0 3 1 0,0-1 1 15,2 4-1-15,0-1 1 0,1 2-1 0,0 3 0 16,0 1 0-16,3-1-1 0,-3 5-1 0,2 1 0 16,0 0 0-16,-2 2 0 0,2 1 0 15,-1 1 0-15,0 1 0 0,1-1-1 0,1 2 0 16,-1 0 0-16,0 1-1 0,1 0 0 0,-1-1 1 16,0 3-1-16,3 1 2 0,-4 1 0 15,1 1 0-15,0 1 2 0,2 2 0 0,-1-1 0 16,2 4-2-16,-2 1 0 0,1 0 1 0,1 3-2 15,-2 0 1-15,2 3 1 0,-4-1-1 16,3 1 1-16,-4 4-1 0,0-3 1 0,1 3-2 16,-1 1 0-16,-1 0 1 0,-1 1-1 0,1 0-1 15,-1 0 1-15,1 2 0 0,-2-1-1 16,-1 2 1-16,1-1 0 0,0 2 1 0,-4 2 1 16,3 0-1-16,-1 1 2 0,-1 1-1 0,0-1 0 15,0 4-1-15,-3-3 1 0,1 3-1 16,0 0 2-16,-1 1 0 0,-2 1 1 0,2 1 0 15,0 0-1-15,-3 2 1 0,0-1-1 0,0 1 0 16,-1 0-1-16,-2 3 0 0,1 0 1 16,-3 1-1-16,1 1 0 0,-3 1 0 15,0 1-1-15,-1 1 0 0,-1-1 0 0,-2 5-1 16,-2-1 0-16,1 0-1 0,-1 1 1 0,-1 1 1 16,-2-1 1-16,-1 1 1 0,2 0 0 0,-1 2 2 15,0-1-1-15,0-1 0 0,0 0 0 16,-2 1-1-16,2-1 0 0,1-1-1 0,-3 1 0 15,2-3 0-15,-1 2-2 0,1-3 0 16,0-1 1-16,3 0-1 0,-4-1 0 0,1-2 0 16,3 0 0-16,-3-1 1 0,3 1 1 0,0-2-1 15,-3-2 1-15,1 3 1 0,0 0 0 0,3-3-1 16,-2 2 0-16,1-1-1 0,0 0 0 16,1-2 0-16,-1 1 0 0,0-2-1 0,3 0 1 15,-1 1 0-15,-1-3 0 0,4-2-1 16,-2-1 0-16,0 2-1 0,1-4 1 0,1-1 0 15,1 0 1-15,-1-1 0 0,0-2 1 0,3-1 0 16,-4 0 1-16,4 0-1 0,-2 0-1 0,4-2 0 16,-4 3 1-16,3-3 0 0,-1 1-1 15,1-3 0-15,1 2 0 0,-1-1 0 0,2-2 0 16,-1 0 0-16,1 0-1 0,1-1 1 16,-1-2-1-16,3 1 1 0,-1 0 0 0,0-1 0 15,0-1 0-15,1 0 0 0,-2-2 0 0,0 0 0 16,4 1 1-16,-7-4-1 0,5 1 0 15,-1 0 0-15,-2-2-1 0,1-2 1 0,2 2 0 16,-4-2 0-16,4 2-1 0,-2-1 0 0,0 0-1 16,0 1 0-16,1 0 1 0,-2 0-2 15,1 0 2-15,-2 2 0 0,1 0 1 0,-1 1 1 16,-1 0 0-16,1 0 0 0,0 3 1 0,-1-4-2 16,-1 2 1-16,1 3 0 0,2-3-1 0,-3 0 0 15,1 1 1-15,0-1 0 0,0-1 2 16,0 2-1-16,1-2-1 0,-2-2 1 0,1 2 0 15,2-1-2-15,-3-1 1 0,1 1 0 16,-1-1-1-16,3-1 0 0,-3 0 0 0,3 1 1 16,-2-1-1-16,0 0 0 0,2-1 0 0,-1 1 0 15,1 0-1-15,-2-1 1 0,4-1 0 16,-3 1-1-16,2-1 1 0,-1-1 0 0,2 2 0 16,-3-2 0-16,4 1-1 0,2-1-1 15,-3 0 1-15,1 0-1 0,0 1 0 0,1-2 0 16,0 3 1-16,0-2 0 0,1-1 1 15,0 4-1-15,0 0 1 0,-1 0 1 0,1 2-1 16,-1 0-1-16,3 1 2 0,-4 0 0 0,3-1 0 16,1 0 1-16,-1 1 0 0,2 0 0 15,-2 0-1-15,4-1 0 0,-2 1 0 0,3-3-1 16,-2 1 0-16,2-1 0 0,0-1 0 0,0 1 0 16,0-2-1-16,2 1 1 0,-4 1-1 0,2-2 1 15,-1 2 0-15,1 2-1 0,0-2 0 16,0 3 0-16,0-2-1 0,0 2 0 0,0 0 1 15,0 0 1-15,-2 0 0 0,2 0 0 16,0 0 2-16,0 0 0 0,2 0 0 0,0 0 0 16,-2-2 0-16,1 4 0 0,1-5-2 15,-1 2 1-15,3-2-1 0,-3 3 0 0,1-3 0 16,0 1 0-16,-2-1 1 0,0 2-1 0,0-2 0 16,0 1 0-16,-3-1-1 0,1 0 0 15,-2 1 0-15,1-1 1 0,-1 0 0 0,0-1 0 16,0 1-1-16,0-3-1 0,-2-1-1 15,-1 2 1-15,3-4 0 0,-1 0 1 0,-4-3 0 16,1 0 1-16,1-1 0 0,-1-2 0 0,-1-2 2 16,-1-1 0-16,2 0 0 0,-2-3 1 0,-1-1 0 15,-2-1-1-15,0-1 0 0,-1-3-1 16,-2-1 1-16,-1 0 0 0,0 0-1 0,-2-2 1 16,0-3-1-16,-2 0-1 0,-1-2 1 0,-1 0-1 15,0-1-1-15,0-2 0 0,-3-1 0 16,3-2-1-16,-2-1-1 0,1 1 1 0,-2-3 0 15,1 0 2-15,2-2 1 0,1 0 0 0,-1-1 1 16,3 1 1-16,0-2-1 0,2 0-1 16,1 0 0-16,0-2-1 0,2 2 0 0,1-1 0 15,3 0-2-15,0 2 1 0,2 0 0 16,1 1-2-16,0 2 0 0,1 0 1 0,0 4 0 16,0 4 0-16,1-1 0 0,0 6 2 0,-2 0-1 15,0 4 1-15,2 3 0 0,-2 4-1 16,-1 1 0-16,-1 4-1 0,-1 1 1 0,3 4 1 15,0 0 0-15,0 2 0 0,1 3 2 0,0-2-1 16,3 4 1-16,-1 0-2 0,0 0 1 16,2 4 1-16,2-3-1 0,1 2 0 0,0 1 0 15,0 2 0-15,1-1-1 0,1 4 0 0,0-2 0 16,-2 1 0-16,1 3-1 0,-1-3 0 0,0 3 1 16,0-1-2-16,1 1 2 0,-1 1-1 15,0 0 0-15,0 0 0 0,0 1 1 0,0 1 0 16,0 0 0-16,-2 2 1 0,0 1 1 15,-1-3 0-15,2 5-1 0,-2-2 2 0,-3 3-1 16,1-1 1-16,0 4 0 0,-1-1 0 0,-2 4-1 16,-5-1 0-16,4 2 0 0,-4 2-1 15,1 1 0-15,-2 1 0 0,-2 1-1 0,-2 0 0 16,1 4 0-16,-4-3 0 0,3 3 0 16,-2-2-1-16,-2 0 0 0,2 1 2 0,-1-1 0 0,-1-1 2 15,0 1-1-15,0-1 1 0,1-1 1 16,0 1-1-16,0-1 0 0,0-2-1 0,-1 2 1 15,0 0 0-15,0 0-1 0,2-3 0 16,-2 3 0-16,0-2 0 0,0 0 0 0,2-1-1 16,-2 0 0-16,1 0 0 0,0-1-1 15,-1 1 0-15,0 0 0 0,0-1-2 0,1-1 1 16,-1 1 1-16,0-1 0 0,-2 1 0 0,3-3 1 16,-2 2 1-16,-1-1-1 0,2-1 2 0,0 0-2 15,-2 1 0-15,2 0 0 0,-1-3 1 16,0 2-1-16,1-3 0 0,0 2 0 0,0-1-1 15,2-2 0-15,-1 0 0 0,-1-2 0 16,5-1-1-16,-2 1 0 0,0-5 1 0,3 1-1 16,-3-1 1-16,5-2-1 0,-2-2 0 0,0 1 1 15,2-2 0-15,2-2 0 0,-2-1 0 16,-1 2-1-16,1-2 2 0,1-2-1 0,3 0 1 16,-3 1 1-16,3 0-1 0,-2-2 1 0,2-1-1 15,0 1 0-15,0 1 0 0,0 0 1 0,0 0-1 16,2-2 0-16,0 3 1 0,0-2-1 15,-3 0 0-15,5 0 0 0,-3 0 0 0,2 0 0 16,1-2 0-16,1 1-1 0,-2-2 0 0,0 0 0 16,1 0 1-16,1-2-1 0,-2 2 1 0,3 0-1 15,-2-1 0-15,-1-1-1 0,2 2 0 0,-1 0 0 16,1-1 0-16,-1 1-1 0,0 1 0 0,1-1 2 16,-1 3-1-16,-2-1 1 0,0 0 0 0,2 2 0 15,-2 2 2-15,0-4-1 0,2 3 0 16,0 1 1-16,-2-1-1 0,2-2 0 0,-1 2 1 15,1-3 0-15,1 2 0 0,0-2 0 0,-1 2-1 16,2-3 1-16,0 0-1 0,1-1 1 0,0 2-1 16,0-2 0-16,0 0-1 0,-3 0 0 15,3 0 1-15,-2 1-2 0,-2 1 0 0,1 1 1 16,-1 0-1-16,-2 0 1 0,1 1 0 0,-1 1 0 16,0 1 0-16,1 0 0 0,-3 0-1 0,1 1 0 15,1-5-1-15,-3 5 1 0,2-3 0 16,0 2 0-16,0-2 1 0,-2 0-1 0,2 1 2 15,-2-1 0-15,1-1 1 0,-1 0 0 0,1 2 0 16,-2-2-1-16,2-1 1 0,0 0-1 0,-3 1 0 16,3-2 1-16,-3 1 0 0,3 0 0 15,-3-1 0-15,1 2-1 0,0-1 0 0,1-1 1 16,-1 0 0-16,-3 1 0 0,5 1 0 0,-1-3 1 16,-1 2-1-16,2-2 0 0,-3 2 0 0,1-2-1 15,1 0 0-15,-1 3 0 0,-3-3 0 0,2 0 0 16,-2-3 0-16,2 3-1 0,-3 0 1 15,1-2 0-15,-1 2 0 0,-2 0 0 0,-1 0 1 16,0 0-1-16,0 0-1 0,-3 0 0 0,1 0 0 16,-1 0-1-16,-2 0 1 0,-1 0 0 15,0 2-1-15,-3-2 0 0,2 0 0 0,-1 0 0 16,-4 3-3-16,-1-3-10 0,-2 2-16 0,-4 2-25 16,-2-2-66-16,-8 2-75 0,-3 0-142 0,-5 0-271 15,-5 2-319-15,-2-1-377 0,-5 1-272 0,-2-2-44 16,-6-1 633-16</inkml:trace>
  <inkml:trace contextRef="#ctx0" brushRef="#br3" timeOffset="51823.23">4115 14716 32 0,'1'-18'559'0,"1"3"503"16,-2-2 239-16,0 6-4 0,0 2-293 16,-2 2-309-16,2 1-205 0,0 0-122 0,0 6-81 15,0 0-86-15,0 4-82 0,2 4-48 16,-2 3-29-16,2 5-13 0,-1 4-10 0,1 3-4 16,1 2 0-16,2 5-2 0,-2-1-4 0,2 0-4 15,1 3-2-15,0-3-3 0,-1-1-2 0,0 1 4 16,1-1 2-16,2 0-2 0,0-2-9 15,-2 3-23-15,-1-1-73 0,-1 2-101 0,-3 4-180 16,-2 2-291-16,-3 1-334 0,1 3-392 16,-3 6-208-16,-1 0 198 0,-4 5 729 15</inkml:trace>
  <inkml:trace contextRef="#ctx0" brushRef="#br3" timeOffset="52707.08">3769 16206 408 0,'0'6'949'0,"0"-3"306"0,-3 1-41 0,3 0-284 16,-2-3-338-16,2 2-185 0,0-1-80 0,2-1-48 16,-2 0-38-16,0 1-35 0,0-2-46 0,3-2-50 15,-3 1-48-15,3-5-21 0,2-3-10 0,-1-4-7 16,1-6-2-16,3-3 0 0,0-5 2 0,1-3-1 16,1-3 1-16,1-3 4 0,2 0 3 0,-2-1-1 15,3 4-4-15,-3 0-7 0,2 2-9 16,-2 4-5-16,-2 5-3 0,-1 4-2 0,0 3 2 15,-3 3 7-15,-2 3 4 0,0 1 6 16,0 6 11-16,1-1 9 0,-1 6 4 0,2 1 0 16,-1 5 0-16,2 5-4 0,-2 0-12 15,-1 7-9-15,2 2-6 0,-2 5-5 0,0 3-2 16,0 0-1-16,2 4-1 0,-2 5-3 0,-2 0-4 16,1 2 0-16,1 3-3 0,-1-3 0 0,-2 0-4 15,1 0 3-15,1-3 2 0,1-3 0 0,-3-4-1 16,2-7-1-16,1-4-8 0,0-5-12 15,2-3-21-15,-2-7-38 0,0-5-70 0,0-5-76 16,-3-5-116-16,3-8-155 0,-1-2-254 0,1-3-289 16,2-4-209-16,0-1-127 0,4-1 253 0,-1-2 502 15</inkml:trace>
  <inkml:trace contextRef="#ctx0" brushRef="#br3" timeOffset="52991.9">4278 16043 182 0,'20'16'497'0,"-4"0"272"0,3 5 213 15,-3 4-129-15,3 0-167 0,-3-1-149 0,3 2-96 16,-2-1-76-16,-3-3-89 0,1-1-83 0,1-4-67 16,-4-2-43-16,2-5-35 0,-1-5-15 0,-2-7 0 15,0-3-1-15,-1-11 12 0,1-4 20 16,-5-6 22-16,0-7 17 0,1-3 20 0,-4-6 12 16,-3 3 4-16,-3-4-8 0,-2 3-10 0,-5 2-16 15,-2-2-20-15,-6 5-18 0,-2 1-13 0,-5 3-11 16,-2 2-11-16,1 6-8 0,-4 0-7 15,3 8-1-15,-1 7-5 0,1 5-4 0,4 6-5 16,2 5-2-16,0 10 3 0,6 6 1 16,3 5-1-16,6 8 1 0,3 1-7 0,4 5-35 15,4 4-82-15,3-1-123 0,6 4-176 0,4-1-301 16,2 0-352-16,4 3-362 0,4-4-160 0,4-1 354 16,3-2 652-16</inkml:trace>
  <inkml:trace contextRef="#ctx0" brushRef="#br3" timeOffset="54322.74">26888 15361 72 0,'0'-3'664'0,"0"0"496"0,0 0 153 16,0 2-148-16,-2 1-371 0,2 1-371 15,0 4-120-15,2 4-39 0,-2 4-32 0,1 6-20 16,-1 4-11-16,0 4-21 0,0 5-51 0,-1 0-51 16,1 5-26-16,-3 0-18 0,1 1-15 0,0-1-8 15,1 0-6-15,1-4-5 0,0-1-4 16,0 0-4-16,0-4-34 0,0-1-78 15,0-1-114-15,-2 0-225 0,-1-3-292 0,0 1-349 16,-5 0-345-16,-1-1-114 0,-3 1 426 0,-3-2 701 16</inkml:trace>
  <inkml:trace contextRef="#ctx0" brushRef="#br3" timeOffset="54750.67">26239 16834 185 0,'0'-1'749'0,"-1"-1"390"0,-1 0 54 15,1-2-146-15,1 0-453 0,0-2-278 0,1-3-136 16,6-4-64-16,-1-1-26 0,5-4-7 0,2-5 4 15,2-3 22-15,1-3 30 0,5-6 28 0,2-1 12 16,0-2-5-16,2 1-17 0,0-2-34 16,-1 3-35-16,-2 3-37 0,-1 5-22 0,-6 4-4 15,0 6 4-15,-6 2 6 0,1 6 3 0,-6 6 3 16,0 4 1-16,-4 4-4 0,-4 9-11 16,0 1-5-16,-6 6-5 0,2 2-3 0,-1 5-5 15,-2 2-1-15,1 2-2 0,1 3-4 0,-2-2-2 16,1 5-3-16,2-2 0 0,-1 0 1 0,0 2 2 15,0-1-1-15,1-1 0 0,2-1 1 0,0-4-4 16,1-3-30-16,4-3-60 0,1-4-60 16,1-5-81-16,1-6-144 0,1-3-230 0,0-5-294 15,3-4-233-15,1-4-197 0,-3-4 36 0,3-2 463 16</inkml:trace>
  <inkml:trace contextRef="#ctx0" brushRef="#br3" timeOffset="55044.15">26592 16641 142 0,'8'7'491'0,"-3"1"258"0,-1 5 130 0,1 2-144 16,-1 2-250-16,3 0-167 0,-2 3-90 0,0 0-44 15,-1-1-21-15,5 0-14 0,-3-5-40 16,3 0-36-16,1-4-27 0,-1-2-14 0,4-5 3 16,-4-6 9-16,5-3 15 0,-1-6 22 0,0-3 15 15,-1-7 10-15,1-2 6 0,0-2 5 0,-4-3 14 16,-1 0 29-16,-1-2 51 0,-6 3 32 15,-1 2 1-15,-1 0-14 0,-7 3-27 0,-4 2-41 16,0 1-50-16,-2 3-39 0,0 6-23 0,-2 0-16 16,-2 5-8-16,2 6-7 0,-1 3-6 0,1 6-8 15,-1 3-3-15,2 4-2 0,2 4 0 0,1 4-4 16,3 1-2-16,-1 5-3 0,6-1-17 0,0 0-43 16,3 1-65-16,1 0-68 0,1-3-133 15,3 0-208-15,0-1-299 0,6-3-278 0,-2-2-209 16,1-1-44-16,4-6 434 0,-1-1 532 0</inkml:trace>
  <inkml:trace contextRef="#ctx0" brushRef="#br3" timeOffset="55356.14">26984 16579 171 0,'-5'0'723'0,"-1"2"389"0,-2 10 73 16,-4 1-137-16,2 7-446 0,0 3-275 0,0 5-135 15,2 3-68-15,3 1-33 0,1 2-13 16,1 2-17-16,5-1-13 0,3-1-19 0,0-4-10 16,4-3-7-16,7-7-8 0,0-3-3 0,4-10-2 15,5-7-2-15,2-7-1 0,2-7 0 0,-2-8 0 16,1-4-3-16,-1-6 1 0,-2-2 5 0,-1-5-1 16,-5 3 11-16,-2-3 25 0,-7 3 56 0,-2 3 55 15,-8 1 43-15,-5 4 18 0,-4 0-6 0,-4 5-23 16,-4 3-42-16,-4 4-45 0,-1 5-37 15,-3 5-23-15,-2 6-14 0,-3 6-11 0,1 7-6 16,-1 4-5-16,4 7-19 0,-1 5-60 0,3 2-59 16,2 2-108-16,3 2-188 0,4-3-306 15,6 2-315-15,4-3-242 0,2-1-132 0,8-1 325 16,2-3 600-16</inkml:trace>
  <inkml:trace contextRef="#ctx0" brushRef="#br3" timeOffset="59105.8">30216 16621 140 0,'-2'-1'317'0,"1"-2"151"16,-2 1 42-16,1-1-23 0,0 0-22 0,1 2 17 15,1-2 34-15,-3 0 2 0,3 0-30 0,-4 0-57 16,0 0-73-16,2 0-45 0,1 1-16 0,-2 1-2 16,1-2-14-16,-1 0-23 0,-2 3-24 0,-2-2-42 15,3 2-50-15,-5 0-45 0,-1 0-27 16,2 0-14-16,-4 0-9 0,0 0-6 0,1 2-6 15,-1-2-3-15,-1 3-3 0,1-3-3 0,-1 3-4 16,-1-3-3-16,1 1-2 0,-2 1-1 0,1-2-3 16,1 2 1-16,0-2-2 0,0 1 1 0,-1 0-2 15,1-1 0-15,3 4-2 0,0-3-1 16,0 0-2-16,3 3-1 0,-2 0-3 0,5 0 0 16,0 2-2-16,3 3-1 0,-1 3 0 0,2 3-1 15,2-1 0-15,1 2 0 0,2 2 1 0,1 3 0 16,0-1 2-16,0 2 0 0,3 0 2 0,-2 6 0 15,1-1 0-15,-2-1 0 0,1 5-1 0,-1 0 1 16,2 2-1-16,-3 2-1 0,0-2 1 16,-2 4-1-16,0 1 0 0,-1-1 0 0,-1 1-1 15,1 1 0-15,-2-3 0 0,1 1-2 0,-1-1 1 16,2-2 0-16,1-2-1 0,-2 0 2 0,2-5 0 16,2-2 0-16,0-2 1 0,0-2 0 0,1-3 0 15,4-3-1-15,-2-4 0 0,1-4 0 0,4-1 0 16,-1-6 0-16,1-1 0 0,4-4 0 15,1-2 0-15,-1-4 1 0,4 3-1 0,1-4-1 16,-3 2 0-16,3-3-2 0,0 2-8 0,-1 1-16 16,1-3-37-16,0 2-71 0,-4 3-78 0,0-1-151 15,-2 1-265-15,0 1-320 0,-2 2-338 0,0 3-216 16,-2 0 15-16,-2 2 599 0</inkml:trace>
  <inkml:trace contextRef="#ctx0" brushRef="#br3" timeOffset="59906.41">30868 17079 72 0,'-2'-9'624'0,"-3"1"456"0,-3 1 144 0,-4 1-116 16,0 0-364-16,-5 0-348 0,3 0-174 0,-3 4-82 15,-1 2-29-15,-1 0 8 0,0 2 19 0,0 2 30 16,-1 4 23-16,2 1-1 0,-1 1-14 0,2 2-29 16,1 3-32-16,3 2-39 0,2 1-34 0,3 3-16 15,4 2-11-15,0 1-6 0,4-1-5 0,4-1-1 16,0 0 5-16,6-4 4 0,2-2 1 0,3-3 1 16,4-3 0-16,1-8 0 0,3-3-5 0,0-5-7 15,2-6-2-15,4-6-3 0,-2-4-1 0,3-7 1 16,-2-1 1-16,2-4 0 0,-3-2 0 0,2-3 2 15,-4-3 0-15,-1 1 0 0,-2-2-1 0,-6 1 2 16,-1 0 1-16,-4 4 0 0,-4 1 0 0,-2 5 2 16,-5 4 1-16,-2 3-4 0,-3 5 2 0,-1 3-2 15,-2 7 0-15,-5 5-2 0,1 5-2 16,-2 5 0-16,1 5-1 0,-4 7 0 0,4 3 1 0,-2 5 3 16,1 5 0-16,3 3 3 0,0 3 1 0,3 3 1 15,3 0 3-15,2 3-3 0,2-2 0 0,1 3-1 16,3-4-1-16,2 1-3 0,3-5 1 0,2-1 2 15,3-4-2-15,3-7 0 0,2-1 3 0,4-6 2 16,3-5-2-16,0-5 0 0,1-4-7 0,4-4-1 16,0-4-5-16,0-5-2 0,1-3 1 15,-1-3-3-15,1-6 7 0,-1 1 2 0,-4-5 3 16,-2 1 1-16,-4-2 5 0,-2-1 7 0,-4 2 1 16,-4 1 2-16,-4 0 0 0,-4 2-1 0,-4 1-5 15,-4 4-5-15,-1 0-3 0,-4 6-2 0,-1 2 1 16,-6 4 0-16,4 5 1 0,-5 3 1 0,1 6 0 15,0 5 5-15,-3 3 2 0,4 6 1 0,-1 3-2 16,2 3 2-16,1 4-1 0,4 0-2 0,2 2-4 16,2 4 0-16,4-1-1 0,1-2-2 0,2 1-1 15,3-2-2-15,3-2 0 0,1-1 0 0,2-2-2 16,3-5 1-16,2-1-5 0,2-4-24 16,-1-3-53-16,1-5-59 0,1-2-81 0,1-2-144 15,-2-4-221-15,1 0-298 0,-3-4-250 0,0 0-206 0,-2-3 22 16,-1-1 470-16</inkml:trace>
  <inkml:trace contextRef="#ctx0" brushRef="#br3" timeOffset="60554.96">31704 17062 409 0,'-3'0'905'0,"-4"1"282"0,1 3-22 16,-2-1-305-16,-4 4-320 0,0 1-202 0,-2 2-60 15,1 5 7-15,-1 2 1 0,-2 2-24 0,2 2-34 16,-2 2-26-16,5 2-57 0,-1 1-56 0,1 0-39 16,2-1-18-16,5-1-8 0,-1-3-12 0,5-2-8 15,2-4-5-15,4-3 1 0,0-4 0 0,2-6-1 16,4-3 0-16,2-5 1 0,-2-3 1 0,2-3-2 16,1-4 0-16,0-4 1 0,0-1 0 0,0-3-1 15,-2-1-1-15,3-1 1 0,-3 1 1 0,-2-2-2 16,0 0 0-16,-3 3 2 0,-2 0-1 15,1 4 0-15,-2 2 1 0,-1 4 2 0,-3 2-2 16,-1 1 2-16,4 6 0 0,-4 1-2 0,0 2 1 16,0 4-2-16,0 2 2 0,0 1 1 0,0 6-2 15,1-1 1-15,-1 1-1 0,2 3 0 0,-2 1-1 16,1-1-1-16,1 4 1 0,0-2 2 0,-1 0-1 16,1 2 0-16,-1 0-1 0,3 2 0 0,-2-1 0 15,-2 4-2-15,4-2 0 0,-4 3 2 0,0 0-2 16,0 1 0-16,0-2-1 0,-4 1 3 0,2 0-2 15,-3 0 0-15,2-1 2 0,-4-1 2 0,1 1 2 16,-3 1 1-16,-1-3 2 0,-1 4 0 0,-3-1 1 16,-1-3 1-16,0 2-1 0,-3-4 0 0,-1 0 0 15,2-2-2-15,-2-4 1 0,0-5-2 0,1 0-1 16,0-5-3-16,1-3 1 0,0-3-2 0,4-3-2 16,0-4-3-16,1-1 0 0,4 0-2 0,1-4-16 15,4 2-36-15,-1 0-58 0,4-2-56 0,0 2-89 16,0 3-156-16,4-1-237 0,0 2-274 0,2 2-225 15,1 2-188-15,-1 1 114 0,2 1 509 16</inkml:trace>
  <inkml:trace contextRef="#ctx0" brushRef="#br3" timeOffset="61322.32">32107 17368 603 0,'3'-7'1525'16,"-2"-2"173"-16,-1 1-323 0,-1 1-338 0,-1 1-492 16,1-1-281-16,-4 1-136 0,5 0-63 0,-1 2-31 15,-1 0-16-15,1-1-10 0,1 1-4 0,1-1-3 16,1 1-6-16,-1 1-33 0,-1 0-66 15,5 0-62-15,-5 0-136 0,1 4-227 0,-1-1-317 16,2 2-302-16,-1 1-227 0,-1-2-71 0,2 2 482 16</inkml:trace>
  <inkml:trace contextRef="#ctx0" brushRef="#br3" timeOffset="62055.07">32321 16410 130 0,'10'-9'832'0,"2"1"578"0,-4 1 58 16,-1 0-242-16,1-1-423 0,2-1-356 0,1 1-172 16,1 1-105-16,1-1-61 0,3 2-31 0,-2-1-15 15,2 1-21-15,-2-2-19 0,4 4-12 16,-2-2-6-16,1 0-2 0,2 2-3 0,-3 0 0 0,-1 3 3 16,0-1 1-16,-1 2 0 0,-2 2-1 0,-2-2 1 15,1 3 1-15,-3 0-1 0,-2 2-2 0,1-1 2 16,-1 2 1-16,-3-2-4 0,-2 4-1 0,1-2-1 15,0 1 2-15,-2 2-2 0,-2 0 1 0,0 2 16 16,1 0 12-16,-2 0 9 0,0 3 9 0,1 0 6 0,1 5 1 16,1-2-9-16,-2 2-6 0,2 0-6 15,2 1-2-15,-2 3-3 0,1-3-2 0,4 2-2 0,-1-1-3 16,1-2-3-16,2 1-3 0,-1 3 0 0,3-3 0 16,1-1 2-16,0 4 2 0,2-2 1 0,-1 3-4 15,0 1-5-15,3 2-3 0,1 2-4 0,-1-1-2 16,0 4-4-16,3-1 4 0,1 3 1 0,1-2 2 15,1 0 2-15,0-1 3 0,-2 0 2 0,2 0 2 16,-2-4 3-16,0 1 1 0,-2-3-2 0,-1-2 0 16,-2-1 1-16,-2-2-1 0,-2 1 1 0,0-5-1 0,-5 1-1 15,0-3-1-15,-1-2-2 0,-2-2-1 16,-2 1 0-16,-1-4 0 0,-1 1 1 0,-2-2 1 0,-1-2 1 16,-2-1-2-16,-3 3-1 0,1-6 0 0,-1 2-2 15,-3-2-2-15,1-2 0 0,-2 2 0 0,2 0 0 16,-4-3-1-16,1 1-1 0,-2 1 0 0,1 1 3 15,-2 0 2-15,-1 3-1 0,0 0 0 0,0 2-1 16,-4 1 0-16,1 2-5 0,0 0-3 0,0 4 0 16,-3 0-1-16,1 0 1 0,3 2 0 0,-4 1 1 15,6-2 1-15,1 1 0 0,3-2 0 0,3-2-1 16,-1-1 0-16,6-1-1 0,2-3 0 0,0 1-1 16,4-2-1-16,2-2 0 0,4-2-2 0,1-2-7 15,4-2-11-15,-1-2-16 0,2-1-24 0,-2 1-46 0,2-5-80 16,0 4-116-16,-1-2-211 0,-1 2-295 0,-2-2-352 15,2 3-340-15,0-1-124 0,-5 1 401 16,-1 1 731-16</inkml:trace>
  <inkml:trace contextRef="#ctx0" brushRef="#br4" timeOffset="75529.03">6313 13791 62 0,'8'-5'353'0,"1"1"202"0,-4-1 144 0,-2 2-74 15,2 0-234-15,-2 0-185 0,2 0-105 16,-2 0-52-16,0 0-19 0,3 0-16 0,-1 2-28 16,2-2-43-16,-1 0-62 0,2 1-99 15,3 2-173-15,-2-1-176 0,4 1-45 0,-2 0 74 16,0 1 156-16</inkml:trace>
  <inkml:trace contextRef="#ctx0" brushRef="#br4" timeOffset="75728.8">6680 13744 134 0,'6'-3'376'0,"-1"1"169"16,0 0 110-16,1 0-171 0,-2 1-204 0,1 0-132 15,-2-1-72-15,2 2-33 0,0-2-20 16,1 2-10-16,0-2-5 0,1 2-3 0,-1 0-1 16,2 0 3-16,0 0-20 0,-2-3-47 15,2 2-80-15,0 1-158 0,1-1-196 0,1 1-91 16,-2-2 35-16,1 2 133 0</inkml:trace>
  <inkml:trace contextRef="#ctx0" brushRef="#br4" timeOffset="75898">6988 13749 9 0,'8'1'267'0,"-2"1"168"0,0-2 145 16,-1 1-38-16,-2 1-165 0,2-2-136 15,-2 1-97-15,2 1-52 0,-2-1-26 0,3 2-16 16,-1-1-5-16,-2-1-19 0,2-1-11 0,0 0-15 16,0 0-39-16,1-3-81 0,0 2-170 15,-1-1-211-15,0-1-98 0,1-1 11 0,1-1 128 16,2-1 181-16</inkml:trace>
  <inkml:trace contextRef="#ctx0" brushRef="#br4" timeOffset="76062.03">7273 13716 68 0,'5'3'345'0,"-1"-2"212"0,-1-1 155 0,0 2-106 16,-1-1-179-16,-1 0-163 0,-1 2-116 0,2-3-66 15,0 0-38-15,-1 2-19 0,1 0-9 16,1-2-11-16,2 0 0 0,0 0-1 15,1 0-29-15,-2-2-60 0,3 0-104 0,1 2-211 16,-2 0-191-16,3-3-97 0,1 3 53 0,1-1 174 16</inkml:trace>
  <inkml:trace contextRef="#ctx0" brushRef="#br4" timeOffset="76246.67">7649 13719 14 0,'8'0'278'0,"-4"0"188"15,1 0 159-15,0 0-51 0,-2 0-161 0,-1 0-157 16,1 0-114-16,-1 0-71 0,2-3-38 16,-2 3-10-16,2-2-9 0,-2-1-1 0,3 0-15 15,0-2-35-15,0 1-56 0,-1 1-88 16,4-2-140-16,-2 1-195 0,2 1-74 0,-3 2 47 16,4-2 143-16</inkml:trace>
  <inkml:trace contextRef="#ctx0" brushRef="#br4" timeOffset="76430.36">7886 13659 70 0,'8'-1'221'0,"1"-1"97"0,-2 2 10 16,-1 0-61-16,1-2-51 0,-3 2-41 0,4 0-29 15,-3 0-32-15,0 0-20 0,-1 0-25 16,1 0-30-16,-2 2-7 0,3-2-5 0,-1 0 1 16,0 2-1-16,1-2 0 0,1 1-1 15,0-1-11-15,-2 0-5 0,3 0-4 0,-1 1-6 16,-1-1-19-16,3 2-46 0,-2-2-61 0,-1 0-115 15,2 2-159-15,1-1-67 0,-1 0 39 16,0-1 106-16</inkml:trace>
  <inkml:trace contextRef="#ctx0" brushRef="#br4" timeOffset="76604.91">8246 13648 226 0,'7'4'358'0,"-1"0"129"0,-1 0-41 0,1 0-106 16,0 0-93-16,-2 0-67 0,-1-1-44 15,0 2-32-15,0-4-27 0,1 2-27 0,0-1-20 16,1-1-13-16,-1-1-8 0,1 0-3 0,0 0 0 16,0 0 1-16,1-1-14 0,2-1-33 0,-2 2-57 15,1 0-90-15,-1 0-170 0,3 0-162 16,-4 2-35-16,3-1 72 0,-1 1 143 16</inkml:trace>
  <inkml:trace contextRef="#ctx0" brushRef="#br4" timeOffset="76963.25">8572 13675 256 0,'6'5'447'15,"-4"-1"156"-15,3 1 1 0,-4 1-181 0,3-2-174 16,-3 2-114-16,2-2-66 0,-1 1-31 0,1-3-19 16,-1 1-8-16,3-3-13 0,-1 0-19 15,1-3-22-15,0 1-30 0,1-4-33 0,-1 0-40 16,1 0-46-16,3 0-53 0,-2-1-44 15,1 1-28-15,1-2-3 0,-1 3 22 0,3 0 53 16,-3-2 83-16,5 3 84 0,-4 1 76 0,1-1 72 16,2 4 68-16,-2-2 70 0,4 4 56 15,-3-2 25-15,0 3-5 0,3 0-15 0,-4 0-31 16,4 1-35-16,-3 0-37 0,2 0-41 16,1-1-36-16,-1 0-30 0,2-2-21 0,-2 2-12 15,3-3-4-15,-2 1-5 0,2-2-2 0,-2 0 2 16,2-2 0-16,-2-1 1 0,-1-1-5 15,3 0-18-15,-2-1-34 0,-1-1-47 0,0 2-52 16,0-1-64-16,-1 2-67 0,-1 0-57 16,1 2-59-16,-2 0-40 0,-2 0 18 0,1 2 83 15,-1 2 103-15</inkml:trace>
  <inkml:trace contextRef="#ctx0" brushRef="#br4" timeOffset="78595.5">7424 6235 326 0,'-1'1'677'0,"-1"1"240"15,1 0 45-15,1-1-278 0,0 0-301 16,1 1-183-16,4 1-104 0,0 0-49 0,4 0-23 15,2 3-11-15,2-4-4 0,4 1-2 0,2-2-1 16,2-1-2-16,4 0-1 0,0-1-38 16,-1-4-64-16,2 0-95 0,-1-1-162 0,0 0-271 15,-3-1-194-15,-1 0-52 0,-1 1 138 16,-1 0 266-16</inkml:trace>
  <inkml:trace contextRef="#ctx0" brushRef="#br4" timeOffset="78761.75">7900 6246 147 0,'10'6'356'0,"-1"1"192"0,1 1 150 16,2-3-149-16,0 3-140 0,1 0-91 16,0-4-55-16,3 2-72 0,-2-1-51 0,5-2-55 15,-3 0-38-15,3-2-14 0,0-1-7 16,3-1-2-16,0-2 0 0,0-3-35 0,1 1-89 16,0-2-242-16,-1 1-245 0,2-2-168 15,-1 3-75-15,-2 0 117 0,1 2 274 0</inkml:trace>
  <inkml:trace contextRef="#ctx0" brushRef="#br4" timeOffset="80883.25">7195 10162 249 0,'3'0'462'0,"-1"0"210"0,-1-1 38 16,1 1-113-16,0 0-101 0,-1 0-91 16,2 1-66-16,-1-1-63 0,-2 0-48 0,3 0-57 0,-3 1-53 15,2-1-43-15,-1 0-32 0,1 0-19 16,0 2 28-16,0-2 32 0,2 2 12 0,0-2 8 15,0 1 2-15,0 0 2 0,0-1-37 16,0 2-30-16,1-2-4 0,1 3 1 16,1-3-1-16,-3 0-3 0,3 0 0 0,2 0 0 15,-3 0-8-15,2 0 4 0,2 0 30 0,1 2 19 16,0-2 9-16,0 0 3 0,0 3-4 0,2-2-12 16,1 1-33-16,0-1 39 0,2 0 25 15,-2 2 11-15,-1-1 6 0,3 0-3 0,-3-2-1 16,2 2-41-16,1-2-25 0,0 0-15 15,-2 0-6-15,4-2-6 0,-1 2-3 0,-1-4-7 16,-1 4-5-16,1-4-4 0,0 3-2 0,-2-2-2 16,2 0 1-16,-3 1-1 0,1-4 0 15,2 3-1-15,-5 0 1 0,3 0-3 0,-3 0 7 16,3 0 5-16,-4 1 1 0,1 0 1 16,1 0 1-16,0 1 2 0,-3-1-7 0,4 2-2 15,-2 0-2-15,0-1-1 0,0 1 1 0,0 0-3 16,0 0 3-16,0 0-1 0,-1 0 0 15,-1-2 1-15,2 2-1 0,-3 0 0 0,2-1-1 16,-1 1-1-16,-1-2 0 0,0 2-1 16,3 0-1-16,-5-1 0 0,2 1 1 0,0 0-1 15,0 1 1-15,0-1 1 0,0 2 1 0,0-1 0 16,1 1 0-16,-2-1 1 0,1 1 0 0,-2 1-2 16,3-2-1-16,-2 0 1 0,-1 1 0 15,-1 0-1-15,1-1 1 0,2 0 1 0,-3-1 0 16,-1 0 0-16,1 0 0 0,0 0 0 15,0 0 1-15,-1-1-2 0,1 1-1 0,0 0-1 16,1-1 0-16,-1 1 1 0,3-2-1 0,-2 2 1 16,-1 0 0-16,1 0 2 0,-1 0-1 15,0 2 1-15,3-2 0 0,-4 1-1 0,1-1 1 16,0 1 0-16,-2 1-1 0,0-2-1 16,3 0 1-16,-4 2-1 0,1-2-1 0,2 1 0 15,-2-1 1-15,2 1-1 0,-2 1 0 0,2 0 1 16,1-1 1-16,0 0 1 0,-1 1 2 15,0 1 1-15,0-3 2 0,0 2 0 0,-1 1-1 16,2-2 0-16,-2 1-2 0,-1-1-2 16,0 0 1-16,0-1 0 0,-1 3 2 0,0-3 2 15,-1 2 2-15,2 0 0 0,-1 0 1 0,1-2-2 16,0 2-2-16,0 0-2 0,0 0-2 0,1 0 0 16,0 0 0-16,0 1-1 0,0 0-1 15,2-2 0-15,-3 2 0 0,2-1 0 0,0-1 0 16,-2 1-1-16,2-1 0 0,-2-1 2 15,-1 0 0-15,2 0 3 0,-4 0 2 0,2-1 3 16,-2 1 3-16,0-2 1 0,0 1 0 0,-2-1-2 16,2-1-3-16,-4 2-4 0,1-2-2 15,0 0-4-15,-1 1-2 0,0 2-5 0,0-1-16 16,-2 1-35-16,0 1-82 0,0 1-140 16,-2 1-263-16,1 1-313 0,-2 1-386 0,3 1-417 15,-1-1-57-15,-1 6 669 0</inkml:trace>
  <inkml:trace contextRef="#ctx0" brushRef="#br4" timeOffset="83530.17">8952 8224 393 0,'-2'-8'814'16,"0"-1"300"-16,-2 1 39 0,2 0-311 0,-1 0-266 16,2 3-130-16,-1 1-56 0,2-1-46 15,0 4-44-15,2-1-46 0,-1 0-41 0,-1 2-52 16,3 2-48-16,3 2-26 0,-1 2-15 0,3 6-3 15,2 3-2-15,2 4-8 0,-1 4-8 16,2 3-11-16,3 2-7 0,-2 2-7 0,2 2-6 16,0-2-5-16,0 1-5 0,-2 1-3 15,3-3-1-15,-4 0-4 0,1-3 0 0,0-1-1 16,-3-4 0-16,0-1-1 0,-3-4 1 0,2-1 0 16,-4-1 0-16,-1-6-1 0,-2-2 2 0,0 0 1 15,-3-4 0-15,-1-4 1 0,-3-1 0 16,-2-7-1-16,-2-2 0 0,-3-4-3 15,-2-4-1-15,1-1 1 0,-1-3-2 0,0-2 1 16,-2-2-1-16,0 1 2 0,1-1 0 0,1-1 0 16,1 3 0-16,1-4 0 0,1 5 1 0,0 1 1 15,1 1-2-15,3 2 1 0,0 1 0 16,-2 1-1-16,3-1 1 0,2 3-2 0,0 0 1 16,0 2-2-16,-1-2 1 0,4 4 0 15,-1 1 0-15,-1 1-2 0,4-1 0 0,-1 2 3 16,1-1-2-16,1 3 1 0,0-3-1 0,4 4 2 15,-1 0 0-15,3-1-1 0,1 0 1 0,4 3 0 16,-3-1 0-16,4 0 0 0,0 0 0 16,1 1 0-16,2 1-1 0,0 0-1 0,-2 0-1 15,3-1 2-15,-1 1-2 0,-1 0 1 16,1 0-1-16,0 0-6 0,-5 0-18 0,1 2-35 16,-4 1-65-16,-4 1-70 0,-4 1-132 0,-2 2-220 15,-5 2-303-15,-3 1-311 0,-3 2-236 16,-5 1-85-16,0 2 450 0,-4 1 612 0</inkml:trace>
  <inkml:trace contextRef="#ctx0" brushRef="#br4" timeOffset="83747.81">8976 8399 146 0,'10'9'666'0,"0"-2"375"0,-2-3 135 16,3-2-75-16,-2-1-396 0,4-2-210 0,1-1-117 15,1-2-65-15,0-1-64 0,1-2-48 0,2-1-55 16,0-2-64-16,-2-1-38 0,3 0-19 16,-1-1-11-16,1 2-6 0,-2-2-5 0,0 2-7 15,2 1-57-15,-4 0-73 0,-1 2-155 16,-3 1-288-16,-1 2-291 0,-1 2-344 16,-3 2-218-16,-1 2 86 0,-2 1 617 0</inkml:trace>
  <inkml:trace contextRef="#ctx0" brushRef="#br4" timeOffset="84286.89">9404 8181 105 0,'3'-12'724'0,"2"3"510"15,-2 0 134-15,-2 1-116 0,3 1-348 0,-3 3-340 16,2 0-176-16,-1 2-103 0,0 1-66 0,-1 2-55 15,1 1-50-15,1 6-28 0,0 3-17 16,3 3-8-16,-1 6-7 0,0 2-11 0,0 7-12 16,0 1-9-16,-1 1-7 0,4 2-5 15,-2-2-4-15,2 0-3 0,0-3-2 0,5-3-1 16,-2-6-4-16,3-1 0 0,0-5 0 0,2-4 0 16,-2-4 1-16,2-5 0 0,0-5 2 15,1-2-1-15,-1-5 1 0,3-3-1 0,-3-2 1 16,1 0-1-16,-1 3 2 0,0-1 0 0,-2 0 1 15,2 3 1-15,-3 3-2 0,2 1 1 16,0 2 0-16,-1 2-1 0,0 4 0 0,-1 0 0 16,-2 2 1-16,2 2-1 0,-1 0 1 0,-1 0 0 15,-3 1 0-15,3-1 0 0,-3 0 0 16,-1-1 0-16,-1-3 0 0,2-3 2 0,-4-1 0 16,-2-2 2-16,1-7-1 0,-1-2 0 0,-4-3 2 15,1-5-2-15,-3-2 0 0,0-3-1 16,-4-3 1-16,-2-3-2 0,-1-1 1 0,-1-2 0 15,-1-1 2-15,-1 2 4 0,1 2 0 16,-1 1 2-16,-2 5 1 0,3 1-1 0,-1 2-4 16,3 7-2-16,0-1-3 0,3 6-3 0,3 2-3 15,-1 2-2-15,4 1 0 0,-1 6-4 16,3-1-9-16,3 3-18 0,-1 1-39 0,1 2-76 16,0 0-89-16,1 2-161 0,-1 1-292 15,2 0-327-15,1-2-328 0,0 3-176 0,0-1 139 16,3-1 645-16</inkml:trace>
  <inkml:trace contextRef="#ctx0" brushRef="#br4" timeOffset="84515.74">9979 7708 232 0,'5'2'843'16,"-3"2"398"-16,1 2 77 0,3 3-95 15,-1 3-407-15,0 3-285 0,1 3-148 0,-1 3-80 16,3 3-74-16,1 4-81 0,-1 3-59 0,2 2-35 15,2 5-18-15,-1-3-16 0,3 3-8 0,1 1-7 16,0-1-2-16,0-3-3 0,-1 1-2 16,3-5-2-16,-4 0-1 0,1-5-6 15,-4-3-22-15,1-5-46 0,-5-1-65 0,0-5-67 16,-2-5-113-16,-3-2-167 0,-1-5-260 0,-3-2-263 16,0-5-214-16,-2-2-124 0,-3-6 245 15,1 0 511-15</inkml:trace>
  <inkml:trace contextRef="#ctx0" brushRef="#br4" timeOffset="84725.68">10088 8038 31 0,'0'3'573'0,"2"2"499"0,-1-2 189 16,-1-2-107-16,2 2-342 0,1-1-282 16,2-1-145-16,2 0-80 0,-1 1-33 0,5-2-30 0,0-2-33 15,0 0-56-15,3-2-61 0,1 0-35 16,0 0-27-16,0-3-13 0,0 2-8 0,1-2-8 15,-2-1-28-15,-1 2-71 0,1-3-104 16,-4 5-177-16,-2-5-288 0,-1 1-333 0,-2-1-344 16,-2-1-177-16,-1-1 257 0,-2-3 657 15</inkml:trace>
  <inkml:trace contextRef="#ctx0" brushRef="#br4" timeOffset="84930.65">10218 7611 103 0,'0'0'668'0,"0"0"453"0,2 0 132 0,-1 6-69 16,2-1-312-16,1 3-275 0,1 1-162 0,1 2-93 16,1 0-58-16,2 3-59 0,0 2-77 0,2 3-51 15,-1 0-32-15,2 5-18 0,2 3-14 16,-1 3-12-16,1 4-9 0,2 3-6 0,0 1-3 16,-2 3-4-16,0 0-2 0,-1-1-6 15,0-2-17-15,-1-1-36 0,-2-4-71 0,-4-1-69 16,2-2-129-16,-5-3-192 0,-1-5-305 0,-1-2-297 15,1-3-207-15,0-1-84 0,1-4 395 16,0-4 556-16</inkml:trace>
  <inkml:trace contextRef="#ctx0" brushRef="#br4" timeOffset="85563.88">10553 7753 377 0,'-3'-10'779'16,"0"0"299"-16,2 2 48 0,-1 2-290 0,0 1-285 15,2 1-191-15,-1 1-104 0,2 1-32 16,-1 2 21-16,2 2 24 0,1 1 4 0,3 3-10 16,-3 0-18-16,2 3-42 0,0 4-54 15,0 2-45-15,1 5-30 0,2 2-18 0,-2 4-13 16,2 2-12-16,-1 3-9 0,2 2-7 0,-1 1-6 15,0-1-2-15,0 0-4 0,1-3-1 0,-1-3 1 16,0-4-3-16,-3-4-3 0,2-6 0 16,-2-2 2-16,-1-4 3 0,-1-5 0 0,-2-9 2 15,3-5 2-15,-3-5-1 0,-1-7-1 16,-1-6-2-16,-1-2-1 0,-3-4-1 16,0-3-1-16,-3-2 0 0,-1-2-2 0,-2 0 0 0,1-4 2 15,-2 2 5-15,1 2 5 0,0 2 7 16,1 3 6-16,1 7 4 0,2 4 3 0,1 3-2 15,0 6-4-15,3 4-4 0,-1 3-6 16,4 2-1-16,0 4-2 0,2 3 0 0,1 4 1 16,2 4 1-16,1 3-1 0,2 5-2 0,0 0-3 15,2 5-1-15,0 2-2 0,3 3 0 16,0-1-1-16,-2 5 0 0,3-4 0 0,0 1-2 16,-1-5 0-16,3-2-2 0,-3-5 1 0,1-4-1 15,-2-4 2-15,1-5-1 0,-2-5 1 0,0-4-1 16,0-4 1-16,0-5 0 0,-3-2 1 0,0-1 0 15,1 0 1-15,1-1 0 0,-2 1 0 16,4 0 0-16,-2 3-2 0,1 3 1 16,3 2 0-16,-1 5-1 0,3 2 1 0,-2 4 0 15,3 5 0-15,-2 5 1 0,2 2-2 0,1 7 2 16,-1 2-2-16,2 7 2 0,-2 0-1 0,2 5 1 16,0 2-1-16,0 5 0 0,0-1-1 15,-3 5-2-15,3 2 0 0,-5-3-4 0,2 3-13 16,-5-2-23-16,-1-3-53 0,-3-2-83 15,-2-4-148-15,-3-3-271 0,-2-2-319 0,0-3-383 16,-2-5-319-16,-1 0-2 0,-3-2 676 0</inkml:trace>
  <inkml:trace contextRef="#ctx0" brushRef="#br1" timeOffset="94746.36">7293 10030 114 0,'-2'2'338'15,"1"-2"177"-15,-1 1 119 0,-1-1-101 0,3 1-114 16,-3-1-64-16,2 3-26 0,-1-3-7 15,1 2-5-15,-1 0-15 0,2-2-16 0,-2 0-26 16,1 0-30-16,-1 0-30 0,0 0-29 16,1-2-16-16,-1 2-14 0,2 0 5 0,-1 0 16 15,1 0 19-15,1 0 15 0,-1 0 7 0,0 0-14 16,2 0-27-16,-2 2-30 0,0-2-32 0,0 0-26 16,0 0-20-16,0 0-14 0,0 0-7 15,0 0-7-15,0 0-3 0,0 0-4 0,0 0-1 16,0 0 0-16,0 0-1 0,0 0 0 0,0 0-1 15,0 0 1-15,1 0-3 0,-1 0-3 16,2 0-1-16,-2 0-1 0,0 0-3 0,0 0-1 16,2 0-1-16,-2 0-2 0,1 0-1 15,-1 0-1-15,0 0 3 0,2 0 3 0,1 0 4 16,0 0 3-16,2 2 1 0,-1-2 3 0,1 0 0 16,0 1-2-16,3-1-2 0,0 1 0 15,-2-1 0-15,2 0-1 0,0 0 0 0,0 2-2 16,0-2 0-16,0 2-2 0,-2-2 1 15,3 0-1-15,-1 1 0 0,-1 0 1 0,-1-1-1 16,1 2 1-16,0-2-1 0,-2 1 0 0,1-1 1 16,-1 2-2-16,-2-2-1 0,2 0-1 15,1 1 1-15,-3-1-1 0,4 2-1 0,-2-2 1 16,-1 1 0-16,1 1-1 0,3-1-1 16,-2 1 0-16,1-1-1 0,-1 1 1 0,0-1-1 15,2 1 0-15,-2-1 0 0,1 1-1 0,1-2 0 16,1 1 1-16,-1 0 0 0,0-1 0 0,1 0 0 15,-1 2 2-15,0-2 1 0,0 0-1 16,3 0 0-16,-3 0 0 0,0 0-1 0,3 0-1 16,-3 0 0-16,-2 0 0 0,2 0-1 15,0 0 0-15,0 0-1 0,-2 0 1 0,1 0-1 16,-1 0 1-16,2 0 0 0,-2 0 0 0,-1 0 0 16,0 0-1-16,1 0 0 0,0 0 1 15,1-2-1-15,-2 2 1 0,1 0 0 0,-1-1 1 16,1 1-1-16,-2-1 0 0,1 1 0 15,0 0-1-15,0 0 0 0,0 0 0 0,1 0 0 16,-3 0 0-16,3 0 0 0,-2 0 0 0,0 0 0 16,1 1 0-16,-2-1 0 0,3 1 0 15,-2-1 0-15,-1 0 0 0,0 0 0 0,0 0 0 16,0 0 1-16,1 0-1 0,-3 0 0 16,2-1 0-16,1 1 0 0,0-1 0 0,-1 1 0 15,0 0 0-15,1-2 0 0,-1 2-1 0,-2-1 1 16,3 1-1-16,-1 0 1 0,-1-2 0 0,1 2 0 15,-2 0 0-15,2-1 0 0,0 1 0 16,-1-2 0-16,-1 2 0 0,1-1 0 0,-2-1 0 16,3 2 0-16,-3 0 1 0,0-1 0 15,0 1 0-15,0 0 1 0,0 0 0 0,0 0 1 16,0 0 3-16,0 0 6 0,0 0 3 0,0-2 4 16,-3 2 0-16,1-1 1 0,-1 1-4 15,-3-2-4-15,3 1-5 0,-2-2-1 0,-1 1-2 16,-1 1-1-16,1-2 0 0,-3 1-1 0,2 1 1 15,-1 0-1-15,0-1 0 0,-1 0 0 16,0 0 0-16,-1 2-1 0,1 0 1 0,-1 0 0 16,0 0-1-16,0 0 1 0,0-3 0 15,0 3 0-15,1 0 1 0,-2-1 0 0,1 1 1 16,-2-1 1-16,1-1 1 0,0 2 0 0,-2-4 0 16,0 4 0-16,1-2 0 0,-1-1-1 15,0 0 0-15,-1 2-2 0,1-3 0 0,1 3-1 16,1 0 0-16,1-1-1 0,1 0 0 0,-1 1 0 15,2 1-1-15,-1-1 1 0,3 1-1 16,-2-2 1-16,3 2-1 0,-3 0 0 0,2-2 0 16,0 2-1-16,-1 0 1 0,2 0 0 15,-4 0 0-15,3 0 0 0,1 0 0 0,-3 0 1 16,3 0-1-16,-4 0 0 0,3 0 0 0,-1 0 0 16,-1 0 0-16,3 0-1 0,-4 0 1 15,4 0 0-15,1 0 0 0,0 0 0 0,1 0 0 16,0 0 0-16,0 0 0 0,0 0 0 15,1 0 0-15,2 0 1 0,-1 0-2 0,1 0 1 16,-2 0-1-16,2 0 1 0,0 0 0 0,0 0-1 16,0 0 1-16,0 0 0 0,0 0 0 15,0 0-2-15,0 0 2 0,0 0-2 0,2 0 0 16,1 2 1-16,1-2 0 0,1 2 1 0,3-1 0 16,0-1 0-16,1 1 1 0,1 1-1 15,1 0 1-15,3-1-1 0,-1 0 0 0,3-1 1 16,-2 2-1-16,2 0 1 0,-2-2 0 0,3 0-1 15,-1 1 1-15,0-1 0 0,0 0-1 16,-1-1 0-16,2 1 0 0,-2 0 0 0,-2-2 0 16,3 0 0-16,-4 2 0 0,0-1 0 15,0 0 0-15,-1-1 0 0,0 2 0 0,0-2 0 16,-1 1-1-16,-2 0 1 0,3-1 0 0,-2 2 0 16,-2-2 0-16,0 1 0 0,1 0 0 15,-3 1 1-15,2 0-1 0,-1-2 0 0,0 2-1 16,-1 0 1-16,-2 0 0 0,3 0 0 15,-2 0 0-15,-1 0 0 0,0 0 0 0,1 2 0 16,-2-2-1-16,1 0 0 0,-1 0 1 0,-1 0 0 16,1 0 0-16,1 0 0 0,-1 0 0 15,-1 0 0-15,1 0 0 0,1 0 0 0,-1 0 0 16,1 0 0-16,-1 0-1 0,2 0 1 0,-4 0 0 16,3 0 0-16,-1 0 0 0,-1 0 0 15,1 0 0-15,-2 0 0 0,0 0 0 0,0 0 1 16,0 0 0-16,0 0 0 0,0 0 1 0,-2 0 0 15,1 0 0-15,-4 0 0 0,1 0 0 16,-1 0-1-16,-2 0 0 0,1 0 0 0,-4-2 0 16,1 2-1-16,-2-1 0 0,-3-1 1 15,1 1-1-15,-1-1 1 0,-2-1-1 0,-1 2 0 16,1-2 1-16,-3 0-1 0,1 1 0 16,1 1 0-16,1-1 0 0,-3 1 0 0,3 0 0 15,1-1 0-15,0 0 0 0,1 2 0 0,0 0-1 16,0-1 1-16,3 1 0 0,-2-1 0 0,0 1-1 15,2 0 2-15,0-2-1 0,2 2 1 16,-1 0-1-16,-1-2 0 0,3 2 0 0,0-2 0 16,0 2 0-16,-1 0 0 0,4 0 0 15,-1 0 0-15,3 0 0 0,-2 0 1 0,-1 0-1 16,4 0 0-16,-1 0 0 0,2 0 0 0,-1 0 0 16,0 0 0-16,1 0 0 0,1 0 0 15,-2 0 0-15,2 0 1 0,0 0-1 0,-1 0 0 16,-1 0 0-16,2 0 0 0,0 0 1 0,0 0-1 15,0 0 0-15,0 0 0 0,0 0 1 16,0 0-1-16,0 0-1 0,0 0 1 0,0 0-1 16,0 0 0-16,0 0 0 0,2 0 0 15,-1 0-1-15,-1 0 1 0,3 0 0 0,-1 0 0 16,4 0 1-16,0 2 0 0,1-2 1 0,1 2-1 16,0 0 1-16,4-2 0 0,-1 1 0 15,1-1 0-15,0 1 1 0,1-1-1 0,2 0 0 16,-2 0 1-16,3 0-1 0,-2 0 0 0,2 0 0 15,-2 0 0-15,2 0-1 0,-2-1 1 16,0 1 1-16,-1-1-1 0,0 1 0 0,1-2 0 16,-3 2-1-16,0 0 1 0,0-2-2 15,-3 2 1-15,0 0 0 0,1 0 0 0,-1 0 0 16,-1 0 0-16,-1 0 0 0,2 0 0 0,-3 0 0 16,1 0 0-16,-1 0 0 0,0 0 0 0,1 0 0 15,-2 0 0-15,1 0 0 0,-1-2 1 16,0 2-1-16,-2 0-1 0,1 0 1 0,0 0 0 15,-1 0 0-15,1 0-1 0,-2-3 1 0,-1 3-2 16,0 0 0-16,0-1-1 0,-1 0-3 16,-2-1-12-16,1-2-23 0,-1 2-50 15,-2-5-100-15,-3 1-232 0,-1 1-295 0,-2 2-375 16,3 1-470-16,-2 4-359 0,1 0 385 0,3 2 1025 16</inkml:trace>
  <inkml:trace contextRef="#ctx0" brushRef="#br1" timeOffset="96797.05">14236 12043 233 0,'-2'2'452'0,"-1"-2"216"15,0 0 136-15,-2 1-124 0,2-1-93 16,0 0-55-16,-5 0-51 0,6 0-56 0,-2 0-42 15,0 1-42-15,3-1-34 0,-1 0-35 0,2 2-27 16,-1-2-26-16,1 0-43 0,0 0-43 16,0 0-42-16,0 0-32 0,0 0-23 0,1 0-19 15,-1-2-9-15,2 2-3 0,1 0-1 0,0 0 4 16,2 0 6-16,3 0 5 0,-2 0 9 16,2 0 3-16,2 0 9 0,0 0 3 0,3 0 2 15,1 2 3-15,2-2-2 0,1 2-2 16,1-1-6-16,3 0-5 0,-1 2-4 0,1-2-5 15,1 0-3-15,1 0-4 0,-2 2-2 0,3-3-1 16,0 2-3-16,-3 0 0 0,2-2-3 16,-1 0 1-16,0 0-2 0,0 0 1 0,-3 0 0 15,2 0 3-15,-2 0-1 0,0 0 1 16,-1 0 1-16,0-4 1 0,1 4-1 0,-3-4-1 16,3 3 0-16,-2-3-2 0,-1 3 0 0,0-2-2 15,-2 1-2-15,3 0-1 0,-4 2-1 16,0-2 0-16,1 2-1 0,-3 0 1 0,1 2-1 15,1-1 1-15,-3 2 1 0,2 0-1 0,-2 1-1 16,-2-2 1-16,3 2-2 0,-3 0 0 16,-2-1-1-16,1 0 0 0,0 0 1 0,-4-1-1 15,2-1 1-15,-2 0-1 0,-1 1 0 0,1-2 1 16,-3 2-1-16,2-2 1 0,0 1 0 16,-2-1 0-16,0 0 1 0,1 0-2 0,-1 0 2 15,0 0-2-15,0 0 3 0,-1 0-2 16,1 0 2-16,-2 0-1 0,-1 0 0 0,-1 0 1 15,-2 0-1-15,0 1-1 0,-5-1 1 0,0 0-2 16,-2 2 0-16,-3-2 0 0,-1 0-1 16,-2-2 0-16,-3 2 0 0,-2-1 1 0,-1 1 0 15,-1-1 2-15,-1-1 0 0,-3 2 0 0,2-2 1 16,-2 2-1-16,2-1 1 0,-3 1-1 16,5-1-1-16,0 1 1 0,1-2 0 0,4 0-1 15,-1 2 3-15,5-1 3 0,0-1 1 0,1 1 0 16,3-2 1-16,2 3 0 0,2 0-2 15,2 0-3-15,1-2 0 0,1 2-2 0,2-2-1 16,0 2 0-16,1 0-1 0,-1 0 0 0,0-3 0 16,3 3 0-16,-1 0 0 0,1 0 0 0,0 0 0 15,0 0 0-15,0 0 0 0,0 0-1 16,0 0 0-16,0 3 1 0,0-3 0 16,1 0 0-16,7 2 0 0,-2 0 0 0,4 2-1 15,4-1 0-15,0 2 0 0,6-2 1 16,0 3 0-16,3-2 2 0,3-1 4 0,2 1 1 15,2 0 0-15,0-3 1 0,3 1 2 0,2-2-2 16,-2-2 0-16,2-1 1 0,0 0-2 0,-2 0 1 16,2-2-1-16,-4 0-2 0,-3 0-2 15,-2 1 0-15,-2-1-1 0,-4 1-1 0,-2 0 0 16,-4 0 1-16,-3 3-1 0,-1 0 0 16,-3-2 3-16,-2 2 1 0,-1 1 1 0,-4 0 0 15,-4 0 1-15,-2 0-2 0,-5 1-2 0,1 2-1 16,-7-2-3-16,1 0 1 0,-6 0-2 15,-5-1 0-15,-3 3 0 0,-1-3 1 0,-6 2 1 16,-1-2 1-16,-1 2 1 0,-4-2 0 0,5 0 0 16,0 4 0-16,5-2-1 0,1-1 1 15,5 3-2-15,5-3 1 0,2 0-1 0,6 1-1 16,1 1-1-16,2-3-1 0,6 3-1 0,2-1 0 16,5 0-2-16,4 1 0 0,5 1-1 15,3 0-9-15,7-1-18 0,1-3-28 0,6 1-78 16,4-2-138-16,1-2-259 0,3-1-316 0,2 2-395 15,0 0-475-15,1 4-89 0,1 0 690 16</inkml:trace>
  <inkml:trace contextRef="#ctx0" brushRef="#br1" timeOffset="98696.57">21155 12291 176 0,'3'0'485'0,"-2"0"274"0,3 0 175 16,-3 0-152-16,-1 0-180 0,2 3-111 0,-1-3-96 16,-1 0-67-16,2 0-56 0,-2 0-49 15,0 1-35-15,0-1-5 0,2 0 13 0,-2 2 15 16,1-1 4-16,-1-1-12 0,0 0-25 0,3 2-41 15,-3 0-32-15,2-1-32 0,-2 0-25 16,1 3-11-16,-1-2-7 0,3 0-4 0,-3 1-3 16,4 0 0-16,-3 0 7 0,2-1 1 15,-1 2 3-15,1-1 5 0,1 1-4 0,-1-1 1 16,3 0-6-16,-2 2 0 0,3-3 1 0,1 2-3 16,3-2 2-16,-2 2-3 0,4-2 1 0,1 3 0 15,1-3 1-15,3 2-1 0,0 1-2 16,2-2 1-16,2 0-3 0,2 1 1 0,0 0-3 15,1 0-4-15,2-1 1 0,0 1-1 0,0 1-2 16,1-2-1-16,1 0-2 0,-4 0 0 16,5-2-3-16,0 0-2 0,-1-1-2 0,1 0 0 15,0-1-1-15,2-2-1 0,-2 0-1 0,0 0-1 16,0 0 0-16,0-2-1 0,-2 3 0 16,0-1-1-16,-2 1 0 0,-3 0 0 0,0 0 0 15,-3 2 0-15,2 2 0 0,-4-1-1 16,1 0 1-16,-3 1-1 0,1 1 1 0,0-2-1 15,-3 2 1-15,4-1-1 0,-6 1 0 0,3-3 0 16,1 0 0-16,-4 0 0 0,2-2-1 16,-1 1 1-16,0-3 1 0,-4 3-1 0,1-2 0 15,1 2 0-15,-5-2 1 0,0 2 0 16,-1-1 0-16,0 0-1 0,-2 1 1 0,2 1 0 16,-4 0 1-16,-1-1 0 0,2 1-1 0,-2 0 1 15,-2 0 0-15,1 0 0 0,-4 0 0 16,0 0 0-16,1 0-1 0,-3 0 0 0,1-2 1 15,-3 0-1-15,-1 1 0 0,-3 0 0 0,1-4 1 16,-3-1-1-16,0 4 1 0,-1-4 0 16,-1 0 0-16,-3-1 0 0,0-1-1 0,-2 1 0 15,-2-1 0-15,0 2 0 0,-1 0-1 0,-3 2 0 16,-2 0 0-16,-1 2 0 0,0 2 0 16,-1 2 0-16,-1-1 0 0,0 4 0 0,-1 1 0 15,1-1-1-15,-3 1 0 0,1 2 2 16,-1-1 0-16,0 0 1 0,1 2 1 0,-2-3 1 15,1-2-1-15,3 0 0 0,0-1 0 0,0-1-1 16,3-2 0-16,0-2 0 0,-1-1-1 16,5-1 1-16,1 0-1 0,2-1 0 0,3 0 0 15,0 0 0-15,3-1 0 0,3 2 0 16,0 1 0-16,2-1 0 0,3 1 0 0,1 1 0 16,3 0-1-16,1 1 0 0,0 0 0 0,3 1-2 15,-1 0 1-15,4 0 0 0,3 1 0 0,-1 0 1 16,6 4 0-16,2-2 1 0,0 3 0 15,3-2 0-15,1 1 1 0,5 0-1 0,1 0 0 16,-1-3-1-16,4 2 0 0,2-2-1 16,3 0 0-16,0-2 1 0,3 0-1 0,0 0 0 15,0 0 1-15,1-2 1 0,0 2 0 0,0 0 0 16,2 0 1-16,-5 0 1 0,1 0-1 0,-2 0 0 16,-3 0 0-16,-1 0 0 0,-5 0 0 15,0 0-1-15,-7 0 0 0,-1 0 1 16,-4 0 1-16,-5 0-1 0,-3 0 1 0,-6-2-1 15,-3 2 0-15,-4 0-2 0,-6-3 0 0,-2 3 0 16,-5 0-1-16,-4-1 0 0,-4 0 0 0,-3-3 1 16,-1 0 1-16,-4 0 0 0,2-1 2 15,1 1 0-15,1-1 1 0,4 2-1 0,4 0-1 16,3 1 0-16,4 2-1 0,6 2 0 16,2 3-1-16,4-1 0 0,5 3-1 0,4 3 0 15,2-2 0-15,4 3-1 0,5 2 0 0,4-2-1 16,3 0 0-16,4-2-7 0,4-1-15 15,3 2-26-15,2-3-72 0,4-5-104 0,0 4-231 16,4-3-296-16,2 0-368 0,6 0-447 16,-2-1-205-16,3-1 385 0,0 2 884 0</inkml:trace>
  <inkml:trace contextRef="#ctx0" brushRef="#br1" timeOffset="100512.23">28015 12908 226 0,'-2'-4'521'0,"1"2"263"0,-2 0 179 0,0-1-186 15,-2 1-169-15,2 1-122 0,-4 1-90 16,1 0-73-16,-2 0-61 0,2 1-33 0,-1 1-5 15,1 1 17-15,1-1 8 0,-2 0-5 0,2 0-20 16,2 1-39-16,-1-2-45 0,1 1-47 16,2 0-38-16,1 0-21 0,1 1-16 0,2-1-2 15,2 2-2-15,2 1 1 0,2-1 0 16,0 1 0-16,4-1 6 0,1 0-1 0,2 1 1 16,3 0 0-16,1 2 3 0,1-5 3 15,1 4-2-15,4-1-4 0,-1-3-3 0,0 3-1 16,-1 0-4-16,3-3-2 0,0 1-1 0,-2 1-1 15,0 0 0-15,-2-1 0 0,0-2-2 0,-1 1-2 16,0-1 0-16,-4-1 0 0,1 2-2 16,-6-2 0-16,-1 0 0 0,-2 0 2 0,-4 0 7 15,-3 0 3-15,0 1 2 0,-3-1 1 16,-3 0-1-16,-2 2-4 0,-3-2-5 0,-6 1-4 16,2-1-1-16,-4 0-2 0,0 0 1 0,-3-1-1 15,0-1 1-15,-2-1 0 0,-1-1-1 0,0-1 1 16,-2-1-1-16,1 1 0 0,-1-1 0 15,2 0 0-15,1 1 5 0,-1-1 2 0,6 1 0 16,-3 0 2-16,5 1 0 0,2-1 0 0,0 3-3 16,2 0-2-16,2-1-1 0,3 2-2 15,-2-1-1-15,4 2-1 0,0-1-1 0,1 1 0 16,4 0 0-16,-1 0 0 0,4 1 1 16,3 1-1-16,4-1 1 0,2 2 0 0,0-1 0 15,5 0 0-15,1 2 0 0,0-2-1 16,1 2 1-16,5-2-1 0,-4 3 1 0,0-5-1 15,2 2 1-15,-2 1 0 0,-3 0 0 0,0-2 1 16,0 3 0-16,-7-3 0 0,1 2 0 0,0-1 0 16,-5-1-1-16,-2 0 1 0,-3 1 0 15,2-2 1-15,-5-2 0 0,0 1-1 0,-6 0 1 16,-1-3 0-16,1 2-1 0,-4-3-1 16,-2-1 0-16,-1-1 1 0,-4 0 1 0,1-2 0 15,-3 0 1-15,-1 0-1 0,0-1 0 0,2 1 0 16,-2 1-1-16,2 1 5 0,0 2 1 15,4 2 1-15,1 1 1 0,1-1 0 0,2 6-1 16,2-2-3-16,0 1-3 0,5 5-2 16,0 0 0-16,3 1 0 0,2 1-1 0,-1-1 1 15,6 3 0-15,2-2-1 0,-1-1 1 0,5 0 0 16,1-1-1-16,0-1 0 0,3-1 0 0,1-1 0 16,2-1 0-16,1-2-1 0,0-1 2 15,1 0 0-15,-2-1 1 0,-1 0 0 0,0-1 0 16,-2-1 1-16,-2 2-2 0,-6-1 1 15,2 0 0-15,-4 2 2 0,-4-1 4 0,-2 1 3 16,-2-2 1-16,-6 2 1 0,-1 0-1 0,-6 0 0 16,-2 0-5-16,-3 0-3 0,-2 0-2 0,-5-1 2 15,2-2-1-15,-3 1 0 0,1-4 0 16,-1 0 0-16,2 1 0 0,4-1 0 0,0 2-1 16,2 1-1-16,7 0 1 0,-1 2-1 15,5-1 0-15,3 2-1 0,1 0 1 0,4 3-1 16,0 0 0-16,4 3 0 0,1-1 0 0,6 2 0 15,0-1 0-15,2 0-1 0,3 0 1 16,1-1-1-16,4-2-1 0,1 0 0 0,0-1-1 16,0-2 1-16,2 0 0 0,-1-2-1 15,1 0-4-15,-3 0-16 0,-1 0-23 0,-4-3-74 16,0 1-102-16,-6 4-218 0,-1-2-293 0,-5 2-353 16,0 2-442-16,-4 1-214 0,-5-2 331 0,-3 2 857 15</inkml:trace>
  <inkml:trace contextRef="#ctx0" brushRef="#br0" timeOffset="107977.93">7946 9968 63 0,'0'0'341'0,"0"1"230"15,0-1 217-15,0 0-27 0,0 0-115 0,0 0-114 16,0 0-77-16,0 0-61 0,0-1-60 15,-1 1-61-15,1 0-58 0,-2-2-26 0,2 2-5 16,0 0 11-16,0 2 19 0,0-2 8 0,0 0-6 16,2 1-27-16,-2-1-34 0,0 0-38 15,1 0-38-15,-1 0-32 0,0 0-18 0,2 0-11 16,-2 0-10-16,1 0-4 0,-1 0-3 16,0 0-1-16,2 0-1 0,-2 0-1 0,0 1-1 15,0-1 3-15,2 0-2 0,-1 0 2 0,-1 0-2 16,0 0 2-16,2 0-1 0,-1 0 0 0,1 2 1 15,2-2-1-15,-1 2 1 0,1-1 2 16,1 0 1-16,1-1 3 0,0 2 5 16,2-1 4-16,0 1-1 0,2-2 2 0,-1 1 0 15,4 1-3-15,-2-1-4 0,4-1-3 0,-2 2-1 16,1-1-1-16,-1-1-2 0,0 0 0 0,1 0-2 16,-1 0 0-16,-1 0 2 0,-1 0-2 15,-1 2 2-15,2-2 0 0,-4 1 1 0,-1-1 0 16,0 0-2-16,-3 0 2 0,0 0 0 15,-2 0 4-15,1 0 9 0,-1-1 13 0,-2 1 13 16,0-2 7-16,-2 2 2 0,-3 0-1 0,2-1-9 16,-4 1-11-16,-1-2-10 0,-2 2-8 15,0 0-4-15,-4 0-2 0,0 0-3 0,0 2 0 16,1-1-1-16,-2-1-1 0,2 3-1 0,-1-1 1 16,2-1 0-16,1 2 0 0,1-1 0 15,1 0 0-15,1 0 0 0,2 1 1 0,-2 0-2 16,4-1 1-16,-1-1-1 0,0 0 0 0,3 1 0 15,-1 0 0-15,2-2 0 0,-1 0-1 16,0 1 0-16,0-1-1 0,2 1-1 0,-2-1-1 16,2 0 1-16,2 5-1 0,0-5 1 15,0 5 0-15,0-2 1 0,1 2 0 0,0-1 0 16,2 0 1-16,0 1 0 0,1-1-1 0,0 1 1 16,2-2 0-16,0 0 0 0,-1 0-1 0,2-2 2 15,-1 1-1-15,0-1 1 0,0 1 0 16,-1-2 0-16,-2 1 0 0,0-1-1 0,-2 0 1 15,0 0 2-15,-1 0 0 0,0 0 4 16,-1 0 1-16,-2 0 0 0,-1-1 0 0,0-1-2 16,-3-1-1-16,1 2-1 0,-3-4-2 0,0 2 1 15,-3 2-1-15,2-4 1 0,0 2 0 16,-3 1 0-16,3-2 2 0,0 2 2 0,-1-2 1 16,4 2 1-16,0 2-1 0,1 0 0 15,0-3-2-15,1 3-4 0,3 0-3 0,-1 3-1 16,1-3 0-16,1 2-1 0,1 0-1 0,-1 2 1 15,4 0 0-15,-2-2 0 0,2 3-2 0,0-2 2 16,1 0-1-16,2-2-14 0,-2 2-30 16,1-3-84-16,-1 0-136 0,2-3-262 0,-3-1-312 15,-1-2-383-15,3 2-421 0,-1-2-52 16,0 0 648-16</inkml:trace>
  <inkml:trace contextRef="#ctx0" brushRef="#br0" timeOffset="109510.79">15156 12039 107 0,'0'0'400'15,"-2"1"251"-15,1 0 207 0,1-1-71 16,-2 0-157-16,2 0-121 0,2 0-86 0,-2 0-72 15,1 0-72-15,-1 0-75 0,2 0-63 0,0 0-41 16,-1 0-21-16,1 0-11 0,1 0 11 16,0 2 17-16,3-2 9 0,-1 2 46 0,0-2 12 15,0 0 24-15,-1 1-5 0,4 0-6 16,-2 3-8-16,2-2-42 0,1 2-22 0,-2 1-26 16,3-1-18-16,-1 2-17 0,1-1-9 0,2 1-4 15,-2-2-4-15,2 2-5 0,0-2-1 16,0 2-2-16,1-3-4 0,-2 2-1 0,5-2-5 15,-4-1-2-15,0 0 0 0,2 1-2 16,-1-2-1-16,0 1-2 0,0 0 0 0,0-1-1 16,0 3-2-16,-2-3 0 0,-1 0 1 0,2 3 0 15,-3-4 0-15,0 2 1 0,0 0-1 16,-3-2 1-16,0 3 0 0,2-3 0 0,-3-3 0 16,0 3 2-16,-2-2 1 0,0 0 0 0,0-1 1 15,-1 0 1-15,-2-1 4 0,0 1 8 16,-2-1 2-16,-1 0 4 0,-2 2 2 0,0-1-1 15,-3 0-3-15,-2 1-7 0,0 1-4 0,-4-2-4 16,1 1-2-16,-4 0-2 0,1 2 0 16,-3-1 1-16,3 0-1 0,-3-1 1 0,2 1-1 15,-1-1 1-15,2 0 2 0,2 0 2 16,3 0 0-16,-1 1 1 0,2 1 0 0,4-1 0 16,1-1-5-16,-1 2-1 0,3 0-3 15,1 0-1-15,1 0 0 0,2 2-1 0,1-1 1 16,1 0 2-16,4 3-1 0,0-2 1 0,1 1 0 15,2-1 1-15,2 0-2 0,-1 2 0 16,3-1 0-16,1-3-1 0,0 0 0 0,0 0 1 16,-1-3 0-16,-2-1 1 0,1 2 0 0,0-3 0 15,-2 3 0-15,-3-3 2 0,-1 0 0 16,0 3 1-16,-4-2 1 0,0 1 0 0,-3-1-1 16,-3 2 0-16,-2 0-1 0,0-1 0 0,-4 3-1 15,0 0-1-15,-1 0 1 0,-2 0-1 16,0 3 0-16,1-1 0 0,1 0-1 0,1-2 1 15,1 4-1-15,-1 1 0 0,4-1 0 0,1 2 0 16,0 0 0-16,3 1-1 0,1 3 0 16,1-3-1-16,3 2-1 0,0 0 0 0,1-1-2 15,6-1 1-15,0 1-1 0,5-4-15 16,-2-2-58-16,3-2-90 0,3 0-199 0,0-3-274 16,4 0-344-16,1-1-425 0,-1-3-312 15,1 1 190-15,0 1 862 0</inkml:trace>
  <inkml:trace contextRef="#ctx0" brushRef="#br0" timeOffset="111111.4">22415 12406 189 0,'0'2'566'0,"1"-2"297"16,1 0 118-16,0 0-201 0,-1-2-240 0,1 1-177 16,3 1-99-16,-1-2-46 0,2 1-13 0,1-1-20 15,-1 2-28-15,2 0-16 0,1 0-32 16,-1 2-23-16,4-1-21 0,-2 1 28 0,3-1 19 16,-2 2-11-16,3 0-3 0,-1 0 23 0,4 0 41 15,-2 1-15-15,4 0 0 0,-5 1-3 16,7-3-4-16,-3 1-26 0,2 0-39 0,2-1-20 15,0-2-18-15,-1 0-6 0,0 0-7 0,1 3-3 16,-1-3-1-16,-2 1-3 0,1-1-5 16,-5 2-5-16,-1-1-2 0,-3-1-2 0,-1 2-1 15,-1 0-2-15,-3-2 0 0,-1 0 0 16,-2 1 1-16,1-1 3 0,-3-1 8 0,-1 1 6 16,0-4 3-16,-1 1 1 0,-3-1 1 15,1 2-3-15,-3-4-7 0,-3 0-5 0,-1 1-2 16,-3-1-3-16,-2 2 0 0,-3-2-1 0,-2 2 0 15,-1 0-2-15,-1 0 0 0,0 1 0 0,-2 1-1 16,2 0 1-16,1 2-2 0,1 0 1 16,4 0-1-16,-1 2 1 0,1-1 0 0,3 0 1 15,2 2 0-15,2-1 0 0,2-1 0 0,1 0-1 16,1 1-1-16,2 0-1 0,1-1 1 16,4 1-2-16,-1 1 1 0,4 1 2 0,3-1 0 15,5 2 2-15,0-1-1 0,1 0 1 16,5 1-1-16,1-2 1 0,5 0 1 0,-1-1-2 15,5-2 2-15,1 3 0 0,-2-6 0 0,2 3 0 16,-1 0 0-16,-4-2-1 0,-1 2-1 16,-7-5 1-16,-1 5-2 0,-3-1 2 0,-4 1 3 15,-1-1 1-15,-5 0 1 0,-3 1 0 16,-3-3 1-16,-5 2-2 0,-1 1-1 0,-6 0-1 16,0-1-2-16,-6 1 0 0,2-2 0 0,-5 2-1 15,1-2 0-15,-1 0 0 0,0-2-1 16,0 0 0-16,1 1 0 0,4-1 1 0,1 1-1 15,4-1 1-15,2 3-2 0,4 0-1 0,1 1-2 16,5 2 0-16,4 2-1 0,1 0 0 16,5 2 1-16,4 2-1 0,3-2-21 0,6 1-72 15,1-1-83-15,7-1-167 0,-3-2-282 16,8-2-333-16,-1 3-382 0,2-3-227 0,2 2 110 16,1 0 706-16</inkml:trace>
  <inkml:trace contextRef="#ctx0" brushRef="#br0" timeOffset="112610.98">23128 12444 36 0,'10'-3'364'0,"-1"3"277"0,-1 0 236 0,-4-2 53 15,1-1-199-15,-1 1-161 0,-1 1-115 16,-2 0-70-16,4 0-32 0,-5 1-25 0,1-3-22 16,-1 3-19-16,2 0-23 0,-2 0-31 15,-2 0-47-15,1 3-50 0,-2-3-46 0,-2 0-32 16,2 0-19-16,-2 0-11 0,-1 1-5 0,-2-1 3 15,0 1 2-15,-2-1-4 0,1 0 2 0,-2 1 1 16,0 1 0-16,0 1-3 0,-2-3-1 16,0 0 1-16,-1 0-5 0,2 0-2 0,0 2-3 15,-2-2-1-15,5 0-7 0,-2 0-1 16,3 0-2-16,1 0-1 0,1 3-3 0,1-3-1 16,4 1 1-16,-1 1-2 0,2-1 2 0,2 3-2 15,2 0 1-15,1 0 1 0,3 0 0 16,5 0-1-16,0 0 0 0,4-1 1 0,0-1-1 15,2-1 1-15,2 1 0 0,1-4 0 0,-2 2 1 16,1-1 0-16,-2-1-1 0,-2 0 1 0,-4 1 0 16,-2 0 1-16,0-1 5 0,-4 1 8 15,-3-1 7-15,-2 2 1 0,-4-1 2 16,-2 0-1-16,-3-1-2 0,-5 2-8 0,-1-2-5 16,-6 2-1-16,1-1-3 0,-4 1-1 15,0-1-1-15,0-1 0 0,-2-1 0 0,-2 0 0 16,2-2 3-16,0 1 3 0,3-1 2 0,1 2-1 15,4-3 0-15,0 3-2 0,7 1-5 0,1 1-4 16,5 1-2-16,3 1-1 0,3 1-2 16,8 1 0-16,2 2-10 0,6-3-32 0,3 3-84 15,2-3-148-15,4-2-261 0,5 0-314 16,2 0-396-16,1-2-433 0,2 2-32 0,-1 0 718 16</inkml:trace>
  <inkml:trace contextRef="#ctx0" brushRef="#br0" timeOffset="114149.44">28535 12966 353 0,'0'3'709'0,"2"-3"322"0,-2 0 55 15,0 1-262-15,0-1-226 0,0 0-170 16,1 0-123-16,1 2-88 0,-2-1-55 0,0-1-41 15,0 2 11-15,1 0 4 0,1 0 16 0,1 0 7 16,0 1-10-16,1 2-8 0,1-3-36 16,-1 1-24-16,4 1-10 0,-2 1-13 0,2 0-5 15,2-1-4-15,2-1-1 0,1 2 5 16,3-3-16-16,0 2-6 0,3-2-4 0,-2 2-3 16,4-2-3-16,-1 3-7 0,-1-3-5 0,2-2-2 15,-1 4-1-15,-2-2-1 0,-1 1 0 16,-3-1-2-16,0 0 0 0,-1 0-1 0,-4 1-1 15,-1-2-1-15,-1 1 1 0,-2 0-1 0,-1-1 1 16,0-1 15-16,-4 0 8 0,1 0 6 0,-2-1 2 16,1 1 0-16,-5-4 0 0,2 2-12 15,-2-3-9-15,-2 0-3 0,-1 1-4 0,-1-4-2 16,0 0 0-16,-5 0-2 0,1 0 0 16,-2-2 0-16,0 1 0 0,-1 0 0 0,-5 2 0 15,3-1 2-15,-2 0-2 0,0 4 0 16,-1-1 0-16,2 4 1 0,0-1-1 0,2 4-2 15,0-1 2-15,4 0-1 0,-1 3 0 0,4 0 0 16,-1 1 0-16,5-2 1 0,3 1 0 0,-1 2 0 16,4 2 0-16,2-2 0 0,1 1 0 15,5 1 1-15,3-1 1 0,4 0 0 0,2 1 5 16,2 1 1-16,5-4 2 0,1 1 0 16,0-2 0-16,2 1 0 0,0-2-3 0,-2 0-2 15,1-2-2-15,-4-1 0 0,0 2 0 0,-5-2-1 16,-1-2-1-16,-3 2 6 0,-5 0 7 15,1-1 3-15,-4 0 3 0,-5-1 0 0,-2-1-1 16,-1 0-4-16,-6 0-6 0,-4-2-5 16,-4 1-1-16,-3 1-3 0,-3-4 0 0,-2 5 0 15,-2-3 0-15,-2 0-1 0,7 3 1 0,-2-2 0 16,5 2 0-16,3-1 0 0,2 1-1 0,5 1 0 16,1-1 0-16,3 2 0 0,2 0 0 15,0 3-1-15,6 0 1 0,-2 0 0 0,4 2 1 16,2-1-1-16,1 0 0 0,2 2 1 15,5 1 0-15,-1-3 0 0,3 1-1 0,4-1 1 16,0 1 0-16,1-2-1 0,1-1 0 0,2-1 0 16,0 0-1-16,0-1 0 0,0-1-1 15,0 0 0-15,0-3-2 0,-4 2-3 0,1-3-10 16,-5 2-9-16,-4 0-19 0,-5 0-49 16,-2 0-76-16,-4 1-106 0,-5-3-183 0,-5 4-297 15,-3-2-340-15,-3 0-308 0,-4 0-143 0,0 1 306 16,-3 0 666-16</inkml:trace>
  <inkml:trace contextRef="#ctx0" brushRef="#br0" timeOffset="115110.14">28878 13060 78 0,'2'-1'382'0,"-1"0"283"0,3 1 251 15,-4-2-29-15,1 2-157 0,1 0-147 16,-2 0-120-16,0 0-97 0,0 0-65 0,0 0-41 16,0 0-28-16,0 2-19 0,0-1-24 15,1-1-19-15,-1 1-33 0,2 1-13 0,0 1-22 16,-1 0-23-16,2 0-11 0,1-1-7 0,2 2-2 15,-2-1-25-15,3 1-15 0,-1-1 4 16,5 1 3-16,-3 0 1 0,2-2-1 0,-1 0 1 16,2 1 0-16,-1-2-12 0,-1 1-3 0,4-2-4 15,-5 2-2-15,0-2-1 0,-1-2 9 16,0 2 9-16,-2 0 6 0,-2-2 3 0,-2 1 3 16,-1-2-1-16,0 1-7 0,-1 0-9 0,1-3-7 15,-5 1-4-15,2-2-2 0,-4-1-2 16,0 3 0-16,-3-3-2 0,-1 1 0 0,-1-2 0 15,-1 1 5-15,-1 0 1 0,1 3 2 0,2-2 1 16,-3 3 0-16,4 2-1 0,-1-1-3 16,3 2-2-16,0 0-3 0,3 2-1 0,-1 0 0 15,2 2 0-15,2 0 0 0,2-1-1 16,0 3 1-16,2-4 0 0,2 4 0 0,1-1 0 16,3-3 0-16,0 3 0 0,3-2 0 0,0 0 1 15,2-2 0-15,-1 2 0 0,1-1 0 16,1-1 0-16,-1-1-1 0,1 1 0 0,-3-1 0 15,2 0-1-15,-3-1 1 0,-1 1 0 0,-1-1 0 16,-4 1 2-16,2 0 0 0,-2-2 3 16,-3 1 0-16,-1-1 6 0,-1 0 3 0,-5-2 1 15,-1 2 0-15,1-2-1 0,-4 2 0 16,-2-2-6-16,1 0-3 0,-2-1 3 0,0 0 2 16,0 1 1-16,3 1 0 0,2 0 0 0,0 1-1 15,1 0-4-15,1 2-2 0,2 0-2 16,2 0-2-16,0 1 1 0,2 2-2 0,0 0 1 15,4 2 0-15,0-1-1 0,2 1 1 0,1 1 0 16,1-1 0-16,0-3 0 0,2 2 0 16,2-3 0-16,2 0 1 0,-3-1-1 0,2-1-1 15,1 1 0-15,-1-3 0 0,1 0 1 16,-3 0 0-16,-2 0 0 0,2 0 1 0,-4 0 0 16,-3 1 2-16,0-1 0 0,-4 1-1 0,-4 1 0 15,1 0-1-15,-3-1 0 0,-7 2 0 16,4 0-1-16,-6 0 0 0,1 0-1 0,1 2 0 15,-2-2 0-15,4 1-1 0,-3-1-1 0,3 1-1 16,1 1-1-16,2 1-9 0,0-1-19 16,3-2-55-16,2 3-79 0,-2-3-137 0,4 0-258 15,1 0-315-15,0 0-373 0,0 0-318 16,0 0-42-16,0 0 595 0</inkml:trace>
  <inkml:trace contextRef="#ctx0" brushRef="#br2" timeOffset="120276.78">8324 10066 78 0,'-3'-3'417'16,"-2"2"301"-16,4-1 254 0,-1 1-7 0,0-1-230 16,-1 1-177-16,3 1-136 0,-2-2-101 0,2 1-87 15,0-1-78-15,0 2-64 0,0 0-38 16,2-1-25-16,1 1-11 0,1 0-11 0,0 0-5 16,1 0 0-16,3-1-2 0,-2 1 2 15,2 0-1-15,0-2 4 0,1 2-2 0,-1-2 12 16,0 2 5-16,0 0 10 0,2 0 28 0,-4 0 28 15,0 0 11-15,1 2-5 0,-2-2 5 16,-1 2 30-16,1-2-6 0,-2 0-15 0,0 1-5 16,-3-1-5-16,3 0 3 0,-1 0-23 15,-2-1-6-15,0 1 4 0,0 0 10 0,-2-2 3 16,-1 0-7-16,2 1-8 0,-3 0-8 0,-2-1-12 16,0-2-12-16,-2 4-7 0,2 0-4 15,-1-3-4-15,-2 2-4 0,1 1-3 0,3-1-3 16,-1 1-3-16,1 0-4 0,-1 0-3 15,3 0-2-15,1 0-1 0,-1 0-2 0,1 0 0 16,2 0-1-16,-1 0 0 0,1-2-1 0,-2 2 0 16,2 0 2-16,0-1 0 0,0-2 0 0,-1 3 1 15,-1-2 1-15,2-3-1 0,-2 1 0 16,2 0 0-16,-3-1-1 0,3 0 0 0,0 0 0 16,-2 0 1-16,2 2 0 0,-1-1-1 15,1 1 1-15,0 0 0 0,0 1 0 0,0 0-1 16,0 0 0-16,0 0 0 0,0 1-1 0,0 0 1 15,0-1 0-15,0 0 0 0,0 0-1 16,0-1 1-16,0 2 0 0,0 0 0 0,0 1 0 16,0-2-1-16,0 2-1 0,0 0 1 15,0-1-2-15,0 1-1 0,0 0 0 0,0 0-2 16,0 0 0-16,0 0 0 0,3 0 0 0,0 0-4 16,2 0-17-16,-2 0-51 0,2 0-81 0,0 0-157 15,4-3-273-15,-1 3-326 0,2 0-387 16,2-2-344-16,-1 2 29 0,5 0 725 15</inkml:trace>
  <inkml:trace contextRef="#ctx0" brushRef="#br2" timeOffset="121725.97">15705 12091 25 0,'-2'-4'458'0,"0"1"422"0,-1 0 280 0,0-1-10 15,0 0-329-15,-2 3-217 0,5-1-138 0,-1 1-96 16,1-2-75-16,1 3-58 0,-1 0-49 15,2 3-63-15,2-2-52 0,1 2-33 0,2 1-20 16,-1 0-8-16,2 2-1 0,4 0-1 16,0 1-5-16,2 1-1 0,-2-1 0 0,1 0 1 15,1-2-3-15,-1 1 2 0,1-2 1 16,-3 0-1-16,2 0 11 0,-4-2 14 0,-1-1 21 16,-3-1 17-16,0 2 16 0,-2-2 8 0,-2-2-9 15,-2 1-13-15,-2-1-12 0,-2-2-14 16,0 0-14-16,-1 0-8 0,-2-1-3 0,-3 1-4 15,3 1-3-15,-2-2-4 0,-2 3-1 0,2-1-2 16,1 0-1-16,0 0 0 0,2 1-2 0,2 1-1 16,1-1-1-16,0 2-1 0,3 2-1 15,1 1-1-15,0 1 0 0,1 2 1 0,3 1 0 16,0 2 1-16,0-3 0 0,1 2 0 16,2 0 0-16,-1-1-1 0,1-1 2 0,1-1-1 15,1-1 1-15,-1-1 1 0,0-1 0 16,0-1 1-16,1-2 1 0,-4-1 1 0,2-1 0 15,-3-1 0-15,0-1 2 0,-3-1-1 0,-1 0 0 16,0-1 0-16,-1-1 0 0,-3 2-1 16,0-1 0-16,-1-1 0 0,-2 2-2 0,-3-1 1 15,1-1-1-15,-2 1 1 0,2 1 1 16,1 0 5-16,2 3 2 0,-1 0 1 0,4 0 0 16,-1 0-1-16,1 6-1 0,3-2-7 0,0 6-2 15,1-1-1-15,2 1-2 0,2 0 1 0,1 2 0 16,2-1 0-16,3 0 0 0,2-2-1 15,0 0 0-15,4-1 0 0,0-3 1 0,4 2-2 16,2-4-15-16,-2-1-42 0,4-2-86 16,2-1-159-16,-2 0-267 0,2 2-324 0,0-2-395 15,-4 3-374-15,2 1 21 0,-2 2 744 0</inkml:trace>
  <inkml:trace contextRef="#ctx0" brushRef="#br2" timeOffset="123142.27">23539 12501 69 0,'-1'-2'509'15,"-3"2"403"-15,3-2 243 0,-3 1-53 0,1 0-338 16,2-1-226-16,-3 0-115 0,1 2-53 16,2 0-39-16,-4-1-41 0,2 1-40 0,0 0-43 15,1-1-51-15,1 1-52 0,-1 0-40 0,0 0-23 16,2 1-17-16,0-1-10 0,0 1-7 16,4 1-3-16,-3 1-1 0,4 0-2 0,3 4 0 15,0-4 2-15,1 4-2 0,4-1 2 16,-1 0 5-16,3 0 5 0,2-1 2 0,3-1 3 15,-2 0 0-15,3 1 4 0,-1-4-2 0,-1 1-2 16,-2-1-2-16,-2 1-2 0,-3-1 10 16,-1-1 4-16,-4 2 7 0,-1-2 3 0,-4 1 1 15,-2-1-1-15,-3 0-8 0,-4 0-8 0,-2 0-11 16,-5 0-3-16,-1 0-4 0,-4-1-1 16,0-1-3-16,-3 1 1 0,2-1 0 0,0-1-1 15,-1-2-1-15,2 1 1 0,3 1 0 16,-1-1-1-16,5 1 1 0,3 2-2 0,0-1 0 15,2 0 0-15,2 1-1 0,4 2 0 0,1 1 1 16,1 1-1-16,6 2 2 0,-1-1-1 16,6 0 2-16,1 1 0 0,3-2-2 0,2 0 2 15,0-3 0-15,4 0 0 0,1-3-1 0,0 0 2 16,-1-3 0-16,-2 0 0 0,-2 0 0 16,0-1 1-16,-7 2 0 0,-1-1 2 0,-1 4 1 15,-6-4-1-15,-2 4 0 0,-1-2-1 16,-3 1 0-16,-3 0-1 0,-2 2-2 0,-1-1 0 15,-4 2 1-15,4 0-1 0,-3 0 0 0,2 0-1 16,2 0 1-16,0 0-2 0,3 2-1 16,2-2-2-16,-2 2-1 0,4 2 1 0,2 1-1 15,2 3 0-15,2-3-1 0,1 1-12 16,2 0-26-16,3 0-68 0,0 0-81 0,1-1-156 16,3 3-287-16,1 0-324 0,5-1-373 0,0 3-235 15,0 0 56-15,5 1 682 0</inkml:trace>
  <inkml:trace contextRef="#ctx0" brushRef="#br2" timeOffset="124492.39">29348 13090 348 0,'-2'-1'804'0,"1"-1"324"16,-1-1 37-16,-1 3-287 0,1-1-304 0,1 1-185 15,1 1-85-15,0 1-15 0,0 1-12 16,0-1-14-16,3 3-23 0,-2 0-32 0,3-1-42 15,0 0-49-15,1 3-34 0,2 0-22 0,2-1-10 16,-1 0-13-16,2 0-5 0,0 1-9 0,2 0-8 16,0-3-5-16,2 2-5 0,-2-1-3 15,3-3-1-15,-4 2 0 0,2-3-1 0,1 0 0 16,-2-2 1-16,0 1 0 0,-6-3 0 16,2 1 11-16,-3 1 8 0,-2-2 6 0,-3 1 1 15,-1 0 4-15,-2-1 0 0,-4 1-7 16,-3-1-6-16,0 2-5 0,-5-1-3 0,0-1-2 15,-3 1-3-15,-1 0 1 0,2 0 0 0,-5-1 0 16,3-1-1-16,-2 1 0 0,0 0 0 16,3 0-2-16,0 0-2 0,1 0 2 0,2 1 1 15,1 1 2-15,5 1 0 0,1 0 0 0,1 1-1 16,1 2-2-16,3 1-2 0,3-2-1 16,3 3 0-16,3 0 2 0,2-3 0 0,4 3 1 15,3-3 0-15,1 0 1 0,6 0-2 0,0-2 0 16,1-2 0-16,0 0-1 0,3 0-1 0,-3 0 0 15,0-1 0-15,-1 2-1 0,-2-2 0 16,-2 0 0-16,-1 2-1 0,-4-1-1 0,-1 0-1 16,-5 1-1-16,-3 1-8 0,-2 0-17 15,-5 0-44-15,-2 3-84 0,-5-1-124 0,-4 0-233 16,1 2-307-16,0 0-368 0,-2 0-360 0,3 2-82 16,-1-1 493-16,2 1 715 0</inkml:trace>
  <inkml:trace contextRef="#ctx0" brushRef="#br3" timeOffset="136151.47">4207 3265 380 0,'-5'5'805'16,"-1"-2"263"-16,-1 1 3 0,1-1-231 0,1 1-436 16,2-3-201-16,-1 2-98 0,2-3-57 15,2 1-37-15,3 1-13 0,3-1-8 0,2-1 1 16,4 2 0-16,3-1 5 0,4-1 64 15,5 0 31-15,3 0 18 0,3-1 6 0,1-1-2 16,4-1 18-16,2 2-32 0,2-1-20 0,-1 1-8 16,3 1 17-16,2 1 65 0,-2 1 11 0,2 2-2 15,2-1-7-15,-2 3-6 0,4-1-21 16,1-1-40-16,3-1-22 0,-1 3-12 0,1-6-8 16,3 2 3-16,1-2 7 0,0 0-10 15,1-2-8-15,1-3-3 0,-1 1 0 0,3 0-9 16,-1-1-10-16,-1-1-1 0,3 0-2 0,-1 1-4 15,-2-2-1-15,2 1-1 0,-1 2-1 0,-1 1 4 16,-2-2 3-16,2 0 3 0,-3 2 1 16,1 0-2-16,-1 1 2 0,1 0-6 0,-1-3-3 15,-2 3-1-15,0-1 8 0,2 0 8 16,0-1 1-16,0 2 2 0,1-2-1 0,2 0 0 16,-2 0-8-16,2 1-4 0,-1-2 2 0,0 1-2 15,1 1 0-15,0 0-2 0,-2 0 2 16,-2 1-3-16,4 2-3 0,-2 0-1 0,0 2-1 15,2 0 0-15,2-1-2 0,1 2-1 16,0-2 0-16,2 1 0 0,-1-2-1 0,1 0-1 16,0-2 0-16,-1-1 0 0,1 1 0 0,-2-3 0 15,0-2 0-15,2 1 3 0,1-1 0 0,0 0-1 16,-1 1-1-16,1-2 0 0,-3 4-1 16,2-1 1-16,-5 1-1 0,1 2 0 0,-1 2 2 15,-2 2 0-15,-4 2 0 0,1 1 2 0,-3 2 0 16,-1 0 2-16,-1 4-1 0,-1-1 0 15,0 1-1-15,-2 1 0 0,3-1-2 0,-2 1 1 16,-1-2 0-16,0 1-2 0,-2-3 0 0,0 2-1 16,-1-1 0-16,-1 0 0 0,-1-2-1 15,-1 0 0-15,0 1 1 0,0-2-1 0,0 0 1 16,-2-1 0-16,1 0 0 0,-1 1 1 16,-1-2 1-16,2 0 3 0,0 1 2 0,0-1 4 15,1 1 0-15,0 1 1 0,1 0-1 0,2-1 0 16,-1 1-3-16,2 1-3 0,-4 0 0 0,2-2-3 15,-2 2 1-15,1-1-3 0,-4 2 0 16,0-4 0-16,-2 2-1 0,-1-1 1 16,-2-2-1-16,-3-2 1 0,-1-1 0 0,-5 0 0 15,1-1 0-15,-3-2-1 0,-3-2 3 0,-2-1 1 16,-1 0 2-16,-1-2 1 0,-4 2 2 0,0-1 1 16,0-3-1-16,-3-1 1 0,1 1-1 15,-1-1-1-15,0-2-1 0,0 1 0 0,-2-2-3 16,3-3 0-16,0 0-2 0,-1-3 0 15,1-2-1-15,-1-4 0 0,2-3 0 0,0-5 0 16,1-3 1-16,0-4 1 0,-1-6 0 0,2-2 0 16,-1-6 0-16,0-6-1 0,0-3-1 0,1-4-1 15,1-4-1-15,1 0 2 0,1-3 0 0,1-3 2 16,0 2 0-16,-1 1 1 0,1 2 2 16,1 0-2-16,-2 4-2 0,1 1-1 0,-1 3-1 15,-1 2-2-15,0 4 0 0,-2 3 1 0,-1 0 2 16,1 5 0-16,-4 0 2 0,-3 1-3 0,1 1-1 15,-3 0-4-15,-1 2 0 0,-3-2-1 0,-1-1-2 16,1 2 3-16,-4-2 6 0,0 1 4 0,2 1 2 16,-1 4 0-16,-2-2 1 0,1 6-1 0,0 4-3 15,0 3-2-15,-3 3 0 0,5 4 0 16,-2 3 1-16,-1 4-1 0,2 3 1 0,1 2 0 16,-1 5-1-16,1-3 1 0,-2 6 0 15,0 0 0-15,0 2-1 0,0 2-1 0,-2 1 1 16,-2 1-2-16,0 1 0 0,1 1 0 15,-4 1 1-15,1-1-1 0,0 4 1 0,-3-1 2 16,-1 1 0-16,2 0 2 0,-2 0 1 0,0-1 2 16,-1-2 2-16,1 2 0 0,-2-3-1 0,0 2 0 15,0-2-1-15,-2 1-2 0,-1-1-1 0,2-1 0 16,-3 0-2-16,-1-1 1 0,0 0 0 16,-2 0 0-16,-1 0-1 0,-1 0 0 0,-1 0 0 0,-1 0 0 15,-1 2-1-15,0 0-1 0,-1-2 0 16,-2 3-1-16,0-2 1 0,-1 2-2 0,-1 2 1 15,-2-3 1-15,0 3 1 0,-3-2 0 0,0 1 1 16,-2 1-3-16,-2 1-3 0,1-4-1 0,-5 2-1 16,2 3 0-16,-4-3-1 0,0 2 2 0,0-2 6 15,-2 2 3-15,-1-1 1 0,1 1 0 0,2 1 0 16,-2-1 2-16,-1 1-5 0,2-1-5 0,1 1-1 16,-3-1 0-16,3 0-1 0,0-1-2 0,-2-1 3 15,0-2 2-15,-1 0 2 0,1-2-1 0,0 0 0 16,1 0 5-16,-1-2 0 0,0 0 1 0,2-1 1 15,0-2 0-15,-1 1-2 0,1-1-5 0,-3 1-3 16,1 2 0-16,2-4-1 0,-5 0-2 0,2 1 3 16,-4 1 2-16,-1-2 1 0,0 2 3 0,-1-2 2 15,1 1 1-15,-2 1 1 0,0 0 0 0,1-1 1 16,-1-1-6-16,0 1-4 0,-1 1 0 16,1-1-2-16,-3 0-1 0,2 2-1 0,0-1 3 15,-2-1 6-15,0 3 1 0,0-3 1 0,2 2 0 0,0 2 1 16,-2-2 2-16,2 3-7 0,0 0-2 0,-2 0-2 15,0 0 0-15,0 1-1 0,0 1-1 16,-3-1 2-16,2-1 5 0,-3 0 1 0,2 0 2 16,-1 0 1-16,3 0 1 0,-1 0 1 0,-2-1-5 15,3-2-4-15,-1 1-1 0,-1-1-2 0,2-2-2 16,-1 3 0-16,-1-3 3 0,1 3 4 0,3-3 3 16,3-1 1-16,1 3 1 0,-1-2 0 15,3 1 3-15,0 2-7 0,0-3-3 0,4 4-2 16,0-1 0-16,1-2-1 0,0 1-2 0,4 1 3 15,1 0 2-15,1-2 0 0,2 2 1 16,1 0 0-16,1-1 1 0,4 0-1 0,3 2 1 16,2-2 0-16,4-1 0 0,4 3 0 15,0-2 0-15,6 3-1 0,0-1 1 16,6-1-1-16,1 2 1 0,2 0-2 0,2 2 0 16,2 1 0-16,0 3 4 0,2 3-2 0,1 2 0 15,3 4 0-15,0 1 0 0,0 2 1 0,2 1-5 16,1 0 2-16,0 3 0 0,0-1 1 0,2 1 0 15,0 2 1-15,-2 0-1 0,3 1 1 16,-2 1 0-16,0 3 0 0,1 0 1 0,-2-1-1 16,0 3 1-16,0-1-1 0,-3 2 1 0,2 0 0 15,-2 3-1-15,1 2 0 0,-1 0 4 0,0 2 2 0,-1 0-2 16,1 1-1-16,-2 4 0 0,-1 1-1 16,1 2-4-16,1 4-2 0,-2 5 2 0,1 4 1 15,-1 2 3-15,0 3 2 0,3 3 1 0,0 1 1 16,0 1 0-16,3-2 2 0,0 1-7 0,2 0-3 15,1-3-1-15,-1-2-2 0,3-2 2 0,1-3 1 16,-1-4 5-16,0-1 1 0,0-6 1 16,0-1-1-16,0-4-3 0,0-1-3 0,-3-3-1 15,2-1 0-15,-2-2 0 0,-2-2 1 0,-1-1-4 16,0-1-9-16,-2-1-14 0,-2-2-26 16,-1-2-54-16,-2-2-83 0,-4-4-153 0,2-1-269 15,-1-5-318-15,0-2-392 0,-2-4-321 0,0-3-7 16,2-1 708-16</inkml:trace>
  <inkml:trace contextRef="#ctx0" brushRef="#br3" timeOffset="147033.98">15172 2509 163 0,'-8'-2'351'15,"2"-2"138"-15,-2 3 97 0,0-1-242 0,-2 2-149 16,2 0-80-16,0 3-37 0,0 1-15 0,-1 0 6 16,3 2 16-16,-1 1 22 0,2 2 12 0,-2 3-5 15,2 1 44-15,0 4 18 0,2 2-3 16,-2 1 28-16,2 1 15 0,0 5 1 0,0-1-3 0,-2 3 7 16,2 6 1-16,-2 0-27 0,2 3-7 15,-2 1-7-15,2 4-40 0,0-2-33 0,0 3-18 16,1 1-22-16,-2-3-25 0,2 1-29 0,1 0-14 15,1 1 21-15,0-3 5 0,-2 0 3 16,0 2 3-16,2-3 15 0,-3 0 2 16,3-1-23-16,-2 1-15 0,1-3-5 0,-1-1-6 15,-1 2-4-15,1 0 2 0,-1-2-2 0,2-1 0 16,1 1 1-16,-2-4 0 0,2 0 3 0,2-2-1 16,1 1-1-16,2-3 6 0,3 0 0 15,1-1 1-15,5-4 2 0,2 1 1 0,5-2 20 16,4-1 9-16,3-4 11 0,6-1 26 15,0-2 14-15,5-1 2 0,4-4-15 0,0-1-13 16,6-1-13-16,2-2-24 0,1-3-9 0,3 0-4 16,1 1 0-16,-2-2 1 0,3 1 1 0,1-1 0 15,2 2-5-15,0-2-1 0,2 0-6 16,-1 1-3-16,0 1 1 0,-1-1-2 0,1 1-1 16,1 0-4-16,-2-2 3 0,0 1 0 15,0 0 4-15,-2 1-1 0,3 1 6 0,-1-2 5 16,0 1-4-16,1-1 4 0,-2 2-8 0,1-2 1 15,0 1-5-15,1-1-2 0,-5 1 0 16,3 0-4-16,-1 1 0 0,-1-2 1 0,1 1 5 16,-2-1 1-16,1 1 4 0,3-1 4 0,-1 1 4 15,2-1-1-15,-1 2-3 0,0-2-3 16,2 3-1-16,-2 1-5 0,3-2 20 0,1 2 14 16,1 1 9-16,-1 0 8 0,1 1 2 0,4-1 3 15,1 1-18-15,2 0-12 0,1 1-7 16,2-1-7-16,2 1-6 0,1 0-5 0,-1-1-4 15,3 2 2-15,-2-1 0 0,3-1 3 0,0-1 4 16,-1-1 5-16,3 0 2 0,0 1-5 16,-1-3-2-16,1 2-4 0,-1-3-3 0,0 0-2 15,-2 0 1-15,0 0 2 0,-1-2 6 0,2 3 0 16,-2-2 2-16,0 0 0 0,0 3-2 16,-3-2 0-16,-1 3-4 0,-2 2-2 0,0 1-1 15,0 1 4-15,-4 1 2 0,1 1-2 16,1 1 2-16,-1-1 2 0,-1 2 12 0,1-1 8 15,1-1 1-15,-1 2 2 0,-2-2 3 16,0 0-1-16,1 0-10 0,-3 1-9 0,2-2-2 16,-1 1 0-16,-1-1-3 0,4 0 0 0,-2 1-1 15,1-3-1-15,1 4-2 0,1-3 1 0,-1 1 6 16,-1-1 3-16,1 0 1 0,-1-2 2 16,-1 2 2-16,2-1-3 0,-2-3-3 15,3 1-2-15,0-2-2 0,1 0-2 0,1-3-1 16,-1 0-1-16,-1-1-3 0,2-1 0 0,-2 0 0 15,-1-1 2-15,-1-1 0 0,0 0 0 0,1-2 2 16,-2 1 4-16,2 2 0 0,1-4 0 16,-5 4-1-16,2-3 2 0,-1 0-1 0,-1 2-3 15,-1 0-1-15,-4 0 0 0,1 0 0 0,-3 0 0 16,-1 2 0-16,-2-1 3 0,-3 2 0 16,2 0 1-16,-4 0 1 0,1 0-1 0,-3-1-1 15,1 1-2-15,-2-2 0 0,-2-1-1 0,0-3 1 16,-1 0 0-16,0-2 0 0,0-3 1 0,-1-4 2 15,-1 0-1-15,-2-3-1 0,1-3 2 16,-2 0 1-16,-4-2 0 0,2-2 1 0,-2 0 1 16,-2 0-2-16,-3-2 2 0,-1 0-1 15,-1-1-1-15,-5 1 1 0,-1-3 1 0,-1 0 1 16,-6-1 0-16,2 1-1 0,-4-2 0 0,-2-4-1 16,0 0-3-16,-3-3-1 0,-1-4-1 15,-2-1 0-15,1-3-2 0,-2-2 1 0,-1-4 2 16,1-1-3-16,-1-2 0 0,-2-2 0 15,1 0-1-15,-1-1-2 0,-1 1 0 0,1 1-1 16,-2 2 1-16,0 0 0 0,0 2 1 0,-2 1 2 16,1-1 1-16,-2 3 0 0,-1 0-1 0,0 0 0 15,-1 0-1-15,1 0-2 0,-3-1 0 0,1 0-1 16,-1 1-2-16,0-2 0 0,0 4-1 0,-1-4 2 16,3 2 1-16,-1 2 1 0,0 0 0 15,1 2 2-15,2-1 1 0,-2 4-6 0,2 2-2 16,0-1-2-16,0 3-1 0,-1 3-2 0,0 3 0 15,1-3 4-15,0 3 1 0,-1 3 3 16,0 2 6-16,0-1 3 0,-1 1 1 0,1 2 2 16,-2-1 0-16,1 2-1 0,-1 1-5 0,1-3-4 15,-3 1-2-15,0-1-1 0,3 0 0 0,-3-1 1 16,3 1 1-16,-1-2 2 0,-1 1 0 0,2 0 2 16,-2-1-1-16,2 2 1 0,-1-1-1 0,-1 2 0 15,0 0 0-15,1 2-2 0,-2 1 1 0,-2 2-4 16,1 0-4-16,-1 1-1 0,-1 0-1 0,0 2 0 15,0 1 0-15,-3 0 4 0,1 0 3 0,-2 3 1 16,2-3 2-16,-4 2-1 0,0 1 1 0,0-1 0 16,1-1 0-16,-1 1-1 0,1-4-1 0,-3 3 1 15,2-1 0-15,-1-2-1 0,0 1 0 0,1 0 1 16,0 0 0-16,0 2-1 0,-1-1 0 16,0 2 1-16,2-1 0 0,-5 1-1 0,4 0 1 15,-2 1-1-15,-2 2 1 0,2-1 0 0,-1 3-1 16,-2 2 0-16,-1-1 1 0,0 3-1 15,-3-3 6-15,1 7 2 0,0-4 1 0,-1 0 1 16,1 1 0-16,-2 3 0 0,0-3-5 16,1 1-1-16,-3-1-1 0,2 1-4 0,-3-1-3 15,2-1-1-15,-1 0-1 0,-4-1-1 16,2 1-1-16,-3-2 5 0,0 1 3 0,-1-1 1 16,-2 2 0-16,1 0 0 0,-3 0 0 15,-1 2 0-15,0-2-2 0,-1 1 1 0,-1 3 0 16,0-3 0-16,0 2 0 0,2 0 1 15,1-2 0-15,-3 1 1 0,2 1 1 0,2-4-1 16,-4 4 0-16,0-4 0 0,-1 1 1 16,-3 0-1-16,0-1-1 0,-3-2 0 0,0 0-1 15,-4 1-1-15,-1-1 1 0,-1 1-2 16,-3 3 0-16,0-1-1 0,-1 2 2 0,-1 2 0 16,0 2 1-16,-1 0 1 0,1 2 1 15,-2 2 0-15,2 1 1 0,0-2-1 16,1 2-1-16,1 1 0 0,3-1-1 0,0 1 0 15,0-2 0-15,3 0 0 0,1 0-2 0,-1-3 1 16,0-1 2-16,5 0 0 0,-5-3 0 16,0-1 0-16,1-2 2 0,-3-2-1 0,-1-1 0 15,0-2 0-15,-4-1-2 0,3 2-1 16,-4-2 0-16,-1-1-1 0,1-2 1 0,-1 5-1 16,1-3 1-16,0 1 2 0,0 2 0 15,0-1-1-15,0 2 2 0,0-1 0 0,2 3-1 16,-2-1-1-16,0 3 0 0,0 1 1 15,0-1-2-15,-1-1 0 0,0 3 0 0,-1 0-1 16,4 0 2-16,-1 0-1 0,0 0 2 16,-1 2 0-16,3-2 0 0,-1 1 2 0,-1 0-1 15,3 0 0-15,-3-1 0 0,2 1-1 0,2-1 0 16,-4 0-1-16,2 2-1 0,-1-2-1 16,-1-1 0-16,4 4 0 0,-2-4 2 15,3 3 1-15,1-3 0 0,-1 2 1 0,-1-2 0 16,0 2-1-16,2-3 0 0,-1 2 0 0,1 0-1 15,0-1 1-15,1 0 0 0,0 0-1 16,1 0 0-16,1-2 1 0,-1 0-2 16,5 0-1-16,-3-1 2 0,5-2 0 0,-2 1-1 15,2-1 2-15,-1 1 0 0,1-3 1 16,0 3 0-16,-2-1-1 0,3 0 0 0,-2 1-1 16,0 0 0-16,-2 1-1 0,4 0 0 0,0 2 0 15,-1-1 1-15,1 0-1 0,1 2 1 16,2-2 0-16,1 1 0 0,-2 1 0 15,3-1 0-15,-2 2-1 0,2 0 2 0,1 1 0 16,-1 0 0-16,1 2 2 0,-1 2 0 16,2 0 0-16,-2 1 0 0,2 0-1 0,-1 2 1 15,2-2 0-15,0 2-2 0,2 0 1 0,-2-2-1 16,-1 1 1-16,2 0-1 0,-1 0-1 16,0-1 0-16,-2 0 0 0,2-1-1 15,-2 1 0-15,1-1 0 0,-1 2 0 0,2 1 2 16,0-3 0-16,2 2 1 0,-2 2 1 15,4-2 0-15,-1 0-1 0,0 1 0 0,1 1 0 16,-2-2 0-16,3 1-1 0,-2 0 1 16,2 0 0-16,1 1-1 0,-1-1 0 0,-1 0 0 15,1-1 0-15,-2 3 0 0,-2-3 0 16,0 3 1-16,1-3-1 0,-2 1 0 0,0 0 0 16,2-1 0-16,-2 0-1 0,2 1-1 15,1-1 1-15,2 1-1 0,0-1 1 0,2-1 1 16,1 2 0-16,2-1 0 0,1-1 0 15,3 1 1-15,0 1-1 0,-1-1 0 0,2 3 0 16,1-3 0-16,1 2 0 0,0 2 0 16,1-2 1-16,1 1-1 0,0 1 0 0,0-1 0 15,1 2 1-15,2-1-2 0,-1 1 0 0,3 0 0 16,-1 0 1-16,3 0-1 0,-1 1 0 16,2-1 1-16,-1 3 0 0,3-2 1 15,-1 3-1-15,-1 0 1 0,-1-1 0 0,1 2 0 16,0 1-1-16,-1 0-1 0,-4 0 1 0,2 1-1 15,-3 1 1-15,1 0-1 0,-1 0 0 16,-2 3 1-16,-1-1-1 0,2 2 0 16,1 2 0-16,0-1 1 0,1 1 1 0,1-1 1 15,1-1 0-15,3-1 0 0,-3-2 0 0,3 0-1 16,0-2-1-16,1-1 1 0,0 1-1 0,0-1 1 16,1-2 0-16,-1 1 1 0,0-1-1 0,1 0 0 15,-1 3 0-15,1-3 0 0,-1 2-1 0,-2 1 0 16,3 0 0-16,-1 2 0 0,1 0-1 0,-2 1 1 15,4 0 0-15,-3 0 0 0,2 3 0 0,-1 0 0 16,-2 1 0-16,2 1-1 0,-1 1 0 0,1 1 0 16,1 1-1-16,-2 0 1 0,0 1 0 0,2-1 0 15,2 0 1-15,-2 2 0 0,4-2 1 16,-1-2-1-16,1 2 2 0,1-1 0 0,1-2 0 16,-1 0 0-16,2 0-2 0,-1-1 1 0,1 0 0 15,0 0-1-15,-1-1 0 0,-1-1 0 0,0 2 2 16,-1-1-1-16,-1 0 0 0,-1 1-1 0,0 1 0 15,-5 0 0-15,3-1 0 0,0 2 0 16,1 0 0-16,-3 0 1 0,1 3 0 0,0-2-2 16,-1 2 1-16,3 1 4 0,-3-1 2 0,4 1 1 15,-3-1 0-15,1-1 0 0,4 0 1 0,-1 0-4 16,0-1-2-16,2 1-4 0,0-1-7 0,0 0-11 16,2 3-20-16,0-1-60 0,-2 0-75 0,-2 0-123 15,0 2-262-15,2 1-304 0,0-1-361 16,0 2-289-16,0-4-66 0,-3-1 541 0</inkml:trace>
  <inkml:trace contextRef="#ctx0" brushRef="#br3" timeOffset="148699.49">14865 9585 193 0,'-2'2'423'0,"1"-2"198"0,-2 0 91 16,3 0-125-16,-2 0-131 0,2 0-77 15,0 0-38-15,2 0-25 0,-2-2-21 0,0 2-24 16,3 0-33-16,-2 0-29 0,-1 0-38 15,0 0-24-15,0 0-25 0,0 0-14 0,0 0-7 16,0 0 9-16,0 0 19 0,0 2 11 0,0-2 1 16,-1 2-14-16,-2 3-9 0,3 2-32 0,0 5-33 15,0 7-23-15,0 6-15 0,0 5-5 16,3 4-10-16,-2 3 2 0,-1 4 3 0,2-2-1 16,-1 3 1-16,1 0-4 0,1-2 1 15,1-1 2-15,0-3-5 0,1-4-1 0,0-5-2 16,1-3-1-16,-3-6-9 0,0-3-36 0,1-5-41 15,-4-4-47-15,0-4-89 0,-4-5-130 16,-1-4-162-16,1-4-225 0,-4-2-244 0,0 0-193 16,0-3 58-16,-3 0 340 0,2 0 383 15</inkml:trace>
  <inkml:trace contextRef="#ctx0" brushRef="#br3" timeOffset="148917.93">14770 10041 178 0,'3'12'460'0,"-1"0"232"0,-1-1 178 0,1 3-131 16,1 0-207-16,2 0-121 0,-2-1-84 0,2-1-62 16,3-2-69-16,-4 0-60 0,4-2-8 15,2-3-12-15,1-1-7 0,0-4-2 0,0-4-8 16,0 2-5-16,2-9-40 0,1 1-23 16,-1-3-15-16,2-2-11 0,1-3 0 0,2-2-5 15,-1-1-2-15,4 0-17 0,1 0-74 0,0 0-149 16,3 0-304-16,2 5-259 0,2 1-249 0,-1 2-158 15,4 7 203-15,1 5 483 0</inkml:trace>
  <inkml:trace contextRef="#ctx0" brushRef="#br3" timeOffset="149717.32">22502 10069 32 0,'8'-15'385'16,"-2"5"298"-16,-1 0 203 0,-2 5 8 0,3 0-314 15,-3 0-144-15,0 3-73 0,1 2-53 0,-1 1-17 16,0 2 10-16,0 5 8 0,1 0-11 16,0 5-36-16,2 0-23 0,-3 5-21 0,1 2-32 15,-1 5-40-15,2 2-46 0,-4 2-33 16,1 1-25-16,0 2-18 0,-2 0-14 0,0-1-5 15,0 1-5-15,0-2-2 0,-4 0-2 0,4-4-24 16,-1-1-65-16,-3-1-70 0,1-4-134 16,-2-4-218-16,-1-1-311 0,-1-3-319 0,-2-5-218 15,1-2-37-15,-2-3 480 0</inkml:trace>
  <inkml:trace contextRef="#ctx0" brushRef="#br3" timeOffset="149933.28">22369 10443 142 0,'8'7'649'16,"-5"4"370"-16,2-1 114 0,-2 3-68 0,3 4-426 15,1 0-263-15,0 1-130 0,3 2-71 0,0 0-39 16,0 0-40-16,3-1-29 0,2-1-22 16,0 0-17-16,6 0-7 0,-1-3-8 15,6 0-5-15,4-2 0 0,3-1-10 0,3-1-38 16,4-2-119-16,1 0-235 0,0-1-279 0,5-2-274 15,-7 1-255-15,3 0-64 0,-5-4 398 16</inkml:trace>
  <inkml:trace contextRef="#ctx0" brushRef="#br3" timeOffset="150683.97">28507 10601 16 0,'6'-25'388'0,"-3"5"346"0,0 0 291 15,1 3 85-15,-3 4-333 0,1 2-226 16,0 3-151-16,-2 3-114 0,-2-1-87 15,0 6-63-15,1 3-40 0,-3 2-24 0,3 4-4 16,-2 2 16-16,1 4 19 0,-1 3 2 0,1 2-2 16,1 2-10-16,-1 4-12 0,-1 1 8 0,3 3-6 15,0 1-5-15,0 4-2 0,0-1-3 16,-1 3-5-16,1-2-29 0,0 5-18 0,-2-2-8 16,0 3-6-16,1-1-4 0,-2 1-4 15,-2-1 0-15,0 1-5 0,-3-3-59 0,-3 0-56 16,2-3-74-16,-3-1-116 0,-2-4-184 0,1-4-318 15,0-5-237-15,0-5-207 0,-3-5-23 16,3-6 355-16,-2-3 492 0</inkml:trace>
  <inkml:trace contextRef="#ctx0" brushRef="#br3" timeOffset="150883.29">28260 11031 108 0,'5'-2'487'0,"0"2"281"16,-2 5 142-16,2 4-58 0,3 3-348 15,1 2-191-15,0 4-124 0,4-1-59 0,1 1 3 16,2 2 6-16,5-4-27 0,1 2-14 0,0-3-5 16,2 0-4-16,3-3-35 0,3-2-17 0,0-1-12 15,0-5-8-15,1-1-1 0,3-3-6 16,-3-3-42-16,1-1-96 0,-4-2-149 0,-3-4-299 16,1 0-245-16,-7-1-213 0,-2 0-19 15,-4-2 281-15,-2 1 386 0</inkml:trace>
  <inkml:trace contextRef="#ctx0" brushRef="#br3" timeOffset="156965.64">14041 6364 196 0,'0'-5'673'15,"2"-1"372"-15,-2-3 126 0,-2 1-166 0,2-1-340 16,0-1-190-16,0 2-62 0,0-3-39 15,0 2-41-15,0 2-35 0,0-3-38 0,0 2-52 16,0 0-58-16,0 2-41 0,0-2-24 16,0 2-17-16,0 1-11 0,0-1-9 0,0 1-6 15,0 2-4-15,0-1-4 0,0 1-1 0,0 0-1 16,0-1 1-16,0 0-1 0,-1-1-1 0,1 1 1 16,-2-2-2-16,2 0 0 0,0 1-2 15,-2-2-2-15,2 1-1 0,0 0 0 0,-1 0-1 16,-1 0-2-16,1 2-3 0,1 0-2 0,-2 0-12 15,-1 2-5-15,2 0 0 0,-1 0 0 16,2 2 0-16,-2 0 0 0,1 5 0 0,-1 2 0 16,-1 5 0-16,3 6 0 0,-2 8 0 15,2 4 0-15,-1 4 0 0,2 5 0 0,-1 2 0 16,2 4 0-16,1-2 0 0,2-1 0 0,1-1 0 16,0-4 0-16,2-3 0 0,1-3 0 15,1-6 0-15,0-2 0 0,1-5 0 0,1-2 0 16,1-4 0-16,1-2 0 0,-1-4 0 0,3-1 0 15,0-1 0-15,-1-6 0 0,3 0 0 16,-1-3 0-16,1-1 0 0,1 2 0 0,-2-2 0 16,0 3 0-16,2 0 0 0,-3 3 0 15,1 1 0-15,-2 5 0 0,2 6 0 0,-2 2 0 16,0 3 0-16,-2 3 0 0,-2 5 0 0,3 2 0 16,-2 1 0-16,-2-1 0 0,1 0 0 15,1-1 0-15,0-6 0 0,-1-1 0 0,3-4 0 16,-1-5 0-16,0-4 0 0,4-7 0 15,-1-7 0-15,1-5 0 0,2-9 0 0,-3-10 0 16,3-4 0-16,-3-8 0 0,1-5 0 0,-1-5 0 16,-2-5 0-16,-2-3 0 0,-6-2 0 0,1-3 0 15,-7 0 0-15,-3 1 0 0,-4-2 0 0,-1 3 0 16,-4 4 0-16,0 5 0 0,-1 8 0 16,-1 8 0-16,1 7 0 0,1 10 0 15,-1 5 0-15,0 9 0 0,1 6 0 0,4 8 0 16,-2 7 0-16,6 3 0 0,-1 6 0 0,4 3 0 15,2 4 0-15,4 1 0 0,-1 0-15 16,4 3-122-16,0 0-130 0,2-2-253 0,-2 1-319 16,0-2-402-16,0 1-486 0,1-2-135 0,-3 2 654 15</inkml:trace>
  <inkml:trace contextRef="#ctx0" brushRef="#br3" timeOffset="157149.26">15015 6517 41 0,'8'18'852'16,"-3"6"762"-16,-4-1 22 0,-1 4-314 0,-3 5-390 16,-2 2-398-16,-1 2-243 0,-3 4-118 0,-1 1-58 15,2 1-39-15,-3-2-28 0,5-1-21 16,1-5-13-16,2-5-10 0,1-3-12 0,4-6-40 16,0-6-86-16,1-3-154 0,-2-5-264 15,3-6-314-15,0-6-401 0,-2-6-393 0,1-4-7 16,-3-6 722-16</inkml:trace>
  <inkml:trace contextRef="#ctx0" brushRef="#br3" timeOffset="157359.42">15064 6157 347 0,'-5'-12'1302'0,"-3"5"413"0,-1 3-238 16,0 2-332-16,-1 4-462 0,-1 0-312 15,3 3-179-15,0 1-83 0,2 1-40 0,1 0-28 16,2 3-21-16,2 0-10 0,2 1-7 15,5 1-3-15,1 0-16 0,-1 0-68 0,4 0-85 16,0 0-171-16,0 0-277 0,0 3-327 0,2 0-396 16,-2 1-247-16,1 3 112 0,1 3 721 15</inkml:trace>
  <inkml:trace contextRef="#ctx0" brushRef="#br3" timeOffset="157665.76">15314 6217 15 0,'0'-23'534'0,"3"6"512"0,-1 1 287 16,0 5 3-16,0 2-314 0,0 3-334 15,0 3-216-15,-2 1-115 0,1 6-75 0,1 1-75 16,-1 6-56-16,1 5-25 0,0 4-17 15,-1 8-13-15,2 6-13 0,-1 6-11 0,-2 6-10 16,2 4-13-16,-2 4-12 0,-2 2-11 0,2 3-10 16,2 1-6-16,-1-4-6 0,4-3-3 0,1-2-2 15,2-5-1-15,2-4-1 0,-1-6-1 16,5-5-1-16,-2-5-1 0,1-5-7 0,-1-6-11 16,-1-3-14-16,1-8-22 0,-2-1-37 15,1-8-79-15,-3-2-84 0,-2-4-142 0,-1-1-218 16,0-5-318-16,-2 1-330 0,3-4-196 0,-3 2 8 15,2-3 527-15</inkml:trace>
  <inkml:trace contextRef="#ctx0" brushRef="#br3" timeOffset="157957.34">15651 6073 127 0,'2'-29'797'15,"-4"6"672"-15,0 3 135 0,2 4-254 16,0 3-452-16,-1 5-354 0,1 0-183 0,0 4-133 15,1 4-75-15,-1 1-41 0,4 7-23 16,-3 5-8-16,2 6-8 0,2 5-7 0,-2 8-12 16,-2 5-10-16,1 6-10 0,0 5-11 0,-2 4-6 15,0 5-8-15,0 4-3 0,0 1-3 16,1 0-4-16,-1 1-2 0,4-3-2 0,0-1 0 16,1-8 0-16,0-2-1 0,4-8 2 0,-1-4 1 15,0-9 0-15,1-3 1 0,-1-8-8 16,0-3-9-16,0-8-18 0,2-4-27 0,-4-6-62 15,0-5-84-15,3-3-148 0,-2-1-253 0,1-3-319 16,0 0-374-16,0-1-278 0,1 1-18 16,-1 1 639-16</inkml:trace>
  <inkml:trace contextRef="#ctx0" brushRef="#br3" timeOffset="158176.67">16041 6471 226 0,'0'1'1050'0,"-3"8"583"0,3 2-79 16,-2 4-311-16,-1 3-461 0,2 3-299 0,-2 5-195 15,1 2-108-15,2 3-61 0,-1 4-40 16,-1 1-29-16,2 1-20 0,0 1-13 0,0-1-8 0,2-1-5 16,1-1-5-16,4-3-26 0,-2 0-86 15,0-3-137-15,-2-5-256 0,1-4-301 0,-3-4-401 16,1-4-461-16,-1-6-85 0,-1-6 659 15</inkml:trace>
  <inkml:trace contextRef="#ctx0" brushRef="#br3" timeOffset="158337.04">16217 6124 280 0,'-6'-13'1264'0,"-1"5"479"15,-1 8-230-15,-3 3-350 0,-3 5-440 16,3 2-337-16,-2 4-190 0,2 4-85 0,0-1-40 15,3 7-27-15,2-2-20 0,6 1-12 0,3 3-8 16,4 1-21-16,3 0-84 0,3 0-132 16,1 0-259-16,1 0-292 0,3-1-373 0,0 1-452 15,3-2-99-15,-1-1 599 0</inkml:trace>
  <inkml:trace contextRef="#ctx0" brushRef="#br3" timeOffset="158618.26">16498 6422 331 0,'-5'-11'1345'0,"-4"2"448"16,0 1-257-16,-3 5-359 0,0 4-455 0,-1 5-316 16,-1 5-178-16,1 2-77 0,-1 7-43 15,1 4-27-15,1 4-20 0,-1 6-16 0,5-1-12 16,-1 6-10-16,3-3-7 0,2 3-8 16,3-5-5-16,2-1-5 0,4-4-1 0,4-7-2 15,3-4-2-15,3-6-5 0,0-6-13 16,2-6-17-16,1-6-25 0,-1-4-42 0,-1-6-63 15,1-3-60-15,-4-2-44 0,1 0-23 0,-3 2 1 16,-3 4 44-16,0 1 79 0,-7 4 78 16,1 5 46-16,-4 5 18 0,-1 3 12 0,-3 7-10 15,0 4-9-15,-1 4-68 0,-1 3-136 0,-1 3-209 16,1 1-288-16,3 4-251 0,0 1-215 16,2-1 72-16,1-1 440 0</inkml:trace>
  <inkml:trace contextRef="#ctx0" brushRef="#br3" timeOffset="159482.1">17093 6964 22 0,'-7'12'528'0,"4"-3"488"0,-4 0 238 16,0-1-15-16,2-4-267 0,1 1-302 0,-1-3-195 15,0-2-116-15,-1-2-74 0,1 0-73 0,0-7-79 16,4-1-61-16,-1-5-31 0,2-3-13 0,3-5-7 16,1-2-1-16,0-5-1 0,5-5 1 15,1 1 0-15,-2-5-7 0,5 0 4 16,-2-1 4-16,0 3 0 0,1 3 1 0,-4 4 6 15,1 3 5-15,0 5-3 0,-5 5 0 0,-2 3-1 16,3 6 0-16,-4 2-4 0,-1 6-5 0,0 6-6 16,-1 7-3-16,-2 9 0 0,-1 6-1 15,1 6-1-15,2 5 1 0,-4 3 4 0,2 1 5 16,3 4 2-16,0-2 0 0,2 0 2 16,-1 0 0-16,4-7-5 0,-2-1-6 0,2-7-5 15,1-3-3-15,2-8-3 0,3-5 1 0,0-8-2 16,0-8-2-16,3-7 1 0,2-8-1 0,2-10-1 15,-4-4 0-15,5-5 1 0,-2-4 2 16,-1-3 0-16,0 2 1 0,-4 2 2 0,-2 0-1 16,-1 5 0-16,-1 5 1 0,-3 2-1 15,2 6 0-15,-6 4 0 0,2 5-1 0,-1 6 1 16,1 5-2-16,-6 5 4 0,1 7 2 0,1 7 3 16,-2 6 1-16,1 5 2 0,0 7 2 0,1-1-2 15,-1 5-1-15,4-1-1 0,-1 1-3 16,3-3-1-16,0-2-2 0,4-5-2 0,0-3 0 15,2-8-1-15,3-4 0 0,2-6 0 0,2-9-1 16,4-7-1-16,1-8-1 0,3-8-2 16,0-8 2-16,4-5 1 0,-1-8 1 0,-2-1 2 15,1-1 0-15,-4-1 2 0,1 4-2 0,-6 1 0 16,-3 3 0-16,-2 9 0 0,-2 2 0 16,-3 6 0-16,-3 7 0 0,-2 3 0 0,-3 8 0 15,-2 4-2-15,-3 9 1 0,-3 5-1 16,-2 7 0-16,-2 5-1 0,1 6-1 0,-1 4-1 15,1 3 1-15,-2 1-1 0,5 4 0 16,2-1 0-16,-1 0 1 0,6-2-1 0,1-3-1 16,3-5-13-16,3-6-22 0,2-4-45 0,3-8-84 15,2-8-149-15,3-7-274 0,-2-6-323 16,3-6-399-16,3-9-376 0,-2-6-4 0,4-8 714 16</inkml:trace>
  <inkml:trace contextRef="#ctx0" brushRef="#br3" timeOffset="159768.76">17999 6373 273 0,'0'-26'1088'16,"-3"10"518"-16,-4 7-92 0,1 4-300 0,-2 9-483 16,-1 3-284-16,-1 7-178 0,2 4-95 0,2 3-58 15,-2 4-35-15,7 3-21 0,-3-1-13 16,8 4-14-16,-3 0-11 0,8-1-6 0,-1 2-5 16,4-1-6-16,0 0-4 0,2-3-1 0,2 0-2 15,-2-1-1-15,4-3-1 0,-4-1 1 16,0-3 1-16,-3 2 2 0,-1-5 2 0,-4 3 1 15,-1-2 2-15,-5 0 1 0,-5-1-1 0,-1 1 1 16,-4-2-1-16,-4 1 0 0,-2-1-3 16,-1 0 0-16,-1 1-2 0,-2-2 0 0,1-1 0 15,1-1-3-15,4-3 0 0,0 0-3 0,6-4 0 16,2-2-13-16,1-1-28 0,5-3-76 16,5-6-82-16,-1-1-155 0,6-4-266 15,1-4-330-15,3-1-363 0,2-4-205 0,3-4 61 16,1-1 626-16</inkml:trace>
  <inkml:trace contextRef="#ctx0" brushRef="#br3" timeOffset="160032.24">18304 6702 33 0,'12'7'629'15,"-4"3"642"-15,-3 6 260 0,-1 3-146 0,-3 5-382 16,1 3-392-16,-2 3-207 0,0 3-142 16,-2 2-91-16,2 0-64 0,2-1-43 0,4-3-28 15,0-4-16-15,2-6-9 0,3-6-5 0,3-7-4 16,2-8-2-16,0-7 0 0,0-6-2 15,0-6 0-15,-2-5 1 0,0-3 1 0,-4-4 2 16,-1-6 0-16,-3 1 1 0,-3-3 0 16,-3-3 0-16,-3 2-2 0,-3-2 0 0,-2 0 0 15,0 3 0-15,-1 3-1 0,-5 8 0 0,1 2 0 16,-1 9-1-16,1 7-2 0,-1 5-1 16,3 10-1-16,1 5-8 0,-1 7-38 0,3 4-79 15,0 3-89-15,2 2-165 0,-2 6-295 16,4 0-338-16,-1 3-339 0,3-1-167 0,0 2 177 15,4 0 653-15</inkml:trace>
  <inkml:trace contextRef="#ctx0" brushRef="#br3" timeOffset="160481.42">18631 7009 436 0,'0'-7'1440'0,"-1"1"323"0,-4 1-294 15,2-1-352-15,1-1-461 0,0-2-303 0,2-3-163 16,2-1-73-16,1-3-40 0,4-3-23 16,1-2-21-16,1-6-13 0,4 1-7 0,0-4-5 15,0 0-2-15,0 2-4 0,1 0-2 0,-3 5 0 16,1 2 0-16,-2 5 0 0,-1 1 0 16,-1 7 6-16,-4 6 2 0,2 2 3 0,-3 8 5 15,-1 5 2-15,-2 5 1 0,0 5-3 16,-2 5-2-16,-1 2-2 0,2 4-2 0,-4 4-4 15,2 2-1-15,0 0-1 0,1-2-1 0,-1 0-3 16,5-4-2-16,1-8-1 0,0-3-2 0,5-10-3 16,1-7-6-16,-1-9-8 0,2-7-10 15,4-8-8-15,-3-7-6 0,2-7 0 0,-1-5 6 16,0-3 11-16,2-1 12 0,-5-1 11 0,-1 3 17 16,1 3 11-16,-2 5 9 0,-2 4 7 15,0 5 1-15,-4 4-1 0,2 6-4 0,2 3-8 16,-2 6-7-16,-2 5-4 0,3 6-3 15,-3 4-3-15,1 6-4 0,-2 5-3 0,2 3-3 16,-2 0-2-16,1 4-2 0,1-1-10 16,1-2-22-16,0-1-75 0,-1-6-111 0,1-2-232 15,1-3-296-15,1-3-372 0,3-5-454 0,0-3-187 16,3-4 443-16,0-6 854 0</inkml:trace>
  <inkml:trace contextRef="#ctx0" brushRef="#br3" timeOffset="160682.03">19288 6588 514 0,'-4'6'1635'0,"-1"3"226"0,1-1-394 15,0 2-383-15,3 0-446 0,1-2-328 0,3 0-148 16,0-1-67-16,5-1-33 0,0 0-21 16,3-2-19-16,4-1-9 0,3 0-7 0,4-1-4 15,4-4-3-15,4 1-8 0,3-1-14 0,2-1-44 16,-1 0-89-16,3 2-187 0,-1-2-267 15,2-1-336-15,2 0-424 0,-6 0-403 0,0 0 103 16,-3 1 894-16</inkml:trace>
  <inkml:trace contextRef="#ctx0" brushRef="#br3" timeOffset="161351.57">20636 6259 15 0,'2'-3'503'0,"-1"1"489"15,1 1 249-15,-2 1-51 0,2-1-335 16,-1 1-288-16,1 0-168 0,-1 1-56 0,4 0-26 16,-2 4-26-16,2 3-28 0,1 3-40 0,2 5-37 15,1 5-52-15,1 6-33 0,1 4-26 16,0 7-18-16,-1 4-16 0,-1 2-12 0,2 1-9 15,-1 1-9-15,-1 0-6 0,2-5-6 0,0 0-2 16,1-6-2-16,0-2 0 0,-1-4-10 16,0-4-25-16,2-2-76 0,-7-2-104 0,-3-5-208 15,1-3-295-15,-8-1-361 0,1-1-423 16,-5-7-194-16,-4 1 333 0,-3-4 804 0</inkml:trace>
  <inkml:trace contextRef="#ctx0" brushRef="#br3" timeOffset="161588.64">20579 6831 114 0,'14'-8'730'0,"1"1"493"0,-1 0 157 0,2-3-99 15,4-1-370-15,-1 1-339 0,7-2-165 0,-3 0-93 16,6-1-77-16,-1 0-69 0,2-4-54 16,2 3-38-16,1 1-27 0,0-2-17 0,0 1-11 15,1 2-11-15,-3-2-6 0,-1 4-5 16,-1 0-1-16,-2 1-5 0,-6 3-20 0,-3 0-66 15,-2 2-78-15,-7 0-173 0,-1 2-278 0,-6 0-336 16,-2 2-390-16,-3-2-257 0,-4 2 76 16,-4-2 759-16</inkml:trace>
  <inkml:trace contextRef="#ctx0" brushRef="#br3" timeOffset="161821.1">21017 6122 113 0,'5'-5'824'0,"-1"3"593"16,0 1 37-16,0 1-231 0,1 3-371 0,0 2-331 16,3 3-187-16,0 4-96 0,-2 6-43 0,2 1-29 15,4 6-40-15,-2 2-32 0,0 3-25 0,2 4-17 16,-2 5-16-16,-1-1-12 0,1 1-8 16,-2 3-5-16,0-1-7 0,-2 0-4 0,2 0-2 15,-4-4-3-15,4 1-1 0,-3-4-2 16,2 0-10-16,0-3-23 0,-2-3-72 0,0-1-81 15,-2-4-151-15,2-4-268 0,0-5-323 0,2 1-377 16,0-6-230-16,-1-3 34 0,2-3 636 16</inkml:trace>
  <inkml:trace contextRef="#ctx0" brushRef="#br3" timeOffset="162148.42">21539 6664 123 0,'-3'-1'1017'0,"-2"-1"672"15,-5 2-85-15,-2 3-342 0,-1 2-426 16,-1 4-348-16,-2 3-230 0,3 1-104 0,-2 6-50 16,3 0-30-16,2 3-23 0,3 1-15 0,2 1-12 15,4 0-6-15,2-2-6 0,4 0-5 0,2-5-3 16,3-1-3-16,3-4-3 0,4-4-2 0,1-5-1 16,4-6-1-16,3-7 1 0,1-5 4 15,-2-3 1-15,3-7 1 0,-4-2 2 0,2 1 2 16,-4 0-1-16,-4 1-1 0,-1 4 1 15,-5 2-1-15,0 6 0 0,-3 3-1 0,-2 2-1 16,-1 4 0-16,-2 4-1 0,-1 2-1 0,0 6 1 16,-2 4-1-16,-2 4 0 0,0 4-2 15,-1 3 0-15,2 0 0 0,-1 2 0 0,0-2 1 16,2 2-1-16,2-1-9 0,0-2-25 0,-1-1-77 16,1-2-106-16,-1-3-208 0,-1-1-293 15,2-5-355-15,0-2-411 0,-1-5-185 0,1-3 328 16,1-5 782-16</inkml:trace>
  <inkml:trace contextRef="#ctx0" brushRef="#br3" timeOffset="162616.31">22016 6254 138 0,'0'-23'869'0,"0"5"643"15,-1 2 57-15,-3 5-275 0,1 3-445 0,-3 2-347 16,3 3-196-16,2 3-116 0,-3 3-66 15,3 3-36-15,-1 2-20 0,2 5-9 0,2 2-6 16,-1 3-3-16,3 3-4 0,0 4-1 0,1 0 0 16,-2 6 1-16,0-2 2 0,0 4 0 0,-1 1 0 15,0-1-2-15,-2 1-5 0,0 0-7 16,1-4-8-16,-1 0-7 0,2-5-6 0,-1-2-6 16,4-5-3-16,3-5-2 0,0-5-1 15,0-5 0-15,3-6-1 0,3-8 0 0,0-3 0 16,4-11 0-16,-2-3 0 0,2-4 0 0,0-4 0 15,-2-3 0-15,-1-1 0 0,-2-2-1 16,3-3-2-16,-7 0 0 0,3-4 2 0,-3 2 0 16,-1 0 1-16,0 1 2 0,-2 4 1 0,1 6 0 15,-1 5-2-15,-2 6-1 0,0 6 0 16,-3 4 0-16,2 4 0 0,-1 4 0 0,1 7 0 16,-1 6 0-16,1 6 0 0,-1 9 0 0,-1 7 0 15,2 6 0-15,-1 9 0 0,-4 6 0 16,-1 9 0-16,2 6 0 0,-3 9 0 0,1 2 0 15,0 7 0-15,1-1 0 0,4 2 0 16,1-3 0-16,4-4 0 0,0-7 0 0,4-8 0 16,5-12 0-16,-2-9-7 0,5-11-52 0,-1-13-48 15,-1-10-86-15,-1-9-154 0,1-10-259 0,-1-7-323 16,2-7-395-16,-6-6-362 0,2-5 9 16,-1-2 701-16</inkml:trace>
  <inkml:trace contextRef="#ctx0" brushRef="#br3" timeOffset="163998.45">23934 6840 288 0,'2'13'986'16,"-4"0"551"-16,-1-1-16 0,1-2-290 16,1-1-506-16,-1-5-265 0,2-2-159 0,2-5-120 15,1-5-69-15,4-6-32 0,2-8-19 0,4-6-8 16,4-8-5-16,0-6-7 0,5-5-8 0,4-3-6 16,-1-5-7-16,4 1-8 0,-2 3-5 15,-2 3-2-15,0 5-1 0,-5 7-1 0,0 6-2 16,-5 7 1-16,-4 8 1 0,-3 9-1 15,-4 12 5-15,-3 9 2 0,-2 11 2 0,-4 8-1 16,-2 8-1-16,-1 4 2 0,0 4-2 0,-1 0-3 16,3 2 0-16,-1-2-1 0,4-4 1 15,0-5-2-15,1-5-1 0,5-5 2 0,4-6 1 16,3-6-1-16,4-11 0 0,3-5-1 0,5-12 1 16,3-8-1-16,4-9-1 0,2-6 0 15,4-6 0-15,0-3 0 0,-2-1-1 0,1 2-2 16,-4 1 1-16,-3 4-1 0,-6 5 0 0,-3 6 2 15,-2 3-1-15,-5 6 0 0,-5 5 2 16,0 7 5-16,-2 6 5 0,-8 7 5 16,0 8 1-16,-2 5 3 0,-2 4 0 0,0 3-5 15,-2 3-3-15,4 1-6 0,1-1-3 0,4 0-3 16,2-3-3-16,4-1-1 0,1-4 0 0,7-2-1 16,1-4 0-16,3-4 0 0,4-2-1 15,5-5 0-15,0-3-1 0,3-5 0 0,2-2 1 16,1-4-1-16,0-1 2 0,-2-3 2 15,0 2 0-15,-4-4 1 0,1-1 1 0,-3-2 1 16,-2 0 0-16,0-2 1 0,-1-1-1 0,-3-2 2 16,0 0 0-16,-3-2 0 0,0 1-1 0,-3-3 0 15,-2 0 0-15,0-3-1 0,-4-1 0 16,-1-4 0-16,-2 1-1 0,-1-1 0 0,-2 1 0 16,-2 2 1-16,-1 5 0 0,-3 6 0 15,-6 6 1-15,-1 8 2 0,-5 7 3 0,-3 9 3 16,0 7 4-16,0 6 1 0,-1 6 1 0,1 5-3 15,5 4-2-15,1 5-6 0,2 3-3 16,0 1-3-16,7 1-3 0,3 0 0 0,1-3-1 16,5-3-2-16,5-4-6 0,5-9-14 0,0-4-24 15,5-10-73-15,0-7-116 0,2-6-248 16,2-7-302-16,2-6-392 0,2-4-484 0,2-8-180 16,4-5 548-16,3-6 887 0</inkml:trace>
  <inkml:trace contextRef="#ctx0" brushRef="#br3" timeOffset="164214.18">25544 5889 591 0,'3'-48'1498'0,"-8"7"221"0,2 11-302 0,-2 13-361 15,-1 6-458-15,-1 11-244 0,0 9-147 0,1 8-65 16,-1 11-30-16,2 6-18 0,0 7-18 16,1 8-11-16,-1 5-10 0,4 8-10 0,-1 4-11 15,2 3-9-15,2 4-9 0,4 0-9 16,0 1-5-16,2-4-6 0,3-3-3 0,2-4-9 15,0-7-13-15,0-5-23 0,-3-7-48 16,1-2-82-16,-3-9-123 0,-3-4-201 0,-4-3-304 16,-1-9-359-16,0-3-333 0,-1-7-112 0,-2-6 392 15,-3-5 691-15</inkml:trace>
  <inkml:trace contextRef="#ctx0" brushRef="#br3" timeOffset="164415.01">25250 6327 191 0,'-8'-10'974'16,"-2"3"655"-16,6 3-58 0,0 1-330 16,4 0-461-16,5-2-303 0,6 1-188 0,3-2-123 15,7-1-54-15,6-3-27 0,0 1-23 16,6-2-18-16,2 3-17 0,-1-1-10 0,1 1-8 0,2 4-7 16,-1-1-4-16,5 4-2 0,0 2-2 15,4 1-8-15,0 2-38 0,1 1-89 0,2 1-180 16,-2 3-264-16,3 1-320 0,1 1-413 15,-1 0-396-15,0 5 82 0,-3-3 830 0</inkml:trace>
  <inkml:trace contextRef="#ctx0" brushRef="#br3" timeOffset="165031.45">25688 5907 363 0,'0'-15'811'0,"0"1"317"0,1 2 37 16,1 0-281-16,1 3-304 0,2 2-130 0,2 1-68 16,3 4-22-16,1 2-24 0,5 5-22 0,-2 2-32 15,4 4-52-15,-1 7-48 0,4 4-42 16,-3 5-27-16,2 6-19 0,-3 6-12 0,-1 3-11 15,0 5-9-15,-5 2-10 0,-1 5-9 0,-1 2-10 16,-5 1-10-16,1 1-12 0,-2-2-11 16,1-2 0-16,0-5 0 0,1-2 0 0,-2-8 0 15,3-5 0-15,-1-7 0 0,4-4 0 0,1-10 0 16,0-7 0-16,4-7-1 0,-2-10 0 16,6-8 2-16,-2-9 0 0,2-6-1 0,-1-7 0 15,1-3 0-15,-2-4 0 0,2 0-1 16,-2 1 0-16,-2 5-1 0,-3 5 1 0,0 6 0 15,-3 7 0-15,0 7 1 0,-3 5 0 0,-2 6 1 16,1 7 0-16,-2 8 1 0,-2 8 1 16,-2 4-3-16,-2 10 0 0,-3 5 0 0,2 3 0 15,1 5 0-15,-1 1 0 0,3-2 0 0,2-1 0 16,3-1-3-16,2-4-12 0,3-3-14 16,5-6-25-16,1-6-52 0,2-6-85 15,3-7-157-15,3-9-271 0,5-9-328 0,1-4-403 16,4-8-338-16,1-4 21 0,0-6 733 0</inkml:trace>
  <inkml:trace contextRef="#ctx0" brushRef="#br3" timeOffset="165298.32">26716 6463 526 0,'6'16'1110'15,"-6"4"335"-15,0 6-51 0,-2 1-329 16,0 1-403-16,-4 2-228 0,3 1-139 0,2-3-101 16,-1-1-75-16,4-1-53 0,-1-6-30 0,6-3-15 15,0-7-9-15,3-4-5 0,1-6-2 16,5-6-3-16,0-4 0 0,-1-7-2 0,4-3 2 15,-3-4 0-15,1-4 1 0,-2-3-1 16,-4-5-1-16,0-3 1 0,-5-3 1 0,-3-3 8 16,-3 0 11-16,-3 1 18 0,-3 3 15 0,-5 7 8 15,-3 9 2-15,-5 6-6 0,-2 11-10 0,-3 8-15 16,-3 11-11-16,1 11-8 0,-3 6-7 16,4 9-4-16,2 4-2 0,3 4-3 0,6 3-4 15,1 0-1-15,10 2-9 0,5-2-25 16,6-3-80-16,6-5-129 0,5-4-252 0,6-8-305 15,5-3-386-15,7-10-466 0,3-5-107 0,3-8 610 16</inkml:trace>
  <inkml:trace contextRef="#ctx0" brushRef="#br3" timeOffset="165648.67">27281 6475 177 0,'4'-31'1218'16,"-8"1"660"-16,-2 2-218 0,-6 9-406 0,-5 3-433 15,-5 8-372-15,-3 7-206 0,-1 6-98 16,-5 11-50-16,1 5-29 0,0 6-20 0,0 7-16 15,6 7-12-15,2 2-7 0,5 4-5 0,4 0-4 16,8 3-3-16,4-4-1 0,7-2-1 16,7-8-1-16,7-6-10 0,6-9-18 0,4-10-29 15,1-11-60-15,4-11-78 0,2-10-99 0,-1-11-118 16,2-8-105-16,-4-8-74 0,0-8 49 16,-4-8 152-16,-2-5 209 0,-4-6 215 0,-2-4 191 15,-1-3 193-15,-4-5 67 0,-3 1-22 16,-4 2-53-16,-4 4-49 0,-2 11-62 0,-4 13-81 15,-5 9-58-15,0 12-39 0,-1 11-28 0,-3 14-20 16,-3 11-15-16,-1 13-12 0,-1 12-9 0,0 9-6 16,-2 12-27-16,0 8 0 0,1 11 0 15,-1 9 0-15,-2 9 0 0,2 10 0 0,-1 3 0 16,1 5 0-16,2-1 0 0,6-7 0 0,2-6 0 16,2-10-115-16,1-10-211 0,5-11-266 15,1-11-376-15,2-11-495 0,1-12-536 0,-1-6 140 16,4-9 1135-16</inkml:trace>
  <inkml:trace contextRef="#ctx0" brushRef="#br3" timeOffset="167297.75">13200 8031 325 0,'-6'0'912'15,"1"-2"339"-15,0 2-25 0,1-1-197 0,0 1-482 16,1 0-224-16,3-2-77 0,3 1-27 0,2 1-18 16,3-1-4-16,6-3-8 0,-1 2-26 15,7 0-31-15,4-1-30 0,6 0-22 0,3-2-18 16,5 1-12-16,5 2-5 0,6 0-10 0,0 2-5 15,3 0 2-15,4 0-3 0,2 0-2 16,0 0 1-16,3 0 0 0,2 0 0 0,2 2-3 16,3-2-2-16,3 0-3 0,3 0-5 15,2-2-5-15,3 2-3 0,0 0-3 0,2-4-3 16,-1-1 2-16,3 1 1 0,1-2-1 0,-1 0 0 16,1 0 2-16,5-3 0 0,-1 1-2 0,2-2-3 15,0 0-1-15,-1 0 1 0,-1 0-2 16,-1 0 2-16,1 1 0 0,0 0 0 0,2 2 1 15,0-1 0-15,-1 0-1 0,-1 4-2 16,-2-1 1-16,-4 3 0 0,0-1 2 0,-1 3 0 16,-5 0 0-16,3 0 0 0,-3 3 1 0,1-1 0 15,-1 0-2-15,0 1 0 0,-2 0-1 0,-2 0 0 16,1 0-2-16,-4 2 2 0,-3-3 1 0,1 3 0 16,-3-1 1-16,1 0 1 0,1 1 1 15,2 0-2-15,-3-1 0 0,3 2-1 0,-3 2 0 16,2-1-1-16,0 1 1 0,-2 1-1 15,0 0 0-15,0 1 1 0,-2-1 1 16,4 0 0-16,-1 0-1 0,2 1 3 0,3-4-1 16,0 2-2-16,2 0 0 0,0-2-2 0,0 0 0 15,2 1-1-15,-2-1 1 0,0-1 2 0,3 1 0 16,0-2 2-16,3 2-1 0,-2-4 2 16,2 4-2-16,3-4 0 0,-2 1-2 0,2-1 0 15,-3-2 0-15,3 2 1 0,2-2 1 16,-2 0 1-16,4 0 1 0,0 0-1 0,1 0 0 15,2 0-2-15,-1 0 0 0,0 0-3 0,-1 0 2 16,1 0 2-16,0 0 0 0,4-2 1 16,0 0-1-16,1 2 2 0,0-5-3 0,2-1-2 15,0 2 0-15,-1 0 0 0,0-2 1 0,-2 0 2 16,3-2 0-16,3 0 0 0,-2 1 2 16,2-1-3-16,0-1-1 0,-3 0 1 0,0-2 0 15,0 2 0-15,2 0 0 0,-1-1 1 0,0 0 0 16,2 0-1-16,0 1-1 0,2 1-1 0,-3-1 0 15,0 2 2-15,1 3 1 0,-1-1 1 16,-1 4 1-16,3 1 0 0,-1 0-2 0,1 1 0 16,-3 2-2-16,1 0 0 0,-2 2 1 15,0-1 1-15,0 1 2 0,1 3-1 0,1-1 1 16,0 0-2-16,0 3-1 0,-1-2-1 16,-1 1-1-16,2 2 1 0,-2-2 1 0,0 2 1 0,1-3 1 15,2 1 0-15,-2-1-1 0,1-2-1 16,-1 0-2-16,-2-1 1 0,0 0 1 0,0 0 1 15,-1-1 0-15,0 0 0 0,2 1 2 16,2 0-3-16,-4 0 0 0,0-2-3 0,1 4 1 16,-3-1 2-16,3 0 1 0,-3 1 0 0,-1-1 1 15,4 3 0-15,-6-1-2 0,2-1 0 16,-1 0-3-16,-2 3 1 0,-4-3 2 0,-2 2 1 16,0 1 2-16,0-3-1 0,1 3 7 0,0-1 1 15,-3 0 0-15,1 1 1 0,-1-1-2 16,1-1-1-16,-3 0-4 0,1-3-1 0,-1-1-1 15,1-2 0-15,0-1 1 0,0-2 1 16,1-3-1-16,0 0 0 0,-1 0-1 0,-1-3-2 16,-1-1-1-16,-2 3 0 0,0-1 0 0,-2 1 2 15,-6 2 0-15,2 0 0 0,-2 2 2 0,1 1 0 16,-6 1-1-16,1 2 0 0,-3 0-2 16,-4 0-1-16,2-1-1 0,-5 3-1 0,-1-3-1 15,-4-1-2-15,0 2-6 0,-7-6-29 16,-5 2-89-16,-5-1-161 0,-6-5-259 0,-8-1-314 15,-9 0-413-15,-8-3-451 0,-12 1 8 0,-9 1 788 16</inkml:trace>
  <inkml:trace contextRef="#ctx0" brushRef="#br3" timeOffset="173627.45">15053 11864 175 0,'-2'2'376'0,"1"1"155"0,-1 0 83 15,-1 0-182-15,3 0-173 0,-3-1-89 0,2 1-44 16,-1-2-28-16,2 1-18 0,-1-1-21 15,1 1-16-15,0-2-16 0,-2 0-10 0,2 1-8 16,0-1-7-16,0 0 1 0,0 0 1 0,0 0-2 16,0 0-2-16,0 1 0 0,0-1 0 15,0 0-2-15,0 2 0 0,-2 0-11 0,2 0-36 16,0 0-69-16,-1 0-134 0,-1 4-233 16,2-4-121-16,-2 1-10 0,2 1 114 0,0 0 181 15</inkml:trace>
  <inkml:trace contextRef="#ctx0" brushRef="#br3" timeOffset="173827.41">15068 11989 245 0,'-4'5'473'16,"3"-1"177"-16,-3 1 94 0,1-2-249 16,0 3-200-16,3-2-107 0,-2 1-53 0,-1 0-31 15,3 0-23-15,0 1-19 0,0 2-17 16,2-2-17-16,-1 0-14 0,1 1-9 0,1-1-5 15,0 1-12-15,1-1-34 0,-1 0-46 0,0-2-58 16,0 1-67-16,-1 0-91 0,2 0-121 16,-1 1-140-16,-3-2-36 0,2 2 79 0,-2-2 146 15</inkml:trace>
  <inkml:trace contextRef="#ctx0" brushRef="#br3" timeOffset="174010.34">15078 12258 114 0,'0'8'298'0,"-1"0"132"0,-2-1 36 16,1 1-103-16,2-2-124 0,-3 1-96 0,3 0-58 16,-1-1-38-16,-1 0-20 0,0 0-9 15,2 0-7-15,0 0-7 0,-1 0-17 0,1 0-38 16,0-1-63-16,-2 1-106 0,2-2-137 16,0 0-94-16,-2-1 9 0,1 1 94 0,-1-3 123 15</inkml:trace>
  <inkml:trace contextRef="#ctx0" brushRef="#br3" timeOffset="174227.55">14977 12356 105 0,'-6'0'257'0,"0"1"111"0,-1-1 13 16,0 0-61-16,0 0-73 0,1-1-49 0,-1 1-35 15,2-3-23-15,-4 2-25 0,3-2-29 16,1 0-19-16,0 2-16 0,0-3-11 0,2 3-15 15,-3-2-12-15,2 0-7 0,0 2-8 0,0-1-11 16,0 1-20-16,1-1-30 0,-2 1-50 16,1 1-64-16,-1 1-82 0,0 1-109 0,2-1-94 15,-2 1 17-15,0 1 89 0,-1 0 120 16</inkml:trace>
  <inkml:trace contextRef="#ctx0" brushRef="#br3" timeOffset="174360.24">14683 12439 194 0,'-3'0'319'16,"0"0"104"-16,-2 0-40 0,2-3-136 0,2 1-111 16,-3 1-66-16,3-1-46 0,-1-3-79 0,-1 1-201 15,0 0-122-15,-1 0-25 0,1-1 42 16,-3-1 92-16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18T07:25:56.41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11521 2275 30 0,'2'-4'317'0,"-2"2"227"16,0 2 206-16,0-3 49 0,1 1-192 0,-1 2-83 15,2-1-56-15,-2 2-53 0,0-1-58 16,0 5-50-16,0-3-66 0,-2 5-54 0,2 1-19 15,0 1 2-15,2 0 22 0,-2 3 16 0,2 1 2 16,-2 2-16-16,0 0-31 0,0 5-33 0,-2-1-35 16,2 4-32-16,-2 1-17 0,2 1-11 15,0 4-3-15,-1 1-6 0,1 1-3 0,0 4-1 16,0 1-3-16,0 2 0 0,0 0 0 0,0 4 0 16,-2 3 2-16,2-3 2 0,0 4 3 0,-2-1 2 15,-1 4 0-15,3-2 0 0,-3 3-1 16,0 1-1-16,0 1-3 0,-2 1-3 0,2 2-4 15,0-3-1-15,0 3-4 0,-1-1-1 16,1-1-1-16,2 1-2 0,-1 0 2 0,0-3-1 16,2 1 1-16,-1 1 0 0,1-2 1 0,1 1 0 15,-1 2-1-15,2-2-1 0,-2 3 0 16,3-2-2-16,-1 2-2 0,-1-1-1 0,1 0-1 16,3-2-1-16,-2-1 0 0,0 0 1 0,0 1 1 15,2-2 1-15,-2 0 1 0,0-2 0 0,0 1-1 16,-1 1-1-16,1-4 0 0,1 2 0 15,-3-1-1-15,1-2 0 0,-1 2-2 16,2-3 1-16,-3 0-1 0,2-1 0 0,-1 1-1 16,-1 0 1-16,-1-3 0 0,-1 0 1 0,2-1 0 15,-3 1 1-15,2 0 1 0,-1-1 0 16,1 3-2-16,-1-2 2 0,0 2-2 0,1 2 1 16,-1 1 0-16,0-2-1 0,1 3 0 0,-1 0-1 15,2-3 0-15,-1 3-1 0,-1-1 1 16,2 1 1-16,0 1 1 0,0-2 1 0,0 2 1 15,0-2 0-15,0 2 0 0,0-1-2 16,3 0 0-16,-3-1-2 0,3 0 0 0,-1-3 0 16,0 2 0-16,1-2 0 0,0-1 0 0,0-1 0 15,3 1-1-15,-3-2 0 0,1 1 0 0,0-1 1 16,-2-1 0-16,1 2 2 0,1-1 0 16,0 2 0-16,-1 0 1 0,0 0-1 0,-1 0-1 15,1 0 1-15,-1 2-1 0,1-2-1 16,-2 0 0-16,1-1-1 0,1 0 0 0,-1 0 0 15,0-2-1-15,-1-3 0 0,1 2-1 0,-1-6 2 16,-1 1 0-16,2 0 1 0,-2 0 1 16,0 0 0-16,-2 1 2 0,2-2-1 0,-1 2-1 15,-1 2 0-15,1-4-1 0,-1 5 0 0,0-3 0 16,-1 0 0-16,1-1 0 0,-1 1 0 16,0-4-1-16,1-2 1 0,2 0 0 0,-1-2 0 15,-1-3 0-15,2 0 0 0,0-3 1 0,0 0-2 16,2-2 0-16,-1 1 0 0,3-3 0 15,-1 1 0-15,0-2-1 0,2 3 2 0,1-2-1 16,0 1 1-16,1-1-1 0,-1 0 0 16,1 2 0-16,-1-4 0 0,3 1 1 0,-1 0 0 15,0-3 0-15,1 0 0 0,-2 1 1 0,1-3-1 16,0-1 1-16,1 0 0 0,-3-2-1 16,2 2 0-16,0-4 0 0,2 2 0 0,-2-5 0 15,0 4 1-15,0-1-1 0,2-3 0 16,0 2 1-16,0-2-1 0,0 2 1 0,2 0-1 15,-1-1 0-15,1-1 0 0,1 0 1 0,1 3-1 16,1-2 0-16,0 0 0 0,0 1 0 0,0-1 1 16,1 0-1-16,1 2 1 0,-2 0-1 15,2-2 0-15,-1 2 0 0,3-3 0 0,0 4 0 16,-2-1-1-16,2-3 1 0,-1 2-1 16,1 0 1-16,-2-1-1 0,2 0 0 0,1 1 1 15,-2-1-2-15,3 0 1 0,-1 0 0 0,-1 0 0 16,0 2 1-16,0-3 1 0,3 3 0 0,-1 0 1 15,1 0 0-15,0 0 0 0,0 0 0 16,3 4 0-16,-1-1-1 0,0-1 1 0,3 1 0 16,0 0-1-16,-1 0 0 0,3-1 0 15,-1 0 1-15,2 1-2 0,0 0 1 0,0-2 0 16,-1 0 0-16,1 0-1 0,0 0 0 0,0-2 0 16,0-1 0-16,2 2 0 0,-1-4-1 15,2 2-1-15,2-3 0 0,-1 0 2 0,0 0 0 16,1 0 0-16,0-1 2 0,4-1 1 15,-1-1 0-15,0 2-1 0,0-1 0 0,3 0 0 16,1 1-1-16,0 0 0 0,1-1 0 0,-2 1-1 16,2 1 0-16,-1-2 0 0,0 1 0 15,2 0-1-15,-2-3-1 0,0 3 1 0,2-2-2 16,-3 0 1-16,3 0 1 0,0 0 1 16,-1-3 1-16,1 4 0 0,1-1 2 0,0 1 0 15,0 0-1-15,2 1 1 0,-1-2-2 0,3 3 0 16,-1 0-1-16,1 0 0 0,-3 0-1 0,2 0 0 15,1 0 0-15,-1-1-2 0,2 0 0 16,-2-3 2-16,4 2-1 0,-2-2 2 0,0 0 2 16,2 0-1-16,0-1 2 0,0-1-1 15,2 0 0-15,3 0 0 0,-2 2-1 0,-2-2 0 16,2 1-1-16,-1-1-1 0,-1 1 0 0,0 2-2 16,0-2 0-16,1 1 2 0,-2 2 0 15,-1-2 1-15,1 2 0 0,0-3 3 0,-1 2-1 16,1-1 0-16,0-1-1 0,-1-1-1 15,1 0 0-15,-2-1 0 0,0-1 0 0,-2 0-1 16,-2-2 0-16,3 1 0 0,-3 0-1 0,2-2-1 16,-4 3 1-16,0-1 0 0,1-2 2 15,-2 3 1-15,-1-1 0 0,-1 1 0 0,3-1 1 16,-3 0 0-16,-1 0-2 0,2 0 0 0,-2-2 1 16,0 0 0-16,0 1 1 0,-3-3 0 15,-2-1 0-15,-2 1-1 0,0-4-1 0,-1 0 0 16,-4-2 1-16,-1 1-1 0,2-3 0 0,-6-2 0 15,-2-1 1-15,1-2-1 0,-2-5 0 16,-2 0 0-16,-1-3 0 0,-1-1-1 0,0 0 0 16,-5-2 0-16,3 0 0 0,-6-2-1 15,0-1 0-15,0 2 0 0,-3-3 0 0,-2 1 1 16,-2-1 1-16,-1 1 2 0,-3-2-1 0,0 0 2 16,-5-4-1-16,2 1 1 0,-2-4-1 0,-2 0-1 15,0-3-1-15,-2-1 0 0,0-4 0 16,-1 0-2-16,3-3 1 0,0 0 1 0,0-2 1 15,0 2 1-15,1-2 0 0,1 4 1 16,2-4-1-16,-1 3 0 0,1-1-2 0,-1-1-1 16,2 3 0-16,-2-2-1 0,4 2-1 15,-2-2 1-15,4 0 2 0,-4-2 0 0,2 0 2 16,3-6 0-16,-2-2 1 0,2-5-3 0,2-4 0 16,0-4-3-16,4-3 1 0,-2 0 2 0,1-1-1 15,2-1 2-15,-1 2 0 0,2 2 1 16,-5 5-1-16,0 2-1 0,-1 6 0 0,-1 4-2 15,-2 4 1-15,-1 3 0 0,0 4 0 16,-1 3 1-16,2 0 1 0,-4 3 0 0,4-2 1 16,-2 0 0-16,1-3-1 0,0-1 0 0,2 2-1 15,2-5-1-15,0 2-1 0,-1-2 1 0,2 3-2 16,3 1 0-16,-3 1 1 0,2 4 2 16,-2 0 0-16,1 4 1 0,1 3 1 0,-4-1 1 15,2 3-1-15,2 2 0 0,-4 2-1 16,1-1 0-16,-1 1 0 0,1 1-1 0,0-2 0 15,1 1 0-15,-2 1-1 0,3 0-1 0,-1-2 0 16,0 2 0-16,0 2-1 0,2-3 1 0,-2 3 0 16,0 0 0-16,0 2 1 0,1 0 0 15,-1 1 2-15,0 1 1 0,-1 3 0 0,-1-1 0 16,1 2 0-16,-1 0-1 0,-1 4 0 0,0 0 0 16,-1 0 1-16,-1 1 0 0,1 4-1 0,-1 1 1 15,-3-1 0-15,4 2-1 0,-6 1 1 16,2 2 0-16,-1 0-1 0,2 3 1 0,-3 1-2 15,1-3 1-15,-1 3 0 0,-2 1 0 0,3-3 1 16,-2 5-1-16,1-3 1 0,-3 2-1 0,1 2 1 16,1-2 0-16,-2 2 1 0,0-2-1 15,4 1 0-15,-4-1-1 0,-1-1 0 0,3 3 0 16,-2-2 0-16,1 0 1 0,-2 0 0 0,1 2 0 16,-2-4 1-16,1 2-1 0,0-1 0 0,-5 1 0 15,3-1 0-15,-2 2 0 0,0 0 0 0,-4-2 1 16,3 2-1-16,-2-1 1 0,-3 1 0 15,3 1 0-15,-2 1 0 0,0-1-1 0,-1 1 0 16,0 0 0-16,-2 0-1 0,0-2-1 0,1 3 0 16,0-3 0-16,-3 2 0 0,4-1 0 15,-4-3 0-15,1 3 2 0,-1-1 0 0,0 1 0 16,-1-1 2-16,-1 0-1 0,-1 1 1 0,0 0-2 16,-1 1 1-16,-1 0 0 0,0 0 0 0,0 1-1 15,-1 1 1-15,-4 1-1 0,1 0-1 0,0 0 0 16,-4 1 0-16,0 1-2 0,2-1 1 0,-4 1 0 15,1-1 0-15,-1 1-1 0,4-1-1 16,-4-1 1-16,-1 0 1 0,3 0 0 0,0 0 1 16,0 0 1-16,-1-1 1 0,1 1 0 0,1-2-1 15,-1 2 0-15,-1 0 0 0,1 0 0 0,0 0-1 16,0 2 0-16,-1-1-1 0,-1-1 1 0,2 2-1 16,-2-2 0-16,1 1 0 0,1-1 0 15,2 0-2-15,-3 0 1 0,3 0-1 0,-1-1 0 16,0-1 1-16,2 2 0 0,0-3 1 0,0 2 1 15,1-1 0-15,-1-1 1 0,0 0 0 0,2 0-1 16,-2-1 1-16,2 0 0 0,-2 0-1 0,2 2 0 16,-2-2 0-16,0 2 0 0,-2-1 0 15,0 2-1-15,1 1 0 0,-1 0 0 0,-1 0 0 16,2 1 0-16,-2 2 0 0,3-1-1 0,-1 0 0 16,1 1 0-16,0 0 2 0,-1 1 0 0,2 1 1 15,0-1 0-15,-1 1 2 0,2-1 0 0,2 1 0 16,-3-3-2-16,1 3 1 0,1 0-1 15,1-4 1-15,-1 4-1 0,0-4 1 0,1 0 0 16,-1 4 0-16,2-5 0 0,-3 0 0 0,1 2-1 16,-2-2-2-16,2 3 1 0,1-3 0 0,-1 0 0 15,-1 1 0-15,1-1-1 0,-1 0 1 16,1 2-1-16,1-2 1 0,-1 1 0 0,-1-1 1 0,1 1-1 16,1-1 2-16,-3 0 1 0,1 0-1 15,1 0 0-15,-1 0 0 0,1-1 0 0,1 1-1 16,-1-1 1-16,1-1-2 0,-1 2 1 0,0-1-1 15,2 1 0-15,-4-3-1 0,4 3 0 16,1 0 0-16,-1 0 0 0,2 0 0 0,-1 0 0 16,2 0 0-16,1 3-1 0,0-2 1 0,4 1-1 15,1-1 0-15,1 0 0 0,2 2-1 0,1-3 0 16,4 0 0-16,1 0-1 0,2 0-4 16,2 0-11-16,2 0-19 0,3-4-29 0,0 0-77 15,3-1-127-15,0 0-254 0,2 1-308 0,-1 0-384 16,1 0-462-16,-2 4-114 0,-3 2 590 0</inkml:trace>
  <inkml:trace contextRef="#ctx0" brushRef="#br0" timeOffset="1133.92">7957 4511 305 0,'-8'-2'632'0,"-1"0"333"0,-2 1 143 16,3-2-261-16,0 1-200 0,1 1-77 0,1 1-49 15,0 0-75-15,5 0-78 0,-1 0-65 0,0 0-55 16,2 0-67-16,4 1-61 0,3 2-35 0,4 2-17 16,5 2-2-16,6 4 3 0,5 2 0 15,10 4 0-15,5 2 3 0,9 6-2 0,7 3-6 16,7 3-8-16,3 6-6 0,3 1-8 16,0 5-11-16,2-2-9 0,0 4-6 0,-2 0-5 15,-3 2-3-15,0-2-4 0,-2 0-1 0,-3-2 0 16,-1 2-2-16,-2-6 0 0,-4-1-1 0,-2 1 0 15,-4-5 2-15,-1-1-1 0,-5-3 1 16,-2-1-1-16,-6-4 0 0,0 1-1 0,-4-5 0 16,-7-2 0-16,-1-2-1 0,-4-3 0 0,-4-1-1 15,-2-1 1-15,-4-3 0 0,-4-3 0 16,-1-2-3-16,-5 1-4 0,-3-4-6 0,-2-1-9 16,-3-1-13-16,-1-3-17 0,-4 0-19 0,-1 0-40 15,-3-2-70-15,-1-1-83 0,-3 0-149 16,0 1-252-16,0 0-321 0,-3 0-322 0,-3 1-195 15,0 3 79-15,-1 0 601 0</inkml:trace>
  <inkml:trace contextRef="#ctx0" brushRef="#br0" timeOffset="1471.09">8313 5860 21 0,'-19'17'921'16,"0"-4"774"-16,0 0-38 0,3-3-366 0,0-1-331 15,5-3-532-15,0-5-205 0,5-2-93 16,6-7-41-16,3-5-14 0,6-10-3 0,9-7-1 16,7-9-4-16,12-10-3 0,8-10-7 0,11-8-6 15,7-12-7-15,11-9-8 0,10-7-8 16,3-10-6-16,8-5-8 0,4-1-7 0,-2 2-2 15,-4 5 0-15,-1 5-3 0,-5 6-1 0,-8 6-2 16,-3 5 1-16,-8 7-4 0,-8 7-11 16,-8 11-20-16,-9 7-27 0,-10 13-73 0,-11 7-94 15,-9 10-174-15,-10 10-282 0,-8 5-335 16,-8 10-394-16,-7 6-218 0,-7 11 156 0,-4 3 713 16</inkml:trace>
  <inkml:trace contextRef="#ctx0" brushRef="#br0" timeOffset="2196.65">7872 6339 72 0,'-8'-8'590'0,"0"0"452"0,0 2 187 0,0 2-91 16,-1 1-373-16,2 2-318 0,3-1-126 15,0 2-63-15,1 0-24 0,3 0 7 0,3 2-6 16,2 0-17-16,8 3-31 0,7 1-28 0,7 1-27 16,6 3-31-16,7 0-13 0,11 4-10 15,5-2-8-15,11 3-6 0,6 1-4 0,6 2-5 16,4 2-6-16,5 1-7 0,3 3-4 0,3 1-7 15,3 3-6-15,3 4-6 0,1 1-7 16,1 2-4-16,-2 1-4 0,-1-1-4 0,-3 2 0 16,-3-1 0-16,-4 0 1 0,-1-2 1 0,-5 1 2 15,-1-3 0-15,-6 2 0 0,-5-3-1 16,-5-1-1-16,-4-1 0 0,-5-4-2 0,-8 0 0 16,-3-5-1-16,-8-1-1 0,-5-2 0 0,-3-3-1 15,-8-1-1-15,-3-4-3 0,-5-3-5 16,-4 0-7-16,-4-3-11 0,-4-3-15 0,-4-1-18 15,-4-2-36-15,0-2-64 0,-4-1-64 16,0-1-86-16,-4 1-138 0,0-2-206 0,-3 3-286 16,1 1-211-16,-1 4-189 0,-1 0 43 15,-1 2 460-15</inkml:trace>
  <inkml:trace contextRef="#ctx0" brushRef="#br0" timeOffset="2885.75">7935 8025 6 0,'-14'8'286'0,"1"0"190"16,-2 0 164-16,-2-2 64 0,2-2-236 0,0 0-129 16,1 2-33-16,2-3 25 0,0 1 43 15,0 0 16-15,2-1-17 0,2 0-43 0,1-1-47 16,2 1-65-16,0-1-59 0,2 0-50 0,1-2-30 16,2 2 9-16,0 0 17 0,5-2 27 15,2-2 38-15,3 0 17 0,5-2 5 0,4-1-21 16,3-2-27-16,5-3-30 0,6-3-37 15,6-3-16-15,3-4-10 0,5-3-7 0,7-2 0 16,9-4 1-16,6-3 2 0,4-4-3 0,5-5-3 16,7-4 0-16,-1-3-2 0,4-5-2 0,4-2-2 15,1-8-1-15,7-4-1 0,0-5-6 16,5-6-6-16,-2-3-5 0,-3-2-3 0,-2 1-2 16,-2-3-3-16,-7 5 0 0,-3-1-1 0,-6 4 0 15,-4 2-3-15,-5 2-2 0,-8 5-1 16,-7 5-1-16,-6 6-1 0,-6 6-1 0,-7 7 1 15,-6 2 1-15,-5 10-1 0,-5 5 2 16,-3 3 1-16,-5 6 0 0,-1 5 3 0,-5 0 2 16,1 4 3-16,-3 1 1 0,-2 2 1 0,1 2 0 15,-2 0-2-15,0 1-3 0,-2 0-2 0,-2 0-3 16,2 0-2-16,-2 1-3 0,0-1-5 16,0 2-9-16,0-2-15 0,1 0-21 0,-1 2-37 15,-1-3-78-15,1 2-92 0,-1 2-159 16,0 0-280-16,-2 2-325 0,0 2-350 0,-1 0-185 15,0 2 139-15,1 0 662 0</inkml:trace>
  <inkml:trace contextRef="#ctx0" brushRef="#br1" timeOffset="15852.67">14823 4410 58 0,'-4'3'398'16,"1"-2"291"-16,-2 2 235 0,0-2 14 15,2 1-231-15,-3-2-171 0,1 0-125 0,1 0-83 16,-1 0-60-16,0-2-53 0,0 2-20 0,0-1 1 15,-1 1 23-15,0 0 12 0,1-1-4 0,0-1-19 16,0 1-34-16,-2-2-38 0,1 0-39 16,-1 1-29-16,-1 0-16 0,2 0-10 0,-2 0-3 15,0-1-5-15,-2 2-1 0,0-1-1 16,0 1-3-16,-1-1-2 0,-1 1-1 0,0-2 0 16,3 3-1-16,-5 0-2 0,2-2 0 15,0 2-2-15,2-2 0 0,-2 2-1 0,-1-3 0 16,2 2 0-16,0 0 1 0,-2-3 0 0,0 2-1 15,0 0 0-15,1-1-2 0,-3 0-2 16,2-3-3-16,-3 3-1 0,2-1-2 0,-2-1-1 16,0 1-1-16,1-2-1 0,-1 1-2 0,-2-1 1 15,2 2-2-15,-2-1-1 0,1 1-1 16,-1 0 1-16,0-1-2 0,-1 1 0 0,2 2 0 16,-1-2-1-16,0 3 0 0,1 0 0 15,-1-1 0-15,3 2 1 0,0-2 0 0,2 1 0 16,1 0-1-16,0-1 1 0,-2 1 0 0,5-1-1 15,-3 1 0-15,2-1 1 0,0 1 0 16,0-1 0-16,-2 0 0 0,2 1 0 0,-1-2 0 16,0 2 0-16,0-1 2 0,-2 1-2 0,1-1 0 15,-1 1 1-15,-1 0 0 0,1-1 0 16,-2 0-1-16,0 1 1 0,1 0-1 0,0-3 1 16,-2 3 0-16,3-1-1 0,1 1 2 0,-4-2-1 15,3 0 0-15,-1 0 1 0,1-1 0 16,-1 1 0-16,3 1 0 0,-2-2 1 0,-1 0 0 15,3 1-1-15,-3 0 0 0,1-1 0 16,-1 1 0-16,1 0-1 0,1 0 0 0,-4-2-1 16,3 3 0-16,-1 1 0 0,0-2 0 0,-2 3-2 15,3-1 1-15,-2 1 0 0,0 0-1 16,1 0 0-16,1 0 0 0,-1 0 2 0,-2-2-1 16,4 2 0-16,-2-1 0 0,1 1 0 0,0 0 0 15,1-1 0-15,0 1-1 0,-2-2 1 16,3 2-1-16,0 0 1 0,0-2-1 15,1 2 1-15,-2 0 0 0,4 0 0 0,-2 0 0 16,0 2 0-16,0-2-1 0,0 0 1 0,2 2-1 16,-4-1 1-16,4-1 0 0,-2 1-1 0,1 1 0 15,0-1 0-15,0-1 0 0,-3 2 0 16,4-1 0-16,-2 0 1 0,0 1 0 0,-2-2 1 16,3 0 0-16,-2 1 1 0,0 1-1 15,1-2 0-15,-2 2 0 0,1-2-1 0,-2 1 1 16,2-1-1-16,0 2 1 0,-2-2 0 0,1 0 0 15,0 1 0-15,-2-1 0 0,3 0 0 16,-1 0 0-16,0 0-1 0,0-1 0 0,-1 1 1 16,0 0-1-16,1-2 1 0,-1 2-1 15,-1 0 0-15,1 0 1 0,1 2 0 0,-4-2-1 16,3 1 1-16,-1 1-1 0,1-1 0 0,-1 1 1 16,0 0-2-16,0 2 0 0,1-2 1 15,0 2 0-15,-1-2-1 0,1 2 0 0,1-2 1 16,1 1 0-16,0 1 1 0,0 0-1 0,1-1-1 15,0 0 1-15,1 0 0 0,1 1-1 16,0-3 0-16,2 2 0 0,-2 0 0 0,2 0 0 16,0 0 1-16,-1-1-1 0,2 3 0 0,-1-2 1 15,0 2 0-15,1-2 0 0,0 1 0 16,0-1-1-16,1 2 1 0,-2 0-1 0,1-2 1 16,0 4-1-16,-1-3 0 0,-1 2 0 15,1 1 1-15,-2 0 0 0,2-1-1 0,-2 1 0 16,1 1 1-16,-2-1-1 0,1 1 0 15,0-1 0-15,-3 1-1 0,3-1 0 0,0 1 1 16,0 0-1-16,1-3 2 0,-1 2-2 0,0 0 1 16,1-1 1-16,0 1-2 0,0-1 1 15,1 0 1-15,1 0-1 0,0 0 0 0,-1 1 0 16,2 0 1-16,-1-1 0 0,1 1 0 0,0 1-1 16,0-1 1-16,1 1-1 0,0-1 1 15,-1 3-2-15,2-2 1 0,1 1 1 0,-3 1 0 16,3-1 0-16,-1 2 2 0,0 1-1 0,-1-1 0 15,3 2 0-15,-3 0 0 0,1 0 0 0,1 0-1 16,-1 0 1-16,-1 2 0 0,3-2-1 16,-3 1 1-16,3-1 0 0,-1 0 0 0,1 0 0 15,-2 0-1-15,2 2 1 0,0-2 0 0,0-1 0 16,0 0-1-16,0 1 0 0,0-3 0 16,2 1 1-16,-2 1 0 0,0-1-1 0,0 0 1 15,0 0 1-15,0 0-1 0,0 1 0 16,0 1-1-16,0-2 0 0,0 0 0 0,0-1-1 15,0 2 0-15,0 0 1 0,0-1-1 16,1 1 0-16,-1-1 1 0,0 2-1 0,0-2 1 16,0 3 0-16,0 0 1 0,0 0-1 0,0 0 0 15,0-1 0-15,0 3 0 0,0-1-1 16,-1-2 0-16,-1 2 1 0,2 0 0 0,-2 1 0 16,1 0 0-16,-1-3 0 0,2 2-1 0,-1 0 1 15,-1-2-1-15,2 0 1 0,0 4 0 0,0-6 0 16,0 3 0-16,2-1 0 0,-1-1 1 15,-1 0 0-15,2 1 0 0,-1-2-1 0,1 0 1 16,0 0-1-16,2 0 1 0,-2 1-1 16,2-3 0-16,-2 2 1 0,1-1-1 0,2 1 0 15,-2-1 1-15,2 1 0 0,-2 2 0 0,3-4 0 16,-1 2 0-16,1-1 0 0,-1 2 0 16,0 0 0-16,1-2 0 0,2 1-1 0,-2 0 1 15,-1-1 0-15,3 1 0 0,1-1 0 16,0 0 0-16,-3 0 0 0,5-2 1 0,-2 2-2 15,-1-1 1-15,2 0 0 0,2-2-1 0,0 2 1 16,2 0-1-16,-3-1 1 0,0 0 0 0,3 0 0 16,-1 0-1-16,1 0 1 0,-1 2 0 0,-2-3 0 15,5 2 0-15,-5-1-1 0,1-1 0 16,1 2 0-16,-1-2 0 0,1 3-1 0,-2-2 1 16,0 0 0-16,0 0 0 0,-1 1 0 15,1-2 0-15,-2 2 0 0,1-1 0 16,-1 0 0-16,-1-1 0 0,0 4 0 0,-1-4-1 0,2 2 1 15,-3-2 0-15,2 1-1 0,0-1 0 16,0-1 1-16,0 1 0 0,-2 1-2 0,2-3 2 16,1 2 0-16,1-1-2 0,-2-1 2 15,3 1 0-15,0-2-1 0,0 2 0 0,0-1 0 16,2-1 1-16,1 1-1 0,-1-1-1 0,0 0 1 16,1 2 0-16,0-1 0 0,0 1-1 0,1-1 1 15,0 0 0-15,-2 2 1 0,4-1-2 16,-4 0 0-16,3 1 0 0,-2 1 1 15,0-2 0-15,-1 0 1 0,1 0 0 0,-1 1 2 16,0-1-1-16,0 0 1 0,2-2 0 0,-1 3 0 16,-1-3-1-16,2 2 1 0,-3-1-1 15,2 1 1-15,0-2 0 0,0 2-1 0,0 0 1 16,3-2-1-16,-2 2 1 0,0 0-1 0,0 1 0 16,1-1 0-16,1-1 1 0,-1 2-1 15,0-1 0-15,2-2 1 0,-1 1-2 0,2-1 0 16,-2-1 1-16,0 0-1 0,1 0 1 0,-1 0 0 15,1-2 0-15,-1 1 0 0,2 0 0 16,-3-1 0-16,4 0-1 0,-4 1 1 0,3 0-1 16,-3-1-1-16,3-1 1 0,0 0-1 15,-1 0 0-15,0 0 0 0,0-1 0 0,2-3 1 16,-1 3 0-16,0-4 0 0,0 0-1 0,0-1 0 16,0 0-1-16,0 0 0 0,0-2-2 0,0 0 2 15,-2-3 0-15,1 4 2 0,1-1 0 16,-3 0 0-16,1 1 1 0,-1-1-1 0,1 2 1 15,-1 0 1-15,1 0-1 0,1 2 0 16,-1 0 0-16,0-1 1 0,-2 2-2 0,4-2 0 16,-3 0 1-16,1 3 0 0,-1-2 0 15,1 2 0-15,-1-2-1 0,1 3 1 0,1-2-1 16,-2 0 0-16,1 2-1 0,-3-1 1 0,3-1 0 16,-2 2 0-16,2-2 1 0,-4 1-1 15,3-3 1-15,-4 3 0 0,0-1 0 0,0 0-1 16,-1-2 0-16,2 1 0 0,-4 0 1 0,3-1-1 15,-2-1 1-15,2-1-1 0,-4 1 1 16,2 0 0-16,0 2-1 0,0-2 0 0,0 0-1 16,2 0 1-16,-3-1 0 0,2 1 0 15,0-2 0-15,0 1 0 0,2-1 0 0,-2 1 0 16,0-3-1-16,3 3 1 0,-2-2-1 0,1 1 1 16,-1 0 0-16,-1-1-1 0,3 0 1 15,-3 1-1-15,3-3-1 0,-3 3 0 0,-1-1 1 16,2-2-1-16,-2 1 1 0,1-1 1 0,0-2 1 15,-3 4 0-15,2-3 1 0,0-2 0 16,-2 2 0-16,1 1 0 0,1-3-2 0,-2 2 1 16,2 1-1-16,-2-2 0 0,3 2 0 15,-2-1 0-15,-1 2 0 0,1-1 0 0,1 0 1 16,0 1-1-16,1 0 1 0,-2-2-1 0,1 0 0 16,1 0 0-16,-2-1-1 0,1 1 0 0,-1 1 1 15,-1-3-1-15,2 2-1 0,-2 0 1 16,1 0 1-16,-1 0-1 0,-2 0 0 0,2 0 0 15,-2 1 0-15,1-1 1 0,-2 1 0 16,-1 0-1-16,1-1 0 0,0 2 0 0,-1-1 0 16,1 1-1-16,-2-2 1 0,1 1 1 0,-3 0 2 15,4-1 0-15,-3 1 0 0,1-1 0 0,-2 0 0 16,1 0-1-16,2 0 0 0,-2 0 0 16,0 0-1-16,-2 0 1 0,1 0 0 0,1 1-1 15,-1-1 0-15,-1 2 1 0,0-2 0 16,2 1-1-16,0-1 0 0,-2 2 0 0,0-1 0 15,1-1 1-15,-1 1-1 0,0 0 1 0,2 0-1 16,-2 0 0-16,1-1-1 0,-1 1 0 16,2-2 1-16,-2 1 0 0,2 2 1 0,-2 0-1 15,1-1 1-15,-1 3-1 0,0-3 1 16,0 4-2-16,0 0 1 0,-1 1 1 0,-1 0-1 16,2 0 0-16,-2 2 0 0,-1-1 1 15,2-1-1-15,-3 2 0 0,0-1 0 0,0 1 0 16,-2 0 0-16,3-3 0 0,-2 3 0 0,1-3-1 15,0 1 1-15,-1-1 0 0,2-2-1 16,-1 2 0-16,-1-2 0 0,2 0 0 0,1-1 1 16,-1-1 0-16,2 1 0 0,-3-1 0 0,3-1-1 15,-1 1 1-15,0-1 0 0,-1 2-1 0,-1-1 0 16,2-1 0-16,-1 1 1 0,2 0 0 16,-3 0-1-16,1 1 1 0,1 1-1 0,-1-2 0 15,2 3 1-15,-1-2 0 0,0 0 0 16,-1 2-1-16,2-2 1 0,-1 1 0 0,-1 0-1 0,0 0 1 15,2 1 0-15,-1-1-1 0,0 1 1 16,1 3-1-16,-1-3 1 0,0 2 0 0,-1-1 0 16,2 1 0-16,-1 0 1 0,0 0-1 15,-1-2 0-15,2 2 1 0,-4 0-1 0,4 0 1 16,-1 0 0-16,1 0 0 0,-3 0 0 16,1 1 0-16,1 0 0 0,-1 1 0 0,2-1-1 15,-3 0 0-15,3 3 1 0,-2-2 0 0,-2 1-1 16,2 2 0-16,1-2 0 0,-2 1 1 15,0 2-1-15,0-2 0 0,0 2 0 0,1 0 0 16,0 0 0-16,-1-3 0 0,0 3-1 16,1-1 0-16,0 1 1 0,0-1 0 0,0 0 0 15,-1 1 1-15,-1-3-1 0,2 1 1 0,-3 0-1 16,2 0-1-16,0 0 0 0,0 0 1 0,-1-1-1 16,1 2 1-16,0-1 0 0,-1 1 0 15,2 1 0-15,-2-2 0 0,2 1-1 16,0 1 1-16,0 0 0 0,-1-2 0 0,1 2-1 15,-1 0 1-15,2 0 0 0,-1 0 0 0,2 0-1 16,1-1 1-16,-4 1 0 0,3 0 0 0,-1 0 0 16,0 0 0-16,1 0 0 0,-1 0 0 15,1 0 0-15,-1 0 1 0,2 0-1 0,-2 0-1 16,1 0 1-16,-1 0-1 0,1 0 0 16,-1-2 1-16,2 2 0 0,0 0 0 0,-3 0 0 15,3 0 0-15,0-2 0 0,0 2 0 0,0-1 0 16,3-1 0-16,-3 1 0 0,3-3 1 15,0 0 0-15,1-2-1 0,0-1 1 0,1 0 0 16,0-3-1-16,3 2 1 0,-2-2 0 16,1 0 1-16,1 0-2 0,1-2 2 0,-1 0 0 15,1-2-1-15,-1 2 0 0,3-3-1 16,-1 0 1-16,-1-1 0 0,2-1 0 0,0 0-1 0,-1-2 1 16,2 1 0-16,1 1-1 0,-2-3 0 15,0 0 0-15,1 1 0 0,1-1 0 0,-1 1 0 16,-1-1-1-16,5-1 0 0,-2-1 0 15,2 1 0-15,-2-1 0 0,3-2 1 0,-1 1-1 16,1-1 1-16,2-1 1 0,-3-1 0 0,3-1 1 16,0-1 0-16,2-3-1 0,-1 1 1 15,-1-1-1-15,3-1 0 0,-1 1-1 0,-2-2 0 16,3 2 0-16,0-3-1 0,-1 1 0 0,1 0-1 16,0 3 1-16,-2-1 0 0,1-1-1 15,1 0-1-15,-1 2-1 0,0 1 1 16,0 0 0-16,0-1 0 0,0 0 2 0,1 2 1 0,0-2 0 15,-1 0 1-15,1 1 1 0,0 0 1 16,1-2 0-16,-2 3 0 0,1 0-1 0,2-3 1 16,-1 3-1-16,-2-1 0 0,3 1-1 0,-1-3 0 15,3 3 0-15,-4-2 0 0,3 0-1 0,1 2 1 16,-1-1-1-16,0-1-1 0,-1 2-1 0,3 1 1 16,0-2-2-16,-1 3 0 0,1-2 0 0,0 1-1 15,1 2 1-15,-1-1 1 0,1 1 0 16,0-2 1-16,1 1-1 0,-3 1 2 0,3 1 0 15,-1 0 2-15,-1 0-1 0,-2 1 1 0,2 2 0 16,-3-3 1-16,1 3-1 0,1 0 0 0,-3 0 0 16,2 2-1-16,-1 0 0 0,0 0 0 15,-2 2-1-15,2 1 0 0,-7 2 1 0,2 1-1 16,-3 1 0-16,0 3 1 0,-3 0-1 0,-3 3 0 16,-2 0-1-16,0 3 1 0,-3 0 0 0,0 0 0 15,-1 2 0-15,-2-1-1 0,0 2 1 16,-1-1 0-16,-1 1-1 0,0 1 1 0,0-1 1 15,0 2 0-15,-1-1 0 0,-1 1 0 0,0-1 0 16,2 1 0-16,-2-1-1 0,0-1-1 16,0 0-1-16,2 0-1 0,-3 0-5 0,0 0-14 15,1 0-21-15,-2 0-42 0,-3-3-78 0,-2 0-128 16,1 0-236-16,0-1-305 0,1-2-368 0,0-1-373 16,2-1-111-16,2-1 509 0,1-2 749 0</inkml:trace>
  <inkml:trace contextRef="#ctx0" brushRef="#br1" timeOffset="16085.93">16838 1773 18 0,'0'-4'491'0,"0"2"446"0,2-1 252 16,-2 0-25-16,1-1-343 0,1 0-301 0,1 0-166 15,2-1-60-15,1 0-21 0,2 4-12 16,-2-2-19-16,4 0-26 0,-2 2-38 0,4-3-50 16,-2 3-44-16,1 1-36 0,3 0-20 0,-2 3-12 15,-2 0-4-15,1 3-3 0,-1 0 2 0,-2 3 2 16,-2 1 4-16,1 1 4 0,-6 1 2 15,-1 4 4-15,0 1-1 0,-5 0-2 0,0-1-5 16,-2 2-5-16,-1 1 0 0,-2 1 0 0,1-2-2 16,-5 1-4-16,1-1-11 0,-3 2-38 0,3-2-82 15,-2-1-130-15,0-3-243 0,1 2-301 16,3-6-363-16,1 0-365 0,1-5-99 0,1-1 513 16,4-4 724-16</inkml:trace>
  <inkml:trace contextRef="#ctx0" brushRef="#br1" timeOffset="17048.05">18223 1279 13 0,'3'-4'462'0,"2"2"450"0,-5 0 289 16,0 0-8-16,-1 0-285 0,-4 1-213 0,0-1-160 15,-3 2-116-15,-1-1-80 0,-3-1-59 0,-1 4-72 16,-4-1-73-16,-3 1-36 0,0 1-23 15,0-1-9-15,-2 3-8 0,-1 0-1 0,0 1-5 16,3 1-7-16,-2-1-9 0,3 2-7 0,0-1-9 16,2 1-5-16,2 1-5 0,0 0-4 0,3 0-3 15,1 2-2-15,2-1-1 0,1-1-1 0,3 3 5 16,4-2 1-16,1 1 2 0,1-1-1 0,2 3 1 16,5-3-1-16,3 3-4 0,0 1-2 0,5-2-1 15,0 1 0-15,4 2-1 0,0 0 1 0,3 1 0 16,-1 0 0-16,2-1 1 0,-2 4-1 15,-1-4 0-15,-2 2 1 0,-2 1 0 0,-3 0 0 16,-3 0 0-16,-1-2 1 0,-2 2-1 0,-5-1 1 16,-2-2 1-16,-4 3 0 0,-3-4 2 0,2 0 0 15,-6 0 4-15,-1-1 2 0,-5-2 2 16,-3-1-1-16,2-1 1 0,-5-1-2 0,2-4-2 16,-5 1-3-16,3-2-1 0,-1-3-2 0,2-2-1 15,0-1 0-15,3-1-2 0,1-3-1 0,3 3-1 16,3-1-1-16,3 0-2 0,3 0-8 15,1-1-15-15,6 2-27 0,4-1-72 0,2-2-102 16,1 1-220-16,4-2-292 0,-1-1-359 0,4 3-432 16,-2-1-214-16,5 1 340 0,-3 0 860 0</inkml:trace>
  <inkml:trace contextRef="#ctx0" brushRef="#br1" timeOffset="18332.02">18811 1299 85 0,'-4'-3'422'0,"-4"1"306"0,2-4 239 16,-1 4 2-16,-1-2-234 0,2 3-177 0,-2-3-111 16,3 2-76-16,-3 0-22 0,2 0-26 0,-2 2-39 15,0 0-35-15,0 0-30 0,2 4-35 0,-3-3-52 16,1 4-47-16,0 0-26 0,0 0-13 0,-3 3-8 15,1 1-5-15,1 3-2 0,-2 1 6 0,0 2 2 16,-1 3-4-16,2 4-1 0,-3 0-4 0,0 5-3 16,5 3-6-16,-1 1-2 0,1 4-2 0,0 2 0 15,2 2-5-15,2 2-4 0,1-2-5 16,3 1-5-16,3-2-1 0,2-3-3 0,3-1 10 16,3-6 3-16,4-4 5 0,0-3 2 0,4-6 0 15,2-6 0-15,2-6-6 0,3-4-2 16,-1-7-2-16,2-5-2 0,0-5-2 0,1-5-1 15,-1-2-1-15,0-4-2 0,-2-1 0 0,-4 0-1 16,1 0 0-16,-5 0-3 0,-1 5-9 0,-3-3-22 16,-7 5-62-16,1 0-69 0,-6 0-127 0,-1 4-199 15,-5 1-305-15,0 2-339 0,-4 3-262 0,0-2-128 16,-3 5 409-16,0 2 626 0</inkml:trace>
  <inkml:trace contextRef="#ctx0" brushRef="#br1" timeOffset="19133.13">18988 876 184 0,'3'1'704'0,"-3"2"396"16,0 2 107-16,-1-2-157 0,1 1-388 0,1 5-188 15,-1 3-79-15,2 7-41 0,1 4-39 0,1 8-30 16,-3 2-35-16,2 4-57 0,-1 6-59 0,0 2-43 16,-2 3-27-16,1 2-21 0,1-1-13 0,-1 1-13 15,3-1-4-15,0-3-3 0,-1-4-3 0,4-4-2 16,1-3-2-16,-2-9 1 0,6-1-2 0,-2-7-1 16,1-5 0-16,2-5 1 0,0-5 1 15,0-8-2-15,0-2-2 0,4-6 1 0,0-6 1 16,-2-2-1-16,1-3 1 0,1-3 1 0,-4 0 1 15,1 0 1-15,-4-1-1 0,0 2 1 0,-1 4-2 16,-5 1 0-16,1 5-1 0,-2 3-1 0,-1 4 0 16,-2 5-1-16,0 4-2 0,-2 4 2 0,1 7-2 15,-2 3 0-15,-1 6 0 0,0 4 0 16,-1 1 3-16,2 3-1 0,2 2 2 0,-3 0 1 0,3 1 1 16,1 0 1-16,0 3-1 0,1-5 1 0,3 3-1 15,-3-2-2-15,7-1 1 0,0-2 0 16,0-3 0-16,4-2 0 0,-1-2-1 0,5-2 1 15,3-5 1-15,1-3-2 0,1 0 0 0,5-9 0 16,-1-2 0-16,2-9 0 0,-1-1-1 0,3-5-1 16,-1-7 0-16,0-2-1 0,0-2-1 15,-1-4 1-15,-2 0-1 0,0-2 1 0,-1-3 3 16,-5 1 1-16,2-1 1 0,-4-1-1 0,-3-1 2 16,-3 3 4-16,0-2 5 0,-3 3 8 0,-1 2 6 15,-6 4 8-15,1 2 5 0,-4 7 1 0,-3 5-3 16,-1 4-5-16,-4 5-5 0,-5 6-2 0,-1 7-5 15,-3 8-2-15,-1 3 0 0,-1 8 0 0,-1 2-2 16,-2 7-1-16,4 1 0 0,0 5-2 0,2 3-1 16,2 3-1-16,0 0-1 0,1 2-3 15,5 2-2-15,2-3-3 0,5-2-2 0,4-5-1 16,4-5-4-16,6-5-6 0,2-7-12 0,3-4-15 16,2-6-22-16,3-7-44 0,-2-4-77 0,3-6-102 15,-2-6-173-15,1-3-289 0,0-6-337 16,-1 0-345-16,-2-4-173 0,1-2 239 0,-5 1 692 15</inkml:trace>
  <inkml:trace contextRef="#ctx0" brushRef="#br1" timeOffset="19531.29">19939 1536 400 0,'3'-8'897'16,"-3"4"304"-16,0-1 7 0,-3-1-241 0,3 1-248 15,0 3-186-15,0-2-130 0,3 4-82 0,-3 0-62 16,1 0-69-16,2 2-64 0,-1 2-45 0,3 1-20 15,0 3-9-15,1 1-4 0,-1 3-6 0,3 1-7 16,0 2-8-16,-4 4-3 0,3 3-4 0,-1 2-3 16,0 1-5-16,1 3-1 0,-3 0-3 15,1 0-3-15,0-1-2 0,3-2-1 0,-4-2-1 16,3-3 0-16,-2-2 1 0,0-5-2 0,-1-2 3 16,2-5 1-16,-3-4 0 0,2-3 0 0,-2-5 1 15,-1-5-1-15,1-3 0 0,1-4-3 0,-3-2-1 16,2-5-1-16,2-2-1 0,-2-3 2 15,0-2-2-15,4 1 1 0,-1-2 0 0,0 1 1 16,2 2 0-16,-2 3 1 0,2 2 0 0,-3 4-1 16,4 1 0-16,-2 5-1 0,1 2 0 0,0 1 0 15,3 4 0-15,-3 2 0 0,1 3 1 0,4 1 2 16,-4 4 0-16,3 0 0 0,1 3 0 0,2-2 1 16,0 2-2-16,2 0-1 0,-2-1-1 0,1 1 0 15,1-2-2-15,-1 0-2 0,2 0-12 0,-4-1-31 16,2-1-77-16,-5 0-92 0,1-1-177 0,-2 0-292 15,-4 0-338-15,-1 0-368 0,-2 3-190 0,2 0 186 16,-5 0 709-16</inkml:trace>
  <inkml:trace contextRef="#ctx0" brushRef="#br1" timeOffset="20165.15">20528 1483 185 0,'-1'0'870'0,"-4"0"582"16,4-1 83-16,-1-1-238 0,1-1-458 0,-1-3-309 16,0 2-167-16,2 0-116 0,0-1-79 0,0 2-51 15,0 1-34-15,2 1-23 0,1 2-15 0,0 3-6 16,2 0-5-16,-4 6-3 0,2 2-1 0,2 5-3 16,-3 2-4-16,0 6-7 0,-1 1-3 0,-1 6-3 15,0 2-4-15,-1 4-2 0,-1-1-1 16,0 2-2-16,-1-1-1 0,1-2-1 0,1-3 0 15,-1-5 1-15,2-4-1 0,-1-5 1 0,1-3 0 16,0-6 1-16,0-2-1 0,1-7 0 0,2-6-1 16,2-5 0-16,0-3-1 0,2-5-1 15,1-5-1-15,1-5-3 0,0 0-4 0,1-6-3 16,2 0-2-16,0-1-2 0,0 1 1 0,-1 2 3 16,2 2 4-16,-1 4 3 0,-2 4 4 0,-2 4 0 15,3 5 2-15,-3 4 1 0,0 3-1 0,-2 5 2 16,2 2-1-16,-2 5 1 0,-1 3 1 0,2 1-1 15,-3 6 1-15,2 0-1 0,-1 2 0 0,2 1 1 16,-1 0-2-16,0 1-7 0,5 0-13 16,-1-4-13-16,1 1-10 0,5-4-10 0,0-7-14 15,2 1-14-15,3-6-11 0,1-2-15 0,0-7-8 16,4-2-5-16,-3 2 4 0,0-6 18 0,2 0 25 16,-2 0 33-16,-1-1 17 0,-1-2 16 15,0 2 9-15,-3-1 6 0,-1-1 24 0,0 2 29 16,-4-4 21-16,-1 1 5 0,-2-1 2 0,-2 0 2 15,-2-2-18-15,2 1-15 0,-7 3-14 0,1 0-1 16,-4 2 1-16,1 3-1 0,-8 5 3 0,0 4 3 16,-2 4 2-16,-3 5-2 0,0 5-2 0,-2 3 1 15,0 5 1-15,-3 5-3 0,2 2 0 16,-4 5-1-16,1 5 0 0,1 4-4 0,-3 3-6 0,0 4-7 16,4 0-28-16,1-3 0 0,4 0 0 15,2-3 0-15,6-8 0 0,5-2 0 0,5-5-21 16,4-5-18-16,9-3-12 0,6-5-28 0,7-5-64 15,7-7-78-15,5-4-150 0,4-5-280 0,9 1-346 16,2-5-401-16,5-2-244 0,2-3 94 0,7-3 712 16</inkml:trace>
  <inkml:trace contextRef="#ctx0" brushRef="#br1" timeOffset="20798.28">21578 1771 288 0,'3'-12'762'0,"1"-3"345"0,-1-3 70 0,0 2-239 16,0 0-308-16,2-1-147 0,1 2-60 0,0 3-55 16,-1 0-50-16,0 1-44 0,-2 4-53 0,1 1-68 15,-1 0-61-15,3 3-27 0,-5 1-11 16,4 2-2-16,-2 4 1 0,4 0 5 0,-1 5 0 16,3 4-4-16,-1 4-7 0,0 2-5 0,2 6-5 15,-1 1-7-15,1 4-4 0,-1 2-6 0,1-1-4 16,-1 2-6-16,-1-2-2 0,3-1-4 15,-1-4 0-15,-2-2-3 0,0-4 1 0,1-3-1 16,-3-4 0-16,1-4 2 0,-1-5 1 0,2-5-1 16,0-7 1-16,-2-4 0 0,2-5 0 15,1-8-2-15,1-4-2 0,0-3 1 0,-1-3-2 16,-3-2-1-16,1-2 0 0,-3-2-1 0,1-1 1 16,0 0-1-16,1 1 3 0,0-1-1 0,-1 4 1 15,3 1 0-15,3 4-1 0,0 2-2 0,2 6-2 16,4 4-4-16,-1 3-9 0,6 5-11 0,-1 4-19 15,2 3-38-15,1 6-75 0,3 2-86 0,2 2-165 16,-3 5-287-16,3-1-325 0,-1 5-336 0,1-1-187 16,-6 1 159-16,-2 1 676 0</inkml:trace>
  <inkml:trace contextRef="#ctx0" brushRef="#br1" timeOffset="21383.26">23292 1708 73 0,'-12'18'663'0,"0"2"495"15,-2-2 134-15,3 0-150 0,0 2-353 0,7-1-355 16,-1 2-162-16,6-2-67 0,4-1-31 16,4-3-13-16,4-2 6 0,6-3-11 0,3-7-16 15,9-6-21-15,5-7-15 0,6-9-14 0,6-8-31 16,6-4-17-16,1-7-13 0,3-4-7 0,-2-1-2 16,-5-2 1-16,-4 3 3 0,-8 3 4 0,-5 3 9 15,-9 5 1-15,-6 6-2 0,-10 3-1 0,-7 4-3 16,-7 5-7-16,-9 3-7 0,-5 5-6 15,-6 5-5-15,-9 6-3 0,-2 6 1 0,-5 6 2 16,-2 3 2-16,-2 7 0 0,0 5 2 0,2 3-1 16,-1 4-2-16,5 3-2 0,4 4-2 0,1 3-1 15,6-1-2-15,3-1 0 0,6 0-1 16,6-3-2-16,5-2-2 0,7-5 1 0,2-5 0 0,10-4 0 16,7-7-2-16,3-4-8 0,9-7-20 15,3-6-48-15,8-5-72 0,1-6-91 0,6-7-165 16,-1-2-280-16,2-3-319 0,0-3-299 0,-1-1-185 15,-4-4 142-15,2 1 619 0</inkml:trace>
  <inkml:trace contextRef="#ctx0" brushRef="#br1" timeOffset="22179.91">24424 1471 203 0,'-4'-2'922'0,"-1"2"609"15,-4 0 22-15,-3 1-276 0,3 0-465 0,-5 2-305 0,1 1-168 16,-3 3-117-16,0 0-68 0,-1 5-38 16,-1 3-27-16,0 2-21 0,-3 4-15 0,4 1-13 15,-4 2-11-15,3 3-8 0,3-1-8 0,2 0-4 16,2-3-5-16,7-1-4 0,0-3-2 0,8-2-3 16,0-7-2-16,5-3-6 0,4-5-8 0,4-6-11 15,1-4-11-15,3-4-18 0,1-7-15 16,2 0-14-16,-1-3-4 0,1-5 3 0,-2 1 9 15,-3 0 18-15,0 1 19 0,-5-2 23 0,-1 2 14 16,-4 2 12-16,-2-1 16 0,-2 3 12 0,-4 4 13 16,-1 4 9-16,-1 0 7 0,-4 3 2 0,-2 6-5 15,1 4-6-15,-4 4-7 0,1 7-9 0,-2 6-5 16,0 3-1-16,-2 6-1 0,2 6-1 0,-1 5 3 16,0 7 3-16,3 4 4 0,-3 7 0 15,3 8 0-15,-2 7-4 0,1 5-7 0,-2 7-3 0,1 5-6 16,0 4-5-16,2 4-5 0,4 1-3 15,0-2 0-15,3-2-4 0,6-7-3 0,-1-5 0 16,3-10-1-16,5-9 1 0,0-9 0 0,4-10 0 16,-1-12 0-16,0-11 0 0,2-10 1 15,0-12-1-15,1-9 0 0,1-10-1 0,0-10 1 16,2-9-2-16,2-9-1 0,-4-7-1 0,2-9-1 16,0-6-1-16,-3-8 2 0,-1-4 3 0,0-6 2 15,-3-1 2-15,1-2 2 0,-5 3 1 0,-1 2-1 16,-1 7 0-16,0 10-1 0,-3 6-1 15,0 10 2-15,-2 7 2 0,1 6 1 0,-1 10-1 0,-1 4 1 16,3 5 0-16,-3 5-1 0,1 5-2 0,-1 2 0 16,3 7 0-16,-2 2 3 0,3 7 0 0,-2 3 3 15,1 8 0-15,-1 4 2 0,-2 8-2 16,-1 3-1-16,0 5-3 0,0 5 0 0,-1 3-2 16,-1 1-2-16,1 1 0 0,1-3-2 0,1-2 0 15,1-3 0-15,3-7-1 0,-1-5 0 16,4-2 1-16,0-9 0 0,3-4 1 0,2-5 0 15,-1-7 0-15,6-5 0 0,-2-8 0 0,2-3 0 16,0-5-2-16,3-2 0 0,-1-5 0 0,-2-1 0 16,0-1 0-16,-1-1 0 0,-4 4 1 0,0 0 1 15,-5 3-1-15,1 3 1 0,-2 5 0 16,-2 0 1-16,-2 3 0 0,-1 5 0 0,-1 1 1 16,-1 6 0-16,-1 3 0 0,-1 4 0 0,-1 3 0 15,-4 5 0-15,1 6 0 0,-2 4 0 16,0 3 0-16,0 5-2 0,0 1 0 0,1 5-2 15,-1 0 0-15,1 2-7 0,4-2-14 0,3 0-26 16,2-6-72-16,-1-5-99 0,6-3-217 0,2-7-300 16,4-5-375-16,1-5-455 0,3-4-222 0,4-6 331 15,0-7 890-15</inkml:trace>
  <inkml:trace contextRef="#ctx0" brushRef="#br1" timeOffset="22520.49">25466 1642 219 0,'-5'-9'1281'16,"-4"2"619"-16,-4 2-241 0,-4 3-402 0,0 3-443 16,-5 3-354-16,-4 4-196 0,2 1-93 0,-1 2-51 15,-2 6-74-15,0 2-46 0,2 3 0 16,0 1 0-16,3 5 0 0,1 0 0 0,4 2 0 0,4-3 0 16,5-2 0-16,5-2 0 0,4-8 0 0,8-3 0 15,2-7 0-15,6-5 0 0,3-6 0 16,4-7 0-16,3-5-24 0,3-5-105 0,2-5-64 15,0-4-68-15,-1-3-54 0,-1 2-37 0,-1-2-7 16,-3 3 43-16,0 5 129 0,-7 3 147 0,-2 6 157 16,-6 4 105-16,0 3 53 0,-6 7 12 0,0 2-20 15,-5 7-44-15,-3 5-64 0,-1 3-47 16,-2 5-33-16,-5 4-23 0,3 5-15 0,-2 5-15 16,0 1-11-16,0 5-10 0,0-1-18 0,0 2-37 15,2-1-84-15,0 0-140 0,0-2-258 0,3-3-318 16,8-3-398-16,2-1-438 0,4-7-56 15,7-4 676-15</inkml:trace>
  <inkml:trace contextRef="#ctx0" brushRef="#br1" timeOffset="22930.5">25878 839 12 0,'1'-12'573'0,"2"6"522"0,-4 2 225 0,1 6-32 15,0 5-267-15,0 5-382 0,0 8-191 16,-2 5-96-16,1 5-55 0,-3 9-62 0,3 5-55 0,-3 8-40 16,1 8-25-16,2 3-25 0,-3 4-19 15,1 0-18-15,2-1-15 0,1 2-12 0,-2-3-10 16,2-2-4-16,2-3-6 0,-1-3-4 0,4-4-2 15,0-7-5-15,1-4-10 0,-1-6-16 0,3-3-22 16,-5-8-47-16,2-5-76 0,-5-7-93 0,0-2-150 16,-4-5-249-16,-3-4-319 0,-1-4-309 0,-3-5-190 15,-6-4 78-15,-1-2 564 0</inkml:trace>
  <inkml:trace contextRef="#ctx0" brushRef="#br1" timeOffset="23117.69">25560 1527 75 0,'9'-3'659'0,"4"0"477"0,-2 3 155 16,3 0-53-16,5 3-310 0,3-2-346 0,2 4-164 16,1-2-91-16,2-2-61 0,3 1-74 0,0 1-65 15,3-3-45-15,1 1-28 0,-1-1-18 0,1-1-14 16,3 1-7-16,-2-1-5 0,-1 1-5 16,0-2-14-16,-4 2-70 0,-2 0-77 0,-3 0-157 0,-3 0-280 15,-2 0-318-15,-2 2-395 0,-1-1-250 0,0 2 37 16,-3-1 690-16</inkml:trace>
  <inkml:trace contextRef="#ctx0" brushRef="#br1" timeOffset="23281.06">26434 1589 472 0,'-1'18'1451'0,"-3"-1"318"16,-1 4-287-16,-3 3-353 0,-1 1-478 0,0 2-271 16,-3 2-161-16,0 3-78 0,1-2-43 0,3 0-31 15,-3-5-26-15,5-1-20 0,1-4-13 0,2-4-16 16,3-4-24-16,3-6-56 0,-2-5-95 15,4-5-199-15,2-5-278 0,3-4-346 0,0-5-430 16,1-3-334-16,3-3 204 0,2-5 892 0</inkml:trace>
  <inkml:trace contextRef="#ctx0" brushRef="#br1" timeOffset="23464.44">26746 1117 726 0,'-8'-1'1628'16,"-5"1"85"-16,-4 4-349 0,-3 2-344 0,-2 4-476 15,0 0-266-15,0 5-118 0,0 1-58 0,0 1-32 16,1 0-22-16,5 0-19 0,1 0-14 0,7-1-9 16,1 0-6-16,7 1-6 0,4-3-13 0,5 1-34 0,4 0-83 15,-1-1-114-15,6 0-220 0,1 0-303 16,1 0-359-16,2 0-382 0,1-1-118 0,-1 3 420 16,0-3 745-16</inkml:trace>
  <inkml:trace contextRef="#ctx0" brushRef="#br1" timeOffset="23731.95">26940 1552 553 0,'-9'18'1439'0,"-4"1"247"0,-2 7-269 0,0 3-336 15,-4 5-458-15,1 5-251 0,1 7-143 16,1 1-69-16,1 3-42 0,2-1-33 0,5-1-26 0,2-3-23 16,6-3-16-16,7-9-11 0,3-6-8 0,4-7-5 15,5-8-4-15,3-6-6 0,2-9-6 16,1-8-6-16,1-7-5 0,0-6-2 0,0-5 1 15,-3-5 6-15,-3-3 5 0,-5-3 9 0,-5 1 6 16,-5-1 5-16,-7 0 2 0,-3-1 1 0,-6 1-2 16,-5 5 1-16,-3 2-1 0,-5 5-1 15,-1 4 0-15,2 6 0 0,-3 6-1 0,5 7-1 16,0 8-1-16,3 3-22 0,2 9-77 0,1 3-98 16,0 3-188-16,6 3-283 0,1 1-353 0,3 4-410 15,4 0-207-15,-1 2 243 0,4 2 755 16</inkml:trace>
  <inkml:trace contextRef="#ctx0" brushRef="#br1" timeOffset="24346.97">27160 2207 312 0,'-4'7'931'16,"1"-2"347"-16,2-7-20 0,-1-2-148 15,4-6-424-15,2-5-221 0,3-3-110 0,3-4-62 16,3-5-43-16,0-2-53 0,4-2-53 0,1-3-42 16,1 1-24-16,1-1-15 0,1 1-10 0,0 2-11 15,-5 4-9-15,2 3-8 0,-5 3-9 0,3 5-5 16,-5 4-3-16,0 5 1 0,-2 6 4 16,0 4 2-16,-3 7 3 0,-2 5 2 0,-1 8 1 15,1 2-1-15,-4 5-1 0,-4 3-2 0,3 2-2 16,-1-1-3-16,1 1-2 0,-2-2-3 15,3-2-3-15,3-5-1 0,0-1 1 0,2-5 2 16,3-5 1-16,3-7 0 0,5-3 2 0,0-11 0 16,6-5-2-16,3-6-2 0,3-7 0 0,5-8-1 15,2-3 0-15,0-7-2 0,2-1 0 0,0-2-2 16,-2 2 1-16,-2 2-1 0,-4 5 0 16,-3 0 0-16,-5 8 1 0,-2 4-1 0,-4 4 1 15,-3 7 1-15,-2 5 4 0,-2 6 5 0,-2 4 3 16,-3 7 4-16,-3 6 5 0,0 4 1 0,-3 9-1 15,-2 0-3-15,1 7-5 0,-1 2-3 16,1 1-5-16,1-1-3 0,3 1-4 0,3-2-1 16,2-2-3-16,3-7-5 0,5-3-10 0,1-5-17 15,3-3-36-15,4-7-79 0,-4-4-140 0,2-7-257 16,-3-4-320-16,3-5-403 0,-5 0-438 16,-1-2-72-16,-4 1 689 0</inkml:trace>
  <inkml:trace contextRef="#ctx0" brushRef="#br1" timeOffset="28633.58">25078 3133 33 0,'0'-1'503'0,"-4"-1"448"0,-2-1 249 0,-4 0-38 16,1 2-345-16,-1-1-256 0,-1 2-115 0,0 3-64 15,0 3-55-15,0 3-40 0,-1 2-44 16,0 3-55-16,3 8-58 0,0 2-48 0,2 5-26 16,2 5-19-16,4 2-11 0,1 1-10 0,1 1-5 15,6-4-5-15,-1 0-4 0,6-2-1 0,1-6-2 16,5-4 1-16,-1-3-1 0,4-6 0 16,1-4-2-16,-1-5-9 0,0-5-33 15,3-4-66-15,-5-5-69 0,0-5-119 0,-2-4-183 16,-5-1-312-16,-4-3-304 0,0-1-224 0,-7 2-121 15,2-2 347-15,-6 1 577 0</inkml:trace>
  <inkml:trace contextRef="#ctx0" brushRef="#br1" timeOffset="29015.98">25193 3207 62 0,'6'0'526'0,"1"2"411"0,-1-1 189 16,-3 2-29-16,2-2-372 0,-1 1-249 0,3 2-149 15,2 2-34-15,1 2 23 0,1 4 3 0,3 1-24 16,-1 2-29-16,2 3-32 0,0 2-57 16,-1 0-57-16,-3 3-43 0,0-2-26 0,1 1-16 15,-3-3-12-15,0-1-9 0,0-3-6 16,-2-2-4-16,-2-3-2 0,-1-1 1 0,0-2 2 16,0-4 1-16,0-5 2 0,-3-2 2 0,4-5-2 15,-2-5-1-15,-2-3-4 0,1-2 0 16,0-1 1-16,-4-5 0 0,0 0 0 0,-2 0 2 15,-2-3-1-15,-1 1-1 0,2 1-3 16,-1 0-1-16,1 0 0 0,0 5-2 0,1 3 2 16,1 3-2-16,0 2 1 0,1 4 1 15,0 1-1-15,2 4 0 0,2 4 0 0,0 3 1 16,2 2 0-16,2 3-1 0,1 3 0 0,-1 1 0 16,2 1 0-16,3 1-7 0,-1 1-24 0,1-3-65 15,1 0-65-15,1-1-110 0,0-3-177 16,1 1-308-16,0-2-327 0,2-1-243 15,-2-2-162-15,4-2 282 0,-6-2 605 0</inkml:trace>
  <inkml:trace contextRef="#ctx0" brushRef="#br1" timeOffset="29399.78">25711 3132 288 0,'0'-8'815'0,"0"3"378"16,-5 1 43-16,2 3-196 0,-1 2-251 0,-1 4-203 15,0 2-143-15,0 5-87 0,1 5-60 16,-4 0-72-16,-1 6-72 0,0 2-48 0,3 2-33 15,1 2-18-15,-1 0-16 0,2-3-11 16,4 1-9-16,0-5-7 0,0-2-5 0,4-4-3 16,4-4-1-16,0-5-1 0,3-4 0 15,5-4-1-15,-2-8 1 0,7-3-1 0,-1-7-2 16,-1-2-1-16,2-1 1 0,-1-1 0 0,-2-3-1 16,0 0 1-16,-3 3 2 0,-1-2 0 15,-3 3-1-15,-3 2 2 0,1 1 1 0,-2 6 0 16,-6 3 0-16,3 4 0 0,-3 2 1 0,-2 5-1 15,-1 4-1-15,-1 3 0 0,-1 6 1 16,1 4-1-16,-3 3 1 0,3 5 1 0,2 0 1 16,-3 3-1-16,3 4 0 0,-3-1 1 0,3 2-2 15,-1 2 1-15,1 0-1 0,-3 2 0 16,3-1-1-16,-2-2-2 0,1-1 0 0,-1-3-1 16,2-2 0-16,1-2-3 0,0-4-7 0,0-5-16 15,-2-4-41-15,2-3-75 0,0-5-88 16,0-6-147-16,2-6-219 0,-1-6-321 0,4-3-311 15,1-5-194-15,2-6 26 0,2-3 491 0</inkml:trace>
  <inkml:trace contextRef="#ctx0" brushRef="#br1" timeOffset="29682.89">26059 3036 18 0,'4'-15'564'0,"-1"6"513"0,-3 3 227 15,0 1-71-15,-2 4-294 0,1 1-312 0,1 2-188 16,-4 2-102-16,4 2-68 0,-1 1-57 0,1 1-59 15,1 1-53-15,3 1-39 0,-1 1-21 0,3 2-13 16,-2 0-7-16,5 2-4 0,0 2-2 16,0 0-2-16,3 1-1 0,-1 1-1 0,1 2-2 15,-1 0-1-15,1 2-2 0,-3-3-1 16,-1 3 0-16,-2 0 3 0,-1-2 2 0,-3 3 2 16,-2-2 0-16,-4 0 1 0,0 0-2 0,-3-3-3 15,-2-1-3-15,-2 0-2 0,0-5-1 16,-1 0-1-16,0-3-1 0,1-2-2 0,-5-2-4 15,7-2-18-15,-3-1-57 0,0-3-70 16,1-2-110-16,1-1-181 0,-1-2-305 0,5-1-334 16,3-3-288-16,-1 0-146 0,3-1 292 15,2 2 640-15</inkml:trace>
  <inkml:trace contextRef="#ctx0" brushRef="#br1" timeOffset="30070.58">26511 2775 384 0,'2'-6'950'0,"0"1"317"15,-1 1-37-15,1 1-261 0,-2 1-359 0,1 2-174 16,3 0-78-16,-3 3-42 0,2 2-33 0,1 3-34 16,2 6-35-16,-3 3-60 0,0 5-45 0,-1 2-30 15,-1 6-21-15,2 3-14 0,-3 2-11 16,0 4-8-16,-3 2-9 0,2 2-3 0,-1 2-4 15,-1-2-4-15,1 4-3 0,1-3-4 16,1-1-9-16,-2-2-14 0,2-6-27 0,-2-1-58 16,0-8-70-16,0-5-89 0,-3-3-146 0,4-6-221 15,-4-2-310-15,-2-6-254 0,1-3-189 16,-2-4 26-16,0-3 493 0</inkml:trace>
  <inkml:trace contextRef="#ctx0" brushRef="#br1" timeOffset="30283.58">26348 3091 169 0,'-2'-9'763'0,"0"2"427"16,0 2 62-16,1 2-159 0,1 0-447 0,1 2-288 15,3 1-142-15,0 0-72 0,2 1-41 0,1 1 21 16,2-1 22-16,5 2-8 0,-1-2-12 16,4 1-12-16,1 0-8 0,2-2-39 0,2 1-32 15,-1 0-17-15,5 3-15 0,-4-3-44 0,0 2-63 16,-3 0-122-16,1 3-208 0,1-2-290 15,-4 1-326-15,2 3-280 0,-3 0-105 0,1-1 412 16,-2 0 600-16</inkml:trace>
  <inkml:trace contextRef="#ctx0" brushRef="#br1" timeOffset="30585.92">26785 3142 28 0,'-5'-1'593'0,"-1"-1"578"0,0 2 336 0,-1 0-84 15,1 2-382-15,-1-1-387 0,1 1-210 0,2-1-135 16,-1 0-108-16,-2 4-76 0,4 0-47 15,-2 1-31-15,3 1-18 0,-2 1-11 0,3 3-7 16,1-3-4-16,1 3-1 0,3 1-3 0,-2 0-3 16,3-2-1-16,2 0 1 0,-1 0-2 15,2-1 1-15,3-2-1 0,-3 1 2 16,1-2 0-16,1-1 1 0,-2 0 0 0,0 0 0 16,-3-1 1-16,2-1-2 0,-2 0 0 0,0 0 1 15,-4-1-1-15,2-2-1 0,-1 2 1 0,0 1-2 16,-2-3 1-16,0 2-4 0,0-1-5 15,0 2-6-15,0 3-12 0,-2-2-17 0,2 2-26 16,-2 0-39-16,2 0-46 0,-1 1-46 16,1 1-36-16,-2-1-28 0,2 2-32 0,0 1-31 15,-1-4-38-15,1 1-69 0,-2-1-124 0,2 0-252 16,2-2-189-16,-1 1-50 0,1-4 163 16,3 1 322-16</inkml:trace>
  <inkml:trace contextRef="#ctx0" brushRef="#br1" timeOffset="31249.63">27109 2850 95 0,'3'-8'559'0,"-1"2"442"0,0 0 214 0,-2 3-88 15,-2 0-368-15,2 0-192 0,0 2-108 0,-2 1-87 16,2 1-59-16,-1 2-46 0,-1 3-41 0,1 3-56 16,-1 3-48-16,0 6-30 0,2 1-19 15,0 6-8-15,0 0-5 0,4 4-9 0,-3 2-4 16,2 3-9-16,3-2-7 0,1 2-8 0,-1 0-6 15,2-2-4-15,0 0-5 0,1-2-1 0,-1-3-3 16,4 0-2-16,-3-1 0 0,0-4 0 16,1-1-1-16,-1-1-1 0,-1-2 0 0,2-2 0 15,-2-2-2-15,1-2-2 0,-2-2-6 16,-1-3-14-16,0-2-29 0,2-4-70 0,-2-2-74 16,-1-7-134-16,2-1-194 0,-4-7-312 0,2 0-337 15,1-2-229-15,-3-3-94 0,2-3 420 16,-2-2 591-16</inkml:trace>
  <inkml:trace contextRef="#ctx0" brushRef="#br1" timeOffset="31518.89">27448 2712 32 0,'3'1'556'0,"-3"2"488"0,0 2 213 0,0 2-75 16,0 3-284-16,1 1-253 0,-1 4-173 0,0 3-99 15,2 2-61-15,-2 4-44 0,-2 0-62 0,2 4-61 16,0 2-40-16,-1 0-21 0,1 2-15 0,0-1-14 16,1 2-13-16,1 0-12 0,1-2-8 15,1 0-9-15,1-2-5 0,2-1-4 0,-1-4-4 16,5-2 0-16,0-3-2 0,0-3 1 16,2-4 0-16,0-2-5 0,-4-4-10 0,5-1-16 15,-4-3-35-15,1-2-73 0,-3-2-79 0,0-3-133 16,-3 1-204-16,-1-3-311 0,2-1-323 15,1 1-213-15,-2-1-71 0,1 0 448 0,0 1 584 16</inkml:trace>
  <inkml:trace contextRef="#ctx0" brushRef="#br1" timeOffset="31715.32">27813 3117 45 0,'0'10'608'16,"1"2"513"-16,-2 5 255 0,-1-2-39 0,0 8-339 15,-1-1-345-15,-2 6-208 0,1-2-116 0,-4 4-94 16,3-1-83-16,0 2-65 0,1-2-38 16,0-3-25-16,4-2-19 0,-1-3-48 0,2-3-79 15,-1-4-128-15,-1-5-238 0,1-3-300 16,0-6-366-16,1-6-351 0,4-5-99 0,-2-3 499 16,2-8 709-16</inkml:trace>
  <inkml:trace contextRef="#ctx0" brushRef="#br1" timeOffset="31868.43">27922 2856 202 0,'-10'-6'867'0,"1"4"448"0,-2 0 8 15,-3 4-209-15,2 0-446 0,4 0-316 0,-1 2-168 16,3 0-88-16,-1-1-47 0,4 3-27 0,1-2-17 16,6 2-35-16,-3 1-53 0,6-3-143 15,-2 2-301-15,4-1-268 0,-1-1-289 0,1 1-234 16,3 1 48-16,-3-2 549 0</inkml:trace>
  <inkml:trace contextRef="#ctx0" brushRef="#br1" timeOffset="32283.63">28158 2652 37 0,'7'-8'530'0,"-1"2"465"16,-1 1 205-16,2 4-56 0,-2 1-361 0,1 1-230 15,1 5-107-15,2 5-62 0,-1 2-34 16,-2 3-36-16,3 1-33 0,-2 8-57 0,-1 0-66 16,0 5-44-16,0 1-27 0,-3 4-19 0,-1 2-15 15,-2 1-13-15,0 2-10 0,-2-1-7 0,-1 1-6 16,2 1-5-16,-4 1-3 0,2-4-5 16,0 1-2-16,0-1-2 0,1-2-2 0,-1-4-7 15,1-2-11-15,1-2-20 0,-3-4-42 0,1-5-73 16,2-1-83-16,-5-4-150 0,3-4-257 15,-1-3-319-15,1-2-312 0,-2-2-202 0,4-3 33 16,-3-4 585-16</inkml:trace>
  <inkml:trace contextRef="#ctx0" brushRef="#br1" timeOffset="32499.24">28219 2957 470 0,'3'-9'980'0,"-1"5"264"15,1-2-75-15,-2 1-308 0,2 3-310 0,2-2-155 16,2 3-63-16,1 0-36 0,2-1-23 0,2 0-31 16,-1 1-50-16,3 0-63 0,0-1-49 0,2-1-33 15,0 2-18-15,1-2-11 0,-1-2-8 0,5 2-3 16,-3 0-4-16,0 0-4 0,1-1 0 16,-1 2-3-16,-3 1-49 0,0 0-72 0,-5-1-113 15,0 2-196-15,-2 2-298 0,-2-1-352 0,-1 2-306 16,-4 0-142-16,-1 1 353 0,-1 2 657 0</inkml:trace>
  <inkml:trace contextRef="#ctx0" brushRef="#br1" timeOffset="32766.32">28546 3196 85 0,'3'24'560'16,"-1"-5"378"-16,1-1 177 0,2-2-37 15,3-5-363-15,-4-4-266 0,4-6-148 0,1-1-69 16,1-6-12-16,0-3 12 0,1-3 23 0,0-2 5 15,-1-5-13-15,-1 0-19 0,-2 0-40 0,-1-4-49 16,-6 4-47-16,0 0-33 0,-4 3-18 0,-2 0-13 16,0 3-7-16,-5 4-6 0,-2 5 0 15,-1 4 0-15,-2 4 1 0,-1 6 1 0,0 5-1 16,2 5-1-16,1 6-4 0,1 0-4 16,5 5-4-16,1 0-4 0,3 2-2 0,4 3-9 15,0-1-37-15,4-2-81 0,2-1-133 0,2-4-243 16,5-6-305-16,5-1-374 0,7-4-381 15,10-5-78-15,5-5 566 0</inkml:trace>
  <inkml:trace contextRef="#ctx0" brushRef="#br1" timeOffset="33316.14">30154 2910 18 0,'5'-8'538'0,"-3"4"489"0,-4-2 223 0,-4 3-77 16,-6-2-331-16,-1 3-303 0,-2 2-159 0,-5 0-60 15,-2 0-34-15,-4 4-29 0,-2 0-28 0,-6 2-41 16,3 2-42-16,-4 1-42 0,4 1-24 16,1 2-16-16,2-1-16 0,1 2-10 0,6-1-11 15,2 0-10-15,4 0-6 0,3 0-6 0,4 2-1 16,5-1-3-16,3-1 0 0,1 2-1 15,7-1-1-15,5 2 0 0,0-1-1 0,5-1 2 16,4-1-1-16,2 0 1 0,5 0 1 0,1-1-2 16,2-2 3-16,1 2-1 0,-2-1-1 0,-1-1 0 15,0 0 2-15,-1 1 1 0,-6-1-3 16,-1 1 0-16,-5 2 1 0,-4 0 0 0,-4-1-1 16,-6 3 2-16,-3-1 0 0,-3 2 1 0,-6-2-1 15,-1 4 0-15,-5-2-1 0,0 0 0 0,0 0-1 16,-3 1 0-16,1-3 1 0,-1 1 0 15,3-5-3-15,0 0-9 0,3-1-27 0,3-2-71 16,0-3-74-16,4-4-126 0,3-5-201 16,4-4-316-16,1-1-328 0,3-3-230 0,7-4-100 15,0-3 407-15,5-1 595 0</inkml:trace>
  <inkml:trace contextRef="#ctx0" brushRef="#br1" timeOffset="33483.79">30429 2973 27 0,'21'-10'600'0,"-5"4"604"0,-2 2 289 15,-6 8-102-15,-2 3-374 0,-6 5-382 0,0 4-205 16,-5 5-130-16,1 6-90 0,-6 3-70 0,-2 4-41 16,-1 6-27-16,-4 2-20 0,1 1-13 0,-2 2-11 15,4-3-8-15,2-1-7 0,2-4-6 16,3-5-7-16,6-6-16 0,1-7-35 0,3-2-79 16,0-10-97-16,4-7-172 0,1-5-296 0,1-7-341 15,1-6-371-15,2-4-187 0,2-7 208 0,-1-3 685 16</inkml:trace>
  <inkml:trace contextRef="#ctx0" brushRef="#br1" timeOffset="33666.57">30571 2776 356 0,'5'-42'993'0,"-5"6"456"0,0 8-27 15,-1 4-313-15,-4 10-431 0,-1 3-258 0,0 6-135 16,-2 5-113-16,-1 3-67 0,0 4-34 0,1 4-19 16,-1 2-20-16,2 4-18 0,0-2-7 0,0 3-3 15,6-2-7-15,1 2-4 0,0 0-27 0,5-1-61 16,-1-1-58-16,5-2-130 0,1 2-231 0,0-2-309 15,2-1-309-15,-1 1-223 0,3-1-77 0,-4-3 461 16</inkml:trace>
  <inkml:trace contextRef="#ctx0" brushRef="#br1" timeOffset="34399.26">30863 2952 91 0,'12'-11'640'0,"-2"2"458"16,-4 0 151-16,-1 3-115 0,0-1-398 0,-4 2-273 15,4 2-134-15,-2 0-48 0,-2 3-20 0,3-1-19 16,-3 2-19-16,1 1-38 0,0 1-42 0,1 0-38 16,-3 3-30-16,1 0-18 0,3 1-11 0,-1 2-9 15,-2 0-6-15,5 0-6 0,-1 1-7 0,2 0-4 16,-3 2-3-16,4-1 0 0,0 3-1 0,-2-1-2 15,2 2 1-15,0-1 0 0,3 1-3 16,-4 0-1-16,1 1-2 0,-2 0 0 0,2 0-1 16,-4 0-2-16,0 1 1 0,0-2-1 0,-2 1 2 15,0-1-2-15,-1-3 2 0,1 2 1 0,0-3-2 16,-2 0 0-16,1-3 0 0,1 1-1 0,-1 2 0 16,2-4 0-16,-1 3 1 0,1-2-1 0,2 1 1 15,-2 0 0-15,3-1 0 0,2 0 0 16,3-4-1-16,0 0 1 0,5-1 1 0,0-1-1 15,3 0 2-15,-2-2-1 0,5-2 0 0,4-1-2 16,-1 0 1-16,-1-3 0 0,3-1-2 0,0-4 0 16,-1 0 1-16,1-3 0 0,-2-2-1 0,2 0-1 15,-3-3 1-15,0-1-1 0,0-1 1 16,-4 0-2-16,-4-4 3 0,1 3 2 0,-6-1 7 16,1 0 9-16,-5 4 13 0,-4 2 11 0,-3 3 7 15,-3 2 2-15,-4 5-4 0,-5 3-7 0,0 4-8 16,-6 4-6-16,1 5-3 0,-5 3 2 0,0 4 0 15,-2 2 0-15,2 4-1 0,0 3-2 16,0 2-3-16,0 3-2 0,2 4 1 0,2 3 1 16,0 2 2-16,1 7 0 0,2-1-13 0,1 0-8 15,8-1 0-15,3-3 0 0,6-4 0 0,3-2 0 16,8-3 0-16,4-7 0 0,6-4 0 0,4-6 0 16,7-3 0-16,1-5 0 0,8-6 0 15,2-2 0-15,5-8 0 0,0 1 0 0,1-5-32 16,0-3-60-16,-3 0-83 0,0-2-176 0,-8 3-272 15,-2-2-340-15,-6 2-420 0,-8 2-393 0,-8-2 51 16,-8 4 861-16</inkml:trace>
  <inkml:trace contextRef="#ctx0" brushRef="#br1" timeOffset="43742.06">20011 4754 347 0,'-3'3'849'16,"2"-3"342"-16,-4 0 15 0,2 0-252 16,0 0-336-16,1 0-180 0,2 0-85 0,0 2-57 15,0-2-44-15,0 2-38 0,2-2-32 16,-1 7-37-16,3-1-29 0,0 5-20 0,-1 4-7 16,2 2-3-16,0 5-12 0,1 3-9 0,1 5-10 15,0 2-9-15,1 2-6 0,0 3-7 0,3 0-5 16,-3 2-6-16,0 1-4 0,0 0-4 15,0-1-2-15,-2 1-3 0,1-3-1 0,-3-1-2 16,0-1 0-16,0-3-1 0,2-4-2 16,-3-5-1-16,1-1 0 0,-1-4-1 0,0-3-1 15,-1-3 0-15,-1-4 0 0,3 0 0 0,-3-3 0 16,1-2 1-16,1-3-1 0,1-3 1 16,1-4 0-16,2-3-1 0,1-3 1 0,1-4-1 15,4-2 0-15,-2-3 0 0,4-3 1 0,-2-1 0 16,4-2 1-16,1-3 1 0,-1-1-1 15,1-2 2-15,2-2-2 0,-1 0 0 0,0 0 0 16,0-2-1-16,2 1-1 0,-4 2 0 16,2 3-1-16,-3 0 1 0,0 5-2 0,-5 3 1 15,0 6 2-15,-3 1-1 0,-2 4 2 0,1 2 0 16,-4 3 6-16,0 1 3 0,0 3 3 16,-2 2 2-16,2-3 0 0,-3 3 2 0,0 1-5 15,2 1-3-15,-2 0-4 0,-2 1-1 0,1 1-1 16,-2 3-3-16,-2 1 0 0,2 1-1 0,-2 1 2 15,1 3-1-15,-1-1 0 0,-2 4 1 16,0 0 0-16,0 2 0 0,-2 2-1 16,1 0 1-16,-5 2 1 0,4-1 0 0,-5 2-1 15,2 1 1-15,0 1 0 0,-2 1 0 16,2 1-1-16,-2 1-1 0,3-1-1 0,2 2 0 16,-2-1-1-16,4-1-1 0,1 1 1 0,1-2 1 15,3 1 0-15,2-3 0 0,0 1 2 0,2 0-1 16,3-4-1-16,0 1 1 0,1-2 0 15,3-3 0-15,1-1-1 0,0-1 1 0,2-3 0 16,1-1-1-16,1 0 0 0,0-4-1 16,2-1 0-16,3-2 0 0,1 0-1 0,-2-4-1 15,4 0-1-15,0-2-1 0,3 1 0 0,-4-4-1 16,4 1-5-16,-3 0-11 0,-1 2-19 0,1-2-32 16,-3 0-80-16,-3 0-98 0,-2 2-171 15,-1-2-289-15,-3 0-336 0,0 1-380 0,-2 1-175 16,0-2 186-16,0-2 696 0</inkml:trace>
  <inkml:trace contextRef="#ctx0" brushRef="#br1" timeOffset="44308.06">21073 4932 305 0,'-5'3'665'0,"0"0"334"0,2-2 131 0,-2 2-266 15,2 0-252-15,-2-1-166 0,5-1-117 16,-1 1-68-16,2 1-40 0,1 0-20 0,2 0 8 15,-1 1 6-15,6-1-5 0,-3-2-25 0,5 3-23 16,0-2-26-16,0-2-30 0,5 3-21 16,-2-6-18-16,3 3-9 0,1-2-13 0,1-2-7 15,0 3-8-15,0-4-6 0,0 1-7 16,-2 0-4-16,2-1-3 0,0-1-4 0,-3 2-3 16,1 0-1-16,-2-2-1 0,-3 2 0 0,-1 0-2 15,1 1 0-15,-3 1-1 0,-3 1 0 0,0 1 2 16,-1 0-3-16,-1 0 1 0,-1 1-3 15,-2 1-11-15,-1-1-27 0,0 1-57 0,-1 0-69 16,-2 0-78-16,-2-2-135 0,1 4-178 16,-2-3-276-16,0 2-245 0,-2 0-201 0,2 1-61 15,-2-1 343-15,0 3 496 0</inkml:trace>
  <inkml:trace contextRef="#ctx0" brushRef="#br1" timeOffset="44608.12">20982 5194 343 0,'-4'8'768'0,"0"-1"317"0,0-2 43 0,0 1-304 15,4-3-272-15,0 2-178 0,0-3-77 16,5 2-24-16,2-2 17 0,1 1 10 0,4 0-23 15,3 0-23-15,0-3-45 0,1 2-45 16,5-4-50-16,0 0-35 0,2 0-22 0,1-1-16 16,-1-3-15-16,2-2-9 0,2 1-4 0,-3-4-6 15,2 1-2-15,-1-1-3 0,-2 2-2 16,1-1-11-16,-5 1-54 0,0 1-78 0,-3 1-148 16,-4 1-272-16,1 4-313 0,0-3-383 15,-2 4-311-15,-1 1-6 0,0 0 661 0</inkml:trace>
  <inkml:trace contextRef="#ctx0" brushRef="#br1" timeOffset="45591.22">22592 4828 219 0,'-6'-7'800'0,"-1"1"393"16,-1 1 64-16,0 1-98 0,-2 1-412 0,0 3-221 15,0 0-134-15,-1 3-78 0,0 4-58 0,-2 2-65 16,3 5-65-16,-2 9-48 0,4 3-23 16,2 9-9-16,2 8-5 0,0 7-1 0,4 7-4 15,2 4 1-15,1 5-3 0,4 0-6 16,0-3-7-16,4-3-3 0,5-6-3 0,2-6-5 15,5-8-5-15,6-12 0 0,1-9-2 0,5-10-1 16,1-12 0-16,2-9 0 0,1-12-1 16,-1-10 1-16,-3-7 7 0,0-7 7 0,-3-6 9 15,-6-1 11-15,-5-1 11 0,-7 2 8 0,-6 4 1 16,-3 0-5-16,-13 3-6 0,-3 4-9 16,-8 3-10-16,-3 6-6 0,-7 6-7 0,-3 5-2 15,1 5-3-15,-2 8-1 0,-3 5-1 0,2 7-3 16,3 4-1-16,1 6-1 0,6 4-2 15,0 2 1-15,5 5-2 0,3 2-1 0,6 2 0 16,1 3-1-16,6 0-1 0,3 4-1 16,3-2-7-16,2 5-13 0,6-3-22 0,-1-4-58 15,3 1-86-15,2-2-178 0,1-3-277 0,5-3-337 16,0-2-415-16,0-3-321 0,1-5 99 16,0-1 818-16</inkml:trace>
  <inkml:trace contextRef="#ctx0" brushRef="#br1" timeOffset="45762.75">23155 5348 409 0,'8'-6'1432'0,"-5"4"360"0,-3 2-301 0,-3 0-368 15,-5 2-456-15,0 2-315 0,-5 1-169 16,5 0-78-16,0 0-41 0,1 1-24 0,3 0-20 16,1 0-14-16,3 0-21 0,3-2-67 0,2-1-90 15,3-2-178-15,1-2-279 0,4-2-337 0,3-2-411 16,0-5-286-16,1-3 131 0,2 3 788 15</inkml:trace>
  <inkml:trace contextRef="#ctx0" brushRef="#br1" timeOffset="46659.32">23972 4891 29 0,'6'-15'362'0,"-3"0"304"0,1 1 279 16,-3 1 93-16,1 0-257 0,-4 1-175 0,2 0-59 15,-1 1-12-15,-3 3-61 0,0 0-80 16,-5-1-64-16,1 5-55 0,-4-1-71 0,-2 4-72 16,0 1-42-16,-3 1-24 0,1 4-16 0,-3-1-11 15,2 5-9-15,-1 0-7 0,1 1-8 16,2 2-4-16,1 3-5 0,2 0-2 0,2 2-1 16,1 2-1-16,2 0-1 0,4 1 0 0,1 2-2 15,2-2 1-15,4-2-2 0,1 2-1 16,-1-1 0-16,7-1 1 0,0 0 1 0,3 0-1 15,2-3-1-15,3 2 1 0,0-1 0 16,7-1 0-16,-3 2 0 0,6-3-1 0,1 0 1 16,-2 1-1-16,2 0 1 0,0-1 0 0,-1 3 1 15,-1-2 1-15,-4 2 1 0,1 1 1 0,-3-1 1 16,-1 1 0-16,-5 0 0 0,-1-1 0 16,-3 3 1-16,-4 0 0 0,-4-2 0 15,0-1 0-15,-6 2-1 0,-3-2 0 0,-3-1-1 16,-1 0-1-16,-4-1-1 0,-1-1 0 0,-5-4 2 15,1 1-1-15,-4-4 0 0,2-1 1 0,-1-3 0 16,1-3 0-16,-1-1-1 0,4-4 0 16,-1-1-1-16,4-1 0 0,2-1-1 0,0-2-1 15,6-1 1-15,3-2-1 0,3-2-1 16,1-2 0-16,2 0-1 0,6-2 1 0,-1-2 0 16,4 0 0-16,-1-4 1 0,4 2 0 0,2-2 2 15,0-4 0-15,1 1 1 0,0-2-1 0,0-2 1 16,1-1 1-16,0 0 2 0,-2 0-3 15,0-1 0-15,-2 1 0 0,-1 0 0 0,-4-1 0 16,-2 5 0-16,-4-1 2 0,-2 3 0 16,-5 1 0-16,-4 4 5 0,-1 1 2 0,-2 3 2 15,-3 4 1-15,-2 1 0 0,-2 6 1 0,0 4-3 16,-1 0-5-16,1 7 0 0,-1 3-2 16,1-1-1-16,1 7-3 0,2-2-1 0,5 3 1 15,-1 0-4-15,2 3 0 0,5-2-4 0,2 2-11 16,1-2-31-16,3 0-70 0,2 0-76 15,1-2-139-15,0 2-237 0,0-1-318 0,2-2-346 16,2 1-227-16,-1-1-43 0,-1 1 516 0</inkml:trace>
  <inkml:trace contextRef="#ctx0" brushRef="#br1" timeOffset="49797.86">24883 4979 21 0,'5'-12'388'0,"-4"2"341"0,-1-2 282 16,0-1 102-16,0-1-325 0,-3-1-226 0,0 3-88 15,0-3-25-15,-2 3-31 0,0 1-55 0,-2-3-50 16,-2 2-38-16,1 1-53 0,-2 1-64 0,0 1-50 16,-1 1-29-16,-5 1-19 0,2 3-14 15,-3 2-11-15,0 4-11 0,-3 0-7 0,0 7-5 16,-1 3-3-16,0 4-3 0,-1 7-2 15,3 3 0-15,0 5-1 0,1 4-1 0,5 0-1 16,3 3-1-16,4 1-1 0,1-1-2 0,10-4-1 16,-1-3 0-16,6-5 0 0,5-5 1 15,3-4 0-15,6-6 1 0,1-9 2 0,4-6 0 16,1-7 0-16,0-8 0 0,1-7-1 16,-1-2 1-16,-1-5-2 0,-2-3 1 0,-3 1 1 15,-6 0 0-15,-1 1 2 0,-5 3 2 16,-4 2 0-16,-5 2 0 0,-1 4 1 0,-5 1 0 15,-4 4 0-15,-2 2-1 0,-1 3 0 0,-3 2-1 16,1 2 2-16,-1 4-1 0,4-1 0 16,-4 4 1-16,4-1-1 0,1 3-1 0,0 3-1 15,2-1-2-15,2 4-1 0,1 2-1 0,2-1 0 16,1 4 2-16,0-1-1 0,3 4 1 16,0-2 0-16,3 1 0 0,2 2 0 0,2 2-1 15,-1-1 1-15,4 3-2 0,1 0 1 0,3 0-1 16,-1 2 1-16,5 3 0 0,-4-4 2 15,5 4-1-15,-1 0 3 0,0 2-1 0,-1 0-1 16,0 1 1-16,-3 1-1 0,0 1 1 0,-4 0-2 16,-3 1 2-16,-3 1 0 0,-6 1 5 15,-1-1 2-15,-1 2 2 0,-6 0 2 0,-3 0 0 16,-3 0 0-16,-1-3-4 0,-2-3-2 0,-1-1-2 16,0-4-2-16,-1-1 0 0,0-3 0 15,-1-3 0-15,2-1 0 0,-1-4-2 16,1-5 0-16,3 2-2 0,-3-3-3 0,5-4-3 0,3 0-14 15,0-2-32-15,4 0-79 0,1-2-107 16,4 1-220-16,5-2-299 0,3 1-360 0,6 0-404 16,2 0-148-16,3 1 372 0,3-2 794 15</inkml:trace>
  <inkml:trace contextRef="#ctx0" brushRef="#br1" timeOffset="51447.34">26021 5201 39 0,'-5'-3'439'0,"1"3"357"0,-2-1 253 16,1 0 18-16,2 1-366 0,-1-2-246 0,4 0-140 16,-3 2-94-16,3 0-69 0,0 0-43 15,0 0-28-15,2 0-10 0,-1 0-7 16,4 0-4-16,2 0 7 0,2 0 16 0,4 2 8 0,4-2-10 16,1 2-11-16,5-2-10 0,1 1-14 15,2 0-15-15,1-1-17 0,2 0-7 0,0 0-2 16,-2 0-4-16,-1 0 0 0,0 0-3 15,-3 0 2-15,-4 0 2 0,0-1-4 0,-3 1-5 16,-2 0-6-16,-6 1-24 0,0-1-31 0,-3 0-119 16,-5 3-184-16,-6-3-289 0,-1 0-276 15,-1-3-252-15,-6 2-118 0,3-4 356 0,-3 1 522 16</inkml:trace>
  <inkml:trace contextRef="#ctx0" brushRef="#br1" timeOffset="51698.22">26300 5011 314 0,'8'-1'525'16,"-2"1"204"-16,1 0 183 0,2 3-228 0,0 0-136 15,4 1-63-15,-2 1-43 0,2 1-52 0,2 1-96 16,1 2-60-16,1 0-52 0,1 0-20 16,-1 0-15-16,0 1-12 0,-4-2-13 0,1 3-22 15,1-1 29-15,-6 0-8 0,1 3-13 16,-2-1-8-16,-5 0-6 0,-2 1-5 0,-1 0-40 0,-3 3-22 15,0-1-12-15,-3 0-4 0,-2 0-7 16,-2-1-4-16,2 2-24 0,-1-1-67 16,-4-2-71-16,4-2-146 0,-4-1-266 0,7-2-315 15,-1-1-328-15,4-2-213 0,3-3 26 16,3 1 575-16</inkml:trace>
  <inkml:trace contextRef="#ctx0" brushRef="#br1" timeOffset="52564.61">27381 4770 360 0,'2'-6'681'0,"-1"1"272"16,-1 0 102-16,2 3-297 0,0-2-211 0,-2 2-136 16,0-2-99-16,0 2-70 0,1 0-60 15,1-1-47-15,-2 3-44 0,0-1-24 0,1-1-12 16,-1 2-6-16,0 0 11 0,3 2 13 0,-3-1 60 16,2 0 38-16,-1 1 17 0,1 1-1 15,-1 0-16-15,3 1-13 0,-3 1-48 0,1 3-29 16,-1 1-19-16,1 0-12 0,0 3-4 15,-1 3-7-15,-1 2-4 0,2 2-6 0,0 3-2 16,-1 2-2-16,1 2-4 0,-1 1-1 0,-1-1-2 16,0 4-2-16,0-2-3 0,0 0-4 0,-1 1 1 15,1-2-4-15,-2 0-1 0,1-3-2 16,-1 0-1-16,0-2 0 0,2 0-3 0,-1-5 0 16,1 1 0-16,1-3-1 0,1 0 1 0,1-1-1 15,0-3 2-15,3-1-1 0,1-2 0 16,-1-2 0-16,1-1 0 0,3-1-1 0,0-7 1 15,1 1 1-15,1-4 1 0,0-5 0 0,1-2 1 16,1-2 1-16,-2-5-1 0,2-1 1 0,-1-1-1 16,1-2-1-16,-3 0 1 0,1 0-1 15,-3 3 0-15,1-1-1 0,-2 3 0 0,-4 3 1 16,2 1-1-16,1 3 1 0,-6 2 0 16,3 0 0-16,-3 4 0 0,1 2 0 0,-2 1-1 15,0 0-1-15,-2 1-1 0,1 2 1 16,-4 2-2-16,1 1-2 0,0 1-1 0,-1 4-3 15,1 0-6-15,0 3-11 0,0 0-20 0,0 1-44 16,1 1-67-16,0 1-66 0,0-2-107 16,-2 1-158-16,5-2-261 0,0-2-270 0,2 0-206 15,2-5-144-15,3 1 228 0,-1-4 515 16</inkml:trace>
  <inkml:trace contextRef="#ctx0" brushRef="#br1" timeOffset="53096.83">27809 4989 175 0,'10'-16'666'0,"-2"3"420"0,-4 1 139 16,0 2-186-16,-3 1-351 0,-1 6-224 16,-1 1-135-16,-1 7-70 0,-3 5-33 0,-1 4-16 15,-2 6-10-15,0 5-13 0,0 3-33 16,-1 5-32-16,1 0-30 0,2 2-28 0,1-1-23 16,2 1-17-16,3-3-10 0,0-3-7 0,4-2-3 15,1-7-3-15,5-1 0 0,1-7 0 16,1-1 0-16,3-9 0 0,4-2 1 0,-1-7 0 15,2-5 3-15,2-3-2 0,0-6 2 0,-1-1-1 16,-3-4-1-16,3 1 0 0,-5-3-1 16,-1 3 2-16,-3 0-2 0,-3 2 1 0,0 2 0 15,-4 2 2-15,-1 1 0 0,-3 5-1 0,1 1 1 16,-4 4 0-16,1 0 0 0,1 2-1 16,-2 2-1-16,0 1-2 0,1 3 0 0,-3 2-2 15,3 0 0-15,-1 3-1 0,2-1-1 16,-1 1-1-16,1 1 4 0,1-2-2 0,1 2 2 15,-1-1-2-15,3 1-1 0,-3-2 0 0,4-1 0 16,-2-1-1-16,2 1 3 0,0 0 0 16,1-2 0-16,-1 1 1 0,0-2-2 0,-1 2 2 15,3 0-3-15,-2 2 1 0,2 0 2 16,0 3 1-16,-4 2 2 0,2 3-1 0,-4 4 7 16,-1 3 2-16,-1 3 2 0,-4 3 1 0,-2 6 2 15,-3 2 3-15,-3 3-2 0,-2 3 0 0,-2 2-1 16,-2 0-2-16,-2 3-1 0,1-3-3 15,-2 0-4-15,3-3-3 0,2-4-1 0,2-4-1 16,1-4-2-16,5-7 0 0,1-4-1 16,2-5-3-16,2-5-10 0,1-8-36 0,5-7-67 15,3-8-68-15,1-8-119 0,3-5-194 16,1-7-311-16,4-4-303 0,-1-4-219 0,5-5-113 16,0-2 363-16,2-3 587 0</inkml:trace>
  <inkml:trace contextRef="#ctx0" brushRef="#br1" timeOffset="53383.49">28312 4734 182 0,'-3'0'778'15,"-3"1"425"-15,-2 0 67 0,-1 3-121 16,1 0-395-16,0 3-239 0,1 1-137 0,1 1-81 16,-2 1-55-16,3 1-52 0,4 3-63 0,1-1-54 15,1 2-34-15,4 1-17 0,4-2-8 0,1 1-7 16,1 1-3-16,6 1-1 0,-1-2-1 15,3 0 0-15,2 0 0 0,-4 2-1 0,4-2 1 16,-2 3-1-16,-2 0 0 0,-1 1-1 16,-3 1 2-16,-4 3-2 0,-2 0 1 0,-5 1 2 15,-2 2-1-15,-6 2 2 0,0-2-5 16,-4 4-1-16,-2-2 1 0,-2 1 1 0,-4-2-14 16,1-1-45-16,-2-4-64 0,1-2-63 0,-2-3-119 15,3-4-186-15,1-7-306 0,2-4-267 16,6-5-206-16,1-6-104 0,4-6 344 0,3-3 532 15</inkml:trace>
  <inkml:trace contextRef="#ctx0" brushRef="#br1" timeOffset="53643.15">28524 4573 356 0,'4'-7'903'0,"-1"2"307"0,-3 4-18 16,1 4-214-16,-1 6-355 0,0 3-161 0,3 5-83 15,-3 4-47-15,2 2-36 0,-2 5-39 0,-2 6-61 16,-1 1-63-16,3 7-42 0,-1 1-26 0,-2 3-20 16,1 3-14-16,-1 1-11 0,1 1-10 15,0 0-5-15,2-2-5 0,0 0-1 0,0-4-2 16,2-3-16-16,0-6-49 0,1-2-76 16,-1-4-100-16,-1-7-168 0,1-5-289 0,-2-5-335 15,0-3-306-15,0-5-156 0,0-5 213 0,-3-5 604 16</inkml:trace>
  <inkml:trace contextRef="#ctx0" brushRef="#br1" timeOffset="53847.33">28383 4860 440 0,'-6'-9'989'15,"2"1"286"-15,-3 4-34 0,1-1-260 0,2 2-390 16,1 1-230-16,0 1-122 0,0 1-66 15,8 0-54-15,-2 0-44 0,2 3-34 0,3 0-17 16,6-1-8-16,-1 1-5 0,4 0-2 0,2 0-1 16,1 1-4-16,2 0 0 0,2 0-4 0,-2 0-14 15,4 1-46-15,-1-1-53 0,-3 1-121 16,2 1-197-16,-2-2-297 0,0 3-296 0,-3 2-232 16,2-1-92-16,-5 0 392 0,-1 1 537 15</inkml:trace>
  <inkml:trace contextRef="#ctx0" brushRef="#br1" timeOffset="54496.34">28873 4953 156 0,'-2'3'756'0,"-5"1"448"0,1 1 85 16,-2 2-92-16,-3 2-373 0,0 3-269 0,-2 2-152 16,-3 4-88-16,-1 3-58 0,-1 1-64 15,0 5-64-15,2 0-48 0,-2 4-28 0,2-2-16 16,6-2-12-16,0 0-8 0,7-4-6 0,3-4-5 15,6-4-2-15,7-5-1 0,3-6-2 16,4-6 1-16,4-5-1 0,3-7-1 0,1-4 0 16,4-3-2-16,-2-2-1 0,-2-5-3 0,3 1 1 15,-6 2 0-15,-2-1 1 0,-2 2 1 16,-4 5 1-16,-3 0 3 0,-1 6-1 16,-5 1 1-16,-1 5-1 0,-1 2 1 0,-6 5 0 15,0 5 1-15,-4 4 1 0,-2 2 2 0,0 6-2 16,-2 2 0-16,1 1 1 0,-2 3-2 0,1 3-1 15,2-1-1-15,1 1 1 0,0 0 1 16,4 0 1-16,1-3 0 0,1-1-2 0,4-3 0 16,2-4-1-16,1-3 0 0,4-7-2 0,1-5-1 15,2-5 1-15,0-7 0 0,-1-3 2 16,3-4-1-16,-4-4 2 0,3-4-1 0,-3-4 0 16,1-4-1-16,-5-4 0 0,4-3 1 0,-4-4 0 15,-1-3-1-15,2-3 0 0,-1-3-1 0,-1-2 2 16,-1 0-1-16,1-2 1 0,-2 3 0 15,-2 7 3-15,1 4 3 0,-3 8 3 0,-1 8 4 16,-2 8 0-16,-1 7 0 0,1 7-1 16,-4 9-2-16,2 9-1 0,-3 3-1 0,1 9 3 15,2 4 4-15,-1 6 4 0,1 3 5 0,0 9 0 16,0 3 0-16,-1 5-3 0,1 3-3 16,-1 1-6-16,2 2-3 0,2-2-5 0,2-2-2 15,2-5-4-15,4-5 0 0,2-6-1 0,2-8 0 16,4-3-2-16,0-8-7 0,0-5-7 15,0-5-10-15,0-5-10 0,-2-3-8 0,-2-4-10 16,1-4-4-16,0 0 0 0,-4-3 4 0,-1 2 9 16,1-1 6-16,-4 1 9 0,0 2 11 15,-2 3 9-15,-1 2 8 0,-2 2 1 0,-2 4 0 16,1 2 3-16,-2 5 0 0,-1 1-5 16,-1 1-29-16,1 3-69 0,-2-2-68 0,-1 0-137 15,3 1-214-15,-3-3-314 0,2-2-315 0,1-2-207 16,2-5-43-16,1-2 466 0</inkml:trace>
  <inkml:trace contextRef="#ctx0" brushRef="#br1" timeOffset="54680.57">29451 4748 358 0,'-3'-28'1062'0,"-4"9"364"0,-1 4-100 0,-3 7-249 15,3 8-504-15,-1 4-251 0,-2 6-154 16,1 3-80-16,1 4-40 0,2 1-22 0,0 1-15 15,2 1-5-15,2-1-8 0,3 0-30 0,1-2-38 16,1-2-59-16,3-1-155 0,1-2-280 0,0-5-289 16,2 1-266-16,2-4-209 0,4-2 74 15,-3-2 552-15</inkml:trace>
  <inkml:trace contextRef="#ctx0" brushRef="#br1" timeOffset="54898.92">29851 4399 478 0,'1'5'995'0,"-2"1"268"0,-1 4-21 0,1 5-238 15,-3 4-302-15,3 6-212 0,-2 2-123 0,-2 3-72 16,-2 4-69-16,1 5-78 0,0 5-62 16,0 2-40-16,-1 3-20 0,2 4-13 0,-1 0-7 15,2-3-3-15,0-1-13 0,1-3-61 0,0-3-72 16,0-3-120-16,-1-5-196 0,0-4-310 15,1-6-348-15,1-4-273 0,-1-4-115 0,2-4 385 16,-3-3 626-16</inkml:trace>
  <inkml:trace contextRef="#ctx0" brushRef="#br1" timeOffset="55138.1">29731 4821 196 0,'6'-11'764'0,"-2"4"384"0,1-3 61 16,3 3-132-16,0 0-465 0,5 2-283 0,-2 1-145 15,4-1-71-15,0 4-30 0,4-2-24 0,3 3-15 16,4 0-9-16,4-2-8 0,0 2-7 16,-2-2-34-16,-1 2-91 0,-4 2-203 0,-3 0-289 15,-3 1-269-15,-6 5-270 0,0 0-168 0,-6 4 252 16,-4 2 576-16</inkml:trace>
  <inkml:trace contextRef="#ctx0" brushRef="#br1" timeOffset="55730.69">29810 5680 44 0,'-12'-2'467'16,"-2"0"409"-16,-2 0 279 0,1 0 7 0,-4 2-361 15,1 0-188-15,0 2-107 0,0 2-79 16,-3 0-77-16,3 3-55 0,-2 1-56 0,3 1-61 15,-1 1-59-15,1 1-43 0,4-2-24 0,0 4-15 16,1-2-10-16,4 1-8 0,1 0-6 16,4 0-4-16,1 1-5 0,5 0-2 0,3 3-1 15,4 0 0-15,-1 1-1 0,8-2 1 0,0 3-1 16,1-2-1-16,4-1 1 0,-1 2 0 16,3-1 0-16,-2 1 0 0,-1-1 0 0,-3 0 0 15,0 1 1-15,-4 2 1 0,-3-2-1 0,-2 1 3 16,-5 3 0-16,-3 0 0 0,-6 0-1 15,1 1 0-15,-9 2 0 0,0-1-1 0,-4-1-1 16,1 1 0-16,-4 0 0 0,-4-2 0 0,3-1-1 16,-1 0 0-16,4-2 0 0,0-1-2 15,2-4 0-15,7-1-2 0,4-4-1 0,5-3-9 16,3-3-46-16,5-4-72 0,5-5-93 16,4-4-161-16,3-2-288 0,3-2-337 0,4-2-309 15,1-3-174-15,2-2 170 0,4 0 620 0</inkml:trace>
  <inkml:trace contextRef="#ctx0" brushRef="#br1" timeOffset="56096.95">30164 5970 78 0,'0'-5'609'16,"-2"1"445"-16,-2-1 153 0,-1 1-96 16,-3-4-391-16,3 0-318 0,-3 0-177 0,4-3-94 15,-1-2-45-15,1-2-27 0,1-3-15 0,0-5-12 16,1-3-12-16,1 0-1 0,-2-3-4 15,3-2 17-15,-2 2 25 0,-1 1 50 0,3 1 53 16,0 1 29-16,-1 5 14 0,1 2-5 0,-3 4-25 16,3 3-43-16,-2 3-42 0,0 1-27 0,1 5-24 15,1 3-19-15,-2 6-10 0,0 2-4 16,1 2 1-16,-1 4-1 0,2 4 4 0,-1 1 6 16,1 5 5-16,-2 3 5 0,2 3 7 0,0 3 5 15,2 5 0-15,-2 2 1 0,1 5-2 0,-1 3-1 16,2 5-4-16,-1 1-5 0,1 3-5 0,0 4-5 15,1 1-4-15,0 4-3 0,0-3-4 16,5 0-2-16,-2-3-2 0,4-4-1 0,1-4-3 16,0-4-5-16,2-6-12 0,1-6-24 0,-5-5-56 15,1-4-72-15,-2-7-85 0,-2-5-143 0,-1-5-195 16,-4-6-304-16,-1-4-258 0,-1-7-184 16,-2-6 3-16,-1-7 441 0,-2-3 485 0</inkml:trace>
  <inkml:trace contextRef="#ctx0" brushRef="#br1" timeOffset="56447.09">30102 6181 309 0,'13'3'684'15,"-4"-3"302"-15,5 5 102 0,1 0-260 0,-1 0-239 16,2 1-163-16,3-1-107 0,0-2-51 0,3 0-27 16,0-2-26-16,0 1-18 0,4-4-7 0,-1-1-22 15,2-1-28-15,-1-2-32 0,3-4-27 16,-2 0-22-16,-3-5-21 0,3-1-11 0,-2-2-7 15,-2-2-7-15,1-3-4 0,-2 1 0 0,-1-1-2 16,-4-1-5-16,-1 2-2 0,-5 1 2 0,0 0 4 16,-6 3 17-16,-2 3 10 0,-3 2 5 15,-3 1 2-15,-2 3 1 0,-3 3-3 0,-4 6-16 16,-1 4-5-16,-4 3 1 0,1 6 1 0,-3 2 3 16,-2 1-1-16,4 4-1 0,-4 3-4 0,4 0-3 15,-1 4-1-15,1 0 0 0,4 3 1 16,1 1 0-16,-1 3-1 0,4 0-2 0,-1 2-3 15,2-1-4-15,5 1-2 0,3-4-3 0,3-1-3 16,3-6-22-16,4-4-67 0,1-5-66 0,5-4-116 16,-2-4-192-16,5-5-312 0,0-3-333 15,2-3-241-15,-3-4-137 0,3-2 353 0,0-2 614 16</inkml:trace>
  <inkml:trace contextRef="#ctx0" brushRef="#br1" timeOffset="57132.86">30730 6135 80 0,'9'-5'343'0,"1"1"199"0,2 0 164 16,-2-1-65-16,0-1-150 0,2-1-71 0,-2 1-14 15,2-1-13-15,-2-2-11 0,1 0-31 16,0-1-47-16,-2-2-48 0,1 0-24 0,1-4 12 16,0 3 30-16,0 0 9 0,0-2-9 0,-1 1-21 15,-2 2-42-15,-4 2-50 0,2 0-53 16,-3 5-34-16,1-1-20 0,-3 4-14 0,1 2-7 16,-2 3-5-16,-2 3-3 0,1 6-3 0,-4 5-2 15,-1 2-4-15,1 5-1 0,-1 3-2 0,1 3-1 16,0 1-2-16,0 5-3 0,-1-1 1 0,5 1-4 15,1-1-3-15,1-2 0 0,4-3-1 0,-1-4 0 16,5-5 0-16,0-5 1 0,3-6 0 16,1-7 0-16,3-4 1 0,0-8 0 0,3-7-1 15,-2-3 0-15,2-6 0 0,0-4-1 0,-1-3-1 16,0 0 1-16,-1-3 0 0,-2 1 2 16,-4 2-1-16,2-1 2 0,-4 1 0 0,-1 4-1 15,-3 4 0-15,-2 2 0 0,1 2 0 0,-2 5 0 16,-2 3-1-16,-2 3-1 0,0 5 1 0,0 4-1 15,1 1-2-15,-2 5 1 0,-1 2-1 0,0 2 1 16,2 2-1-16,-1 2 2 0,1 1-1 0,0 1 1 16,2-2 0-16,0 1-1 0,0 0 1 0,2-2 0 15,0-1 0-15,-2 2 0 0,1-4 1 16,3 2 0-16,-1 0 0 0,0-3 0 0,0 2 0 16,0-1-1-16,3 4 1 0,-2-1 0 15,0 5 0-15,0 1 0 0,-1 1 1 0,-3 5 1 0,1 7 2 16,-1 4 3-16,0 7 2 0,0 2 1 15,-1 8 3-15,-1 3 1 0,1 5-2 0,-3 1 1 16,1 4 1-16,-2 3-2 0,-2 0-2 0,-1 1 0 16,-4 1-2-16,0-5-4 0,-1-3-3 0,-1-5-1 15,3-7-1-15,-2-7-2 0,-1-8-1 16,5-7-2-16,-4-8-4 0,4-9-7 0,-3-6-12 16,6-8-14-16,-2-7-33 0,4-9-67 0,0-7-71 15,3-5-100-15,2-6-160 0,3-2-255 0,2-5-305 16,5-4-228-16,0-1-156 0,3-1 165 0,2-1 546 15</inkml:trace>
  <inkml:trace contextRef="#ctx0" brushRef="#br1" timeOffset="57846.75">31650 6225 261 0,'6'-26'859'0,"-1"0"377"0,-3 1 7 16,-1 5-151-16,3-2-418 0,-4 4-186 0,1 3-88 15,1 2-61-15,-2 2-47 0,-3 5-48 0,3 2-67 16,-5 4-64-16,1 5-42 0,0 4-22 16,-3 4-8-16,0 3-4 0,0 5-1 0,2 4-3 15,1-2-4-15,0 4-8 0,4 0-4 0,0-1-7 16,5-3-3-16,0-1-3 0,5-4-3 0,0-5-1 16,5-5-1-16,2-6 1 0,1-4 0 0,4-7 0 15,0-5 0-15,1-4 0 0,0-4 0 16,0-2-1-16,-1-3 2 0,1-1-1 0,-3 0 1 15,1 2 0-15,-4-1 1 0,1 3 0 0,-6 3 1 16,1 2-1-16,-5 4 1 0,-3 2 0 0,-1 4-1 16,0 3 0-16,-4 1 0 0,0 5-3 0,-4 5 1 15,3 2-2-15,-2 4 0 0,-2 2 0 0,0 2 0 16,2 1 1-16,0 3 1 0,-1 0 0 16,0 0 1-16,2 3 1 0,1-1 0 0,1-1 1 15,0 2-1-15,0-4-1 0,3-2-1 0,3-1-1 16,0-5-1-16,4-2-1 0,0-5 1 0,4-3-1 15,-1-6 1-15,0-1 1 0,0-5 0 16,3-2-1-16,-2-1 1 0,2 0 1 0,-3 2 0 16,1-1 0-16,-5 4 0 0,3-1 0 0,-4 4 0 15,1 2 0-15,-1 3-1 0,0 0 1 0,-3 5-1 16,1 3 2-16,-2 3 0 0,0 4 2 16,0 3-1-16,3 8 1 0,-1-1 0 0,3 7 1 15,1 4-2-15,1 3 1 0,0 2-1 0,0 4 0 16,-1 2-2-16,1 0 0 0,-5 2-1 0,1-2 0 15,-4-2 0-15,0-1-1 0,0-3 1 0,-3-4 0 16,0-6 1-16,-3-3 0 0,1-3 2 0,-1-7 2 16,0-2 2-16,0-5 2 0,0-4 2 0,-2-5 2 15,1-5 1-15,1-4-1 0,2-7-1 16,-2-1-1-16,3-5 0 0,4-3-1 0,-1-2-1 16,6-1-1-16,-1 1-2 0,1 0-2 0,2 0-1 15,2 2 0-15,2 2-2 0,1 1 0 0,2-2 0 16,2 2 0-16,1 1-2 0,2 0-1 15,3 0 0-15,-1 0-2 0,1 2 2 0,2-2 1 16,0 0 2-16,1 1 0 0,1-1 2 0,0 2-1 16,0-1-1-16,0 1-2 0,-2 2-7 0,1-2-8 15,-2 2-16-15,-2 3-28 0,-6-2-59 0,0 2-72 16,-5 2-83-16,-1 2-129 0,-5 0-188 0,-2 2-305 16,-1 1-238-16,-1 1-199 0,-2 2-31 0,0-1 383 15,-1 2 520-15</inkml:trace>
  <inkml:trace contextRef="#ctx0" brushRef="#br1" timeOffset="62155.44">20407 6259 185 0,'-5'-9'646'16,"2"1"399"-16,1 1 140 0,-1 3-162 0,2-2-380 16,-1 3-221-16,0 1-111 0,4 2-23 15,0 3 12-15,2 3-7 0,1 6-19 0,1 1-14 16,2 7-32-16,2 4-56 0,2 6-50 0,1 3-27 15,3 4-16-15,-3 4-10 0,4 4-13 16,0 2-11-16,0 1-9 0,1 1-7 0,-1 1-7 16,-1 0-5-16,2-5-5 0,-1 1-3 0,0-2-1 15,1-3-3-15,-4-2-1 0,2-3-1 16,-5-4-2-16,0-4-1 0,0-4 0 0,-1-3-2 16,-4-1 0-16,-1-5 0 0,0-3-1 15,-1-2 1-15,-2-2-3 0,-2-3-10 0,0 0-19 16,-4-3-41-16,-3-4-78 0,-1 2-90 0,-4-6-154 15,0 0-242-15,-2-1-326 0,-3-2-321 16,0-2-185-16,-1 1 50 0,-3-1 554 0</inkml:trace>
  <inkml:trace contextRef="#ctx0" brushRef="#br1" timeOffset="62406.01">20441 6990 57 0,'0'10'524'0,"0"7"422"0,2 0 238 16,1 3-30-16,2 3-361 0,3 3-209 0,4 3-103 15,1 0-80-15,1 4-65 0,2 0-51 16,1-2-50-16,1-1-65 0,3-1-58 0,2-4-36 16,1-4-22-16,2-5-10 0,2-2-9 0,0-6-4 15,2-5-5-15,0-4-3 0,4-9-1 16,-3-4-7-16,1-5-3 0,0-5-3 0,-1-4-4 16,-2-4-1-16,-3-1-2 0,-4 0-2 15,-4 2 0-15,-2 1-1 0,-7 1 0 0,-4 3-2 16,-5 1-7-16,-1 3-30 0,-8 3-76 0,1 2-92 15,-5 3-168-15,1 3-289 0,-2 6-339 16,5 3-368-16,1 5-191 0,1 5 164 0,6 4 679 16</inkml:trace>
  <inkml:trace contextRef="#ctx0" brushRef="#br1" timeOffset="63389.24">21238 8053 356 0,'-6'14'827'0,"2"-2"339"0,-3-2 24 0,4-2-298 15,0-2-327-15,-1-1-193 0,4 0-118 16,0-2-14-16,0-3 20 0,5-1 9 0,0-6-10 16,3-2-17-16,4-8-25 0,1-6-50 15,6-5-46-15,0-9-30 0,5-3-17 0,3-7-11 16,3-3-7-16,1-4-5 0,1-3-7 0,1-1-3 16,1 0-1-16,-3 2 0 0,-1 1-3 15,0 4 0-15,-5 3 2 0,-1 5-2 0,-5 5-2 16,-3 5-2-16,-3 5-2 0,-2 7-2 15,-3 2-13-15,0 8-16 0,-4 0 0 0,0 2 0 16,0 2 0-16,-2 2 0 0,-1 4 0 0,-1 1 0 16,0 5 0-16,0 2 0 0,-1 3 0 15,1 3 0-15,0 5 0 0,1 1 0 0,1 3 0 16,1 1 0-16,0 5 0 0,4 2 0 0,-3 2 0 16,4 2 0-16,-2 3 0 0,1 2 0 15,-1 3 0-15,2-1 0 0,0 3 0 0,-3-1 0 16,-1 2 0-16,1 1 0 0,0 0 0 0,-2-1 0 15,-1 1 0-15,1-1 0 0,-2 0 0 16,-1-1 0-16,-1-2 0 0,1-1 0 0,-3-1 0 16,1-3 0-16,2-2 0 0,0-4 0 15,-1-3 0-15,1 0 0 0,-2-4 0 0,2-4 0 16,-1-2 0-16,-1-2 0 0,0-4 0 16,-3-2 0-16,1-1 0 0,-3-1 0 0,-2-3 0 15,3-1 0-15,-4-1 0 0,-1-2 0 0,2 1 0 16,-3-4 0-16,0 2 0 0,2-4 0 0,-1 4 0 15,0-2 0-15,0-3 0 0,1 3 0 16,1-3 0-16,1 2 0 0,4 0 0 0,-3 2 0 16,2-1 0-16,1 0 0 0,1 1 0 15,0 1 0-15,1-1 0 0,0 1 0 0,2 0 0 16,0 0 0-16,2 1 0 0,3 2 0 0,2 0 0 16,1 2 0-16,5-3 0 0,3 3 0 0,1 1 0 15,5-4 0-15,5 1 0 0,3-2 0 16,3-1 0-16,6-4 0 0,1 2 0 0,3-3 0 15,2-1 0-15,0-2 0 0,0 0 0 16,-1-1 0-16,-1-1 0 0,-4 2 0 0,0 0 0 16,-4 0 0-16,-1 1 0 0,-6 2 0 0,-3 0 0 15,-4 2 0-15,-2 0 0 0,-5 0 0 16,-1 1 0-16,-5 1 0 0,-2 1 0 0,-3-1 0 16,-4 1 0-16,-2 1 0 0,-4 0-27 0,-1 3-61 15,-4-2-86-15,-1 0-144 0,-3 0-263 16,0-1-322-16,-1-1-400 0,3 1-422 0,-4 2-24 15,2-2 714-15</inkml:trace>
  <inkml:trace contextRef="#ctx0" brushRef="#br1" timeOffset="66072.59">20868 10291 29 0,'0'-1'82'0,"0"1"13"16,0-2 8-16,0 2 1 0,0 0-3 0,0 0-6 16,0 0-9-16,0 0-11 0,0 0-11 15,0 0-15-15,0 0-14 0,-1 0-14 0,1 0-9 16,0 2-7-16,0-1-5 0,-3 1 0 0,1-1 0 15,2-1 2-15,0 2-2 0,-1-1 2 0,1 1 0 16,-2-1-1-16,2 0 1 0,0-1 0 16,0 2-1-16,-1 0-1 0,1-1 0 15,0-1 0-15,-2 1 2 0,2 1 3 0,-2 0 2 16,2-2 7-16,-1 1 16 0,-1-1 15 0,2 0 16 16,-2 0 13-16,-1 0 17 0,2 0 5 0,-3-1 3 15,3-1-4-15,-2-1-6 0,-2 0-10 16,2 0-9-16,-2-1-9 0,2-1-8 0,-2 1-4 15,0-1-5-15,2 1-7 0,-3 0-4 16,2-2-7-16,-1 2-10 0,1-1-3 0,0 3-5 16,-1 0-8-16,2 2-20 0,-3 0-38 0,2 0-115 15,0 3-199-15,-1 1-85 0,-2 2 5 16,1 0 81-16,-2-1 125 0</inkml:trace>
  <inkml:trace contextRef="#ctx0" brushRef="#br1" timeOffset="113634.45">4306 6811 102 0,'5'2'366'16,"-2"-1"207"-16,-1 2 158 0,1-3-100 0,-1 2-165 16,1-2-75-16,-3-2-17 0,2 1 6 0,0-1-4 15,-2-1-16-15,0-1-39 0,-2 0-38 16,0-2 2-16,2 0 4 0,0-1-3 0,-2 0-9 15,1-1-17-15,-2-1-28 0,-2 2-49 0,2-1-47 16,-2-1-34-16,-2 2-22 0,-2 0-14 16,1-2-9-16,-2 2-7 0,0-1-8 0,-3 2-6 15,-3 0-6-15,-1 1-4 0,-2-1-5 0,1 0-3 16,-4 1-3-16,0 1-3 0,-3-1 0 16,1 3 0-16,-1-2 0 0,-2 2-1 0,-2-1 0 15,1 1 0-15,-5 1-2 0,1 1-1 16,-1 1-1-16,-4 0 0 0,1 0 1 0,-5 2-1 15,3-1 1-15,-3 2-1 0,-3-3 0 0,1 2-2 16,-4 0 0-16,2 0 1 0,-2 0 0 16,-1 0-1-16,1 0 3 0,1 1 1 0,1 1 1 15,0 0-1-15,1 1-3 0,3 0 2 0,-2 2-3 16,2-1-1-16,0 4-1 0,3-1 1 0,0 0-1 16,0 2 0-16,0-1-1 0,3 1 0 0,2 1-1 15,0 2 0-15,-1-2-1 0,3 1 1 0,1 0-1 16,0 1 1-16,0 1 0 0,1 0 0 0,-1 0 0 15,2 2-1-15,1 2 1 0,0 0-1 16,2 2-1-16,1 0 1 0,0 4-1 0,1 1 0 16,1 0 0-16,2 2-1 0,0 1 1 0,1 0 0 15,3-2-1-15,-1 0 0 0,3 1 1 0,0 0-1 16,1-1 0-16,3 1 0 0,-2-3 1 0,4 3-1 16,1-1-1-16,-1 2 1 0,1-4 0 15,4 1 0-15,1 1 2 0,-1-1 1 0,3-2 0 16,3 2 0-16,0 0 2 0,5 1 0 0,1 1-1 15,1 1 1-15,2-1 0 0,4 3-4 0,3 1-3 16,2-1 0-16,3 1-2 0,2-2 0 0,5 2 0 16,2 1 3-16,5-2 1 0,4 0 6 15,-1 1 2-15,2-2 2 0,3-1-2 0,0 0 1 16,3-2-1-16,1 2-5 0,-2-5-1 0,4 0 0 16,-3 0 2-16,2-2 1 0,2-2 1 0,1 0 1 15,0 0 0-15,3-3-1 0,1 2 1 0,-1-5-2 16,0 2 0-16,0-3-1 0,-1-1-1 0,-1-1 0 15,0-1-1-15,0 0 3 0,-1-3 2 16,-3-1 4-16,3-1 3 0,-2-2 3 0,-1-1-3 16,-1 0-12-16,2-3 0 0,-3 0 0 15,0 0 0-15,-1-1 0 0,2-1 0 0,-4 1 0 16,0-3 0-16,-2 2 0 0,2-1 0 0,-1 0 0 16,0-2 0-16,1 1 0 0,1-2 0 15,-2 0 0-15,2-1 0 0,1-3 0 0,2-1 0 16,1 1 0-16,0-3 0 0,2-2 0 0,1-1 0 15,-2-3 0-15,2-1 0 0,-2 0 0 16,0-2 0-16,-1-3 0 0,1 2 0 0,-2-3 0 16,-4 0 0-16,0 1 0 0,-5 0 0 15,-3 0 0-15,-3 2 0 0,-5-1 0 0,-1 4 0 16,-6-1 0-16,-1 3 0 0,-6 0 0 0,0 0 0 16,-6 1 0-16,-1 1 0 0,-1-3 0 0,-5 3 0 15,0-2 0-15,-1 2 0 0,-2-3 0 16,-2-2 0-16,-1-1 0 0,0 0 0 15,-3-5 0-15,1-1 0 0,0 0 0 0,0-3 0 16,-1 0 0-16,-2-5 0 0,4 3 0 0,-1-5 0 16,0 2 0-16,0-1 0 0,0 2 0 0,1-1 0 15,2 1 0-15,1 0 0 0,-1-1 0 16,2 3 0-16,0-3 0 0,0 4 0 0,0-1 0 16,0-2 0-16,-1 2 0 0,-1 0 0 15,-1 0 0-15,-2-1 0 0,-2-1 0 0,-2-1 0 16,-2 2 0-16,-2-4 0 0,-2 2 0 0,-1-3 0 15,-3 1 0-15,-2-2 0 0,2 1 0 0,-4 1 0 16,-1 3 0-16,-1 0 0 0,-1 4 0 16,-2 2 0-16,-2 4 0 0,-2 3 0 0,0 2 0 15,-1 4 0-15,-3 3 0 0,1 1 0 16,0 3 0-16,-1 0 0 0,-2 3 0 0,3 0 0 16,-4-1 0-16,2 2 0 0,-1 1 0 0,-4-4 0 15,1 2 0-15,-4-1 0 0,-2-1 0 0,1-1 0 16,-1 0 0-16,1 1 0 0,0-3 0 15,0 3 0-15,0 1 0 0,2-1 0 0,-2 2 0 16,5 2 0-16,0 1 0 0,0 3 0 16,3 0 0-16,1 3 0 0,1 3 0 0,0 0 0 15,3 2 0-15,1 3 0 0,-1-2 0 0,4 3 0 16,1 3 0-16,2-1 0 0,1 0 0 0,3 2 0 16,2 0 0-16,2 1 0 0,1 1 0 0,2 1 0 15,3 2 0-15,1 3-106 0,1 1-231 16,-1 3-262-16,5-1-329 0,-2 0-401 0,0 1-426 15,-1-1-42-15,2 0 750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18T08:11:40.0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7908 1383 168 0,'0'-1'477'0,"0"1"305"0,-2-2 275 16,-1 0-112-16,2-1-204 0,-4 3-67 0,2-1-67 15,-2 1-95-15,-1-3-113 0,-1 3-87 0,1 3-55 16,-3-3-79-16,1 1-56 0,0 2-32 0,-3 1-21 16,3 0-10-16,0 2-10 0,0 3-6 0,-1 1-5 15,2 2-4-15,1 4 5 0,1 2-5 0,0 1-3 16,1 1-3-16,1 5-4 0,1-2-4 16,2 0-9-16,2-1-1 0,1 2-4 0,1-4-1 15,1-1-2-15,2-2-1 0,1-3 0 0,0-3-2 16,2-6 2-16,0-1-2 0,1-5 1 0,2-3 5 15,-2-5 2-15,3-3 2 0,-3-5-1 0,0-1 1 16,0-4 1-16,0 1-2 0,-3-3 1 0,0 1 1 16,-3 3 3-16,-2-1 4 0,0 1-1 0,-3 2 1 15,0 0-5-15,0 2-2 0,-1 2-3 0,-1 2-1 16,-1 2-1-16,1 2 0 0,-1 2 3 0,1 0 0 16,-2 1 0-16,4 2-2 0,-2 2-1 0,2 1-2 15,-1 0-1-15,-1 4-1 0,2 1-1 0,0 2 4 16,2 1 0-16,-1 1 2 0,-1 1 0 15,5 4-1-15,-2-1 1 0,2-2-5 0,0 3-2 16,-1-1 1-16,4 0-1 0,1-1 0 0,0 2 0 16,0-3 0-16,4 1 0 0,-2-3-2 0,0 1-1 15,3-3-5-15,-1 0-5 0,2-2-10 0,0-1-12 16,0-2-21-16,0-1-33 0,0-1-71 16,-2 0-73-16,-3 0-138 0,2-1-223 0,-5 0-311 15,-1 0-336-15,-3 1-219 0,1 1-64 0,-2 0 518 16,-2 0 614-16</inkml:trace>
  <inkml:trace contextRef="#ctx0" brushRef="#br0" timeOffset="684">7861 1821 197 0,'-2'-7'557'15,"2"3"354"-15,-3 0 248 0,1 0-186 0,2 0-179 16,-1 2-117-16,-1 1-115 0,1 1-116 15,-1 0-106-15,2 1-69 0,-2 5-69 0,-1 0-64 16,2 5-40-16,-1 3-22 0,-1 2-14 0,3 4-11 16,-3 2-10-16,3 4-8 0,0 2-7 0,0 2-6 15,3 2-4-15,0-1 2 0,2 2-1 16,0-2-2-16,-1 3-3 0,3-3 1 0,4 1-2 16,-2-4-5-16,1-1-2 0,1-3-2 0,0-3-1 15,2-1 0-15,1-4-1 0,-3-5 0 0,4 0 0 16,-2-4 0-16,1-2-1 0,-1-5 0 0,0-2 0 15,-1-4 0-15,-2-2 1 0,1-1 0 0,-2-2 0 16,-2-1 2-16,-1 1 0 0,-1-3 2 16,-2 0 0-16,0 1 6 0,-3-4 3 0,-4 4 4 15,-1 0 5-15,-2 1 3 0,-1 0 3 0,-1-1-1 16,-4 5-1-16,2-2-1 0,-3 3-4 0,0 1-3 16,-2 1-3-16,2 5-3 0,-2 0-4 15,2 4-2-15,1 2-4 0,0 1 0 0,2 0-2 16,2 4-3-16,3 0 0 0,-1-1-3 0,4 2-5 15,3 0-9-15,0 1-10 0,0-1-16 0,3 1-21 16,2-2-43-16,0 1-67 0,0-2-67 0,2 0-116 16,1 1-179-16,0-4-302 0,0 0-284 15,5 3-214-15,-2-2-108 0,3-1 352 0,-1 0 580 16</inkml:trace>
  <inkml:trace contextRef="#ctx0" brushRef="#br0" timeOffset="1101.84">8273 2646 212 0,'2'-2'737'0,"-2"-3"416"15,-2 3 117-15,-1-3-113 0,0 0-261 16,-3 3-249-16,-1-3-173 0,-1 2-104 0,-4 0-78 16,-1-1-91-16,0 1-66 0,-2 0-37 0,0 3-21 15,0 0-14-15,0 3-8 0,1 1-7 0,0 4-9 16,0 0-7-16,1 3-6 0,2 4-6 15,0 1-3-15,3 3-5 0,3 0-3 0,-1 6-3 16,2-2-2-16,0 4-2 0,4 0-1 0,0 3-2 16,2 0-1-16,1-1 1 0,3-1-1 15,-1 0 2-15,1 0-1 0,2-3-2 0,0 0-4 16,3-3-6-16,-1-3-12 0,1-3-19 0,3-1-31 16,0-2-72-16,0-3-91 0,2-4-172 0,2 0-283 15,-2-4-334-15,4-1-381 0,-1-1-213 16,0-1 164-16,1-1 726 0</inkml:trace>
  <inkml:trace contextRef="#ctx0" brushRef="#br0" timeOffset="2150.09">8346 3613 122 0,'0'-7'421'0,"2"-3"286"15,-2 3 292-15,1-2-52 0,-1 2-183 16,0 1-113-16,0 0-45 0,0 2-62 16,0-1-104-16,0 1-86 0,0 2-59 0,0 2-58 15,-1-4-67-15,-1 4-52 0,1 0-29 0,-1 4-21 16,0 1-15-16,-3 1-3 0,2 4-4 0,-1 2-4 16,1 1-4-16,-2 4-3 0,0 1-4 15,0 1-9-15,0 1-7 0,1 1-3 0,-2-1-4 16,-1 2-3-16,1-1 0 0,1-4-2 0,-3 4 0 15,1-4 1-15,0-1-2 0,-1 0 1 16,0-2-1-16,-1-2 0 0,2-4-1 0,-1 0 1 16,0-2-2-16,-1-2 1 0,1-2-2 0,0-4 0 15,-1 1 0-15,1-3-1 0,2-2 0 16,-1-2-1-16,2 1 1 0,-1-3 0 0,2 1 0 16,0 0 1-16,1 0 0 0,2 0 0 15,-1 2 1-15,2 1 0 0,2 0 0 0,-1 0-1 16,2 2 0-16,-1-2 0 0,3 2 1 0,1 2 0 15,0-3 0-15,-1 5 0 0,3-4 0 0,0 3 0 16,3 1 0-16,0 0 0 0,1 1 0 16,1 1 1-16,0 0 0 0,3 3-1 0,-2-3 2 15,5 2-1-15,0 0 0 0,-2 0 0 16,4-2-1-16,-2-1 2 0,3-1-2 0,0-1 1 16,0-2 0-16,-1-2 0 0,1 0 1 0,-2-1-3 15,-2 0-5-15,-1 1-8 0,-1 0-12 16,0 0-17-16,-5 1-37 0,1 2-69 0,-2 2-70 15,-4 2-124-15,-1 2-195 0,-3 4-309 16,-1-1-316-16,1 4-221 0,-4 1-104 0,1 2 404 16,-2 0 604-16</inkml:trace>
  <inkml:trace contextRef="#ctx0" brushRef="#br0" timeOffset="3016.44">8338 4326 277 0,'3'-9'725'0,"-3"1"362"0,0 1 111 15,0 1-277-15,-1 2-245 0,1 2-149 16,1 0-80-16,1 2-64 0,-2 3-62 0,3 2-44 16,0 2-48-16,1 5-60 0,-1 3-57 15,3 3-34-15,-2 3-19 0,1 3-12 0,0 3-9 16,0 1-7-16,0 2-7 0,2-1-5 0,-2 3-5 15,0-3-3-15,-2 1-3 0,2 0-1 16,0-5-3-16,0-1-2 0,-1-2-1 0,-1-4 0 16,0-3 0-16,1-3 0 0,-3-3 1 0,1-1 1 15,-2-5-2-15,-2-2 0 0,-1-5-2 16,1-3 0-16,-4-3-2 0,0-3 1 0,0-5-1 16,-2-3 0-16,0-5 2 0,-3-2-1 0,1-1 2 15,-1-5 1-15,-1-2 1 0,0 0 2 16,-2-2-2-16,3-1 0 0,1 2-1 0,0 1 0 15,2 3 0-15,1 1-1 0,2 4-1 16,2 0 0-16,3 6 0 0,0 1 1 0,2 2 0 16,1 2 0-16,0 2-1 0,5 0 2 0,-1 3-6 15,3 0-4-15,0 3 0 0,1 1-2 0,0-1 1 16,2 3 0-16,1 2 6 0,-1 1 5 16,-2 0 2-16,3 3 4 0,-1 3 4 0,-1 0 2 15,1 1 1-15,-3 5 3 0,0 1 0 16,-2 0-1-16,-1 4 0 0,-1 1-2 0,0 0-2 15,-3 2 4-15,-1 4 2 0,0-4-2 0,-2 3 1 16,0-1-1-16,-2 0-1 0,0-4-6 16,-1 2-3-16,-1-1-2 0,2-6-2 0,-1 3 0 15,2-3-2-15,-1-3 0 0,0 0 0 16,2-2 0-16,-1-1-1 0,-1-1 0 0,2 0-1 16,0 0-1-16,0 0 1 0,2-1-2 0,-1 3-1 15,3-3-1-15,-1-1-1 0,0 2-2 16,4-1-1-16,-2 0-1 0,2-2 0 0,-1 0 1 15,2 0 0-15,-2 3 2 0,2-3 3 16,-1 0 0-16,-1 1 2 0,1 1 0 0,-2 1 1 16,0 0 1-16,-3 2 2 0,-1-1 1 0,-2 3 1 15,-4 0 7-15,0 3 5 0,-4 1 6 0,-1 0 6 16,-1 1 6-16,-1 1 0 0,-1-3-2 16,-1 2-5-16,1-3-5 0,3-1-6 0,-2 2-6 15,2-5-5-15,2 2-5 0,4-3-14 16,-2 0-20-16,2-4-30 0,3 0-75 0,1-2-106 15,3-3-203-15,3-1-291 0,0 0-345 0,2 0-408 16,1 0-194-16,1 0 302 0,3 3 785 16</inkml:trace>
  <inkml:trace contextRef="#ctx0" brushRef="#br0" timeOffset="3966.64">8281 5323 249 0,'-5'-5'526'15,"1"3"267"-15,-1 0 177 0,2 1-165 16,2-2-163-16,-1 3-128 0,0-1-99 0,-1 1-84 15,3 1-79-15,0 0-54 0,2 2-12 0,1 1 17 16,0 3 23-16,5 2 7 0,-2-1-9 16,2 4-28-16,3 1-38 0,2 2-41 0,0 0-35 15,2 1-23-15,3 5-16 0,2-2-8 0,2 1-7 16,-1 1-6-16,1 2-3 0,0 1-5 16,-1 0-2-16,3 0-3 0,-1 0-3 0,-3 1-1 15,0-2-2-15,0 4-2 0,-1-2-1 16,-3 1 2-16,0-1 0 0,-4 2 1 0,0-1 4 15,-2-1 2-15,-3 0 5 0,-1 0 4 0,-2-3 1 16,-3-1 3-16,-1 0 3 0,-1-3-1 16,-3-1 1-16,-2-2 0 0,-1-4 0 0,-2 1 1 15,-2-1-1-15,0-4 0 0,-3 1-3 16,1-3 0-16,-1-2-1 0,1-2-3 0,0-1-2 16,-1 0-2-16,1-3-3 0,1-1-2 0,3-4-3 15,-1 1-2-15,2-4 0 0,2-1-2 0,1-1-1 16,0-4 0-16,4 0 0 0,1-2 0 15,0-2 0-15,1 0 1 0,3-4-1 0,0-2 0 16,4-2-1-16,0-1 0 0,0-2 0 16,3 0-2-16,0-1-3 0,0 2-6 0,2 0-8 15,-1 3-16-15,1 1-24 0,-2 2-54 0,0 3-81 16,-1 3-158-16,2 1-271 0,-2 1-317 16,1 2-386-16,1 0-314 0,-2 3 23 0,1-2 738 15</inkml:trace>
  <inkml:trace contextRef="#ctx0" brushRef="#br0" timeOffset="8264.99">3797 4328 103 0,'0'-4'188'0,"0"1"31"0,0 0 4 15,0 0-38-15,0-1-45 0,0 2-35 0,0 0-22 16,0-1-10-16,0 2-7 0,0 0-3 16,0 0-3-16,0-2-29 0,0 1-22 0,2 0-13 15,-2 0-7-15,0 1-8 0,2-2-5 0,-1 0 30 16,-1 2 19-16,3-2 8 0,-1 0 14 15,-1 0 5-15,-1-2 13 0,2 2 9 0,-1 0 8 16,1-1 9-16,-2 1 13 0,2-1 18 0,-1-1 14 16,-1 2 15-16,0-2 25 0,0 1 29 0,2 0 59 15,-2 0 37-15,0 2 35 0,1-3 12 16,-1 3-2-16,0 0-20 0,0 1-52 0,0-2-46 16,-1 3-45-16,1-2-31 0,0 1-8 0,0 1 5 15,0 0 25-15,0 0 21 0,0 0 10 0,0 0-6 16,0 0-26-16,0 1-30 0,0 1-38 0,1 0-29 15,1 0-22-15,-2 2-14 0,0 1-7 0,2 1-6 16,-1-2-4-16,1 5-3 0,0-3-3 16,-1 2-3-16,1 0-3 0,-1 0 0 0,-1 1 0 15,3-1-2-15,-1 3-2 0,-1 1 0 0,1 1 0 16,-1 0 0-16,1 0-3 0,-2 2 0 0,0 0-1 16,0 2 1-16,0-1-1 0,0-1 0 15,0 4-1-15,0-3 1 0,0 1-1 0,0-3 0 16,0 1 2-16,0 0 1 0,2 0 2 15,-1-1 1-15,-1-1-2 0,2-1 1 0,-2-2-2 16,1 5 1-16,1-5-2 0,0 1-1 0,-1-1 2 16,1 0-2-16,0-1 1 0,-1 1-2 15,1-1 1-15,1-1-1 0,0 1 0 0,-2 1 0 16,1-3-1-16,1 0 3 0,-1 1-2 16,-1-1 1-16,1-1-1 0,0 2 0 0,-1-1-1 15,2-1 1-15,-1 2-2 0,0-1 1 0,-1 1 0 16,1-2 0-16,1-1 0 0,0 0-7 0,0 1-2 15,-2-1 3-15,3-1-3 0,-1-1-3 16,0 2 1-16,-1-3 6 0,1 1 3 0,2-1-4 16,-2-1 4-16,3 1 2 0,-3 1 1 15,2-3 0-15,0 2 1 0,1-2 0 0,1 0 0 16,0 3 1-16,0-3 0 0,-1 0 0 0,2 0-1 16,1 0 0-16,-1 0 1 0,0 0-1 15,0 0 0-15,1 0-1 0,1-3 1 0,-2 3 0 16,3 0 0-16,0 0 1 0,-1 0 0 15,2-2 2-15,-2 2 2 0,1-3-1 0,1 3 2 0,1-2-1 16,0 1 0-16,-1 1 0 0,1-1-1 16,1 1 1-16,-1-1-2 0,3 1-1 0,-3-3 0 15,0 3 1-15,2 0-2 0,-1-1 0 16,-1 1 0-16,2 0 1 0,-2-1-1 0,0 1 1 16,3 0 1-16,-2 0 0 0,0 0 0 15,1 0 1-15,0 0-1 0,0 0 0 0,0 0-1 16,0 0-1-16,0 0 1 0,1 0 2 0,-2 1 3 15,2 0 0-15,0-1 0 0,-2 3 1 16,3-2-2-16,-2 1-4 0,2 0-4 0,-2 1-1 16,0-1 0-16,1 2 1 0,0-1 0 15,-2 1 0-15,0-2 1 0,-1 2-1 0,3-2 2 16,-2 2-2-16,0-2 1 0,-1 0 1 0,1 1 2 16,2-2 0-16,-2 2 2 0,2 0 0 0,-2-1-4 15,2-1-2-15,0 2-3 0,0 0-2 16,1 0-1-16,0 0-1 0,-1 1 4 0,2 0 3 15,0 1 1-15,0-2 0 0,2 2 1 16,-1 0-1-16,-1-1 0 0,2 0 1 0,-4-2-1 16,3 2 1-16,-2-2 0 0,-1 2 0 0,2-3 0 15,-1 0-1-15,-1-1 0 0,0 0 0 16,1 0 5-16,-1 0 1 0,1 0 3 0,-2 0 0 16,2-1 0-16,-1 1 1 0,1 0-5 15,-1 0-3-15,0 1 0 0,-2-1-2 0,2 2-1 16,1-1-1-16,-1 1-1 0,1-1 0 0,-1 2 0 15,0 0 0-15,0-1 0 0,-1 1 0 16,0 0 1-16,2 0 0 0,-4-1 1 0,1 2 0 16,0-2 1-16,-1 2-1 0,1-2 0 0,-1 2 1 15,1-3-1-15,-3 2 0 0,3 0 1 16,-2-3-1-16,-1 0 0 0,1 2 1 0,-1-2-1 16,1 0 0-16,-2 0 0 0,2 0 1 0,-3 0-1 15,4 0 1-15,-4 0 0 0,2-2 0 0,-1 2 0 16,-1 0-1-16,2 0 1 0,-3 0-2 15,0-3 1-15,2 3 0 0,-1-2-1 16,1 1 1-16,-2 0 0 0,2 0-1 0,-2-2 0 16,0 1 0-16,0 0 0 0,2 0 1 15,-1 1-1-15,-1 0 1 0,0-1 0 0,1-1 0 0,-2 2-1 16,1-1 1-16,1 1-1 0,-3-1 1 16,1 1-1-16,-1-2 0 0,-1 1 0 0,1-1 1 15,-1 0-1-15,1 0 0 0,-1 2-1 16,-2-3 1-16,2-1-1 0,0 0 1 0,1 3 0 15,-3-3 0-15,2-1 0 0,1 4-1 0,-2-4 1 16,0 4 0-16,2-3 0 0,-3 1 0 16,2 3 0-16,-3-2-1 0,3 0 0 0,-2 2 1 15,-1-1-1-15,1 1 0 0,-2-1 1 16,1 1 0-16,2 1 0 0,-2-3 0 0,1 1 0 16,0 1-1-16,-1-1 1 0,1-1 0 0,-1 0 0 15,1-1-1-15,0-1 1 0,0-1-1 0,1-1 0 16,0-1 1-16,1 0-1 0,-2-2 0 15,2-2 1-15,1 0-1 0,-1-1 0 0,1-1 0 16,0 0-1-16,1-5 0 0,1 1 0 16,-2-1 0-16,3-3 0 0,-1 2 1 0,-1-4 1 15,-1 2 0-15,2-6 1 0,0 2 0 0,-2-1 1 16,-1-2 0-16,3-1-1 0,-4-2-1 16,1 1 1-16,0-2-1 0,0 1 1 0,0 0-1 15,-2-2 0-15,3 0 0 0,-3-1 0 16,0 1-1-16,1-4-1 0,-1 2 0 0,0-3 0 15,0 0 0-15,0-1 0 0,1 0 2 0,0-2 1 16,-1 3 0-16,2-4 1 0,-2 2 1 16,0 0-2-16,-1 1 1 0,1 0-1 0,-1 1 0 15,1 0-1-15,-3 0 0 0,2 0 0 0,-1 2-1 16,-1-1-1-16,0 2 0 0,3 2 0 16,-3 2 1-16,0-2-1 0,0 1 0 0,2 2 0 15,-1 2 0-15,-1 0 1 0,2 1 0 0,-1 2 1 16,1 0 1-16,1 3 1 0,-1-3 0 15,-1 2 0-15,1 0 0 0,1-1 0 0,-1 1 0 0,-2-2-2 16,3-1 1-16,-1 0-1 0,-1 0 0 16,-1-2-1-16,3-2 0 0,-3 1-1 0,0-2 0 15,0 3 0-15,0 0-1 0,0 0 1 16,0 3 0-16,-3 0 0 0,2 2 0 0,-1 0 2 16,2 3-2-16,-1 0 0 0,-1 0 0 0,2 2 1 15,0-1-2-15,0-1 1 0,-2 2 0 0,2-1 2 16,0 0 1-16,-1 1 0 0,-1 0 1 0,2 0 1 15,0-1 0-15,-2 0-1 0,1-1-5 0,-1 0-2 16,2 0-2-16,-1 0-2 0,-1 1 0 0,2-4-1 16,-2 5 6-16,2-2 1 0,0 2 1 15,2-1 0-15,-2 1 1 0,0-1 0 0,2 2 1 16,-1 0-1-16,1 0 1 0,-1 2 0 0,1-1 0 16,1 2 0-16,-1-3 0 0,1 2 0 0,0 1-1 15,0-2 1-15,0 2 0 0,0-2 0 16,-1 1 3-16,1 0 3 0,2-2 1 0,-2 3 0 15,2-2 2-15,-2-1-1 0,3 2-5 0,-1-2-1 16,-2 1-1-16,2 2-2 0,0-1-1 0,-2 1 1 16,2-1 2-16,-1 3 0 0,-2 0 1 0,1 0 0 15,0 1-4-15,-3-1-1 0,2 1-3 0,-2 1-1 16,-2 1 0-16,2 1-1 0,-1-1 4 16,-1 0 2-16,-1-1 1 0,1 1 1 0,-2-1 1 15,2 0-1-15,-1-1 0 0,0 2 0 0,-2-2 0 16,2 1 0-16,-2-1 2 0,2 1-1 0,0 0 2 0,-3 0-1 15,1 1 2-15,0-2 0 0,0 4 1 0,-1-4 0 16,1 3 2-16,-4 0-1 0,2 2 1 16,1-2 0-16,-2 1-1 0,-1 1 0 0,-1-1-1 15,1-1-1-15,-4 1 0 0,2 2-1 0,0-1 0 16,-3 0 1-16,-1-1-1 0,1 2 0 0,-2-1 0 16,-1-1 0-16,1 1-1 0,-3-1 0 0,0 0-1 15,2-1 0-15,-4 1 0 0,1-1 0 0,1 1 1 16,-2-2 0-16,-1 1 1 0,0 0 0 0,-2-1 0 15,1 2 0-15,-1-3-1 0,2 2 1 0,-2 0-1 16,2-1 0-16,-2 1 1 0,2 0-1 0,-2 1 1 16,2-1-1-16,-3 2 1 0,3-1-1 0,-2 2 0 15,0-2 0-15,-1 3 1 0,-2-1-1 0,2 0 1 16,-2 3-1-16,0-2 0 0,-3 4-1 16,3-1 0-16,-3 1-1 0,2-2 1 0,-2 3-1 15,-2-2 1-15,0 2-1 0,2 0-1 0,-3-2 1 16,3-1 0-16,-3 3 0 0,1-1 0 0,1-1 0 0,-1-2 0 15,2-1 0-15,0 3 0 0,3-2-1 0,-1 0 1 16,1 0 0-16,0 1 0 0,3-2 0 16,0 2 0-16,-1-1 0 0,3 1-1 0,0 0 1 15,0 0 0-15,1 2 0 0,0-3 0 0,1 3 0 16,-2-2-1-16,4 0 1 0,-2 1-1 0,1 1 0 16,3-2 1-16,-3 3-1 0,3 0 0 0,-1-2 0 15,1 2-1-15,-1 0 1 0,2 0 0 0,0 2 0 16,-1-2-1-16,0 3 2 0,-1 0-1 0,1-2-1 15,-3 4 1-15,3-2 1 0,-1 1-1 0,1 0 0 16,-3 1 1-16,1-1 0 0,0 3-1 0,-3-1 1 16,2-1 0-16,0 3 0 0,-1-1-1 0,0-1 1 15,2 1-1-15,0-1 1 0,1 0 0 0,2 0 0 16,0 0 0-16,2-1 0 0,-1 0 0 0,4 0 0 16,-2-1-2-16,4-1 0 0,0 2-1 0,3-1-3 15,-1 0-6-15,0 2-6 0,1 1-12 0,3-1-18 16,1 1-42-16,2 3-81 0,-1-2-139 0,4 1-262 15,0 0-310-15,4-2-394 0,0 2-380 0,2-1-36 16,3 0 674-16</inkml:trace>
  <inkml:trace contextRef="#ctx0" brushRef="#br0" timeOffset="9648.41">6694 813 157 0,'0'0'346'0,"0"-2"146"0,0 2 79 16,2 0-131-16,-1-1-88 0,2 1-18 0,0-2 21 16,0-3 34-16,-1 1 27 0,3-1-5 0,0-3-32 15,0 0-53-15,-1 1-58 0,4-1-47 16,-2 1-34-16,1-1-21 0,-1 2-15 0,3 0-2 15,-2 0 0-15,-1 2 2 0,2-1-13 16,1 1-14-16,1 1-11 0,-2-2-16 16,2 3-17-16,2-3-17 0,-1 2-11 0,2 0-11 15,-1-1-7-15,4 0-4 0,0 3-5 0,1-3-3 16,1 3-1-16,2 0-1 0,2-1-4 16,-1 0 1-16,3 2 0 0,1-1 0 15,0 1 0-15,2 0 4 0,0 0 7 0,3 1 2 16,2-1 1-16,0 2 3 0,5-2 8 0,1 2 4 15,4-2-3-15,5 0 0 0,2 0-1 16,6-2-4-16,2 0-6 0,3 0-8 16,2-2-4-16,4 3-4 0,1-3 0 0,2 1-2 15,1-2-1-15,1 0-1 0,6 1 0 0,-1-1-2 16,3 1-3-16,2 0-1 0,0 2-3 16,-2 1-2-16,1 1 1 0,1 0-1 0,-2 3 1 15,3-1-1-15,0 0 2 0,2 2-2 0,3-2 0 16,3 1 0-16,-1 0-1 0,1-2-1 15,0 1 1-15,0 0 1 0,0-2 1 16,2 0 0-16,0 0 1 0,1 0 1 0,0-2-2 16,-1 2 0-16,-2-2-1 0,-3 2 0 0,0 2 0 15,-5 0 1-15,2-1-1 0,-5 1 0 16,0-1 1-16,-3 2-1 0,0 0 0 16,-5 0-1-16,-1 0-1 0,-4 0 1 0,-4-2 0 15,-2 1-1-15,-1 1 5 0,-6-2-2 16,-1 2 1-16,-4-3-1 0,-3 1-1 0,-3 0 0 15,-3 0-4-15,-1-1 1 0,-5 3 1 0,-3-1 0 16,-1 0 0-16,-5 1 1 0,-2 0 0 16,-2 2 1-16,-4-3 0 0,0 3 1 15,-3-2 0-15,-1 1 0 0,-4-1 1 0,2 0 0 16,-4 0 0-16,0 2 1 0,0-4 1 16,-2 1 2-16,-1-1 2 0,0 1 1 0,-1-1 1 15,-1-1 2-15,1 2 0 0,0-2 0 16,-1 1-1-16,-1-1 0 0,0 0 0 0,2 0-1 15,-1 0-1-15,-1-1 0 0,0 1 0 16,2-2-1-16,-2 2-1 0,4-3-1 0,-2 2-2 16,-1-1-1-16,1 1-4 0,1 1 0 15,-1-2 0-15,0 1 0 0,-1 1 0 0,4 0 0 16,-2 3 0-16,5-2 0 0,-4 1 0 16,1 2 0-16,2 0 0 0,-1 4 0 0,-1 2 0 15,2 4 0-15,-2 0 0 0,-1 1 0 0,0 3 0 16,0 3 0-16,0 2 0 0,0 0 0 0,0 4 0 15,-1 0 0-15,0 0 0 0,2 3 0 0,-2 0 0 16,1 0 0-16,0-3 0 0,1 0 0 0,0 0 0 16,-1-6 0-16,1 0 0 0,-2-1 0 0,2-1 0 15,-1 0 0-15,0-3 0 0,-1 0 0 0,0-1 0 16,-1 1 0-16,-1-3 0 0,-1 0 0 0,2 0 0 16,-4 2 0-16,2-5 0 0,-1 5 0 0,-1-2 0 15,1-1 0-15,-1 0 0 0,-1 1-16 0,2-5-26 16,-1 0-15-16,2-2-14 0,-1-1-27 0,-3-4-51 15,1 0-64-15,0-2-84 0,-2-5-148 16,2 1-228-16,-2-4-307 0,2 1-266 0,0-3-209 16,-2-1 82-16,0 1 569 0</inkml:trace>
  <inkml:trace contextRef="#ctx0" brushRef="#br0" timeOffset="9900">11747 1289 336 0,'3'7'735'0,"-3"4"338"0,0-3 117 16,2 3-268-16,-1 1-191 0,2 2-122 0,1 3-108 15,0 0-96-15,1 0-85 0,-1 3-65 0,0 1-68 0,4-4-67 16,-2 2-40-16,2-3-27 0,0 1-15 16,3-2-11-16,-1-1-13 0,1-4-5 0,1-1-2 15,1 0-2-15,1-4-1 0,-1-1 0 0,1-1-4 16,0-3-4-16,2-1-11 0,-2-3-32 0,-2 0-72 15,0 0-70-15,-1-4-117 0,-3 0-195 0,1 0-310 16,-4-1-318-16,2 0-222 0,-1 1-120 0,2-3 361 16,-4 1 595-16</inkml:trace>
  <inkml:trace contextRef="#ctx0" brushRef="#br0" timeOffset="10433.31">12428 1482 18 0,'2'0'489'0,"0"3"450"0,-1-3 254 0,1 0-17 15,-1 0-277-15,4-2-212 0,2-3-167 0,1 1-104 16,2-1-68-16,0-5-50 0,4 0-68 0,0-3-63 16,4-4-39-16,1-1-22 0,1-1-17 0,4-2-13 15,-2-1-13-15,0 0-12 0,2-1-12 0,-2 0-10 16,-1 1-7-16,-1 0-7 0,-2 1-5 0,-1 1-3 15,-4 3-3-15,1 1-1 0,-4 2-2 0,-1 4-1 16,-3 1-6-16,-3 0-11 0,-1 3-16 0,-2 2-20 16,-2-1-38-16,-3 3-78 0,-2 2-103 0,-3-2-161 15,1 2-284-15,-4 2-331 0,2-1-359 0,-2 2-172 16,-1 0 217-16,0-1 662 0</inkml:trace>
  <inkml:trace contextRef="#ctx0" brushRef="#br0" timeOffset="10649.05">12471 1111 135 0,'3'3'438'0,"-1"0"312"16,4 3 264-16,-1 2-94 0,1-1-185 0,2 4-91 16,0 1-62-16,0 1-59 0,6 2-90 0,-2 2-87 15,1 1-65-15,-1 0-74 0,2 0-67 0,-3 1-60 16,3-2-34-16,0 2-20 0,2-1-10 0,0-1-10 15,0-1-22-15,1 0-66 0,-1-2-77 0,-2 0-172 16,1-3-281-16,-3 0-318 0,-1 1-361 0,-3-3-240 16,3 1 74-16,-3-2 703 0</inkml:trace>
  <inkml:trace contextRef="#ctx0" brushRef="#br0" timeOffset="11782.15">13726 975 164 0,'0'-5'616'16,"0"1"414"-16,-1-2 187 0,-2 1-65 16,-2 1-247-16,2-1-218 0,-2 3-172 0,-3-2-118 15,0 0-81-15,-2 1-91 0,-2-2-74 0,1 1-39 16,-5 1-24-16,4-1-16 0,-6 0-13 0,2 3-9 15,-1 1-11-15,0 0-7 0,-1 1-6 0,1 0-5 16,4 2-5-16,-1-1-4 0,3 3-3 0,0-2-3 16,2 2-2-16,1 1-2 0,1 0-1 0,2 2 0 15,2 0-2-15,0 2 1 0,3 2 1 0,2 2-2 16,-1-2 1-16,4 4 0 0,3-1 1 0,0 0-1 16,4 2-1-16,1-2 1 0,4 1 0 0,-2 1 0 15,4 0 0-15,-2-3 1 0,2 3-1 0,0-4-1 16,-1 2 1-16,0-2 0 0,-1 3 0 0,-2-4 0 15,0 1 1-15,-3-1-1 0,-3 2 1 0,-2-2-1 16,-1 0 2-16,0 0-1 0,-4-2 2 0,-2 1 2 16,-2 1 0-16,-4-2 2 0,2 0 1 0,-5 1 1 15,0-2-1-15,-3 2 1 0,-3-3-1 16,1 0-1-16,-2-2-1 0,0-2-1 0,0 2 0 16,-1-2-2-16,1-3 0 0,1-1-1 0,0 0-1 15,1-1-1-15,4-1-2 0,2 0-1 0,-1 0-5 16,3 0-8-16,1-1-11 0,3 0-14 0,1 0-17 15,2 0-20-15,1 0-44 0,3 0-69 0,1 0-84 16,0 0-142-16,4 0-255 0,0 2-316 0,2 0-305 16,-1-1-177-16,2 2 113 0,3 0 570 0</inkml:trace>
  <inkml:trace contextRef="#ctx0" brushRef="#br0" timeOffset="12548.02">14261 1090 340 0,'3'-2'789'0,"1"-3"353"0,-4 2 90 16,0-2-153-16,0 1-235 0,0 2-207 0,-2-1-152 16,-1 0-102-16,-1-3-76 0,1 3-103 0,-3-1-59 15,-2 0-32-15,2 3-23 0,-4 0-16 0,1 1-13 16,-4 0-12-16,0 1-8 0,-2 2-8 0,0 1-5 16,0 2-2-16,-1 2-2 0,-1 0-3 0,0 2-1 15,2 1-3-15,0 2-10 0,0-1-7 0,2 4 0 16,-1-2 0-16,3 3 0 0,1 1 0 0,-1-1 0 15,3 5 0-15,2-1 0 0,1 1 0 0,0 0 0 16,1 3 0-16,4-4 0 0,2 1 0 0,2-1 0 16,1 0 0-16,1-3 0 0,2-2 0 0,5 0 0 15,-2-2 0-15,2-3 0 0,2 0 0 16,4-4-24-16,-1-3-35 0,2 0-20 0,-1-4-39 16,3-2-68-16,2-1-70 0,0-4-98 0,-4-3-129 15,2 1-148-15,0-5-121 0,-1 0-41 0,0 0-42 16,-1 0 17-16,-4 0 60 0,3-1 177 0,-5 2 226 0,2-2 192 15,-2-2 144-15,-1 2 158 0,-2-1 203 0,-3 2 146 16,1 1 96-16,-4 2 41 0,0 2-18 16,-2 3-59-16,0 2-48 0,1 1 2 0,-1 3-23 15,1 3-60-15,-2 3-60 0,1 3-46 0,-2 1-52 16,3 3-74-16,-3 5-64 0,2-1-37 0,1 4-23 16,1-2-15-16,-2 6-7 0,3-3-8 0,0 0-8 15,4 0-5-15,-1-1-4 0,5-5-4 0,-1 0-7 16,4-3-8-16,-1-6-5 0,3-2-5 15,2-5-2-15,-5-3-1 0,2-3 2 0,-1-5 3 16,-2-2 5-16,-2-2 4 0,-1-1-3 0,-2-4 0 16,-2-2 8-16,-3 2 12 0,-2-3 13 0,-3 2 12 15,-2-1 15-15,-4 0 7 0,0-1-1 0,-4 2-6 16,-2-2-8-16,-3 4-7 0,0-1-7 0,-2 5-5 16,-1 3-6-16,0 3-6 0,-1 3-4 0,-1 5-6 15,2 2-3-15,1 4-1 0,1 4-2 0,0 1 0 16,3 3-1-16,0 3 0 0,1 2-1 0,4 0-5 15,2 1-5-15,2 1-9 0,2 0-13 0,4-3-16 16,-1 3-24-16,2-2-36 0,5-2-73 0,-2 1-83 16,2-4-152-16,2-1-239 0,2 0-316 0,0-7-335 15,3 1-192-15,1-4 58 0,3-2 597 0</inkml:trace>
  <inkml:trace contextRef="#ctx0" brushRef="#br0" timeOffset="13125.24">14971 1117 276 0,'5'-12'922'0,"-4"3"521"16,1 3 61-16,-2 4-286 0,-2 3-392 0,1 0-302 15,-2 4-158-15,-1 3-115 0,1 3-81 0,2 2-51 16,-1 4-34-16,0 0-21 0,2 4-15 0,0 3-10 16,0 2-3-16,2 0-6 0,-2 4-5 0,3 2-3 15,-1 0-5-15,-1 2-3 0,1-1-6 0,1 1-3 16,2-1-2-16,1 0 0 0,-1-6-1 15,0 0 0-15,1-4-2 0,1 0 0 0,0-7-2 16,-1-1-2-16,-1-5 1 0,-2-1 0 0,-1-3 0 16,0-3 0-16,-2-4 2 0,0-5 0 0,-2-3 0 15,0-3-2-15,-1-3 1 0,0-1 0 0,-2-4 0 16,2-3 2-16,-3-1 1 0,5-1 1 0,-3-4 0 16,3 0-3-16,-1-2-3 0,4 0-1 0,-1 2-3 15,3 1 0-15,-3 1-2 0,5 3 4 16,-3 2 2-16,2 2 2 0,1 2 0 0,1 3 1 15,2-1 0-15,-1 4 0 0,0 2 1 0,3 1-1 16,0 1-1-16,-1 2 2 0,1 1-2 0,1 0 1 16,-2 1 0-16,2 1 0 0,0 3 0 0,-3 0 0 15,4 0 1-15,-5 3-1 0,0 0 1 0,0 2-1 16,-1 1 1-16,0 1-1 0,-3 1 0 0,1 3 2 16,-1 0-1-16,-4 2 2 0,-2 1 0 0,-1 1 1 15,-4 0 3-15,1 3 2 0,-5 1 5 0,0 1 6 16,-2 2 6-16,-3 3 3 0,4-2 4 0,-4 4-1 15,1-1 0-15,2 0-6 0,1-1-4 0,0 0-8 16,4 0-13-16,1-3 0 0,3 0 0 16,2-1 0-16,2-3 0 0,2 0 0 0,4-1 0 15,2-4 0-15,4 0 0 0,3-5 0 0,2-2 0 16,4-1-36-16,3-4-35 0,-1-4-66 0,4-2-82 16,0-5-150-16,1-3-260 0,4 0-324 0,1 0-387 15,2-2-253-15,3-1-14 0,0 2 656 0</inkml:trace>
  <inkml:trace contextRef="#ctx0" brushRef="#br0" timeOffset="13499.76">16905 790 191 0,'4'-10'983'0,"-2"4"620"15,-2 3-16-15,0 3-288 0,-3 4-447 16,0 5-318-16,-1 3-190 0,0 8-111 0,-4 2-62 0,3 9-41 16,-3 1-30-16,0 7-16 0,-3 4-13 0,2 4-62 15,-1 3-9-15,-1 1 0 0,2 3 0 0,2-3 0 16,2 0 0-16,2-3 0 0,5-3 0 16,1-2 0-16,4-2 0 0,2-4 0 0,2-2 0 15,0-1-76-15,2-5-195 0,-1-2-247 16,0-3-317-16,-2-3-412 0,2 0-475 0,-4-3-157 0,-2-2 632 15,2 2 858-15</inkml:trace>
  <inkml:trace contextRef="#ctx0" brushRef="#br0" timeOffset="14117.01">17227 1071 53 0,'9'-2'422'0,"0"-3"355"0,-3 4 306 0,2-1 39 16,1-2-246-16,2 3-144 0,-1 1-115 0,6 0-116 15,-4 0-102-15,4 0-83 0,-1 1-75 0,2-1-68 16,-1 1-41-16,1 2-25 0,-1-1-15 0,1 4-13 16,0-1-8-16,-2 1-9 0,0 2-9 0,-2-1-6 15,-2 3-5-15,0 1-3 0,-4 0-4 0,-1 3-1 16,-3 2-3-16,-3 0-1 0,-1 2-5 0,-4 3-25 15,-3 1 0-15,-3 1 0 0,0 2 0 0,-2 1 0 16,-1-1 0-16,0-1 0 0,1 1 0 16,0-4 0-16,1 1 0 0,2-3 0 0,4-2 0 0,-1 0 0 15,3-1 0-15,-1-3 0 0,2 1 0 0,3-2 0 16,3-1 0-16,-1-2 0 0,4 1 0 16,0-3-61-16,2 0-42 0,2-2-63 0,2-1-76 15,1-3-124-15,1 0-199 0,4-2-305 0,1 0-335 16,3-3-244-16,0 1-89 0,3-1 430 0,2-2 632 15</inkml:trace>
  <inkml:trace contextRef="#ctx0" brushRef="#br0" timeOffset="14282.14">17898 1511 375 0,'6'0'939'0,"0"1"371"0,-3 0 86 0,0 0-254 16,-1-1-330-16,0 2-268 0,-2 1-152 0,0-3-101 15,-2 2-98-15,2-2-78 0,-2 0-48 0,2 3-30 16,0-2-16-16,0-1-12 0,0 3-12 0,0-1-13 15,0 1-30-15,2-2-61 0,0 1-66 0,-1-2-80 16,2 0-145-16,2-2-207 0,0 0-299 0,3-5-238 16,-2 1-202-16,2 0-11 0,3-3 453 0,0-1 513 15</inkml:trace>
  <inkml:trace contextRef="#ctx0" brushRef="#br0" timeOffset="14820.01">18318 1056 196 0,'-6'-5'871'0,"-3"2"573"16,-3 3 103-16,-2 2-237 0,1 2-476 0,1 0-317 15,-4 2-165-15,3 1-117 0,-1-3-85 0,5 4-55 16,-1-2-31-16,2 1-21 0,4 0-16 0,0 1-11 16,1 1-8-16,5 0-2 0,-1 1-3 0,4 1 0 15,0 0 0-15,2-1 4 0,2 1-2 0,-1-1-2 16,2 2 0-16,2-2-1 0,-1 3 0 0,3-1-6 15,0 0 1-15,2 1 3 0,-2 0 0 0,3-1 1 16,-2 4-1-16,0-2 1 0,0 0 0 0,-1 1 5 16,-3 0 2-16,-1 0 2 0,-1 2 0 0,-4-1-1 15,0 0 1-15,-5 1-5 0,-4 2-2 16,-1-2 0-16,-4 1 1 0,-2 3 0 0,-2-4 3 0,-4 2 1 16,0-1 2-16,-1 3 0 0,-2-6-1 0,1 3 1 15,-2-3-1-15,1 0-2 0,2-1-1 0,1-1-1 16,2-3-1-16,2-3 0 0,3-1-1 15,2-3-2-15,2-3-1 0,4-5-2 0,2-2-4 16,6-5-5-16,2-5-5 0,5-4-6 0,1-3-5 16,4-4-6-16,2-4-6 0,2-2-7 0,2-4-4 15,2-1-1-15,-1-1 2 0,0-2 6 16,0 3 7-16,-4 1 13 0,-1 2 10 0,-2 3 9 16,-6 3 8-16,0 2 10 0,-3 5 12 0,-3-1 15 15,-3 6 10-15,-1 2 6 0,-4 1 0 0,1 6-3 16,-2-1-9-16,-4 4-11 0,0 5-10 0,-3 1-8 15,0 5-6-15,0 1-4 0,-2 2-3 0,3 3-2 16,-2 2-1-16,1 1-1 0,4 0-6 0,-1 2-9 16,3 1-14-16,-1-2-20 0,2 3-36 0,3-2-72 15,0 0-80-15,2 2-151 0,-1-5-252 0,5 0-313 16,-1 0-333-16,2 2-207 0,-1-2 46 0,2-1 611 16</inkml:trace>
  <inkml:trace contextRef="#ctx0" brushRef="#br0" timeOffset="15031.33">18691 1603 575 0,'-9'11'1594'0,"-4"1"182"0,4 0-354 15,-1-4-359-15,2 2-469 0,2-4-303 16,0-2-142-16,4 1-65 0,0-2-35 0,6-3-31 15,0-3-35-15,4 1-74 0,3-4-75 0,0 0-157 16,-1-1-277-16,6-1-317 0,-3 1-375 0,2 0-255 16,0 2-4-16,-2 1 663 0</inkml:trace>
  <inkml:trace contextRef="#ctx0" brushRef="#br0" timeOffset="15182.29">18903 1645 157 0,'-2'5'777'15,"1"1"446"-15,-1-4 56 0,1 3-154 0,1-2-408 16,1 0-318-16,1-1-161 0,3 1-79 0,-1-3-52 16,1-3-63-16,3 3-65 0,1-2-101 0,1-3-160 15,-2 1-240-15,3 0-290 0,-1-2-261 0,-2 1-214 16,2 2 101-16,-2 0 486 0</inkml:trace>
  <inkml:trace contextRef="#ctx0" brushRef="#br0" timeOffset="15319.94">19137 1682 187 0,'0'6'723'0,"5"-2"387"0,-4-1 75 16,1 0-196-16,-1 0-364 0,3-2-279 0,1 0-177 15,-1-2-124-15,1-2-156 0,4-1-186 0,-1-2-307 16,0 0-270-16,4-2-232 0,2-1-51 16,-2 1 331-16,7 0 430 0</inkml:trace>
  <inkml:trace contextRef="#ctx0" brushRef="#br0" timeOffset="15447.88">19463 1591 176 0,'10'3'925'0,"-9"2"700"0,2 1 23 16,-4 0-326-16,-1 2-484 0,1-3-328 0,-4 3-197 16,3-4-137-16,-1 1-79 0,1-2-51 0,2-1-43 15,0-2-68-15,0 0-90 0,3-2-176 16,1-4-275-16,1 0-328 0,5-5-394 0,-2 1-327 16,4-5 62-16,1 1 770 0</inkml:trace>
  <inkml:trace contextRef="#ctx0" brushRef="#br0" timeOffset="15965.2">19761 342 114 0,'5'-2'440'16,"0"4"359"-16,3 2 322 0,1 3-92 0,4 6-159 16,3 2-90-16,3 3-136 0,1 3-142 15,1 1-124-15,3 5-79 0,0 3-79 16,-1 0-70-16,2 5-39 0,-2 2-24 0,0 2-14 15,-1 3-11-15,-4 3-16 0,1-1-15 0,-5 5-10 16,0 4-8-16,-6 2-7 0,0 5-1 0,0 2 2 16,-3 4 1-16,0 1 0 0,-4 2 0 0,1 0-3 15,-4 4-12-15,-1-3-17 0,-2-1-24 0,-6 0-50 16,2-2-76-16,-4-5-86 0,-3-4-142 16,-1-1-225-16,-4-7-312 0,1-2-281 0,-4-4-188 15,0-5 13-15,-3-2 505 0</inkml:trace>
  <inkml:trace contextRef="#ctx0" brushRef="#br0" timeOffset="18547.39">12117 2917 191 0,'-8'-4'739'0,"0"-4"425"0,-3 2 99 0,0 2-101 15,0-1-358-15,1 3-233 0,-2-2-144 0,1 4-89 16,-2 0-64-16,2 2-68 0,0 2-70 16,-1 4-43-16,4 2-25 0,-1 5-15 0,0 6-3 15,6 2-6-15,0 5-3 0,3 9-5 0,2 2-4 16,2 9-6-16,2-1-9 0,2 3-5 16,2-1-4-16,5-2-3 0,0-5-1 0,2-5-1 15,4-4 4-15,3-7 2 0,1-5 1 0,2-8 1 16,-1-7-1-16,4-4 0 0,-3-10-4 0,3-5-2 15,-4-7 0-15,1-4-1 0,-2-7 0 16,-3-1 0-16,-3-3-1 0,-1 1 0 0,-6 0 1 16,-3 2 3-16,-4 1 3 0,-5 2 1 0,-5 4 3 15,-4 0 0-15,-3 2-1 0,-6 2-2 0,-1 3-1 16,-1 1-2-16,-4 3-1 0,2 1-1 16,-2 4 1-16,-1 3-2 0,0 3-1 0,1 3-2 15,1 5 0-15,1 1-1 0,2 4-1 0,2 3 0 16,3 3 0-16,2 3 0 0,3 0-5 0,3 5-4 15,2-2-8-15,5 1-12 0,3 2-14 16,2-3-25-16,3 0-47 0,3 1-71 0,2-6-101 16,2-2-166-16,1-2-292 0,3-2-326 15,3-4-296-15,-1-1-159 0,1-5 246 0,3-1 641 16</inkml:trace>
  <inkml:trace contextRef="#ctx0" brushRef="#br0" timeOffset="18981.64">12719 3001 70 0,'-3'-9'656'0,"0"3"504"0,-2 0 197 0,-1 3-39 16,-2 2-335-16,0 1-358 0,-1 3-187 16,-4 1-108-16,2 2-78 0,-3 5-83 0,1 2-59 15,0 6-32-15,-1 1-20 0,1 5-10 0,1 5-8 16,3 1-11-16,0 2-11 0,0 3-8 15,6-2-7-15,0-1-5 0,5-3-4 0,1-2 2 16,4-8 3-16,1-2 1 0,2-6 1 16,4-5 0-16,0-5 0 0,3-5 1 0,-2-8-2 15,4-5-1-15,-2-5 2 0,2-5 2 0,0-3-1 16,-1-4 0-16,-1-2 1 0,-3 2 2 16,-1-3-2-16,-4 3-1 0,-2 0-5 0,-1 0-1 0,-4 3-1 15,-1-1-1-15,-4 0-3 0,3 1 0 16,-5 2 4-16,2 2 4 0,2 5 1 0,-3 4 1 15,1 3 1-15,1 2 1 0,-1 6 0 0,-1 4-1 16,2 5 0-16,-2 7-2 0,-1 5 0 0,2 6 4 16,-2 5 3-16,1 5-1 0,0 1 3 15,-1 5 1-15,2 0-4 0,0 2-8 0,1 3-3 16,1-1-2-16,1 0-7 0,1-4-13 16,1-2-19-16,3-1-47 0,2-4-69 0,0-4-93 15,1-4-168-15,1-5-286 0,4 0-319 0,-2-8-294 16,4-1-185-16,-2-4 171 0,3-4 636 15</inkml:trace>
  <inkml:trace contextRef="#ctx0" brushRef="#br0" timeOffset="19411.82">13200 2991 125 0,'2'-14'775'0,"-1"4"625"0,-2 2 157 15,-3 6-221-15,-3 2-431 0,0 2-347 16,-4 6-180-16,0 4-126 0,0 4-81 0,1 3-52 15,0 5-33-15,0 1-23 0,2 3-15 0,0 1-13 16,4 1-11-16,1 2-7 0,3-4-8 0,1-3-3 16,5-1-5-16,0-4-2 0,4-4-2 15,0-4-4-15,2-5-4 0,3-5-5 0,0-5-8 16,1-6-7-16,1-6-8 0,-1-3-8 0,0-7-2 16,0-1-2-16,-2-5 4 0,1-2 10 15,-5-2 9-15,1-1 11 0,-2-1 11 0,-5 1 9 16,1 1 9-16,-2 2 10 0,-3-1 2 0,0 2 12 15,0 5 11-15,-2 3 8 0,1 4 6 16,-2 4-3-16,1 2 1 0,2 4-10 0,0 4-11 16,0 2-10-16,0 5-10 0,0 4-8 0,2 2-4 15,1 5-4-15,0 2-1 0,2 7-1 0,0-2 0 16,-1 5 0-16,4 0-1 0,-2 3 0 16,2 0 1-16,-3 2 0 0,3 2 1 0,-3 0 0 15,2 3 0-15,0-3 0 0,-2 2-6 0,1 0-12 16,-1 1-17-16,3-3-31 0,-2 1-72 15,0-3-88-15,-1-2-161 0,0-2-281 0,3-3-328 16,-4-5-374-16,4-3-223 0,-1-4 93 0,2-4 690 16</inkml:trace>
  <inkml:trace contextRef="#ctx0" brushRef="#br0" timeOffset="20181.34">13671 3316 9 0,'8'3'458'16,"0"-1"443"-16,0 0 286 0,-2 1-13 15,2-3-346-15,0 0-270 0,3 0-167 0,0-3-108 16,3 1-68-16,-1-5-48 0,0 0-32 16,4-4-37-16,-1 0-40 0,1-3-25 0,2-3-18 15,-3 1-8-15,1-2-6 0,0-1-2 0,-4 0-3 16,2 1 18-16,-3 2 37 0,0 1 44 0,-4 3 31 16,-2 0 20-16,2 4 12 0,-7 1-9 15,2 0-26-15,-1 2-32 0,-2 4-18 0,-2 2-16 16,1 2-10-16,-1 3-6 0,-3 4-5 15,1 2-3-15,2 1-4 0,1 2-7 0,-1 1-5 16,2 3-5-16,2-1-3 0,-1 1-4 0,5-1-3 16,-1-1 0-16,2 0 0 0,1 0-2 0,4-4 1 15,-1 1-1-15,5-4 0 0,1-1 0 16,2-3-1-16,1-2-2 0,2-3-1 0,-1-4-3 16,2-5-2-16,2-1-3 0,0-8-1 15,1-3-1-15,0-5 2 0,1-5 1 0,2-1 4 16,-4-5 3-16,1-1 2 0,-3-3 3 15,-1-1 1-15,-2-3 4 0,-3-1 1 0,-3-3 4 16,0-1 6-16,-3-3 8 0,-1 3 9 0,-1 1 10 16,-4 6 8-16,-2 4 4 0,-1 7 0 0,-4 6-5 15,1 5-7-15,-3 7-14 0,-1 7-30 0,-2 4 0 16,2 7 0-16,0 4 0 0,2 4 0 0,-2 7 0 16,2 1 0-16,1 4 0 0,2 2 0 15,0 3 0-15,2 2 0 0,1 1 0 0,0 1 0 16,-1 1 0-16,3-3 0 0,0 1 0 0,2-1 0 15,-2-4 0-15,3 0 0 0,0-4 0 0,1-3 0 16,1-1 0-16,0-3 0 0,0-2 0 16,0-3 0-16,-2-1 0 0,3-4-15 0,-2 1 1 15,1-3 5-15,0-1 3 0,0 0 2 0,0 1 2 16,0-1 0-16,0 2 2 0,0 0 0 16,3 3 0-16,-1-2 0 0,1 4-1 0,4-1-1 15,-2 1-4-15,4 1-4 0,-3-1-6 16,2-1-8-16,1 0-14 0,1-3-16 0,-2-2-22 15,0-3-34-15,-1-2-58 0,2-4-61 0,-3-4-51 16,-1-4-34-16,-2 0-16 0,-3-3 23 16,1-2 96-16,-5 0 103 0,-1-1 126 0,-2-1 136 15,-1-2 104-15,-4 2 48 0,1 1 9 0,-3 1-17 16,0 2-51-16,-1 5-65 0,-2 1-52 0,-2 5-37 16,3 4-25-16,-1 2-20 0,-1 9-14 15,2-1-10-15,0 7-8 0,0 4-4 0,1 1-4 16,0 6-1-16,2 0-2 0,0 0-3 0,1 4-4 15,2 0-6-15,0 0-11 0,0 0-17 16,5-1-28-16,-2 0-67 0,2 0-75 0,1-7-118 16,5 0-210-16,7-2-308 0,0-4-346 0,3-1-251 15,8-5-125-15,6-3 392 0,5-4 672 16</inkml:trace>
  <inkml:trace contextRef="#ctx0" brushRef="#br0" timeOffset="20689.65">16783 2899 378 0,'6'-22'964'16,"-2"-3"327"-16,-3 3 7 0,1 1-156 0,-4 0-403 16,-1 3-241-16,-4 2-120 0,-4 0-79 0,-6 2-68 15,-2 2-75-15,-2 2-50 0,-5 3-27 0,-3 3-13 16,-2 1-9-16,-1 4-4 0,-3 4-6 16,0 1-7-16,-2 4-6 0,0 1-7 0,2 7-4 15,4 0-5-15,1 4-2 0,3 1-3 0,6 1-4 16,2 0-3-16,6 2-3 0,3 0-2 0,5-2-3 15,5 1 1-15,5-3 0 0,7 0 0 16,4-1 1-16,8-3-1 0,2-3 1 0,8 0 0 16,2-3 0-16,5-1 0 0,2-2 1 0,1 2 0 15,0-4 0-15,-1 3-1 0,-2 1-2 16,-1 2-1-16,-7 3 0 0,-5 4-2 0,-5 1 2 16,-6 5 0-16,-6 2 2 0,-6 2-1 15,-1 2 0-15,-10 2 1 0,0 0-2 0,-4 1-4 0,-4-3-6 16,1-2-10-16,-1-3-14 0,-2-5-23 15,5-6-45-15,-3-6-72 0,6-7-65 0,0-6-100 16,3-10-142-16,-1-4-190 0,6-5-268 16,2-9-196-16,2-4-175 0,1-5 83 0,3-4 431 15</inkml:trace>
  <inkml:trace contextRef="#ctx0" brushRef="#br0" timeOffset="20867.47">17121 2481 86 0,'21'-21'595'0,"-7"3"442"15,0 4 191-15,-4 5-51 0,-1 4-258 16,-2 5-229-16,0 7-165 0,-2 8-105 0,-2 6-77 16,-3 4-65-16,0 8-100 0,-3 6-61 0,0 6-34 15,-3 2-24-15,0 8-16 0,-3 4-13 0,1 1-10 16,2 4-6-16,-1 0-8 0,-2 4-11 16,5-3-17-16,0-4-39 0,1-2-80 0,2-7-99 15,-4-7-171-15,5-5-294 0,0-8-339 16,0-4-357-16,0-8-180 0,0-3 191 0,-1-9 682 15</inkml:trace>
  <inkml:trace contextRef="#ctx0" brushRef="#br0" timeOffset="21047.22">16990 2992 300 0,'-2'-18'980'15,"-2"3"385"-15,2 4-60 0,1 2-228 0,1 2-490 16,1 2-260-16,4 3-135 0,-1 0-70 0,5 2-32 15,0 2-18-15,7-1-14 0,1 2-14 16,2 0-24-16,5 0-35 0,1 1-49 0,-1 1-42 16,5 2-101-16,-1-4-154 0,0 4-240 0,2-3-273 15,-1 1-237-15,2 1-181 0,-1-2 186 0,-1 1 480 16</inkml:trace>
  <inkml:trace contextRef="#ctx0" brushRef="#br0" timeOffset="22324.92">17526 3016 154 0,'5'7'1048'0,"-3"6"704"0,-6 0-94 16,-1 4-358-16,-4 2-454 0,-2 3-318 0,1 3-223 15,-1 1-114-15,0 4-58 0,0-4-38 16,3 4-29-16,-1-3-22 0,6-3-16 0,1 0-11 16,5-5-7-16,3-5-5 0,6-3-4 0,2-8-4 15,5-6-9-15,4-5-11 0,3-5-16 16,-1-6-16-16,2-2-18 0,3-2-14 0,-1-2-6 16,-3 2 5-16,0 2 13 0,-4 3 17 15,-5 2 21-15,-3 2 18 0,-1 4 15 0,-5 3 14 16,0 4 10-16,-4 0 12 0,1 5 9 0,-1 2 9 15,-3 1 1-15,-1 2 0 0,0 5-4 16,0-3-5-16,0 5-8 0,0-1-8 0,0 2-6 16,2 0-6-16,-1-2-6 0,3 3-3 15,0-3-3-15,2-1-5 0,-1 0-5 0,3-3-7 16,0 0-11-16,1-5-16 0,-1-1-21 0,0-3-37 16,2-3-62-16,-1-1-61 0,-1-2-53 15,2-1-54-15,1-3-50 0,-5 3-11 0,0 2 61 16,-1-2 63-16,0 1 48 0,1 2 63 0,-3 1 79 15,-1 0 78-15,-1 3 64 0,1-2 44 16,0 0 26-16,-2 2 10 0,0 0-1 0,0 0 1 16,0 0 4-16,1 0 20 0,-1 0 22 0,2-3 16 15,-1 2-2-15,1 1-16 0,0-1-22 16,-1 1-31-16,3 1-25 0,-3 0-27 0,2 2-18 16,2 4-16-16,-2-2-14 0,0 2-11 15,4 2-9-15,-1-2-6 0,2 3-4 0,1-2-1 16,2-2 0-16,3-1-5 0,-1 0 0 0,0-4-4 15,3-1-6-15,-2-4-18 0,0 0-24 16,-1-5-26-16,-1 0-20 0,-2-3-13 0,0-1-7 16,-1 0 16-16,-5-4 26 0,1 2 37 15,0-3 30-15,-2 1 33 0,1-2 38 0,-3 0 25 16,2 0 16-16,-1 0 8 0,2 2 2 0,-2 2-10 16,-1 2-16-16,1 2-15 0,0 5-11 15,-1 2-6-15,1 2-7 0,0 7-5 0,-1 2-6 0,1 4-2 16,1 3-5-16,2 6-6 0,2 0-6 15,1 3-5-15,5 1-3 0,3-1-4 0,1 1-3 16,5-1-3-16,0-4-7 0,5 0-9 16,3-5-13-16,0 0-17 0,5-5-27 0,2-3-48 15,-1-4-65-15,2-2-52 0,1-3-56 0,-1-4-63 16,0-3-43-16,1-3 10 0,-6 1 62 16,-2-3 46-16,-2-1 46 0,-4 1 67 0,-5 2 74 15,-4 1 90-15,-3 1 87 0,-5 3 69 16,-2 2 87-16,-2 0 122 0,-1 1 77 0,-2 4-9 15,-2 1-49-15,-1 1-52 0,1 4-63 16,-3-1-81-16,1 2-64 0,1 3-40 0,1 0-24 16,1 1-17-16,1 1-12 0,1-1-9 0,3 0-6 15,1 2-5-15,7-4-4 0,-2 1-2 0,4-1-1 16,2-1-1-16,1-2-1 0,4-1 0 16,-1-2 0-16,4-1-1 0,2-2 0 0,2-4 0 15,-1-1 0-15,4 0 1 0,-2-1-2 0,1-2-1 16,-1 0 0-16,0-2 0 0,0 4 0 15,-3-1 1-15,2 2 1 0,-7 1 2 0,2 3 2 16,-2 2 0-16,-3 2 1 0,0 3 0 16,0 1 0-16,-3 2 1 0,1 3 0 0,-1 1 1 15,1-2-1-15,-1 3 0 0,3-1 0 0,-3 0-1 16,4-1-1-16,1-2-1 0,-2-1 0 16,5-4 0-16,-1-1-1 0,2-2 0 0,2-4-2 15,3-2-1-15,-1-5 0 0,4-1-1 16,-1-2 1-16,2-2 0 0,1-1 1 0,0-2 0 15,-2 1-2-15,-1-2-3 0,-2 1-6 16,-5 1-4-16,-4 0-3 0,-7 2 0 0,-4 2 2 16,-3 0 6-16,-3 0 11 0,-3 1 12 0,-2-1 11 15,-5 0 9-15,-1 2 8 0,-1 1 4 0,0-1 2 16,-3 1 0-16,0 3-2 0,0-2-2 16,-1 2-2-16,0 1-2 0,3 3-4 0,-4 3-3 15,4 1-4-15,-1 4-4 0,-1 3-4 0,3 3-4 16,0 3-3-16,-1 4-2 0,3 0-1 15,1 4 0-15,2 3-3 0,-1-2 0 0,1 3 0 16,3 0-2-16,3-1-1 0,1-2-2 0,2-1-3 16,0-2-5-16,5-4-4 0,0 0-5 0,2-6-2 15,1 0 1-15,2-4 1 0,1-1 4 16,5-2 7-16,-1 0 6 0,5-2 9 0,-1 2 8 16,3 1 8-16,1 2 9 0,-1 5 6 15,0 2 6-15,-1 1-12 0,1 6-32 0,-5 1 0 16,2 1 0-16,2 2 0 0,-3 1 0 0,-2 0 0 15,4-1 0-15,-3 0 0 0,-1-3 0 16,-3 1 0-16,2-2 0 0,-4-1-15 0,-3-3-108 16,-1 0-83-16,1-3-155 0,-4-1-269 15,2 0-329-15,-1-1-405 0,1-2-340 0,0 2 36 16,-1 2 747-16</inkml:trace>
  <inkml:trace contextRef="#ctx0" brushRef="#br0" timeOffset="26122.67">308 7816 203 0,'-5'6'472'0,"0"0"255"0,-1-2 194 15,6-4-150-15,3 6-133 0,0 0-103 16,-1-3-78-16,-2-3-72 0,-2 4-60 15,2-4-48-15,0 0-22 0,0 0-10 16,0 0-12-16,2 4-15 0,-2-4-24 16,0 0-29-16,0 0-34 0,0 0-30 0,0 0-17 15,0 0-13-15,0 0-4 0,0 0 0 16,0 0-2-16,-2-6-2 0,2-2-3 16,2-3-5-16,1-3-7 0,2-2-8 15,3-2-8-15,3-3-7 0,0-4-6 0,2 2-5 16,1-2-2-16,0 0-2 0,0 1-1 15,2-2-1-15,-2 4 0 0,-1 1-1 0,1 0-2 16,-3 3-1-16,-1 0-1 0,1 4 0 16,-3-2-1-16,-2 5 0 0,-1-2-1 15,0 3-1-15,-1 2 0 0,-1 0-2 0,-1 1-1 16,-1 3-3-16,-1 4-6 0,2-6-8 0,0 1-11 16,1 1-15-16,0 0-19 0,-3 4-39 15,0 0-66-15,-5-4-73 0,0 2-123 16,5 2-176-16,-6 0-306 0,-3 0-297 0,1 4-220 15,-2-2-80-15,-4 0 383 0,3 3 555 16</inkml:trace>
  <inkml:trace contextRef="#ctx0" brushRef="#br0" timeOffset="26429.51">281 7510 55 0,'0'6'344'0,"0"-1"213"16,-3 1 163-16,3-6-12 0,3 5-107 16,5 4-64-16,1-3-51 0,2 4-27 0,1 0 2 15,0 1 13-15,1 2-51 0,4-1-73 16,1 2-54-16,-1-1-47 0,2 0-52 0,-2-3-66 16,1 2-46-16,-2-3-28 0,1 1-21 15,-1-2-9-15,1-1-7 0,-1 1-7 16,-2-2-3-16,1-1-6 0,0 1 0 0,-4-4-8 15,2 3-26-15,-5-3-58 0,0 0-60 16,-2 1-85-16,3-3-153 0,-9 0-218 0,5 2-301 16,2-2-240-16,-3 0-203 0,1 0 55 0,-3-2 492 15</inkml:trace>
  <inkml:trace contextRef="#ctx0" brushRef="#br0" timeOffset="26730.02">698 7617 259 0,'0'0'511'0,"0"0"206"0,0 0 170 15,3 2-149-15,2 1-135 0,3 1-103 0,-1-1-66 16,3-2-52-16,-3 1-76 0,1 1-87 0,0-3-64 16,1 1-41-16,-1-1-23 0,2 0-17 15,2 0-23-15,-1-1-13 0,3-1-13 0,-2 1-8 16,-1-1-13-16,1 0-17 0,1 0-20 16,-5 0-38-16,1 0-80 0,-4-1-142 15,-5 3-175-15,3-2-284 0,-1 1-258 0,-2 1-192 16,-3-3 81-16,1 1 408 0</inkml:trace>
  <inkml:trace contextRef="#ctx0" brushRef="#br0" timeOffset="27043.49">856 7507 175 0,'5'-1'410'0,"-5"1"227"0,5-3 169 0,3 1-83 16,1 1-79-16,4 1-48 0,1 0-68 0,-3 0-56 15,4 1-24-15,0 1-54 0,0 1-60 0,2-1-62 16,2 0-42-16,-3 1-39 0,1 1-55 16,-1 0-40-16,-2-1-24 0,-1 1-12 0,-4 0-10 15,2 0 0-15,-3 2-1 0,-3-4-2 16,0 3-3-16,-2 0-4 0,-3-1-6 16,0-4-9-16,-1 8-8 0,-3 1-6 0,-1-1-7 15,-1 3-4-15,-2-1-4 0,-3 2-9 0,0 0-30 16,-3-1-73-16,0 1-89 0,-2 0-173 15,3-1-291-15,0 1-331 0,1-1-367 0,-1 0-203 16,-2 1 172-16,0 0 700 0</inkml:trace>
  <inkml:trace contextRef="#ctx0" brushRef="#br0" timeOffset="27971.99">401 8416 129 0,'0'0'434'15,"0"0"285"-15,0 0 266 0,0 0-70 16,0 0-185-16,0 0-143 0,0 0-64 0,0 0-49 15,0 0-72-15,0 0-73 0,0 0-52 16,0 0-42-16,-1 5-56 0,-3 2-50 0,1 2-33 16,1 3-24-16,1 2-13 0,-1 2-9 15,2 4-6-15,2 0-8 0,-1 4-10 16,3-2-5-16,2-1-8 0,-1 0-3 16,3-4-5-16,1-1 0 0,1-5-1 15,-1 0 0-15,2-5 2 0,-1 0 2 0,-1-6-5 16,2 0 4-16,-1-5 3 0,-2-2 0 15,3-5 0-15,-2-3-1 0,-2 0 6 0,-2-1-3 16,-2-2 0-16,-2 0 0 0,-1 0 3 0,0 3 3 16,-1-2 0-16,-2 2 1 0,-1 3-1 15,1 0-1-15,0 2-2 0,1 1-3 0,-1 0-2 16,1 5-2-16,2 4-3 0,-1-5-2 16,1 5-1-16,0 0-3 0,0 0-1 0,0 0-1 15,0 0 0-15,0 0 0 0,0 0-1 16,0 0 1-16,0 0 1 0,0 0 2 0,0 0 1 15,6 5 2-15,-1 2 1 0,2 2 1 16,0 4-3-16,3 2-4 0,-1 1-1 16,1 3 0-16,4 4-1 0,-1 2 2 0,1 0 4 15,0 4 2-15,0 2 2 0,-1 1 2 0,-1 1 0 16,-2 0-1-16,0 1 2 0,-2-1 1 16,-1 0 2-16,-4-2 2 0,1-1 2 0,-3-2 8 15,-1-5 7-15,-1 1 2 0,-1-5 4 16,-3-3 0-16,-1-1-2 0,0-1-6 15,-2-3-7-15,-2-3-5 0,-1-1-5 0,-1 0-3 16,-4-4-4-16,2 0-3 0,-4-3-2 0,2-2-1 16,1-1-3-16,0-1-5 0,0-2-10 15,3 0-12-15,6-1-19 0,1-1-23 16,2-3-42-16,3-1-72 0,0 0-92 0,2-3-160 16,1 0-278-16,2-1-327 0,1-2-331 15,-1 1-187-15,0-2 183 0,2 1 668 0</inkml:trace>
  <inkml:trace contextRef="#ctx0" brushRef="#br0" timeOffset="28422.23">774 8436 79 0,'0'0'342'0,"-5"-5"237"0,5 5 268 16,0 0-7-16,0 0-103 0,0 0-105 15,0 0-97-15,0 0-81 0,0 0-65 0,0 0-39 16,0 0-36-16,0 0-33 0,0 0-29 16,0 0-34-16,0 0-44 0,0 0-50 15,0 0-47-15,0 0-31 0,0 0-18 0,0 0-11 16,0 0-9-16,4 5-4 0,1-3 4 0,-1 3 4 16,4 1 1-16,-2 0 1 0,1-1 0 15,1 1-2-15,4 0 0 0,-2 0-2 16,1-2-2-16,0-1-2 0,2 0-1 0,-1-1-1 15,1-2-3-15,-2-2-8 0,1 1-13 0,-2-3-46 16,-2 0-68-16,-2-1-91 0,-1-1-165 16,0-2-253-16,-4-1-327 0,1 2-292 0,-4 1-198 15,-3-1 130-15,1 0 594 0</inkml:trace>
  <inkml:trace contextRef="#ctx0" brushRef="#br0" timeOffset="28680.48">841 8324 79 0,'9'-2'338'0,"-3"0"233"0,4 0 233 15,0 2-12-15,2-2-73 0,3 0-80 0,2 2-90 16,-1 0-84-16,-1 2-70 0,3 0-46 16,-1-1-44-16,2 2-28 0,-1 0-22 15,-1 0-25-15,-1 0-30 0,-2-1-43 0,-1 3-38 16,-1 0-30-16,-4 1-20 0,0 1-16 0,-3 0-11 15,-2 2-10-15,0 1-9 0,0 1-8 16,-3 2-7-16,-4 0-6 0,2-1-20 0,-3 4-70 16,0-5-82-16,1 1-172 0,-1-1-279 15,3-1-329-15,-1-1-395 0,0-3-252 0,6 0 86 16,0-2 742-16</inkml:trace>
  <inkml:trace contextRef="#ctx0" brushRef="#br0" timeOffset="29461.57">3905 7388 41 0,'-5'-2'508'0,"-1"0"449"0,1 2 252 16,-3 0-45-16,2 2-370 0,-5 0-215 0,3 3-127 15,1 1-83-15,1 3-58 0,-2 2-46 0,2 2-41 16,1 4-62-16,0 2-53 0,4 2-43 0,-1 6-23 16,2 1-16-16,2 2-8 0,3 2-6 0,1 1-6 15,2 0-3-15,3 0-4 0,0-2-31 16,3 1-75-16,2-3-97 0,1-4-176 0,3-3-290 16,0 0-335-16,5-5-346 0,2-1-184 15,3-4 231-15,3-1 667 0</inkml:trace>
  <inkml:trace contextRef="#ctx0" brushRef="#br0" timeOffset="29872.58">5133 7199 18 0,'8'4'415'0,"0"3"419"16,0 2 329-16,3 1 30 0,0 4-326 0,3 3-164 16,2-1-125-16,0 4-131 0,0 0-102 15,1 2-67-15,-1-2-69 0,1 3-78 0,-2 0-59 16,2-1-32-16,-3-1-20 0,0 1-10 0,-1 0-6 16,-2 0-5-16,-3 1-3 0,-3 1-32 0,0 1-68 15,-5 1-82-15,-2 1-154 0,-3 1-270 16,-4 0-328-16,-2 3-330 0,-4 1-206 0,-3 2 80 15,-6 2 617-15</inkml:trace>
  <inkml:trace contextRef="#ctx0" brushRef="#br0" timeOffset="30508.37">3974 8170 313 0,'-11'5'621'16,"-3"-1"233"-16,1 2 97 0,-2 2-242 0,2 2-235 15,2 3-114-15,-2 1-60 0,2 5-39 0,-1 1-39 16,4 4-40-16,1 3-42 0,1 3-41 16,4 3-36-16,4 3-20 0,1 2-12 0,5 2-13 15,2 1-6-15,5 1-11 0,3 0-44 0,4-3-126 16,3-1-170-16,2-5-290 0,5 1-267 15,4-7-248-15,1-2-47 0,5-5 353 0,1-4 442 16</inkml:trace>
  <inkml:trace contextRef="#ctx0" brushRef="#br0" timeOffset="31023.62">6106 8016 69 0,'17'9'538'0,"-2"4"421"0,0 2 213 16,-4 4-39-16,3 4-398 0,-1 3-264 0,-2 0-162 15,-2 5-100-15,0 2-65 0,-3 1-47 0,0 2-29 16,-1 5-24-16,-2 0-19 0,-3 4-27 15,0 2-31-15,0 1-99 0,-3 2-170 0,-2 1-295 16,2-2-276-16,0 2-257 0,-2-1-166 16,2-1 258-16,-2 1 525 0</inkml:trace>
  <inkml:trace contextRef="#ctx0" brushRef="#br0" timeOffset="36137.6">8299 13954 367 0,'4'0'699'0,"-4"2"280"16,2-2 103-16,-1 2-278 0,-1-1-230 15,-1 0-142-15,1 1-50 0,-2 0-14 0,2 2-28 16,2 2-38-16,-2 0-34 0,-2 1-32 16,2 1-45-16,-1 2-52 0,-2 1-36 0,1 0-25 15,1 3-14-15,-1 1-10 0,-1 3-8 0,1 2-5 16,-1 0-4-16,1 2-3 0,1 1-4 0,1 3 4 15,-2 0-1-15,2 2 0 0,-1-1 0 16,1 0-2-16,-2 1-2 0,2-2-7 0,0 1-4 16,-2-2-2-16,2 3-2 0,0-4-1 15,-1 2 0-15,-1 0 0 0,-1 1 0 0,3 1-1 16,-4-2-2-16,1 1-1 0,1 1-3 0,0-2-1 16,1 0-1-16,-1 1-1 0,0-4-1 15,2 2-1-15,0-2 1 0,0-3-1 0,2-2-1 16,-2 1 0-16,2-3 0 0,-1-1 1 15,1-2-2-15,1-2 1 0,0-3 1 0,0 4-1 16,0-6 0-16,0 1 1 0,1-3 1 0,-1 2 0 16,2-3 1-16,0 2-1 0,1-2-3 15,1-2 3-15,0 2-3 0,1-1-3 0,3-1 0 16,-2-1-1-16,1 0 4 0,2 1-3 16,1-1 3-16,0 2 1 0,4-2 1 0,-2 0 1 15,2 1-1-15,0-1 0 0,1 0-1 0,0 2 1 16,0-2 0-16,3 2 0 0,-1-2 4 0,1 0 2 15,1 1 1-15,0-1 1 0,-1 0-1 16,2 0 1-16,-1 0-5 0,0 0-2 0,-1 0-1 16,3 0-1-16,-1 0 0 0,-2 0 0 15,1 0-1-15,0 0 1 0,2 0 0 0,-3 1 1 16,2-1 0-16,-1 2 1 0,0 0 1 0,1-1-1 16,0 1 0-16,1-1 0 0,1-1 0 15,-1 2 0-15,3-1 0 0,0-1 1 0,1 0-1 16,2 0-2-16,0 0-3 0,2-1 2 15,-2-1 1-15,3 1 0 0,-1-1 0 0,1-1 4 16,-1 1 2-16,1 0-3 0,0-2-2 0,2 3 0 16,-4-2-2-16,3 0-1 0,-1 0 0 0,-2-1 0 15,1 1 1-15,1 1 2 0,-3-1 0 16,2 0 1-16,0 0 0 0,-1 0 0 0,1 1 0 16,0 0-1-16,-1-2 1 0,2 4-1 15,-1-4 1-15,1 2-1 0,-1-1 0 0,1 1-1 16,0-1 0-16,-1-1 0 0,0 2-1 0,-1 0 1 15,-1-1-1-15,2 2 0 0,-2-3 0 0,2 2 1 16,-1 0-1-16,-1 0-1 0,0 1 1 16,0-2 0-16,0 2 0 0,0-1 0 0,-1 2 1 15,1-1 0-15,-2 1 1 0,2 0 1 16,0 1 0-16,0-1-1 0,0 2 1 0,-1-1-1 16,1-1 0-16,0 1-1 0,0 1 0 0,2-2 1 15,-1 1-1-15,-1-1 1 0,2 0-1 16,-1 2 0-16,-2-2 1 0,1 0-1 0,0 0-1 15,2 0 0-15,-2 0 0 0,0 0 0 16,0 0-1-16,0 0 0 0,-2 0 0 0,2 0 0 16,0 0 1-16,-3 0 0 0,2 0 1 0,-2 0 0 15,1 0 1-15,-1 0 1 0,0 2 0 16,-2-2 0-16,3 0-1 0,-4 1 1 0,2-1-1 16,-1 1 0-16,2-1 0 0,-2 0-1 15,0 2 1-15,2-2 0 0,-3 2-1 0,1-2 1 16,1 0 0-16,-1 1-1 0,0 1 0 0,-3-2 0 15,4 1 0-15,-3-1-1 0,2 0 1 16,-2 0-1-16,2 0 0 0,0 0 0 0,1 0 0 16,0-1 0-16,-2-1-1 0,2 2 1 0,-1-1-1 15,0-1 1-15,2 0-1 0,-2 2 2 16,2-1-1-16,-3 0 2 0,3-1 0 0,0 0 0 16,-1 2 0-16,1-1 1 0,0-1-1 15,2 1 1-15,-1 1-1 0,-1 0 0 0,3-1 0 16,0-1 0-16,0 2 1 0,2-1-2 0,0-1 2 15,-1 2 0-15,2-1 0 0,-4 0 0 16,1-1 0-16,3 2 0 0,-2-2-1 0,-2 1 0 16,1-1-1-16,0 2 0 0,0-1 0 0,0 1-1 15,0-2 2-15,-1 1-1 0,-1-1 2 16,2 1 0-16,-1-1 1 0,-1-1 1 0,2-1 1 16,-1 0 0-16,1 0 1 0,-2-3 0 15,2 2 0-15,0-2-1 0,0 0 0 0,-2 0 0 16,3 0-4-16,-1 1-1 0,-2-2 0 0,-1 1 0 15,0 1 0-15,0-2 0 0,1 1 0 0,-4 2 0 16,1-1 0-16,-1 0 0 0,-2 2 0 16,3-2 0-16,-3 1 0 0,-1 1 0 0,0-1 0 15,-1 1 0-15,-1-1 0 0,2 1 0 16,-1-2 0-16,-2 2 0 0,1 0 0 0,-2-1 0 16,2 3 0-16,0-3 0 0,-3 1 0 15,3-1 0-15,-3 2 0 0,1-1 0 0,-1 0 0 16,1 0 0-16,-2 1 0 0,2 0 0 0,-3 1 0 15,2-2 0-15,-2 3 0 0,0-1 0 0,-1-1 0 16,1 2 0-16,-3-1 0 0,1 2 0 16,-2-1 0-16,0 0 0 0,-2 1 0 0,0-2 0 15,-2 2 0-15,-3 0 0 0,2-2 0 0,-2 2 0 16,1-1 0-16,-3 1 0 0,-1-1 0 16,2-1 0-16,-2-2 0 0,0 1 0 0,0 0 0 15,0-2 0-15,0-2 0 0,0 3 0 16,-2-2 0-16,2 0 0 0,-1-1 0 0,1 1 0 15,-2-2 0-15,0 0 0 0,2-2 0 0,-3 2 0 16,3-4 0-16,-2 2 0 0,2 0 0 16,-1-4 0-16,-1 3 0 0,1-4 0 0,-1 2 0 15,0-1 0-15,1 0 0 0,-2-3 0 16,1 3 0-16,-4-4 0 0,4 0 0 0,-2 1 0 16,0-5 0-16,0 3 0 0,0-2 0 15,0-1 0-15,-4-2 0 0,3-1 0 0,0 0 0 16,1-2 0-16,0 0 0 0,-1 0 0 0,1 0 0 15,-1 0 0-15,1 0 0 0,0 1 0 0,1 1 0 16,2 1 0-16,-1 2 0 0,0 1 0 16,-1 0 0-16,1 3 0 0,2-1 0 0,-1 5 0 15,-1 0 0-15,1 1 0 0,1 3 0 0,-3 2 0 16,3-2 0-16,-2 4 0 0,1 2 0 16,-1-2 0-16,2 3 0 0,-3 0 0 0,1 0 0 15,-1 2 0-15,0-1 0 0,0 1 0 16,-1 1 0-16,1-2 0 0,-3 1 0 0,2 1 0 15,-3 0 0-15,2-2 0 0,-1 2 0 0,-2 0 0 16,0 0 0-16,0 0 0 0,0 0 0 16,-1 0 0-16,-1 0 0 0,-1 0 0 0,0 0 0 15,0-1 0-15,-2 1 0 0,-1 0 0 0,1-2 0 16,-4 1 0-16,3-1 0 0,-3 1 0 0,-1-1 0 16,2 1 0-16,-2-2 0 0,0 1 0 15,-1-2 0-15,2 0 0 0,-2 4 0 16,0-4 0-16,1 0 0 0,-2 1 0 0,2 1 0 15,-1-4 0-15,-1 1 0 0,-1 1 0 0,1 1 0 16,-1-2 0-16,0 3 0 0,0-3 0 0,0 2 0 16,0 0 0-16,-1-2 0 0,2 3 0 15,1-1 0-15,-2 0 0 0,-1 0 0 0,4 0 0 16,-3 0 0-16,0-1 0 0,2 4 0 16,-2-4 0-16,0 1 0 0,1 2 0 0,0-2 0 15,-1 1 0-15,2-1 0 0,-3 1 0 0,2 1 0 16,0-2 0-16,-2 0 0 0,1 2 0 0,0-3 0 15,-3 3 0-15,0-2 0 0,-1 0 0 16,0 0 0-16,2 0 0 0,-5 0 0 0,1 2 0 16,0-2 0-16,-1 1 0 0,-2-1 0 15,-2 2 0-15,-1-2 0 0,1 1 0 0,-2 0 0 16,-1 0 0-16,0 0 0 0,-3 1 0 0,2 0 0 16,1-1 0-16,-3-2 0 0,3 4 0 0,-4-4 0 15,4 1 0-15,-3 2 0 0,2-2 0 16,-2 1 0-16,-2-1 0 0,1 0 0 0,-1 2 0 15,-1-3 0-15,0 3 0 0,0-2 0 16,-2 1 0-16,0 1 0 0,-1 0 0 0,0 1 0 16,-1-4 0-16,2 3 0 0,1 0 0 0,-1-1 0 15,1 1 0-15,2-1 0 0,1-1 0 16,-1 2 0-16,2-1 0 0,0 1 0 0,-1-3 0 16,0 3 0-16,2 0 0 0,-1-1 0 0,1-1 0 15,-2 2 0-15,1 0 0 0,0-1 0 16,0 0 0-16,-1 1 0 0,1 1 0 0,0-1 0 15,0-1 0-15,1 2 0 0,-2 0 0 0,4-2 0 16,-1 2 0-16,-1-2 0 0,3 2 0 16,0 0 0-16,-2 0 0 0,0 0 0 0,3 0 0 15,-1 0 0-15,0 0 0 0,0 0 0 16,1-2 0-16,-2 0 0 0,2 1 0 0,1-1 0 16,-4 1 0-16,3-2 0 0,-2 1 0 0,0-1 0 15,1 0 0-15,0 2 0 0,-1-3 0 16,4 3 0-16,-1-2 0 0,-1 1 0 0,3 0 0 15,0 0 0-15,1 0 0 0,1 1 0 16,1 0 0-16,2-1 0 0,0 1 0 0,1-1 0 16,3 2 0-16,-1-1 0 0,0-1 0 0,3 2 0 15,-1-1 0-15,1-1 0 0,1 1 0 16,-2 1 0-16,4-2 0 0,-1 0 0 0,-1 0 0 16,2 0 0-16,0 1 0 0,-1-1 0 0,0 0 0 15,1 0 0-15,0 0 0 0,0 1 0 16,1 0 0-16,0-1 0 0,-2-2 0 0,1 4 0 15,0-2 0-15,2 0 0 0,-2 2 0 16,2-1 0-16,-2-1 0 0,0 1 0 0,2-2 0 16,-2 3 0-16,2-2 0 0,-2-1 0 0,-1 1 0 15,3 1 0-15,-2-2 0 0,0 1 0 16,0 1 0-16,2-2 0 0,-2 1 0 0,2 1 0 16,-2 0 0-16,2-1 0 0,3 0 0 15,-2 2 0-15,2-1 0 0,0 1 0 0,3 0 0 16,0-1 0-16,0 1 0 0,-1 0 0 0,4 0 0 15,-1 0 0-15,1 1 0 0,0-1 0 16,0 0 0-16,1 1 0 0,-1-1 0 0,2 0 0 16,0 2 0-16,0 0 0 0,-1-2 0 15,1 1 0-15,-2 0 0 0,1 1 0 0,-1-2 0 0,2 2 0 16,0-1 0-16,-2 2 0 0,2-1 0 16,-2-1 0-16,3 0 0 0,-4 4 0 0,3-5 0 15,-2 2 0-15,1 1 0 0,0-2 0 16,-1 2 0-16,1 1 0 0,-2-4 0 0,1 4 0 15,0-2 0-15,0 0 0 0,0 2 0 0,-1-2 0 16,0 1 0-16,1 0 0 0,0 0 0 16,1 0 0-16,-1 0 0 0,0 0 0 0,-3 2 0 15,5-3 0-15,-2 2 0 0,1 0 0 0,0-1 0 16,1 0 0-16,-3 0 0 0,3-2 0 16,-2 4 0-16,2-3 0 0,0 2 0 0,-2-1 0 15,2-1 0-15,-2 0 0 0,-1 2 0 16,1-1 0-16,0 0 0 0,-1 1 0 0,-1-1 0 15,0 1 0-15,-1 1 0 0,0 0 0 0,0 1 0 16,-3 0 0-16,1-2 0 0,1 4 0 16,-2-1 0-16,0-1 0 0,0 1 0 0,0 3 0 15,0-3 0-15,-2 1 0 0,2 1 0 16,1 0 0-16,-2-2 0 0,2 0 0 0,2 3 0 16,-4-2 0-16,4-1 0 0,-2 0 0 0,2 0 0 15,-1 0 0-15,1-1 0 0,0-1 0 16,-3 1 0-16,3 0 0 0,0 0 0 0,-1 1 0 15,-2-1 0-15,1-1 0 0,1 3 0 0,-4 0 0 16,2-1 0-16,-3 2 0 0,3 0 0 16,-4 1 0-16,1 1 0 0,-2 2 0 0,-1 0 0 15,0 0 0-15,1 2 0 0,-1 1 0 0,1-1 0 16,-2 1 0-16,2-1 0 0,1 0 0 16,-1-1 0-16,0 4 0 0,3-4 0 0,-1 0 0 15,3-1 0-15,1 1 0 0,1-2 0 16,3-2 0-16,4 0 0 0,-1-3-31 0,3-1-177 15,3-3-151-15,1-2-262 0,2-4-327 0,5-3-406 16,-2-4-370-16,5-3-5 0,-1 0 765 16</inkml:trace>
  <inkml:trace contextRef="#ctx0" brushRef="#br0" timeOffset="37054.75">12631 13219 24 0,'2'-5'500'0,"-2"3"472"15,0-1 256-15,0 0-52 0,-2 0-352 16,2 2-249-16,0-1-160 0,0 4-82 0,2-1-30 16,-1 4-22-16,2 1-26 0,-1 2-45 0,4 4-40 15,-3 3-37-15,2 2-35 0,0 6-22 16,0-1-15-16,1 6-12 0,-3-1-8 0,3 4-7 16,-3 1-8-16,1 1-8 0,0 0-6 15,-2-1-4-15,1 0-5 0,1-1-3 0,-1-3 0 16,1-2-1-16,-1-2-2 0,0-2-1 0,-1-3-3 15,1-1-5-15,0-2-12 0,-1-3-18 0,-2-3-42 16,-2 1-73-16,-1-4-79 0,-3 0-134 16,-3-3-189-16,-1-1-312 0,0-3-299 0,-2 0-200 15,-1-1-51-15,0-2 422 0,1 0 539 16</inkml:trace>
  <inkml:trace contextRef="#ctx0" brushRef="#br0" timeOffset="37320.3">12490 13648 351 0,'2'4'720'0,"-1"-2"284"16,2 3 105-16,-1 2-255 0,4 2-264 0,-1 2-122 15,3 2-35-15,3 2-30 0,-1 2-46 0,-1 1-50 16,5-1-40-16,-1 6-62 0,1-3-63 16,-1 1-46-16,2 0-34 0,0 1-25 15,1-2-14-15,-2-2-10 0,3-2-7 0,-4-2-3 16,4-6-3-16,-4-1 0 0,0-5-1 15,3-4-3-15,-5-6-3 0,1-4-6 0,-1-4-12 0,-1-5-16 16,-1-4-21-16,-1-2-26 0,-3-1-35 16,1-2-38-16,0-1-34 0,-4 0-42 0,-2 1-101 15,-2 1-154-15,-4 0-259 0,0 2-241 16,-2-1-230-16,-2 1-72 0,0-2 356 0,-2 1 499 16</inkml:trace>
  <inkml:trace contextRef="#ctx0" brushRef="#br0" timeOffset="37637.62">12253 12831 408 0,'0'4'924'0,"0"0"299"16,0-2-25-16,0 1-282 0,0-3-280 0,0 2-173 16,3-4-86-16,0 2-55 0,-1-4-41 15,4-2-42-15,-1-1-63 0,4-6-55 0,-1 0-45 16,1-4-25-16,1 1-16 0,3-5-13 16,-2 0-6-16,3-2-7 0,-1 1-3 0,3-2-3 15,-2 1-4-15,0 1-5 0,-3 1-17 16,-1 2-46-16,1 5-65 0,-6 0-72 0,-2 4-132 15,-3 3-197-15,-3 0-309 0,-2 3-276 0,-2 4-219 16,-2 0-69-16,-2 4 412 0,1 1 545 16</inkml:trace>
  <inkml:trace contextRef="#ctx0" brushRef="#br0" timeOffset="37853.71">12233 12653 8 0,'1'5'382'0,"1"1"292"0,-1-1 209 15,1 1 103-15,4 0-238 0,-1 0-230 0,0 1-128 16,1 2-72-16,4 0-42 0,0 1-73 0,0 1-72 16,1-3-54-16,3 4-32 0,-1-1-20 0,3-2-12 15,-2 2-2-15,2 0-25 0,-2-3-92 16,0 0-151-16,-3 0-289 0,1-4-267 16,-2 1-265-16,0-2-162 0,-2-1 221 0,1-4 480 15</inkml:trace>
  <inkml:trace contextRef="#ctx0" brushRef="#br0" timeOffset="38289.19">12506 12406 353 0,'5'-8'686'0,"0"1"289"0,1 1 105 0,0 2-273 0,0-2-245 16,1 1-159-16,4 1-98 0,-2 0-82 15,1 0-60-15,2 2-48 0,-2-1-25 0,1 2-9 16,1 2 17-16,-2 4 40 0,-2 1 36 16,1 0 29-16,-4 3 4 0,0 3-12 0,-3 2-24 15,-4 1-38-15,0 4-37 0,-1 0-31 0,-2 1-21 16,-2 1-12-16,2 2-9 0,-1-4-8 16,1 1-4-16,1-4-4 0,1-2-2 0,3 1-3 15,0-3-2-15,3-2-1 0,-1-1 0 0,3-1-1 16,3-2-2-16,0-1 1 0,4-3-2 15,1-1 0-15,1-1 0 0,2 0-3 0,1-1-6 16,1-1-10-16,1-2-9 0,0 3-5 16,-2-1-7-16,0 2 0 0,-2 0 6 0,1 3 10 15,-4 1 14-15,-2-1 6 0,-1 4 11 0,-2 2 7 16,-3 1 2-16,-2 2 15 0,-2 2 6 16,-2 2 9-16,-1-2 1 0,-3 7 2 0,-2-3-2 15,0 1-11-15,0 2-7 0,-1-1-8 16,-1-2-6-16,2-2-4 0,0 1-3 0,2-4-3 15,-2-1-3-15,2-1-3 0,1-4-17 0,0 0-58 16,-1-2-68-16,-2-2-107 0,2 0-170 0,0-3-306 16,-1-1-332-16,2-1-263 0,-1 0-166 0,3 0 277 15,2-2 611-15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18T08:12:58.1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32521 2432 247 0,'3'-3'574'0,"1"1"252"15,-1-1 132-15,0-2-158 0,1-2-203 0,1-3-126 16,-2 3-75-16,2-3-6 0,0-1 4 15,0 1-26-15,0-1-49 0,-1-3-40 0,1 1-37 16,-2-3-49-16,3 0-47 0,-1-4-43 0,2-3-28 0,2-1-14 16,-3 0-7-16,2-4-5 0,-1-1-12 0,0 2-4 15,0-4-3-15,-2 0-3 0,-2-3-4 16,-2 1 5-16,1 0 5 0,-2 0 2 0,-2 3 0 0,1-4-2 16,-2 4-2-16,-2 0-7 0,0 1-6 0,-4 2-3 15,1 0-2-15,-4 2-1 0,0 2-1 0,-2-1-2 16,-2 2 1-16,-2-1-1 0,0 4 0 0,-4-2-4 15,1 1-2-15,-1 1-3 0,-3 2-3 0,-1-1 0 16,2 2-2-16,-3-2 2 0,-1-1 0 0,0 2 3 16,-2 0-2-16,-2 0 2 0,-3-2-1 0,2 1 0 15,-4-1 0-15,1 1 0 0,-2-1 0 0,2 1-1 16,-1 0 1-16,-1 1 0 0,1 0 1 0,0 2 0 0,2 0 0 16,1 0 1-16,-1 0 0 0,0 2-1 0,2-1 0 15,-3 2 0-15,3 2 0 0,-2-1 0 0,1 1-1 16,0 1 0-16,0 0 1 0,-1 2 0 0,2 0-1 15,0 2 1-15,-1-1 0 0,0 4 0 0,1-3 1 16,0 4-2-16,0-1 2 0,-1 2-1 0,3 2 0 16,-4 1 0-16,2 1 4 0,-2 3-2 0,2 3-1 15,-1 2 0-15,0 0-2 0,2 4 2 0,-2 2-4 16,0 6 2-16,1-3 0 0,-2 6 1 0,0 2-1 16,-3 2 0-16,1 3 0 0,-3 0 4 0,0 3 2 0,1 0 1 15,-2 1 2-15,1 1 1 0,1 2-1 0,-2 0-2 16,3 2-2-16,-2 2-2 0,2 0-1 0,0 1-2 15,0 0 0-15,4 1 0 0,-5-1 1 0,5 4-1 16,-2-2 1-16,-1 2 0 0,4 1-2 16,0 0 1-16,1-2 2 0,2 2 0 0,2-1 2 15,1 0 0-15,2 3 2 0,0 0-2 0,0 1-1 16,3 0-1-16,-1 0-1 0,2 1-1 0,-1-3-2 16,1 3 0-16,1-3 0 0,1 1 0 0,-2-4 3 15,4 0-1-15,0 1 3 0,0-2-1 16,0 2 3-16,3-1-2 0,2-1-1 0,-1 1 0 15,5-1-1-15,-2 2 1 0,2-2-2 16,4-1 0-16,0 1-1 0,3-2 0 0,1-1-1 16,0 1 1-16,1-1 1 0,3 1 1 0,-1-3 1 15,2 1 0-15,-1-2 1 0,4 1 0 16,-2 0 0-16,2 0-1 0,2-1 1 0,1-2 0 16,-2-1-1-16,1 0-1 0,1-3 0 0,-1 0-1 15,-2-1 0-15,2-2-1 0,-2 1 1 16,0-1 1-16,-1 1-1 0,0-3 0 0,1 0 0 15,-1 1 1-15,1-1 1 0,3 0 0 16,-2-2 1-16,2 0 1 0,3-1-1 0,1-1 0 16,2-1 0-16,1 0 0 0,2-3-1 0,4 1-1 15,-1-1 1-15,5-1-1 0,3 2 0 16,4-3-1-16,-2 0 1 0,3 0 0 0,1-1 1 16,-1-1 1-16,2 1 1 0,1 1 0 0,-2 0 0 15,1-1-1-15,-2 0-1 0,4 1 0 0,-2 2-1 16,-2-2 0-16,2 0 0 0,-1-2 0 0,2 1 0 15,-3-3 0-15,1-1-2 0,-2 0 1 16,-1-4 0-16,1 2-1 0,1-3 1 0,-3-1-1 16,1-3 0-16,-1 1 0 0,0-2 0 0,-1-2 1 15,-1 0 2-15,1 1 0 0,0-1 1 0,-2-3 1 16,-2 0 0-16,2-1-1 0,-1-1 0 16,-1 0 0-16,0-2 0 0,1 1 0 0,-2-3 1 15,0 2-2-15,1-3 1 0,-1 0-1 0,2-2 0 16,-3 1 0-16,1-1 0 0,0-2-1 0,0-2 1 15,-3 2 0-15,1-4 0 0,0 2-1 0,-1-3 0 16,0 2 1-16,0-3-1 0,-2 0-1 16,1-2 0-16,1 2 1 0,-2-1-1 0,0-2 0 15,2 1 1-15,0-1-1 0,-2 0 2 0,0-2-1 16,2 1 0-16,-3 1 0 0,-1-1 1 0,0 1 1 16,0 1-1-16,0-1 0 0,0 0 1 0,0 1 0 15,-1 0-1-15,-1 1-1 0,2 0 0 16,-2-2 0-16,2 1-1 0,-2 0 0 0,3 0 0 15,-3 1 0-15,2-1 1 0,-1-1 1 0,2-2 0 16,1 1 0-16,1-3 1 0,0 0 1 0,2-3-2 16,-2 2 1-16,3-3-1 0,-4 0 0 0,0 0 0 15,0 2-1-15,-1-1 1 0,-1 1 0 16,1-2 0-16,-2 4-1 0,-2-1-1 0,2 2 0 16,-1-3 0-16,1 3 0 0,-2 1-1 0,-1-1 0 15,1 1 1-15,-1 0-1 0,0 0 0 0,0-2 0 16,1 2 0-16,1-3 2 0,-1 1-1 0,-3 1 0 15,3 0 1-15,-2-3 0 0,-1 3 1 0,0-1 0 16,0-2 0-16,1 3 1 0,-1-2 1 16,-2 0-1-16,1 1 0 0,1-2 1 0,-1 1-1 15,1-1 0-15,-1 0 0 0,1 0 0 0,0-3-1 16,2 3 0-16,-3-1 0 0,1-2-1 0,-3 2 0 16,2-1-1-16,-2-3 1 0,-2 5 0 0,1-1-1 15,1 0 1-15,-2 0-1 0,1 0-1 0,1 3 0 16,-3 0 1-16,1-1-1 0,2 3 1 0,-3 2 0 15,2 0 0-15,-2 1 0 0,-1-1 0 0,0 1 0 16,1 2 0-16,-3 0 0 0,-2-3 0 0,3 2 1 16,-3 0 1-16,-3-1 1 0,0-2-1 0,0 0 0 0,-3 0 0 15,-3-3-3-15,1 1-3 0,-1-1-1 16,-1-1 0-16,-2 0 0 0,1-1-1 0,0 1 3 0,0 0 3 16,-1 0 0-16,1 1 1 0,0-1-1 0,0 2 1 15,-2-1 0-15,2 1 0 0,4 0 0 0,-4 0 0 16,2 3 0-16,-1-3-1 0,2 3 0 0,1 1 0 15,-3-2 1-15,4 2 3 0,-3-1 2 0,3 1 1 16,0-2 1-16,-1 0-1 0,3-1 0 0,-2-1-2 16,1-1-1-16,0 0-5 0,1-2-1 0,-1-2-2 15,-1 1-2-15,0-2 0 0,-2-4-3 0,1-1 5 0,-3 2 1 16,1-2 1-16,-2 2 0 0,-1 1 1 0,0 5 0 16,1 1 1-16,-1 4 0 0,1 3-1 0,2 3 0 15,-2 1-1-15,-1 6-4 0,1 0-6 0,-4 6-9 16,2 2-12-16,-3 4-17 0,0 1-38 0,-1 3-78 15,-1-1-132-15,-2 5-259 0,1-2-301 0,-2 6-380 16,-3-2-401-16,2 0-66 0,-5 3 640 0</inkml:trace>
  <inkml:trace contextRef="#ctx0" brushRef="#br0" timeOffset="3466.58">16351 6954 445 0,'5'-3'912'15,"-3"-1"296"-15,-4-1 22 0,-3-1-186 16,0 1-304-16,-1-1-193 0,-5 0-132 16,-2 0-84-16,-5 2-73 0,-2-2-98 0,0 3-57 15,-4 1-35-15,-2 1-22 0,-3 2-13 0,2 1-9 16,-2 1-6-16,3 3-5 0,-3-2-2 0,6 2-3 16,-1 0-1-16,3 3-3 0,2-1 0 0,2-1-3 15,3 3-1-15,1-2 0 0,5 0-1 16,0 1 2-16,3-3-1 0,2 1 1 0,2-1 0 15,1 2 0-15,1-1-1 0,2-1 0 16,4 2 0-16,-1 1 1 0,7 0 0 0,-4 1 1 16,4 1 0-16,4-1 0 0,4 3 0 0,0 2-1 15,2-2 1-15,2 1-1 0,2 2 0 16,0-1-1-16,-1 0 0 0,1 0-1 0,-1-2 0 16,0 1-1-16,-5-2 1 0,0-1 1 15,-3 2-1-15,-6-3 2 0,-1 2-1 0,-3 0 2 16,-5 2 0-16,-3 0 1 0,-4 3 1 0,-4 2-1 15,-6 1 0-15,-1 1 0 0,-2 4-1 16,-1 0 0-16,-2 0-1 0,0 1 1 0,0-2-2 16,0 1 0-16,1 0 0 0,3-3-1 15,0-2 1-15,4-1-2 0,4-4 1 0,-2-2-2 16,7-2-1-16,2-4-9 0,2-2-23 0,2-3-71 16,5-4-85-16,-2-3-156 0,4-2-273 0,-2-7-326 15,6-2-377-15,0-2-228 0,2-5 70 16,0-1 656-16</inkml:trace>
  <inkml:trace contextRef="#ctx0" brushRef="#br0" timeOffset="3664.93">16674 7147 395 0,'8'14'973'0,"-5"9"330"0,-2 0 88 0,-2 6-208 15,-2 2-454-15,-1 4-241 0,-2 1-133 0,0 0-81 16,0 3-98-16,-3-2-70 0,2-1-40 0,2-1-25 15,0-2-14-15,2-5-10 0,3-3-7 16,0 0-6-16,3-7-4 0,1 0-27 0,0-5-86 16,1-3-123-16,-2-4-227 0,0-4-294 15,0-2-368-15,1-2-414 0,-3-3-111 0,2-5 479 16,-1-3 738-16</inkml:trace>
  <inkml:trace contextRef="#ctx0" brushRef="#br0" timeOffset="3848.73">16713 7086 106 0,'-5'-47'730'0,"-2"4"578"0,0 2 207 16,-1 7-161-16,0 5-424 0,1 4-364 0,-1 4-186 16,1 4-125-16,2 4-96 0,1 4-66 0,-1 1-42 15,5 3-23-15,2 4-12 0,2 5-9 16,1 2-3-16,2 2-3 0,2 3-1 0,4 2-12 16,-2 2-65-16,4 2-80 0,0-2-165 15,4 3-277-15,-2-2-323 0,5 4-396 0,-1-2-273 16,1 3 68-16,0-2 721 0</inkml:trace>
  <inkml:trace contextRef="#ctx0" brushRef="#br0" timeOffset="4172.35">17281 7094 211 0,'5'-2'796'0,"-2"-4"380"0,3 1 46 0,0 2-104 16,2-1-380-16,2-1-239 0,2 2-126 15,3 0-71-15,0-1-38 0,2 1-53 0,0 1-72 16,-3 1-50-16,3 1-30 0,-2 3-9 0,-1 1-10 16,-3 2-4-16,-3 3 2 0,1 2 2 15,-7 4 6-15,-4 3 0 0,1 3-1 0,-10 2 1 16,0 6-1-16,-5 1-1 0,-2 3 0 0,0 0-3 16,-3 1-2-16,-3 2-5 0,2 3-6 15,0-3-6-15,1 3-5 0,1-4-5 0,1 0-3 16,6-3-2-16,2-3-3 0,2-2-2 0,4-3 0 15,5-4-2-15,3-3-2 0,2-3 0 16,7-5-2-16,1-3-8 0,6-2-18 0,0-6-21 16,2-2-65-16,2-4-87 0,-1-3-166 0,2-2-277 15,2 1-320-15,-1-6-394 0,2 0-264 16,3-3 84-16,0-2 719 0</inkml:trace>
  <inkml:trace contextRef="#ctx0" brushRef="#br0" timeOffset="4416.71">17959 7028 108 0,'4'-17'693'0,"-4"9"453"16,-4 4 153-16,1 2-8 0,-2 5-344 0,0 3-342 15,1 5-180-15,-5 1-96 0,2 3-72 16,1 2-95-16,-1 3-67 0,-2 2-37 0,4 0-19 16,0 3-11-16,2 1-10 0,2-1-6 0,-1 2-6 15,2 0-2-15,2 0-1 0,-1 0-3 16,2 2 0-16,2-4 0 0,0 0 0 0,4 1 0 15,-1-2-1-15,0-1-3 0,5-2-10 16,-2-3-28-16,0-2-56 0,3-1-68 0,-1-3-76 16,2-4-135-16,-2-2-180 0,5-3-269 0,-2-5-246 15,2-1-195-15,0-1-61 0,1-5 351 16,0-2 493-16</inkml:trace>
  <inkml:trace contextRef="#ctx0" brushRef="#br0" timeOffset="4701.35">17890 6844 298 0,'-7'6'775'0,"0"-2"297"16,3 1 86-16,3-1-169 0,4 2-370 15,5-1-159-15,1 0-81 0,6-2-49 0,3 0-68 16,3-2-52-16,3-2-52 0,1 0-65 16,4-3-40-16,-1 2-25 0,2-2-12 0,0-1-3 15,-2 3-8-15,-1 1-4 0,-2-2-2 0,-2 3-44 16,1 0-59-16,-6 3-109 0,-2-1-177 0,-2 2-294 16,-2-2-324-16,-4 4-277 0,-1 0-153 15,-4 0 297-15,-3 2 600 0</inkml:trace>
  <inkml:trace contextRef="#ctx0" brushRef="#br0" timeOffset="4939.78">17869 7172 233 0,'-17'20'847'0,"-1"1"375"0,2-1 3 0,2-4-154 15,6-1-452-15,3-1-290 0,2-4-106 0,6 1-31 16,6-6-18-16,3 0-27 0,6-3-25 15,2-2-19-15,4-3-37 0,6-2-32 0,0-1-26 16,5 0-49-16,-1 0-53 0,1-1-123 16,0 3-220-16,-2-3-293 0,0 1-302 0,1 3-257 15,1 0-106-15,-1 1 417 0,6 2 584 0</inkml:trace>
  <inkml:trace contextRef="#ctx0" brushRef="#br0" timeOffset="5849.1">19344 7013 116 0,'-3'5'568'0,"2"-1"343"15,-1 2 179-15,2-4-1 0,3 2-422 16,4-2-191-16,3 1-77 0,5 2 9 0,4 0-39 15,0-1-60-15,4 0-40 0,3-1-45 0,2 0-59 16,0 0-67-16,4-2-36 0,0 1-20 16,-1-2-16-16,3-2-11 0,-3 1-9 0,3-2 1 15,-4-1-4-15,0 1 0 0,-4-3-2 16,-2 1 0-16,-3 2-5 0,-6-1-53 0,-2 2-73 16,-6 1-129-16,-6 2-233 0,-2 2-303 0,-6 2-361 15,-2 2-299-15,-8 2-86 0,-4 0 499 0,-8 3 655 16</inkml:trace>
  <inkml:trace contextRef="#ctx0" brushRef="#br0" timeOffset="6030.69">19311 7342 280 0,'7'7'649'0,"2"-3"300"0,-1 0 130 15,5 0-179-15,4 0-330 0,0-2-161 0,5 2-113 16,2-3-83-16,1-1-71 0,5 0-66 15,0-1-37-15,3-1-22 0,4 0-12 0,-1 0-5 16,3-2-17-16,0 1-105 0,-3-1-187 0,2 0-290 16,-1 1-258-16,-1-2-252 0,2 2-132 15,1-3 315-15,1 1 503 0</inkml:trace>
  <inkml:trace contextRef="#ctx0" brushRef="#br0" timeOffset="7015.16">21231 6347 300 0,'-3'8'762'0,"-4"-3"361"0,2-2 61 16,2-2-239-16,1-1-342 0,2-1-115 0,4-5-70 16,0-4-67-16,3-1-50 0,4-3-40 15,0-5-45-15,3-4-67 0,5-4-59 0,1-4-32 16,1-5-18-16,5 0-12 0,-1-3-7 16,2-2-4-16,-1-1-4 0,1 0-3 0,-3 3-3 15,0 2-1-15,-4 4 1 0,-2 1 4 16,-2 7 5-16,-4 3 6 0,-1 5 5 0,-4 3 4 0,-3 4 1 15,0 2-4-15,-3 6-3 0,-1 2-7 0,-1 6-6 16,-3 2-6-16,1 7-2 0,-2 5-1 16,1 2-1-16,-4 5-2 0,2 3 0 15,1 2 0-15,0 2-1 0,0 4 2 0,-1-1 1 16,1 2 0-16,1 2 1 0,-1 1 0 0,2-1 0 16,-4 2-2-16,6-1 0 0,-5-3 1 0,4-2-2 15,0-2 2-15,1-4-2 0,1-3 0 16,1-3-5-16,-1-6-12 0,2 0-32 0,0-6-75 15,0-6-83-15,2-1-152 0,-3-6-265 16,2-7-326-16,4-4-345 0,-1-3-205 0,2-8 52 16,5-2 612-16</inkml:trace>
  <inkml:trace contextRef="#ctx0" brushRef="#br0" timeOffset="7484.15">21705 5901 17 0,'0'-6'369'0,"-2"4"268"0,2 4 260 15,0 2 138-15,3 4-281 0,1 5-204 0,2 2-128 16,0 4-65-16,5 3-82 0,0 0-80 16,7 3-42-16,-2 1-2 0,4 1 11 0,4 0 22 15,0 2 5-15,4-1-6 0,1 1-24 16,1-1-40-16,-4 1-31 0,3-1-35 0,-4-1-21 16,0 1-14-16,-4 0-4 0,-2-1 17 0,-5 0 9 15,0-2 4-15,-6 0 6 0,-3 0 2 16,-3 0 1-16,-5-1-15 0,-4 0-10 0,-4-1-5 15,-5 1-5-15,-1-5-2 0,-4 0-4 16,-1-3-2-16,-1-3-2 0,0-4-2 0,1-3 0 16,0-4-3-16,5-6 0 0,-1-4-1 0,2-4-2 15,4-5-1-15,2-7 0 0,5-4-1 16,1-5 1-16,4-6 0 0,4-2 0 0,1-8 1 16,7-1-2-16,1-1 2 0,4-4 0 0,0 1-1 15,2 1 1-15,3 3 1 0,-2 3-1 16,-2 3 1-16,1 5 1 0,-3 3-2 0,-2 3 0 15,-3 5 2-15,-2 4 2 0,-1 1 3 0,-4 5 4 16,-1 2 5-16,-3 0 3 0,-3 6 0 16,-1 1 0-16,-4 3-4 0,-2 5-4 0,-2 1-4 15,-2 3-3-15,0 4-1 0,-3 2-1 0,1 3-1 16,-5 5-1-16,4 1-1 0,-2 1-1 16,2 5-1-16,2-1-1 0,2 1-2 0,4 0-12 15,3-4-46-15,3 1-79 0,3-3-129 16,1-1-236-16,4-2-305 0,1-3-366 0,5-3-337 15,2 0-76-15,3-4 519 0,3-4 684 0</inkml:trace>
  <inkml:trace contextRef="#ctx0" brushRef="#br0" timeOffset="7814.8">22441 6027 334 0,'-1'30'833'0,"-5"3"325"16,0 5 37-16,-2 1-211 0,-1 7-267 0,0 2-171 15,1 2-124-15,0 3-83 0,2-3-64 16,3-4-65-16,3-3-81 0,6-8-62 0,5-6-31 16,5-8-16-16,3-8-9 0,3-5-7 0,3-8-3 15,2-6-1-15,2-9-3 0,-4-4 2 16,2-8 1-16,-2-2 0 0,-1-6 0 0,-5-2 8 16,-6-2 13-16,-5 0 15 0,-4-3 16 0,-5 1 11 15,-6-1 9-15,-2 1 3 0,-7 0-9 0,-2 0-10 16,-7 4-12-16,2 2-11 0,-7 5-8 15,1 6-7-15,1 5-6 0,1 5-4 0,3 6-3 16,2 6-2-16,2 3-2 0,3 6-1 16,4 6-3-16,1 2 1 0,7 6-3 0,2-1-4 15,3 4-14-15,3 4-27 0,2-1-80 16,5 0-131-16,1 0-260 0,1 1-303 0,1-3-379 16,5-2-446-16,-1 4-96 0,4-4 625 0</inkml:trace>
  <inkml:trace contextRef="#ctx0" brushRef="#br0" timeOffset="8008.92">23061 6309 156 0,'-3'1'1208'0,"-6"-1"619"0,-4 3-221 16,0-1-382-16,-4 0-394 0,3 3-427 16,0-2-204-16,2-1-91 0,3-1-42 0,5 0-30 15,2-1-24-15,4-1-33 0,2 0-88 16,5-5-139-16,-1 0-260 0,4-3-300 0,0 0-388 15,-1 0-452-15,3 0-94 0,-2-1 659 0</inkml:trace>
  <inkml:trace contextRef="#ctx0" brushRef="#br0" timeOffset="8897.98">23654 5948 148 0,'-1'-4'485'0,"-2"1"321"16,-1 0 239-16,1 0-86 0,2 0-265 0,-3 2-162 15,4 1-112-15,-2-2-84 0,2 1-78 0,0 1-67 16,0 3 17-16,2-2 17 0,-2 5-3 0,2 3-21 16,0 5-19-16,-2 3-17 0,1 3-48 15,-1 4-39-15,0 7-16 0,0 2-12 0,0 7-2 16,-1 1-1-16,1 3-1 0,-4 4-7 16,4-4-8-16,-2 2-5 0,2-3-8 0,0 0-7 15,2-6-4-15,2-2-2 0,0-6-2 0,0-4-1 16,0-2 0-16,1-7-1 0,2-1 1 15,0-5-1-15,-2-4 2 0,1-3 0 0,2-8 0 16,2-3 1-16,-1-6 0 0,4-5-1 16,1-3-2-16,-1-8 0 0,2-1-2 0,2-5 0 15,0-3 0-15,-1 0-2 0,3-3 1 0,-1-1 1 16,3-2 1-16,1 4-1 0,2-1 1 0,-3 3 0 16,1 3 1-16,0 3-1 0,-5 3 0 15,1 3 1-15,-2 3-1 0,-2 3 0 0,-3 3-1 16,0 2 0-16,-3 4 2 0,-4 3 1 15,0 1 0-15,-4 4 2 0,-4 2-1 0,-2 6 0 16,-5 0 0-16,-2 5-1 0,-1 3-2 0,-5 1 0 16,-3 7 0-16,1 1 1 0,-2 4 5 15,-1 4 5-15,-1 2 9 0,1 4 6 0,3 2 6 16,-1 3 3-16,2 3-3 0,4-1-5 16,2 0-6-16,3-1-6 0,4-4-5 0,6-3-5 15,1-2-2-15,3-5-2 0,5-1-1 0,3-6-1 16,2-2-1-16,3-5-1 0,2-1-4 0,4-6-15 15,-1 0-27-15,3-5-78 0,-1-2-131 16,-1-3-256-16,-1 2-311 0,0-4-384 0,-3-1-458 16,2 1-110-16,-1 0 631 0</inkml:trace>
  <inkml:trace contextRef="#ctx0" brushRef="#br0" timeOffset="9081.04">24579 6291 622 0,'-9'9'1461'0,"-7"0"178"0,2-1-263 16,-2 2-337-16,3-3-473 0,4-1-266 15,0-2-135-15,5 1-66 0,3-1-43 0,6-3-29 16,2-1-39-16,3 0-87 0,3-1-123 16,2-1-237-16,1 0-287 0,5 0-359 0,1 2-388 15,-3 0-126-15,1 0 462 0,2 4 737 16</inkml:trace>
  <inkml:trace contextRef="#ctx0" brushRef="#br0" timeOffset="10114.17">25574 5967 393 0,'-8'-2'790'0,"-3"1"304"0,-2 1 58 0,1 1-302 16,-1 4-303-16,-1 3-151 0,2 5-70 15,0 5-14-15,1 4-17 0,1 7-25 0,1 3-21 16,3 6-31-16,-1 4-46 0,6 3-59 0,-1 2-42 16,5-2-23-16,4-1-19 0,1-6-12 15,6-1-6-15,2-9-5 0,6-5 0 0,1-5 0 16,6-10 0-16,1-4 4 0,0-9 0 0,0-7 4 16,0-7 0-16,-2-4 6 0,1-5 4 15,-7-4 4-15,-1-1 5 0,-7-2 6 0,-3 2 3 16,-6 0-1-16,-5 0-4 0,-8 2-3 15,-5 2-6-15,-3 0-6 0,-6 1-6 0,-1 3-4 16,-4 1-4-16,3 3-1 0,-3 4-2 0,3 4-2 16,1 4-1-16,3 3-1 0,2 6 0 15,0 2-2-15,6 5-1 0,2 3-1 0,2 3-1 16,4 4 0-16,2 2 0 0,4 1 0 16,2 1-4-16,4 1-12 0,0 1-23 0,3 3-76 15,1-3-105-15,1 3-208 0,1 0-289 0,-1-3-347 16,2 2-416-16,0-3-197 0,1-2 323 0,1 3 790 15</inkml:trace>
  <inkml:trace contextRef="#ctx0" brushRef="#br0" timeOffset="10314">26123 6561 65 0,'0'5'818'0,"-5"-2"696"0,-7 2 60 0,0 0-265 16,-2 0-391-16,0-1-390 0,-2-1-228 15,2 1-122-15,2-1-63 0,3-1-43 0,0-1-33 16,4 1-21-16,3-4-16 0,2-1-48 0,3 0-82 16,2-3-158-16,4-1-269 0,3-1-307 0,3-2-383 15,5-2-357-15,-2 1 1 0,6-2 700 16</inkml:trace>
  <inkml:trace contextRef="#ctx0" brushRef="#br0" timeOffset="10880.94">26466 6360 53 0,'0'4'542'0,"0"1"419"0,1-4 198 16,4-2-38-16,-4-4-362 0,6-2-289 0,-1-3-133 16,2-3-41-16,4-4-4 0,0-2-18 15,3-3-18-15,-2-6-28 0,3 0-40 0,3-2-42 16,0-3-41-16,-3 0-28 0,3-1-21 0,-3-1-9 16,3 2-12-16,-5 0-7 0,2 3-2 0,-5 2-4 15,1 4-2-15,-2 3 4 0,-4 2 4 16,1 5 2-16,-3 3 1 0,-1 1-1 0,0 2-2 15,-1 4-5-15,0-1-6 0,-1 4-6 16,-1-2-5-16,0 6-2 0,0 3-2 0,-1 3-1 16,-1 3-1-16,-1 4-1 0,1 4 0 0,-1 2 1 15,-1 4-1-15,-1 2-1 0,2 1 2 0,-2 2 0 16,-2 3 1-16,3-2 0 0,-4 3 0 0,3-1 2 16,0-1-1-16,1 0-1 0,0 0 1 15,1-2-1-15,1-2-2 0,2-2-3 16,0-1-14-16,0-2-27 0,4-4-73 0,-1-2-86 15,-1-1-156-15,1-5-282 0,2-3-326 0,-2-2-373 16,4-3-220-16,0-6 88 0,1-2 663 16</inkml:trace>
  <inkml:trace contextRef="#ctx0" brushRef="#br0" timeOffset="11181.48">27009 5970 21 0,'2'-11'490'0,"1"4"445"15,-3-1 233-15,0 4-26 0,0 2-344 16,0 5-298-16,2 2-186 0,0 2-97 0,-1 1-36 16,2 5 1-16,3 2 12 0,1 2 9 15,-1 0-8-15,4 4-17 0,0 1-24 0,2 0-39 16,2 1-29-16,-1 1-25 0,1 0-14 16,2 1-10-16,-2-2-1 0,2 2-5 0,-3-1-8 15,-1 2 0-15,-3-2-1 0,-2 1-1 0,-2-1-2 16,-1 2-1-16,-7-1-1 0,2 1-5 15,-6-2-5-15,-1-1-2 0,-1 1-2 0,-5-2-1 16,1-5-1-16,-1 2-2 0,-1-4-1 16,1-3-4-16,0-5-21 0,-2-2-66 0,4-2-67 15,-6-8-128-15,5-1-201 0,1-4-312 0,-1-4-336 16,4-4-245-16,-4-3-115 0,4-5 426 0,-1-4 605 16</inkml:trace>
  <inkml:trace contextRef="#ctx0" brushRef="#br0" timeOffset="11444.14">27039 5931 178 0,'4'0'744'16,"-1"0"395"-16,0 0 87 0,0 0-123 16,6 1-401-16,1-1-217 0,1 0-109 0,5 0-57 15,0-1-45-15,1-1-40 0,4-1-52 0,-4-1-60 16,5-1-44-16,2-1-28 0,0 0-20 15,1-2-13-15,0 3-7 0,1-1-7 0,-4-1-1 16,-2 5-9-16,-1-2-40 0,-3 3-73 16,-2 1-106-16,-4 1-187 0,-2 3-296 0,-1-3-338 15,-2 5-319-15,0-4-142 0,-2 4 306 0,2-1 647 16</inkml:trace>
  <inkml:trace contextRef="#ctx0" brushRef="#br0" timeOffset="11817.56">27598 5798 78 0,'-4'2'658'16,"1"0"492"-16,0 2 192 0,0 1-30 15,0 2-347-15,-2 4-341 0,4-1-186 0,-2 5-101 16,-1 3-72-16,-1 2-79 0,2 4-53 16,-2 1-31-16,-1 2-16 0,0 3-8 0,0 1-10 15,-1 4-9-15,2-1-10 0,1 0-9 0,0-1-10 16,2-4-9-16,4 0-8 0,2-4-5 0,2-4-4 15,4-4-1-15,2-3-1 0,2-5 0 16,5-3 0-16,1-5 0 0,2-4-1 0,1-4 0 16,2-2 0-16,-1-3-1 0,2-1-1 15,-3 0 0-15,1-4 0 0,-3 4 0 0,-3 1 0 16,0 2 1-16,-4 0 0 0,-3-1 0 0,0 6 0 16,-4 1 0-16,-1 2 0 0,-3 2 1 0,0 3 1 15,-3 5 1-15,-3 3-1 0,0 1 1 16,-3 4 0-16,-1 1-1 0,-2 6 0 15,-1 1 0-15,1 3-1 0,-2 1-1 0,1 3 0 16,2 0 0-16,-1 2-2 0,1 0-1 0,2 0-6 16,-1 0-14-16,2 1-27 0,4-3-77 0,-4-3-122 15,1-2-244-15,1-4-307 0,1-3-387 16,-1 0-467-16,-1-4-152 0,3-3 558 0,-2-2 838 16</inkml:trace>
  <inkml:trace contextRef="#ctx0" brushRef="#br0" timeOffset="12966.38">28589 6631 24 0,'-10'3'391'0,"1"-1"332"15,-2 1 279-15,1-3 83 0,2 0-327 16,4-3-202-16,-2 3-152 0,1-5-100 0,2-1-84 0,3-2-64 15,1 0-46-15,3-6-21 0,0 1-15 16,5-5 2-16,3-2 14 0,0-2 5 16,1-3-5-16,1 0 1 0,4 0 28 0,-1 0 1 15,-1 1-3-15,-3 2-1 0,1 3-4 0,-5 2-6 16,-1 4-21-16,1 1-13 0,-4 3-15 0,-2 3-10 16,1 1-5-16,-4 5-10 0,0 2-9 15,-4 2-6-15,0 5-4 0,-1 3-1 0,-4 2 0 16,2 5-2-16,-1 4 0 0,2-1-1 15,-3 2 0-15,4 3-1 0,0-1-1 0,2 1-2 16,0-2 0-16,3-1-1 0,0-1-1 0,3-4-2 16,2-3-2-16,3-4 1 0,2-1 0 15,3-6 2-15,4-3-2 0,3-7 3 0,2-3-1 16,1-4 2-16,2-4-2 0,1-2-1 16,-2-3 0-16,-1-2-1 0,-1 2 0 0,-2 1 1 15,-3 2-1-15,-3 4 0 0,-1 0 0 0,-4 4-1 16,-2 3 2-16,-1 1-1 0,-3 4 0 0,0 4 2 15,-1 2-1-15,-4 5 2 0,-1 3-2 16,0 2-1-16,-2 5 1 0,1 2 0 16,-1 3 0-16,0 1 1 0,2 3-2 0,-2-2 0 15,2 0 0-15,1 2 0 0,2-1-3 0,2-1-1 16,2-4-2-16,1-2-16 0,3-2-52 0,5-7-74 16,-2-2-88-16,2-5-161 0,1-4-270 15,-1-4-327-15,2-5-281 0,0-1-176 0,-1-2 131 16,-3-3 582-16</inkml:trace>
  <inkml:trace contextRef="#ctx0" brushRef="#br0" timeOffset="13820.91">29155 6692 317 0,'1'2'731'15,"-1"-2"310"-15,4-2 91 0,-3-2-255 16,2-3-271-16,4-2-179 0,-1-3-93 0,7-1-48 15,-4-3-29-15,5-2-14 0,2-1-20 0,2-3-27 16,-2-2-34-16,1 1-25 0,-1-3-30 0,1 2-25 16,-1 0-18-16,1 2-10 0,-2 2-6 15,-3 1-8-15,-2 4-5 0,-1 1-7 16,0 2-6-16,-4 3-7 0,2 3-4 0,-4 0-1 16,0 3-1-16,0 1 3 0,-1 4 3 0,0 1 2 15,-2 3 3-15,0 2 5 0,0 3 1 0,-2 0-2 16,0 4-1-16,1 2-1 0,-1 2 0 15,-1 1-5-15,0 1-3 0,0 1-1 0,-1 1-3 16,1-1-2-16,0-1-3 0,1-1-2 16,4-2-1-16,-1-2-1 0,4-3-1 0,2-1 1 15,1-4 0-15,3-3 0 0,-2 1 0 0,2-5 1 16,5-2 0-16,-2-5 0 0,2 1-1 16,0-3 0-16,0 0 0 0,0-1-1 0,-1-2 1 15,-2 2 0-15,1 1-1 0,-3-2 0 16,1 1 0-16,-2 0 0 0,2 1 1 0,-4 2-1 15,-1 1 1-15,0 0 0 0,-3 1-1 0,1 1 0 16,-2 0 1-16,1 1-1 0,-3 1 0 0,4-1-1 16,-4 1 1-16,1 1 1 0,-1 1 0 15,-1 1 0-15,4-1 1 0,-3 1-1 0,1 1 0 16,-2 1-1-16,1 1 2 0,1 1-1 16,0-2-1-16,-1 4 1 0,-1-1 0 0,4 1-1 15,-4 3-1-15,0-3 1 0,3 3-1 0,-3-2 0 16,1 1 1-16,4-1-2 0,-1-1 1 15,1-1 0-15,3-5-1 0,-1 3 1 0,3-5-1 16,0-5 2-16,0 3 1 0,4-5-1 16,-3-4 1-16,4-1-1 0,-2-3 0 0,3 2 0 15,-2-4-1-15,-2 2 0 0,2 2 1 0,-5-1 0 16,-1 2 0-16,1 1 1 0,-2 3 0 16,-1 0 0-16,-2 3-1 0,0 3-1 0,1-2 1 15,-2 6 0-15,0 0 1 0,0 2 0 16,-3 5 0-16,2-2 1 0,-2 3 1 0,-2 2-2 15,2 3 1-15,-1-1-2 0,-1 5 0 0,0-1 0 16,2 0-3-16,-1 1 0 0,1 1-4 0,0-1-5 16,-2 1-20-16,2-3-45 0,-1 2-78 15,-1-2-107-15,-1-3-183 0,2 0-301 0,-2-3-345 16,-2 1-328-16,1 1-143 0,0-4 283 16,-3 1 666-16</inkml:trace>
  <inkml:trace contextRef="#ctx0" brushRef="#br0" timeOffset="16030.92">21163 7236 61 0,'0'2'286'0,"1"1"151"0,-1-2 123 16,0 0-104-16,2-1-175 0,-2 1-91 15,1-1-27-15,1 0-2 0,1 0 30 0,2 0 35 16,-2 0 40-16,2-1 18 0,1 0-4 16,1-3-5-16,2 2-14 0,0 0-19 0,3-3-18 15,0 3-29-15,-1-1-31 0,5-2-25 16,-2 2-29-16,2 2-27 0,0-3-19 0,3 3-18 15,-2 1-15-15,4 0-11 0,1 1-6 0,-1 1-7 16,2 1-5-16,1 0-4 0,1 0 8 16,1 0 17-16,-1 0 9 0,2 2 5 0,1-2 3 15,0 2 4-15,3-3-7 0,-3 2 29 0,4-4 31 16,-1 2 18-16,4 0 3 0,0-2 1 16,1 0-1-16,3-2-40 0,0 2-34 0,-3-2-21 15,2 2-7-15,1 0-7 0,-1 0-5 16,0-3-1-16,2 3-3 0,-2 0 2 0,0 3 0 15,0-3-4-15,0 0 6 0,1 2 2 0,-3 0 4 16,4 0 35-16,-2 0 17 0,5-2 9 0,-2 2 2 16,0-2-2-16,5 0 0 0,-2 0-32 15,3 0-17-15,0-2-10 0,0 1-5 0,-3 0-5 16,5-1-1-16,-3 0-1 0,1 2 0 16,1 0-1-16,-1 0 1 0,-2 0 1 0,0 2 0 15,0 0 0-15,0 0 1 0,-2 1 1 0,4 0 0 16,-2 0-1-16,2 2 0 0,-1-2-1 15,1 0 2-15,0 1-3 0,0-1 0 0,-1 0 0 16,1 0 0-16,-2 0 0 0,2 0-2 0,-4 0 0 16,2-1 2-16,0 1 0 0,-1-2 1 15,-1 0 0-15,0 1 2 0,0 0 2 0,0-1-1 16,1 1-2-16,-1 0 0 0,2-2-1 0,0 3 2 16,0-2-2-16,0 0-1 0,-2 0 2 15,1-1 0-15,-1 3-3 0,0-3-1 0,-1 0-1 16,1 0 1-16,0 0 0 0,-2-3 1 0,-1 3 3 15,2-1 1-15,-2 0 1 0,-2 1-1 16,1 0-1-16,1 0-1 0,-2 0-1 0,-2 1-1 16,1 0 1-16,-1 2 0 0,2-1 0 0,-4 2 0 15,1 0 1-15,2 0-1 0,-2-1-2 16,-2 2 1-16,2 0 1 0,1-3-1 0,-3 3 0 16,2-3 2-16,-4 0 0 0,4-1 0 15,-3 1-1-15,1 0 2 0,-1-2-2 0,-1 0 0 16,3 0 1-16,-4 0 1 0,1-2 0 0,-1 2-1 15,0 0 1-15,0 0 0 0,-1 0-1 0,-1 0-1 16,1 0 2-16,1 2 0 0,-2-1-1 16,0 0 0-16,-1 3-1 0,2-1 0 0,-2 0 0 15,1-1-2-15,-1 1 1 0,0 1 0 16,0-2 1-16,0 2-2 0,-2-2 2 0,1 1 0 16,0-1 1-16,0 0-1 0,0 0-1 0,1 0 1 15,-2 0 2-15,2-1-1 0,1 1-2 16,-2-1 0-16,1 1 2 0,2-1 0 0,-3-1-1 15,3 2 1-15,-1-1 1 0,1-1 1 16,1 0-1-16,0 2-2 0,-2-1 1 0,4-1-2 16,-1 2 2-16,3 0-1 0,-3-1-1 0,4-1 2 15,0 1-1-15,-2 1 0 0,2-1-1 16,0 1 1-16,1-2-1 0,-1 1 1 0,0-1 1 16,0 0 1-16,-1 0 0 0,3-1-2 15,-1-1 0-15,0 1-1 0,1-2 2 0,-1 0 0 16,1-2 2-16,-3 1 1 0,6 1 0 0,-4-2-2 15,4 1-1-15,-2 0-2 0,3 1-1 0,-2 1 4 16,1-2 4-16,1 2 5 0,-2 2 1 16,3 0 4-16,-4 0 0 0,2 0 2 0,0 0-8 15,-2 2-1-15,3 1-3 0,-1-2-3 16,-1-1 1-16,1 1-4 0,1-1 2 0,0-1-1 16,0 0 1-16,2-4-1 0,-2 3 0 0,5-4-1 15,-2 0-2-15,2 0 0 0,0-2 1 16,1 1 0-16,-3 0 1 0,4-1 1 0,-5 0 0 15,-1 2-2-15,-1-3-1 0,-4 5-4 16,-2-1-20-16,-4 1-63 0,-2 0-71 0,-7-1-138 16,-5 2-225-16,-1 1-314 0,-10 1-347 0,-3-1-257 15,-6 0-63-15,-6 0 516 0</inkml:trace>
  <inkml:trace contextRef="#ctx0" brushRef="#br0" timeOffset="16763.81">23626 7847 61 0,'3'-6'587'0,"0"1"475"0,-3 5 185 16,0 0-73-16,-1 7-303 0,-1 4-253 0,1 5-153 16,-1 5-95-16,0 5-59 0,-1 6-51 0,0 3-66 15,0 6-63-15,-2 2-36 0,-1 4-24 16,1 2-16-16,0 0-12 0,1 3-9 0,-1-1-9 16,-2-1-8-16,3-3-6 0,1 0-3 0,1-6-3 15,1 1-2-15,2-9-2 0,1-1-1 16,4-5-5-16,-3-3-10 0,3-7-20 0,-1 0-44 15,2-7-75-15,-3-5-86 0,1-5-149 16,-1-4-216-16,1-5-317 0,0-3-295 0,2-4-194 16,-1-5 23-16,3-5 500 0</inkml:trace>
  <inkml:trace contextRef="#ctx0" brushRef="#br0" timeOffset="16982.34">23969 7902 66 0,'16'-12'558'0,"-7"4"450"15,1 7 221-15,-3 5-48 0,2 5-294 0,-5 8-221 16,3 2-157-16,-2 7-111 0,-1 2-75 16,-1 6-61-16,0-1-82 0,-3 7-61 0,0 0-41 15,0 4-24-15,0-1-14 0,-3 2-10 0,2 0-10 16,-3 2-8-16,2-2-3 0,-2-1-4 16,1 0-5-16,2-3-6 0,1-4-17 0,-2-2-50 15,2-5-77-15,0-5-99 0,-2-5-171 16,-1-2-291-16,2-5-333 0,-4-2-310 0,0-5-154 15,-3-5 213-15,0-5 628 0</inkml:trace>
  <inkml:trace contextRef="#ctx0" brushRef="#br0" timeOffset="17272.46">23430 7726 82 0,'-8'-4'651'0,"0"1"455"0,5 0 126 16,3 3-112-16,3 2-337 0,6 0-251 16,6 2-121-16,5 1-63 0,4 1-37 0,6 0-37 15,8 0-42-15,3 0-78 0,6 0-52 0,4-4-32 16,3 4-22-16,1-5-15 0,0 0-14 16,0-1-5-16,0 0-5 0,-3 0-3 0,-5 0-3 15,1 0-2-15,-5 0-16 0,-4 3-59 16,-6 1-79-16,-3 2-154 0,-6 0-277 0,-2 3-318 15,-2 1-381-15,-3 2-297 0,0 3 20 0,-4 2 688 16</inkml:trace>
  <inkml:trace contextRef="#ctx0" brushRef="#br0" timeOffset="17482.32">24923 8496 837 0,'-12'11'1758'0,"-2"-2"-20"0,0-3-400 0,1-4-355 16,1-2-488-16,0 0-265 0,3-6-114 0,4 0-54 16,2-1-25-16,3-1-17 0,2-1-15 15,3 0-33-15,1 0-92 0,0 1-150 0,0 0-262 16,-1 3-302-16,3-2-396 0,-2 3-440 0,1 3-17 15,-3 1 702-15</inkml:trace>
  <inkml:trace contextRef="#ctx0" brushRef="#br0" timeOffset="19830.37">26042 8063 198 0,'-11'3'582'16,"-4"0"322"-16,1 4 180 0,0 0-137 0,-2 5-320 16,0 3-172-16,1 5-111 0,0 5-62 15,1 5-33-15,2 4 13 0,0 7-9 0,0 6-17 16,1 3-14-16,-2 5-26 0,2 3-41 0,1 4-56 15,4-1-33-15,2-3-21 0,5-3-18 0,7-7-14 16,5-6-3-16,5-9-5 0,5-6-1 16,5-11 1-16,6-7 1 0,3-9-1 0,4-7 0 15,2-11 0-15,3-8-2 0,-3-7 0 16,1-7-3-16,-6-4-2 0,-3-2 0 0,-5-2 2 16,-3 1 9-16,-11 1 6 0,-2 1 4 0,-11 1 4 15,-6 2 1-15,-9 2 1 0,-3 3-6 0,-9 0-7 16,-4 5-3-16,-4 1-4 0,-1 7-2 15,0 5-2-15,-2 4 0 0,2 6 0 0,-1 5-2 16,4 4 0-16,2 7-1 0,3 3 0 16,3 4 0-16,2 4 0 0,3 2 0 0,8 3 1 15,0 1 1-15,5 4 1 0,5-1 0 0,2-1-1 16,7 2-11-16,1-1-53 0,5-1-76 16,2 0-140-16,4-2-252 0,1-2-310 0,4-1-364 15,1-1-310-15,1-5-44 0,2 1 577 0</inkml:trace>
  <inkml:trace contextRef="#ctx0" brushRef="#br0" timeOffset="20045.99">26730 8707 365 0,'-12'3'1005'0,"-2"0"329"0,-2 0-85 0,1 2-154 15,-1-2-471-15,0-1-228 0,3 0-127 0,3-2-71 16,3-2-34-16,2-2-53 0,4-2-60 0,2-2-31 16,6 1-81-16,1-3-77 0,2-1-168 15,3-1-274-15,1 0-299 0,2 0-351 0,1-1-206 16,1 1 81-16,1 0 627 0</inkml:trace>
  <inkml:trace contextRef="#ctx0" brushRef="#br0" timeOffset="20997.81">27267 7997 265 0,'-4'-3'515'16,"-3"2"224"-16,-1 0 151 0,2 2-223 15,-5 0-144-15,3 4-77 0,0 1-42 0,-1 5-56 16,1 1-54-16,0 6-57 0,0 5-59 15,-1 5-24-15,4 6-20 0,-2 4-12 0,4 4-16 16,1 3-10-16,1 0-3 0,1 3-24 0,5-2-24 16,-1-4-14-16,8-5-10 0,2-5-4 15,3-3-7-15,4-8-4 0,2-6-4 0,2-6-2 16,2-7 5-16,1-4-5 0,0-7 1 16,1-6 0-16,-3-3 5 0,0-7 40 0,-1 0 42 15,-4-3 25-15,-1-4 11 0,-3 3 9 0,-6-4-3 16,-1 0-34-16,-4 1-37 0,-4 0-17 0,-7 1-17 15,0-1-9-15,-6 1-6 0,-2 0-1 16,-2 0-2-16,-4 1-2 0,0 2 1 16,-2 2-1-16,-1 4 1 0,1 6-3 0,-1 1 0 15,0 7 0-15,2 3-2 0,-2 5 1 0,1 5-2 16,3 3 2-16,0 4-2 0,2 4 0 0,0 0 0 16,3 5-1-16,1-1-1 0,2 7-1 15,4 0-3-15,3 0-2 0,-2 1-16 0,5 1-56 16,5-4-65-16,-1 2-105 0,4-3-173 0,4-2-303 15,2-3-322-15,0-2-266 0,5-3-156 16,0-2 281-16,2-4 605 0</inkml:trace>
  <inkml:trace contextRef="#ctx0" brushRef="#br0" timeOffset="21562.66">27813 7919 324 0,'-2'-14'836'0,"-1"0"355"0,-4 1 22 16,-2 4-241-16,1 1-294 0,-1 5-164 15,-5 5-123-15,-1 4-84 0,-2 4-40 0,-2 5-48 16,-2 5-60-16,-1 5-54 0,1 4-32 15,0 0-17-15,2 5-17 0,3-1-12 0,2-1-10 16,2-1-8-16,8-4-4 0,0 0-2 0,8-6 0 16,0-3 0-16,8-6 1 0,0-4-1 0,4-7-1 15,5-4 0-15,0-6-2 0,2-4 0 16,2-3-1-16,0-3 1 0,1-4 0 0,-1-1-1 16,-3-1 1-16,-1-1-1 0,-1-1 1 15,-4 0 0-15,0 2 0 0,-3 0 1 0,-3 2 0 16,0 2 0-16,-4 0-1 0,1 6 1 15,-2 2-1-15,-4 4 1 0,5 3 0 0,-4 2-1 16,1 6 1-16,-1 2 1 0,-1 4-1 0,1 5-1 16,-1 5 1-16,3 2 0 0,-3 4 0 15,3 3 0-15,-3 1-1 0,2 2 1 0,0 1-1 16,0 0-1-16,-1 1 1 0,-1 2-1 16,-1-1 1-16,0 1-1 0,-3-1 2 0,-3-2 0 0,2 3 2 15,-6-3 0-15,-1 0 0 0,-3-2 1 16,-2 0-1-16,-2 1 0 0,1-5-1 15,-4 1-1-15,-1-2 0 0,5-2-1 0,-4-4 0 16,1 0-1-16,2-3-1 0,-1 0-3 0,3-4-24 16,-1-3-67-16,3-2-68 0,0-1-136 0,1-5-227 15,4 0-317-15,4-5-340 0,3-1-237 16,2-1-75-16,7-3 500 0,0-3 611 0</inkml:trace>
  <inkml:trace contextRef="#ctx0" brushRef="#br0" timeOffset="22330.22">28309 7919 373 0,'7'-3'734'0,"2"-4"267"15,-3 0 96-15,2 1-271 0,3-2-267 0,0 1-163 16,2 0-88-16,3-1-37 0,0 2-4 0,3-1 4 15,1 1-16-15,-1 1-14 0,3 1-28 16,0 2-33-16,-1 2-48 0,-1 0-43 0,2 6-23 16,-4-1-18-16,-1 5-7 0,-2 3-2 0,-5 2-4 15,-1 5-2-15,-6 3 4 0,-6 0 2 16,-2 2 4-16,-8 4 1 0,-3 1 2 0,-2 2 0 16,-5 0-3-16,-2 0-3 0,-5 0-4 15,0 1-3-15,0-3-6 0,0 2-5 0,0-3-3 16,4-2-4-16,5-4-3 0,4-3-5 0,3-1-2 15,6-2-1-15,7-3-2 0,2 0-2 16,6-3 0-16,7 0 0 0,4-3 0 0,8-2 1 16,4-3 0-16,7 0 0 0,4-3 0 0,3-1-1 15,3-1-1-15,-1 0 0 0,2 1-3 16,-6 2-2-16,-3 1-2 0,-6 4-1 0,-3 0 1 16,-8 3-1-16,-3 1 3 0,-8 4 3 15,-5 0 3-15,-6 4 1 0,-3-1 2 0,-7 3 1 16,-5-1 0-16,-6 2 2 0,-4 0-1 0,-7 0 0 15,-1-1 0-15,-5 3-1 0,0-6 1 16,2 1-2-16,-2-3-1 0,3-1 1 0,3-2-2 16,4-4 0-16,4 2-2 0,4-4-1 0,4 0-5 15,3-4-15-15,5 2-20 0,4-4-64 0,0-4-85 16,6 2-177-16,3-4-282 0,1 0-330 16,5-2-417-16,2 1-286 0,-2-2 99 0,5 2 795 15</inkml:trace>
  <inkml:trace contextRef="#ctx0" brushRef="#br0" timeOffset="23079.5">30151 7128 24 0,'0'1'444'0,"0"4"368"0,2-3 237 0,1 2 72 16,2-2-329-16,2 2-249 0,1-1-127 0,5 1-14 15,1 2-19-15,1-4-64 0,2 4-46 16,0-1-34-16,4 1-49 0,-2-2-64 0,2-1-47 16,-1 0-24-16,2 0-15 0,-3-2-14 0,2 2-11 15,-5-1-7-15,-1 0-4 0,-2-1-3 0,-2 2-11 16,-5 0-60-16,-4 0-65 0,-2-1-141 0,-7 4-242 16,-2 1-304-16,-2-3-361 0,-5 2-282 15,-3 1-85-15,-3-1 560 0</inkml:trace>
  <inkml:trace contextRef="#ctx0" brushRef="#br0" timeOffset="23248.58">30219 7375 87 0,'21'6'683'0,"1"-1"480"0,-1 1 113 0,0-4-134 16,3 1-285-16,0 1-298 0,0-1-155 0,-1 0-88 16,1 0-52-16,0 0-42 0,-2-2-75 15,2 4-68-15,-2-2-39 0,1 1-21 0,-3 1-56 16,0 0-82-16,-2 3-189 0,-1 1-272 0,-3 4-304 15,-1-1-387-15,-4 2-331 0,-2 2 67 0,2 1 774 16</inkml:trace>
  <inkml:trace contextRef="#ctx0" brushRef="#br0" timeOffset="65904.24">31668 7022 47 0,'0'-3'351'0,"0"1"265"0,0-2 244 0,-4 0 47 15,3-1-170-15,-1 1-141 0,-1-2-109 16,0 0-60-16,-2 0-24 0,-3 0-19 0,4 0-43 16,-3 0-37-16,-3 1-31 0,0 0-44 0,-2 0-55 15,0 0-56-15,-4 4-35 0,-2 2-25 0,1 2-15 16,-3 4-11-16,0 2-5 0,2 4-4 0,-3 3-4 16,4 3-2-16,-2 4-4 0,4 2-2 15,1 0-2-15,5 2-3 0,-1 2 0 0,5-2-1 16,1-2-2-16,2 0-1 0,4-1-1 0,2-5-1 15,1-1 0-15,3-5 0 0,2-1 0 0,4-6 1 16,-1-4 0-16,4-2-1 0,1-5 0 0,2-4 0 16,2-5 0-16,-3-3-1 0,2-2 1 0,-3-3-2 15,2 0 1-15,-5-1 0 0,-2 2 1 16,-2-3 0-16,-2 2 1 0,-1 2 2 0,-3-1-1 16,2 3 0-16,-6 0 0 0,4 4 0 0,-5-2-2 15,0 4 2-15,-5 2 5 0,5 0 3 0,-1 2 1 16,1 2 1-16,-3 1 0 0,3 1-2 15,0 0-4-15,-2 4-4 0,2 0 0 0,0 0-1 16,2 2-1-16,-2 3-1 0,1 1 1 0,1 3 2 16,-1 1-2-16,2 1 1 0,-1 2 0 0,2 2 0 15,0 2 0-15,0 1-1 0,0 1 1 16,1 3 0-16,1 1 0 0,1 2 0 0,-2 2 0 16,2 1 0-16,-1-1 0 0,-1 2 0 0,1-3 0 15,-1 3 1-15,-4-2 4 0,3 1 6 0,-4 0 4 16,-4-2 6-16,3-1 4 0,-6 2 2 15,-2-2-1-15,0-2-2 0,-3 2 0 0,-2-1-1 16,0-4 1-16,-5 1 2 0,0 0-1 0,2-4-1 16,-2 1-3-16,0-3-4 0,0-1-3 0,-2-3-5 15,4-1-3-15,-2-4-2 0,3 0-1 16,-3-3-1-16,3-2-2 0,0-2 1 0,-1-1-2 16,4 0 1-16,1-2-1 0,1-2-1 0,0 2 0 15,2-2-1-15,0-1 1 0,3 2-2 0,3-1 0 16,0 1-1-16,1 2-8 0,2-1-10 0,2 1-19 15,1 1-34-15,2 1-78 0,-1 1-104 16,2 0-178-16,2 1-289 0,-1 1-348 0,1 1-384 16,1 1-182-16,-1 0 235 0,2 2 719 0</inkml:trace>
  <inkml:trace contextRef="#ctx0" brushRef="#br0" timeOffset="68878.38">32091 6966 279 0,'3'-6'538'0,"1"1"228"0,-3-1 154 16,1 1-200-16,-2 2-144 0,0-2-93 0,0 0-69 16,-3-1-56-16,-1 2-59 0,1-1-36 15,-2 2-23-15,0 1 6 0,-2 1 1 0,1 1-8 16,-3-1-18-16,1 1-38 0,-2 1-42 0,2-1-46 15,-2 3-33-15,2 0-20 0,-3 0-14 0,3 3-11 16,0 0-7-16,1 1-4 0,-1 2-1 16,1 1 0-16,2 2-3 0,1-2 1 0,2 2-1 15,0 0 0-15,2 3 1 0,2 1 0 0,3-1 0 16,0 2 1-16,3 1 0 0,1 3 0 0,4-1-1 16,0 2 2-16,0 0 1 0,2 1-1 15,0 0 0-15,2-2 0 0,0 3-1 0,-1-3-2 16,-1 1 0-16,-2-1-1 0,0 0 1 0,-2-1 1 15,-3-1 6-15,-3 0 5 0,-1 0 4 0,-4-1 1 16,-3-1 3-16,-3 0-2 0,-2 0-3 0,-3 0-4 16,-3-1-3-16,-3 1 0 0,0-3-4 0,0 1 0 15,-2-2-3-15,-1 0 0 0,2-3-2 16,-1 1 0-16,0-2 0 0,5-2-1 0,-1 1 0 16,3-4-2-16,1 0 1 0,-2-3-2 0,5 0 0 15,0-2-2-15,2-2-5 0,3-1-9 0,-2-4-25 16,4-1-54-16,2-4-68 0,-1 2-85 0,6-6-151 15,-1-1-222-15,2 0-302 0,1-3-263 16,1 1-193-16,-1-2 40 0,1-1 496 0</inkml:trace>
  <inkml:trace contextRef="#ctx0" brushRef="#br0" timeOffset="69211.53">31990 6966 44 0,'0'0'507'0,"0"1"413"0,1 1 202 16,-1-2-18-16,4 1-348 0,-1-1-266 0,2 0-142 15,3 0-46-15,1 0 8 0,0 2-9 0,4 0-31 16,3-2-24-16,-2 0-33 0,4 0-46 15,0-2-49-15,2 0-32 0,0 1-21 0,-1-1-19 16,5-1-14-16,-2 2-12 0,1-1-7 0,0 0-5 16,1 0-5-16,-1-1-1 0,1 2-3 0,-2-3 0 15,2 2-2-15,-2 2-1 0,-3-3-2 0,-2 3-11 16,0-1-45-16,-4 1-72 0,0-1-91 0,-5 1-158 16,-2 0-296-16,-1 0-326 0,-3 2-304 15,-1 1-176-15,-2 1 160 0,-3 0 617 0</inkml:trace>
  <inkml:trace contextRef="#ctx0" brushRef="#br0" timeOffset="70211.71">32472 7658 162 0,'0'0'476'0,"0"2"271"15,0-2 170-15,0 0-154 0,0 0-189 16,0 0-129-16,2-2-86 0,1 1-59 0,-2 0-45 16,1-4-41-16,3 1-42 0,-4-2-33 0,4 0-21 15,0-1 9-15,0-4 14 0,2 1 10 0,0-1 25 16,1-2 5-16,0 0-8 0,-1 0-20 16,1-1-24-16,0-1-20 0,0 0-25 0,0 2-13 15,-2-1-11-15,2 2-12 0,-3-1-7 0,0 4-3 16,-2-1-4-16,2 3-5 0,-2 3-2 0,-2-2-2 15,1 3-3-15,0 0-3 0,-2 1-4 0,0 1-4 16,0-1-1-16,0 2-3 0,0 3-2 0,-2-1-1 16,0 3 0-16,1 0-1 0,-2 2-1 0,1 3 0 15,-2 3-1-15,2 0 1 0,1 0-1 0,-3 3 1 16,3-1-2-16,-1 1 0 0,0 3 0 16,2-3 2-16,0 0-1 0,0 1 1 0,0-4 0 15,2 3 0-15,0-2-1 0,1-4 0 0,0 0 0 16,0-2-1-16,3-1 2 0,-1-3 0 0,1 0-1 15,-1-4 0-15,3-2-1 0,1-1 1 0,0-3-2 16,-1-1 1-16,2-4 0 0,-2 1 0 0,0-2 2 16,2-1-1-16,-1 0 1 0,-1 0 1 0,-1 0 0 15,-1-1 0-15,0 2 0 0,-1-1-2 0,0 1 2 16,-4 2-1-16,1 1-1 0,-1 3 0 0,1 0 0 16,-2 2-1-16,2 1-1 0,-2 1 1 0,0 2-2 15,1 3 0-15,-1 2 1 0,0 1 1 0,-1 1-1 16,1 1 0-16,0 2-1 0,-2 2 0 0,2 2 0 15,-2-1-1-15,2 2 2 0,0 0 1 0,0-2 2 16,0 4-1-16,2-3 2 0,0 0 0 0,1 2 0 16,-2-4-3-16,3-1 1 0,0 2-1 0,1-3-1 15,0 1 0-15,-1-2-3 0,3 0 1 0,-2-3-10 16,2 0-23-16,-2-1-48 0,1-2-64 16,-1 0-63-16,-1-3-110 0,0-3-153 0,1 0-215 15,-2-2-257-15,2 0-217 0,-4 2-175 0,2-1 155 16,-1-2 466-16</inkml:trace>
  <inkml:trace contextRef="#ctx0" brushRef="#br0" timeOffset="71528.56">32904 7800 210 0,'0'0'460'15,"0"-1"210"-15,0 1 88 0,0-2-190 16,0 0-127-16,2 1-86 0,2 0-48 0,-2-3-15 16,1 1 1-16,2-1-2 0,-2 0-33 0,2-2-34 15,-1-3-35-15,0 2-29 0,2-2-27 0,0-2-14 16,0 1-1-16,2 0 0 0,2-1 10 0,-2-1 2 0,0 0 0 15,0-1 3-15,1-1-11 0,-1 1-12 16,2 0-18-16,-1-4 1 0,-1 5-6 0,0-2-16 16,-2-1-11-16,2 2-8 0,0-1-1 0,-3-1-13 15,-1 3-8-15,3 0-5 0,-2 0-9 0,-1 3 2 16,-1 0-11-16,0 2-4 0,-1 1 0 0,0 1-3 16,1 1 4-16,-3 1-4 0,1 1 2 0,-1 1 0 15,0 1 0-15,2 0 0 0,0 3 1 0,-2 0 1 16,0-1 4-16,-2 3 5 0,0 2 3 0,2-1 4 15,0 2-2-15,-1 0-1 0,1 1-1 0,0 1-8 16,0 0-3-16,0 1-4 0,0 2-1 0,0-1-1 16,0-2 1-16,0 2 1 0,0 1-1 0,0-1 1 15,1-1 0-15,-1 4 0 0,4-3 0 16,-4 0-1-16,1-2 2 0,1 1-1 0,-2-1 1 0,1 0-1 16,1-4 0-16,0 2-1 0,0-2 0 0,2-1 1 15,-1-2-1-15,-2 0-2 0,3-1 2 0,0-4-2 16,0 0 1-16,0 0-1 0,4-3 1 0,-2-1 0 15,1-2-1-15,-1 1 1 0,1-1-1 16,2-1-2-16,-3 0 0 0,1 0 3 0,-2 1-1 16,-1-2 2-16,4 1 0 0,-3-2 1 0,0 3 0 15,-1-1-1-15,1-1 0 0,-2 4 0 0,2 1-1 16,-4-1 1-16,1 3 0 0,-1 0 0 0,3 1-1 16,-4 2 1-16,1 0 0 0,-1 2 0 0,2 1 1 15,-2 1 0-15,-2 2-1 0,2 0-2 0,-1 2 2 16,-1-1 0-16,0 1-1 0,1 3 1 0,-1 0 1 15,1 0 2-15,1-1-1 0,-3 1 0 0,1-1 0 16,2 1 0-16,0-3 0 0,0 2-2 0,2-3 0 16,1 1 0-16,-3-2-1 0,3-2 0 0,-2-1-1 15,3 0-1-15,1-3 2 0,-2 0 0 0,3 0 0 16,2-3 0-16,0-1-1 0,0-4 1 0,0 2-1 16,3-3-1-16,0 1 2 0,-2-3-1 0,2 2 1 15,-1 0 0-15,0-2 0 0,-1 1 2 0,0-1-1 16,-1 3 0-16,-1-3 0 0,0 1 1 0,0 3-1 15,-3-1-1-15,1 4-1 0,-1-1 2 16,0 1 0-16,-2 3-2 0,1-1 0 0,0 4 2 16,-2 1 0-16,-1 1 0 0,2 2 0 0,0 0 0 15,-2 1 1-15,0 2 0 0,0 0-1 0,0 1 1 16,-2 1 0-16,2-1 0 0,0 0 0 0,0 1 0 16,0-1 1-16,0 0 0 0,0 0-2 0,0-1 0 15,2 2 0-15,-2-2-2 0,1-1 0 0,1 1 1 16,0-2-1-16,1 2 0 0,0-3-3 15,0 0-2-15,0 1-20 0,-3-3-46 0,2 2-67 16,1-1-71-16,-6-1-130 0,3 0-188 0,-2-1-300 16,2 2-276-16,0-2-208 0,0 2-71 15,0-1 386-15,2 0 525 0</inkml:trace>
  <inkml:trace contextRef="#ctx0" brushRef="#br0" timeOffset="78627.46">4558 8849 96 0,'0'4'328'0,"-2"-1"165"0,1-1 140 0,-1 0-106 15,0 1-145-15,-1-1-58 0,2-1-15 0,-1-1-4 16,-1 2-18-16,0-2-30 0,3 1-52 15,0-1-48-15,0 0-56 0,0 0-41 16,0 0-22-16,0 0-14 0,0 0 3 0,0 0 3 16,0 0 4-16,0 0 2 0,2 0-1 0,-1 0 1 15,-1 0 48-15,3 0 37 0,0 0 13 0,-1 2 4 16,1-1-2-16,-1 1-2 0,1-2-51 16,0 1-41-16,0 0-14 0,0-1-11 15,2 0 12-15,0 2 5 0,-2-2 0 0,3 2 4 16,-3-1-4-16,2-1 2 0,0 0-18 0,1 0 25 15,0 0 46-15,1 0 23 0,-2 0 13 0,1 0-2 16,-1 0-2-16,1-1-26 0,0 1-41 16,-1 0-23-16,2 0-16 0,-1 0-7 0,0 0-4 15,0 0-1-15,-1 0 1 0,0 0 0 0,1 1 4 16,2-1-2-16,-2 0 0 0,-1 0-3 16,2 0-3-16,-1 0-1 0,2 0 2 0,-2 0 2 15,2 0 4-15,-2 0-1 0,2 0-1 16,0 0-1-16,0 0-4 0,0 0 1 0,1 0-2 15,-1 0 0-15,2 0 2 0,-2 0 1 16,1 0 1-16,-1 0 2 0,0 0 0 0,3 0 2 16,-3 0-2-16,0 0 2 0,0 0-1 0,1 0-2 15,-1 0-2-15,2 0 3 0,-1 0 0 0,-1 1 0 16,0-1-1-16,-2 2-1 0,2-2 1 16,0 0 0-16,-3 0 1 0,1 0-2 0,2 0 2 15,-2 0 24-15,1 0 21 0,-1-2 9 16,1 1 2-16,-1 1 1 0,1 0 3 0,-2 0-23 15,2 0-16-15,-1 0-12 0,2-1-6 0,-2 1-2 16,-1-2-4-16,3 2 0 0,-3 0-2 16,2 0 0-16,1 0 1 0,-1 0 2 0,-1 0-3 15,3 0 0-15,-2 0 0 0,-1 0 2 16,2 0-2-16,-1 0 0 0,2 0 0 0,-3 0 0 16,2 0 0-16,0 0 0 0,0 0 0 0,0 0 1 15,0 0 0-15,1 0 0 0,-3 0-1 16,2-2 1-16,-1 2 0 0,4 0 0 0,-5-1 0 15,2 1-1-15,0-1 0 0,1-1 0 16,-1 1 0-16,-1 1 0 0,1-2 1 0,-1 1 1 16,1 1-1-16,0-2 1 0,-1 2-2 0,2-1 0 15,-1 1 0-15,-2-2 0 0,1 2 1 0,2 0-1 16,-3 0 0-16,-1 0 0 0,3 0-1 16,-3 0-1-16,1 0 2 0,0 0 1 0,1 0-1 15,-2 0 1-15,1 0-2 0,-1 0 1 16,1 0-1-16,0 0 0 0,-1 0 2 0,0 0-2 15,0 0 1-15,2 0 0 0,-2 0 0 0,2 2 0 16,-1-2 0-16,-1 1 0 0,2-1 0 16,-2 0 0-16,0 2 0 0,3-2-2 0,-3 0 0 15,2 1 2-15,1-1-1 0,-3 0 2 16,2 0 1-16,-1 0 1 0,0 0 1 0,0 0 0 16,-1 0 1-16,0-1-4 0,0 1 1 0,0 0-1 15,1 0-1-15,-3 0 0 0,3-2 1 16,-3 2 4-16,2 0-1 0,-1 0 1 0,0 0 0 15,1 0 1-15,-1 0-4 0,1 0 0 16,-3 0-1-16,4 0-1 0,-2 0 0 0,0 0 0 16,2 0 1-16,-4 0-1 0,4 0 3 0,-2 0 1 15,-1 0-2-15,2 0-1 0,-2 0 0 0,3 0 3 16,-3 0-4-16,2 0 1 0,-2 0 2 16,3 0 1-16,-2 0-1 0,0 0-2 0,2 0 2 15,-2 0 0-15,0 0-3 0,1 0 0 16,0 0 0-16,-2-1 0 0,2 1 0 0,1 0 3 15,-3 0 0-15,2-2-1 0,0 2 1 0,0 0 2 16,-2-1-2-16,3 1 0 0,-1-2 1 16,-1 2 0-16,0 0-1 0,-1 0-1 0,0 0-2 15,2 2 1-15,0-2 0 0,-1 1-1 0,1-1 1 16,0 0 2-16,-2 2 0 0,3-1-1 16,-1 1 0-16,0-1 1 0,-1 1 0 0,1-1-2 15,0 1 1-15,0-1 0 0,0 0-1 16,-2 1-1-16,4 1 0 0,-4-2 1 0,2 1-1 15,0 1 1-15,-2-2 1 0,2-1-1 16,0 3-1-16,-1-2 0 0,0 0 1 0,0 0-1 16,-2-1 1-16,1 2 0 0,2-2 2 0,-2 3-2 15,-1-3 1-15,1 0 0 0,3 0-1 0,-3 2 0 16,0-2-1-16,2 0 0 0,-2 0 0 16,2 0 0-16,-2 3 0 0,1-3 0 0,0 0 1 15,2 1-1-15,-2-1 1 0,0 0 0 16,1 0 1-16,-1 0 1 0,0 0-1 0,-1 0 1 15,2 0 0-15,-2 0-1 0,0 0-1 0,-1 2-1 16,1-2 0-16,0 0 0 0,-1 1-1 16,0-1-1-16,-1 0 1 0,1 0 1 0,-2 0 0 15,1 0 2-15,-1 0-1 0,0 0 1 16,2 0-1-16,-2 0 0 0,0 0 0 0,0 0-1 16,0 0 2-16,0 0 0 0,-2-1-1 0,2-1 0 15,-1-2-1-15,-1 2-1 0,1-1-5 16,-1-1-19-16,0-1-63 0,-3 2-73 0,1-3-145 15,-1 4-266-15,0 0-315 0,-1 0-359 16,3 2-255-16,0-1-14 0,1 1 614 0</inkml:trace>
  <inkml:trace contextRef="#ctx0" brushRef="#br0" timeOffset="82907.02">4648 8568 87 0,'0'4'343'0,"-2"0"197"0,1 0 165 16,-1-3-72-16,2 2-128 0,0-1-44 15,-2-1-16-15,2 0-19 0,0-1-38 0,-1 0-55 16,1 0-63-16,0-1-72 0,0-2-58 16,0 0-45-16,0 2-18 0,0-3-8 0,0 3-8 15,0-2-9-15,0 2-7 0,0-1-3 0,0-1-9 16,3 2-8-16,-3-2-8 0,3-1 25 16,-1 2 13-16,1-1 11 0,0-1 4 0,2-1 25 15,3-1 40-15,-2 0-5 0,2 0-8 16,0-2-8-16,1-1-4 0,1-1-24 0,0-1-30 15,0 1-17-15,0-2-12 0,-2 0-3 0,2 0-2 16,0-2 1-16,-3 2 0 0,1 0 0 16,1-1 0-16,-1 1 0 0,-2-1 0 0,1-2-3 15,1 2-3-15,-2 0-3 0,2 0-2 0,-3 0 0 16,-2 2-2-16,2 4-1 0,-2 0-2 16,1 1 3-16,-2 1 0 0,-2 2-1 0,1 0 0 15,1 2-2-15,-2-1 2 0,0 1-4 0,2 1-1 16,-2 0-1-16,0 0-2 0,0 0 1 15,0 0-2-15,0 3 1 0,0-1 0 0,0 2 0 16,0 2 0-16,0 0 1 0,0 0-1 16,0 1 0-16,0 3 1 0,0-2-1 0,0 1 0 15,0 2 0-15,0-3-1 0,0 3 0 0,0 1 1 16,0-1 2-16,0 1 1 0,-2 0 1 16,2 1 2-16,0 1 2 0,-2-1 0 0,1 0 0 15,1 3 0-15,0-2-1 0,0 0-1 0,-2-1-1 16,2-1-1-16,-1 1-1 0,-2-1-5 15,3 0-4-15,-2-2-4 0,2-1 5 0,-1 0-2 16,1 0-3-16,0-3 11 0,-2 2 4 16,2-4 4-16,0 1-11 0,-1-1 6 0,1 1-3 15,-2-2-7-15,2 0-3 0,0 1-2 0,0-1 11 16,0 0-1-16,0 0 5 0,0 0-1 0,-2-1 3 16,2 1-4-16,0-2-3 0,0 1 0 15,0-1 0-15,0 0 3 0,2 1-1 0,-2 1 3 16,2-3-2-16,-1 1-3 0,1 1-4 0,-1-2-5 15,1 0-12-15,2 0-25 0,-2 0-59 16,-2-3-62-16,1 0-81 0,-1 0-134 0,2-1-185 16,-4-1-297-16,2-1-240 0,0 2-213 15,2-2-27-15,-2 0 403 0,2 0 498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18T08:16:09.0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18358 7660 143 0,'1'-6'289'0,"1"2"128"0,-2-2-3 15,2 1-51-15,-2 1-40 0,-2-1-5 16,2 3 20-16,0-2 44 0,0 2 40 0,0-2 26 16,0 3-14-16,0 0-44 0,0-2-44 0,0 3-14 15,0-2-1-15,0 2-11 0,2 0-19 16,-2 0-19-16,0 0-34 0,0 2-50 0,0-2-56 15,0 4-42-15,-2 1-26 0,2 1-14 16,-2 1-7-16,1 2-6 0,-1 3-2 0,2 0-3 16,-1 2-3-16,-1 3-4 0,0 2-5 0,-1-2-1 15,1 4-4-15,-1-1-6 0,2 1-5 0,-4-2-3 16,4 1-3-16,-1-1-3 0,1-2-2 16,-1-3-1-16,0 0 0 0,2-3-1 0,-1 0 0 15,1-4-1-15,0-1 1 0,0-2 0 16,0 0-1-16,0-3 1 0,0-1 0 0,1-3-1 15,1-3 2-15,0-1-1 0,-1-4 0 16,2-1 1-16,2-2-2 0,-1-2 0 0,-2-1 0 16,1 1 0-16,1-4 0 0,-1 2-2 0,2 2 2 15,-1-3-2-15,1 3 1 0,-1-1 0 16,3 5-1-16,-1-2 2 0,1 1-1 0,2 0 1 16,-1 1 0-16,2 1 0 0,-2 3 1 0,2-1-1 15,-2 0 2-15,2 3-1 0,-1-1 0 16,-1 1 0-16,0 1-1 0,0 0-1 0,1 2 1 15,-4 0-1-15,2 0 1 0,-2 2 0 16,-2-1 0-16,0 2 0 0,1 0 1 0,-2 2 0 16,-1-1 2-16,-1 2-1 0,0 0 1 0,0 3-1 15,-1-2 1-15,-2 5 0 0,-2-2 0 0,1 2-1 16,-3 0 1-16,1 1 2 0,-1 2-1 16,-3 1 2-16,1 2-1 0,1-1 1 0,-1 0-2 15,1 2 1-15,2-1-2 0,-1 1-1 16,3-2 0-16,-2 0 0 0,2-1-2 0,3-1 1 15,-1-1-1-15,2 0 1 0,2-3-2 0,1 0 1 16,1-1 0-16,1-2 2 0,2-1-2 0,-3-1 0 16,4-2 2-16,2-1-2 0,-2 0-2 15,1 0 0-15,-1-1 1 0,3 0-1 0,-3 1-3 16,2-2-9-16,-1 1-13 0,-3 1-24 16,1 0-45-16,-1 3-76 0,-3-2-90 0,2 2-149 15,-4 3-227-15,-1 2-314 0,2 0-299 0,-1 4-191 16,-1 1 46-16,0 0 534 0</inkml:trace>
  <inkml:trace contextRef="#ctx0" brushRef="#br0" timeOffset="359.87">18630 8076 61 0,'1'-9'424'0,"2"-1"334"0,-1 0 279 15,0-2 19-15,-1-3-275 0,2 0-199 16,1-4-90-16,2 1-59 0,-2-5-55 0,1 0-64 15,3-6-47-15,0 0-36 0,1-3-50 0,1 0-46 16,0-1-33-16,0 2-22 0,0 3-8 16,-2 1-9-16,0 4-8 0,-2 6-6 0,1 2-6 15,-4 2-4-15,2 4-7 0,-4 2-6 16,2 2-5-16,2 4 2 0,-4 1 2 0,2 3-2 16,2 5 3-16,-1 1 1 0,-3 2 0 0,2 3-7 15,1 3-4-15,-1 1-2 0,0-1-4 0,1 3-3 16,0 0-1-16,-1 1-1 0,0-2-1 15,0 2-2-15,4-2 1 0,-4 0-1 0,0-2-2 16,3 2 0-16,-3-1-2 0,2-3 0 16,-2 0-1-16,0 0-1 0,-1-2-4 0,0 1-11 15,-1-4-16-15,-1 1-29 0,-1-4-63 0,-3 0-75 16,1-1-122-16,-3-3-174 0,-2 1-281 16,2-4-327-16,-2 0-252 0,1-2-149 0,-3-3 313 15,2-1 593-15</inkml:trace>
  <inkml:trace contextRef="#ctx0" brushRef="#br0" timeOffset="545.22">18694 7893 137 0,'-3'0'558'0,"3"1"355"0,-1 1 211 0,1-1-98 15,1 2-300-15,2-1-178 0,-1 2-109 16,5-1-59-16,-3-1-70 0,5 4-63 0,-2-4-45 16,3 1-57-16,-1-3-47 0,0 2-39 0,1-2-23 15,2 0-15-15,0 0-8 0,-1 0-4 16,3 0-4-16,-1-2-7 0,-1 2-55 0,-1 0-58 15,-1-3-98-15,-4 1-163 0,3 2-265 16,-4-4-324-16,0 2-255 0,2 0-181 0,-4-4 201 16,3 2 551-16</inkml:trace>
  <inkml:trace contextRef="#ctx0" brushRef="#br0" timeOffset="1035.88">18935 7726 243 0,'1'-7'768'0,"-2"1"392"0,-1 1 90 16,2 2-137-16,-2 1-271 0,2 2-243 0,0 0-162 15,0 2-96-15,0 0-65 0,0 4-79 0,0 0-64 16,0 3-35-16,-1 1-22 0,-1 4-15 16,2 1-13-16,-1 3-15 0,-4 0-12 0,4 0-7 15,-1-1-6-15,2 2-3 0,0-2-2 16,0-3-1-16,3-2-2 0,2-1-1 0,-2 0 0 16,2-4-1-16,1-1 0 0,2-5-1 0,1-1 0 15,-1-3 1-15,2-2 0 0,0-4 0 16,2-1-1-16,-1 0 0 0,0-3 0 0,-1 3 0 15,-2 0 0-15,0 1 1 0,-1 3 0 16,0 2 2-16,-3 4 0 0,3 0 0 0,-4 6 2 16,3-1 0-16,-3 7 0 0,0 0 1 0,1 3-1 15,-3 4 0-15,2 0-1 0,-1 0 1 0,1 1-2 16,1-2 0-16,0-3 0 0,2 0-1 16,2-4 1-16,-1-3 0 0,-1-2 0 0,5-3 1 15,-3-4 0-15,0-2 0 0,0-5 0 16,3-4 1-16,-3-3-1 0,0-2 1 0,1-3 0 15,-1-3 0-15,-2 0 0 0,-1-3 0 0,0-1 0 16,-2-1 0-16,2-3-2 0,-5 0 0 16,1-2 0-16,-1 1 0 0,-1 0 1 0,1 7-1 15,-2 1 3-15,-1 4-1 0,0 4-1 0,1 4-1 16,1 3-2-16,-1 3-1 0,1 5-2 16,-1 2-2-16,0 5-10 0,2 0-25 0,-1 2-57 15,1-1-81-15,0 1-142 0,0 3-259 0,1-3-317 16,3 3-355-16,0-1-282 0,1 2-11 0,4 2 597 15</inkml:trace>
  <inkml:trace contextRef="#ctx0" brushRef="#br0" timeOffset="2584.28">20222 14871 14 0,'-2'-9'507'15,"-1"1"486"-15,0 0 249 0,-2 0 16 0,0-1-253 16,-3 1-290-16,-2 2-202 0,-2-1-119 15,-2 1-74-15,-5 1-75 0,0 2-79 0,-2 2-52 16,-1 1-32-16,-3 1-21 0,0 2-12 0,-2 2-12 16,2 1-9-16,-2 2-5 0,2 2-5 15,-1 2-4-15,4-1-3 0,1 2-3 0,3-1-3 16,3 1-1-16,1-3-1 0,6 2-1 0,0 1-2 16,7-1 0-16,1 0 0 0,1 1-2 15,7 0 0-15,0 2 0 0,6 0 0 0,2-1 0 16,3 1 1-16,0 0 0 0,3-2 1 0,2 2 1 15,1-1-1-15,0 0 1 0,1-1 0 16,-1-1 0-16,-1 2-1 0,-2-1 0 0,-3-1 0 16,0 1 0-16,-5-2 0 0,0 1 1 0,-6 0 1 15,0 1 1-15,-4-2 0 0,-4 3 0 16,-4-1 1-16,-4-1-2 0,0 2 0 0,-1-1-2 16,-7-1 2-16,2 1-2 0,-2-4-2 15,2 1 1-15,-4-3 0 0,4 0 0 0,-2-1-1 16,4 0 0-16,-1-1-1 0,4 0-1 0,-1-2-1 15,2-2-9-15,4 2-12 0,0-1-21 16,1-1-46-16,3-1-75 0,0 2-88 0,3 0-147 16,-1-2-231-16,1 1-320 0,2-1-292 0,3-1-186 15,0-1 42-15,1-3 536 0</inkml:trace>
  <inkml:trace contextRef="#ctx0" brushRef="#br0" timeOffset="2807.15">20411 14971 106 0,'12'-19'731'0,"-3"5"599"0,0 7 200 0,-5 3-173 16,-3 4-419-16,-2 7-352 0,-3 3-174 0,0 8-122 15,-4 2-88-15,3 6-61 0,0 0-42 16,1 4-29-16,-3 3-22 0,4 0-16 0,0 2-12 16,2 1-8-16,1 0-4 0,1-2-4 15,4 1-3-15,-1-3-3 0,3-2-9 0,1-2-20 16,3-4-41-16,-3-3-77 0,-2-2-108 0,1-4-189 15,-3 0-299-15,2-6-347 0,-3 0-361 0,-3-5-157 16,2 0 284-16,-2-4 705 0</inkml:trace>
  <inkml:trace contextRef="#ctx0" brushRef="#br0" timeOffset="2959.13">20552 14974 313 0,'-3'-13'731'0,"-2"1"270"0,-1 4 41 16,-1 1-242-16,-2 4-349 0,5-1-217 16,-1 1-115-16,3 2-60 0,2 0-40 0,0 0-81 15,5-2-122-15,0 1-172 0,2 2-282 0,1-2-220 16,0 2-140-16,4 0 106 0,2 0 322 0</inkml:trace>
  <inkml:trace contextRef="#ctx0" brushRef="#br0" timeOffset="3241.64">20763 14891 272 0,'22'-4'740'0,"0"1"378"15,-5-1 93-15,0 1-139 0,0 1-248 16,0 1-202-16,-4 1-144 0,0 0-95 0,0 1-65 16,-1 1-85-16,-2 2-64 0,0 1-35 15,-2 2-18-15,-2 2-16 0,-3 3-12 0,-3 3-12 16,-1 2-11-16,-5 3-10 0,-2 3-8 0,-4 3-6 16,-2 4-12-16,-2 2-29 0,-4 2 0 15,1 3 0-15,-3 2 0 0,0 1 0 0,1-1 0 16,4 4 0-16,-2-3 0 0,4-1 0 0,5 0 0 15,3-3 0-15,2-1 0 0,5-6 0 16,5-2 0-16,2-5 0 0,3-5 0 0,5-1 0 16,4-7 0-16,1-3 0 0,3-6 0 15,3-5 0-15,1-2 0 0,2-3 0 0,1-6-22 16,-2 0-111-16,0-4-73 0,-1 1-105 0,-1-4-174 16,-1 2-283-16,0-3-340 0,-3 2-333 15,0 4-156-15,-2 0 270 0,-5 1 668 0</inkml:trace>
  <inkml:trace contextRef="#ctx0" brushRef="#br0" timeOffset="3794.17">20793 15209 283 0,'-10'7'860'0,"-2"-2"351"15,2 1 11-15,0-2-167 0,2 2-350 16,1-2-229-16,2 1-124 0,2-2-72 0,1 0-47 16,5-3-58-16,4 0-66 0,2-2-51 0,4 0-25 15,1-5-14-15,7 0-8 0,2-3-4 0,2 2-6 16,5-4-5-16,-1-1-59 0,3 2-65 15,-2-1-131-15,1 2-221 0,-1 0-297 0,0 1-348 16,-1 3-257-16,-4 0-89 0,1 1 470 16,-4 3 609-16</inkml:trace>
  <inkml:trace contextRef="#ctx0" brushRef="#br0" timeOffset="4258.33">21262 14921 490 0,'5'-3'1020'0,"-5"3"236"0,-5 3-59 0,1-1-215 16,-3 4-319-16,1 3-194 0,-2 2-105 16,-1 2-56-16,-3 2-46 0,3 4-67 0,-4 1-68 15,5 2-42-15,-1 2-22 0,-1 2-10 16,6 1-11-16,-3 1-6 0,6 1-2 0,1 0-2 15,0-1-4-15,4 2-5 0,1-2-2 0,2 1-5 16,3-2-5-16,2-2-6 0,2 0-1 16,0-3-1-16,5-2-2 0,0-3-1 0,3-1 0 15,3-4 0-15,2-2-1 0,2-4-1 16,-1-3-1-16,4-3 0 0,-2-3-2 0,0-3-1 16,-1-1-12-16,-1-3-27 0,-3-1-69 0,0-3-80 15,-4-1-140-15,-3 0-232 0,-1 1-316 16,-4-3-357-16,-1 2-235 0,-2-2-41 0,-6 0 522 15,1 0 604-15</inkml:trace>
  <inkml:trace contextRef="#ctx0" brushRef="#br0" timeOffset="4510.8">21303 14970 319 0,'-2'0'944'0,"2"-4"337"0,0 3-52 0,4-1-127 16,2 1-424-16,2-2-226 0,5-1-120 16,-1-2-65-16,7 0-39 0,1-2-59 0,3 0-72 15,2-3-44-15,2-1-24 0,1 1-15 0,-1 1-7 16,-1 2-6-16,-2-1-51 0,-1 5-72 16,-4 0-94-16,-5 2-169 0,-2 2-289 0,-5 2-337 15,0 2-286-15,-7 2-162 0,-4 3 215 16,-5-2 614-16</inkml:trace>
  <inkml:trace contextRef="#ctx0" brushRef="#br0" timeOffset="4659.74">21241 15163 151 0,'-9'12'710'16,"1"-3"400"-16,3 0 80 0,2 0-134 0,3-3-434 16,3-2-308-16,6 0-153 0,1-2-79 15,3-2-36-15,7-2-22 0,3-3-10 0,5-1-13 16,4-1-18-16,4-1-77 0,2-1-147 15,0 2-258-15,3-2-270 0,0 2-242 0,0 1-163 16,-1 1 168-16,-1 1 450 0</inkml:trace>
  <inkml:trace contextRef="#ctx0" brushRef="#br0" timeOffset="5375.76">21874 15660 100 0,'-1'0'457'0,"-1"0"311"0,-1-2 224 16,1 2-35-16,1-2-245 0,-1 1-186 0,0 0-131 15,2-1-80-15,-1 1-67 0,1-2-34 0,1 0-6 16,-1-1 11-16,4 1 5 0,-3-1-8 16,1-1-13-16,1-3-34 0,0 0-36 0,5-3-37 15,-4 0-26-15,1-3-13 0,2-1-12 16,-1-3-2-16,5 1-6 0,-1-5-5 0,-2 1 1 15,1-1-1-15,4-1-2 0,-4 2-6 0,4 1-2 16,-5-1-3-16,1 2-6 0,-1 2-2 16,0 3-3-16,-3 2-2 0,0 1 0 0,-1 4 0 15,0 1 2-15,-3 2 1 0,1 3 2 0,-1 2 1 16,1 3 3-16,-2 4 1 0,0 2-1 16,0 0-1-16,0 4-2 0,0 1-1 0,0 3 2 15,0 0 3-15,0 3-2 0,3 0 1 16,-3 0 0-16,0 1-1 0,0 0-5 0,0-1-4 15,1 2-2-15,-1-2-2 0,2-1-1 0,-1-3 1 16,3 2-2-16,-3-2 1 0,4-5-1 16,-2 2 0-16,1-3-1 0,-1 0-1 0,0-4-1 15,1 0-1-15,-1-2-8 0,-3-2-11 0,2 0-17 16,1-3-29-16,-3 0-59 0,0-3-69 16,-1 0-78-16,-1-3-123 0,0 0-170 0,2-1-255 15,0-2-240-15,0 1-202 0,0-1-72 16,2-5 323-16,1 2 487 0</inkml:trace>
  <inkml:trace contextRef="#ctx0" brushRef="#br0" timeOffset="5941.71">22171 15371 181 0,'5'-7'492'0,"0"0"285"0,0 1 218 0,1 1-120 15,0 0-192-15,0 1-159 0,1 0-95 16,1 1-56-16,3 0-48 0,-2 3-31 0,4 0-21 15,-4 0-19-15,1 3-18 0,0-2-33 0,-1 5-36 16,-1-2-38-16,-2 4-27 0,1 1-17 16,-6 1-11-16,4 3-8 0,-4 2-7 0,-2 2-4 15,-4 3-7-15,2 1-5 0,-3 4-6 0,-1 1-7 16,1 2-6-16,-3-2-6 0,2 0-4 16,1 1-5-16,-1-5-4 0,4 0-2 0,0-1-2 15,1-5-2-15,2-1-1 0,0-5-1 16,3-1-2-16,2-1 1 0,3-6-8 0,0-2-12 15,3-2-22-15,2-6-50 0,-2-1-74 16,3-3-76-16,-1-3-116 0,3-3-150 0,-3 0-181 16,0-1-167-16,0 1-137 0,1 2-142 0,-1-1 81 15,-2 3 339-15,2 2 370 0,-2 2 285 16,-1 4 225-16,-3 3 226 0,0 1 205 0,-1 5 101 16,-3 4-6-16,0 0-54 0,1 1-86 0,-2 5-92 15,0 0-83-15,0 2-81 0,-1 0-81 16,2 0-70-16,1 0-50 0,-1-3-27 0,2-1-25 15,1-4-15-15,2-1-8 0,0-4-5 16,0-2-7-16,0-6 1 0,1-1-1 0,-1-3 13 16,2-3 50-16,-1-5 60 0,-1 0 53 0,-3-4 15 15,-1 0 11-15,0 0-11 0,-3 0-36 0,-2-1-47 16,-3 2-36-16,1 0-21 0,-3 2-17 16,-1 2-11-16,0 2-11 0,0 2-5 15,-1 2-4-15,2 3-1 0,-2 3-4 0,2 4-2 16,-1 5 1-16,3 0-1 0,-3 5-2 0,1 3 0 15,3 1-7-15,1 2-30 0,-1 1-58 0,2 1-61 16,-3 1-68-16,3 2-118 0,1-3-168 16,-2 5-220-16,2-3-237 0,2 2-207 0,-1 1-124 15,3-1 234-15,-1-4 467 0</inkml:trace>
  <inkml:trace contextRef="#ctx0" brushRef="#br0" timeOffset="6810.91">22778 15668 299 0,'-4'3'584'15,"-1"-2"264"-15,4 0 127 0,-3-1-219 16,3 0-196-16,1-1-135 0,0 0-91 0,0-4-67 16,1 0-65-16,4-2-56 0,0-2-37 0,2-3-21 15,1 0-13-15,1-3-10 0,1 0 2 16,2 3-2-16,-1-2-4 0,-1 1 19 0,0 2 20 15,-2 1 7-15,1 1-7 0,-2 3 10 16,-2 0 39-16,-1 3-1 0,0 1-10 0,-1 2-13 16,-2 5-8-16,-1 1-19 0,0 1-31 0,-1 4-21 15,-1 3-15-15,1-1-8 0,-1 2-4 16,0 0-5-16,2 0-4 0,0 0-5 0,0-2-3 16,2-1-1-16,0 0-1 0,-1-4 0 15,2 0 0-15,2-1-1 0,0-1 1 0,-1-3 0 16,3-2 1-16,-1-2 0 0,2-2 0 0,1-3-1 15,-1-2 0-15,2-3-2 0,-1 0 1 16,2-3-1-16,-2 1-1 0,1 1 1 0,0-2-1 16,-2 1 1-16,0 2-1 0,-1 0 1 15,-2 4 2-15,0 0 0 0,-2 2 1 0,1 2-1 16,-3 3 0-16,2 2 0 0,-3 3 0 0,2 2 0 16,0 1 1-16,-2 5 2 0,0-2-2 0,2 4 2 15,-2-1-2-15,2 3 0 0,0-1-2 16,-1-1 1-16,2-2-2 0,1 1-2 0,-1-3 1 15,2-1-3-15,-2-1-29 0,2 0-65 0,-1-2-67 16,-1 2-121-16,0-6-185 0,-3 2-315 16,2-3-315-16,0-2-233 0,-2 0-116 0,1 0 366 15,2 0 576-15</inkml:trace>
  <inkml:trace contextRef="#ctx0" brushRef="#br0" timeOffset="6957.83">23164 15655 74 0,'4'-6'629'0,"-1"2"456"0,-2 0 150 15,4 1-110-15,-5 1-395 0,1 0-331 16,-1 1-190-16,3-2-94 0,1 2-52 0,-3-1-30 16,4 2-14-16,2-2-14 0,-3 1-23 0,4 1-96 15,-2 1-162-15,-2 3-298 0,0 0-265 16,0 1-258-16,-1 2-154 0,0 2 252 0,-1-1 498 16</inkml:trace>
  <inkml:trace contextRef="#ctx0" brushRef="#br0" timeOffset="7358.21">23316 15855 16 0,'3'-6'481'0,"1"0"436"0,0-3 245 0,1-2-23 16,-1-4-335-16,1 0-300 0,2-1-180 15,-1-1-70-15,3-2-35 0,-1 4-28 0,0-3-22 16,2 3-25-16,1-1-25 0,-5 5-37 0,2 0-29 15,1 4-21-15,-2 0 24 0,-1 4 16 16,1 2 9-16,-3 1 8 0,0 3-3 0,2 2 7 16,-5 1-27-16,2-1-16 0,1 3-11 15,-3 0-7-15,2-1-3 0,1 1-8 0,-3-1-6 16,2-1-4-16,1 2-4 0,0-4-2 0,-1 2-1 16,0 0-2-16,2-3 1 0,0 1 0 0,-2 0-1 15,2-4 1-15,3 1-3 0,-4-2 0 16,1 1 0-16,0-2 0 0,2 0 1 0,-3 1 0 15,2-2 0-15,-1 2 0 0,-2-2-1 0,4 0 1 16,-6 1 0-16,4 0 0 0,-2 1-1 16,2 1-2-16,-2-2 0 0,2 1-2 0,-2 1-1 15,0-1-14-15,0-1-60 0,1 2-63 16,-1-1-122-16,0 1-194 0,1-2-307 0,-1 1-340 16,2-2-265-16,-1-1-136 0,0-1 387 0,3-3 622 15</inkml:trace>
  <inkml:trace contextRef="#ctx0" brushRef="#br0" timeOffset="7659.66">23918 15127 455 0,'3'-3'955'16,"-1"0"276"-16,0 2-32 0,-1-3-228 0,4 4-260 16,0 0-212-16,1 2-123 0,3 0-75 0,0-2-50 15,0 0-79-15,5 0-71 0,-3-4-40 16,5 3-24-16,0-1-12 0,0 0-13 0,0 0-9 16,-1 1-3-16,1-1-14 0,1 1-62 15,-4 1-74-15,0 0-137 0,-4 1-225 0,1 2-311 16,-2 1-356-16,-1 1-268 0,0-1-59 0,-4 1 518 15</inkml:trace>
  <inkml:trace contextRef="#ctx0" brushRef="#br0" timeOffset="7858.67">24015 15261 244 0,'-8'7'872'16,"-1"1"415"-16,1-1 68 0,3-1-122 0,1 1-446 15,4-4-283-15,2 2-145 0,3-3-88 16,1 1-78-16,7-3-73 0,-2 0-51 0,3-3-32 16,4 1-19-16,-1 0-9 0,4-2-6 0,1-1-3 15,-3 3-22-15,3-2-79 0,-3 3-115 0,-2 0-215 16,2 1-287-16,-2 1-347 0,-1 0-398 16,-3 3-143-16,1 1 394 0,-2-2 729 0</inkml:trace>
  <inkml:trace contextRef="#ctx0" brushRef="#br0" timeOffset="39104.36">25161 14811 182 0,'0'0'486'0,"-1"-2"281"0,-1-1 222 16,0 2-119-16,2 0-192 0,2-3-132 0,0 1-97 16,1-1-53-16,3-2-51 0,3 0-29 15,-1-1-34-15,5-1-26 0,3 1-33 0,-2-1-45 16,5-2-37-16,0 3-44 0,3 0-30 0,0-1-21 16,2 4-9-16,-3 1-2 0,-1 0-7 15,1 3-6-15,-5 5 5 0,-1 0 1 0,-2 3 1 16,-3 2-1-16,-3 5 1 0,-2 1 4 15,-3 5-4-15,-6 2-3 0,-2 1 0 0,-5 2-4 16,0 0-3-16,-5 2 2 0,0 0 2 16,-1 0 2-16,-1 2 1 0,-3-1 3 0,0 1 2 0,0 2-4 15,-1-3 0-15,0 1-2 0,3-1-2 16,0-1-3-16,2 0-2 0,3-3-3 0,2-1-3 16,2-1-3-16,2-2-1 0,3-3-3 15,3-2-1-15,4-1-1 0,-1-3-1 0,6 1-1 16,1-5 1-16,4 0-1 0,1-4 0 15,4-2-1-15,2-2 0 0,5-2 0 0,1-2-2 16,4-4-1-16,1 1-5 0,0-2-13 0,0 0-18 16,0-1-28-16,-2-1-73 0,1 2-85 15,-7-2-160-15,2 2-261 0,-1-1-329 0,-1-1-377 16,-1 3-228-16,0-4 40 0,-4-1 672 0</inkml:trace>
  <inkml:trace contextRef="#ctx0" brushRef="#br0" timeOffset="39391.19">25768 15134 24 0,'2'-1'512'15,"-4"4"475"-15,1 2 252 0,-5 6 33 16,2 2-267-16,1 3-278 0,2 4-208 0,-3 2-124 16,3 4-81-16,1 1-85 0,1 3-86 15,4 0-52-15,2 0-33 0,3-2-19 0,5-2-13 16,2-5-9-16,2-3-7 0,7-6-3 0,4-6-2 16,1-6-1-16,8-8-2 0,-1-3 1 0,2-6-3 15,0-4 0-15,-3-5-3 0,-4 0 1 16,-2-2 2-16,-7 0 0 0,-6-2 2 0,-2 0 1 15,-6-1 2-15,-9-2 0 0,-4-1-1 16,-8 0 0-16,-2-3-1 0,-5-1-2 0,-5 1 0 16,-4 0-1-16,-3 4 0 0,-1 6 0 0,-4 6-1 15,-3 6 1-15,0 6 0 0,2 9 0 0,-1 5 0 16,4 7 0-16,1 2 1 0,2 7-1 16,4 2-1-16,4 2 0 0,4 2-2 0,4 4-7 15,6-1-26-15,5 0-80 0,4-2-104 16,4 1-177-16,3-4-291 0,6-1-349 0,2-2-393 15,3 0-180-15,3-1 266 0,4-2 698 16</inkml:trace>
  <inkml:trace contextRef="#ctx0" brushRef="#br0" timeOffset="39939.53">26621 15304 403 0,'-2'2'1043'0,"1"-2"404"0,-1 2-11 16,0-1-268-16,2 0-465 0,0-1-239 16,0 2-144-16,0-2-103 0,0 0-80 0,4 0-53 15,-1-2-35-15,-2 1-20 0,5-2-13 16,-3 1-5-16,2 0-5 0,2-2-4 0,-2 3 0 15,1 0-3-15,0-2 0 0,0 1-3 0,1 2-17 16,-2-2-59-16,-1 2-75 0,1-2-121 16,-4 2-197-16,2 0-313 0,-3 0-348 0,2 0-274 15,-2 0-114-15,0 0 393 0,0 0 632 0</inkml:trace>
  <inkml:trace contextRef="#ctx0" brushRef="#br0" timeOffset="40313.56">27052 14806 72 0,'-1'-15'606'16,"-2"5"455"-16,-2 0 172 0,-2 0-79 0,1 4-321 16,-2 0-247-16,4 3-149 0,-1 2-91 15,1 1-61-15,1 0-52 0,2 1-69 0,-1 0-67 16,4 4-43-16,-1-2-25 0,6 3-13 15,-1-1-6-15,3 3-2 0,2 2-3 0,2 0-3 16,1 2 0-16,1 0-1 0,0 3 0 0,1 1-2 16,2 3 4-16,-2 0 10 0,-1 2 4 15,1 4 3-15,-2-2 1 0,1 3 2 0,-3 1-1 16,-2 0-9-16,-2 1-3 0,-1 1-3 16,-2-1 2-16,-2-1-2 0,-3 2-1 0,-1-2 0 15,-4 0-2-15,-3 0 0 0,0-2-2 0,0 1-1 16,-3-2 2-16,-1-2-2 0,-1 0 0 15,-3-3-3-15,2-2 0 0,-2-1-2 0,2-4-15 16,-2-1-54-16,2-5-69 0,-3-5-105 0,0-2-178 16,2-5-302-16,0-5-335 0,2-3-277 15,1-4-156-15,-2-4 283 0,5-5 622 0</inkml:trace>
  <inkml:trace contextRef="#ctx0" brushRef="#br0" timeOffset="40523.01">27038 14781 327 0,'10'-4'628'16,"2"0"293"-16,1-1 153 0,1 3-260 15,3-3-234-15,2 1-144 0,0-1-99 0,7-2-98 16,-1 2-83-16,3-2-64 0,1 1-43 16,1 0-28-16,1 0-13 0,-1 0-12 0,4 3-12 15,-4-1-66-15,-2 4-150 0,-1 0-263 0,-5 4-270 16,4-1-256-16,-6 4-201 0,-2-1 124 15,0 2 487-15</inkml:trace>
  <inkml:trace contextRef="#ctx0" brushRef="#br0" timeOffset="41255.83">28020 15400 313 0,'0'-2'614'16,"0"-2"263"-16,1 1 152 0,-1-1-226 0,2-2-201 15,0-1-132-15,1-1-52 0,0 2-24 0,2-3-31 16,1-1-46-16,0 0-37 0,1-2-31 16,2-1-43-16,0-4-46 0,3-2-42 0,-3 1-29 15,4-3-17-15,-2-1-14 0,0 3-7 16,0 0-4-16,-3 0 0 0,-2 4 2 0,-1 4 1 16,-2 1-3-16,2 3-4 0,-4 3-8 0,1 1-8 15,-4 5-8-15,1 2-10 0,-1 3-3 0,-2 5-4 16,1 2-1-16,-1 7 0 0,1-2 1 15,1 5 0-15,1 2 0 0,-1 1 1 0,4 0 0 16,-1 0 0-16,4-2-2 0,0 0 0 16,3-2 0-16,0-3-1 0,1-2 0 0,5-6 0 15,1-1 0-15,0-5-1 0,1-6 0 0,5-3-1 16,-2-5 0-16,1-6 1 0,2-2-1 16,2-7 1-16,-1-3 1 0,-1 0 0 0,-1-4 1 15,-3 1 1-15,-1 1 0 0,-4 0 0 0,0 0 1 16,-5 6-1-16,-4 3-1 0,0 3 1 15,-3 6-2-15,-2 0 0 0,1 9 0 0,-5 2-1 16,2 7 0-16,-4 4 0 0,0 4-1 0,0 6 1 16,1 3 1-16,-1 3 1 0,1 3 0 15,0 2 1-15,3 0 0 0,3-2 1 0,0 2-2 16,1-3-1-16,5-1-1 0,2-3 0 16,2-4-2-16,2-5-15 0,3-2-31 0,-1-4-83 15,2-5-139-15,-2-4-257 0,2-4-318 0,-2-2-393 16,0-3-441-16,1-3-67 0,-5-1 674 15</inkml:trace>
  <inkml:trace contextRef="#ctx0" brushRef="#br0" timeOffset="42388.3">28614 15598 409 0,'4'6'850'16,"-1"-4"265"-16,-2 1 16 0,1-6-292 16,1 1-299-16,1-4-183 0,1-1-86 0,2-1-17 15,1-5-8-15,3-2 2 0,1-3-8 0,4-5-22 16,2-4-32-16,0-2-33 0,3-5-34 15,3-3-32-15,1-2-18 0,0-1-12 0,1-3-8 16,-2 1-7-16,1 3-4 0,-2 2-3 16,-2 3-5-16,-5 6 1 0,-2 2 1 0,-3 8 1 15,-3 2 0-15,0 6-5 0,-5 3-3 0,-2 5-6 16,-1 4-6-16,-3 3-6 0,-3 6-3 0,2 5-2 16,-1 3 1-16,-2 5 3 0,2-1 2 15,1 5 2-15,-1 3 2 0,1 0 1 0,0 2 4 16,-1 1 1-16,2 1-1 0,2 0-2 15,1-2 0-15,0-1-2 0,4-6-5 0,1-3-4 16,5-4-2-16,2-5-1 0,3-4 0 0,2-5-1 16,3-5-1-16,1-7 0 0,3-2-1 15,-1-7 0-15,6-4 0 0,-2-2 0 0,-2-3 0 16,1-3 0-16,-1 1 1 0,-2 1 2 0,-5 2 1 16,-1 1 0-16,-4 5 0 0,-2 3 1 15,-5 3 1-15,-1 3-3 0,-2 3 1 0,-3 3-2 16,0 6 0-16,-1 3 0 0,-4 4 0 0,0 4 2 15,-1 4 4-15,0 3 4 0,-1 4 2 16,1-2 0-16,-1 3 0 0,3 0 0 0,-2 2-4 16,2-3-3-16,3 1-1 0,-1-3-2 15,5-4 0-15,1-1-1 0,2-3-1 0,0-5 1 16,4-3 0-16,-1-5 0 0,5-3-1 0,-1-4 1 16,4-2 1-16,-1-6-2 0,3 0 1 0,0-3-1 15,0-2 0-15,2-3 0 0,-1 0 0 16,-1-1-1-16,2 2 1 0,-4-1-1 0,0 1 0 15,1 5 0-15,-5 1 1 0,-2 3-1 16,-1 3 1-16,-3 2 1 0,-1 6 0 0,-1 4 0 16,-2 3 1-16,-1 3 0 0,0 4 0 15,-4 2-1-15,2 3 1 0,-2 1 0 0,2 1-1 16,2 0 0-16,0-3 1 0,3 0-2 0,0-3 1 16,3-3-1-16,2-3 0 0,2-3 0 15,3-6-1-15,0-3 0 0,2-4 0 0,1-5-1 16,3-5 0-16,-2 0 0 0,1-6 0 0,-4 2-1 15,2-2 1-15,-2 2-1 0,-2 2 1 16,-3 1 0-16,0 3 1 0,0 2-1 0,-5 5 2 16,2 2-1-16,0 4 1 0,-3 2 1 0,-1 4-1 15,0 6 1-15,-1 1 0 0,-1 4-1 16,-1 2 0-16,1 1-1 0,-1 5-8 0,4-2-16 16,-2 3-29-16,0 2-76 0,-1-4-106 0,1 2-216 15,-2 0-292-15,3-2-366 0,-4-1-431 16,0-1-187-16,-4-3 340 0,1 2 824 0</inkml:trace>
  <inkml:trace contextRef="#ctx0" brushRef="#br0" timeOffset="46220.82">19112 14252 298 0,'4'0'639'0,"0"0"289"16,-1 2 148-16,-1 3-231 0,-1 0-235 15,-1 0-137-15,0 3-33 0,0 1-9 0,2 2-51 16,-2 3-50-16,1 2-46 0,-1 0-46 0,2 3-66 16,0 2-56-16,-1 5-34 0,2 1-22 15,2 3-10-15,-2 4-7 0,0 5-5 0,0 5-5 16,1 2-4-16,-3 5-3 0,2 2-1 0,1 4-1 15,-3 1 0-15,2 3-1 0,-3 2 1 0,0 2 1 16,0 0-3-16,0-1-2 0,-3-1-2 16,3 1-2-16,-1 1-5 0,-1-3-4 0,0-1-1 15,2-2-4-15,0-3-1 0,2-1-1 16,0-1 0-16,-2-3 0 0,1-1-1 0,-1-1 2 16,3-2-1-16,-3-3 2 0,0 0 0 0,2-1 1 15,-2-1-2-15,0-1 0 0,3 1 0 0,-3-2-1 16,0-1 1-16,-3 3 0 0,3-4-1 15,0 1 1-15,-2 0-1 0,2-3 0 0,0 1-2 16,0-1 1-16,2-4 0 0,2-1 0 0,-1 0-2 16,2-6 2-16,0 0 0 0,3-2 1 0,1-4 0 15,1-1 0-15,1-2 1 0,2-2-1 0,-1 0 1 16,6-3 0-16,-4 0 0 0,5-2 0 0,0-1 0 16,2-1 0-16,0-1-1 0,0 2 0 15,3-3 1-15,0 1-1 0,1 0-1 0,0-1 1 16,1 3 1-16,1-2-1 0,-1 1 0 0,3 0 1 15,1 3-1-15,1-1 0 0,-1 2 0 0,2-1-2 16,3 1 2-16,-2 2-1 0,0-3 1 0,2 2 1 16,4-1 0-16,0-1 1 0,0 0 1 15,5-3 0-15,2 2-2 0,1-3 1 0,4-1-2 16,1 0 0-16,2 0 0 0,0-3 0 0,1 0-2 16,1 1 0-16,2-3 0 0,1 1 0 0,-3 1 1 15,4-2 1-15,2 0 2 0,1 3 1 0,2-3 0 16,3 0-1-16,2 0 0 0,1 2-1 0,0-2-2 15,1 4-1-15,1-2 1 0,0 1 1 16,0 1-1-16,1 0 2 0,2 0 1 0,3 2 0 16,1-2 0-16,0 2-2 0,2 2 0 0,-1-1-2 15,1 2 0-15,-1 3 1 0,-2-3 0 0,1 3 2 16,1 0 0-16,1 2 1 0,4-1 1 0,-3 2-1 16,1-2-2-16,0 3 0 0,1-1-2 0,1-1 2 15,-5 3 0-15,-1-4 1 0,1 0 0 16,3 0 1-16,-1-1 0 0,4 0 0 0,-3 0-2 15,3-3 0-15,-2 1-2 0,1-3 0 0,-4 0 2 16,2 1 1-16,1-2 1 0,2-1 1 0,2 0 0 16,1-2 0-16,-1-1-3 0,1 0-1 15,-2 0-1-15,2-2 1 0,-1 2 1 0,2-2 1 16,1 0 0-16,0-2 1 0,1 2-1 0,0-2-1 16,1 1-1-16,-4 0-2 0,2 1 1 0,-2 0 2 15,-2 0 0-15,1 0 0 0,1 0 2 0,-1 1 1 16,-2 0-2-16,1 1-1 0,-3 1-1 15,-1 0-2-15,-3 0 1 0,-1-1 0 0,0 4 1 16,-2-1 1-16,1-3 2 0,-1 3 1 0,1-2-1 16,-3 1-1-16,1-1-2 0,-2 1 0 0,-2 3-1 15,-3-3 0-15,-1 1 1 0,-5 1 1 0,1 0 1 16,-1 0 0-16,-1 1 1 0,2-1 0 16,-4 1-1-16,3-3-1 0,-3 2 0 0,1-2 0 15,-2-1-1-15,0 0-1 0,-1 0 0 0,-3-1 0 16,1-1 1-16,2-1 1 0,-6-1 0 0,3 1 2 15,-1-2-1-15,4-1 2 0,-4 2-1 16,2-2 0-16,0 1 0 0,-5 0-2 0,3 0 0 16,-1-1 0-16,-3 2 0 0,-1-1-1 0,1 0 0 15,-3 0 0-15,-1-1 0 0,-3 1 0 0,2 0 1 16,-3 1 1-16,-2-2 0 0,1 1 1 0,0-1 0 16,0 1 0-16,-2 1 0 0,-1 0-2 15,3-1 1-15,-3 2-1 0,-1 0 1 0,-2 0-1 16,-1 0 0-16,-2 2 0 0,-1-2 1 0,0 0-1 15,-2 0 0-15,-2-2 0 0,1-1 0 0,-1 0 0 16,-1-1 1-16,0-2-1 0,-1 0 0 16,3-2 0-16,-2 1 0 0,-2-2 0 0,1 0 1 0,0-2 0 15,0-1 1-15,0 0 1 0,1 0 0 0,2-1-1 16,-4 0 0-16,5-3 0 0,-1 0 0 0,1-1-1 16,1-1 1-16,0 2 0 0,-1-2-1 15,1-2 1-15,1 1-1 0,-2-2-1 0,-2 1 0 16,1-1 0-16,-3 0 0 0,1-1-2 0,0-1 1 15,-2-1 0-15,-2-2-1 0,0 1 0 0,-1-3 0 16,-1-2-1-16,1-2 0 0,0-1 1 0,-1-3 1 16,-2 0 1-16,1-3 0 0,0 0 2 0,-3-1-1 15,2 0 1-15,-3-1-2 0,-1 2 1 0,-2-2 0 16,-2 3 0-16,0 1 0 0,-3 1-1 0,-1 2 0 16,2 0 0-16,-5 0-1 0,0 1 0 15,-1 2-1-15,-1-2 0 0,1-1-1 0,-2 1 2 0,3-4 1 16,-3 0 0-16,1-4 1 0,1-2 2 0,3-2-1 15,-1-3-1-15,3-3 0 0,1 0 0 16,4-1 0-16,-2 3 0 0,1 0-1 0,1 2 1 16,-2 4-2-16,2 0 1 0,-4 6-1 0,1 1 1 15,1 3-1-15,-3 0 0 0,0 3 1 0,3 2 0 16,-5-1 1-16,1 2 0 0,-1-1 0 0,0 1 1 16,0-2 0-16,-1 1-1 0,-2-3 0 15,-1 3-1-15,0-1 1 0,1 0-1 0,-3 1 0 16,-3-3 0-16,1 1 0 0,-1 2-1 0,-1 1 0 15,0 0 0-15,-2 0-1 0,-2 1 1 16,1 3 0-16,1-1-1 0,-3 4 1 0,1 0 1 16,0-1-2-16,0 3 1 0,-1 0 0 0,0 2-1 15,0-1 1-15,0 2-1 0,1-3 0 0,0 2 0 16,0 1 0-16,-2-1 0 0,2 0 1 16,0 1 0-16,-2 0 1 0,2 2 0 0,-2 0 1 15,0 0 0-15,-2 1 1 0,1 0 0 0,-2 2 0 16,0-2 1-16,1 3-2 0,-2-2 1 0,-1 4 0 15,0-2-1-15,-1 1 1 0,0 0 0 16,-2 1 0-16,1 1-1 0,-2 0 0 0,2 0-1 16,-4 2 1-16,-1-2 0 0,1 2-1 0,-1-1 1 15,-1-1 0-15,-2 4 1 0,-1-4-2 0,-3 3-1 16,1-1 1-16,-4-1-1 0,1 0 0 16,-2 3-1-16,-2-1 1 0,-1 0 0 0,-2 1-1 0,0-1 0 15,0 2-1-15,-2-2 2 0,1 1 1 0,-3 2-1 16,-1-1 2-16,0 1 0 0,0 0 1 15,-5 0-1-15,1 0 1 0,0 1-1 0,-2-1 0 16,-2 0-2-16,-1 2 1 0,-2-2-1 16,2-2-1-16,-2 2-1 0,0-1 1 0,1-1 1 15,0-1 1-15,1 1 1 0,0-2 1 16,1 2 0-16,-1-4 0 0,0 3 0 0,1 1-1 16,-2-1 0-16,1-2-1 0,-2 0-1 0,2 1 1 15,-2 1-2-15,0-2 0 0,2 1 0 0,1 0 0 16,-1-1 1-16,3 1 1 0,-1-1 0 15,1 1 2-15,-1-2-1 0,3 0 1 0,0-1 0 16,-1-1-1-16,1 0 0 0,-1 2-1 16,0-2 0-16,2 1 0 0,-3 1 0 0,1-1-1 15,-1 2-1-15,5-1 0 0,-5 2 0 0,4-2 0 16,0 2 0-16,2-1 1 0,2-1 2 0,-3 1-1 16,2 1 2-16,2-2 0 0,0 0 0 15,0 1 0-15,2-2-2 0,-3 1 1 0,2 1-1 16,-1-1 0-16,-1 2 0 0,0-2 0 15,0 2 0-15,-2-3 0 0,1 1 0 0,0 1-1 16,2 1-1-16,-2-2 1 0,1 2-1 0,0-2-1 16,1 0 1-16,1-2 0 0,0 2 3 15,1-1 0-15,0-3 1 0,-2 2 1 0,1-3-2 16,1 0 1-16,0 1-2 0,-2-2-1 0,-1 2 1 16,0-1-1-16,-2 1 1 0,-3 0 0 15,3 2-2-15,-4 0 0 0,3 2 0 0,-3 0 0 16,-1 2 0-16,1 1 1 0,-1 0 1 0,-1 1 1 15,0 1 0-15,2-1 1 0,-4 2 0 16,3 0 0-16,-2 2 0 0,0-2 0 0,0 1-1 16,-2-1-1-16,0 2 0 0,1-1 0 15,-1 1-2-15,-1-1 0 0,0 1 0 0,0 1 1 16,1 0 2-16,1 0 1 0,-1 0 3 0,0-1 2 16,1 2 2-16,0-2-2 0,-1 0 0 15,3 1-2-15,-3-2-2 0,-2 3 0 0,2-2-2 16,0 3-1-16,-3-3 0 0,1 2-1 0,0 0-1 15,2 1 1-15,-4 1 1 0,3-1 0 16,2 1 1-16,-1 0 2 0,0-2 0 0,3-1 1 16,-2 2-1-16,2-1-1 0,0-1 1 15,-1 0-1-15,4 0-2 0,-5 0 1 0,7 0-1 16,-4-2-1-16,2 1 0 0,2 1-1 0,0-1 0 16,0-2 0-16,3 3-1 0,-1-2 3 0,2 2 0 15,0 1 1-15,0-4 1 0,-1 4 0 16,2-1 0-16,1 0-1 0,-2 0 0 0,-1 0-1 15,2 0 0-15,-3 0 1 0,0 1-1 16,1-1 1-16,-3 2-2 0,-1-1 1 0,2 1 0 16,-1-3-2-16,3 3 1 0,-1 0-1 0,0-3 0 15,3 3 2-15,-4-3 0 0,4 2 0 0,1-1 1 16,-2 1 1-16,1-4 1 0,1 4-1 16,0-2 0-16,1-1 0 0,1 0-1 0,-3 1 0 15,4-2 0-15,-3 0-1 0,1 0 0 16,1-2 0-16,-2 1 0 0,2 1-1 0,-1-3 0 15,2 1 0-15,0 0 0 0,1 2 0 0,-1-4 0 16,2 3-1-16,0-2 0 0,1 0 2 0,1 1 1 16,-1-1 1-16,0 0 0 0,1 0 1 15,1 0 1-15,-2 0 0 0,0 1 0 0,2 0-1 16,-1 0 1-16,1-1-1 0,0 2 0 16,-4-1 0-16,4 1 0 0,-3-1-2 0,0 1 1 15,0 1-1-15,-1-2 0 0,0 2-1 0,-1 0 0 16,-3 0 0-16,3 0-1 0,0 0 0 15,1 0 0-15,-3 0-1 0,1 2 0 0,-2-2 2 16,0 1 0-16,2-1 2 0,-2 0 1 0,0 0 2 16,0 0-1-16,0 0 0 0,1 0 0 15,-1 0 0-15,-1 0-1 0,1 0 0 0,0 0 0 16,-3 0 0-16,2 2-1 0,-1-1 0 0,0 1 0 16,1-1 0-16,-1 0 1 0,2 3-1 15,0-2 1-15,-1 3-1 0,-1 0 1 0,2 2-1 16,0-2 1-16,-1 0-1 0,3 2 1 15,-1 1 0-15,1-1-1 0,-1-1 0 0,3 0 0 16,-1 1 0-16,4-1 0 0,-3-1-1 0,4-1 0 16,0-1 0-16,0 0 0 0,2 0 0 15,4-1 0-15,-2-2 0 0,3 3-1 0,1-3 2 16,3 1 0-16,0-1 1 0,0 0 1 16,6 2 0-16,0-2-1 0,1 1 1 0,2-1-1 15,1 0-1-15,1 0 0 0,3 0-1 0,0 0 1 16,1-1 0-16,0 1 0 0,1-2-1 0,0 2 0 15,0 0-1-15,0-1 0 0,2 1 0 16,-1 0 0-16,0-3 0 0,-1 3 0 0,1 0 0 16,-1 0 0-16,2 0 0 0,-1 0 0 15,0 0 0-15,1 0-1 0,-1 0 1 0,-1 0 0 16,0 3 0-16,-1-2 0 0,0 2 0 0,1 1-1 16,-2-2 1-16,2 3 0 0,-2 0 0 15,-2-1-1-15,0 0 1 0,1 2 0 0,-1 0 0 16,1 0 0-16,-2 0 0 0,4 0 0 15,-3 1-1-15,2 0 1 0,0 0-1 0,1-1 0 16,-1 2 0-16,1-1 0 0,0 2-1 0,0-1 0 16,0 1-1-16,-1-2 0 0,1 2-5 15,-2-1-16-15,-1 0-36 0,-2-4-90 0,-4 0-221 16,2 1-273-16,-3-4-367 0,-4 2-476 16,-2-1-489-16,-1-1 257 0,-4 2 1117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18T08:17:24.28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1857 1416 43 0,'-1'-2'353'0,"-1"-1"267"0,-1 3 232 16,3-1 57-16,-2 1-232 0,1 1-140 0,1-1-94 15,-2 3-73-15,1-1-66 0,-1 2-44 0,2 2-53 16,0 1-1-16,3 4-2 0,2 3-4 0,0 1-13 0,1 1-25 15,0 6-16-15,1-1-44 0,-3 4-34 16,3 0-25-16,-2 2-16 0,2 3-7 0,0 0-7 0,-3-1-3 16,1-1-3-16,0 1-3 0,0-4 3 0,1 1-3 15,-3-2-2-15,2-2 0 0,-2-3-1 0,2 1 2 16,-2-2-2-16,-1-3 1 0,-1 0-2 0,1-2 1 16,-2-1 0-16,0-1-3 0,-2 0-38 0,-1-3-52 15,0-1-74-15,-2-3-137 0,-1-1-183 0,-1-1-315 16,-2-2-283-16,4-2-231 0,-3-3-30 0,0 1 422 15,-1-5 501-15</inkml:trace>
  <inkml:trace contextRef="#ctx0" brushRef="#br0" timeOffset="316.23">1721 1332 273 0,'0'-4'685'0,"2"2"308"0,1 0 68 0,-3-1-253 0,3 3-284 16,-1-1-153-16,-2 0-109 0,2-1-50 16,1 2-5-16,4 0 50 0,3 0-3 0,1 2-25 0,3-2-7 15,2 1-18-15,0 0-28 0,3 1-56 0,0-1-31 16,1-1-18-16,1 3-30 0,1-2-14 0,2 1-8 0,-1 0-4 16,0-2-4-16,0 1-5 0,1 1-1 0,1-1 0 15,-2-1-1-15,2 0-1 0,-1 2 1 0,-1-2 0 16,-2 0 2-16,1 0-1 0,-2 0-2 0,-2 1-1 15,-1-1-3-15,-2 2-2 0,-5 1-26 0,0 1-60 16,-7 0-69-16,-3 5-148 0,-1-1-233 0,-6 0-309 16,-1 4-319-16,-4 0-239 0,-1 1-28 0,-4 2 551 0</inkml:trace>
  <inkml:trace contextRef="#ctx0" brushRef="#br0" timeOffset="523.41">1734 2094 337 0,'0'7'623'0,"2"-1"203"0,1 0 101 0,1-3-219 15,4 2-199-15,-1-2-126 0,1-2-50 0,4 1-27 16,-2-2-49-16,1 1-69 0,5-2-63 0,2-1-38 16,0 1-21-16,1-2-15 0,3-2-12 0,2 1-7 0,1-2-6 15,0 0 0-15,2 1-15 0,0-2-6 0,0 1-4 16,0 0-5-16,3 0-22 0,-3 0-127 15,3 1-187-15,-3-1-287 0,0 2-268 0,-1-1-268 16,1 0-129-16,2 3 364 0,-2-2 508 0</inkml:trace>
  <inkml:trace contextRef="#ctx0" brushRef="#br0" timeOffset="3882.11">2675 1039 4 0,'3'-6'302'0,"-3"0"233"15,-2 0 232-15,-3-1 134 0,-4 1-212 0,0-3-137 16,-4-1-70-16,-1-3-65 0,-5-2-61 0,-5 0-47 16,-1-3-38-16,-5 3-32 0,-5 0-39 0,-3 2-32 15,-5-1-27-15,-1 4-40 0,-3-1-32 0,-3 5-30 16,-2 4 2-16,-1 4 1 0,0 0 3 0,-5 5 3 16,1 7-8-16,-3 1-5 0,1 4-17 0,-1 4-12 0,0 2-6 15,0 3-3-15,2 4-3 0,1 3 1 0,1 3 0 16,-2 1 4-16,1 7-3 0,0 6-1 0,4 2 11 15,5 6-1-15,4 6-3 0,6 5-4 0,6 4-1 16,7 4 2-16,7 7-11 0,6 0 11 16,10 3 2-16,7 0 14 0,12-4 3 0,7-2 1 15,11-6 6-15,11-6-10 0,7-4-6 0,11-11-10 16,2-5-3-16,5-8-2 0,5-8 0 0,5-8 9 16,1-7 6-16,5-7 8 0,1-7 7 0,3-10-8 15,2-6-4-15,0-9-2 0,2-10-2 0,-2-3-5 16,-3-9-8-16,-1-4 10 0,-7-4 0 0,-6-5-3 15,-5-5 3-15,-6 0 5 0,-5-8 2 0,-6 0-4 16,-5-3-1-16,-8 2-5 0,-8-3-6 0,-6 2 0 16,-8-1 1-16,-11 2-3 0,-8 0 3 0,-10 0 4 15,-10 4 5-15,-10-1-12 0,-8 3-5 0,-8 2 3 0,-9 4-4 16,-4 5-2-16,-7 4-5 0,0 5 4 0,-4 7 3 16,3 10 2-16,1 7-1 0,4 10 2 0,1 7-15 15,4 8-32-15,1 4-53 0,6 8-45 0,4 5-84 16,2 5-148-16,8 4-182 0,4 3-272 0,7 3-220 15,7 0-189-15,4 0 88 0,9-2 425 0</inkml:trace>
  <inkml:trace contextRef="#ctx0" brushRef="#br0" timeOffset="4464.72">4211 1186 249 0,'2'-4'725'0,"-2"-1"331"16,-2 2 57-16,2 3-195 0,-1 2-360 0,1 2-199 15,1 4-88-15,3 4-5 0,-1 4 22 16,3 7-1-16,-1 2-36 0,3 7-36 0,-2 4-35 15,-1 6-58-15,1 3-49 0,-1 5-28 0,0 2-16 16,-2 6-10-16,-2 2-11 0,1 2-1 0,-2 1-4 16,-2 0 5-16,2-1 2 0,-1 0-10 15,1-5-66-15,0-4-79 0,0-7-166 0,1-5-288 16,1-8-314-16,-1-7-358 0,3-6-231 0,-1-8 116 16,0-7 663-16</inkml:trace>
  <inkml:trace contextRef="#ctx0" brushRef="#br0" timeOffset="4915.35">4458 2151 385 0,'3'9'981'0,"-1"-3"298"0,1-2-71 15,0 1-216-15,-1-5-425 0,3-2-181 16,1-2-74-16,0-5-46 0,4-5-26 0,-1-2-29 15,5-7-48-15,1-1-57 0,2-4-40 0,-1-4-22 16,3 1-15-16,1-1-6 0,0 2-5 0,-2 3-8 16,0 1-5-16,-2 6-1 0,-2 5-1 0,-2 1 0 15,0 7-4-15,-2 5-1 0,0 4 1 0,-2 7 1 16,0 6-1-16,-2 4-1 0,-1 5 12 16,0 5 7-16,-2-1 0 0,3 2 1 0,-1 0-1 15,1-2-2-15,0 0-8 0,1-3-5 0,3-4-2 16,0-1-1-16,0-7 1 0,3-2 1 15,2-7 3-15,0-6-6 0,4-6 0 0,1-5-4 16,1-9-2-16,2-3 0 0,3-5-4 0,-1-2 6 16,-1 1 1-16,1 1 2 0,-1 1 1 0,-4 5-1 15,-2 4 1-15,1 4 0 0,-5 4 0 0,2 3 1 16,-3 5 0-16,-1 4 3 0,-1 4 0 0,-1 4 2 16,-1 5 1-16,-3 8 0 0,1 0-1 0,-2 6 0 15,-2 2 5-15,3 5 1 0,-3-1 0 16,3 0-2-16,1 2-3 0,-1-5-20 0,3 0-77 15,-1-2-86-15,2-5-176 0,-2-4-284 0,1-4-325 16,-1-4-373-16,0-7-221 0,-1-4 137 16,0-8 708-16</inkml:trace>
  <inkml:trace contextRef="#ctx0" brushRef="#br0" timeOffset="5131.47">5511 1382 99 0,'3'-47'677'0,"-1"8"476"0,0 7 116 15,-1 7-144-15,-1 2-399 0,3 9-269 0,1 6-97 0,2 5-59 16,0 7-32-16,2 5-25 0,0 8-26 0,1 6-52 16,-1 4-65-16,-1 9-38 0,-1 3-21 0,-1 9-13 15,1 4-6-15,0 3-5 0,-2 5-5 0,0 3-2 16,0 2-5-16,0-1-3 0,2 2-5 16,-1-4-4-16,0-5-33 0,0-5-71 0,1-4-93 15,-1-8-164-15,-1-5-290 0,1-6-331 0,-2-5-342 16,-1-7-192-16,0-4 187 0,-4-2 649 0</inkml:trace>
  <inkml:trace contextRef="#ctx0" brushRef="#br0" timeOffset="5348.67">5535 1752 90 0,'-3'1'754'0,"1"1"540"0,-4 1 69 16,3 3-196-16,1 0-331 0,-1 1-331 0,3 1-171 15,0 2-94-15,3-3-44 0,2 1-29 0,1 1-43 16,4-4-54-16,1-1-30 0,3 0-14 16,0-3-8-16,3-1-5 0,1-3-4 0,4-2-1 15,-2-1-7-15,1 0-39 0,0-1-67 0,-1-1-72 16,-4 1-149-16,1 2-204 0,-4 1-320 0,1-1-300 16,-1 2-218-16,-3 0-29 0,0 2 486 15,0 0 516-15</inkml:trace>
  <inkml:trace contextRef="#ctx0" brushRef="#br0" timeOffset="5632.02">5878 1796 220 0,'6'11'430'0,"1"3"211"0,-1 1 162 16,3 0-69-16,-2 1-83 0,1 0-72 0,3 3-72 15,-2 0-84-15,1 1-100 0,2-1-118 0,-2-1-77 16,0 2-49-16,0-2-26 0,0-2-14 0,1 2-8 16,0-3-4-16,-3-2-13 0,2 0-5 0,0-4-8 15,-3-2-2-15,-1-1 6 0,-1-5 12 0,0-1 6 16,2-2 5-16,-3-6 4 0,0-2 1 15,0-4-8-15,-1-2-9 0,0-2-1 0,0-2 12 16,-1-1 9-16,-2 0 0 0,3-1 3 0,-3-1-3 16,2 3-3-16,-1-3-13 0,2 6-9 15,-1 1-2-15,1 2-9 0,-2 1 0 0,4 1-5 16,-3 2-6-16,4 3-3 0,-1 2 0 0,1 1 3 16,-1 2-12-16,1 4-23 0,1 1-29 0,-1 2-89 15,-1-3-137-15,2 3-192 0,0 1-283 16,-1-1-259-16,4-1-204 0,-1 0 104 0,2 0 423 15</inkml:trace>
  <inkml:trace contextRef="#ctx0" brushRef="#br0" timeOffset="5884.3">6453 2038 347 0,'8'29'651'0,"-1"-2"253"16,-1-2 68-16,1-2-285 0,0-4-285 0,3-3-163 15,-2-4-77-15,1-2-70 0,1-4-33 0,-1-6-19 16,4-5-6-16,-4-1-6 0,3-9 13 15,-2-1 35-15,0-3 47 0,-2-4 36 0,-2 2 24 16,0-2 23-16,-4-1 41 0,-1 2 15 0,-2-2-13 16,-1 1-26-16,-2 1-21 0,-2-1-22 0,-1 3-41 15,-1 1-45-15,-3 4-28 0,2 5-20 0,-3 4-14 16,0 3-12-16,1 4-15 0,1 3-5 16,-2 6-18-16,4-3-59 0,-2 5-60 0,1 1-117 15,4 0-183-15,0 2-303 0,2 0-321 0,3 0-251 16,3 2-140-16,2-2 342 0,8 1 595 0</inkml:trace>
  <inkml:trace contextRef="#ctx0" brushRef="#br0" timeOffset="8849.87">11001 1345 44 0,'-7'-3'384'0,"-1"-1"289"0,-1 1 256 0,3 0 68 16,3 1-320-16,-1 0-161 0,1 1-93 0,2 0-87 16,-1-1-94-16,2 2-37 0,3-1-26 0,2 1 2 15,5 0 12-15,5 1 15 0,1-1 14 0,6 2-16 16,4-1-25-16,2-1-45 0,2 0-31 0,3 1-28 15,0 1-16-15,1 1-10 0,-3 0-2 0,1 3-2 16,-2 2-5-16,-3-1-4 0,-2 5 2 0,-4-3-2 16,-4 7 0-16,0 0-1 0,-7 1-1 15,-2 2 1-15,-3 5-1 0,-4 1-3 0,-4 1-4 16,-3 5-3-16,-4-1-2 0,-2 5-2 0,-3 0-3 16,0 5-5-16,-3-1-2 0,1-1-3 0,-1 0-2 15,3 1 3-15,0-3-1 0,1-1 3 16,3-4-1-16,3-1-1 0,0-1 0 0,5-5-5 15,0-2-3-15,3-4-2 0,3-1-1 0,5-3 0 16,-2-3-2-16,5-3-1 0,1-1 1 0,3-3-1 16,1-6-1-16,3-3-1 0,1-4-9 0,1-1-18 15,1-2-36-15,0-4-75 0,-4 1-95 0,2-4-169 16,-1 1-290-16,-3 0-334 0,0-1-357 0,-2 1-191 16,0 1 170-16,-3-1 675 0</inkml:trace>
  <inkml:trace contextRef="#ctx0" brushRef="#br0" timeOffset="9232.45">11701 1674 34 0,'3'6'520'15,"-1"3"424"-15,3 0 245 0,-2 0-13 16,0 4-285-16,3 2-225 0,1 0-155 0,1 6-109 16,-2-1-86-16,3 1-63 0,2 1-68 0,-1 1-82 15,2 1-44-15,0-2-15 0,-1 1-10 0,3-1-1 16,-3 1-3-16,3 0-2 0,-3-3-3 15,3 1-2-15,-4 1-1 0,0-5-9 0,-1 1-6 16,2-3-3-16,-5-1 0 0,3-1-3 0,-5-3 0 16,2-5 11-16,-3 1 15 0,-1-1 9 0,0-4 5 15,-1-2 3-15,-1-4-1 0,0-4-9 0,0-1-12 16,-1-5-9-16,-1-4-5 0,2 0-7 0,-2-3-5 16,1-6-2-16,-1 0-2 0,2-3-2 0,0-1-1 15,0-1 10-15,3 0 4 0,-1 2 3 16,4 0 1-16,-1 5 1 0,0 2 0 0,4 1-5 15,-1 3-2-15,0 4-2 0,0 3-2 0,3 1 1 16,0 1-1-16,2 4-1 0,-2-1 1 16,2 4-1-16,2-1 1 0,-2 2-1 0,1 3 1 15,1-1-2-15,0 2-1 0,-2 1-12 0,4 0-18 16,-4 2-45-16,0-2-72 0,3 3-87 0,-7 1-151 16,5 0-248-16,-4 2-321 0,1-1-299 0,1 4-194 15,-2-3 52-15,0 5 554 0</inkml:trace>
  <inkml:trace contextRef="#ctx0" brushRef="#br0" timeOffset="9917.03">12849 1461 13 0,'3'-17'585'0,"-1"-2"570"16,-5 4 336-16,-2 0-84 0,0 3-352 0,-4 3-412 15,-1 1-214-15,-2 5-124 0,-1 3-106 0,-3 3-71 16,-3 5-43-16,2 6-27 0,-4 3-12 16,2 7-6-16,0 5-3 0,0 7 3 0,0 4-2 15,4 8 2-15,0 8-3 0,1 5-4 0,1 4-6 16,5-1-7-16,4 2-6 0,4-8-8 0,7 0-4 16,6-11-2-16,4-6-2 0,6-7 0 0,5-9-1 15,3-9 2-15,0-8 0 0,2-8-1 0,2-6 0 16,-4-9 1-16,-2-6 0 0,1-5-1 15,-4-5 1-15,-3-5 0 0,-6 0 1 0,-2-5 1 16,-6 0 0-16,0 1 2 0,-7-2 0 0,-4 2 0 16,-5-2-1-16,-3-1 0 0,-1 2-1 0,-3-1 2 15,-2 0 1-15,-3 6-1 0,0 0 1 0,0 6 0 16,-3 5 0-16,1 2-2 0,1 9-2 0,-2 3 0 16,0 9-2-16,3 4-1 0,-2 8-1 15,2 3 0-15,2 4 0 0,1 4 0 0,3 4 1 16,2 2 1-16,2 3-1 0,4 2-5 0,2 2-15 15,1 0-23-15,2 1-64 0,2 1-76 0,1-2-148 16,2-3-268-16,4 1-317 0,-1-4-379 16,5-3-275-16,-1-3-31 0,3-2 646 0</inkml:trace>
  <inkml:trace contextRef="#ctx0" brushRef="#br0" timeOffset="10265.1">13246 1861 223 0,'3'3'897'15,"-1"2"428"-15,-1-1 11 0,1 2-122 0,1 0-419 16,2-2-302-16,-1 1-160 0,1 0-84 0,2-1-54 16,-1 0-73-16,3 2-54 0,2-2-31 0,-1-1-17 15,4 1-9-15,-3 0-6 0,3 3-3 16,-2-1-1-16,-1 3 0 0,1-1-1 0,-4 3 0 15,-1 2 0-15,-4 1 0 0,-3 4 0 0,-3 0 12 16,-4 3 11-16,-3 3 17 0,-3 1 15 0,-2 5 17 16,0-1 13-16,-2 4 3 0,0 0-3 15,1 3-6-15,-1 3-12 0,-2 0-13 0,5 2-13 16,-1-2-12-16,3 0-10 0,2-3-8 0,6-3-5 16,0-5-4-16,4-1-1 0,4-4-2 0,0-4-1 15,6-4-14-15,2-3-22 0,1-4-59 16,2-4-84-16,0-2-174 0,4-5-283 0,0 0-344 15,3-1-421-15,0-1-320 0,2-1 77 0,0 1 821 16</inkml:trace>
  <inkml:trace contextRef="#ctx0" brushRef="#br0" timeOffset="10632.79">14489 2050 85 0,'-18'-4'619'15,"1"4"453"-15,3 0 162 0,1 0-99 16,4 0-360-16,2 4-243 0,4-1-104 0,3 1-75 16,2 3-47-16,2-2-42 0,5 0-48 0,0-1-76 15,3 1-55-15,4-2-34 0,2 0-21 0,2-3-13 16,5 0-5-16,-1-3-6 0,3 2-2 0,3-4-4 16,0-1-4-16,0 1-3 0,0-1-34 15,-3 0-77-15,-2-1-100 0,-1 1-196 0,-5 0-291 16,0-1-344-16,-3-1-340 0,-2 1-158 0,-4-2 302 15,-4 0 692-15</inkml:trace>
  <inkml:trace contextRef="#ctx0" brushRef="#br0" timeOffset="10883.28">14751 1757 20 0,'-1'1'536'15,"1"0"474"-15,0 1 205 0,1-2-65 16,4 2-327-16,3-1-286 0,6 2-166 0,2-1-65 15,3-2-36-15,3 1-37 0,0 0-37 0,5 1-51 16,3-1-49-16,0 1-40 0,0 0-26 0,2 2-11 16,0 2-6-16,-2 2-5 0,-2 2-4 0,0 3-3 15,-6 2 1-15,-4 3-2 0,-2 3-2 16,-7 2-3-16,-4 5 1 0,-7 0-13 0,-4 4-31 16,-4 1-47-16,-5 0-42 0,-3 2-41 0,-4-1-69 15,-1-4-108-15,-3-2-126 0,2-2-204 0,-1-2-237 16,1-5-224-16,-1-2-63 0,0-3 281 15,4-3 435-15</inkml:trace>
  <inkml:trace contextRef="#ctx0" brushRef="#br0" timeOffset="11215.71">16324 1819 32 0,'-12'-25'635'16,"-4"0"557"-16,3 0 246 0,-2 4-94 15,3 5-338-15,0 3-435 0,1 3-193 0,-1 4-109 16,2 6-88-16,-2 4-70 0,1 6-40 0,1 5-27 15,-3 7-16-15,0 6-9 0,5 1-5 0,0 6-3 16,0 1-6-16,5 3-4 0,1 1-1 16,2 2-3-16,2 0-2 0,1-3-3 0,5 0-3 15,0-3-56-15,3-4-67 0,0-4-123 0,2-5-203 16,4-4-300-16,-1-4-356 0,3-6-281 0,1-6-127 16,0-6 422-16,2-5 635 0</inkml:trace>
  <inkml:trace contextRef="#ctx0" brushRef="#br0" timeOffset="11499.3">16823 1935 472 0,'1'22'1061'0,"-4"3"241"0,-2 3-109 16,0 1-166-16,-3 3-430 0,2 3-194 0,2-2-99 16,-1-1-53-16,3-3-34 0,2-2-59 15,5-6-69-15,6-5-42 0,2-3-20 0,1-8-13 16,6-5-6-16,4-7-4 0,0-6-2 0,-2-4-2 15,2-7 0-15,-1-1 3 0,-2-5-1 0,-5-2 1 16,-2 0 0-16,-6 0 1 0,-5 0 0 16,-5 1-1-16,-6 1 1 0,-6 1-1 0,-6 2 0 15,-3 2-1-15,-2 6-1 0,-3 3-1 0,-1 7 1 16,1 5-1-16,0 5-2 0,2 7-2 0,2 4-1 16,4 4-3-16,1 6-41 0,5-1-68 0,2 3-103 15,5 2-183-15,5-1-291 0,4 1-335 16,5 0-313-16,5-3-154 0,2 0 291 0,8 0 644 15</inkml:trace>
  <inkml:trace contextRef="#ctx0" brushRef="#br0" timeOffset="11933">18712 1138 169 0,'6'1'714'0,"-4"6"423"16,-2 5 114-16,0 4-88 0,1 6-359 0,-1 9-241 16,0 5-135-16,-1 6-95 0,-1 3-63 0,0 6-55 15,-1 5-84-15,-3 3-52 0,2 6-32 16,-3 2-15-16,1 2-8 0,-1 0-9 0,-2 2 0 15,4-4-3-15,0-3-2 0,2-6 0 0,3-4-9 16,2-6-24-16,3-5-75 0,0-6-90 0,-1-5-170 16,2-6-287-16,-3-8-333 0,-1-5-374 15,-2-4-205-15,-5-8 165 0,-1-3 694 0</inkml:trace>
  <inkml:trace contextRef="#ctx0" brushRef="#br0" timeOffset="12132.44">18334 1711 312 0,'9'-3'908'0,"-1"2"317"0,4 1-24 0,0 1-178 15,4 2-512-15,3 2-264 0,4-1-120 0,1 2-57 16,5-1-36-16,3-1-18 0,2 0-7 0,7 1-5 16,0-3-5-16,2 1-3 0,3 0-1 15,0 0-26-15,1-1-119 0,-4 0-170 0,1 2-292 16,-6-2-261-16,-1 3-257 0,-4-1-101 0,-5 2 342 15,-3-1 467-15</inkml:trace>
  <inkml:trace contextRef="#ctx0" brushRef="#br0" timeOffset="12366.58">19125 2069 65 0,'-4'37'567'0,"1"2"413"0,0-2 172 0,0 0-45 16,0-6-367-16,3-2-314 0,3-3-172 0,1-5-88 15,5-6-43-15,3-6-21 0,6-5 5 0,0-5 27 16,3-6 28-16,4-7 20 0,1-4 15 15,-3-4-12-15,1-4-25 0,-2-2-31 0,-1 1-28 16,-5-2-22-16,-4 0-25 0,-4 4-13 0,-5 1-14 16,-3 2-9-16,-4 1-7 0,-5 1-5 0,0 2-5 15,-3 5-3-15,-1 4-2 0,-1 2-5 0,-1 7-19 16,-2 4-56-16,3 5-60 0,-2 4-88 0,3 5-162 16,1 5-280-16,4 1-307 0,1 1-250 15,6 4-179-15,1-1 161 0,3 1 571 0</inkml:trace>
  <inkml:trace contextRef="#ctx0" brushRef="#br0" timeOffset="12982.13">20766 1836 72 0,'22'-9'462'0,"0"1"291"16,-1 3 254-16,2 1 87 0,4 1-366 0,0 2-223 16,1-1-79-16,2 2-17 0,4 2-54 0,-4 0-53 15,-4 2-29-15,1 0-31 0,-6 1-34 16,-2 4-41-16,-5 0-37 0,-3 1-28 0,-4 2-26 15,-7 4-16-15,-7 3-15 0,-7 5-10 0,-2 1-8 16,-7 5-8-16,-4 3-5 0,-5 3-5 0,0 0-4 16,-1 3-2-16,-2-1-3 0,2 1 3 0,1 0 1 15,2-3-1-15,5 0-2 0,5-5-1 0,4-2-3 16,5-4-9-16,6-3-27 0,5-4-62 0,5-5-68 16,6-4-134-16,5-5-216 0,7-2-312 15,6-7-330-15,6-1-255 0,4-5-96 0,5-6 477 16,4 2 615-16</inkml:trace>
  <inkml:trace contextRef="#ctx0" brushRef="#br0" timeOffset="13289.05">21601 2046 85 0,'4'-8'924'0,"-8"2"702"0,-8 5-23 16,-5 2-323-16,-7 6-409 0,-4 7-371 0,-6 3-233 16,-3 4-107-16,-3 4-54 0,1 4-29 15,1 1-21-15,3 2-16 0,0-3-11 0,11 4-7 16,2-6-7-16,8 0-5 0,10-4-4 0,4 0-3 15,7-9-3-15,6-2-2 0,7-7-1 0,4-5-2 16,6-5-2-16,6-7-5 0,2-4-5 16,0-7-7-16,2-1-3 0,-1-1-2 0,-4-1 0 15,-2-2 6-15,-4 2 4 0,-7 5 10 0,-1-2 6 16,-6 7 10-16,-3 3 8 0,-8 3 4 0,0 2 4 16,-4 5 0-16,-4 3-1 0,-2 4-7 0,-4 7-3 15,0 1-4-15,-2 4-3 0,-2 5 0 0,5 1-2 16,-1 3-1-16,4 0-3 0,-2 2 0 15,8 2-5-15,2 2-22 0,4-2-78 0,2 0-89 16,1 1-173-16,5-4-286 0,2-1-341 0,5-1-396 16,2-2-204-16,3-5 157 0,6 0 726 0</inkml:trace>
  <inkml:trace contextRef="#ctx0" brushRef="#br0" timeOffset="14182.58">23702 2520 138 0,'-5'9'698'0,"4"-3"421"15,-3-3 88-15,1-3-131 0,5-3-423 0,1-5-294 16,5-5-138-16,1-5-47 0,4-5 17 0,4-4 33 15,5-6 5-15,1-3-5 0,4-6-14 0,1-3-34 16,0-1-43-16,2-2-44 0,2 4-21 0,-3 2-16 16,-3 3-16-16,-4 7-6 0,-2 6-4 0,-5 5-2 15,-2 4-7-15,-5 6-5 0,0 5-1 16,-7 8-2-16,-1 9-1 0,-1 4-1 0,-9 10-2 16,2 5-2-16,-3 7-2 0,-1 4 0 0,1 1-1 15,-2 4 2-15,-1-1 1 0,4 1 2 0,-1 0 1 16,3-5-2-16,4-2 2 0,0-5-4 15,3-3-1-15,2-6-1 0,4-4 1 0,3-6 0 16,4-7-1-16,1-6 0 0,8-8-1 0,2-7 1 16,5-8 0-16,2-5-1 0,1-5 0 0,5-4 2 15,-1-1 3-15,-2-2 0 0,2 3 7 16,-5 0 3-16,-1 3 2 0,-4 4 1 0,-6 4-1 16,-2 6 1-16,-5 3-2 0,-2 5-3 0,-5 2-2 15,-2 7 0-15,-4 5-1 0,-2 5-4 0,-7 5-1 16,1 5-1-16,-3 2 0 0,-1 3 1 15,0 6-1-15,-3-1 3 0,5 0-2 0,1 3 1 16,0 0-2-16,3-2-1 0,2 0 0 0,4-5-1 16,1-1 0-16,1-4-1 0,6-4 2 0,2-6-1 15,4-4-1-15,4-6 1 0,4-6 0 0,2-5 0 16,6-5-1-16,1-4-1 0,1-4 1 0,3-2-2 16,-3 2 0-16,-1 0-1 0,-1 2 1 0,-2 2-1 15,-5 5 1-15,-2 2 0 0,1 1-1 16,-3 6 0-16,-5 1 0 0,-1 7 0 0,-6 1 0 15,-1 5-1-15,-2 4-6 0,-8 5-7 0,-1 4-19 16,-2 0-40-16,-2 6-70 0,0-2-73 16,1-2-141-16,1 1-227 0,4-2-304 0,-1-3-302 15,8-5-205-15,0-3-26 0,4-5 506 0</inkml:trace>
  <inkml:trace contextRef="#ctx0" brushRef="#br0" timeOffset="14632.44">25071 2302 42 0,'7'-10'616'0,"-4"4"571"0,-2 2 281 0,-2 0-88 16,-4 5-383-16,-2 4-378 0,-1 1-208 0,-1 3-129 16,0 2-96-16,-3 4-74 0,2 4-42 0,-2-2-27 15,4 4-15-15,0-1-8 0,4 3-7 0,2 1-5 16,4-2-2-16,6 1-3 0,0-4-3 0,6-3 0 16,3-1-1-16,5-5-1 0,5-2-2 15,0-6-1-15,5-2 0 0,2-4-3 0,3-4-4 16,-1-3-1-16,1-6-2 0,-1 0 0 0,2-3 0 15,-3-3 3-15,-4 1 4 0,-1-1 3 16,-1-2 2-16,-7 1 1 0,2-2 4 0,-6 1 0 16,0 0 3-16,-1-5-2 0,-4-1 2 0,3-2 2 15,-3-3-3-15,2-3-1 0,0-4 2 0,-1-7-1 16,2 0-3-16,-1-8-2 0,1-3-1 0,1-4 1 16,0-2 1-16,-2-4 2 0,0 2 4 0,-3-1 5 15,-1 7 7-15,0 3 7 0,-1 7 8 0,-6 8 4 16,1 6 3-16,-3 8-1 0,-1 7-4 0,1 4-9 15,-2 7-7-15,-2 7-8 0,-1 8-4 0,-2 6-4 16,1 10-2-16,-2 8 0 0,-2 6-1 0,0 9 0 16,0 6 3-16,-2 8 8 0,-1 7 6 0,-2 7 4 15,-4 7 2-15,-2 7 0 0,2 5-2 0,-5 2-10 16,0 0-4-16,2 0-4 0,2-6-2 0,6-3-2 16,3-4-5-16,8-10-16 0,1-6-42 15,1-5-83-15,7-11-142 0,-3-6-262 0,3-7-318 16,0-7-386-16,-1-7-392 0,1-6-46 0,-1-7 667 15</inkml:trace>
  <inkml:trace contextRef="#ctx0" brushRef="#br0" timeOffset="15098.32">25606 2219 502 0,'-8'-20'1249'0,"-4"3"345"0,0 5-187 0,2 3-328 15,2 1-494-15,3 6-227 0,2 0-150 0,3 5-83 16,3 0-44-16,6 5-25 0,2-1-15 15,6 0-8-15,7 3-3 0,1-1-10 0,8 0-9 16,3-3-1-16,4 2-3 0,3-4 0 0,3 1-3 16,1 0-1-16,2 1 0 0,0 0-2 0,-1 3-1 15,-3 0 0-15,-3 3 0 0,-3 3-1 0,-2 0 2 16,-6 3 0-16,-1 3 2 0,-4-2 0 0,-4 3 0 16,-4 0 1-16,-2 3 1 0,-4-3-2 15,-2 0-1-15,-2-2 0 0,-1 1 0 0,-2-3-2 16,1-2 0-16,-3 2 0 0,2-3 0 0,-2 0-1 15,2 0-1-15,-2-2-1 0,2 4-1 0,1-2 1 16,-2 0-1-16,1 0-1 0,3 0-7 16,-1 0-23-16,2-6-44 0,0 1-57 0,1-6-53 15,2-4-52-15,0-3-67 0,2-4-60 0,-1-6-22 16,1-5 19-16,2-1 24 0,-2-4 24 0,2-3 60 16,-4 1 83-16,1-1 70 0,-2-4 44 0,-1 2 24 15,0 0 34-15,-2-1 64 0,2 1 82 16,-2 3 77-16,-2 3 43 0,-3 3 30 0,1 3 15 15,-4 3-19-15,0 6-25 0,0 3-8 0,-4 4-2 16,-1 5-19-16,1 3-29 0,-2 7-33 0,-1 1-40 16,-1 3-43-16,0 6-38 0,1 3-22 0,-1 2-15 15,4 4-8-15,1-1-14 0,3 3-69 0,5-4-63 16,2 0-103-16,5-4-164 0,2-2-231 0,7-5-324 16,2 0-230-16,5-5-163 0,2-3 176 15,6-3 505-15</inkml:trace>
  <inkml:trace contextRef="#ctx0" brushRef="#br0" timeOffset="15382.35">27146 2719 45 0,'17'-12'609'0,"-7"5"684"0,-3-2 329 0,-5 1-179 16,-2 2-432-16,-6 2-346 0,-2 0-209 0,0 2-157 15,-5 4-106-15,2-1-61 0,0 3-42 0,-3 2-30 16,3 2-21-16,1 0-15 0,-1 3-9 16,5 1-7-16,1 1-5 0,3 0-2 0,4-1-2 15,4 0-1-15,4-2-1 0,4-2 0 0,4-4-1 16,4-1 0-16,1-1 1 0,7-4-1 0,2-3 0 15,3 1 1-15,1-2 0 0,7-2 0 0,-4 3 2 16,4 0 2-16,-1 1 1 0,0 2 2 16,-1 2 1-16,1 5 1 0,-3-1 0 0,-3 7 3 15,-3 1 2-15,0 2 1 0,-4 4-1 0,-2 1-2 16,-2 1 0-16,-2 1-5 0,3 2-4 0,-5-4-2 16,2 4-6-16,-1-6-12 0,-2 1-25 15,-2-3-73-15,-3-3-114 0,-1-2-229 0,-6-3-302 16,0 2-381-16,-1-3-464 0,0-4-197 0,-4 2 466 15,0-4 866-15</inkml:trace>
  <inkml:trace contextRef="#ctx0" brushRef="#br0" timeOffset="17288.22">11346 4060 306 0,'1'0'927'0,"-1"3"347"0,-3 0-21 15,2 2-98-15,1 6-432 0,-4 6-234 0,4 4-124 16,-1 7-65-16,-1 8-47 0,0 6-67 15,1 7-58-15,-1 5-28 0,-1 6-14 16,1 4-10-16,-1 4-5 0,-3 3-9 0,1 4-7 16,1 4-12-16,-1 1-11 0,-2-2-9 0,1 2-9 15,-2-3-3-15,2-2-4 0,0-2-3 0,1-4 0 16,1-3-2-16,0-4 2 0,-1-5-3 16,2-6-1-16,3-5-4 0,-3-3-8 0,3-8-17 15,0-5-29-15,-2-5-72 0,1-5-89 0,-1-5-174 16,-3-7-285-16,0-4-332 0,-2-5-386 15,-1-4-222-15,0-8 133 0,0-2 724 0</inkml:trace>
  <inkml:trace contextRef="#ctx0" brushRef="#br0" timeOffset="17532.83">11257 4193 212 0,'11'-8'729'0,"2"1"338"0,2-1 127 16,0 3-73-16,5 2-362 0,4 2-203 0,3 2-111 15,4 1-60-15,4 1-78 0,3 0-64 0,5 0-82 16,7 0-51-16,4 0-31 0,6-2-17 16,3-1-9-16,2 0-8 0,3-1-13 0,1-2-9 15,0 0-3-15,-1 0-9 0,-2 0-4 0,-1-2-3 16,-2 2-1-16,-4 1-3 0,-4-1-16 15,-4 6-53-15,-7-3-78 0,-6 4-158 0,-8 0-269 16,-3 2-319-16,-7 1-390 0,-4 0-330 0,-6 0 3 16,-2 1 713-16</inkml:trace>
  <inkml:trace contextRef="#ctx0" brushRef="#br0" timeOffset="18132.8">12939 3682 342 0,'13'-12'750'16,"-2"-1"362"-16,-5 1 91 0,2 1-203 15,-2 3-164-15,-3 1-174 0,-1 2-151 0,-2 3-120 16,-3 2-81-16,-3 1-94 0,0 3-82 16,-4 5-45-16,-4 1-25 0,-1 6-17 0,-3 3-11 15,-3 4-10-15,-3 4-9 0,-3 2-6 0,-3 3-4 16,0 0-2-16,-3 2-2 0,1 2 0 0,-2-3-3 16,2 3-3-16,0-5-2 0,4-1-12 15,1-3-31-15,0-3-79 0,2-3-105 16,3-3-193-16,-4-2-296 0,1-5-351 0,0-2-395 15,-2-3-169-15,-1-6 299 0,-2 0 742 0</inkml:trace>
  <inkml:trace contextRef="#ctx0" brushRef="#br0" timeOffset="18482.59">11478 3879 28 0,'-17'10'440'0,"2"1"355"0,-3-1 250 0,-1 1 61 16,4 0-315-16,0-4-272 0,4 0-129 15,1 1-88-15,4-3-71 0,1-3-65 16,8-2-52-16,5-4-41 0,5-5-39 0,7-3-16 0,5-7-10 16,7-2-1-16,6-5 4 0,5-3-2 15,4-2 7-15,5-3-4 0,4 0 2 0,-1 1-8 16,1 0-6-16,-3 5-13 0,-2 1-33 0,-4 6-127 16,-5 3-208-16,-6 3-281 0,-4 5-281 15,-7-1-270-15,-6 6-130 0,-5 2 393 16,-3 0 550-16</inkml:trace>
  <inkml:trace contextRef="#ctx0" brushRef="#br0" timeOffset="18765.16">12078 3559 317 0,'15'5'549'0,"1"-1"228"0,6-1 160 16,5 0-211-16,3-1-158 0,5-2-84 0,3-2-57 15,6-1-65-15,2-1-85 0,4-2-79 0,3-1-75 16,4 1-47-16,1-1-28 0,-2 0-21 16,0 0-16-16,-3 1-9 0,-1 2-10 0,-2 0-2 15,-3 1-3-15,-5 2-13 0,-2 1-60 0,-6 1-144 16,-4 0-210-16,-3 1-281 0,-2 1-271 15,-1 1-234-15,-5-1 48 0,0 0 453 0</inkml:trace>
  <inkml:trace contextRef="#ctx0" brushRef="#br0" timeOffset="19032.09">13373 3553 351 0,'-8'18'921'16,"-2"3"345"-16,-1 3 76 0,0 2-193 0,0 2-379 15,-2 4-259-15,2 4-138 0,-1-1-86 16,0 6-87-16,0 2-79 0,-1 3-49 0,0 0-30 16,1 6-18-16,-1-2-11 0,0 3-6 0,3 2-5 15,0 1-3-15,-1-1-5 0,0 1-14 16,0 0-60-16,-2 0-75 0,-1 4-136 0,-3 2-204 15,-1 1-313-15,-2 3-353 0,-4 2-268 0,2-2-86 16,-5 2 481-16,-2-2 602 0</inkml:trace>
  <inkml:trace contextRef="#ctx0" brushRef="#br0" timeOffset="19364.73">12561 5228 233 0,'5'6'843'0,"-2"-2"385"16,2 0 37-16,3 2-58 0,0-3-410 15,5 0-270-15,2 0-140 0,4-4-81 0,3-5-60 16,5-2-88-16,3-5-67 0,2-5-42 16,3-2-22-16,3-5-12 0,1-2-8 0,-1-5-6 15,2 1-1-15,-1-1-2 0,-3 1-3 0,-1 2-9 16,-5-1-47-16,-3 4-71 0,-3 1-80 0,-3 3-142 16,-7 4-193-16,0 2-326 0,-6 3-278 15,-2 2-189-15,-2 4-12 0,-2 2 444 0,-6 4 490 16</inkml:trace>
  <inkml:trace contextRef="#ctx0" brushRef="#br0" timeOffset="19681.53">11376 5691 233 0,'-5'16'847'0,"0"-2"373"0,3-1 2 0,4-5-172 16,6-1-467-16,4-2-281 0,5-4-89 15,3-3-3-15,8-6-3 0,4-3-6 0,8-7-13 16,5-6-24-16,5-4-46 0,5-5-57 0,5-6-28 15,2-3-22-15,1-2-9 0,-2-3-6 0,3-2-66 16,-6 0-64-16,1 2-159 0,-6 0-284 16,-5 2-295-16,-1-1-346 0,-6 1-212 0,-2 3 61 15,-8 0 625-15</inkml:trace>
  <inkml:trace contextRef="#ctx0" brushRef="#br0" timeOffset="19914.71">12633 4082 74 0,'-2'14'630'0,"-3"4"462"0,0 3 141 16,-3 5-99-16,1 2-310 0,0 4-251 16,-1 7-143-16,0 2-80 0,-2 3-52 0,-2 4-44 15,0 3-65-15,1 3-76 0,-2 3-49 16,-1 5-25-16,1 0-19 0,1 5-9 0,0-2-9 15,1 2-16-15,2-2-77 0,3-4-100 0,1-4-184 16,2-3-284-16,1-8-329 0,2-3-396 16,2-2-187-16,-1-5 239 0,2-3 709 0</inkml:trace>
  <inkml:trace contextRef="#ctx0" brushRef="#br0" timeOffset="21391.02">15309 4296 64 0,'4'-10'577'16,"-3"2"447"-16,-1-2 176 0,0 3-77 15,0 1-368-15,0 2-314 0,0-1-139 0,0 4-60 16,2-1 27-16,-1 2-3 0,1 2-12 15,4 1-23-15,-3 3-33 0,2 1-37 0,-2 3-58 16,2 4-30-16,0 3-22 0,-2 2-12 0,1 2-13 16,0 4-5-16,-3 0-6 0,1 0-5 15,-1 0-4-15,1-2-1 0,1 0-3 0,0-5-2 16,2-2-1-16,0-2 1 0,4-5-1 0,-1-3 1 16,4-6 2-16,1-4 1 0,2-7-2 15,2-4 1-15,2-3-2 0,2-5 0 0,-1 0 0 16,1-3 0-16,1 2-2 0,-2-1 1 15,-2 4-1-15,-1 2 0 0,-1 6-1 0,-3 1 3 16,-2 4-1-16,0 6 1 0,-3 2 1 0,-2 4 0 16,1 8 1-16,-3 3-1 0,-2 1 1 0,2 6-1 15,-1 0 0-15,-3 1-1 0,2 2 0 16,1-1 0-16,2-2 2 0,-2-1 0 0,4 0-1 16,0-1 1-16,1-4-1 0,2-1 0 15,1-4-2-15,3 0 0 0,2-7-2 0,3-4 1 16,1 0 0-16,0-7 2 0,2-1-1 0,0-4-1 15,1-2 1-15,0-2-2 0,0-2 0 16,-1-2-2-16,-1-1 1 0,-2 0 2 0,0 1 0 16,-5 1 2-16,2 2 0 0,-6 3 1 15,-1 2 1-15,0 4-1 0,-4 2 1 0,2 6 0 16,-6 4 2-16,2 3 0 0,-1 3-1 0,-2 7 1 16,0 2-1-16,-2 5 1 0,2 2 5 0,-3 0 4 15,2 5 1-15,-1 0 1 0,-1 3 2 16,-2 0-1-16,-1 3-5 0,-2 2-4 0,-2 3-1 15,-2-1-3-15,-2 4-1 0,-4 0 0 16,-1 3-1-16,-3 0-1 0,-2 1-1 0,-2 1-2 16,0-1 2-16,-1-1 1 0,0-2-2 0,2-3 1 15,3-4 0-15,3-5 0 0,3-5-4 16,3-7-7-16,4-4-24 0,6-8-66 0,3-6-76 16,3-10-143-16,6-8-223 0,8-5-316 15,1-10-350-15,9-8-249 0,3-7-38 0,3-5 528 16</inkml:trace>
  <inkml:trace contextRef="#ctx0" brushRef="#br0" timeOffset="21647.97">16453 4245 140 0,'-2'-22'922'16,"-4"9"648"-16,-4 3-2 0,-6 5-283 0,2 5-438 16,-5 3-340-16,0 3-205 0,3 1-117 0,2 3-65 15,3-2-42-15,5 3-29 0,2 0-21 0,6 1-12 16,3-2-8-16,4 2-3 0,5-1-3 15,4 0-1-15,2 0 0 0,4 1-2 0,0-1-1 16,0 1 1-16,1 0-1 0,-1 0 0 16,-1 1 0-16,-2 2 0 0,-4 0 1 0,-2 3-1 15,-5 1-1-15,-5 2 1 0,-5-1 0 0,-3 3 2 16,-8 1 0-16,0-2 1 0,-5 2 3 16,-4-1 0-16,-2-1 0 0,-2-1-1 0,1-2 0 15,0-2-2-15,-1-1-5 0,2-5-14 0,1 0-34 16,3-7-74-16,3-1-83 0,1-5-152 15,5-3-227-15,1-3-323 0,4-4-330 16,4 0-204-16,4-3 9 0,0 0 542 0</inkml:trace>
  <inkml:trace contextRef="#ctx0" brushRef="#br0" timeOffset="22381.81">18503 4152 48 0,'-11'-10'540'16,"0"2"459"-16,-2-1 227 0,-2-2-59 0,-1 2-330 16,-2 0-257-16,2 3-127 0,-1 0-98 15,-2 1-63-15,3 2-50 0,1 0-52 0,0 3-65 16,4 3-54-16,2 0-30 0,2 6-18 16,4-1-10-16,6 6-6 0,1 4-2 0,4 0-1 15,4 4 2-15,3 2-1 0,3 1-4 0,0 3 2 16,2 0-2-16,2 1-2 0,-2 1-2 0,-2-1 2 15,1 2-1-15,-6-2 2 0,-5 3 3 16,0-1 11-16,-7-2 8 0,-2 3 2 0,-8-2 6 16,-1-2 3-16,-1 1-3 0,-7-1-6 15,2-4-6-15,-2-1-3 0,-1-2-5 0,1-3-3 16,1-5-3-16,2-2-4 0,3-5-4 16,2-4-11-16,2-8-40 0,5-5-76 0,2-6-83 15,2-4-154-15,6-5-225 0,2-5-327 0,4-3-308 16,4-2-186-16,2-3 45 0,2-2 536 15</inkml:trace>
  <inkml:trace contextRef="#ctx0" brushRef="#br0" timeOffset="22628.72">18901 3782 98 0,'17'-19'664'0,"-5"2"466"0,-4 5 137 15,-2-1-113-15,1 6-363 0,-1 2-243 0,-2 3-146 16,1 6-78-16,0 5-50 0,0 5-38 0,0 6-45 15,0 4-60-15,0 8-37 0,-1 4-24 16,-1 4-13-16,0 6-13 0,-1 3-11 16,-1 2-9-16,-1 5-6 0,0-3-8 0,2 2-4 15,-2 2-3-15,2-6-3 0,-2 1-1 0,3-4-4 16,0-4-9-16,1-1-46 0,0-6-80 0,-3-4-142 16,2-4-247-16,-1-4-311 0,-2-5-375 15,0-4-348-15,-3-4-42 0,-2-4 610 0</inkml:trace>
  <inkml:trace contextRef="#ctx0" brushRef="#br0" timeOffset="22816.6">18884 4178 475 0,'-1'-11'1145'0,"-3"1"247"15,1 1-132-15,2 5-249 0,1 1-523 0,0 2-238 16,4 1-128-16,3 1-56 0,4 0-30 15,3 1-22-15,6 0-4 0,6-2-4 0,3 0-3 16,5-2 3-16,2 0-8 0,4 2-15 0,1 0-33 16,3 2-88-16,-2 0-157 0,-3 3-271 15,0 1-283-15,0 2-281 0,-6 3-195 0,-2 1 171 16,-4 3 530-16</inkml:trace>
  <inkml:trace contextRef="#ctx0" brushRef="#br0" timeOffset="23680.89">19531 4395 283 0,'-2'25'835'16,"-1"-3"366"-16,-3 1 94 0,1 0-145 15,-1-2-335-15,1-2-256 0,2 0-156 0,1-5-91 16,1 0-85-16,2-4-79 0,6-4-61 0,2-1-35 16,4-5-18-16,4-5-7 0,2-2-5 15,6-4-8-15,2-3-5 0,6-3-5 0,2-3-1 16,0-1-3-16,4 0-1 0,-1 0-1 0,0 2 1 16,-1-1 1-16,-2 4 1 0,-2-2 0 0,-5 8 0 15,-1-1 0-15,-5 3 0 0,-6 7 1 16,-2 1 6-16,-2 4 7 0,-5 3 11 15,-4 4 10-15,-1 3 8 0,-2 1 4 0,0 1-1 16,-2 2-4-16,2-2-9 0,0 1-9 0,0 0-7 16,3-4-7-16,4-1-4 0,1 0-3 0,3-4-1 15,2-2 0-15,5-5-1 0,2-2 1 16,3-5-1-16,7-2 1 0,2-3-2 0,1-2 1 16,4-2-1-16,-3 0 0 0,2 0-1 0,-4 2 0 15,-5 1-1-15,-1 3 0 0,-4 0 1 16,-4 3-1-16,-2 1 0 0,-3 3 1 0,-4 0 0 15,-2 0 2-15,-2 6-1 0,-1-3 2 16,-2 4 2-16,-2 0 4 0,0 1 2 0,0 2 0 16,-2-1 0-16,2 2 0 0,0-1-3 15,2-1-4-15,-2 1-2 0,4-2-1 0,0 0-1 16,-3 0 0-16,4-2 0 0,0-1 0 0,0 2 0 16,1-4 0-16,5 1 0 0,-2-1-2 0,1-1 1 15,2 0 0-15,-2 0 0 0,1 0-1 16,2 0 1-16,-4 2 0 0,1-2 0 0,1 1 0 15,-3 1 1-15,1 1-1 0,2-2 1 16,-3 2 0-16,2 0 0 0,1-2 0 0,-2 3 0 16,1-3 0-16,2 3 0 0,-2-2 1 0,0 2 0 15,2 0 0-15,-3-1-1 0,3 1 1 16,0 1-1-16,-1 0 0 0,2-1 1 0,0 2-1 16,-1-2 0-16,4 1 1 0,0-2-1 15,1 1 1-15,4-1-1 0,-1 0 1 0,4 0-1 16,1 0 1-16,4-2 1 0,-1 1-2 0,4-2 1 15,-1 2 0-15,-1-1 0 0,0 0-1 16,0 2-1-16,-3-1 0 0,-3 4-1 0,2-1 1 16,-6 3-1-16,-4-1 2 0,0 5 2 15,-7 3 0-15,-2 1 0 0,-3 5 1 0,-4 2 1 16,-3 3-1-16,-1 6 0 0,-3 1-1 0,-1 3 0 16,-3 2 0-16,0 1-1 0,-2 2-1 0,-2 2-1 15,-2 0 1-15,-3 1 4 0,0 1 4 16,-3 0 4-16,0 2 5 0,-4-3 4 0,0 0 3 15,-1-1-2-15,1-2-1 0,0-5-1 16,3-2 0-16,0-7-2 0,4-2-1 0,2-9-4 16,3-6-4-16,3-7-9 0,2-6 0 0,3-7 0 15,4-8 0-15,3-6 0 0,3-8 0 0,4-4 0 16,7-6 0-16,0-4 0 0,8-5 0 16,5-3 0-16,5 0 0 0,1-4 0 0,2 3 0 15,3 1 0-15,2 3 0 0,3 5 0 16,1-1 0-16,6 5 0 0,2 2-3 0,1 3 2 15,3 0 0-15,2 7 1 0,4-1 0 0,-2 4-6 16,0 2-14-16,0 5-27 0,-4 2-74 16,-4 3-130-16,-10 1-248 0,-2 2-318 0,-5 3-411 15,-2 5-500-15,-6 1-146 0,-2 3 659 16</inkml:trace>
  <inkml:trace contextRef="#ctx0" brushRef="#br0" timeOffset="27914.15">10501 7257 521 0,'-5'6'1008'0,"0"-2"218"0,2 1-80 16,2-1-295-16,1 1-420 0,1-1-188 0,4 2-103 15,0-1-45-15,5 1 2 0,2 0-1 0,2-1-1 16,2 1-11-16,2-1-7 0,2-1-1 0,1-2-28 16,1-2-10-16,2 0-15 0,1-1-9 15,0-2-4-15,-1-1-2 0,0-1-4 0,1-1-2 16,-2 3 3-16,-2-2-5 0,1 4-29 15,-3-2-50-15,-1 1-141 0,-3 4-278 0,0 1-280 16,-1 1-290-16,-3 3-249 0,-1 2-21 0,0-1 538 16</inkml:trace>
  <inkml:trace contextRef="#ctx0" brushRef="#br0" timeOffset="28608.59">11873 6981 21 0,'5'-3'457'0,"-2"0"386"0,1 2 216 16,-3-3-18-16,4 0-348 0,-2 1-245 0,5 0-152 16,0-2-75-16,1 1-38 0,4 0-21 15,3 0-11-15,0 2-6 0,6-1 25 0,0 3 0 16,3 3-1-16,-2-1 19 0,0 2 8 15,-1 3-36-15,0 0-37 0,-6 2-17 0,1 3-12 16,-7 2-22-16,0 1-14 0,-7 4-5 0,-3 4-8 16,-3-1-5-16,-4 6-1 0,-4-2-3 15,-6 4-1-15,1 0-2 0,-6 2-4 0,-2 0-2 16,-1-2-3-16,1 4-4 0,-3-1-3 16,2 1-4-16,-2-1-3 0,4-1-2 0,3-2-3 15,1-3-4-15,3-2-1 0,6-2 1 0,3-3-2 16,4-2 0-16,5-1 1 0,2-2-1 15,4-3 1-15,3-1-1 0,2-2 0 0,4-2 1 16,1-2-2-16,2-2 1 0,2-2-2 16,2-1 1-16,0-1-1 0,3-2-3 0,-2 0-16 15,2-1-44-15,-2 1-77 0,-2-1-96 0,0 1-169 16,-3 1-301-16,1-3-338 0,1 0-321 0,0-1-156 16,2-1 203-16,-1-3 650 0</inkml:trace>
  <inkml:trace contextRef="#ctx0" brushRef="#br0" timeOffset="28947.04">12743 7122 347 0,'0'-15'972'15,"-6"5"369"-15,-5-1 13 0,-2 9-159 0,-4 4-478 16,-1 4-254-16,-2 1-129 0,-2 5-86 0,1 5-73 16,-1 2-70-16,0 6-44 0,4 2-24 15,1 1-15-15,3 0-8 0,3 2-6 0,4-2-3 16,4 1-2-16,3-4-2 0,3 0-1 15,6-4 0-15,1-3-2 0,5-3 2 0,3-4 0 16,3-2 0-16,5-7 0 0,2-3 0 0,0-7 1 16,2-2 0-16,0-4-1 0,1-4 0 15,-5-2-2-15,1 0 1 0,-2-3-1 0,-4 1 1 16,-2 1 1-16,-4 6 1 0,-3 0 3 0,-3 3 0 16,-4 4 0-16,-1 2 1 0,-3 6-1 15,-2 2-1-15,-3 5-1 0,-1 5 0 0,-1 3-2 16,0 5 0-16,-2 2-2 0,2 3-1 15,-1 3 0-15,4 2-1 0,-2 0 2 0,5 2-2 16,0-4 0-16,5-3-2 0,1-1-25 0,3-3-78 16,4-5-83-16,0-4-154 0,4-5-236 15,1-2-330-15,3-8-346 0,2-4-196 0,-2-7 52 16,4-3 574-16</inkml:trace>
  <inkml:trace contextRef="#ctx0" brushRef="#br0" timeOffset="29214.29">13296 6913 29 0,'-6'-18'541'0,"0"5"443"0,1 3 188 16,-3 4-59-16,3 1-331 0,-1 7-345 0,0 2-191 15,3 1-98-15,1 3-43 0,2 1-31 0,2 3-24 16,1 2-16-16,6-1-13 0,-1 2 18 16,5 2 7-16,1-1 5 0,2 2-2 0,1 1 2 15,1 2 37-15,1 1 34 0,-1-1 29 0,2 3 18 16,0 0 6-16,-1 1-6 0,-3 1-28 15,1 1-38-15,-2 1-30 0,-4 2-27 0,-2 0-13 16,-3 3-6-16,-1 1-13 0,-5 2-5 16,-1 1-5-16,-3-1-1 0,-2 0-1 0,1-3-3 15,-4 1-14-15,-1-4-68 0,1-2-67 16,-3-7-129-16,2-5-186 0,0-6-309 0,1-5-343 16,1-7-235-16,3-4-112 0,0-8 403 0,2-3 569 15</inkml:trace>
  <inkml:trace contextRef="#ctx0" brushRef="#br0" timeOffset="29446.73">13714 6616 343 0,'17'-16'918'16,"-4"5"322"-16,-1 6 6 0,-2 6-110 16,0 5-407-16,1 6-236 0,-2 6-117 0,-1 3-69 15,0 6-56-15,-2 2-80 0,2 7-57 16,-3 1-33-16,-2 3-18 0,2 5-15 0,-2 3-10 15,0 5-11-15,-3 3-9 0,2 5-8 0,-1 0-6 16,-1 1-4-16,2-2-4 0,1-4-10 16,0-3-34-16,0-5-83 0,1-3-103 0,-3-7-180 15,3-6-297-15,-4-3-350 0,-2-5-366 0,-1-4-142 16,-1-6 275-16,-2-6 684 0</inkml:trace>
  <inkml:trace contextRef="#ctx0" brushRef="#br0" timeOffset="29631.46">13704 7022 404 0,'0'-36'889'0,"0"7"258"15,0 0-33-15,0 5-241 0,2 4-438 0,3 2-220 16,1 0-103-16,3 5-52 0,3 3-30 0,2 1-15 16,0 3-11-16,5 3-9 0,-1 1-25 15,0 2-95-15,2 2-140 0,0 2-224 16,-1 1-266-16,0 1-235 0,2 0-120 0,0 0 208 15,-3 1 395-15</inkml:trace>
  <inkml:trace contextRef="#ctx0" brushRef="#br0" timeOffset="29914.3">14271 7093 32 0,'15'36'472'16,"-3"4"379"-16,-2 1 203 0,2 2-21 0,-3-2-339 15,3 0-283-15,1-4-170 0,1-2-91 0,1-6-46 16,-1-4-25-16,3-4-28 0,2-8-22 15,-3-5-13-15,3-8-2 0,-1-4 5 0,1-9 11 16,-1-4 19-16,-3-5 17 0,2-3 23 16,-3-4 46-16,-2-3 57 0,-2 0 52 0,-2-1 21 15,-3 0-3-15,-5-1-26 0,-1 4-42 0,-4-3-53 16,-3 2-46-16,-5 5-33 0,1 1-19 16,-4 6-13-16,-2 4-5 0,-2 7-5 0,1 8-6 15,-2 7-5-15,-2 5-4 0,1 8-4 16,2 4-1-16,2 6-4 0,2 2-12 0,3 1-46 15,4 3-77-15,0 0-119 0,6-2-186 0,3 2-301 16,3-4-349-16,6-1-314 0,3-3-120 16,7 0 364-16,5-7 634 0</inkml:trace>
  <inkml:trace contextRef="#ctx0" brushRef="#br0" timeOffset="30247.91">15158 7142 111 0,'-27'-10'706'0,"-3"2"444"0,-5 0 108 0,-2 3-89 16,-1 3-315-16,0 0-298 0,1 2-137 0,2 2-75 15,2-1-55-15,3 2-63 0,4-2-69 0,6 2-65 16,2 0-37-16,5 2-26 0,4-1-13 16,6 2-8-16,5 3-5 0,5 0-2 0,5 1-1 15,2 5 0-15,6-2 0 0,4 2 2 16,1 1-2-16,1 3 3 0,2 0 0 0,1 0-1 15,-1 4-2-15,-3-1 1 0,-1 4-1 0,-2 1 1 16,-6 1-2-16,-2 2 0 0,-6 2 1 0,-5 1 1 16,-3-1 1-16,-5 3-1 0,-4 0 0 15,-2-1 2-15,-2-2-2 0,-2-1-1 0,0-4-1 16,-2-3 1-16,3-6-2 0,0-4-1 16,1-7-9-16,0-5-33 0,4-5-78 0,-1-7-98 15,4-7-177-15,1-1-293 0,2-7-337 0,3-7-346 16,5-1-158-16,4-7 234 0,1 2 669 15</inkml:trace>
  <inkml:trace contextRef="#ctx0" brushRef="#br0" timeOffset="30519.84">15283 7318 108 0,'12'24'706'0,"-2"3"447"16,-4 3 119-16,0 0-57 0,0 2-327 0,1-2-329 15,-2 0-166-15,1-2-89 0,2-3-61 0,3-5-75 16,0-3-70-16,5-6-51 0,0-5-24 15,2-6-11-15,0-6-10 0,3-5-3 0,-1-6-2 16,-1-2 2-16,0-5 0 0,-3-3-1 0,1-2 3 16,-4-3 2-16,-2 0 2 0,-5-2-1 15,-3 2 1-15,-3-3 0 0,-3 4-1 16,-5-2-1-16,-4 3-2 0,-3 3-1 0,-2 3 0 16,-2 6-1-16,-3 3 1 0,-2 7 1 0,-1 5-1 15,1 8 2-15,0 2-6 0,4 7-28 0,2 3-72 16,1 2-88-16,6 0-168 0,0 2-291 15,3 2-321-15,5-1-335 0,1 1-183 0,6 2 174 16,4-1 649-16</inkml:trace>
  <inkml:trace contextRef="#ctx0" brushRef="#br0" timeOffset="31448.22">16021 7074 154 0,'2'-5'395'0,"-2"1"201"0,0-2 155 15,1 1-111-15,-1 0-100 0,0 0-42 16,2 0-31-16,-2 1-37 0,0 1-53 0,0 0-47 16,0 2-15-16,1-1 3 0,-1 0-11 0,0 2-14 15,0 0-23-15,0 2-34 0,-1 0-50 0,-1 2-59 16,-1 3-38-16,-2 4-26 0,0 4-14 16,-1 4-8-16,-2 2-7 0,0 8-6 0,-3 4-5 15,-1 4-4-15,0 6-3 0,0 0-4 16,-2 3-3-16,2 0-1 0,0 0-4 0,4-5 0 15,2-2-1-15,1-3-2 0,3-6 0 0,4-5-1 16,3-5 0-16,1-3-1 0,6-6 0 16,3-7 0-16,4-2 0 0,0-6 2 0,4-4 1 15,6-4-1-15,1-1 1 0,2-1 0 0,-1 0 0 16,2 1-2-16,-1 2 0 0,1 1 0 16,-3 3 0-16,-1 1-1 0,-1 1-1 15,-3 5 1-15,-4 0 0 0,1 6 1 0,-5-1-1 0,-2 5 2 16,-3-1 1-16,-1 0 1 0,-2 1 3 15,-3 1 5-15,0-4 1 0,-3-1 6 0,2-4 4 16,-2 3 4-16,-1-5-2 0,-1-5-2 16,3-2 0-16,-3-3-5 0,2-5-4 0,2-3-3 15,-2-5-1-15,0 0-3 0,0-4-1 0,-1 0 1 16,0-3-3-16,-2 2 0 0,1-1-2 16,-1 4 0-16,2 2 0 0,-2 3-3 0,1 2 0 15,-1 5-1-15,2 2-2 0,3 2 0 16,0 3-1-16,2 4 0 0,3 2-3 0,1 2-9 15,1 2-13-15,3 1-21 0,2 1-43 0,1 0-72 16,2 0-68-16,2 0-95 0,2-2-149 16,0 0-189-16,3-2-253 0,1 2-201 0,2-4-184 15,2 1 77-15,-1-2 432 0,3-4 423 16</inkml:trace>
  <inkml:trace contextRef="#ctx0" brushRef="#br0" timeOffset="31714.66">16971 7254 66 0,'13'-10'618'0,"-4"4"545"0,-2 1 307 15,-6 0-72-15,-4 2-389 0,-4 2-356 0,-3 2-200 16,-5 2-122-16,-2 5-102 0,-1 3-74 15,-4 2-45-15,-1 5-28 0,-1 3-17 0,0 2-13 16,1 5-12-16,1 0-8 0,4-1-8 16,2 1-8-16,7 0-7 0,4-6-4 0,3-1-2 15,5-4-2-15,5-6-1 0,8-5 1 0,3-6 0 16,7-7-1-16,4-8 0 0,4-7-2 16,1-5 0-16,3-5-1 0,-2 0-1 0,-1-2 0 15,0 3 1-15,-5 1 0 0,-3 4 1 16,-6 4 1-16,-3 5 1 0,0 5 1 0,-9 3 1 15,-1 6 0-15,-1 5 1 0,-4 4 0 0,-3 5 0 16,-2 5-1-16,-1 4-1 0,-2 2-1 0,2 4-1 16,0 3-2-16,1 2-9 0,4 0-22 15,1 0-53-15,4-1-89 0,-1-1-176 0,5-4-277 16,2 1-341-16,0-2-415 0,4-3-342 16,0-3 106-16,0 0 819 0</inkml:trace>
  <inkml:trace contextRef="#ctx0" brushRef="#br0" timeOffset="32430.42">17455 7560 25 0,'5'0'413'16,"1"-3"338"-16,0-7 290 0,5-3 89 0,2-5-329 15,4-4-211-15,-1-5-65 0,5-2-38 0,1-4-74 16,-1 0-72-16,1 0-53 0,-1-3-58 15,0 3-72-15,0 1-53 0,-2 3-32 0,-3 4-21 16,-2 2-14-16,-3 6-4 0,-1 4-3 16,-4 4-6-16,0 4-4 0,-3 7 0 0,-3 4-2 15,0 7-6-15,-2 8-4 0,-1 2-1 0,-3 5-3 16,2 5 0-16,-3 3-2 0,2 2 0 16,2 2-1-16,-2 0 0 0,4-1-1 0,-1-1 0 15,2-2 0-15,2-4 0 0,2-5-1 16,1-5 0-16,5-6 0 0,2-4 0 0,1-7-1 15,6-7 1-15,0-7 1 0,3-7 0 0,3-6 1 16,5-6 1-16,2-8-1 0,0 1-1 0,3-3-1 16,-4-1-1-16,1 3 0 0,-4 3-1 15,1 5 0-15,-6 1 0 0,-3 7 1 0,-3 3 1 16,-3 6 6-16,-2 3 8 0,-3 6 8 16,-1 4 7-16,-5 6 5 0,0 1 5 0,-3 8-2 15,0 2-6-15,-2 0-5 0,-1 3-7 0,3 3-6 16,-1-2-4-16,2 0-4 0,1 0-3 15,1-4-2-15,5-1-1 0,0-1 0 0,1-4-2 16,5-2 0-16,1-4-2 0,2-2-4 16,1-2-9-16,2-3-19 0,0 0-26 0,1-3-52 15,3 1-77-15,-2 2-75 0,-1 0-98 0,1 4-108 16,-4 0-105-16,0 1-35 0,-2 4 40 16,-3 3 62-16,-3 6 154 0,-2-1 202 0,-3 4 223 15,-2 1 171-15,-1 1 102 0,-4 1 26 0,-1 0-19 16,1 1-45-16,-1-2-78 0,0-2-69 15,1-2-51-15,2-5-36 0,0-3-27 0,4-7-35 16,2-4-32-16,1-7-74 0,2-5-147 0,-1-5-182 16,1-6-293-16,1-2-264 0,4-4-217 15,-3-3 53-15,3-7 419 0</inkml:trace>
  <inkml:trace contextRef="#ctx0" brushRef="#br0" timeOffset="32598.4">18794 6907 162 0,'9'-46'768'16,"-5"10"438"-16,-4 8 86 0,-4 9-109 0,-3 8-395 15,0 10-283-15,-1 7-139 0,0 6-84 16,-1 3-55-16,1 5-61 0,3 3-51 0,2 4-48 16,5 4-31-16,3 3-16 0,1-1-13 15,5 4-3-15,2 4-8 0,5 0-27 0,2 1-70 16,2-1-71-16,3 0-128 0,3-2-194 0,5-3-316 16,2-4-315-16,3-2-210 0,4-6-54 0,3-3 415 15,1-6 539-15</inkml:trace>
  <inkml:trace contextRef="#ctx0" brushRef="#br0" timeOffset="32896.93">19491 7342 106 0,'18'-23'885'0,"-7"4"756"0,-5-2 40 0,-6 2-319 16,-5-3-446-16,-4 5-344 0,-5 0-218 15,-2 2-131-15,-6 2-70 0,-4 3-44 0,-2 3-28 16,0 2-19-16,-4 5-16 0,0 5-46 0,2 4 0 16,0 5 0-16,3 3 0 0,5 1 0 15,2 7 0-15,4 2 0 0,6 3 0 0,6 0 0 16,4 4 0-16,3 0 0 0,6 0 0 15,5-2 0-15,4-3 0 0,4-2 0 0,5-5 0 0,4-6 0 16,3-7 0-16,2-5 0 0,3-4 0 16,-1-3 0-16,-1-1 0 0,-4-2 0 0,-3 0 0 15,-1 2 0-15,-3 0 0 0,-4 3 0 16,-1 3 0-16,0 3 0 0,-4 4 0 0,0 3 0 16,1 4 0-16,-5 2 0 0,-1 4 0 0,1 2 0 15,-2 4 0-15,0 1 0 0,-2 0 0 16,1 3-38-16,-2 0-94 0,1-1-82 0,1-1-154 15,-1 0-271-15,2 1-320 0,0-3-385 0,2-2-344 16,1-1 24-16,2-1 749 0</inkml:trace>
  <inkml:trace contextRef="#ctx0" brushRef="#br0" timeOffset="37349.28">11309 11646 32 0,'3'0'465'16,"-1"0"416"-16,-2-2 277 0,-2-1-3 0,2-1-349 15,-1 1-173-15,-1-3-106 0,1 1-95 16,1 1-80-16,-2-3-53 0,2 1-52 0,0-3-76 15,0 2-60-15,0-2-34 0,2-1-23 0,-1-2-13 16,1 1-11-16,-1-3 2 0,1 2-4 0,1-1-3 16,0 0 0-16,0 1-2 0,0-2-2 15,-1 2-6-15,1 0 3 0,-1 0 4 0,-1 3 0 16,1 0 2-16,-2 1 0 0,2 1 0 16,-1 1-2-16,-1 2-5 0,0 0-2 0,0 1-1 15,0 2-2-15,0 1-1 0,0-1-4 0,0 0-4 16,0 1-1-16,0 0-2 0,0 0 0 15,2 0-1-15,-2 1 1 0,0-1 0 0,2 1 1 16,-2-1 0-16,0 0 0 0,0 0 1 16,0 0-1-16,0 0 0 0,0 0 6 0,0 0 4 15,0-1 2-15,0 1 2 0,0 0 1 0,0-1-1 16,0 1-4-16,0 0-4 0,0-3-2 0,0 1-1 16,1 2-1-16,-1-5-1 0,3-2 0 15,0-1 0-15,3-4-1 0,-1-3 0 0,3-2 0 16,2-3-1-16,1-6 0 0,2 1 0 15,0-5 0-15,2-2 1 0,2-3 0 0,-1 1 0 16,3 0 1-16,-3 4-1 0,1 2 0 16,-1 2 1-16,0 5-2 0,-5 3 0 0,1 4 0 15,-4 3-1-15,1 7 1 0,-3 4 0 0,1 2 1 16,-3 9 0-16,-1 8 1 0,-3 5-1 16,0 5 1-16,-3 8-2 0,-1 4 1 0,0 3-3 15,-2 3 0-15,1 1-2 0,0-1 2 0,0 2 1 16,2-4 0-16,1-3 1 0,2-5 1 15,2-5 2-15,1-5-2 0,2-8-1 0,3-2 0 16,1-10 0-16,1-4 0 0,1-9 0 0,6-6 0 16,-1-9 0-16,3-6 2 0,3-5 0 15,-1-2 1-15,3-4 1 0,-1 0 0 0,1 2-1 16,-5 1 0-16,0 4-2 0,-1 4 0 0,-3 4 0 16,-4 4-2-16,0 3-1 0,-3 4 1 15,-1 5-2-15,-3 6 2 0,-2 2 0 0,1 8 0 16,-4 3 1-16,-1 6 0 0,-1 4 0 0,-2 4-1 15,2 1 0-15,0 3-1 0,-1 1-1 16,1-2 1-16,3-1 1 0,0 0 1 0,0-4 0 16,3-3 0-16,1-4 1 0,2-3 0 15,2-4-1-15,1-8-1 0,4-4-1 0,3-9 1 16,0-5 1-16,4-9 0 0,1-3 2 0,1-6 0 16,3 0 0-16,0-2-2 0,1 2 0 15,-4 1 0-15,0 4-1 0,-2 4-1 0,-5 5 0 16,0 4 1-16,-5 4-1 0,-2 3 1 15,1 6-1-15,-2 4 1 0,-4 5 0 0,-1 5 1 16,-2 4 0-16,-2 6 1 0,-3 3-1 0,0 4-1 16,1 4 0-16,-1-1-1 0,4 2-1 0,-1-2 1 15,4 1-2-15,2-3-1 0,2-4-13 16,2-3-26-16,2-5-60 0,2-2-81 0,1-5-150 16,0-5-277-16,4-2-324 0,-1-4-387 15,3-6-293-15,1-3-1 0,1-3 677 0</inkml:trace>
  <inkml:trace contextRef="#ctx0" brushRef="#br0" timeOffset="37679.19">12616 11237 304 0,'0'-9'963'0,"-4"3"477"15,-5 3 47-15,-3 5-252 0,-2 1-482 0,-2 6-275 16,-4 1-149-16,1 4-106 0,-2 2-82 0,1 4-50 16,1 3-27-16,1 0-17 0,2 2-11 15,2-2-9-15,3 4-6 0,5-7-8 0,3 2-4 16,3-8-4-16,7 0-3 0,3-7-1 0,7-5-1 15,1-6 0-15,4-6-1 0,3-5 1 16,4-4-1-16,-2-5 0 0,3-3 1 0,-2-2 1 16,1-1-1-16,-4 2-1 0,-3 2 1 0,-3 4 1 15,-3 2 1-15,-5 5 0 0,-2 3 2 0,-2 5 0 16,-4 2-1-16,-1 6 0 0,-4 4-2 16,-3 6-1-16,0 4 0 0,-4 4-1 0,3 5 1 15,-2 2-1-15,0 4 0 0,0 0 0 16,3 2 1-16,2-3 0 0,3 2-1 0,2-1 1 15,1-2-2-15,2-2-3 0,2 1-11 0,1-5-32 16,2-1-74-16,1-2-82 0,-2-4-151 0,-1 0-262 16,2-1-328-16,1-3-347 0,-2-1-205 15,1-3 39-15,-1-2 595 0</inkml:trace>
  <inkml:trace contextRef="#ctx0" brushRef="#br0" timeOffset="37912.31">13039 11662 105 0,'3'10'641'0,"2"0"413"16,-4-1 149-16,2-2-78 0,2-1-308 0,2-1-225 15,-1-4-143-15,6-2-74 0,0-5-59 0,3-6-48 16,1-5-79-16,6-4-71 0,0-4-37 16,4-6-26-16,2-2-14 0,1-3-15 0,3 1-7 15,-1-2-6-15,4-3-5 0,-1 2-2 16,-2 3-4-16,-2 0-1 0,-3 3-3 0,-3 4 0 15,-5 4-7-15,-5 1-45 0,-5 7-79 0,-4 1-158 16,-5 1-270-16,-5 2-307 0,-4 2-391 0,-2 2-345 16,-5 1-6-16,-3 0 718 0</inkml:trace>
  <inkml:trace contextRef="#ctx0" brushRef="#br0" timeOffset="38114.73">13083 11256 575 0,'-3'25'1366'0,"-2"1"194"16,1-1-244-16,2 0-239 0,2 1-506 16,2-1-256-16,2-2-122 0,2 2-57 0,2-2-30 15,2-1-44-15,4 1-27 0,2 0-15 0,5-2-9 16,0 0-5-16,2-1-8 0,5 2-52 16,-1-3-78-16,2 3-166 0,-1-1-273 0,2 1-306 15,3-1-384-15,-1 0-317 0,1 1 34 16,4-1 707-16</inkml:trace>
  <inkml:trace contextRef="#ctx0" brushRef="#br0" timeOffset="38779.12">15330 11326 33 0,'-7'6'457'16,"1"1"367"-16,0-2 232 0,0-1 43 0,-1 3-315 15,2-1-286-15,-1-2-120 0,3 0-52 0,2-1-28 16,-1 1-15-16,4-4-6 0,-1-2-13 15,7-5-38-15,1-5-32 0,3-6-33 0,5-7-37 16,4-11-29-16,4-7-21 0,7-6-7 16,-1-10-10-16,7-4-4 0,0-5-7 0,1 0-2 15,1-2 2-15,2-2-3 0,-2 4 3 0,0 3-2 16,-4 4 1-16,0 5-6 0,-6 5-6 0,-1 6-4 16,-7 8-7-16,-1 5-3 0,-7 8-2 15,-2 5-2-15,-2 6 2 0,-2 6 1 0,1 7 2 16,-4 7 0-16,0 9-20 0,-2 5 0 15,-1 7 0-15,-1 6 0 0,-1 3 0 0,0 7 0 16,0 1 0-16,-1 7 0 0,-1 3 0 0,-3 3 0 16,0 6 0-16,-4 0 0 0,1 5 0 15,0 0 0-15,-1 2 0 0,-4-2 0 0,4 0 0 16,-1-3 0-16,-1-2 0 0,2-1 0 0,0-4 0 16,2-2 0-16,1-3 0 0,2-6 0 15,1-6 0-15,1-5 0 0,4-5 0 16,-2-7 0-16,2-5 0 0,-1-7-82 0,3-7-262 15,-3-4-263-15,2-9-333 0,3-1-414 0,-3-6-438 16,2-2-8-16,0-4 799 0</inkml:trace>
  <inkml:trace contextRef="#ctx0" brushRef="#br0" timeOffset="39349.78">16832 11814 178 0,'1'-2'773'16,"-1"-1"420"-16,-4-5 63 0,2-2-106 15,2-2-373-15,0-5-245 0,2-3-134 16,2-6-77-16,1-3-46 0,2-5-53 0,2-3-63 0,3-8-47 16,3-2-32-16,4-5-16 0,0-5-10 0,1-7-8 15,4-1-9-15,0-4-8 0,-2-4 2 16,3 3-1-16,-1-1-5 0,0 1-2 0,-4 3 4 15,4 2 2-15,-2 5-4 0,-3 3-5 16,2 6 0-16,-3 6-3 0,-1 8-7 16,-4 5-3-16,-3 6-1 0,0 4 7 0,1 7 7 15,-3 6 5-15,-2 6 3 0,2 5 0 0,1 7 1 16,1 5-6-16,-1 8-6 0,2 3-2 16,0 8-1-16,1 0 1 0,0 6 2 0,-1 5 0 15,3 3-13-15,-2 5-4 0,0 5 0 0,1 3 0 16,0 3 0-16,-3 2 0 0,2 2 0 0,-3-1 0 15,4-2 0-15,-1-2 0 0,1-4 0 16,1-3 0-16,1-6 0 0,0-4 0 0,1-6 0 16,0-3 0-16,-2-5 0 0,0-5 0 15,-1-4 0-15,-2-5-25 0,-3-2-56 0,-3-6-75 16,-4-3-97-16,-4-6-174 0,-3-4-286 0,-5-3-338 16,-2-3-395-16,-4-4-209 0,-4 1 169 15,-3-6 742-15</inkml:trace>
  <inkml:trace contextRef="#ctx0" brushRef="#br0" timeOffset="39577.61">17025 11290 372 0,'1'4'1030'0,"-2"1"319"0,1 2-97 16,3-4-216-16,2 0-461 0,4 3-186 0,5-5-93 15,4 0-56-15,2-1-27 0,7-1-23 0,3-2-48 16,3-1-65-16,6-2-32 0,3-3-18 15,2 2-11-15,5-2-7 0,1 3-5 0,3 0-1 16,1 2-11-16,-2 1-66 0,0 3-72 16,-3 2-150-16,-1 0-269 0,-3 4-306 15,0 0-376-15,-3 0-248 0,0 0 10 0,-8-3 629 0</inkml:trace>
  <inkml:trace contextRef="#ctx0" brushRef="#br0" timeOffset="40069.78">18443 10406 242 0,'-2'-26'949'16,"-1"5"550"-16,0 1 37 0,-3 5-263 0,1-3-478 16,0 5-281-16,1 2-164 0,0 3-115 0,3 0-79 15,-1 1-50-15,2 5-35 0,0 0-16 16,3 2-12-16,1 2-2 0,0 3 0 0,1 2 2 15,0 2 3-15,3 4-5 0,-4 2-5 0,3 3-5 16,-2 5-3-16,-2 4-5 0,0 5-2 16,-3 3-5-16,0 7-16 0,-3 6 0 0,-2 3 0 15,0 6 0-15,-1 3 0 0,-1 5 0 0,0 1 0 16,2 1 0-16,0-4 0 0,5-1 0 16,3-8 0-16,2-8 0 0,8-9 0 0,-1-6 0 15,7-10 0-15,1-10 0 0,3-9 0 16,2-9 0-16,2-10 0 0,1-5 0 0,1-9 0 15,-3-4 0-15,-1-4 0 0,0 0 0 0,-3-1 0 16,-3 5 0-16,0 0 0 0,-3 5 0 16,-3 4 0-16,-2 2 0 0,-2 5 0 0,-3 4 0 15,1 4 0-15,-2 1 0 0,-1 5 0 16,1 5 0-16,0 5 0 0,-2 6 0 0,-2 5 0 16,1 5 0-16,-2 4 0 0,0 7 0 15,0 5 0-15,0 1 0 0,0 7 0 0,0 5 0 0,-2 5 0 16,1 7 0-16,-1 4 0 0,-1 5 0 15,-1 5 0-15,0 2 0 0,1 0 0 0,2-2 0 16,1-4 0-16,0-6 0 0,1-6 0 16,-1-9-117-16,0-7-119 0,0-8-212 0,-1-8-299 15,1-7-373-15,-4-7-450 0,1-9-238 16,-3-7 333-16,-3-7 890 0</inkml:trace>
  <inkml:trace contextRef="#ctx0" brushRef="#br0" timeOffset="43130.23">8411 9463 118 0,'17'-25'372'0,"-2"-1"188"16,0 2 160-16,-2 2-66 0,0 2-141 16,-1 2-53-16,1 5-12 0,-2 1 5 0,-3 2-37 15,0 2-35-15,0 5 12 0,1 3-9 16,1 3-38-16,-4 6-44 0,3 3-35 0,-2 6-39 15,-1 2-65-15,-1 10-47 0,1 1-27 0,-1 7-13 16,1 6-7-16,-3 4-8 0,1 8-4 16,-3 4-3-16,-1 6-5 0,-3 4-4 0,1 5-5 15,-4 5-5-15,0 4-7 0,-2 2-8 16,0 2-6-16,-2-1-5 0,-2 0-3 0,2-2-2 0,-2-2-1 16,2-1 0-16,2-5 2 0,0 0-2 15,-1-4-1-15,4 0-2 0,1-7-1 0,2-1 0 16,0-5-1-16,4-3-1 0,1-3 0 15,2-4 2-15,1-3 0 0,3-1 2 0,1-1 0 16,1-6 1-16,5 2 0 0,-2-3-2 0,5-2 0 16,0-1 0-16,4 1 0 0,2-5-1 15,3 0 0-15,2-1-1 0,2-3 0 0,3 0-1 16,1-3 1-16,3 0 2 0,4-3 1 0,0 0 1 16,7-1 0-16,2-1 1 0,4 1-2 15,1-1-1-15,3-1-1 0,3 2-2 0,3-2 1 16,2-1-3-16,4 0 2 0,2-1 1 15,2 2 1-15,4-5 1 0,3 2 1 0,4-4 1 16,1 0-1-16,4-1-3 0,1 1 0 0,2-1 1 16,-2-2 1-16,4 1 1 0,1 3 1 0,4-2 1 15,1 2 1-15,2 2-4 0,2 3 1 16,1-1 1-16,2 2-1 0,3-1 1 0,-1 6 1 16,5-4 0-16,0 4-4 0,0-2-2 15,1-1 2-15,1 3 0 0,3-2 1 0,0 2 1 16,1-3 0-16,0 3 1 0,1-2-1 0,-1 1-1 15,0 0 0-15,2 1 0 0,-3 0 0 0,3 0 1 16,-5 2-2-16,0 0 0 0,-1 0-1 16,-2 0 0-16,0 2 0 0,-3 0 1 0,1-2 0 15,2 1-2-15,-3-2-1 0,-3 0 1 0,-1-3 1 16,1-2 2-16,0-1 1 0,-1-4 1 16,1 1 1-16,1-5-3 0,-1 1-2 0,1-4 0 15,0-1 1-15,1-1 1 0,0-1 1 16,1-1 0-16,2 0 2 0,-1-1-4 0,2-1 1 15,2 0 1-15,-1 1-1 0,1 1 1 0,0-3 1 16,1 2-1-16,0-2-3 0,-2 3 1 0,1-2 0 16,-1 1 1-16,-1-1 0 0,2 3 1 15,0-2 1-15,-1 3-2 0,-1 0 0 0,0 0 0 16,-1 1 2-16,-1 2 0 0,-1 0 0 0,-2 2 1 16,-3-2-2-16,0 3-4 0,-3 2 1 0,-3-2 1 15,1 1 1-15,-2-2 0 0,-1 1 2 16,-2 1 1-16,-1-6-1 0,-1 2-1 0,-2-2-3 15,-3-1-1-15,-6-3 2 0,1 1 0 16,-3-3 2-16,-2 0 0 0,0-1 2 0,-4-2-1 16,-1 0 0-16,-2-1-2 0,-4-2 0 15,-3-2-2-15,-3-2 0 0,-4 3-1 0,-1-4-1 16,-3 0 2-16,-2-1 0 0,-4-3 0 0,-2 1 1 16,-3-5 1-16,-3-4-2 0,0 1 2 15,-5-6 1-15,-2-1 1 0,-3-5-1 0,-3-3 2 16,1-3 0-16,-8-7 0 0,2-2-1 0,-3-5-2 15,-1-6 1-15,-2-2-1 0,-1-5-2 16,-3-4 1-16,4-5 0 0,-3-4 2 0,1-2-1 16,1-7 2-16,1 0 0 0,-2-5-3 0,4 0 0 15,-1-2 1-15,1 0-1 0,1 3 1 0,0 0 1 16,0 1 0-16,-3 3-1 0,3 4 0 16,-4 5-3-16,1 3 1 0,-2 4 0 0,-1 5-1 15,0 1 1-15,-2 7 2 0,-3 1 1 16,2 3 0-16,-5 4 1 0,-2 4 1 0,0 1 0 15,-6 5 0-15,-3 3-1 0,-5 3 0 0,0 3 1 16,-6 2-1-16,0 4-1 0,-5 1 1 16,-2 4 0-16,-1 0 0 0,-3 5 0 0,-2-1 0 15,-1 4 0-15,-1 1 0 0,-2 0-1 16,-3 3 0-16,1-1 0 0,-2 1-1 0,0-2 0 16,1 2-1-16,-3-1 1 0,1-1-1 15,-2 0 0-15,0 0 1 0,-2 2 4 0,2-2 1 16,-4 1 2-16,1-1 2 0,-5 2 1 0,2-1-1 15,-4 0-2-15,2 1-2 0,-4 0-1 0,1-1-2 16,-5-1 0-16,0 2-1 0,-1-2-1 0,-1 1 0 16,-2-1-1-16,-1 0 0 0,-1-1-1 15,-3 1 2-15,1-1 1 0,-1 0 1 0,0 1 1 16,-2 0 1-16,-3 0-1 0,4 2-1 16,-5-1-1-16,0-1-1 0,1 1-1 0,-2 3-1 15,1-2 1-15,1 1 0 0,0 1 1 0,-2-1 0 16,2 1 2-16,0-1 1 0,0 0-1 15,2 2 0-15,-2-2-1 0,0 0-1 0,1 0 0 16,-1-1-1-16,3-1-1 0,1 3 0 0,-4-1 2 16,3 0-1-16,4-1 1 0,-4 1 1 15,1 0 1-15,3-1 0 0,-3-1 0 0,0 2-1 16,0-2-1-16,-1 2-1 0,0-1-1 0,1-1 0 16,-2 3 0-16,-1-3 1 0,2 3 1 15,0-3 1-15,-1 3 0 0,-1-1 2 0,3 0-1 16,-6-2 0-16,2 3-2 0,0-3 1 15,-2 0-2-15,-2-1-2 0,2 2-1 0,-1-2 1 16,1 0 2-16,0 0 0 0,-2 0 1 0,-1 1 1 16,-1-1 2-16,-2 0-1 0,1 2-2 15,-3 1-2-15,-1 0 0 0,0 0 1 0,0 4 0 0,0-4 1 16,0 3 1-16,-2 2 1 0,3-2 1 16,-4 3-2-16,0-2 0 0,1 1-2 0,-1 0-1 15,0 0-1-15,0 0 1 0,0-1 0 16,-2 3 2-16,5-3 0 0,-3 2 2 0,2-2 1 15,-2 1 0-15,0 4 3 0,4-2-1 0,-2 2 0 16,2 0 0-16,-1 0 2 0,3 0-2 16,-1 0-1-16,4 2 0 0,-1-2 0 0,3 3-1 15,1-2 0-15,-1-1-2 0,0 2-1 16,3-2 0-16,1-2-2 0,1 2-1 0,0-1 1 16,1-2 1-16,4 1 0 0,-3-1 1 15,4 0 1-15,0-2 1 0,2 1 0 0,0 0 0 16,1-1-2-16,-1 1 0 0,0-2 0 0,1 1 0 15,0 1-2-15,0 1 1 0,4-1-1 0,-2-2 1 16,0 1 1-16,1 0 0 0,2-2 1 16,-2 2 2-16,2 0 0 0,0-2 1 0,0-1 0 15,0 3-1-15,-2-3-1 0,3-1 0 16,-3 0-1-16,1 1-2 0,0-3 1 0,1 3-1 16,0-1-1-16,0 1 0 0,1 1 0 0,-1 0 2 15,0-1 0-15,3 3 1 0,-3-3 1 0,3 2 2 16,-2 0-1-16,1 1-2 0,0-3 1 15,-2-1-1-15,2 2-1 0,-1 1 0 0,1-1-1 16,-1-1-1-16,4 1 1 0,-1 1 0 0,2 0-1 16,-1-3 0-16,1 4 2 0,2 0 1 15,1-2 0-15,0 1 1 0,-1 0 0 0,3 2 1 16,1-2-1-16,0 1-1 0,1 1 1 16,1 0-2-16,0-1 1 0,1 0-1 0,-1 1 0 15,1 1-1-15,1 0 1 0,-2 0 0 16,3 1-1-16,2-1 0 0,0 1 1 0,1 0-2 15,2-2 1-15,0 3-1 0,0-2 1 0,3 0-1 16,-1 0 0-16,4 1 1 0,-1 0 1 0,1-1 0 16,-1 1 0-16,4-1 1 0,-1 0 0 15,0 0 1-15,4 1-1 0,-2 0 1 0,0 0 0 16,2-1-1-16,-1 2 0 0,3-2-1 16,0 1 0-16,-1 0 0 0,3 0 0 0,-1 0 0 0,1 1 0 15,0-2 0-15,0 1 1 0,3 1-1 16,-2-1 0-16,2 1 0 0,1-2 1 0,0 3-1 15,2 0 0-15,-2-2 0 0,2 2 0 16,-1-3 0-16,-1 3 0 0,2 0 0 0,-1-2 0 16,1 2 0-16,0 0 0 0,0 0 0 15,-1 0 0-15,2 0 0 0,-1 2 0 0,0-2 0 16,-1 3-1-16,3-3 1 0,-1 2 0 0,-1-2 0 16,1 3-1-16,0-2 1 0,1 1 0 15,-1 1 0-15,0-1-1 0,2 0 0 0,-1 2 1 16,-1-2-1-16,-1 2 1 0,1 0-1 15,0 1 1-15,-1 0 0 0,0 1-1 0,-1 0 1 16,1 1-1-16,0 2 1 0,0-4-1 0,-1 3 1 16,1-2 0-16,1 2 0 0,-1-2 0 15,-1-1 0-15,3 1 0 0,-1 0-1 0,-1-1 0 16,2 0 1-16,0 0 0 0,-2 1 0 16,3-2 0-16,0-1-1 0,-2 2 0 0,2-3 1 0,0 2-2 15,0-1 2-15,0 1-1 0,-1 0 0 16,-1-1 0-16,2 2 1 0,-2-1-1 0,2 1 1 15,-1 0-2-15,-2 3 1 0,2-3 0 16,0 3 0-16,-1 1 0 0,-2-1 0 0,1 1 0 16,2-1 1-16,-2 0-2 0,-2 1 1 15,2-1 1-15,-1-1 0 0,-2 0 0 0,3 2-1 16,0-1 3-16,1-3-2 0,-3 1 0 0,2-2 0 16,1 2 1-16,-1-1-1 0,-1-1 0 15,1 0 1-15,2 1-1 0,-1-2 1 0,-2 2-1 16,4-1-1-16,0-1 1 0,-1 1-1 15,1 1 1-15,-1 0-1 0,1 2 0 0,2-2 1 16,-2 1-1-16,-1 2 1 0,1 0 1 0,0 1 0 16,-2 2 0-16,0-1 1 0,1 1-1 15,-2 2-1-15,-3 0 2 0,3 0-2 0,-3 2 1 16,-3 1-1-16,1 1 0 0,-4 3-1 0,1-1-4 16,-3 1-9-16,0 5-15 0,0 0-21 15,0 0-40-15,0 1-78 0,-3-2-118 0,3 0-204 16,0 1-294-16,0-5-355 0,3 1-379 0,-3-5-147 15,2 2 386-15,-2-4 744 0</inkml:trace>
  <inkml:trace contextRef="#ctx0" brushRef="#br0" timeOffset="69419.99">1443 14590 190 0,'5'-3'410'15,"-2"0"216"-15,3 0 138 0,2 2-39 0,-2-2-59 16,-1 1-67-16,-3 1-70 0,-4-1-61 0,2 1-58 16,2 1-48-16,1 0-43 0,2 0-50 0,0 1-34 15,-1 1-37-15,-1-2-45 0,-1 3-40 0,1-1-41 16,-1 2-18-16,-1 2-10 0,1 2 2 15,-2 3 1-15,1 2 3 0,1 1 5 0,-2 3 1 16,0 3-1-16,2 1-5 0,-2 4-6 0,0 2-6 16,0 1-6-16,-2 1-6 0,2 2-8 0,-2 1-4 15,1 0-3-15,-1 2-5 0,-1-2-2 0,1 1-1 16,-1-2 3-16,2 0 1 0,-4-2 1 0,4-4 1 16,-1 0-2-16,2-3 1 0,-1-1-5 0,1-5-2 15,1 0-2-15,-1-1 0 0,2-5-1 0,-2 1-2 16,4-3 0-16,-2-2-2 0,1-2-7 0,3 1-13 15,1-3-24-15,-1-2-57 0,2-2-70 0,-4-3-92 16,-2 0-144-16,1-2-231 0,-1-3-316 0,1 0-256 16,2-2-190-16,0-2 51 0,-2-1 507 0</inkml:trace>
  <inkml:trace contextRef="#ctx0" brushRef="#br0" timeOffset="69692.75">1875 14656 467 0,'8'-4'939'0,"-2"2"260"0,0 1-35 0,-1 1-322 15,0 1-277-15,-1 4-150 0,1 1-53 0,2 4-52 16,0 2-43-16,-2 1-37 0,0 3-40 0,0 3-61 16,1 2-47-16,-1 4-20 0,1 0-11 0,-3 3-7 15,2 1-13-15,-2 2-7 0,2 1-4 0,-2-2-2 16,-1 1-4-16,1-2 0 0,1 0-3 0,-2-2 1 15,1 1-8-15,-1-3-4 0,-1 0 0 0,1-2-1 16,0-1 0-16,-1-1-1 0,-1 1-6 0,2-2-20 16,-4-3-58-16,2-1-64 0,-3-1-100 0,1-2-163 15,-3-1-303-15,1-3-315 0,-2-4-258 0,-1-1-182 16,1-4 218-16,-4-4 600 0</inkml:trace>
  <inkml:trace contextRef="#ctx0" brushRef="#br0" timeOffset="70020.16">1475 14419 20 0,'-4'-10'523'0,"3"0"480"0,1 2 232 15,-3 0-74-15,-2 2-342 0,-1 0-326 0,1 1-190 16,2 4-113-16,-2-2-60 0,3 2-31 0,6-1-20 15,2-1 50-15,5 2 13 0,5-1 8 0,1 1-1 16,-1-1-6-16,3 1 1 0,0 1-52 0,3-2-27 16,2 2-15-16,1 2-9 0,-1-2-5 15,4 3-11-15,1-2-8 0,1 1-5 0,0 1-4 0,0 0-1 16,0 0 4-16,2-1 1 0,-1 2-1 0,-1-2 1 16,-1 3-1-16,-1-2-1 0,1 0-6 0,-4 3-6 15,0-4 2-15,-2 3-5 0,-3-3-21 16,0 4-70-16,-7 2-71 0,-2-1-149 0,-3 5-247 15,-3-2-319-15,-4 2-346 0,-4 3-218 0,-2 1-1 16,-7 2 573-16</inkml:trace>
  <inkml:trace contextRef="#ctx0" brushRef="#br0" timeOffset="70270.89">1312 15733 452 0,'6'26'1110'0,"-1"-6"261"16,0-6-126-16,1-2-238 0,5-1-506 0,2-5-246 15,5-4-66-15,3-2-28 0,5-2-3 0,0-6-7 16,4-4-8-16,2-3-12 0,3-3-44 0,1-4-27 16,4-2-22-16,-1 0-14 0,3-3-9 0,0 0-5 15,1 0 4-15,0 0-2 0,2 1-4 0,0 2-1 16,0-1-3-16,-2 5-35 0,3 1-75 0,-2 2-144 15,2 4-275-15,-3 1-290 0,4 3-358 16,-1 3-333-16,3 1-54 0,-3 2 616 0</inkml:trace>
  <inkml:trace contextRef="#ctx0" brushRef="#br0" timeOffset="71249.31">4523 14581 233 0,'3'-7'843'0,"0"2"395"0,-1 0 34 0,-2 0-119 16,2 2-399-16,-1 1-243 0,-1 0-126 0,2 2-75 16,-2 0-57-16,3 0-66 0,-3 0-70 15,6 4-48-15,-3 2-30 0,5 6-17 16,2 5-8-16,2 8 4 0,3 9 3 0,0 5 0 16,0 6 1-16,2 5-1 0,-3 4-2 0,3 3-6 15,-2-2-3-15,1 1-2 0,-2-4-3 0,0-2 0 16,-1-4-1-16,-2-5 0 0,1-3 0 15,-4-6-1-15,-1-4-1 0,2-3 2 0,-4-6 0 16,-2-2 10-16,0-5 13 0,-3-1 14 0,2-5 5 16,-4-2 0-16,-1-6-2 0,0-2-11 15,-5-5-11-15,0-6-13 0,-3-5-5 0,-1-7-4 16,-3-4 1-16,0-5 1 0,-3-6-1 0,-1-7 2 16,0-1-1-16,0-5 1 0,2-1-3 15,2 2 0-15,3 0-2 0,1 3 0 0,3 3-2 16,6 3-1-16,-1 4 1 0,6 5-1 0,-1 3 1 15,6 5 0-15,1 1 1 0,2 2 0 16,2 4 2-16,3 2 1 0,-2 3 0 0,3 0 1 16,1 3 0-16,1 2 2 0,-2 3-1 15,2 0 1-15,2 2-1 0,-1 2 0 0,-1 1-1 16,0 3 1-16,-1 0 0 0,-1 3 0 16,-3 1 1-16,0 2 1 0,-2 2 3 0,-2 0 3 15,-5 5 2-15,0 5 1 0,-5 3 2 0,-2 4-2 16,-6 5-1-16,-2 5-3 0,-3 4-2 0,-3 3-3 15,-2 3-3-15,0 0-1 0,-1-2-1 16,1 0 0-16,1-5-2 0,1-4 0 0,2-3 0 16,3-6 0-16,1-3-2 0,1-6-2 15,3-4-9-15,1-2-14 0,3-3-20 0,2-3-43 16,2-4-74-16,1-2-87 0,0-2-139 0,2-3-211 16,4-1-317-16,-2-1-305 0,2 0-197 15,2-1-7-15,-1-1 485 0,1 2 551 0</inkml:trace>
  <inkml:trace contextRef="#ctx0" brushRef="#br0" timeOffset="71864.31">4980 14927 71 0,'3'0'621'0,"-1"0"465"0,-1-3 163 15,1 2-109-15,-1-1-367 0,1-3-242 0,1 2-128 16,-1-1-67-16,3 0-44 0,-2 0-32 0,1-1-43 16,1 0-65-16,-2 2-66 0,2-1-37 15,0 1-15-15,1 2-3 0,2 1 4 0,0 0 3 16,0 3 14-16,0 2 7 0,3 3 1 0,-2 3-5 16,-1 4-9-16,2 3-7 0,-2 3-8 15,-2 2-9-15,0 5-8 0,2-2-8 0,-2 2-4 16,-1 2-3-16,2-4-1 0,-1 0-1 0,3-2 0 15,-1-5-1-15,0-1 1 0,3-3-1 16,-1-2 0-16,-1-6-1 0,4-2 1 0,-4-5 0 16,3-5 2-16,-2-2 0 0,3-3 1 15,-2-1 1-15,3-1 0 0,-2-1 0 0,2 3 0 16,-2 0-1-16,4 1 0 0,-3 1 1 16,4 2-1-16,-3 1-1 0,1 3 2 0,2 0-2 15,0 2 0-15,1 2 1 0,-1 0 1 0,-1 1 1 16,3 0-1-16,-3 0 3 0,3 1-1 0,-2-2 0 15,1-2 1-15,-1-2 0 0,1-2-1 16,0-5 1-16,0-1 0 0,-1-3 0 16,0-5 1-16,-1-3-1 0,0-3 0 0,-2-2 0 15,-1-1 0-15,-2-1-1 0,-1-1 1 0,-4 3-1 16,-3-2 2-16,-3 4 0 0,-1 2 1 0,-6 2 6 16,-1 2 4-16,-3 5 5 0,-1 1 1 15,-3 5 1-15,-5 4 0 0,1 6-5 0,-2 7-3 16,-1 5-4-16,0 5 0 0,3 5-1 15,-3 2 1-15,5 4-2 0,-1 1-1 0,4 2-1 16,3 1-4-16,1-1-2 0,5 0-2 0,1 0-1 16,4-3 0-16,4 1-2 0,1-5 0 0,5-1-11 15,1-1-22-15,1-4-59 0,3-2-86 0,4-2-172 16,0-4-283-16,5 1-336 0,2-6-412 16,1 0-309-16,5-3 88 0,-2-4 795 0</inkml:trace>
  <inkml:trace contextRef="#ctx0" brushRef="#br0" timeOffset="72447.92">6030 14970 232 0,'-2'0'768'16,"2"1"385"-16,-2-1 59 0,2 1-217 0,0 3-331 15,2 0-178-15,3 2-98 0,1 4-54 16,1 2-42-16,5 2-29 0,-1 2-43 0,5 4-61 15,-2 3-45-15,4 2-29 0,-1 5-16 0,2 2-12 16,-3 2-4-16,1 2-10 0,-1 5-9 16,0 3-8-16,-3 1-5 0,-1 2-7 0,-2 1-5 15,-2 1-3-15,-1 0-3 0,-5-1-1 16,1-5 0-16,-3-2 0 0,0-7 1 0,-3-2 5 16,-3-5 5-16,1-7 1 0,0-3 2 0,-3-9-1 15,-1-5 0-15,-2-8-7 0,-2-8-4 0,1-5-1 16,-1-11-2-16,-1-5-1 0,3-7 0 15,-1-7-1-15,0-2-2 0,4-5 0 16,-2-3 0-16,6-2 2 0,-1-1-1 0,5 1 2 16,3 2 0-16,2 1 2 0,1 2-2 0,4 4 0 15,2 3-1-15,-1 4 0 0,2 5-2 0,1 7 1 16,1 4 0-16,0 7 1 0,-2 6-1 16,1 7 1-16,-3 5 1 0,3 6 1 0,-4 5-1 15,0 7 1-15,-2 7-1 0,-1 8 0 16,-2 1-2-16,0 8-1 0,-2 1-2 0,0 3 0 15,2 3-7-15,-2-3-18 0,3-1-41 0,-1-1-77 16,1-5-94-16,1-6-171 0,4-5-291 16,-2-7-337-16,3-7-329 0,3-6-168 0,-2-12 182 15,4-6 654-15</inkml:trace>
  <inkml:trace contextRef="#ctx0" brushRef="#br0" timeOffset="72761.17">6629 14922 139 0,'9'-31'807'0,"-4"6"662"0,-5 7 124 16,-1 4-255-16,-3 6-454 0,-5 3-335 15,0 6-175-15,-3 6-133 0,-2 5-79 0,1 5-45 16,-2 4-28-16,0 4-21 0,0 5-17 16,2 2-14-16,2 4-9 0,0-1-10 0,5 1-5 15,1 0-5-15,3-2-4 0,2 0-2 0,3-6 0 16,4-6-2-16,3-3-1 0,5-9-2 16,1-7 0-16,3-7 1 0,3-10 0 0,0-6 0 15,2-10-3-15,1 1-6 0,0-7-5 16,-4-3-6-16,0-1-5 0,-1 2-1 0,-2 0 2 15,-3 4 6-15,0 2 8 0,-3 7 4 0,-1 3 4 16,-3 5 1-16,0 5 1 0,0 5 0 0,-3 7 1 16,-2 5 0-16,2 7 0 0,-2 3 0 15,1 5-4-15,-2 2-9 0,0 4-16 0,1 1-29 16,-2 1-55-16,1-1-72 0,1 0-84 0,0-1-136 16,-1-2-182-16,3-6-271 0,-2-2-251 15,0-4-195-15,2-6-35 0,-1-6 380 0,1-6 484 16</inkml:trace>
  <inkml:trace contextRef="#ctx0" brushRef="#br0" timeOffset="72989.1">6958 14901 61 0,'6'-18'536'16,"1"1"437"-16,-1 7 232 0,-3 1-72 15,3 3-295-15,-1 6-191 0,2 2-148 0,2 4-96 16,-3 5-77-16,4 4-55 0,-2 3-65 0,1 5-78 16,1 1-50-16,-2 2-31 0,1 5-17 15,0-1-13-15,1 0-8 0,0 1-4 0,0-3-2 16,-2 2-2-16,2-5-3 0,-1-5 1 15,-1-2-1-15,-3-4-1 0,2-4-1 0,-3-5 0 16,1-5 0-16,-2-1 1 0,0-7 2 0,-1-3-2 16,-1-3-1-16,-1-4-10 0,2-2-23 15,0-3-51-15,-1 0-60 0,1-3-52 0,1 0-52 16,2-1-63-16,1 2-43 0,0 0-11 0,1 0-3 16,2 2-45-16,2 1-65 0,0-2-48 15,4 6-98-15,0-2-132 0,1 2-56 0,1 3 105 16,2 0 198-16,1 1 204 0</inkml:trace>
  <inkml:trace contextRef="#ctx0" brushRef="#br0" timeOffset="73308.78">7543 14702 129 0,'6'-3'1011'15,"-4"6"718"-15,-2 1-54 0,-5 4-339 0,-3 3-448 16,-1 4-334-16,-4 4-224 0,0 6-109 16,-2 2-58-16,0 3-36 0,-4 3-99 0,2 0-28 0,4 1 0 15,-1 1 0-15,3-2 0 0,3-2 0 16,5-5 0-16,3-1 0 0,3-5 0 0,5-5 0 15,5-7 0-15,1-5 0 0,6-7 0 16,0-5 0-16,3-6 0 0,2-1 0 0,1-4 0 16,-3 2 0-16,-2 0 0 0,0 3 0 15,-7 3 0-15,2 4 0 0,-5 3 0 0,-2 4 0 16,-3 7 0-16,-1 2 0 0,-5 7 0 0,2 5 0 16,-4 6 0-16,2 2 0 0,-3 5 0 0,3 1 0 15,-2 2 0-15,2-1 0 0,2-1 0 16,1-1 0-16,-1-1-61 0,1-4-161 15,0-1-233-15,2-3-308 0,1-4-395 0,2-1-474 16,2-4-236-16,1-4 408 0,3-3 945 0</inkml:trace>
  <inkml:trace contextRef="#ctx0" brushRef="#br0" timeOffset="73684.89">8031 14078 189 0,'2'-12'877'0,"-2"5"541"16,0 4 78-16,-2 6-205 0,-1 3-449 0,0 6-313 15,0 2-167-15,2 7-103 0,-1 3-71 16,0 4-49-16,2 2-32 0,2 3-20 0,-2 6-17 16,3 3-9-16,0 3-10 0,0 4-11 0,0 7-9 15,1 2-7-15,-3 7-7 0,1 3-6 16,-1 1-6-16,1 2-4 0,-2-1-4 15,3 0-1-15,-1-2-5 0,0-3-10 0,1-1-22 16,-2-6-38-16,-1-1-77 0,-1-5-127 0,-2 0-222 16,-1-7-305-16,-1-5-365 0,-1-4-391 15,-5-9-128-15,3-8 467 0,-5-8 747 0</inkml:trace>
  <inkml:trace contextRef="#ctx0" brushRef="#br0" timeOffset="74152.42">8003 14814 541 0,'6'-8'1542'0,"-1"6"204"16,0 3-339-16,-3 5-354 0,-1 3-456 0,4 1-314 15,-4 7-137-15,4-1-62 0,0 4-29 0,1-1-16 16,5 2-12-16,2-3-12 0,1 2-6 16,5-4-5-16,3 0-3 0,3-3-1 15,1-4-3-15,4-3-3 0,3-5-16 0,3-4-35 16,-3-3-65-16,2-3-59 0,-3-4-53 0,0-1-45 15,-4-2-24-15,-3-2 22 0,-4 2 87 0,-2-2 80 16,-3 4 59-16,-4 0 47 0,-2 5 48 16,-2 0 99-16,-2 5 95 0,0-1 40 0,-1 5 6 15,-2 0-14-15,1 5-32 0,-1-1-60 16,0 5-56-16,1 3-32 0,1 1-21 0,-2 3-16 16,2 0-12-16,2 2-9 0,-1 0-9 0,2 1-8 15,0 3-4-15,1-3-3 0,2 2-1 16,-3-1-2-16,3 1 0 0,-3-3-1 0,3-1 0 15,-1 2-1-15,-1-1-1 0,0 0 2 0,-4 1 1 16,0 1 1-16,-2 5 1 0,-3 4 0 16,0 0 2-16,-4 6-1 0,-1 4 5 0,-3 3 5 15,-3 3 6-15,1 3 2 0,-1 2 2 0,0 2-1 16,-2-1-4-16,1 0-6 0,-1-3-5 16,2-3-5-16,0-6-3 0,2-4-1 0,2-8-3 15,0-4-1-15,2-10-7 0,3-6-15 0,1-8-34 16,2-9-78-16,1-7-114 0,1-6-220 15,3-7-301-15,-1-7-363 0,0-3-399 0,-1-5-147 16,1-7 408-16,0-2 776 0</inkml:trace>
  <inkml:trace contextRef="#ctx0" brushRef="#br0" timeOffset="74568.67">8767 14141 540 0,'1'-33'1488'0,"-2"3"252"15,-1 8-286-15,0 5-335 0,-2 5-482 0,2 1-271 16,-1 3-147-16,3 5-73 0,-1 3-39 0,2 3-29 16,-1 5-18-16,3 3-12 0,-1 8-3 0,2 5-4 15,0 4-6-15,-1 8-6 0,-2 7-7 16,1 6-7-16,1 6-13 0,-1 10-2 16,-1 5 0-16,1 8 0 0,0 5 0 0,-1 4 0 15,1 0 0-15,3-4 0 0,1-3 0 0,0-10 0 16,2-7 0-16,3-11 0 0,0-10 0 0,0-11 0 15,5-10 0-15,-3-9 0 0,2-10 0 0,-2-11 0 16,4-9 0-16,-4-8 0 0,2-7 0 16,0-4 0-16,-2-4 0 0,1 0 0 15,-3 2 0-15,0 3 0 0,-3 4 0 0,-2 3 0 16,1 6 0-16,-1 2 0 0,-1 7 0 0,-2 2 0 16,0 3 0-16,0 3 0 0,-1 4 0 0,1 4 0 15,0 4 0-15,-1 6 0 0,1 1 0 16,0 7 0-16,2 4 0 0,-2 3 0 0,0 3 0 15,2 4 0-15,-2 2 0 0,4 3 0 0,-1 0 0 16,3 0 0-16,-1-3-5 0,2-1-62 16,-1-5-59-16,1-4-86 0,-1-3-161 0,4-5-277 15,-1-1-330-15,1-6-402 0,4-5-303 0,-1-6 49 16,2-4 770-16</inkml:trace>
  <inkml:trace contextRef="#ctx0" brushRef="#br0" timeOffset="74918.67">9385 15115 215 0,'0'-16'1097'0,"-3"1"607"0,-2-1-109 0,2 2-344 16,-2-3-467-16,0 2-294 0,2-1-205 16,-2 1-100-16,2 0-53 0,0 2-29 0,-1 4-21 15,0 2-18-15,1 1-15 0,0 6-14 16,1 3-9-16,-1 5-10 0,2 5-7 0,-1 4-5 16,2 3-2-16,3 5-2 0,-1 3-1 0,1 4-1 15,2-3 1-15,-2 4-1 0,5-2 0 16,-2-3 0-16,0-2-1 0,1-5 1 0,4-6-2 15,-3-5-4-15,1-5-2 0,2-5-4 16,-3-8 0-16,0-3-1 0,0-3 3 0,0-4 3 16,-2-4 5-16,0 1 6 0,1 4 6 0,-2-1 4 15,1 3 8-15,-2 4 10 0,1 5 13 0,2 3 8 16,-1 3-49-16,5 5-2 0,-3 2 0 16,3 3 0-16,2 6 0 0,-1 0 0 0,6 2 0 15,-1 5 0-15,7-2 0 0,1 4 0 0,5 0 0 16,2 1 0-16,3-1 0 0,3-2 0 15,1 0-236-15,2-2-253 0,2-2-320 16,3-2-421-16,1 4-490 0,2-3-181 0,0 0 550 0,3 0 919 16</inkml:trace>
  <inkml:trace contextRef="#ctx0" brushRef="#br0" timeOffset="75568.34">12849 15087 517 0,'0'1'1434'0,"-1"2"254"16,-1 0-285-16,4-1-338 0,-1-1-489 0,4 1-262 16,4-1-143-16,2-1-61 0,5 2-28 15,2 0-13-15,4-1-11 0,3-1-16 0,3 0-9 16,0 1-11-16,3-1-8 0,2 0-3 0,-1 2-4 15,-1-2-2-15,2 1-1 0,-2-1-1 0,-3 0-2 16,-1 2-4-16,-1-1-10 0,-5 0-42 16,-2 1-82-16,-6-2-141 0,-2 1-261 0,-5-1-310 15,-6 0-386-15,-4 4-365 0,-6-4-40 16,-3 0 640-16</inkml:trace>
  <inkml:trace contextRef="#ctx0" brushRef="#br0" timeOffset="75831.73">13094 14895 84 0,'11'-7'517'16,"0"6"396"-16,1 0 239 0,3 1-34 15,1 1-390-15,5 3-249 0,-1 1-94 0,2 3-35 16,5-1-48-16,2 3-9 0,1 0-31 0,1 0-37 16,1 4-32-16,-2-1-57 0,0 2-32 15,-2 1-32-15,-4 3-15 0,-5 1-10 0,-2 3-14 16,-7 3-9-16,-2 0-3 0,-7 2-9 0,-5 3-4 15,-4-1-4-15,-2 1-2 0,-4-1-3 16,1 3-5-16,-4-4-25 0,3 0-68 0,-2-2-82 16,5-6-166-16,3-2-282 0,3-4-328 0,5-3-369 15,7-4-233-15,5-2 98 0,10-5 699 16</inkml:trace>
  <inkml:trace contextRef="#ctx0" brushRef="#br0" timeOffset="76286.41">15240 15121 301 0,'1'-12'910'0,"1"2"340"0,-1 2-22 16,1 5-157-16,3 6-421 0,1 6-191 15,2 6-101-15,-2 6-51 0,2 5-40 0,0 3-34 16,1 7-64-16,0 5-60 0,-3 4-31 0,0 4-25 16,-2 2-12-16,0 4-16 0,-2-2-11 0,-2 0-7 15,0-2-7-15,-2-3-3 0,0-5-7 16,-2-3-21-16,2-5-69 0,-4-5-76 15,0-7-151-15,-3-6-278 0,-4-7-322 0,-2-5-366 16,0-10-237-16,-5-7 46 0,-2-5 644 0</inkml:trace>
  <inkml:trace contextRef="#ctx0" brushRef="#br0" timeOffset="76451.83">15124 14905 102 0,'12'-36'628'16,"-2"8"405"-16,-5 7 126 0,0 6-98 0,0 4-409 15,0 6-311-15,1 6-167 0,-3 6-81 16,2 4-42-16,1 3-23 0,2 5-15 0,4 2-11 16,1 3-33-16,3-1-103 0,2 6-158 15,-1-2-296-15,2 1-250 0,3 0-227 0,3-2-65 16,2-2 295-16,5-2 425 0</inkml:trace>
  <inkml:trace contextRef="#ctx0" brushRef="#br0" timeOffset="76787.08">16049 15059 35 0,'5'-4'646'0,"-6"1"632"0,-11 3 249 16,-6 5-151-16,-5 4-367 0,-5 4-416 15,-7 4-192-15,0 2-130 0,-3 7-82 0,2 1-58 16,-1 1-37-16,3 3-27 0,4 1-18 0,1 0-13 16,7-4-13-16,5-1-9 0,7-5-7 0,5-3-5 15,5-4-2-15,5-6-2 0,9-8 1 16,2-5 0-16,6-10 0 0,7-7 1 0,4-6 0 15,5-6 0-15,2-4 1 0,2-1 0 16,-1 1 1-16,-1-1 1 0,-2 5 0 0,-7 5-2 16,-5 5 0-16,-4 3-1 0,-3 7 1 0,-8 4-1 15,1 6 1-15,-7 3 1 0,-2 7-1 16,-1 4 1-16,-4 5-2 0,-2 4 1 0,-2 3-2 16,-1 2 0-16,1 2 0 0,-1 3 1 0,3 0 2 15,-2 3-1-15,2 2 1 0,0-2-2 0,0 1-1 16,4-2-3-16,0-1-15 0,2-4-41 15,1-4-77-15,2-7-92 0,3-4-162 0,-2-6-295 16,2-7-336-16,0-5-342 0,4-8-182 16,0-5 148-16,2-5 651 0</inkml:trace>
  <inkml:trace contextRef="#ctx0" brushRef="#br0" timeOffset="77118.3">16366 14739 516 0,'6'-33'1019'16,"-5"6"264"-16,-1 4-8 0,0 6-254 0,0 2-346 15,-1 7-213-15,-4 3-114 0,2 3-77 16,0 7-68-16,0 2-70 0,1 3-48 0,0 5-22 0,2 3-11 16,0 2-3-16,0 8-1 0,0 1 0 15,0 7 3-15,-3-1-7 0,3 5-6 16,-3-1-7-16,3 3-9 0,-2-5-7 0,4-3-7 16,0-4-4-16,2-5-2 0,1 0-1 0,3-7-1 15,3-4-1-15,0-3 0 0,3-2-1 0,-1-4 1 16,0-3 0-16,3-2 0 0,-4-2 1 15,1 0 0-15,-2-1 1 0,-3 1-1 0,1 2 1 16,-4 3 0-16,-2 1-1 0,0 7 0 16,-4 2 0-16,-1 5 1 0,-3 4 2 0,-1 4 0 15,-3 4 1-15,1 5-1 0,0 2 0 0,1 2-2 16,1 0-4-16,5-1-1 0,2 0-13 16,4-2-33-16,3-4-85 0,3-4-121 0,3-2-250 15,4-4-308-15,4-2-382 0,4-5-408 0,4-4-82 16,2-3 544-16</inkml:trace>
  <inkml:trace contextRef="#ctx0" brushRef="#br0" timeOffset="78067.66">17656 15502 161 0,'7'10'725'0,"0"-1"395"15,-1-7 70-15,1-2-133 0,1-7-421 0,4-4-283 16,1-6-122-16,4-6-16 0,1-7 25 0,2-3 6 16,4-5-2-16,-1-5-13 0,0-2-34 15,0 0-48-15,1-2-49 0,-2 4-19 0,-3 1-26 16,-2 5-14-16,-2 8-7 0,-3 4 0 15,-4 4 1-15,0 6-7 0,-3 5-7 0,-3 4-2 16,-1 6-1-16,-1 6-8 0,-3 6-6 0,2 5-3 16,-3 8 0-16,1 4-3 0,2 3 0 15,-1 0 0-15,0 5 1 0,2 0 1 0,4 1 0 16,-3-3 2-16,2 0 0 0,1-1 2 0,0-4-1 16,5-4-1-16,0-5-1 0,0-3 0 15,4-6-1-15,-1-7 0 0,6-5 0 0,-1-7 0 16,5-8 0-16,0-6 0 0,1-5 1 0,0-2 1 15,3-4-1-15,-1-3 3 0,-2 3 0 0,-3 0-1 16,-2 4-1-16,-3 6 8 0,-3 4 5 16,-4 3 4-16,-1 2 4 0,-2 6 1 0,-4 3 0 15,1 6-7-15,-4 2-5 0,-1 4-5 16,-2 5-4-16,0 1-1 0,0 5-2 0,1 0 0 16,-1 2-1-16,2-1 1 0,2-1 1 15,1-1 0-15,0-1 0 0,1-2 0 0,1-2-1 16,4-1 0-16,-2-1 0 0,1-4 0 0,3-3-1 15,5-2-1-15,-4-5 0 0,3-3-1 16,3-2 0-16,1-5-1 0,0 0 2 0,1-4 0 16,1 0 0-16,-1 2-4 0,0-4-6 15,1 2-8-15,-4 3-9 0,-1 0-13 0,-1 2-15 16,0 2-4-16,-3 0-1 0,-3 5 8 0,2-1 8 16,-1 6 15-16,-3 2 16 0,1 3 10 0,-2 1 5 15,0 5 2-15,-1 1 2 0,-1 1 3 16,3 2-2-16,-3 1 1 0,1 0 0 0,3 1 1 15,-4 0-3-15,4 1-3 0,-1 1 1 16,1 0-3-16,-2-3-1 0,2 1-3 0,2 0-39 16,-3-4-72-16,1-4-130 0,0 0-239 0,-1-4-292 15,1-3-357-15,0-2-328 0,0-3-90 0,-2-3 505 16</inkml:trace>
  <inkml:trace contextRef="#ctx0" brushRef="#br0" timeOffset="78276.8">18856 15029 233 0,'9'-2'792'16,"-6"2"362"-16,0 3 45 0,-1 1-164 0,0 3-422 15,-2 4-262-15,-2-1-134 0,0 5-64 16,2-1-45-16,0 1-31 0,-1 1-30 0,1 1-23 16,-2 2-24-16,2-2-32 0,-1-2-101 0,1-1-188 15,-5-2-289-15,2-5-275 0,0-1-265 16,-2-2-166-16,0-4 286 0,0-6 548 0</inkml:trace>
  <inkml:trace contextRef="#ctx0" brushRef="#br0" timeOffset="78434.25">18958 14477 325 0,'3'-32'992'0,"-1"6"355"0,-5 6-66 15,-3 7-208-15,0 4-471 0,-2 6-261 16,-1 3-131-16,0 2-69 0,5 4-39 0,-3 1-25 15,5 2-35-15,2 2-26 0,2 1-14 16,1 1-7-16,2 4-35 0,3 3-45 0,-4 0-65 16,3 4-128-16,-2 2-192 0,-2 4-305 0,0 3-256 15,-3 4-217-15,0 2-8 0,-1 5 410 16</inkml:trace>
  <inkml:trace contextRef="#ctx0" brushRef="#br0" timeOffset="78728.39">18981 15188 8 0,'15'35'421'0,"1"-3"370"16,5-5 238-16,-1-5 58 0,1-2-287 15,4-6-283-15,1-3-157 0,-1-5-81 0,3-6-9 16,2-3 3-16,0-4 10 0,3-7-7 0,-1-5-16 16,-2-2-24-16,2-7-36 0,-4-1-43 15,-1-1-39-15,-5-2-22 0,0 1-13 0,-4-1-9 16,-7 2-10-16,-5 3-12 0,-1 2-11 16,-5 0-9-16,-5 5-9 0,-1 1-8 0,-4 3-6 15,-4 6-2-15,-2 6-4 0,-3 5-2 0,-3 6-1 16,2 7 0-16,-2 5-1 0,1 5-2 15,3 5 0-15,3 1-2 0,2 3 0 0,5 1-1 16,1 2 1-16,0 0-2 0,5 2-13 0,4 1-22 16,1 0-63-16,1-3-79 0,3 0-155 15,1-4-282-15,3 0-321 0,6-5-379 0,3-1-273 16,3-5 24-16,3-3 692 0</inkml:trace>
  <inkml:trace contextRef="#ctx0" brushRef="#br0" timeOffset="79151.37">19698 15387 62 0,'-1'4'630'0,"-4"-4"460"16,5-6 140-16,0-5-106 0,5-5-329 0,1-6-323 16,2-6-107-16,8-6-38 0,-2-6-27 15,3-6-29-15,3-5-39 0,2-5-55 0,1-6-62 16,-2-2-48-16,3-4-24 0,-2 1-11 15,-5-2-3-15,2 1 3 0,-3 3 3 0,-5 9 0 16,-3 3 4-16,-3 10-1 0,-4 7-7 0,-1 8-7 16,-3 9-6-16,0 8-2 0,-3 10-9 0,-1 8-6 15,-2 12-4-15,3 5 3 0,-2 8 0 0,1 9 2 16,2 6 1-16,1 8 1 0,2 5 0 16,-1 8-1-16,3 4-3 0,0 0-3 0,3 1 0 15,-3-1-1-15,6-2 0 0,-1-5-8 0,2-5-34 16,1-5-80-16,2-6-116 0,2-7-208 15,0-8-301-15,2-7-360 0,2-6-380 16,2-8-130-16,-1-6 395 0,0-4 720 0</inkml:trace>
  <inkml:trace contextRef="#ctx0" brushRef="#br0" timeOffset="79951.48">20328 15279 34 0,'15'-6'620'0,"-2"3"587"15,-5 3 238-15,1 4-87 0,-5 5-351 0,-3 4-405 0,-2 1-201 16,1 3-129-16,-2 1-83 0,0-1-76 15,4 0-46-15,1-2-30 0,2 0-18 0,1-4-9 16,6-2-5-16,3-5-5 0,1-4-2 16,5-6-1-16,1-3 0 0,1-4-1 0,1-5 1 15,2-3-1-15,-3 0 3 0,-2-3 0 0,-4 1 2 16,-1 1 1-16,-5 1-1 0,-3 3 3 16,-5-1-2-16,-3 5 2 0,-1 0-1 0,-4 1 1 15,-2 4 0-15,-2 1 1 0,-2 2-1 0,-2 4 1 16,2 4-3-16,-3 4 1 0,1 3 1 15,1 2 2-15,2 2 4 0,0 2-1 0,3 0 1 16,2 0 0-16,4 2-3 0,2-2-3 16,4 0-2-16,2-2-2 0,6-1 0 0,3-3-2 0,3-3 0 15,5-2 0-15,3-4 0 0,3-4 1 16,1-2 1-16,3-1 0 0,0-3 2 0,1-1-2 16,3 2 4-16,-2-3 0 0,1 1 2 0,-2 1 2 15,1-1 4-15,-3 2 0 0,1 2 0 16,-6-1-2-16,-3 2 1 0,-3 0 8 0,-3 5 12 15,-3 1 13-15,-5 1 9 0,-3 4 6 0,-2 2 4 16,-3 2-5-16,1 2-10 0,-4 4-8 16,-4-1-7-16,4 3-5 0,0 1-6 0,0 2-5 15,0 0-4-15,5 2-4 0,2-1-3 0,1 0-3 16,6-2-2-16,3-1-1 0,2-3-2 16,6-3 0-16,4-4-1 0,2-3-1 0,4-5-1 15,2-5-1-15,1-1 1 0,1-4 1 16,1-2 1-16,-4-4 1 0,-1 2 2 15,-3-2 1-15,-2 3-1 0,-7-1 1 0,-1 2 0 0,-4 2-1 16,-3 2 0-16,-3 2 1 0,-3 0 0 16,0 4-1-16,-1-2 1 0,-3 3 0 0,0 1 0 15,3 0 1-15,-4 3-1 0,1 0-1 16,2 1 2-16,-1 2-2 0,-1 3 0 0,2 0 0 16,2 4 0-16,-3-1-1 0,0 3 0 0,3 0-3 15,0 5-5-15,-1 1-4 0,1 5-6 16,0 2-6-16,-1 2-8 0,0 6-6 0,3 2-3 15,-3 1-1-15,0 3 0 0,0 0 4 0,-2 3 6 16,-3-2 10-16,1 2 8 0,-4 0 10 16,-5 0 5-16,-3 2 5 0,-1 0 11 0,-3 2 11 15,-3-1 11-15,0 1 8 0,-3 2 6 0,0-2 2 16,-1-1-4-16,-1-6-9 0,4-4-8 16,-1-6-7-16,4-7-7 0,0-7-5 0,5-6-5 15,0-7-2-15,3-8-4 0,2-8-1 0,3-7-1 16,2-5 0-16,1-6-1 0,3-7-1 0,1-6-1 15,5-6-1-15,-1-6 0 0,7-4 0 0,-4-7-4 16,6 1-6-16,1-5-9 0,5 0-11 16,-3-1-18-16,4 2-24 0,-2 3-52 0,4 3-72 15,-4 7-86-15,5 4-146 0,0 5-251 0,0 8-325 16,4 5-283-16,-3 7-170 0,4 5 87 16,-1 4 563-16</inkml:trace>
  <inkml:trace contextRef="#ctx0" brushRef="#br0" timeOffset="81101.14">23672 14616 185 0,'-13'6'407'0,"2"-1"186"15,1-1 114-15,-2 2-165 0,2-2-120 16,2 2-39-16,1-1 11 0,0-1 7 0,3 1-4 15,-1-1-32-15,-2-1-58 0,1 1-58 16,3 0-46-16,0-1-14 0,0 1 14 0,-1 2 33 0,1-4 14 16,2 3-9-16,-3-2-25 0,3 0-40 15,-1 1-48-15,2-1-49 0,-1 0-30 0,1-1-20 16,1-2-12-16,1 1 1 0,3-2 2 16,1-1 6-16,5-4 6 0,5-2 2 15,4-1 8-15,4-6-2 0,8-3-4 0,6-3-8 0,1-5-4 16,4-2-4-16,8-4-8 0,1-2-5 0,0-4-2 15,7 1 1-15,-3-1-2 0,1-3 0 16,-2 3-1-16,-2 2 1 0,-3 1-1 16,-4 5-2-16,-8 4-2 0,-6 2 0 0,-5 5-2 15,-10 3-5-15,-3 4-17 0,-6 2-46 0,-5 3-75 16,-7 1-120-16,-4 1-227 0,-6 2-304 16,-1 0-360-16,-4 3-338 0,-3-2-126 0,-2 2 450 15,-1-3 721-15</inkml:trace>
  <inkml:trace contextRef="#ctx0" brushRef="#br0" timeOffset="81351.25">24200 13939 89 0,'23'-15'538'0,"1"2"391"0,2 1 234 0,0 0-32 15,1 2-419-15,2 2-236 0,-3 0-143 0,5 5-31 16,-3 3-29-16,-1 1-33 0,0 6 0 15,-2 4-16-15,-3 1-15 0,-4 4-50 0,-2 1-44 16,-7 8-23-16,-6 0-33 0,-3 5-16 0,-6 3-17 16,-7 3-13-16,-7 3-6 0,-4 2-6 15,-4 1-4-15,-4 1-3 0,0 2-1 0,-1-3-14 16,3 0-73-16,3-3-81 0,5-4-166 16,1-6-283-16,9-3-324 0,3-5-376 0,7-6-211 15,7-4 118-15,5-5 686 0</inkml:trace>
  <inkml:trace contextRef="#ctx0" brushRef="#br0" timeOffset="82036.44">25865 13540 139 0,'-5'6'474'16,"-3"-1"255"-16,5-3 139 0,2 2-104 0,1-2-230 16,3-2-97-16,4 0-54 0,1 0-30 15,5-2-18-15,4-3-8 0,4-1-46 0,1-1 13 16,7-1-14-16,2-1-15 0,6 1-24 16,-1 0-37-16,2 0-31 0,0 1-64 0,-3 5-42 15,0-1-27-15,-7 6-7 0,-1-1-6 0,-7 4-2 16,-4 3 5-16,-4 3 2 0,-7 3-1 15,-6 4-6-15,-6 2-5 0,-7 4-4 0,-2 4-6 16,-6 2-4-16,-5 0 0 0,1 2-1 0,-4 3 0 16,-4 1 0-16,3 1-2 0,-1 1-1 15,0 0 0-15,2-1-2 0,4 0 0 0,0-2 0 16,7-4 2-16,0-4 0 0,8-2-2 16,2-5-1-16,4-4 0 0,5-3-1 0,5-3-3 15,4-6 0-15,4-1-4 0,4-8-21 0,4-1-54 16,3-3-66-16,2-5-77 0,3-4-136 15,1-1-211-15,2-1-309 0,-1-2-262 0,2-2-204 16,-3 1-29-16,0-2 428 0,1 1 538 0</inkml:trace>
  <inkml:trace contextRef="#ctx0" brushRef="#br0" timeOffset="82420.67">26691 13341 201 0,'-4'-14'455'0,"-4"3"184"16,0 7 100-16,2 4-210 0,-2 3-249 0,-1 4-134 15,4 5-88-15,0 1-100 0,3 2-175 16,2 3-254-16,2-1-146 0,3 2-46 0,1 2 90 16,2 1 198-16</inkml:trace>
  <inkml:trace contextRef="#ctx0" brushRef="#br0" timeOffset="84600.38">27228 13502 231 0,'1'-11'660'16,"-4"0"400"-16,-2 1 150 0,-1-1-229 0,-3 0-287 16,-3 2-133-16,-2 1-94 0,-5 0-92 0,-3 1-68 15,-3 5-50-15,-2-1-51 0,-3 6-58 16,-5 3-55-16,-1 8-35 0,-2 4-17 0,0 4-11 16,-5 10-5-16,4 3-5 0,-3 8 0 0,4 1 0 15,-1 8-1-15,6 2-3 0,1-2-3 16,6 1-2-16,6-5-5 0,6-5-3 0,9-7-2 15,5-6-2-15,8-10 0 0,8-3-1 16,3-13 2-16,7-7 0 0,4-8 1 0,4-9 1 16,6-6-1-16,-1-7 0 0,6-8 0 0,-1-3 0 15,-1-3 1-15,-1-3 1 0,-4-3 0 0,-3 3 1 16,-5-4-1-16,-3-2-1 0,-4 1 0 16,-3-5-3-16,-3 1-2 0,-4-1 0 0,-5 3-2 15,-1 2 2-15,-4 7 0 0,1 7 7 16,-3 8 3-16,-2 10 2 0,-3 6 2 0,0 10 1 15,-5 14-1-15,0 8-2 0,0 9-2 0,-4 10-1 16,2 8 0-16,0 10-2 0,-1 6-2 0,-1 6-3 16,0 5-2-16,-1 4 3 0,3 2-2 15,-3 2 0-15,4-4 1 0,4 0 0 0,0-6-6 16,7-4-26-16,5-7-73 0,2-7-81 0,2-7-157 16,4-7-284-16,-1-8-330 0,1-6-375 15,-1-5-221-15,3-7 75 0,-1-7 674 0</inkml:trace>
  <inkml:trace contextRef="#ctx0" brushRef="#br0" timeOffset="84786.06">27509 13819 96 0,'13'3'666'0,"-5"9"460"0,-5 7 161 16,-3 7-43-16,-3 7-332 0,-2 7-307 16,-6 5-167-16,0 4-94 0,-8 3-68 0,0 3-77 15,-6 4-69-15,-2 3-44 0,-3 1-30 16,1-1-17-16,1 0-14 0,3-2-10 0,5-6-16 15,5-7-60-15,5-7-84 0,7-6-179 0,1-9-271 16,6-7-319-16,-1-8-405 0,2-5-319 0,4-10 63 16,-1-7 780-16</inkml:trace>
  <inkml:trace contextRef="#ctx0" brushRef="#br0" timeOffset="84984.4">27715 13686 253 0,'9'-66'865'0,"-4"10"393"0,-3 8 58 15,-6 9-154-15,1 9-438 0,-3 8-246 0,-2 5-135 16,-5 8-82-16,2 6-69 0,-2 8-53 16,1 8-55-16,1 2-40 0,0 9-20 0,1 6-10 15,2 5-6-15,3 2-5 0,1 5-1 0,-2 2-4 16,3 1-46-16,-1 2-73 0,4-3-120 0,2 0-216 16,3-1-295-16,2-7-348 0,3-3-300 15,4-2-108-15,5-8 430 0,1-5 641 0</inkml:trace>
  <inkml:trace contextRef="#ctx0" brushRef="#br0" timeOffset="85300.94">28165 13759 541 0,'10'-20'1218'15,"-6"-3"371"-15,0 8-149 0,-4 1-357 16,-5 4-436-16,0 2-212 0,-3 5-146 0,-4 5-101 16,0 2-59-16,0 5-41 0,1 3-26 15,0 3-19-15,0 0-14 0,4 3-11 0,3-1-5 16,2 1-5-16,5-3-3 0,5 2-2 0,5-3-3 15,4-3-1-15,7-3-2 0,3 0-2 16,3-2 0-16,1-2 0 0,3 1 1 0,-1-3 2 16,-2 1 1-16,3-2 2 0,-3 1 2 0,-1-1-1 15,-1 0 1-15,-4 2 0 0,-1-3-1 16,-3 2 1-16,-3 2 0 0,-3-2-1 0,0 2 1 16,-3 1 0-16,-2 3 1 0,-2 1-1 15,-1 1 1-15,-1 3 0 0,-1 5-1 0,-1-2-1 16,1 5-1-16,-2 1 1 0,1 4-2 0,-4 2-1 15,3-2-2-15,-2 5-7 0,3-2-23 16,0-3-66-16,2-1-80 0,1-6-155 0,-2-1-278 16,3-5-337-16,1-6-395 0,4-2-268 0,3-10 26 15,2-5 708-15</inkml:trace>
  <inkml:trace contextRef="#ctx0" brushRef="#br0" timeOffset="85466.93">28921 13971 78 0,'20'-53'647'0,"-2"1"538"15,-1-5 284-15,-1 1-87 0,0-1-402 16,-2 0-346-16,-1 3-182 0,-4 5-111 0,-1 7-99 15,-4 4-74-15,-4 9-48 0,-2 4-32 16,-1 7-27-16,0 5-21 0,-2 6-18 0,-2 3-9 16,2 6-6-16,2 4-4 0,-3 3-2 0,5 4-2 15,1 5-3-15,1 1-7 0,4 7-26 16,-4 1-78-16,4 2-130 0,-2 2-250 0,1-1-305 16,0 2-399-16,4 2-477 0,5 1-133 0,4-1 629 15</inkml:trace>
  <inkml:trace contextRef="#ctx0" brushRef="#br0" timeOffset="85812.22">29571 13962 32 0,'22'2'682'16,"-4"-2"836"-16,-6-5 227 0,-2-2-279 0,-7-4-441 15,-3-4-380-15,-3 0-236 0,-9-3-163 0,-2-2-86 16,-3-2-52-16,-5 1-28 0,-2 0-15 0,0 3-55 16,-3 4-10-16,0 2 0 0,1 6 0 15,-1 3 0-15,0 6 0 0,3 3 0 0,2 6 0 16,1 5 0-16,3 5 0 0,5 2 0 15,3 2 0-15,9 2 0 0,5-2 0 0,9-2 0 16,11-4 0-16,9-6 0 0,7-5 0 16,7-5 0-16,7-4 0 0,1-4 0 0,9-3 0 15,6-4 0-15,7-2 0 0,3-2 0 0,2-2 0 16,-3 4 0-16,-6 1 0 0,-5 4 0 0,-16 4 0 16,-8 6 0-16,-12 3 0 0,-8 6 0 0,-10 4 0 15,-6 4 0-15,-5 2 0 0,-4 6 0 16,-4 2 0-16,-2 1 0 0,-2 1 0 0,-2 2 0 15,1 0 0-15,2-2 0 0,-1 0 0 0,0-4-53 16,1-1-272-16,1-4-272 0,0-1-381 0,2-4-489 16,0 0-529-16,0-3 136 0,0-1 1104 0</inkml:trace>
  <inkml:trace contextRef="#ctx0" brushRef="#br0" timeOffset="86600.69">22764 15337 146 0,'-8'-3'750'0,"0"3"439"0,1 0 76 15,4 3-58-15,3 1-344 0,1 3-315 0,8 2-145 16,1 0-78-16,3-1-49 0,5 2-80 15,4-1-62-15,4-2-36 0,3-1-27 0,2 0-21 16,5-2-15-16,2 0-7 0,-1-3-12 0,2 1-9 16,1-1-4-16,-4 1-4 0,0-1-2 15,-2 2-2-15,-3 2-18 0,-4-3-70 0,-2 2-88 16,-5 1-165-16,-6-3-281 0,-5 2-335 16,-1-2-397-16,-8 2-240 0,-3-3 113 0,-3-1 723 15</inkml:trace>
  <inkml:trace contextRef="#ctx0" brushRef="#br0" timeOffset="86850.15">23194 15282 91 0,'8'1'515'15,"5"-1"348"-15,-4 3 219 0,8 2 5 16,0 1-405-16,5 1-222 0,0 2-111 16,2 2-52-16,3 2-32 0,3 1-14 0,-2 1-23 15,4 4 12-15,-2 1-17 0,0-1-30 16,0 3-30-16,-4 1-37 0,-2 3-11 0,-6 1-34 15,-3 3-14-15,-7 1-10 0,-6 2-11 0,-7 3-8 16,-5-1-10-16,-7 1-9 0,-5-3-8 0,-2 2-5 16,-4 1-6-16,-2-7-1 0,-2-2-4 15,4-1-1-15,1-5-1 0,3-3-8 0,4-6-39 16,5-4-82-16,4-2-128 0,5-3-226 0,9-7-302 16,3-2-370-16,6-1-357 0,6-2-84 15,5-4 503-15,5 0 687 0</inkml:trace>
  <inkml:trace contextRef="#ctx0" brushRef="#br0" timeOffset="87535.89">24440 15602 143 0,'3'-13'698'0,"-3"1"440"0,2 5 94 15,-2-1-120-15,1 7-404 0,3 5-186 16,0 7-107-16,3 6-67 0,-1 8-33 0,2 6-38 16,-2 7-49-16,2 5-68 0,-1 7-50 0,-1 1-29 15,0 5-18-15,-3 3-10 0,-3 1-9 16,0 2-7-16,-1 1-6 0,-4-2-9 0,2-2-10 15,-3-4-5-15,-1-5-3 0,2-8-1 0,2-6-1 16,2-7-1-16,-4-6 2 0,2-5-1 0,-2-9-1 16,0-5 0-16,1-9 0 0,-1-9 0 0,2-7-1 15,-1-7 0-15,3-10-2 0,2-6 0 0,1-6-1 16,3-5 1-16,1-3 1 0,5-8 0 16,0-3 2-16,5-2 0 0,6-4 1 0,4-4-2 15,0 3-2-15,6 2-2 0,1 4 0 16,0 5-2-16,1 7 2 0,-3 9 0 0,3 3 3 15,-6 11-2-15,-3 5 2 0,-1 8-1 16,-5 7 0-16,-2 7 2 0,-4 3 0 0,-2 10 0 16,-6 3 2-16,-4 6 1 0,-4 6 1 0,-3 4 1 15,-7 7 0-15,-3 3-1 0,-3 4 1 0,-3 4-1 16,-2 3-1-16,-3 5-2 0,-3 0-1 16,0 2-1-16,0 0-1 0,2-3-2 0,3-2 1 15,3-3-1-15,6-7-1 0,3-4 0 0,7-6-8 16,4-7-20-16,6-6-52 0,2-6-77 0,6-10-102 15,1-5-156-15,8-10-246 0,1-5-330 16,2-9-289-16,3-1-168 0,-1-7 134 0,3 0 531 16</inkml:trace>
  <inkml:trace contextRef="#ctx0" brushRef="#br0" timeOffset="87733.32">25028 15462 128 0,'11'-14'548'0,"-2"1"402"0,-5 5 214 0,2 2-149 15,-6 3-249-15,0 3-154 0,0 3-93 16,-1 3-92-16,-4 2-73 0,1 3-52 0,0 1-55 15,-1 3-65-15,1 2-64 0,0 3-32 0,0 3-21 16,-2 2-16-16,2 2-12 0,0 1-11 16,0 0-6-16,1 4-9 0,3-3-6 15,0-1-2-15,3-2-4 0,2-1-2 0,3-5-3 16,3-3-15-16,0-4-34 0,3-2-72 0,-1-4-72 16,-2-4-132-16,3-5-217 0,-1-2-311 0,1-4-319 15,-1-3-211-15,2-2-68 0,-2-5 444 16,1-1 587-16</inkml:trace>
  <inkml:trace contextRef="#ctx0" brushRef="#br0" timeOffset="88078.12">25351 15463 365 0,'11'-11'820'0,"-3"2"340"15,-3 3 35-15,-2 6-294 0,0 4-210 16,0 7-142-16,-1 3-123 0,-1 4-79 0,-1 5-59 16,0 3-51-16,2 0-67 0,0 4-59 15,-2 4-34-15,0-2-24 0,2 1-14 0,0 0-11 16,1 0-9-16,0-3-8 0,2-2-6 0,3-2-2 15,0-3-1-15,1-5-2 0,1-4 0 16,0-5 1-16,-3-2 1 0,1-6 1 0,0-5 0 16,0 0 0-16,1-9-1 0,0-2-1 15,-3-4-1-15,0-2 0 0,3-5-1 0,-4-1 0 16,2-2 0-16,-2-5 0 0,-1 1-1 0,1-1 0 16,-2-1 0-16,2 2-1 0,0 4 0 0,1 2-2 15,-1 7-1-15,2 4-11 0,0 6-26 16,-1 6-52-16,1 4-61 0,1 4-50 15,2 5-45-15,2 3-47 0,2 2-48 0,0 3-43 16,3-2-68-16,3-1-159 0,2 1-255 0,1-1-211 16,2-3-53-16,3-1 245 0,-2-3 389 0</inkml:trace>
  <inkml:trace contextRef="#ctx0" brushRef="#br0" timeOffset="88299.36">26028 15570 107 0,'8'-14'709'0,"-2"4"613"15,-5-2 244-15,-2 1-188 0,-5 0-440 0,-4 3-339 16,-1 0-178-16,-2 2-135 0,-3 0-100 0,-1 3-59 15,1 2-38-15,-3 4-25 0,-1 1-18 16,1 2-12-16,-2 5-8 0,2 3-6 0,-1 5-5 16,1 2-4-16,3 4-4 0,-1 5-3 15,4 0-2-15,0 4-2 0,5 0-1 0,5-2-1 16,3-1 0-16,7-6-2 0,3-3 0 0,5-6 0 16,4-4 1-16,5-5 0 0,-1-5-1 0,6-4-8 15,1-4-16-15,-2-1-32 0,1-5-69 16,-1-1-74-16,-3 1-93 0,-1 1-132 0,2 0-185 15,-4 2-305-15,-2 2-209 0,-1 4-186 16,-2 1-23-16,-4 5 366 0,3 4 508 0</inkml:trace>
  <inkml:trace contextRef="#ctx0" brushRef="#br0" timeOffset="89367.01">26097 15930 83 0,'11'4'610'0,"0"-1"428"15,2-4 151-15,1-5-75 0,3-3-375 16,3-6-271-16,0-4-82 0,2-3-24 0,1-3-24 16,2-3-34-16,-2-1-36 0,2-2-51 15,-2-1-68-15,-1 2-54 0,-2 1-32 0,-2 4-21 16,-2 4-5-16,-5 3-6 0,0 4-3 0,-7 4-1 15,1 2-1-15,-2 5-2 0,-4 6-8 16,-1 5-4-16,-3 4-6 0,-1 5-3 0,-1 5 0 16,-2 3-2-16,1 3 0 0,4 0 0 15,-2 2 0-15,3-2-1 0,-1-1 0 0,6-1-1 16,1-2 0-16,5-2 0 0,0-5-1 16,3-3 1-16,4-5 1 0,3-5 0 0,3-4 0 15,2-4 0-15,2-7 0 0,1-4 0 0,1-3 0 16,1-3 2-16,2-2-1 0,-1 0 1 15,-2 0 1-15,-1 2-1 0,0 0-1 0,-6 3 0 16,-1 3-1-16,-3 1-1 0,0 6 0 16,-6-1 2-16,0 5 0 0,-5 4 0 0,-2 3 1 15,-3 4 1-15,0 2-2 0,-3 4 0 0,0 2 0 16,-3 1-1-16,3 2-1 0,-4-1 0 0,6 4 2 16,-3-2 0-16,4 1-2 0,2-2 1 15,3-2 0-15,1-1-2 0,7-4 0 0,0-2 1 16,4-3 1-16,2-5-1 0,5-4 1 15,2-3 1-15,4-3 1 0,2-3-1 0,1-2 1 16,1-3-2-16,-3 2 0 0,-1 0 0 0,-1 1 0 16,-6 1-1-16,-1 2 1 0,-2 2 0 15,-3 3 0-15,-4 4 0 0,-1 2 0 0,-2 1 1 16,-2 4-1-16,-2 2 1 0,0 5-1 0,-1 1 1 16,-4 4-1-16,3 0 0 0,0 2-1 15,0 2 1-15,-3-2 0 0,4 2-2 0,1-1-1 16,0-2-1-16,2-2 1 0,0-2-2 0,5-3 1 15,-4-1 0-15,4-5 1 0,0-4 0 16,0-2 0-16,0-6 1 0,2-1 1 0,0-8 0 16,0 0 2-16,0-5 0 0,0-1 2 0,1-4 0 15,-2-2 0-15,2-4 0 0,-2-1-1 0,2-4 0 16,-4-4-1-16,1-4 0 0,1-2-1 16,1-4-1-16,-1 0-2 0,-3-1 1 0,0 1 2 15,-2 1 0-15,-1 8 1 0,-1 5 1 16,-2 7 1-16,-3 8 0 0,-2 7-1 0,0 11-2 15,-2 5 0-15,-2 8 0 0,1 8 1 0,-2 7 6 16,1 6 3-16,-1 6 3 0,-3 7 5 16,0 4 3-16,0 4 2 0,-2 4-5 0,1 0-3 15,1 0-2-15,0-2-5 0,5-2-6 0,1-5-4 16,6-5-2-16,-1-4-13 0,3-5-18 16,1-5-66-16,-1-5-84 0,-3-2-170 0,0-3-282 15,-1-6-328-15,-1 0-409 0,-1-5-265 0,-1-5 87 16,1-2 760-16</inkml:trace>
  <inkml:trace contextRef="#ctx0" brushRef="#br0" timeOffset="89883.81">27555 15612 257 0,'1'-19'724'0,"1"3"321"0,1 2 99 0,0 3-189 16,1 3-341-16,2 1-200 0,2 1-71 15,1 2-18-15,3 0-24 0,1 2-27 0,4-3-24 16,0 1-40-16,-1 2-48 0,3 0-45 15,-1-1-35-15,-2 3-21 0,3 0-13 0,-3 2-10 16,0 1-10-16,-3 3 2 0,1 0 0 0,-5 3-4 16,-1 3-2-16,-1 0-3 0,0 3-1 0,-4 0-7 15,1-1-5-15,-3 3-4 0,1 0-1 16,-2-2-1-16,-2-1-1 0,1 1 0 0,-1-1 1 16,-1 1-1-16,1-1 0 0,1 1-1 0,1-2-1 15,0-1-1-15,1 2-1 0,4-4 0 16,2-3-1-16,2 1 1 0,5-5-1 0,1 0 1 15,3-4 2-15,3-2-2 0,5-3 2 16,-1-3 0-16,1-2 0 0,3-2 0 0,-1-2-1 16,2-1 1-16,-1 1 0 0,-7 1 0 15,4 0 1-15,-6 3 0 0,-4 0 0 0,0 3 0 16,-5 1 2-16,-1 1-2 0,-3 2 3 0,-2 4 2 16,-2 2 0-16,-1 4 5 0,-4 3 6 0,-1 5 4 15,0 2 3-15,-4 4 2 0,1 3 1 16,-3 5-4-16,-3 0 0 0,3 3-4 15,-4 5-4-15,2-3 0 0,-3 5 2 0,0 3 2 16,-2 1-2-16,-2 4 2 0,0-1 0 0,-2 4 1 16,-2-1-4-16,0-2-3 0,-1 0-1 0,0-4-4 15,0-3-3-15,1-4-3 0,0-5-2 0,1-6-1 16,-1-5-1-16,1-4 0 0,0-6-3 16,-1-4-2-16,2-5-7 0,1-2-9 0,-2-5-17 15,4-3-30-15,3-1-78 0,3-4-88 0,1-4-179 16,7-5-284-16,6-2-333 0,5-1-376 0,3-2-182 15,4 1 183-15,7 1 728 0</inkml:trace>
  <inkml:trace contextRef="#ctx0" brushRef="#br0" timeOffset="91058.41">29715 15402 129 0,'-2'-14'652'0,"-1"-1"432"16,-6 0 140-16,-1-3-90 0,0 2-369 0,-4 0-189 15,-2-1-119-15,-1 3-82 0,-1 2-55 16,-3 2-51-16,-3 3-65 0,-1 2-70 0,1 3-43 16,-2 4-29-16,3 3-19 0,-1 2-11 0,3 4-9 15,3 5-7-15,0 0-2 0,9 5-5 16,2 1-1-16,7 3-2 0,4 3-2 0,7 4 1 16,3 0-1-16,5 0-1 0,6 1 0 0,4 2 1 15,4 0-2-15,2-1-1 0,4 0-2 16,-3-1 1-16,2 0-2 0,-3-1-1 0,-3-1 2 15,-4 0 1-15,-4-3 0 0,-8 0 0 16,-5 1 1-16,-6-1 2 0,-10-2-1 0,-6 1 2 16,-5-3 0-16,-6 0-1 0,-6-3 1 0,-6 0-2 15,-1-2-1-15,-3-3-1 0,0-4 0 0,-1-2-1 16,3-4-1-16,1-4 1 0,5-7-2 0,3-3 0 16,8-9 0-16,3 0 1 0,8-5 1 15,5-5-1-15,6-2 2 0,4-7 2 0,5 0-1 16,7-3-1-16,5-5 0 0,1-2-1 0,5-1-1 15,3-4-1-15,0 1 1 0,2 0 0 16,-1 2-1-16,-3 1 1 0,-4 5 0 0,-3 7 1 16,-7 2 1-16,-1 7 0 0,-10 5 2 15,-1 6-2-15,-6 4 2 0,-4 7 0 0,-8 4-1 16,-3 5-1-16,-6 6 1 0,-1 5 0 0,-5 4-1 16,0 5-1-16,-2 3 1 0,1 5-1 15,3 0-1-15,2 1-2 0,4 1-6 0,5-5-24 16,1 1-66-16,9-2-71 0,2-5-123 15,5-2-229-15,4-4-314 0,7-2-348 0,1-6-248 16,5-3-104-16,3-2 460 0,0-5 658 0</inkml:trace>
  <inkml:trace contextRef="#ctx0" brushRef="#br0" timeOffset="91350.02">30021 15606 149 0,'16'0'790'15,"-2"3"464"-15,-7 4 48 0,-6 4-186 0,-1 3-372 16,-4 7-281-16,-4 4-115 0,-2 1-63 0,2 4-38 15,0 1-25-15,0 0-48 0,2-1-58 0,5 0-50 16,2 1-29-16,5-4-17 0,2-4-9 16,5-3-5-16,4-2-3 0,4-6-1 0,5-4-1 15,0-7 0-15,3-2 0 0,2-7-1 0,3-4 2 16,-3-6-1-16,3-2-1 0,-3-5 3 0,1-3 1 16,-5-2 0-16,-4-2 0 0,-2 2 1 0,-7-2 9 15,-4 0 1-15,-4 0 0 0,-11 1 3 16,0 2 1-16,-4 3 2 0,-6 4-5 0,-3 4-3 15,-3 4-3-15,-1 5-2 0,-4 7-2 0,-2 3-2 16,0 6-3-16,-2 7-1 0,0 3-3 0,0 6 3 16,1 1-1-16,2 2-1 0,5 2-1 0,5 2 0 15,1 0-1-15,6 2-7 0,1 0-20 16,1-1-62-16,7 0-68 0,-1-1-114 0,4-2-196 16,4-4-307-16,2-2-334 0,5-6-253 0,4-4-138 15,5-3 353-15,2-4 633 0</inkml:trace>
  <inkml:trace contextRef="#ctx0" brushRef="#br0" timeOffset="91631.55">30656 15746 278 0,'9'-15'996'15,"-8"4"432"-15,-1 4-69 0,-4 6-244 0,-7 4-445 16,0 5-240-16,-5 5-148 0,2 3-71 0,-5 6-41 16,1 2-27-16,1 1-38 0,2 2-45 15,2 2-25-15,5-2-18 0,3 1-9 0,5-4-4 16,5-3-3-16,4-6-1 0,8-1-3 0,5-7-10 15,4-5-29-15,2-4-38 0,1-5-47 0,3-3-45 0,-2-7-34 16,0 0-19-16,-2-2 17 0,-1-2 40 16,-5-1 56-16,-3-1 50 0,-3 2 31 0,-7-3 17 15,-2 2 11-15,-7 1 6 0,-2-1 4 0,-4 2 3 16,-6 0 0-16,-2 0 2 0,0 1-6 16,-5 2-9-16,0 4-11 0,-1 4-24 0,-2 1-68 15,1 5-124-15,-1 4-189 0,1 6-282 0,4 0-266 16,-1 4-212-16,4 2 25 0,2 2 392 0</inkml:trace>
  <inkml:trace contextRef="#ctx0" brushRef="#br0" timeOffset="92382.66">31070 15909 80 0,'4'1'659'16,"1"2"470"-16,-1 3 133 0,-1 0-104 16,-2 6-314-16,4 2-275 0,-2 2-144 0,-2 5-74 15,1 3-45-15,-2 1-50 0,-2 6-61 0,2 0-69 16,0 4-44-16,-1 1-28 0,1 0-19 0,0 1-12 0,1 1-8 16,-1-2-7-16,4-2-3 0,-3-2-3 15,4-4-2-15,0-2-1 0,1-7 0 0,0-2-1 16,1-4 2-16,-1-6 0 0,1-3 1 0,-1-5 0 15,1-8 1-15,2-1 0 0,-1-6 0 0,0-3 0 16,-1-7-1-16,0-3 0 0,-1-4 0 0,-1-1-1 16,0-2 0-16,-4-2-1 0,2-2-1 0,-1 1 2 15,-2-5-1-15,-2 2 0 0,-1-2 0 0,3 1 1 16,3 4 1-16,-1 3-1 0,-1 3 0 16,2 6 1-16,1 5 0 0,-1 1 0 0,2 7 0 15,3 3 0-15,-1 4 1 0,3 3-1 0,0 3 2 16,2 2-1-16,1 3 0 0,1 2 0 15,-1 3-1-15,1 2 1 0,2 1-1 0,-2 0-1 16,0 3 1-16,-1-1-1 0,-2 2 0 0,0 1-1 16,-5-1 2-16,-1 1 0 0,-2-1 1 0,-3 0 1 15,0 2-1-15,-4-1 1 0,-1 0-1 0,-3 1 0 16,-5 3-1-16,2-2 0 0,-3 0-1 0,0 2-1 16,-1-1-1-16,0-2-1 0,3 0-4 0,3-4-9 15,1 1-30-15,5-5-69 0,1-3-71 0,4-2-134 16,1-4-249-16,5-3-316 0,-4-3-336 0,6-3-222 15,0 0-56-15,-3-3 526 0</inkml:trace>
  <inkml:trace contextRef="#ctx0" brushRef="#br0" timeOffset="93473.67">30763 16108 189 0,'6'-3'635'16,"1"2"358"-16,-6 1 112 0,5 0-175 0,-2 0-308 15,-1 2-213-15,0 2-138 0,-1 2-75 0,1 1-30 16,2 4-25-16,-4 3-28 0,2 0-10 0,1 1-3 15,0 1-6-15,1 1-12 0,-2 0-13 0,2-1-8 16,-4-1-18-16,4 0-15 0,-2-1-16 0,2-2-9 16,0 0-4-16,-2-3-4 0,-2-3 3 0,3-1 17 15,-1-1 25-15,-2-3 19 0,1-1 15 0,0-1 18 16,-1-3 9-16,-1 0-16 0,2-2-19 0,0 0-12 16,-2-3-16-16,3 1-16 0,-3-3-12 0,4-2-3 15,1 0-4-15,-2-2-1 0,2 0 3 0,1 1 12 16,2-1 8-16,0-1 5 0,0 3 4 0,-2-1-1 15,1 4 0-15,0-1-13 0,-2 4-8 0,-2-1-6 16,1 3-2-16,-1 3-2 0,-2-2-2 16,3 4-2-16,-3 0 0 0,1 4-1 0,-1 1-2 15,1-2-7-15,0 2-29 0,2 1-58 0,-1 1-54 16,0-1-61-16,4-2-95 0,-1-1-147 0,1 0-149 16,2-2-197-16,0-1-224 0,3 2-174 0,0-2 68 15,-1 0 363-15,5 0 385 0</inkml:trace>
  <inkml:trace contextRef="#ctx0" brushRef="#br0" timeOffset="94216.77">31685 16199 180 0,'5'-1'778'0,"-1"0"408"15,1-3 39-15,0 0-154 0,1-2-446 0,-1-1-279 16,3-2-99-16,0-2-8 0,2 1 13 0,2-5-2 16,1 1-13-16,1-2-28 0,2-2-51 15,1-2-51-15,2-2-35 0,-2 1-17 0,5-1-6 16,-1 1-4-16,-2-1-3 0,1 3-5 0,-2 1-7 15,-1 4-6-15,-4 1-10 0,-1 5-2 16,-4 2 1-16,-3 3 1 0,2 3 4 0,-6 2 4 16,2 3 2-16,-3 3-1 0,-3 2 0 0,2 3-4 15,-2-1-2-15,-1 2-5 0,3 0-2 0,-3 1-2 16,3-1-2-16,1-2 1 0,0 0 2 0,0-2 2 16,3 1 0-16,0-2 1 0,4-3-1 0,-1 0-3 15,2-1-3-15,1-3-1 0,7-2-2 0,-3-2-1 16,4-2 0-16,1-1-1 0,0-1 1 0,4 0 0 15,-2 1 0-15,0-3-1 0,-1 1 1 16,2 1 1-16,1-1-1 0,-3-1-1 0,1 2 0 16,2-1 2-16,-2 2-2 0,-2 0-2 0,3 2 1 15,-4 0 0-15,1 2 0 0,-4 1-1 0,0 1 1 16,-3 2 1-16,2 0 0 0,-5 2 0 0,0 0 0 16,-2 2 2-16,-1 1-1 0,-1-1 1 15,-1 2-1-15,1-2 1 0,-3 2-2 0,1-2 1 16,0 1-1-16,1-1 0 0,-2-1-1 0,3-2 1 15,0 2-2-15,4-3-1 0,-2-1 1 0,6-2-1 16,-2-2 0-16,5-1-1 0,-1-3 0 0,3 2 1 16,1-2-3-16,-2 1-9 0,2-1-17 0,-3 1-37 15,0 1-73-15,-3 1-74 0,-3 1-122 0,0 1-182 0,-4 1-309 16,-1 0-303-16,-1 1-203 0,-3 2-113 0,-3 0 351 16,1 3 571-16</inkml:trace>
  <inkml:trace contextRef="#ctx0" brushRef="#br0" timeOffset="95865.79">13571 17200 187 0,'2'4'783'0,"-2"0"424"0,0 0 49 16,0 1-134-16,3 4-355 0,1 0-243 0,0 4-133 15,1 4-76-15,2 1-45 0,-1 4-45 16,-2 4-63-16,1 1-52 0,-2 2-29 0,1 5-14 16,-3 0-18-16,-1 3-12 0,-1 0-16 0,-3 1-9 15,1 1-7-15,-2 1-7 0,1-3 0 0,-2-3 0 16,1-3-2-16,0-5 0 0,0-2-3 0,4-8-9 16,-3-6-28-16,1-4-66 0,0-6-76 15,-3-7-149-15,1-5-256 0,0-7-318 0,1-3-345 16,-1-5-238-16,-2-4 11 0,0-2 599 0</inkml:trace>
  <inkml:trace contextRef="#ctx0" brushRef="#br0" timeOffset="96082.24">13532 17077 371 0,'2'-19'1035'0,"-2"1"362"16,-2 2-3-16,-1 6-190 0,2 1-523 0,-3 3-240 15,1 2-140-15,1 2-91 0,-1 2-79 16,0 2-63-16,1 2-37 0,2 2-21 0,2 1-13 15,3 4 1-15,1 3-1 0,2-1-1 0,3 2-8 16,0 1-56-16,3 1-65 0,-1 0-112 0,4-1-176 16,-1 1-302-16,3-3-339 0,-1 3-265 0,1-4-152 15,1 0 319-15,1-1 602 0</inkml:trace>
  <inkml:trace contextRef="#ctx0" brushRef="#br0" timeOffset="96365.55">13924 17220 148 0,'-3'-2'760'0,"-3"4"444"15,-5 1 93-15,1 0-72 0,-1 2-353 0,-1 1-307 16,0 2-158-16,4 1-87 0,-2-1-63 0,3-1-78 16,2 3-72-16,4-2-42 0,-1 3-27 15,4-1-17-15,1 2-10 0,3-1-6 0,2 0-3 16,2-4-2-16,3 0-1 0,-1-1-2 0,2-3 2 16,0-3 0-16,2-3 1 0,1-3-1 0,-2-2 2 15,2-5 2-15,-1-2 1 0,0 0 0 0,-3 0 0 16,1 0 1-16,-5 3-2 0,-1 3 0 15,-1 0 0-15,-1 5 5 0,-2 2 2 0,1 4 1 16,-2 4 3-16,-1 3 1 0,1 4-2 0,-3 5-4 16,4 3-2-16,-4 2-3 0,1 2-1 0,2 0-3 15,-1 0-2-15,5 0-1 0,0-4 0 0,-1-5-1 16,4 0-2-16,1-4-6 0,0-3-23 0,0-6-65 16,0-3-70-16,-1-6-124 0,0-4-198 15,-2-3-310-15,0-6-336 0,2-4-251 0,-2-2-114 16,-2-4 399-16,0-2 610 0</inkml:trace>
  <inkml:trace contextRef="#ctx0" brushRef="#br0" timeOffset="96748.49">14266 16809 178 0,'0'-28'734'0,"-2"5"431"0,-1 3 106 16,1 4-99-16,-1 4-322 0,3 3-263 0,-3 3-166 16,1 1-101-16,1 5-64 0,-1 3-72 15,1 5-72-15,-1 2-37 0,2 2-19 0,0 3-8 16,0 5-8-16,0 2-7 0,2 2-5 0,-1 5-5 15,1-1-2-15,-1 4-6 0,3 2-9 0,-3 1-6 16,4-1-5-16,-2-1-1 0,2 0-4 16,0-2-2-16,2-3 5 0,1-4 8 0,2-2 4 15,2-5-4-15,0-2-2 0,2-5-2 0,0-4 5 16,-1-3-3-16,4-4-5 0,-4-4-3 0,4-2-16 16,-4-2-29-16,1 0-46 0,-3-2-47 15,0 1-37-15,-1 0-26 0,-4 2-7 0,1 2 23 16,-3 1 54-16,1 1 51 0,-4 1 38 0,-1 0 25 15,0 3 32-15,-1 0 42 0,-2 3 50 0,0 1 43 16,1 2 35-16,-1 3 9 0,-2 3-10 16,3 1-29-16,-1 3-33 0,3 2-33 0,-3 0-28 15,3-1-17-15,2 3-11 0,-1 1-8 0,2 0-9 16,1 3-4-16,1-4-3 0,1 2-2 0,1-1-4 16,2-1-4-16,-1-2-34 0,2-2-71 0,0-4-83 15,-2-2-154-15,4-2-286 0,-2-5-333 16,1-1-329-16,0-4-194 0,0-1 117 0,-1-3 628 15</inkml:trace>
  <inkml:trace contextRef="#ctx0" brushRef="#br0" timeOffset="96932.9">14931 17337 272 0,'4'9'954'0,"-6"0"398"0,0 1-45 16,-1 1-221-16,1-1-463 0,-2 2-278 0,1-1-152 15,1-3-78-15,1-1-39 0,1-2-22 0,1-3-41 16,1-2-55-16,2-2-63 0,-1-4-135 0,1-2-185 16,-1-3-300-16,-1-2-276 0,1-2-240 15,-2-2-58-15,-1-2 404 0,0-3 491 0</inkml:trace>
  <inkml:trace contextRef="#ctx0" brushRef="#br0" timeOffset="97099.91">14892 16738 425 0,'-3'-17'1174'0,"1"0"368"0,-1 6-117 0,-2 4-286 16,1 4-504-16,-1 0-238 0,0 4-154 0,-1 1-89 16,3 2-60-16,0 2-39 0,3 2-25 0,0-1-17 15,1 2-8-15,4 0-5 0,4 2-8 0,-1-2-48 16,3 3-68-16,0-3-111 0,2 3-200 0,1 0-295 16,0 1-345-16,5-2-308 0,-1 3-147 15,4-1 350-15,0-1 663 0</inkml:trace>
  <inkml:trace contextRef="#ctx0" brushRef="#br0" timeOffset="99432.63">15901 16813 25 0,'3'-20'460'0,"3"3"389"0,-3 2 261 0,0 0 17 16,-3 3-334-16,0 1-286 0,2 4-159 0,0 1-84 15,-2 1-70-15,1 2-17 0,2 3 40 0,1 2 15 16,0 2-7-16,1 4-19 0,1 0-14 0,-1 6-28 16,0 2-58-16,-2 1-33 0,0 4-23 15,-1 2-12-15,-1 2-7 0,-2 2-9 0,-1 4-7 16,1 0-4-16,-3 2 2 0,1 1-1 0,-2 1-3 15,1 1 1-15,-4 1-2 0,5-1-1 0,-2-2-2 16,3 1-3-16,-1-3 0 0,3-2 0 16,2-3-1-16,-1-3 5 0,4-4 3 0,0 0 3 15,4-5-1-15,-1-1-1 0,3-4 3 0,2-5-13 16,1-2-5-16,2-6-3 0,2-2-2 0,4-7 0 16,-1-3-1-16,2-5 5 0,2-5 4 0,0-3 0 15,2-4 2-15,2-2 5 0,-3-2 4 0,0-1 2 16,-4 2 1-16,-1 1 1 0,-3 4 0 15,-5 5-5-15,-2 1 8 0,-1 6 6 0,-6 3 3 16,1 3 1-16,-5 5 0 0,-3 1 0 0,1 6-10 16,-4 6-6-16,-3 3-9 0,1 3-4 15,-2 6-2-15,-1 1-3 0,2 5 0 0,-1 2-2 16,1 2 5-16,3 1 2 0,-1 2 1 0,4 1 1 16,0-2-1-16,1 1 6 0,4-1 2 0,1-3 2 15,0-1-1-15,2-4 0 0,1-1-1 0,3-5-6 16,0 0-3-16,-1-2-2 0,2-6-3 15,2-2-8-15,-4-1-17 0,1-4-43 0,0-1-74 16,-1-3-90-16,-3-1-170 0,0-1-292 0,1-2-326 16,-3 0-320-16,-3-1-175 0,0-3 162 15,0 0 657-15</inkml:trace>
  <inkml:trace contextRef="#ctx0" brushRef="#br0" timeOffset="100348.79">15211 17423 296 0,'-3'1'530'0,"1"0"185"16,2 1 28-16,-1-2-235 0,2 2-175 0,1-2-58 15,1-2-2-15,0 0 42 0,4 0 32 0,-1-2 14 16,3-2-25-16,1-1-49 0,-2 0-58 0,4-1-55 15,0-3-40-15,-1-1 23 0,3-1 18 16,-3-4 3-16,3-1 3 0,-3 0-9 0,-1-1-14 16,-1-1-40-16,-1 0-31 0,-1 3-15 0,-4 0-16 15,-2 2-8-15,-1 2-4 0,-1 0-8 0,-4 3-7 16,-3 0-9-16,0 4-5 0,-3 0-6 16,-2 3-3-16,-2 3-3 0,-1 1-2 0,-1 2 0 15,0 3-2-15,-3 2 0 0,6 2 0 0,-2 2 1 16,5 3 0-16,0 2-2 0,3 1 0 0,5 2 0 15,1 2 0-15,2 0-1 0,5 2 1 16,1 2 0-16,4-2 0 0,1-2 2 0,2 1 5 16,2-2 3-16,-2-2 2 0,4-3 0 0,-2-2 0 15,0-1-1-15,1 0-7 0,2-4-5 0,-6-2-26 16,4-1-63-16,-2-1-67 0,0-3-108 0,-2 0-184 16,0-2-311-16,-1 0-322 0,1-3-247 0,-2 0-145 15,2 0 307-15,-3-3 611 0</inkml:trace>
  <inkml:trace contextRef="#ctx0" brushRef="#br0" timeOffset="100965.11">16315 17097 270 0,'6'-10'813'0,"-3"2"375"0,2 2 29 15,-3 0-254-15,-1 4-327 0,1 4-192 0,1 2-82 16,0 6-51-16,-1 2-32 0,-1 5-29 16,2 3-33-16,-3 2-56 0,4 5-58 0,-3-1-36 15,4 2-15-15,-2 2-12 0,1 0-9 0,-1 0-11 16,3-1-4-16,-2-2-5 0,1-2-4 0,2-5-4 16,-1-2-3-16,2-5 1 0,0-4 1 0,-2-3 1 15,2-4-1-15,3-4 0 0,-1-6 2 16,-2-2-1-16,2-5-1 0,2-3 0 0,-1-3 1 15,1-3 0-15,-1-2-3 0,2-2 1 0,0-2 2 16,-2 0 0-16,0 0-3 0,-2 4 0 0,-2-2 2 16,-1 6 0-16,2 2 5 0,-7 5 8 0,2 2 4 15,-1 2 4-15,0 5 0 0,-1 3 0 0,-1 4-5 16,0 5-7-16,-1 5-3 0,-1 3-4 16,2 4-1-16,0 2-2 0,2 3 0 0,-1 3 1 15,-1-1-2-15,3 1 1 0,1 2-1 0,-1-1 0 16,0-1 0-16,2-1-1 0,2-1-1 0,-2-1 0 15,2-3-1-15,-1-3-1 0,2-2 1 16,0-3 0-16,0-1 1 0,1-6-2 0,1-2-1 16,-1-3-7-16,1-5-12 0,2-6-26 0,-4-1-55 15,3-4-66-15,-1-2-82 0,-6-3-139 0,4-1-212 16,-6 0-301-16,1-1-245 0,1 1-206 16,-4-3 10-16,0 1 458 0</inkml:trace>
  <inkml:trace contextRef="#ctx0" brushRef="#br0" timeOffset="101598.2">16853 16448 415 0,'1'2'987'0,"-2"4"290"0,-3 3-37 16,1 2-190-16,2 4-359 0,-3 3-222 15,1 3-114-15,0 1-64 0,-3 5-53 0,3 2-65 16,0 0-62-16,-1 3-32 0,3 1-20 0,-1 3-10 15,2 2-7-15,0-1-2 0,2 2-6 0,-1 1-4 16,3-2-4-16,0 3-10 0,2-2-7 16,-1 0-1-16,2-2-2 0,1-2-1 0,2-4-3 15,0-2 5-15,1-2 2 0,2-5-5 0,-2-3-2 16,2-3-2-16,1-4 0 0,0-2 0 0,0-4 0 16,2-1 0-16,-2-5 0 0,2 0 1 0,0-5-1 15,0-1 0-15,1-1 0 0,-1-4-1 16,1 1 0-16,2-2 0 0,-1 0 0 0,0 0 0 15,-1 2 0-15,0 2 0 0,-1 1 0 0,-1 1 0 16,1 1 0-16,0-1-2 0,-2 6 2 16,0-2-1-16,1 4 1 0,-1 1 0 0,0 3 1 0,0 3 1 15,-1 1 1-15,3 2-1 0,-4 3 0 16,6 0 1-16,-4 1-1 0,3 1 0 0,3 1 0 16,-2 0-1-16,0-1 0 0,4-2-2 0,-2 0 1 15,1-2-1-15,1-4 0 0,0-1-1 0,0-4 1 16,-2-6 1-16,-2-2 0 0,0-4 1 15,-1-2-1-15,-2-2 0 0,-1-1 1 0,-3-2 0 16,0-2 0-16,-3-1 1 0,-2 0 0 0,1 1 1 16,-3-2-1-16,1 1 0 0,-4 0 1 15,1 0 0-15,-4 3 1 0,1-3-1 0,-4 3 1 16,1 2 0-16,-5-1 1 0,1 4-1 0,-4 2 5 16,-1 2 4-16,-2 3 5 0,0 4 5 0,-2 4 7 15,-1 3 7-15,0 5 2 0,-2 5-1 0,0 3-2 16,1 2-3-16,1 4-6 0,5 2-5 15,0 3-7-15,0 0-4 0,5 1-2 0,3 1-4 16,4-1-1-16,2 0-1 0,4-1 0 0,3 0 0 16,3-6-1-16,4-2 0 0,3-1-1 0,4-5-1 15,2-2-2-15,6-4-9 0,0 0-15 0,2-4-26 16,1-3-55-16,-1-3-82 0,2 0-152 0,-1-6-273 16,2 1-320-16,3-1-388 0,-1-2-320 15,1-3 2-15,1 0 691 0</inkml:trace>
  <inkml:trace contextRef="#ctx0" brushRef="#br0" timeOffset="103148.38">19684 16721 32 0,'14'-13'630'16,"-4"4"543"-16,-5 5 171 0,-4 2-79 15,-1 8-272-15,-4 7-409 0,-3 6-177 0,-4 8-99 16,-2 6-63-16,-1 5-63 0,-5 6-57 0,0 7-38 16,-1 4-28-16,-2 3-18 0,0 3-2 15,-4 3-1-15,2 4-6 0,-1 1-7 0,-2 3-3 16,0 0-6-16,2 2-6 0,-2 1-7 0,2 1-4 16,-1-1-1-16,3-1 3 0,1-4 3 0,3-1-1 15,1-4 0-15,6-5-1 0,2-5-8 0,6-7-22 16,0-3-62-16,6-10-70 0,1-6-119 0,2-5-199 15,6-8-305-15,0-6-348 0,6-8-276 0,-1-4-138 16,6-8 367-16,3-4 654 0</inkml:trace>
  <inkml:trace contextRef="#ctx0" brushRef="#br0" timeOffset="103567.12">20549 17433 32 0,'-3'-40'655'16,"-7"2"585"-16,-7-1 164 0,-4 0-153 15,-6 3-299-15,-3 3-411 0,-3 4-176 0,-2 2-103 16,-4 6-50-16,1 5-42 0,2 5-44 0,-1 2-43 16,0 7-27-16,5 6-21 0,0 3-14 0,8 7-9 15,2 1-5-15,5 4-3 0,4 3-2 16,8 3 0-16,5 0-1 0,5 2-1 0,7 2 0 15,5-3 0-15,5 2 0 0,3-1 1 0,9-3-1 16,2 0-1-16,3-3 0 0,3 0-1 0,-2-4 1 16,2 3-2-16,-1-2 2 0,-5 2 1 0,2-1 4 15,-7 0-2-15,-2 3 1 0,-7 0 1 16,0 1 0-16,-6 2 0 0,-5 0 2 0,-3 4 6 16,-4 3 4-16,-6-1 2 0,-3 5 2 0,-3 0-1 15,-3 2-3-15,-3 1-5 0,-1 1-7 16,-3 2-5-16,-1-1-3 0,-1 1-4 0,-1-2-2 15,0 0-7-15,5-6-16 0,-1-6-53 0,2-3-65 16,3-9-93-16,2-7-160 0,6-8-280 0,-1-7-322 16,5-7-273-16,1-9-187 0,6-7 170 0,1-7 585 15</inkml:trace>
  <inkml:trace contextRef="#ctx0" brushRef="#br0" timeOffset="103787.24">20880 17056 47 0,'26'-40'632'0,"-4"5"544"15,-4 8 189-15,-2 6-84 0,-5 8-294 0,-3 5-374 16,-3 5-181-16,-1 9-107 0,-2 3-63 16,-7 8-62-16,4 7-60 0,-3 6-38 0,0 6-24 15,-1 4-18-15,0 7-14 0,0 3-13 0,0 5-10 16,-1 5-6-16,2 1-5 0,-3 5-5 0,2 3-2 16,1-3-1-16,0 3-2 0,2-3-5 0,2-1-11 15,2-8-23-15,2-5-57 0,-3-5-79 0,2-9-135 16,1-4-230-16,-3-6-317 0,2-5-363 15,-3-5-302-15,0-6-73 0,-3-4 521 0,2-4 662 16</inkml:trace>
  <inkml:trace contextRef="#ctx0" brushRef="#br0" timeOffset="103965.28">20858 17554 218 0,'3'-34'893'15,"-3"6"470"-15,-2 6-6 0,2 3-231 16,-1 4-459-16,1 3-307 0,1 3-121 0,1 0-74 15,4 4-36-15,-2-1-15 0,5 4-12 0,0 0-12 16,7 2-36-16,-2 1-22 0,7 2-17 0,-1 0-10 16,2 3-9-16,2-1-50 0,3 1-50 15,0 2-72-15,-1-2-125 0,4 1-187 0,-3 2-316 16,-1 0-249-16,3 1-222 0,-3 0-40 0,1 3 396 16,0-2 501-16</inkml:trace>
  <inkml:trace contextRef="#ctx0" brushRef="#br0" timeOffset="104225.3">21483 17734 70 0,'7'36'639'0,"-1"3"469"0,1 0 149 16,-4 2-125-16,0-1-360 0,1 1-311 0,0-5-157 16,-1 0-78-16,2-6-46 0,1-8-26 0,2-7-31 15,6-7-43-15,0-7-39 0,2-7-18 0,2-7 16 16,2-7 29-16,0-4 28 0,-2-7 21 0,3-6 15 16,-5-2 7-16,-1-4-13 0,-4 1-20 15,-1 2-13-15,-6-2-11 0,0 4-10 0,-6 1-10 16,-3 5-12-16,-4 0-10 0,-2 6-7 0,-2 0-7 15,-3 9-5-15,-1 0-5 0,-2 9-1 0,-1 5-2 16,-1 6-5-16,-1 5-3 0,1 9-2 0,4 2-2 16,1 3-3-16,3 2-4 0,6 3-21 15,3-1-38-15,3 0-83 0,2-3-137 0,5 1-257 16,2 1-321-16,5 1-382 0,6 0-411 0,5 0-51 16,1-3 640-16</inkml:trace>
  <inkml:trace contextRef="#ctx0" brushRef="#br0" timeOffset="104833.26">22385 17556 100 0,'-4'-9'646'0,"0"-1"449"0,-5 3 147 0,-3-2-99 16,1 1-348-16,-3 3-253 0,0 2-128 15,-4 0-74-15,-2 3-52 0,1 0-41 0,-3 4-57 16,0 2-53-16,1 2-45 0,0 2-29 0,0 3-19 15,3 3-11-15,1 0-11 0,2 1-8 0,3 1-5 16,4 1-2-16,3-4-3 0,3 3 0 16,4-1-1-16,4-1-2 0,2 2 1 0,6 2-1 15,1-2 0-15,4-1-1 0,1 2-1 0,3-2-2 16,0-1 0-16,2-3 0 0,4 1-1 0,-2-2 0 16,-3 0 0-16,2-3 1 0,-4 1 0 0,-1-1 3 15,-5 0 0-15,-4 0 2 0,-4 0-1 16,-3 3 2-16,-6-1 0 0,-4 2 0 0,-6 1-1 15,-2 1 1-15,-6 0-1 0,0 3-1 0,-5-2 0 16,1 4-2-16,-2-1-2 0,-1 2-3 0,2 0-2 16,1 0-9-16,2-1-42 0,5-2-72 15,2-3-89-15,5-4-158 0,2 1-296 0,6-4-330 16,2-3-313-16,6-3-182 0,1 1 171 0,4-3 634 16</inkml:trace>
  <inkml:trace contextRef="#ctx0" brushRef="#br0" timeOffset="104997.32">22772 18135 433 0,'19'-8'1416'0,"-2"4"306"0,-5 2-290 0,-11 2-347 15,-1 2-453-15,-5 1-337 0,-1 1-148 16,-2 1-68-16,0-1-35 0,2 0-17 0,3 0-12 16,3-2-8-16,3 0-33 0,3 1-78 0,1-1-97 15,5-2-186-15,1 0-288 0,2 0-333 0,5-2-361 16,0-1-175-16,4-1 236 0,1-4 694 15</inkml:trace>
  <inkml:trace contextRef="#ctx0" brushRef="#br0" timeOffset="105853.29">23621 18149 424 0,'-5'2'982'16,"-3"-2"272"-16,1-3-72 0,0-2-232 0,1-2-478 15,3-5-217-15,-1-3-86 0,6-2-12 0,1-3 25 16,2-7 32-16,3-1 12 0,4-8-12 16,0-1-23-16,3-5-36 0,0 0-39 0,2-3-37 15,1 2-26-15,-3 2-11 0,1 2-6 0,-2 5-7 16,-1 5-5-16,-2 2-5 0,-2 8 3 0,-2 3-2 15,-2 3-3-15,0 6-2 0,-4 3 1 0,2 6 4 16,-3 7-1-16,0 4 0 0,0 4 0 16,-3 9 0-16,3 2-6 0,-1 5-3 0,-3 5-4 15,3 1-2-15,-1 2 0 0,1 0-2 0,1 2 6 16,0-5 3-16,0 1 2 0,1-3 0 0,1-3 1 16,3-4-3-16,-2-5 0 0,4-4-5 15,0-4-3-15,1-6-1 0,1-7 0 0,4-6 0 16,0-6 0-16,1-8 0 0,2-7 1 0,1-4-2 15,1-6-1-15,0-2 0 0,0-3-1 0,-1 3 1 16,-1-3-1-16,-3 7 1 0,-4 2 0 16,0 4 8-16,-2 6 9 0,-2 3 7 0,-1 5 1 15,-2 3 3-15,-2 5 0 0,0 2-7 0,-2 7-7 16,-1 3-5-16,2 5-2 0,-4 3-2 0,1 4-1 16,0 3-1-16,-2 5 0 0,3-2-2 15,-1 2 0-15,1 0-1 0,2-1-1 0,1-1 1 16,1-2-2-16,1-5 1 0,3 0 0 0,-2-3-1 15,3-4 1-15,0-5-1 0,2-2 0 16,2-7 1-16,1-4-1 0,1-6 1 0,1-5 0 16,3-5 0-16,1-5 0 0,-3-2 0 0,4-2 2 15,-2 0-1-15,-1-1 1 0,0 5 2 0,-1 1-2 16,-5 2 1-16,-1 7-1 0,-3 0 1 0,2 6 2 16,-3 2 1-16,-2 4 1 0,-2 2 0 0,0 6 0 15,-2 5 0-15,-2 2-2 0,-1 5-2 0,0 4-1 16,-1 4 0-16,1 1-2 0,-2 3 0 15,1 1-1-15,2 1-1 0,-1-3-2 0,2 4 0 16,1-4-1-16,0 1-7 0,2-3-11 0,0-1-19 16,4-3-39-16,-3-2-75 0,4-5-86 0,0-3-151 15,2-4-256-15,0-4-324 0,-1-4-329 0,5-4-201 16,2-4 52-16,0-5 589 0</inkml:trace>
  <inkml:trace contextRef="#ctx0" brushRef="#br0" timeOffset="106147.15">24454 17818 44 0,'13'-20'591'0,"-4"1"509"15,-1 2 246-15,-4 7-33 0,-4 1-321 16,0 6-331-16,-5 3-210 0,-2 5-116 0,-2 2-83 16,1 5-81-16,-1 3-70 0,1 4-39 0,-2 0-22 15,2 1-15-15,4 5-10 0,-1-1-6 0,0 1-4 16,3 1-3-16,2-4-2 0,0 2-2 16,5-3-1-16,2-2-1 0,1-5 0 0,1-3 0 15,5-5 1-15,2-5 0 0,3-4 0 0,0-4-5 16,0-5-9-16,2-4-15 0,0-3-19 15,-3-2-15-15,3-1-12 0,-5-2-35 0,-1-2-46 16,0 2-28-16,-3 2-20 0,-2 0-22 0,-4 3-29 16,0 1 20-16,-3 5 39 0,-3 2 29 0,0 2 17 15,0 3 19-15,-1 5 19 0,-1 2 24 0,-1 2 24 16,0 5 21-16,2 1 18 0,-3 4 13 0,3 4 8 16,-3-1 3-16,1 2 1 0,2 1 2 15,1 0-1-15,-2 0 0 0,2 1-7 0,2 0-19 16,-1-3-30-16,2 0-61 0,2-2-80 0,2-2-106 15,2 0-138-15,2-6-215 0,0-1-171 0,3-6-17 16,2-3 156-16,2-5 245 0</inkml:trace>
  <inkml:trace contextRef="#ctx0" brushRef="#br0" timeOffset="106631.67">24978 17779 211 0,'9'-21'471'16,"1"3"268"-16,-4 3 134 0,-1 4-111 15,0 3-149-15,-2 6-119 0,-2 2-100 0,1 5-93 16,-2 3-84-16,2 4-64 0,-2 2-44 0,0 3-33 15,1 2-20-15,-1 1-14 0,3 4-8 16,-1 0-2-16,-1 0-10 0,2 0-9 0,2-1-5 16,0-2-4-16,2-2-4 0,2-4-15 0,0-5-31 15,4-6-52-15,1-4-55 0,1-4-67 0,2-5-71 16,0-6-67-16,2-2-37 0,3-7 11 0,-1 1 44 16,3-5 59-16,-2-2 81 0,-2 2 108 15,-1-2 92-15,0-1 101 0,-3 2 105 0,0 2 103 16,-3 2 74-16,0 2 30 0,-4 3-14 0,-1 4-50 15,-4 3-65-15,2 2-61 0,-1 6-38 0,-2 1-24 16,-1 6-4-16,0 4 13 0,-1 3 1 16,1 3-11-16,-1 1-24 0,3 1-26 0,-3 5-27 15,2-1-31-15,1 3-20 0,2 0-11 0,-2 2-5 16,4 2-2-16,-1 2 12 0,-1 2 8 0,3 0 5 16,1 5-4-16,-2 0 0 0,1 1-4 0,1-1-14 15,-2 3-11-15,-2-3-5 0,2-1 7 0,-3 1 10 16,-4-1 9-16,-1-1 12 0,-5-3 15 15,1 1 13-15,-9-2 10 0,2-3 8 0,-4 3 4 16,-5-5 1-16,-2 3-1 0,-3-2-6 0,-3 1-8 16,-4 1-9-16,-1 0-9 0,-4-1-10 0,2 1-9 15,-1 2-10-15,0-3-8 0,1-1-8 0,4-2-6 16,1-5-4-16,3-2-1 0,4-1-2 0,3-7-1 16,5-2-3-16,1 0-10 0,8-5-16 0,3-5-23 15,3 0-45-15,3-4-84 0,3-3-146 0,6-1-265 16,3-1-320-16,6-2-382 0,1 1-384 0,3-2-23 15,4-1 694-15</inkml:trace>
  <inkml:trace contextRef="#ctx0" brushRef="#br0" timeOffset="107999.09">26334 17269 144 0,'8'-39'757'16,"2"7"442"-16,-2 0 68 0,-4 6-160 16,1 7-349-16,-2 4-262 0,1 6-116 0,2 5-60 15,-5 6-41-15,1 4-28 0,-1 6-55 0,1 5-62 16,0 2-43-16,-2 5-28 0,1 5-13 0,-1 4-10 16,2 1-9-16,-2 5-5 0,-2 2-4 0,1 1 0 15,-3 3-3-15,0 0-2 0,-2 1-1 0,-1 2-1 16,1-1-5-16,-1-1-2 0,1-2-3 15,2-4-2-15,0-3-2 0,4-3-1 0,0-8 0 16,6-2-2-16,1-5 0 0,1-6 1 0,5-6-1 16,2-3 0-16,6-8 0 0,1-4 0 15,3-6 0-15,5-7-1 0,0-5-1 0,4 0 1 16,0-6 1-16,1-1 0 0,1-2 1 0,-3 1 2 16,1 1 1-16,-6 1 2 0,-4 4-1 0,-3 2 4 15,-7 4 9-15,-5 4 6 0,-4 3 6 0,-3 5 3 16,-6 3 4-16,-4 4-2 0,-4 6-6 0,-2 5-2 15,-5 5-4-15,0 7-2 0,-5 3-2 16,0 7-1-16,-1 2-3 0,0 6-2 0,2 3-3 16,1 2-2-16,2 1-3 0,2-1-1 0,4 1-1 15,5-4-1-15,2-2-1 0,6-4-1 16,4-6-1-16,3-5 0 0,6-6-1 0,5-7 1 0,3-5 1 16,3-5 1-16,2-8 0 0,3-4 2 15,2-4 1-15,4-8 1 0,-3-2 0 0,3-2-1 16,-1-4 0-16,-2 1-1 0,-1 1-1 0,-3 1 0 15,-3 4 0-15,-4 1 0 0,-4 7 1 0,-2 2 1 16,-6 3 0-16,0 5-1 0,-4 0 1 16,-1 3 0-16,-3 6-1 0,-2 1-1 0,1 4 2 15,-3 2-1-15,1 2 0 0,-2 4 0 0,4 0 0 16,-1 3 0-16,0 0 0 0,4 0-1 0,0 1 0 16,1-4 0-16,2 0 0 0,1 0 0 15,3-3-1-15,-1-3 1 0,4 0-1 0,0-7 1 16,1 1 0-16,1-6-1 0,-1-4 1 0,1-1-1 15,3-4 1-15,-1-5-1 0,1 1 0 0,4-1-1 16,-3-6 1-16,0 4 0 0,3-1-1 0,-4 0 1 16,0 3 0-16,0 2 0 0,-3 4 1 15,-3 1-1-15,-2 4 1 0,1 3 0 0,-6 3 0 16,3 4 0-16,-2 3 2 0,-2 3-1 0,-2 2 1 16,1 3 0-16,0 3-1 0,-2 0 1 0,0 2-1 15,1-1 0-15,2 2-1 0,0-2-1 0,0-2 0 16,1-2-1-16,0-4 0 0,5-3 0 15,-2-3 0-15,1-5 0 0,2-5-1 0,-1-5 1 16,4-3 0-16,-2-8 0 0,1-3 1 0,1-3-1 16,-2-4 0-16,3-5-1 0,-1-2 0 0,1-3 2 15,-1-4 2-15,3-3 0 0,-4-5 2 0,6 0 1 16,-6-6 1-16,6 1-2 0,-4-3-1 0,3 3 1 16,-2 4 3-16,0 8 0 0,-3 4 2 15,-3 9 0-15,0 8 1 0,-2 3-1 0,-2 8-2 16,-2 7-1-16,-3 6 0 0,0 5 1 0,-2 6 0 15,-1 9 0-15,-2 3-1 0,0 6 1 0,-2 8-2 16,0 2-3-16,-1 6 0 0,-1 5-3 16,-2 2 1-16,1 5-1 0,1 0 2 0,-4 6 0 15,4-4 1-15,2 1 0 0,0-1 0 0,4-6-1 16,3-3-1-16,1-6-1 0,4-5-1 0,4-7-5 16,1-2-11-16,-1-7-19 0,4-1-36 15,-2-5-78-15,1-4-119 0,0-2-219 0,0-4-302 16,4-3-369-16,2-3-404 0,-1-3-148 0,2 0 421 15,0-1 786-15</inkml:trace>
  <inkml:trace contextRef="#ctx0" brushRef="#br0" timeOffset="108531.06">28791 17612 170 0,'15'-28'788'16,"0"3"429"-16,-2-1 48 0,1 2-130 0,-1 4-364 15,-3 4-254-15,-1 4-122 0,-4 6-71 0,-2 7-46 16,-5 5-46-16,-3 8-58 0,-3 8-60 15,-2 4-36-15,-3 6-20 0,-1 7-12 0,-4 4-13 16,-1 6-8-16,-1 6-8 0,1 1-6 0,-2 0-5 16,7-4-5-16,-2 0-2 0,7-9-2 0,4-5-1 15,5-9 0-15,6-8 1 0,5-8 2 16,5-10 0-16,3-10 2 0,7-10 0 0,4-9 1 16,3-10-1-16,4-7-1 0,3-10-2 0,0-3-1 15,1-7 2-15,0-4-1 0,-2-2 2 0,-2-3 1 16,-2 0 2-16,-4-1 1 0,-1-1-2 0,-3 1 0 15,-3 5 5-15,-4 5 5 0,-5 9 7 16,-7 6 6-16,-2 8 5 0,-3 10 4 0,-6 8-2 16,-5 6-1-16,0 7-4 0,-3 9-4 0,-3 8-4 15,-1 5-2-15,-3 10-3 0,1 3-4 0,-3 9-3 16,0 4-1-16,-1 6-3 0,-1 6-3 0,0 3-2 16,1 4 0-16,1 4 1 0,-2 3-1 0,2 1 0 15,2-1-2-15,5 0-12 0,0-3-21 16,5-5-40-16,8-7-71 0,4-7-76 0,2-5-123 15,6-9-179-15,3-8-287 0,5-6-302 0,3-7-215 16,2-6-130-16,3-8 295 0,4-8 579 16</inkml:trace>
  <inkml:trace contextRef="#ctx0" brushRef="#br0" timeOffset="108791.15">29435 17730 238 0,'16'-13'817'0,"-2"5"391"16,-9 5 39-16,-2 3-195 0,-5 11-299 0,-1 2-229 15,-2 5-129-15,-4 4-77 0,-1 4-54 0,1 2-56 16,-4 2-66-16,5 2-62 0,0-2-38 0,2 0-24 15,3-2-10-15,4-4-9 0,2-5-9 0,6-2-27 16,0-6-38-16,5-5-51 0,1-5-45 16,3-5-39-16,0-5-22 0,2-6 10 0,1-3 35 15,-3-5 72-15,0-2 60 0,-2-2 41 0,-3 0 33 16,-4 0 30-16,-2-1 27 0,-6 2 14 0,-1 1 7 16,-4 0-9-16,-1 3-9 0,-5 2-23 0,-1 3-22 15,-1 2-24-15,-1 7-42 0,-3 0-36 0,2 6-58 16,-4 4-151-16,4 2-298 0,-2 6-279 15,4-1-261-15,-1 6-210 0,5 0 66 0,3 3 566 16</inkml:trace>
  <inkml:trace contextRef="#ctx0" brushRef="#br0" timeOffset="109746.91">30600 18141 203 0,'0'-2'717'0,"-2"-4"336"0,2-1 61 0,2-5-107 16,3-3-459-16,3-3-245 0,3-5-106 15,8-4-28-15,1-5-2 0,3-2 35 0,0-5 25 16,6-1 36-16,-1-1 2 0,1 0-27 0,-3 1-28 15,1 3-48-15,-4 3-43 0,-1 6-48 0,-5 2-22 16,-4 7-10-16,-2 4-8 0,-4 3-2 0,0 3-1 16,-4 5-1-16,-1 3-4 0,-4 3-3 0,1 6-1 15,-4 2-2-15,-2 3-7 0,0 6-4 0,-1 2-4 16,0 1-4-16,0 3-5 0,-1 1-2 0,0 1 4 16,1 2 1-16,2-4 2 0,-1 0 1 0,3 0 1 15,-1-2 0-15,4-3 2 0,-1-2-1 0,2-1-1 16,2-3 0-16,1-4 2 0,0-3-1 0,4-1-1 15,2-4 1-15,-1-4 2 0,2-4-2 0,3-4 1 16,4-3-2-16,0-3 3 0,-1-4-2 0,4 0 1 16,1-2-1-16,-2-1 0 0,1 2 0 0,-1 1 0 15,-3 1 0-15,0 5 0 0,-3 2-1 0,-5 2 0 16,2 2 1-16,-3 5-1 0,-2 3 1 0,-2 2 0 16,-2 4 1-16,-1 1 1 0,-1 2 0 0,-1 3-1 15,-1 2 1-15,0 0-1 0,-1 2-1 16,1-1 0-16,-3-1-1 0,2 5 0 0,-1-4 0 15,2 3 0-15,-2-2-1 0,0 2 1 0,2-1-1 16,-3-1 0-16,3-1 0 0,-1 0 1 0,3-1-1 16,-1-3-1-16,2-1 1 0,2-1-2 0,1-3 0 15,2-3 0-15,1-2 0 0,2-2 1 0,0-4 0 16,1-1 0-16,2-1-1 0,0-1-2 0,3 0-6 16,1 1-16-16,-4-2-35 0,1 5-60 0,1-1-65 15,0 2-88-15,-4 1-144 0,3 1-220 0,-3 1-282 16,0 1-233-16,-1 3-181 0,2-2 69 0,1 4 469 15</inkml:trace>
  <inkml:trace contextRef="#ctx0" brushRef="#br0" timeOffset="110130.62">31585 17776 34 0,'2'-18'830'0,"-2"5"753"0,-5 1 34 16,0 4-322-16,-3 4-379 0,0 4-411 0,-2 2-236 15,-3 5-114-15,1 0-52 0,-1 5-27 0,0 1-19 16,-1 4-14-16,2-2-14 0,4 3-10 0,-1 0-7 16,1 1-5-16,3-1-2 0,4 2-3 0,-1-2-1 15,2-1-1-15,3-1 0 0,4-4-1 0,4-1-1 16,-2-4-1-16,6-2 1 0,0-4-2 0,1-2 2 16,3-5-1-16,-2-3 1 0,1-1 1 0,-1-2 0 15,-1-4 1-15,1 1 0 0,-2 0 1 0,-1-1 1 16,-1 1 0-16,-4-1-1 0,2 4 1 0,-4 4-1 15,1 0 1-15,-4 2-1 0,1 3 0 0,-2 3 0 16,-2 3 2-16,3 2 0 0,-4 4-1 0,0 1 0 16,0 4 0-16,-2 2 0 0,0 1-1 0,2 4-1 15,0-2 0-15,0 3-1 0,2 0 0 0,0 0-2 16,-2-2 7-16,3 1 3 0,2 0 1 0,-2-2-2 16,3 0-1-16,2-3-5 0,0 0-25 0,0-4-49 15,2 0-71-15,0-5-82 0,0 0-160 16,1-5-256-16,2-2-316 0,0-2-295 0,0 0-195 15,2-7 65-15,0 0 586 0</inkml:trace>
  <inkml:trace contextRef="#ctx0" brushRef="#br0" timeOffset="110381.13">32286 17468 209 0,'31'-70'775'16,"1"1"426"-16,-2 2 71 0,-1 4-94 0,-3 6-408 15,0 8-223-15,-6 8-119 0,-4 7-94 0,-2 9-59 16,-8 5-68-16,2 3-66 0,-4 6-49 0,-1 7-31 15,-3 4-9-15,-3 4-7 0,-1 7-3 0,0 6 3 16,-1 0-2-16,-4 9-3 0,2 2-2 0,-1 5-4 16,-2 3-2-16,-2 5-4 0,-1 4-6 0,-1 4-6 15,1 2 1-15,-1 5-6 0,-2 4-4 0,-1 4-4 16,3 2 0-16,-3 5-2 0,1-1-5 0,2 2-2 16,-1-3-2-16,4-3-14 0,-1-4-21 0,0-8-40 15,6-5-70-15,-2-7-87 0,5-7-150 0,0-6-225 16,1-6-312-16,1-5-318 0,1-5-215 0,-2-7-1 15,4-1 521-15</inkml:trace>
  <inkml:trace contextRef="#ctx0" brushRef="#br0" timeOffset="110598.28">32180 17474 382 0,'-10'-29'1330'0,"2"3"375"0,-1 5-247 16,-2 3-339-16,0 3-447 0,4 4-356 0,6-1-145 15,1 5-74-15,1 1-35 0,7 0-19 0,5 1-11 16,1 3-7-16,3 0-1 0,4 2-10 0,5 3-6 16,4 2-3-16,0 2-3 0,3 2-2 0,2 2-2 15,1 5-1-15,0 0 4 0,-1 4-5 0,-2 2-48 16,-3 1-74-16,-3 1-150 0,-3 4-267 0,-5 1-312 16,0 3-389-16,-5 1-336 0,0 1-30 0,-4 2 678 15</inkml:trace>
  <inkml:trace contextRef="#ctx0" brushRef="#br0" timeOffset="110764.42">32841 18139 707 0,'-13'8'1848'16,"-3"-1"26"-16,-1 1-464 0,-5-1-397 0,1 1-449 16,5-4-320-16,-3 1-125 0,7-1-56 0,-1-2-27 15,0-1-20-15,7-2-11 0,1-1-17 0,3-2-30 16,4 1-79-16,0-3-118 0,3 0-229 0,-1 2-302 15,3-1-374-15,0 1-442 0,0 2-165 0,1 0 480 16,0-3 811-16</inkml:trace>
  <inkml:trace contextRef="#ctx0" brushRef="#br0" timeOffset="113868.83">2246 13965 463 0,'-1'-6'913'0,"-3"-1"266"16,1-1-19-16,-4-2-322 0,0 3-317 0,1-4-138 16,-1 4-47-16,1-2-24 0,-2 0-26 0,0 1-29 15,0-2-30-15,-4 1-50 0,1-3-55 0,-2 3-36 16,-1-1-20-16,-2 1-11 0,-1-1-6 0,-1-2-8 15,-1 4-4-15,-1-2-7 0,-1 2-3 16,-1-2-1-16,-2 3-2 0,1 1 0 0,0 0-3 16,-2 2 0-16,1 0-4 0,1 2-3 0,0-1-3 15,-2 3-3-15,-2 1-3 0,2 3-1 0,-2-2 0 16,-3 4 0-16,2 0-1 0,-2 2-1 0,0 1 1 16,-2 3-2-16,1 0 0 0,-1 2 0 0,0 0-1 15,-1 4-1-15,0 1 0 0,0 3-4 0,-2 2-3 16,0 3-3-16,0 3 1 0,-3-1-1 15,2 4 0-15,-2 1 4 0,1 2 3 16,1 1 0-16,-3 4 0 0,4-1 1 0,0 2-1 16,0 0-1-16,4 2 2 0,-1 0 0 0,2 2 2 15,3 1-1-15,2-2 2 0,3 4 0 16,3 1 0-16,0 0 0 0,3 1-1 0,2 1-1 16,4 3 0-16,4 0 0 0,1 2 5 15,5 0 0-15,5 2-2 0,4-1 2 0,7 1 0 16,3 1 0-16,3-1-4 0,5 3 1 15,3-2 1-15,3 0 0 0,4 2-1 0,4-2 6 16,3-1 1-16,2 1 0 0,0-1 3 16,0-3 2-16,-1 0-3 0,0-1-7 0,-1-1-3 0,-1-2 0 15,0-1-3-15,2 0-2 0,-2-2 4 0,1 1 2 16,-1-3 0-16,0-1 2 0,1-2-1 0,-1-4 1 16,1-1-1-16,0-3 6 0,0-1 3 0,1-5-1 15,2-2 1-15,2-5-2 0,-2-4 2 16,3-4-5-16,2-4-1 0,3-4 0 0,0-7-3 0,4-6-2 15,1-3-1-15,5-9-2 0,-2-3-2 16,2-2 5-16,-2-8 5 0,-1-1 3 0,1-6 0 0,-5-1 1 16,1-3 0-16,-6-3-5 0,0-3-2 0,-3-2-1 15,-2-4 1-15,-2-3 2 0,-2-4-1 0,-1-5 1 16,-4-7 1-16,-2-3-1 0,-4-2-2 16,-3-3-1-16,-3-2-3 0,-5 3 1 0,-6-3 1 15,-2 1 2-15,-6-2 1 0,-6-2 1 0,-4-4 2 16,-6-2-2-16,-6 0-3 0,-4-3 3 0,-7-1 2 15,-5 0 0-15,-8 0-1 0,-9 2 2 0,-7 0 2 16,-7 6-5-16,-8 3-1 0,-5 5-3 16,-8 5-1-16,-3 6 0 0,-4 6-3 0,3 6-2 15,-1 5 1-15,4 5 1 0,4 8 2 0,4 6-5 16,7 9-4-16,5 5 0 0,5 6-4 0,4 9-4 16,8 4-15-16,5 6-7 0,6 3-36 0,7 5-70 15,3 2-81-15,5 0-158 0,3 4-279 0,6 0-329 16,3 1-327-16,5 1-197 0,0-2 99 0,6 1 654 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18T08:19:25.08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2118 2232 330 0,'7'0'806'15,"-3"-2"325"-15,0 2 28 0,-1-2-268 0,-2 2-310 16,1 0-206-16,-2 2-120 0,3-2-64 0,-2 2-40 15,1 1-31-15,-1 0 13 0,3 4 24 0,-1 4-4 16,0 2 6-16,-1 4-1 0,1 5-4 0,0 5-35 16,0 5-39-16,-1 3-21 0,2 5-19 0,-2 0-5 15,-2 7-7-15,1-1-2 0,-1 2 3 0,0 2 0 16,2-2 1-16,-2-3-9 0,0-2-3 0,3-2-3 16,-1-2-9-16,-2-3-2 0,3-4-2 0,-1-4-1 15,1-3-2-15,0-3 1 0,-1-5-2 0,1 0-4 16,1-6-4-16,-2-3-14 0,3-2-40 15,-2-6-66-15,0-4-68 0,-1-6-109 0,1-3-158 16,0-6-243-16,2-3-280 0,1-5-216 0,-3 1-137 16,2-5 199-16,0-1 486 0</inkml:trace>
  <inkml:trace contextRef="#ctx0" brushRef="#br0" timeOffset="232.48">2411 2292 324 0,'6'-4'834'0,"0"0"314"0,-1 2 6 0,-2-1-247 16,2 3-317-16,-2 5-218 0,2 1-61 16,3 5-18-16,0 1-16 0,0 4-30 0,0 4-27 15,1 2-38-15,-1 3-54 0,0 4-40 0,0 3-23 16,1 0-19-16,-4 3-10 0,1 1-6 0,-1 2-12 16,0-1-8-16,1-1-4 0,-1 3-3 0,-2-3-1 15,0 1 4-15,-1-1 3 0,1-4-2 0,0-1-5 16,-3-2-41-16,2-3-68 0,-2-4-88 0,0-4-138 15,0-3-201-15,0-5-323 0,-2-2-299 0,2-4-204 16,0-4-10-16,2-6 435 0,1-4 522 0</inkml:trace>
  <inkml:trace contextRef="#ctx0" brushRef="#br0" timeOffset="450.26">2776 2363 265 0,'8'-14'763'0,"0"2"364"0,-4 2 57 0,1 3-259 15,-2 3-309-15,2 2-220 0,-2 2-121 0,2 6-35 16,0 3 0-16,-1 6-7 0,1 0-9 0,0 6-19 16,-2 5-40-16,2 2-47 0,-2 5-44 15,3 3-26-15,-4 3-14 0,-1 3-8 0,1 1-8 16,-2 3 2-16,0 0-3 0,0-4-7 0,0 0-10 16,0-3-9-16,0-2-51 0,0-3-69 0,0-3-117 15,-3-5-190-15,1-4-297 0,-1-4-344 0,-1-2-283 16,-3-6-133-16,1-6 367 0,-2-2 624 0</inkml:trace>
  <inkml:trace contextRef="#ctx0" brushRef="#br0" timeOffset="774.45">2208 2152 144 0,'-5'1'713'0,"3"3"403"16,0-3 81-16,6 2-132 0,-2-3-406 0,3 0-303 16,4 0-150-16,4 0-3 0,3-1-4 0,6 1-7 15,5-2 22-15,0 2-4 0,7-1-9 0,0 1-54 16,2 0-34-16,-1-2-16 0,3 2-42 0,0 0-24 16,1 0-13-16,-1 0-8 0,2 2-3 0,-2-2-3 15,1 1 4-15,1 1 2 0,-2-1 2 16,-2 2 2-16,0 0-1 0,-3 0 1 0,-1 2-8 0,0 1-4 15,-4 0-4-15,-5 1-27 0,-1 2-69 0,-5 3-92 16,-4 0-166-16,-5 3-290 0,-2 0-322 0,-5 2-345 16,-1 3-199-16,-7-1 186 0,0 1 653 0</inkml:trace>
  <inkml:trace contextRef="#ctx0" brushRef="#br0" timeOffset="1035.82">2146 3544 396 0,'-7'19'963'16,"2"-5"287"-16,0-3-56 0,4-3-255 0,1-3-429 16,1-2-233-16,4-1-90 0,6-4-47 0,0 0-24 15,8-2 55-15,2-2 29 0,6-2-13 0,1-3-29 16,5-1-18-16,4-1-13 0,3 0-55 15,2-2-38-15,-1 2-13 0,5-4-8 0,-3 3 2 16,2-2 1-16,-2 2-3 0,1 2-3 0,-3-2-1 16,-1 3-2-16,0 3-11 0,-3-2-32 0,0 4-69 15,-4 2-103-15,-3 0-183 0,0 2-289 0,-3 0-325 16,-2 0-334-16,-1 1-172 0,1 0 283 16,0-1 652-16</inkml:trace>
  <inkml:trace contextRef="#ctx0" brushRef="#br0" timeOffset="3365.28">7034 2289 300 0,'-2'-5'618'16,"1"-1"277"-16,-2 2 153 0,-1-1-208 0,1-2-230 16,-2 1-142-16,0 0-67 0,2 1-9 15,-3-1-29-15,3 2-49 0,-2-1-37 0,2 2-30 16,-2 0-42-16,2 0-64 0,0 1-48 0,-3 0-27 15,3-1-18-15,0 2-11 0,-1-1-7 0,3 2 3 16,-1 0-4-16,1-2-4 0,-1 2-6 16,2 0-6-16,-2 0-6 0,2 0-3 0,0 0-3 15,2 2-3-15,-2 0-1 0,3 0 0 0,0 4 7 16,2 5 2-16,0 3 3 0,2 3-2 0,0 6-2 16,1 2-1-16,-2 3-4 0,2 4-3 0,0 4-2 15,-2 1 3-15,-1 2 3 0,0 5 1 16,1-2 0-16,-3 2 1 0,2-3 5 0,-2 0 3 15,0-4 1-15,1-5-2 0,-1-2 2 0,2-5-2 16,-1-6-6-16,-1-3-3 0,0-4-1 0,-1-5 1 16,1-2 2-16,0-7 1 0,1-8 0 0,-1-5 1 15,0-7-5-15,0-6 1 0,2-7 0 16,-4-4 0-16,2-3-1 0,-3-4-1 0,2 1 5 16,-4-4-4-16,1 0 0 0,-2-1-5 0,-3 0-2 15,1 3 0-15,-3-1-2 0,3 3 2 0,-1 3-2 16,-2 4 4-16,3 6 5 0,2 7 11 0,0 1 5 15,1 7 3-15,-1 3 1 0,3 3 0 16,-2 4-4-16,4 5-9 0,0 4-4 0,2 5-3 16,1 4-1-16,3 7 5 0,0 2 3 0,0 6 1 15,3-1 0-15,-2 5 2 0,1 2 1 16,1-1-5-16,0 2-1 0,0 1-2 0,-1-1 1 16,0-2-1-16,2-2-1 0,-1-3-1 0,1-3 0 15,0-5 1-15,2-3-2 0,0-7 1 0,3-4-1 16,-1-8 1-16,3-5-1 0,0-8-1 15,3-7 0-15,-1-3 1 0,1-4 2 0,-3-3-6 16,3 0-1-16,-3 3-1 0,0-1-1 0,-2 5-3 16,-2 4 0-16,-3 4 4 0,-2 4 2 0,-2 5 1 15,-2 4 2-15,-1 6 0 0,-1 4 1 0,-2 6 6 16,-2 6 1-16,-2 4 4 0,-4 6 1 16,2 4 1-16,-1 2-5 0,0 4-8 0,0 2-2 15,2 0-4-15,1 3-4 0,2-1-1 0,0-1 3 16,3-3 1-16,2 0 5 0,3-3-2 0,0-4-15 15,3-4-40-15,0-4-77 0,-1-4-118 0,2-3-236 16,1-7-306-16,-2-4-362 0,2-6-367 0,-2-4-122 16,0-7 468-16,-2-2 740 0</inkml:trace>
  <inkml:trace contextRef="#ctx0" brushRef="#br0" timeOffset="3666.18">7859 2557 296 0,'11'12'738'0,"-3"-2"287"15,2 0 103-15,-2-1-201 0,2-3-330 0,-2 1-205 16,2-4-64-16,1 0-4 0,0-3-25 16,0-4-28-16,3-5-33 0,-1-3-25 0,3-3-46 15,-2-5-48-15,2-1-38 0,-2-4-21 0,0-1-11 16,-3 1-4-16,-1-3-1 0,-1 3 5 0,-4 3 0 16,-2 0-2-16,-3 3 3 0,-3 0-2 0,0 4-4 15,-2 1-5-15,-2 6-6 0,-2 2-5 0,1 3-7 16,-4 8-6-16,2 3-4 0,-1 5-4 0,-3 5-1 15,3 5-1-15,1 4-1 0,-2 2-1 16,4 5 0-16,0 1-2 0,2 3-2 0,1 1-1 16,2-1 0-16,3-1-2 0,3-1-2 0,0-4-6 15,5-4-16-15,2-7-37 0,1-3-80 0,1-5-102 16,1-7-183-16,3-2-299 0,-2-8-339 16,3-3-358-16,-1-6-158 0,1-2 263 0,0-8 692 15</inkml:trace>
  <inkml:trace contextRef="#ctx0" brushRef="#br0" timeOffset="3900.18">8376 1966 102 0,'3'-27'770'0,"2"7"635"0,-3 3 131 0,1 6-234 16,-3 5-437-16,0 4-358 0,2 6-179 0,0 3-118 16,-2 6-68-16,2 7-38 0,1 4-9 15,0 5-2-15,1 4-10 0,0 4-12 0,1 4-10 16,0 0-7-16,1 4-12 0,0 1-16 0,-1 0-8 15,2 1-7-15,-1-2-5 0,2 0-4 0,1-2-4 16,-1-4-1-16,2 0-10 0,1-4-17 0,-2-3-40 16,-2-3-79-16,0-3-105 0,-4-4-181 15,-1-1-296-15,-2-3-342 0,-2-1-349 0,-2-5-162 16,-4-3 267-16,0-5 676 0</inkml:trace>
  <inkml:trace contextRef="#ctx0" brushRef="#br0" timeOffset="4110.91">8231 2246 148 0,'-5'-19'826'16,"2"5"549"-16,-2 0 45 0,3 4-231 15,-1 3-434-15,3 2-344 0,0 1-179 0,3 2-113 16,2 2-56-16,3 2-27 0,6 0-14 0,1 0-8 16,5 3-4-16,1-2-3 0,3 1-3 0,2 1-7 15,3 0-13-15,1-1-48 0,-2 0-84 16,2-2-154-16,-1 2-292 0,-3-2-290 0,1 2-313 15,-3-2-206-15,0 1 159 0,-2 0 585 0</inkml:trace>
  <inkml:trace contextRef="#ctx0" brushRef="#br0" timeOffset="4381.22">8838 2386 85 0,'1'28'690'0,"1"4"506"15,-2-1 120-15,0 5-80 0,0-3-333 0,3 0-360 0,-1-1-180 16,1-5-100-16,5-2-54 0,-2-6-70 15,5-5-57-15,2-4-37 0,1-6-18 0,-1-4-11 16,3-4-7-16,-2-7-3 0,2-4 7 0,-2-1 9 16,-2-4 9-16,-2-3 9 0,-2 1 13 0,-2 0 11 15,-3 1 5-15,-3 1 0 0,-6 3-2 16,0 0-7-16,-2 3-9 0,-3 1-9 0,-3 4-11 0,-1 1-9 16,-2 5-8-16,1 3-4 0,-1 5-3 15,1 2-2-15,-2 5-3 0,4 5-1 0,0 1-1 16,4 4-3-16,1-1 0 0,3 4-3 0,3-3-2 15,4-1-7-15,4 0-18 0,4-3-53 0,1-3-78 16,1-2-119-16,6-3-220 0,-1-4-308 0,3-1-360 16,5-5-307-16,1-6-106 0,3-1 430 15,0-5 691-15</inkml:trace>
  <inkml:trace contextRef="#ctx0" brushRef="#br0" timeOffset="4732.39">9369 2407 610 0,'2'0'1465'0,"-5"3"213"0,-2 3-273 15,-3 5-370-15,-5 4-434 0,2 4-252 0,-3 2-147 16,-2 6-71-16,2 0-43 0,1 0-27 16,4 2-23-16,2-2-16 0,3-2-11 0,4-2-8 15,6-4-4-15,2-3-2 0,5-4-3 0,2-5-10 16,3-7-20-16,2-7-42 0,1-5-66 0,-2-5-64 16,3-9-59-16,0-6-45 0,0-3-21 15,-1-6 37-15,-1-3 94 0,-2-3 88 0,-1-3 68 16,-2-3 53-16,-1-2 66 0,-2-2 112 0,-1-1 72 15,-1 1 27-15,-2 0 1 0,1 3-7 0,-4 6-28 16,0 4-52-16,-4 11-40 0,2 3-30 0,-4 11-26 16,-2 4-23-16,-1 9-21 0,-2 6-22 15,-3 8-14-15,-1 6-9 0,2 7-6 0,-3 8-2 16,2 3-3-16,-1 9-2 0,-1 3-1 0,2 7-2 16,-1 4 0-16,-1 3 2 0,0 6 0 15,3 2 0-15,-1 4 0 0,3-2-8 0,2-2-22 16,3-6-43-16,2-4-82 0,4-9-153 0,0-8-267 15,6-6-330-15,0-9-405 0,4-7-400 0,0-8-18 16,4-9 749-16</inkml:trace>
  <inkml:trace contextRef="#ctx0" brushRef="#br0" timeOffset="5006.22">9794 2438 42 0,'0'-11'918'16,"-1"3"805"-16,-4 3-38 0,0 4-363 15,-6 4-402-15,3 2-377 0,-1 6-250 0,-2 1-114 16,1 4-53-16,-1 0-34 0,0 4-26 0,3 3-24 15,2-1-18-15,1 0-11 0,2 1-8 0,3-1-4 16,1-4-3-16,4-3-4 0,3-3-4 0,2-6-10 16,2-6-14-16,1-2-18 0,1-9-18 15,1-2-19-15,0 0-13 0,-2-3 4 0,1 1 11 16,-3 0 21-16,-1 3 22 0,-2 1 24 0,-2 5 22 16,-3 2 15-16,-1 2 11 0,-1 5 7 0,-2 3 4 15,-3 4-1-15,1 6-6 0,-1 0-11 16,1 5-5-16,0 0-10 0,1 4-7 0,2-3-34 15,3 1-84-15,2 1-133 0,2-1-228 0,6-1-296 16,3-2-373-16,3-2-392 0,8-3-99 16,6-1 526-16,5-2 706 0</inkml:trace>
  <inkml:trace contextRef="#ctx0" brushRef="#br0" timeOffset="5965.49">12164 2679 387 0,'-8'13'1023'0,"-4"1"383"16,2-4-37-16,1 1-193 0,0-2-510 0,2-3-230 0,2-2-117 15,4-1-91-15,-1 0-65 0,2-1-54 16,2-4-33-16,3-2-14 0,4-5-5 0,8-6-1 15,5-9 0-15,5-6 3 0,6-8 0 0,4-4-8 16,8-7-7-16,3-4-1 0,7-6-9 16,2 0-7-16,1-3-9 0,0-1-5 0,-1 1-6 15,-2 3-7-15,-4 2 3 0,-5 6 4 0,-7 4 0 16,-5 8 2-16,-7 5-1 0,-6 8 2 0,-5 5-6 16,-8 4-3-16,-3 4-3 0,-7 6-2 0,-4 3-16 15,-6 6-25-15,-5 2-39 0,-5 6-77 16,-1-1-143-16,-4 4-261 0,0 1-306 0,-6-3-366 15,3 3-387-15,-2-3-72 0,-1 2 642 0</inkml:trace>
  <inkml:trace contextRef="#ctx0" brushRef="#br0" timeOffset="6165.79">12340 1974 122 0,'-5'1'719'0,"1"1"454"0,1-1 87 15,-1 3-150-15,4 3-348 0,4 3-248 0,0 5-126 16,4 4-61-16,0 7-33 0,0 4-24 15,4 6-49-15,1 5-68 0,0 2-36 0,4 4-27 16,4 1-21-16,-1 1-15 0,4 0-15 0,4 0-10 16,2-4-13-16,5 1-7 0,0-6-5 0,4-2-4 15,-1-4-4-15,2-3-10 0,1-6-30 16,-2-1-82-16,-2-7-128 0,-1-4-246 0,-2-4-304 16,-4-5-381-16,-3-4-420 0,-4-6-95 0,-7-2 569 15</inkml:trace>
  <inkml:trace contextRef="#ctx0" brushRef="#br0" timeOffset="6728.57">13480 1866 176 0,'8'-2'836'0,"-3"5"454"16,0 5 105-16,-4 5-110 0,2 6-421 0,2 4-329 15,-4 4-160-15,1 6-77 0,-1 3-73 0,1 5-70 16,-2 4-38-16,3 1-22 0,-3 5-15 0,0 3-14 15,0 4-12-15,-3 3-12 0,1 1-12 0,-1-3-10 16,2 0-9-16,1-4-7 0,1-7-3 16,4-6-1-16,0-5-1 0,1-8-1 0,-1-6 0 15,-2-4 2-15,3-7 0 0,-4-6 1 0,-2-4 0 16,0-8 1-16,-2-4 0 0,-2-7-1 0,-1-3 0 16,2-5 0-16,-2-6-1 0,0-3 0 15,0-5-1-15,-2-6-1 0,2-5-1 0,4-1 0 16,-1-8 3-16,4-3 0 0,2-1 0 0,7 0 3 15,2-1-5-15,4 6 1 0,2 0-1 0,3 5 0 16,2 6-1-16,1 3 0 0,4 4 4 16,-1 5-2-16,1 4-1 0,4 3-1 0,-2 3 0 15,-2 6 0-15,1 5 0 0,-1 1 0 0,-2 7 2 16,-4 4 0-16,-1 5 1 0,-3 6 1 0,-3 6 0 16,-3 6 1-16,-4 4 0 0,-4 6 0 0,-5 3 0 15,-3 4-1-15,-7 4 1 0,-2 3-1 0,-6 1 0 16,-3 5 2-16,-4 2 1 0,-3 0 7 0,-1 3 4 15,-2-2 6-15,-1 0 4 0,4-1 0 16,1-5 0-16,3-2-7 0,3-5-4 0,4-4-5 16,4-4-4-16,1-5-3 0,6-2-1 0,2-3-1 15,4-4-1-15,5-2 0 0,2-2-1 16,5-2 0-16,3-2 0 0,2-3-1 0,5-2 0 16,2-1-1-16,4-2-8 0,2-1-15 0,3-4-26 15,5 0-74-15,-2 0-109 0,-1-4-233 0,3 0-301 16,0-3-370-16,2 1-460 0,-1 0-181 15,-1-2 424-15,-1 0 877 0</inkml:trace>
  <inkml:trace contextRef="#ctx0" brushRef="#br0" timeOffset="7072.29">14704 1807 523 0,'16'-9'1060'0,"-4"7"281"0,1 8 7 15,-4 11-261-15,1 3-410 0,2 8-207 0,-4 7-108 16,-1 5-69-16,-1 4-75 0,-1 7-57 0,-4 3-32 15,-1 4-25-15,-1 2-21 0,-4 2-21 0,0 0-17 16,2 0-14-16,0 0-13 0,1-4-10 16,2-4-5-16,5-6-5 0,0-6-7 0,3-5-14 15,1-7-20-15,-1-7-38 0,3-8-79 0,-3-6-100 16,2-9-174-16,-2-9-288 0,1-6-335 16,-3-6-362-16,2-7-168 0,-4-5 202 0,-3-7 681 0</inkml:trace>
  <inkml:trace contextRef="#ctx0" brushRef="#br0" timeOffset="7316.37">14789 1860 51 0,'2'-41'549'16,"-1"8"423"-16,3 8 209 0,0 3-38 0,2 8-347 15,4 5-243-15,4 4-117 0,2 5-57 0,4 6-59 16,1 2-43-16,6 5-44 0,0 2-63 0,5 3-58 16,1 6-34-16,0 0-16 0,2 5-15 15,1 4-11-15,-4 0-6 0,-1 4-5 0,-4 4-11 16,-4 0-5-16,-5 6-6 0,-3 1 0 0,-3 1 1 15,-5 2 1-15,-6 5 7 0,-2-2 5 0,-6 3 6 16,-2 0 5-16,-6 0 3 0,-3-3 1 0,-3 2-1 16,-6-5-3-16,-1-2-5 0,-6-1-6 15,1-4-5-15,-3-5-5 0,-2-3-7 0,0-3-3 16,2-6-1-16,-1-4-2 0,5-4-9 0,4-5-32 16,1-3-75-16,7-5-125 0,2-4-232 0,4-4-305 15,6-4-370-15,3-1-407 0,4-3-138 0,2-1 512 16,3-1 765-16</inkml:trace>
  <inkml:trace contextRef="#ctx0" brushRef="#br0" timeOffset="15168.03">6371 1646 7 0,'-8'-1'298'0,"-2"1"206"0,-2 0 174 15,3 0 82-15,-2 1-332 0,1 1-177 0,1 0-83 16,-1 2-37-16,2 0-22 0,0 2-1 0,0 1 1 15,1 4-2-15,0-1-5 0,1 3 12 0,-1 5 9 16,0 3-6-16,2 4-1 0,0 1 31 16,1 4 20-16,-1 5-19 0,1 1-21 0,1 7 31 15,-1 4 5-15,-1 2-30 0,2 4-19 0,1 3-14 16,-4 3-1-16,3 2-34 0,-2 2-13 0,-3 4-10 16,2 0-6-16,1 2-6 0,-1-1-14 0,1 1-8 15,0-4-8-15,1-1 2 0,2-2 0 0,2-1 2 16,2-6 3-16,2-1-2 0,2-5 1 15,2-3-6-15,2-3-1 0,4-2-1 0,-1-4-3 16,2-2 0-16,3-2 2 0,1-1-1 16,1-6 3-16,1 0 4 0,1-1 0 0,3-1 4 15,1-3-4-15,-1-1 2 0,5-4-1 0,2 0-2 16,1-2-2-16,3 0 0 0,2-3-1 16,4-3-1-16,2 0 2 0,2-2-3 0,2-1 3 15,0-3 0-15,3 0 1 0,2-2-2 16,-2-2-6-16,4 0 0 0,-1 0 5 0,1-1-2 15,-1 1 4-15,3-1 2 0,2 3 3 0,1 0 1 16,0 0-5-16,1 2 0 0,-1-1-3 16,-1 2 0-16,1 1 0 0,0-2-2 0,2 1-3 15,-1 0 2-15,-1-3 3 0,4 0 3 0,1 0 5 16,3-3 0-16,3-1 3 0,3-2-2 16,2 0 0-16,3 0-8 0,-1-2-5 0,2 1-2 15,2-3 0-15,-2 3 2 0,3 1 3 16,2-2 5-16,2 3 3 0,-1-1 5 0,3 0-6 15,-1 0-6-15,1 0-7 0,-3 2 2 0,0 0 2 16,-2-1 3-16,1 2 7 0,2 0 3 16,0 1 2-16,1 0 0 0,-2 1-7 0,3 1-6 15,-3 1-6-15,0 1 3 0,-3 3 3 0,0-2 1 16,-1 4 2-16,0-1 1 0,2 1 5 16,0 3-4-16,-1-3-2 0,0 2-7 0,-3-2-3 15,3 2-2-15,-6-2 4 0,0 2 4 0,1-1 4 16,1 1 5-16,-3 1 6 0,3-2 0 15,-1 2 1-15,-3 0 4 0,0-1 4 0,0 2 0 16,-5-1 1-16,0 0 4 0,-2-1 1 0,1 0-12 16,-4-2-2-16,3-2 1 0,0 1-1 15,2-3-2-15,2-3-2 0,-2 0-1 0,0 0-3 16,-1-3-7-16,-1 2-7 0,0-2 0 0,0 0 1 16,0 3 3-16,0-2 5 0,-2 4 5 15,-1-1 5-15,2 1 0 0,-2 1 3 16,0 1-7-16,-1-1-5 0,-2 1 4 0,1 1-2 15,-1-1-1-15,1-2-7 0,-1 0 11 0,-2 1-1 16,3-3-3-16,-1 0 4 0,2 0 0 0,1-1 6 16,3-1 53-16,0 0 39 0,2 2 18 15,1 0 5-15,-3 0 1 0,0 0-7 0,0 0-46 16,-1 2-31-16,0 1-17 0,0 0-10 0,-1-2-8 16,2 2-3-16,0-1 2 0,2-1-2 0,-1-1-3 15,-1-1-1-15,0-2 0 0,-1-2 1 16,1-1-2-16,-2-2-3 0,-3-2 3 0,2 0 3 15,-2-4 1-15,-3-1 1 0,2-1 0 16,0-1-1-16,-1-1 0 0,0 1-2 0,-5 0-2 16,1-2 0-16,-3 3 0 0,0 1 0 15,-4-1-4-15,1 1 2 0,-2 0-3 0,-2 1 1 16,-1 0 2-16,2 0 4 0,-5-1 0 0,-1 2 0 16,4-4 0-16,-3 0 3 0,1-1-3 0,-1-3-4 15,0 2 2-15,1-5-1 0,-1 0 2 16,-1-3-4-16,-2-3 1 0,-1-3 4 0,-1 0-2 15,0-4 3-15,-3-3 0 0,0-2-1 0,-4-6 1 16,1-2-4-16,-2 0-1 0,-2-4-3 16,-1-3 0-16,-2-1 1 0,-1 2 1 0,-2-1 1 15,-3 3 2-15,-1-2 5 0,-4 5 24 0,-3 0 12 16,-1 5 8-16,-4-1 4 0,-3 5 0 0,-3 2-1 16,-3 2-20-16,-2 1-13 0,-1 2-5 0,-1 0-3 15,1 1-3-15,-2 0-3 0,-1 1-1 16,1 0-1-16,0-2-1 0,-3 0-4 0,3 1 0 15,2-2-1-15,-4-1 2 0,1 1-1 0,-1-3 2 16,2 3 1-16,-3-3 4 0,0 4 0 0,0-1-1 16,-5 2 7-16,3 1 3 0,-5 2 3 0,2 3 2 15,-6 0 3-15,-2 3-6 0,2 2-6 0,-4 0-5 16,-1 2-2-16,-1 0-4 0,0 3-4 0,-1-1 12 16,-1 2 5-16,-1 1 1 0,-1-1 0 0,0 3 0 15,2-2-1-15,-3 0-5 0,3 2-4 16,-2-1-4-16,-1 2 0 0,1-1 1 0,-2 1 2 15,-1 1-2-15,0 0 1 0,1 1 2 0,-3 1 0 16,-1-1-1-16,2 5-1 0,-5-5 0 0,0 4-1 16,-2 0 0-16,-3 1 0 0,2 0-1 0,-4 1 0 15,-2-1-1-15,2 2-1 0,-1 1 0 0,-1-3-1 0,-1 3 2 16,2 0 1-16,0 0 1 0,-1 0 1 16,0 1 3-16,-2 2 1 0,-1-5 0 0,-1 4-3 15,0 0 1-15,-3 0-1 0,-1-2-2 0,-1 3-2 16,1-1-2-16,-1 1 0 0,-1 1-1 0,2-1 1 15,-2 3 2-15,1-1 2 0,-4 2 3 0,1-2 2 16,-1 3 0-16,1-1-2 0,-3 1-1 0,-1 0-1 16,1-1-1-16,0 0-1 0,-1 1-2 0,2-3 0 15,0 2 1-15,0 0 0 0,-2-1 3 0,5 0-5 16,-3 0-2-16,1 0-1 0,-2 0-2 0,0 0-3 16,0 0 5-16,-1 1 9 0,-2-2 3 0,-1 1 2 15,2 0 0-15,-1-1 5 0,2 2-5 0,-1 1-9 16,-2-1-4-16,3 1 0 0,-4 1-2 0,-2-2-2 15,0 2-2-15,1 0 12 0,-1 0 5 0,-2-2 1 16,3 4 4-16,-2 0 1 0,2-1-5 0,0-1-8 16,1 2-4-16,-2-2 0 0,-1 1-3 0,0-1-3 15,-1-1 6-15,1-1 1 0,2-1 7 0,-3 2 4 16,4-3 3-16,1 2-4 0,-1-3-1 0,2 2-1 16,-1-1-6-16,0 0-4 0,0 1-1 0,0-1 4 15,0 1 2-15,-2 0 1 0,2-1 7 0,-1 2 2 16,2 1 1-16,2-2 3 0,1 0-6 0,0 0-1 15,3 0-9-15,-1-1-2 0,1-1-2 0,2-1-4 16,-1 0 7-16,2 0 1 0,-1-1 2 16,2-1 2-16,1-1-1 0,0 2 7 0,3-3 2 15,2 3 1-15,0-2 2 0,1 1-5 0,2-1 0 0,-1 2-8 16,2-2-4-16,-1 3 0 0,2 0-2 0,-1-2 3 16,1 2 2-16,1 0 3 0,-1 0 1 0,1 0 0 15,0-3 5-15,0 3 4 0,5-2 3 0,-2 1 1 16,4-1 1-16,1-2 0 0,-2 1 0 15,2-1-3-15,0-1 0 0,0 1-5 0,1-1-3 16,-1-1 0-16,0 2-8 0,-1-3-1 0,3 2-2 16,-2-1 3-16,2 0 2 0,1 0 1 0,0 4 0 15,0-3 1-15,-1 2-1 0,-2-1 1 0,0 3 0 0,0 1-1 16,0-2-1-16,-1 2 0 0,-1 0 1 0,2 0 0 16,0 0 0-16,-1-2 0 0,1 2 1 15,0-1 1-15,-2 0-1 0,1-1 1 0,-2-1-1 16,0 0 0-16,-5 0 0 0,0-1 0 0,0-3-1 15,-3 2 0-15,2-1 0 0,-2-2 0 0,1 2-1 16,-2-1-1-16,5 5-1 0,-2-1-2 0,1 6 0 16,2-1-1-16,0 5 0 0,2 5 1 0,0 6 0 15,4 5-3-15,1 7-12 0,1 4-29 0,3 5-68 16,-2 4-75-16,5 4-155 0,5 3-271 0,1-1-314 16,2 2-333-16,6-1-221 0,0-4 33 0,2 1 627 15</inkml:trace>
  <inkml:trace contextRef="#ctx0" brushRef="#br0" timeOffset="21301.95">6447 5956 123 0,'-1'-10'418'0,"-1"-1"258"0,-1 2 223 0,3 0-47 16,-2 2-144-16,1 0-121 0,-1 1-49 0,1 2 3 16,1 1-42-16,0-1-75 0,-2 4-73 0,2-2-53 15,0 2-59-15,-2 0-70 0,2 0-51 16,-1 0-34-16,-1 2-23 0,0-2-20 0,-1 6-15 15,-1-1-10-15,1 5-7 0,-2 5-3 16,0 1 1-16,0 5 3 0,0 4 2 0,2 1 2 16,-3 3 0-16,2-1 1 0,0 2-2 0,1 1-6 15,0-2-1-15,1-2-3 0,2 2-1 0,0-4-1 16,2-2 0-16,3 0-1 0,0-4-1 16,4-3-1-16,0-1 1 0,4-5-1 0,3-1-1 15,0-5 2-15,4-1 0 0,2-4 1 0,2-3 0 16,0 2 0-16,4-2 1 0,-1 2 0 15,3 2 1-15,-1 0-1 0,2 6 2 16,-2 2 0-16,-1 4-2 0,0 1 0 0,-1 5 1 0,-4 0-1 16,0 2 0-16,-1-2-2 0,-4 0 0 15,1-2 1-15,-2-1-1 0,-1-5 1 0,-3-1 0 16,3-5 2-16,-2-4 1 0,-2-6 1 16,1-6 0-16,-1-5 0 0,-2-7 1 0,0-5 5 15,-3-6 9-15,1-2 5 0,-4-4 7 0,-3 1 2 16,-1-3 3-16,-1 2-7 0,-6 0-6 0,2 3-5 15,-5-2-6-15,-2 5-3 0,0-2-4 16,1 6-2-16,-1 2-1 0,0 4-3 0,3 4 0 16,0 3-3-16,2 3-1 0,2 4-3 15,4 2-10-15,2 5-16 0,2 2-20 0,3 2-35 16,2 3-73-16,0 2-82 0,2 2-146 0,2 4-250 16,1-2-316-16,1 4-339 0,1 1-215 15,0-2 19-15,1 1 597 0</inkml:trace>
  <inkml:trace contextRef="#ctx0" brushRef="#br0" timeOffset="21868.11">7391 5976 57 0,'-1'-12'624'16,"1"1"503"-16,-2 0 217 0,0 4-36 0,2 1-334 15,0 0-345-15,0 3-202 0,0 0-112 16,0 4-82-16,0 3-74 0,2 5-59 0,-2 2-30 16,0 8-13-16,2 5-3 0,-2 2-3 0,0 5-7 15,0 2-6-15,0 1-9 0,0 1-7 16,1-2-8-16,2-1-5 0,2-5-6 0,4-2-2 16,-1-4-1-16,2-6-1 0,4-3-1 15,2-5 1-15,1-6 1 0,1-2 1 0,2-6-1 16,1-4 0-16,0-5 0 0,1-5-1 0,1 1-2 15,-2-5 2-15,-1-2 0 0,1-1 0 0,-2 2 1 16,-2-3 1-16,-1 2 0 0,0 2 1 16,-5-1 0-16,1 4-1 0,-2 2 2 0,-3 4-1 15,-1 2 1-15,0 0 0 0,-3 6-1 16,0 2 0-16,-1 0 0 0,1 2-1 0,-1 3-1 16,-1 1 0-16,-1 5 0 0,2 2-1 0,-2 4 0 15,0 3 1-15,2 4 1 0,-2 5 3 0,1 3 5 16,1 4 5-16,-1 4 4 0,1 5 4 15,2 3 1-15,-4 5-2 0,2 1-4 0,-2 6-4 16,0 1-6-16,0 4-3 0,-2 1-2 16,-2-1-1-16,-1 2 3 0,-3-3 8 0,0-1 6 15,-4-2 7-15,-3 0 7 0,-2-4 6 0,-2-2 1 16,-5-7-2-16,-3-2-5 0,-1-6-5 16,-2-5-6-16,-2-4-8 0,-1-5-6 0,1-9-4 15,1-4-4-15,2-5-2 0,1-5-4 16,1-6-7-16,2-6-18 0,4-5-24 0,-1-8-50 15,8-2-84-15,1-6-149 0,4-3-272 0,5 0-320 16,4-2-384-16,5-2-346 0,5 1-4 16,4 2 689-16</inkml:trace>
  <inkml:trace contextRef="#ctx0" brushRef="#br0" timeOffset="22651.05">8104 6309 391 0,'-3'2'761'0,"3"3"285"0,-2-2 50 0,2-1-308 15,0-1-246-15,0 0-168 0,2-1-89 16,-2-1 15-16,5-2 23 0,1-1-17 0,3-2-22 16,-2-6-24-16,4-3-32 0,1-6-70 15,1-5-54-15,3-4-27 0,0-3-19 0,1-4-10 16,1-2-13-16,1-2 1 0,-2 2-5 0,2 2-4 15,-2 2-4-15,-4 5 0 0,-2 2 1 16,0 8-1-16,-3 4 2 0,-3 4 0 0,-2 3-2 16,0 2-1-16,-1 9-3 0,1 4-7 15,-6 6-5-15,1 7-5 0,1 6-1 0,-1 5-1 16,1 2 1-16,-1 5 1 0,2-1-1 0,2 2 2 16,-1-1 1-16,2 1 2 0,3-3-2 0,1-1 0 15,-1-6-2-15,1-3 0 0,3-2-1 16,0-7-1-16,1-4-1 0,3-4 1 0,-1-7 0 15,3-6 2-15,0-5-2 0,1-6 1 16,-1-5-1-16,1-3-2 0,1-5 0 0,-1 2 1 16,1-4 1-16,-1 2 0 0,0 1 0 0,-3-1 2 15,2 4 0-15,-3 0-1 0,-2 6-1 0,-2 1 0 16,-1 3 0-16,-1 4 0 0,-2 4 0 16,-1 4-1-16,2 3 2 0,-3 6-1 0,-1 3 3 15,1 4 3-15,1 3 2 0,-1 3 1 16,0 2 0-16,3 4 2 0,0 0-2 0,-1-1-3 15,2 2-2-15,1-1-1 0,2-1-2 0,-2 0-2 16,4-3-1-16,0-2-3 0,2-4-1 0,2-4-13 16,2-2-25-16,0-6-77 0,0-4-105 15,-1-5-195-15,-1-5-295 0,0-2-354 0,0-1-423 16,1-6-188-16,0 0 301 0,-1-3 773 16</inkml:trace>
  <inkml:trace contextRef="#ctx0" brushRef="#br0" timeOffset="22818.95">9261 6010 477 0,'7'21'1188'16,"-6"5"363"-16,-2 2-118 0,-1 4-320 0,-3 1-469 16,-2 1-233-16,-1 2-150 0,1-2-96 15,-1 0-64-15,2-5-42 0,3-2-28 0,2-5-19 16,2-6-27-16,5-6-77 0,-1-4-89 0,3-7-172 16,0-8-284-16,1-4-328 0,-1-7-383 15,0-6-223-15,-1-2 146 0,0-4 707 0</inkml:trace>
  <inkml:trace contextRef="#ctx0" brushRef="#br0" timeOffset="22989.54">9258 5511 503 0,'-9'-36'1422'0,"-1"8"294"0,-2 4-267 0,-2 8-340 16,1 7-492-16,-1 3-271 0,-1 5-154 0,3 2-76 16,2 5-43-16,2 3-30 0,2 1-17 15,3 4-13-15,3 2-7 0,3-2-3 0,3 3-3 16,2-3-2-16,6 3-2 0,1-2-19 15,2 0-57-15,2-1-78 0,0-2-146 0,0 0-274 0,0 1-321 16,1 1-381-16,0-2-298 0,-1 1 0 16,-1-1 662-16</inkml:trace>
  <inkml:trace contextRef="#ctx0" brushRef="#br0" timeOffset="23417.15">9678 5417 467 0,'4'-11'1116'16,"2"0"451"-16,-4 2-86 0,-1 2-378 0,-1 2-390 16,-1 3-239-16,-1 0-154 0,-4 4-114 15,3 4-68-15,-3 4-37 0,-2 5-27 0,-3 4-15 16,1 6-12-16,-1 6-7 0,-3 6-3 0,1 7-4 16,-1 4-3-16,0 6-3 0,1 2-4 0,1 5-6 15,2-1-4-15,4-1-5 0,2-3-3 16,4-6-3-16,2-6-1 0,4-5-1 15,4-7-2-15,4-6 0 0,0-7 0 0,2-5-2 16,3-7 1-16,-2-5-2 0,3-4-2 0,0-7-1 16,0-5-4-16,0-3-3 0,0-5 0 0,-1 0-1 15,-1-2 1-15,-3 1 4 0,1-2 3 16,-2 4 5-16,-4 2 2 0,0 3 1 0,-1 0 1 16,-3 4 1-16,-1 3 0 0,-2 3 0 15,2 2-1-15,-2 4 1 0,0 0 1 0,-1 6-1 16,1 1 0-16,-2 3-1 0,2 6 0 0,-3 0-1 15,4 5 1-15,-1 1-1 0,0 4 1 16,2 1 0-16,0 1 0 0,2 3 0 0,1 0-1 16,0 0-1-16,0-5-2 0,3 1-15 15,0-5-26-15,-1-2-70 0,2-6-87 0,-2-3-177 16,1-3-292-16,3-4-342 0,-1-2-410 0,1-5-241 16,1-4 119-16,2-5 780 0</inkml:trace>
  <inkml:trace contextRef="#ctx0" brushRef="#br0" timeOffset="23567.43">10362 6013 636 0,'-5'21'1611'0,"-3"0"131"15,-3 5-356-15,0-1-355 0,3 1-477 16,-1 1-300-16,0-2-130 0,4-2-65 0,0-5-38 16,5-3-92-16,0-7-127 0,3-2-252 0,2-7-284 15,1-5-352-15,2-5-448 0,2-5-170 16,0-5 483-16,2-5 814 0</inkml:trace>
  <inkml:trace contextRef="#ctx0" brushRef="#br0" timeOffset="23738.29">10490 5332 400 0,'-6'-35'1468'0,"-2"5"340"0,0 11-318 0,-6 9-365 16,3 4-429-16,-1 3-361 0,0 6-154 15,4 1-73-15,0 2-38 0,3 2-27 0,4 1-23 16,2-1-12-16,2 3-18 0,2-3-47 15,2 1-90-15,1 0-162 0,-1 0-267 0,3 0-322 16,-4 0-413-16,1 1-390 0,-1 1 52 0,-3-2 770 16</inkml:trace>
  <inkml:trace contextRef="#ctx0" brushRef="#br0" timeOffset="30551.2">16868 4609 236 0,'2'2'490'15,"-2"-2"198"-15,1 0 96 0,-1 0-229 0,0 0-183 16,2 3-93-16,0-3-44 0,-2 1-16 15,0-1-18-15,0 2-30 0,1-1 19 0,2 1 20 16,-1 0-1-16,-2 0-9 0,3 2-4 16,-1-3-5-16,-1 4-43 0,1-1-47 0,0 0-29 15,0 2-7-15,-2-1-5 0,2 2-4 0,0 0-6 16,-2 2 43-16,0 1 40 0,0 1 22 16,0-1 7-16,0 0-2 0,-2 4-4 0,0-3-43 15,0 4-30-15,0 0-26 0,0-1-14 16,-1 1-8-16,0 1-6 0,1 1-1 0,-1 0-10 15,2 0-4-15,-3 3-4 0,1 1 0 16,1-2-2-16,-1 0-2 0,2 0 2 0,-2 1-1 16,1 3-2-16,2-1-1 0,0-1 0 0,0 1-2 15,0 2-1-15,0-1 6 0,0 1 3 0,2 1 3 16,-2 1 0-16,0 0 3 0,3-1 0 16,-3 1-4-16,1 2-2 0,-1-1 0 0,0-1-1 15,0 4-1-15,0-3-1 0,0 1 1 0,0 0-2 16,0-1 0-16,2 2-1 0,-2-2 2 15,1 0-3-15,-1 0 0 0,2 0 0 0,0 1 0 16,-1-2-1-16,-1 2-1 0,0-2 1 16,2 2 0-16,0 1-2 0,-2-3-2 0,0 3 1 15,1-1-1-15,-1 2-1 0,3-3 0 0,-3 2 0 16,2-1 3-16,-2 0 1 0,3 0 0 0,-1-1 0 16,-1-1 1-16,1 1-1 0,0 0 0 15,0-2 0-15,0 1 1 0,0-1 3 0,-1 2 6 16,-1-4 3-16,3 1 2 0,-3 1 0 15,2-2 1-15,0 1-3 0,-2-2-7 0,0 0-1 16,1 1-2-16,-1-2-3 0,0 2 0 0,0-2-1 16,-1 0 2-16,1 0-2 0,-2-1 0 15,0 2 2-15,2 0-2 0,-3-2 1 0,3 1-1 16,-1 0-1-16,-1-1 0 0,0 1 0 16,2 1 1-16,-2-3 0 0,0 2-1 0,0-1 0 15,2-1 2-15,-1 1-1 0,-1-1 0 0,2 0 1 16,-1 0 0-16,-1-1 0 0,2 1 1 15,-2 1-1-15,2 1-1 0,-3-2 1 0,3 4-1 16,-1-2 0-16,-3 1-1 0,3-1 1 0,-1 3 0 16,0-3-1-16,2 2 1 0,-1 0-1 15,-1-1 0-15,2 0 1 0,-1 0-1 0,1 3 1 16,-3-3-1-16,1 2 0 0,1 0 1 0,-1 1-1 16,1 1 0-16,-3 0 0 0,3-1 0 15,-2 3 1-15,1 0 5 0,-1-2 5 0,1 4 2 16,0-2 1-16,1 1 1 0,-1 2 1 15,-2 0-4-15,2 0-6 0,2 0-1 0,-3 0-1 16,3 1-1-16,-1-2-2 0,1 3-1 16,-2-2 1-16,2 3 0 0,-2 0 0 0,2-1 0 15,0 1 0-15,-1 1 0 0,-1 3 0 0,2-1-2 16,-1 2 0-16,-1 1 0 0,0 1 0 0,-1 2 1 16,1 2 1-16,-1 4 1 0,2 2 1 15,-5 7-1-15,3 2-1 0,-4 4-1 0,2 4-2 16,0 4 0-16,-1 5 0 0,-1 0 1 15,-2 4 1-15,1 2 2 0,-1 1-1 0,1 0-1 16,2 0-3-16,-1-1-1 0,3 0-3 0,-2-5 1 16,2-3 0-16,1 0 1 0,0-9-8 0,0-5-12 15,1-3-32-15,-1-12-80 0,0-7-115 16,0-12-213-16,-3-9-294 0,-1-13-354 0,-2-12-385 16,-1-13-143-16,-6-15 390 0,2-15 744 15</inkml:trace>
  <inkml:trace contextRef="#ctx0" brushRef="#br0" timeOffset="31400.4">16686 4647 39 0,'2'-2'428'0,"0"0"355"0,-1 0 261 15,1-1 27-15,-1 0-288 0,1-3-222 0,1 1-137 16,0 1-58-16,3-2-20 0,-1 1-37 0,0-3-36 15,1-1-33-15,1 1-39 0,-1-3-42 16,3 1-47-16,1-4-36 0,0 1-17 0,0-2-10 16,3 0-7-16,0 0-5 0,-2-2-4 0,2 2-2 15,1 0-11-15,-1 2-8 0,-1 0-6 16,-1 4-8-16,-1-1-4 0,1 6-2 0,-2 1 11 16,-1 3 11-16,3 3 6 0,-1 5 3 15,-4 2 3-15,1 3 0 0,2 3-6 0,-3 6-7 16,-1 0-5-16,1 2-1 0,-1 2-2 0,0-1 0 15,1 2-1-15,-3 0 0 0,4-1-1 0,-3 0-2 16,1-1 0-16,3-1-3 0,0-2-5 16,0-1-19-16,0-1-72 0,-1-4-91 0,1 0-191 15,0-1-283-15,0-1-344 0,0 0-410 16,-2-2-233-16,-2 0 196 0,0 2 794 0</inkml:trace>
  <inkml:trace contextRef="#ctx0" brushRef="#br0" timeOffset="33249.73">16440 9668 181 0,'-5'6'389'0,"-1"-2"173"0,1 0 80 16,4-1-143-16,-3 0-116 0,1-1-58 16,1-1-35-16,2 1-17 0,-1-2-17 0,1 1-28 15,0-1-6-15,0 2 13 0,1-2 0 0,1 3-12 16,1-1-13-16,1 0-9 0,-1 1-43 15,3 0-42-15,-2 1-23 0,5 0-18 0,-1-2-11 16,1 3 55-16,2 1 42 0,0 1 4 16,5-1-7-16,-2 0-7 0,5 1-12 0,-1-1-47 15,4 1-39-15,1 0-22 0,2 1-7 0,2 0-8 16,3-1 17-16,4 1 5 0,0-1 3 16,3 1 2-16,1-1-2 0,4-1 0 0,0 0-19 15,-3 0-8-15,5 0-4 0,-2 0-3 16,0 0-1-16,2 0-1 0,-2-1-2 0,-1 2 1 15,3-1 0-15,-3 0 8 0,2 0 6 0,-4 0 2 16,-1 0 3-16,2 2-2 0,-1-1 0 16,-1 1 1-16,0 0 2 0,2-1-1 0,2 4 1 15,0-3-1-15,2 0 0 0,0 2-8 0,-1-1-1 16,4 0 2-16,-1 2 0 0,3-2 0 16,1 2 0-16,-2-1 1 0,4-1-6 0,0 3-3 15,-1-2-1-15,4 0-2 0,2 1-1 16,3-2 0-16,0 1-1 0,0 0 0 0,2-1-2 15,0 0 0-15,-1 0-1 0,1-2-1 0,-2 0 1 16,0 0-1-16,-1 1 2 0,-2 2 0 0,1-3 1 16,1 1 0-16,-1-1-1 0,1 2 0 15,-2 0-1-15,-1-1 0 0,-3-1-1 0,1 2 1 16,-2 1 0-16,-5-2-1 0,1 1 0 0,-6 0 0 16,2-2 1-16,-4 3-2 0,0-2 1 0,-3-1 0 15,-2 1 0-15,0 1 1 0,-2-1 0 16,-1-2 2-16,0 0-1 0,-2 0 1 0,0-3-1 15,-2 1 1-15,0 0 0 0,2-3-2 16,-3 0 1-16,1 1-1 0,0 0 0 0,0-1 0 16,3 0 0-16,-5 1 1 0,1 1-1 15,0-2 0-15,-2 4 0 0,2-3-1 0,-3 4 1 16,1-1 0-16,0 1 0 0,2 0 0 0,-2-1-1 16,2 3 0-16,-1-1 0 0,2 0 0 15,-1 1-1-15,3-2 0 0,-1 3 1 0,-1-4 2 16,2 0 0-16,2 4 0 0,-1-3 2 15,1-1-1-15,1 1-1 0,2 2-1 0,0-2 1 16,3 1 0-16,0 2-1 0,1 0 0 0,1 0 0 16,1 1 0-16,-2-2-2 0,1 3 1 0,2-1-1 15,0-1-1-15,1 2 1 0,1-2-1 16,0 2 1-16,0-3 1 0,1 1 1 0,0 0 1 16,1-1 2-16,3-1-1 0,0 1 0 15,3-2 0-15,4 1-1 0,-3-3 0 0,5 2-1 16,-1 1 0-16,-1-1 0 0,3 0-1 0,-1 0 0 15,2 1-1-15,0-1 2 0,0 2 0 0,0 1 1 16,4-2 1-16,1 0 1 0,1 2 0 16,1-2 0-16,2 0 0 0,0 1-2 0,1 1-1 15,2-2-2-15,-2 2 1 0,2-1 0 16,-3 1 1-16,5-2 0 0,-1 1 0 0,3 0 3 16,0-1-2-16,0 1 0 0,1-3-1 0,-1 1-2 15,2 1 1-15,-4 0-1 0,2 3 2 0,-3-3 0 16,0-1 1-16,1 2 1 0,0 0 1 15,3 3 0-15,0-4-1 0,0 3-2 16,-3-1 0-16,2 0 0 0,-2 1-3 0,-1 0 1 16,0-1 1-16,0 0 0 0,-4 1 1 0,4-1 1 15,0 0 1-15,1 0-1 0,-1 1 0 0,0 0-1 16,-3 0-2-16,2 0 0 0,-3-1 0 16,-1 2 0-16,2-1 1 0,-6 2 1 0,5-2 1 15,-5 0 1-15,5 1 1 0,-1-1-1 0,-1 2-1 16,0-3-1-16,-1-1 0 0,1 3 0 15,-2-4-3-15,-2 0 0 0,-1 1 1 0,-2-3 1 16,0 0 1-16,-4-1 0 0,0 3 1 0,-3-5 0 16,0 3 1-16,-3 0-2 0,1-3 0 15,-5 0 0-15,-2 1 0 0,-1-1 1 0,-7-2-1 16,-1 2 1-16,-3 1-1 0,-6-1-2 16,-2-2 1-16,-6 1-1 0,-3 2 0 0,-3-3 1 15,-5 0 0-15,-4 0 0 0,-3 0 0 16,-3 0 0-16,-4 0-4 0,-2 0-11 0,-2-3-17 15,-3 2-45-15,0-1-75 0,-3-3-76 0,-3-2-139 16,2 0-200-16,-3 0-319 0,5-4-285 0,-1 1-193 16,2-1-45-16,2-3 441 0,1 1 543 15</inkml:trace>
  <inkml:trace contextRef="#ctx0" brushRef="#br0" timeOffset="33535.81">27100 11012 272 0,'11'-5'719'0,"0"-1"310"0,-2 4 92 16,1-3-201-16,4 3-313 0,-1 0-210 16,2 1-108-16,3-1-50 0,2 2-24 0,5 0 0 15,1 2 8-15,-1 1-6 0,4 1-22 0,-1 1-13 16,-1 3-31-16,0 3-43 0,0 1-36 16,-4 2-17-16,-2 1-10 0,-2 0-8 0,-3 7-2 15,-2-2 2-15,-4 2 4 0,-4 0-1 0,-4 5 1 16,-2-2-1-16,-7 0 0 0,-2 2-4 15,-7 0-5-15,-2 0-7 0,-4 0-4 0,-4 0-6 16,-4 0-5-16,-5 0-4 0,-3-2-2 0,-8 0-3 16,-2-2-12-16,-4-2-23 0,-5-2-64 15,2-4-78-15,-4-5-141 0,2-5-238 0,4-3-314 16,-1-6-364-16,6-3-269 0,-4-7-47 0,0-3 551 16</inkml:trace>
  <inkml:trace contextRef="#ctx0" brushRef="#br0" timeOffset="36181.81">27430 12097 8 0,'1'-3'459'0,"-1"2"450"0,-1-1 280 16,-1 0-22-16,1 0-330 0,1 0-268 0,-3 2-119 15,1 0-67-15,2 0-60 0,-1 2-39 16,-1 0-41-16,1 2-49 0,-3 1-60 0,-1 3-45 16,1 0-24-16,-1 2-17 0,0 3-8 0,-2 3-3 15,2 0-4-15,0 5-5 0,0 1-1 0,2 3 1 16,-5 0-1-16,7 4-4 0,-3 3-4 16,1 2-1-16,3 0-5 0,0 1-1 0,2 1-3 15,-1-1-1-15,4-1-1 0,1 0-3 16,1-4 0-16,1-2-3 0,0 0 0 0,4-4-2 15,-1-3-2-15,3-2 2 0,1-2-1 0,0-4 0 16,0 1-1-16,0-5 1 0,1-2 1 16,2-1-1-16,-4-1 1 0,2-2-2 0,0-2-1 15,-1 0-9-15,0-2-16 0,-1 0-35 16,-5-2-75-16,3-2-73 0,-6 1-140 0,0-2-238 16,-5-1-313-16,-1-1-317 0,-1-1-204 0,-5 1-26 15,-4-3 517-15</inkml:trace>
  <inkml:trace contextRef="#ctx0" brushRef="#br0" timeOffset="36432.83">27173 12340 87 0,'1'1'628'0,"5"3"461"16,-1-2 163-16,1 0-85 0,2 1-315 0,5 2-254 15,-1-3-167-15,6 3-96 0,-1 0-59 0,4-1-52 16,0 0-76-16,2 0-60 0,2 0-33 16,2 1-18-16,2-1-15 0,-1-1-7 0,0 2-7 15,1-1-3-15,-1 2-5 0,0-2-10 16,-3 2-66-16,-2 3-73 0,-1-1-152 0,-2-3-281 16,-1 4-306-16,-2-2-378 0,-3 2-255 15,1-1 29-15,-1-1 655 0</inkml:trace>
  <inkml:trace contextRef="#ctx0" brushRef="#br0" timeOffset="37536.94">28673 12173 13 0,'-7'-8'436'16,"-1"-1"421"-16,-1-2 288 0,0 0 15 15,-3-1-327-15,0 2-264 0,1-2-120 0,-2 3-63 16,4 2-54-16,-3 0-42 0,0-1-42 16,2 3-49-16,-1 0-51 0,1 3-54 0,-2 2-35 15,4 1-22-15,-3 0-11 0,2 6-9 16,1-1-6-16,-1 1-4 0,-1 3-1 0,0-1-1 15,2 5 0-15,-2-2-1 0,2 1-2 0,-1 3 1 16,0 0 1-16,1 1-2 0,-1-1 0 0,1 2 0 16,-1 3 1-16,-1 0 0 0,2 1-3 15,-1 2 2-15,-1-1-1 0,0 3 2 0,1-2 0 16,0 3-1-16,1-1 1 0,0 0 6 16,0 1 2-16,2 0 2 0,2-2-1 0,0-2 2 15,0 1-1-15,3-1-5 0,-3-1-2 0,1-1-3 16,2 0 0-16,-4-1-2 0,2-1 1 15,2 1 1-15,-4 0-1 0,2-1 0 0,-2 0-1 16,0 0 1-16,-1 1-2 0,1-1-1 16,0-1 0-16,1 2 0 0,0-3 0 0,3-1 0 15,-3-1 1-15,4-2 0 0,4 4 0 0,-3-6 0 16,3 1 0-16,0-3 0 0,3 1 0 0,2 0 0 16,1-2 1-16,-1 0-1 0,3-1 0 15,1-1 0-15,1 1 1 0,1-3-1 0,-1-1-1 16,5 0 1-16,-2 0-1 0,-1-2 1 15,5-1-2-15,-4 0 0 0,2-2-1 0,-2 0-1 16,1 0-10-16,-1 0-50 0,-2 0-74 0,-6-1-109 16,2 2-185-16,-5-3-301 0,1 3-347 15,-1-1-303-15,-1 2-141 0,-2 0 317 0,0 2 646 16</inkml:trace>
  <inkml:trace contextRef="#ctx0" brushRef="#br0" timeOffset="38536.19">28897 12790 347 0,'-3'3'660'0,"-2"-1"258"0,2-1 114 16,-2-1-256-16,1 1-222 0,0-1-137 15,0 0-89-15,2-1-68 0,-1 0-67 0,3-4-64 16,0 1-42-16,2-4-18 0,1-1-4 0,5-1 2 16,0-4 4-16,1 0 38 0,4-3 25 15,-1-1 32-15,1 0 7 0,0-2-8 0,0 2-5 16,-1 1-32-16,-2 3-27 0,-2 0-33 15,1 2-18-15,-5 3-6 0,1 3-6 0,-1 2-3 16,-4 1-4-16,0 4-7 0,0 2-5 0,-4 3-5 16,-1 4-6-16,2 3-3 0,-3 2-3 15,3 3 1-15,-2 0-2 0,4 1-2 0,-2 1 0 16,3-1 0-16,-2 0 0 0,4-2-1 16,-1 0 0-16,1-4 0 0,3-1 1 0,-1-3-1 15,2-2 1-15,2-2 1 0,2-5 2 16,2-3-1-16,0-3 1 0,2-1-1 0,2-6 1 15,-2 2 0-15,3-3-1 0,-2-1 0 0,2 2 0 16,-3-1-1-16,2 2 0 0,-3 2 0 0,-3 1 0 16,-1 0 1-16,-3 7 1 0,-1-3 0 15,1 4 0-15,-5 1-1 0,2 0 1 0,-3 3-2 16,0 2-1-16,0-1 0 0,0 4 0 0,-1-2 0 16,-1 1-1-16,2 2 2 0,0 0 0 15,0 0-1-15,0 0 0 0,0-2 1 0,2 3 0 16,-1-1-2-16,-1 0-1 0,2-2 1 0,0 1-1 15,-1-2-1-15,3-2-1 0,-1-1-2 16,2-2-16-16,-2 1-43 0,4-4-65 0,0 1-56 16,-1-3-69-16,2-2-101 0,0-1-123 15,1 2-95-15,3-1-41 0,0 0-38 0,-1-2-8 16,4 4 95-16,-1 1 170 0,-3 1 181 0,3-3 152 16,-3 5 115-16,0 2 85 0,0 1 67 15,-1-1 33-15,-2 5 19 0,3 1-8 0,-5 1-20 16,2-1-32-16,-2 3-40 0,4 1-36 15,-4 0-36-15,0 0-23 0,2 1-27 0,-3 0-18 16,1 0-8-16,-1 0-8 0,-2 4-7 0,0-4-4 16,1-1-3-16,-4-3-33 0,1 2-60 15,-1-4-79-15,0-1-99 0,0-1-175 0,-1-1-234 16,-4-2-92-16,0-2 65 0,0-1 193 0,-2-4 221 16</inkml:trace>
  <inkml:trace contextRef="#ctx0" brushRef="#br0" timeOffset="38699.11">29643 12497 557 0,'15'-20'1073'0,"-6"2"201"15,-4 3-111-15,0 4-296 0,-5 2-439 0,-6 5-215 16,1 2-104-16,-2 4-52 0,-1 0-28 0,0 7-18 16,-2-1-13-16,0 3-32 0,-2 3-102 15,0 2-177-15,-1-1-292 0,0 4-265 0,3 1-257 16,-1 1-124-16,2 0 293 0,2 1 505 15</inkml:trace>
  <inkml:trace contextRef="#ctx0" brushRef="#br0" timeOffset="39115.42">29688 12933 74 0,'6'-3'662'0,"5"0"486"0,-5-2 127 15,-1 2-145-15,2-2-345 0,-2 1-332 0,-1 0-125 16,4 1-47-16,-2-2-25 0,2 1-23 16,0-1-33-16,5-1-49 0,-4 0-51 0,4-1-42 15,0-1-19-15,1-2-11 0,5-1-2 0,0-1-3 16,0-1 2-16,3 3 0 0,0-3-3 16,-3 3-3-16,-2 2-3 0,-2 2 5 0,-1 2-2 15,-6 3 0-15,-2 1 0 0,-3 4-2 16,1 1-1-16,-2 3-3 0,-4 2-4 0,-2 5-2 15,3-1-3-15,-4 5-1 0,2-3-1 0,-2 1-2 16,3 2 0-16,1-1-1 0,1-2 1 0,3-1 0 16,2 1-1-16,0-6 1 0,5 2-1 15,-2-5 0-15,4-1-2 0,-3-1 0 0,4-4 2 16,-2 0-1-16,0-2 1 0,0-2-1 0,-1-1 1 16,2-1 1-16,-4 1 0 0,0 0 0 15,-2-3-1-15,2 3-2 0,-3 2-1 0,-4 2-5 16,3 0-8-16,-1 0-20 0,-3 0-38 0,0 2-62 15,0 4-59-15,-3-1-83 0,-1 1-134 0,1 1-189 16,0 1-273-16,0 2-215 0,-2 0-190 0,2 2 20 16,2-1 421-16</inkml:trace>
  <inkml:trace contextRef="#ctx0" brushRef="#br0" timeOffset="39285.9">30363 13153 280 0,'5'-5'970'0,"-4"1"412"0,-1 0-56 16,-1 1-222-16,-1 0-496 0,-3 0-272 0,2 1-163 16,0 1-81-16,0 1-48 0,-2-1-28 15,5 1-17-15,0 0-44 0,2 0-45 0,2-2-133 0,-1 0-201 16,2 2-292-16,3-3-287 0,2 2-235 16,2 1-79-16,3-3 416 0</inkml:trace>
  <inkml:trace contextRef="#ctx0" brushRef="#br0" timeOffset="40131.76">30540 12378 76 0,'6'-8'557'0,"2"4"418"0,-1 0 185 16,0-1-44-16,0 0-396 0,-1 2-247 16,2 0-116-16,3 2-42 0,-1 1 2 0,2 0-25 15,2 1-27-15,1 0-30 0,2 1-51 0,1-2-47 16,0 2-45-16,3-1-28 0,0 0-13 0,1 2-12 15,1-3-5-15,-2 1-8 0,1 0-3 16,-1 0-2-16,-4-1-4 0,2 5-4 0,-3-5-3 16,-5 2 1-16,0 1-4 0,-2-2-1 0,-2 2 4 15,-2 1 4-15,-1 0 5 0,-2 0 3 0,-2 2 1 16,0 1 2-16,-2 1-4 0,1 1-4 0,-2 0-4 16,-1 1-3-16,3 3-3 0,-1-1-2 15,0 0-2-15,1 1 0 0,1 2 0 0,0 0-1 16,1 0-1-16,3 0 1 0,-3 3-1 0,4-2 0 15,0 3 0-15,1-1 1 0,4 1-2 0,-4 3 2 16,2 0-1-16,2 0-1 0,-1 2 1 0,0 2-1 16,3 1 0-16,-2-1-1 0,2 4 1 15,-3-1 0-15,4 3 2 0,-2-1-1 0,0 2 1 16,-2 0 1-16,1 2 1 0,1-1-3 0,-3 1 1 16,-2-1 0-16,1 1-1 0,-3-4 0 0,2 2 0 15,-3-3 0-15,-1 1-1 0,0-5 2 0,-2 0-1 16,-2-1-1-16,0-1 1 0,1 0 0 15,-2-3 0-15,-3 0-1 0,1 0 0 0,-1-3 4 16,1 1 4-16,-2-5 4 0,0-1 4 0,0-2 4 16,-1 1 4-16,2-7 1 0,-5 1 0 15,1-4-1-15,-1 0-2 0,-3-2-2 0,0-2-5 16,-3-3-3-16,1-3-4 0,-5-1-3 0,1-1-1 16,-1-2-1-16,-1-2-1 0,2 1 1 0,-1-2-1 15,2 2 0-15,-2 0-1 0,5 3 0 16,-2-2-2-16,2 3 0 0,-2 2-2 0,5-1-1 15,-2 3-8-15,2-1-11 0,1 1-21 0,0 1-33 16,4 2-78-16,-1-2-97 0,1 1-177 0,2-3-287 16,-1 2-336-16,3-3-377 0,-4 2-181 15,2-3 176-15,-2 0 728 0</inkml:trace>
  <inkml:trace contextRef="#ctx0" brushRef="#br0" timeOffset="67426.96">14003 4303 122 0,'2'-2'395'0,"-1"-3"218"0,-1 1 171 16,2 0-80-16,-2-2-129 0,3 2-74 0,-1-1-43 0,-1 0-39 16,-1 1-52-16,0 0-61 0,2-1-58 15,-2 3-29-15,2-2-2 0,-1 0 16 16,2 1 0-16,-3 1-10 0,2-2-21 0,0 2-36 15,-2 0-41-15,1-1-38 0,-1 2-20 16,0-1-12-16,0-1-7 0,0 1-3 0,0 2-1 16,0 0-3-16,0 0-3 0,0-2-3 0,0 2-2 15,0 0-4-15,0 0-2 0,0 0-3 0,0 0-3 16,0 0-3-16,0 0-3 0,0 2-3 16,0-2-2-16,0 0-3 0,0 0-2 0,0 0-3 15,0 0 0-15,0 0 0 0,0 0-2 0,3 0 2 16,-3 2-2-16,0-2 1 0,0 0 0 15,0 3-1-15,0-2 1 0,2 0-1 0,-2 3 1 16,1 0 1-16,1 3 1 0,-1-1 2 16,1 2 2-16,1 1 1 0,-3 0 0 0,3 1 0 15,-1 1 0-15,1 0-1 0,1 2-3 16,-3 1-1-16,2-2 1 0,2 3 1 0,-1 1 2 16,-2-1 1-16,4 3 2 0,-2-2-1 0,1 2 0 15,-1-1-1-15,2 2-3 0,-1 1-1 0,2-1-1 16,-3 1 1-16,1 1 0 0,3 1-1 15,-2-1 2-15,1 2-1 0,-3-1 0 0,1 1 0 16,0-1-1-16,2-1 0 0,-2 1 0 16,0-1-1-16,-2-2 0 0,2-2-1 0,0 1 0 15,1-2-1-15,-3-1 1 0,2-2 0 0,-2-1 0 16,2-1-1-16,-2-3 1 0,2 2 0 16,-2-3-1-16,2 1 0 0,-4-4 1 0,2 1-1 15,-1-2 1-15,0 0-1 0,-1-1 0 0,-1-2 2 16,3 0 1-16,-1-4 1 0,1-2-1 15,2-3 1-15,-2-2 0 0,3-3-2 0,1-3 1 16,-1-3-2-16,1-4 0 0,-1 1-1 16,3-3 1-16,-1-2-1 0,0-1 4 0,3-2 5 15,-1 2 2-15,-1 0 1 0,2-2 3 16,-1 1-1-16,-1 2-4 0,0-2-3 0,1 0-3 16,0 3 0-16,-1-2-2 0,2 2 0 0,-3 2 0 15,0-3-1-15,1 3 1 0,-2-1-2 0,-1 2 0 16,1 1 1-16,-3-1-1 0,2 4-1 15,-3 3 0-15,1 0 0 0,-3 2 1 0,2 4-1 16,-1 1 0-16,-2 2 0 0,0 2 0 16,0 2-1-16,0 1-1 0,0 0 0 0,0 0-2 15,0 2-2-15,0 2-9 0,0 0-18 0,-2 3-23 16,-1-2-63-16,0 4-82 0,1-2-167 16,-2 3-277-16,-2 0-325 0,3 0-392 0,-4 3-283 15,4 0 45-15,-2-1 756 0</inkml:trace>
  <inkml:trace contextRef="#ctx0" brushRef="#br0" timeOffset="68847.94">15004 4371 170 0,'0'0'436'0,"0"2"249"0,0-2 152 16,0 0-87-16,0-2-118 0,0 2-97 15,0 0-86-15,0 0-76 0,-3-4-68 0,1 3-54 16,-1 0-26-16,2-1-5 0,-3-1 10 0,1 0 9 16,0 2-8-16,-3-2-21 0,1-2-32 15,-1 2-40-15,-1 0-40 0,-1-1-28 0,-1 0-16 16,1-1-11-16,0 2-9 0,-1-2-2 16,-1 1-3-16,2-2-8 0,-1 4-3 0,0-3-3 15,-3 2-2-15,4-2-3 0,-2 0-3 0,0 2 0 16,0-1-2-16,1-1 1 0,1 1-2 0,0 0 5 15,3 1 2-15,-2 1 0 0,3 0 1 16,0 1-1-16,0-1 0 0,1 2-5 0,0 0-3 16,1 0-1-16,-1 2-1 0,2 1-1 15,-3-1 1-15,0 3-2 0,2 1 2 0,1 0-1 16,-1 0 0-16,-1-1 0 0,1 2 0 0,2 1 1 16,-1-2-2-16,-1 3 0 0,1 0 1 15,1-1-1-15,-2 3 1 0,0 1-1 0,1 0 0 16,-1 2 1-16,2-1-1 0,-2 2 1 15,1 0-1-15,-1 2 0 0,2-1 0 0,-4 2 0 16,4 0 0-16,-2 0 0 0,2 2 0 0,-1-2 1 16,1 0 2-16,-2 0-1 0,2 1 1 0,0 0 0 15,0 0-2-15,2 0 1 0,-2 1-1 16,1-2 1-16,-1 0 0 0,2-2-1 0,-2 1 1 16,4 0-1-16,-4-3 1 0,2 0-2 15,-1 1 1-15,1-2 1 0,-2 1 0 0,0-1 0 16,2 1 0-16,-2-3 1 0,0 4-1 0,0-2-1 15,0-1 0-15,0 0 0 0,0 0 0 0,0-2 0 16,0 1 0-16,1-1 0 0,-1-2 0 16,0 0 0-16,2-1-1 0,-2-1 1 0,2 0 0 15,-2-2-1-15,1 1 1 0,-1-2 1 16,2 0 0-16,-1-2-1 0,-1 2 0 0,2 0-1 16,0-1 1-16,-1 0-1 0,2 0 1 0,1 0 1 15,0 0-1-15,-1 1 0 0,2-2 1 16,1 0-1-16,-1 2-1 0,2-3 0 0,0 3 0 15,0-3 0-15,-1 0 1 0,2 2 0 16,1-2 1-16,1 0 1 0,0 0-2 0,0 0 1 16,0-2 0-16,1 2 0 0,0 0 0 0,0-3-1 15,0 0 0-15,0 2 0 0,0-3 1 16,-1 2-1-16,-1-2 0 0,-1 2-1 0,0-2 2 16,-1 2-2-16,-1-1 0 0,-2 0-3 0,-2 1-1 15,1 1-1-15,0-1-16 0,-3-1-39 16,0 3-76-16,0-3-104 0,-1 0-186 0,-1 0-298 15,-1-1-343-15,1 0-335 0,1-2-165 16,-1 1 285-16,1-1 681 0</inkml:trace>
  <inkml:trace contextRef="#ctx0" brushRef="#br0" timeOffset="71340.64">15136 4903 49 0,'0'3'341'16,"0"0"244"-16,0-1 212 0,0-2-18 0,0 0-146 15,2 3-115-15,-2-3-72 0,0 0-55 0,0 1-54 16,0-1-48-16,0 0-58 0,0 0-49 16,0 0-27-16,0 0-1 0,0 0 20 0,0 0 21 15,2 0 12-15,0 0-5 0,-2-1-24 16,0 1-32-16,0-3-42 0,0 1-34 0,1-3-24 16,-1-1-20-16,3-1-10 0,1-2-9 0,-3 0 1 15,4-3 3-15,0-1 1 0,0-1 3 0,2-4 1 16,0 0 1-16,-1-1-1 0,2-1-6 15,1-1-5-15,-2-1-2 0,-1 1 1 0,2-2-3 16,0 2 2-16,-2 2 1 0,0-2 1 16,-1 2 1-16,0 3 4 0,0 0 3 0,1 3 1 15,-3-2 0-15,2 4 0 0,-2 0-1 0,-1 2-4 16,1 1-4-16,-1 3-1 0,-1-1 0 16,-1 2 0-16,3 0-1 0,-3 2 0 0,0-2-2 15,2 3-1-15,-2-1 0 0,0 2-1 0,3-1 0 16,-2 1 0-16,-1 0 0 0,0 0 0 15,0 0 0-15,0 0 0 0,0 0 1 0,0 0 0 16,0 0 1-16,2 1 0 0,-1 1 2 0,1 1-1 16,0 0-2-16,1 3 1 0,0 0 0 15,0 2-2-15,1 2 0 0,0 2 0 0,2 1 1 16,-2 4 0-16,0-2 0 0,1 3 1 0,0 1 2 16,0 2 1-16,0 0-1 0,1 1 0 15,-2 1 2-15,1-2-2 0,-2 2-1 0,2-3-1 16,0 0 0-16,-2 0-1 0,3-2 1 15,-3-1-1-15,-1 0 1 0,1-2 1 0,0 0-1 16,-1-3 0-16,1 2 0 0,-1-4 0 0,0 1-1 16,-2-4-1-16,1 1 1 0,-1-4 0 15,0 1-1-15,0-1 0 0,-1-2 0 0,1-1-1 16,0 1 1-16,-4-2-3 0,3 1-1 16,-1-1-2-16,-1 0-11 0,0-1-35 0,-1 1-65 15,1-2-65-15,-4-3-109 0,2 1-172 0,-2-1-297 16,1-5-294-16,1 3-228 0,-2-1-144 15,0-4 264-15,2 0 569 0</inkml:trace>
  <inkml:trace contextRef="#ctx0" brushRef="#br0" timeOffset="71591.28">15143 4686 67 0,'-1'0'476'15,"1"-2"359"-15,-4 2 217 0,2-2-25 0,2 2-314 16,0 0-237-16,0-3-150 0,2 3-84 16,0-1-54-16,1 1-48 0,4-1-43 0,-1 1-21 15,2-1-20-15,1 1-23 0,2 0-15 16,2-3-5-16,1 3-5 0,-1 0-5 0,1-1-3 16,-1 1 1-16,1-1-1 0,-3 1-2 0,2 0 1 15,-1 0-11-15,-2 0-54 0,2-2-125 16,-4 0-168-16,-3 1-295 0,0 0-274 0,1-1-249 15,-2-1-32-15,0 0 363 0,-2-1 452 0</inkml:trace>
  <inkml:trace contextRef="#ctx0" brushRef="#br0" timeOffset="71926.07">15369 4360 250 0,'-3'3'658'16,"-2"-3"320"-16,1 2 126 0,0-1-183 0,0 0-319 16,1 3-192-16,1 1-123 0,1-2-79 0,-1 4-62 15,4-1-50-15,-1 1-40 0,2 1-23 16,-1-1-12-16,2-1-9 0,0 0-9 0,0 0-3 16,1-2 1-16,-2 1 1 0,2-2-2 15,-2 0 2-15,1-2 0 0,2 2 2 0,-5-3 0 16,1 0 1-16,-1 0 2 0,1-3-1 0,-2 1 1 15,0-2-1-15,0 0 2 0,0 0-4 0,-2-1 0 16,-1-1 0-16,2 1-2 0,-5 0 2 16,2-1-2-16,0 2-1 0,0-3-1 15,0 3-1-15,0 1-6 0,1 0-27 0,0 3-72 16,-3-2-121-16,3 4-184 0,-2-2-289 0,3 3-269 16,-1-2-214-16,3 1 44 0,0-2 379 0</inkml:trace>
  <inkml:trace contextRef="#ctx0" brushRef="#br0" timeOffset="72473.2">15567 4215 250 0,'6'-2'569'0,"-3"-1"261"0,2 0 158 15,-2 0-180-15,2 2-202 0,-1-1-141 0,-1 1-93 16,3-1-68-16,-2 0-69 0,1 2-62 0,2 2-54 16,-2 0-34-16,1-1-1 0,1 2 16 15,-3 0 33-15,0 3 23 0,-2 0 5 0,-2 3 2 16,0-1-17-16,-2 5-25 0,-2-1-37 15,-3 2-30-15,0-1-16 0,-1 2-11 0,0 0-11 16,1-1-5-16,-2-3-5 0,3 0-1 0,-1 0-3 16,4-5-4-16,0 1-3 0,0-3 1 15,3 0-1-15,0-4 0 0,3 3 1 0,0-6 1 16,3 3 2-16,1-4-2 0,4 1 1 16,-2 0 0-16,3-2 0 0,0 3 0 0,1-1 2 15,1 0-1-15,0 1 1 0,-3 0-2 0,3 2 1 16,-4 0-1-16,0 1 2 0,-1 2 0 15,-4 0 0-15,-2 2 3 0,-2 1 2 0,-2 1 0 16,-2 2-1-16,-4 2 0 0,-4-1 0 0,2 1-1 16,-3-1 1-16,0 2 0 0,1-2 0 15,0 0 1-15,-2 1-2 0,2-3-2 0,0-1-2 16,2 1-2-16,1-2-3 0,1 0-3 0,1-3-31 16,2 2-63-16,0-3-66 0,3 2-129 15,-1-3-181-15,2-1-316 0,0 0-291 0,2-1-217 16,-1-4-65-16,4 0 396 0,3 1 522 15</inkml:trace>
  <inkml:trace contextRef="#ctx0" brushRef="#br0" timeOffset="73073.19">15829 4248 39 0,'0'-2'420'0,"0"1"330"15,0-1 228-15,0 1 6 0,2-1-252 0,0 1-204 16,-1-2-142-16,3 1-85 0,0 0-56 16,4-2-40-16,-2 2-45 0,4-3-29 0,1 1-2 15,0 0 12-15,0-2 7 0,3 2 9 0,-3-3-3 16,2 2-12-16,-2-1-21 0,0 0-25 15,-3 1-15-15,1 2-17 0,-4 0-8 0,-2 0 0 16,2 0 5-16,-5 2-1 0,2 1-4 0,-4 0-6 16,2 1-11-16,-5 1-12 0,2 2-10 15,-2 2-8-15,1-1-5 0,-4 2-2 16,3-1-1-16,0 3-1 0,2-1-1 0,-2 0 0 16,2 1 1-16,2 1 0 0,-4-1 0 0,2 1 0 15,3 1 0-15,-2-1-1 0,4 2 0 0,-2 2 1 16,3-1 0-16,2 2 0 0,-4 0-1 15,4 1 1-15,1 2 0 0,2 1-2 0,0 1-1 16,0 0 1-16,3 3 1 0,0 1 0 16,0-2 1-16,1 3 1 0,-2-2 1 0,3 3 0 15,-2 0 0-15,0-1 0 0,-3 0 0 0,2 2 1 16,-1-1 0-16,-3 0-1 0,1-1-1 16,-2 3 0-16,-1-1 0 0,0-3-1 0,-2 2 1 15,-2-2 2-15,0-3-1 0,-4 3 1 0,-1-3 0 16,-3-1 0-16,0-4 9 0,-3 1 7 15,-1-3 6-15,-6-2 6 0,4-1 4 0,-5-3 0 16,1-1-6-16,0-3-8 0,-3-2-6 0,2-4-5 16,-1-2-5-16,0-1-2 0,2-3-2 15,0 1-2-15,2-2 0 0,2 0-1 16,3 2-3-16,1-2-1 0,1 3-3 0,5 2-19 16,0-3-46-16,4 3-82 0,4-1-150 0,-1 1-269 15,7 0-323-15,0 2-386 0,3 3-356 0,6 3 2 16,3-1 706-16</inkml:trace>
  <inkml:trace contextRef="#ctx0" brushRef="#br0" timeOffset="78023.28">17910 5457 402 0,'-6'4'761'0,"1"-1"261"15,-1 0 55-15,-1 2-275 0,3-2-291 16,-1 0-153-16,0 1-100 0,2 2-62 0,-2 0-52 15,4 2-51-15,-1 1-31 0,2 0-25 0,0 0-2 16,0 0-5-16,3 1-1 0,1-1 0 16,0 0-2-16,0-3 1 0,2 0 5 0,-2 0 47 15,1-4 54-15,2 1 42 0,-1-3 19 16,2-3 9-16,-2 1-18 0,-3-3-35 0,2-1-42 16,-2-1-30-16,1-2-15 0,-4 0-12 0,0-1-3 15,0 0-5-15,-4-1 0 0,1 0-3 16,-2 1-3-16,0-1-2 0,-4 4-5 0,3-1-4 15,-1 2-6-15,-1 3-5 0,2 1-6 16,-2 0-3-16,2 4-2 0,0 2-3 0,-1 0-1 16,4 4 0-16,-3 1-1 0,4 1 0 0,-1 2-1 15,3 2 2-15,0-2-1 0,2 1 0 16,1-1-1-16,1 0 0 0,0-3 1 0,0-1-2 16,3-2 1-16,-1-1 0 0,1-5 1 0,0 0 0 15,1-5 1-15,-1-1 0 0,-1-2 1 16,3-1 0-16,-4-1 1 0,0-1 0 0,-2-1 1 15,-1 2 6-15,-1-1 5 0,-1 0 6 0,-1 3 2 16,-3-2 1-16,1 2-1 0,-2 0-4 16,1 2-6-16,-2-1-4 0,1 3-4 0,0-1-1 15,0 2-1-15,0 0-2 0,2 0 0 16,0 0-1-16,-1 6-1 0,2-2-1 0,-1 4 1 16,1 1 0-16,-1 2 0 0,1 0 1 0,-1 1 0 15,2 1 0-15,1 0 0 0,0 0-1 16,0-1 1-16,1 0-1 0,-1-1-1 0,3-1-1 15,-1-1-1-15,0 0 0 0,1-1-2 0,-2-2-12 16,3-1-22-16,-3 0-50 0,2-2-80 16,-1-2-128-16,-1 0-239 0,2-3-306 0,1-1-364 15,-3 0-324-15,2 0-85 0,-1-1 501 0,1 2 705 16</inkml:trace>
  <inkml:trace contextRef="#ctx0" brushRef="#br0" timeOffset="78639.44">18075 4881 43 0,'1'-2'481'0,"-1"2"403"0,-1 2 248 15,1-2-1-15,0 1-362 0,-2 1-274 0,0 0-148 16,1 3-82-16,-1 2-39 0,2 1-9 15,0 3 11-15,-1 1-3 0,1 2-13 0,-2 3-24 16,-1 7-31-16,0 1-32 0,0 6-38 0,-2 5-18 16,0 4-12-16,-1 7-4 0,-1 1-1 0,-3 8-4 15,0 2-1-15,0 3-4 0,0 1-5 16,-2 1-11-16,3-1-5 0,0 1-8 0,-1-2-5 16,2-3-6-16,-3-2-1 0,1 0 0 15,2-1 0-15,-2-5 0 0,2-5-1 0,1-2 0 16,-1-7 1-16,2-3-3 0,3-6-1 0,0-5-2 15,1-3-1-15,-1-6-3 0,3-4-8 16,-2-5-20-16,2-4-45 0,0-4-71 0,0-5-80 16,-3-4-145-16,2-6-199 0,-3 0-313 15,1-5-286-15,0-2-200 0,-3-4-22 0,4-2 454 16,-2-5 524-16</inkml:trace>
  <inkml:trace contextRef="#ctx0" brushRef="#br0" timeOffset="78973.6">17874 4807 126 0,'3'-4'654'0,"2"1"391"0,-4 1 120 16,6 1-65-16,-3-1-407 0,5 2-273 0,3 0-119 15,1 3-60-15,4-1 28 0,2 2-19 16,3 2-30-16,2-1-13 0,3-1-33 0,1 0-24 16,2 1-58-16,2 1-30 0,2-1-15 15,0 1-20-15,1-2-10 0,-1 1-4 0,1 1-4 16,0-3-2-16,-2 1-1 0,2-1-2 0,-4 2-3 16,-2-2-1-16,0 0-1 0,-2 1-2 0,-6-1-8 15,-3 3-37-15,-4 1-66 0,-6 1-74 16,-5 0-146-16,-3 3-244 0,-8 0-318 0,-1 3-301 15,-7 2-212-15,-2 1 20 0,-4 2 541 16</inkml:trace>
  <inkml:trace contextRef="#ctx0" brushRef="#br0" timeOffset="79239.6">17490 6119 98 0,'-7'25'673'0,"4"-3"440"0,1-4 128 16,2-1-97-16,5-2-273 0,2-3-300 15,2 1-146-15,5-4-82 0,1 0-47 0,3-3-47 16,8-2-80-16,-2 1-57 0,4-3-35 0,5-2-19 16,-1-2-18-16,4 0-14 0,-1-1-10 0,-2-1-6 15,4 0-6-15,-3-1-1 0,0 1-3 16,1-1-3-16,-4 2-7 0,2 0-42 0,-3 2-85 15,-3-1-163-15,0 2-268 0,-2 2-309 16,-1 0-395-16,-2 4-363 0,0 2 30 0,0 3 735 16</inkml:trace>
  <inkml:trace contextRef="#ctx0" brushRef="#br0" timeOffset="82571.72">19064 6259 256 0,'-6'0'596'0,"-2"0"299"0,0-3 154 16,2 3-187-16,0 0-263 0,1-2-157 0,2 2-103 15,-1 0-84-15,0 0-67 0,4 0-62 0,-2 2-50 16,4 1-18-16,0 2-2 0,0 0-6 0,3 4 1 15,0-3-4-15,0 1 29 0,0-1 48 16,1-2 17-16,2 1 6 0,-2-2 17 0,0-1 7 16,1 0-13-16,-2-4-37 0,1 1-19 15,-3-2-12-15,-2-1-20 0,3-2-8 0,-4-2-10 16,0 1-7-16,-4-3-2 0,3 3-3 0,-2 1 0 16,-3-1-4-16,1-1-5 0,-2 2-3 0,3 2-5 15,-3 1-6-15,0 0-5 0,0 3-2 16,1 0-4-16,-1 1-3 0,3 2-2 0,-4 3 1 15,3-2 0-15,0 2-2 0,1 2 0 16,0-3 0-16,1 1 1 0,1-1-1 0,-1-1 0 16,1-1 0-16,0-2-2 0,2 1 0 0,0 0-1 15,0-1-1-15,0-1 0 0,0 0-1 16,2 0-1-16,0 0-12 0,1 0-26 0,-1-1-73 16,1-1-80-16,1-1-147 0,-3-2-261 15,1 0-319-15,-1 0-362 0,1-3-228 0,0 0 13 16,-1 1 600-16</inkml:trace>
  <inkml:trace contextRef="#ctx0" brushRef="#br0" timeOffset="82957.44">19194 5586 70 0,'3'-2'606'0,"-1"2"457"0,-2 0 170 16,0 2-98-16,-2 2-357 0,1 4-249 16,-2 4-127-16,1 3-71 0,-3 4-43 15,4 4-33-15,-4 2-45 0,0 5-56 0,-1 5-53 16,1 2-31-16,-3 4-16 0,0 3-10 0,-1 5-3 15,-1 2-2-15,-1 1 0 0,-3 2-3 16,1 2-7-16,-1 0-2 0,1 1-6 0,1-1-7 16,-2 1-7-16,1-5-3 0,0 0-2 0,2-6-1 15,1-2-2-15,1-4 0 0,3-5 0 16,0-4 1-16,1-2-3 0,0-6 0 0,2-3-2 16,-2-5-7-16,2-2-15 0,2-3-39 0,-3-6-71 15,4-4-71-15,-3-6-122 0,0-3-172 0,0-7-294 16,-1-2-292-16,1-5-203 0,2-2-109 15,-2-6 320-15,1-5 535 0</inkml:trace>
  <inkml:trace contextRef="#ctx0" brushRef="#br0" timeOffset="83223.05">18979 5616 24 0,'3'-7'500'15,"1"1"420"-15,1 1 203 0,-1 0-46 0,2 2-301 16,2-1-293-16,5 4-188 0,-1-2-51 16,6 2-22-16,3 2 24 0,2-2 3 0,4 4-17 15,3-1-17-15,2 1-44 0,-1-2-29 16,2 2-44-16,1 0-44 0,1 0-24 0,-1 2-12 16,-2 0-7-16,-2 0-6 0,-2 1-1 0,-4 3-6 15,-5 0-2-15,-5 4-54 0,-9 0-72 16,-5 2-163-16,-6 3-281 0,-9 2-300 0,-5 3-367 15,-7 3-278-15,-5 0 40 0,-4 3 689 0</inkml:trace>
  <inkml:trace contextRef="#ctx0" brushRef="#br0" timeOffset="83448.25">18628 6672 613 0,'2'19'1265'0,"-2"-4"172"0,4-2-188 15,4 0-218-15,6-3-452 0,1-2-230 16,5-2-107-16,2-3-50 0,7-1-31 0,1-2-59 16,6 0-37-16,2-1-26 0,2-2-11 0,2-1-9 15,1 1-6-15,-2 1-5 0,3 1-5 16,-2-1-22-16,-3 5-86 0,0-1-141 0,-4 2-266 16,-1 2-294-16,-3 1-372 0,-1 4-418 0,4 2-53 15,-4 0 639-15</inkml:trace>
  <inkml:trace contextRef="#ctx0" brushRef="#br0" timeOffset="84356.71">25148 9012 70 0,'3'0'586'0,"-3"3"462"16,2 1 207-16,0 3-3 0,1 4-309 0,0 3-272 15,-1 4-183-15,-1 3-102 0,-1 2-73 16,-1 7-77-16,-1 2-74 0,-3 3-43 0,0 2-27 16,1 4-19-16,-4 1-15 0,2 2-15 15,-2-3-11-15,0 2-10 0,0-2-7 0,2-2-6 16,-1-1-5-16,2-4-1 0,2-2-3 16,2-4-2-16,-1-2-1 0,-1-5-2 0,3-5-1 15,0 0-12-15,0-7-19 0,-1-1-46 0,-2-3-79 16,-2-5-106-16,-2-5-179 0,1-3-298 0,-2-1-341 15,0-5-323-15,0-2-151 0,2 0 266 16,-3-5 650-16</inkml:trace>
  <inkml:trace contextRef="#ctx0" brushRef="#br0" timeOffset="84638.75">24905 8849 201 0,'0'-8'808'16,"0"2"413"-16,0 1 40 0,1 1-99 0,4-1-389 16,3 2-263-16,5 1-130 0,0-1-79 0,5 3-50 15,2 3-56-15,3-1-61 0,7 4-42 0,0 0-31 16,5 2-16-16,2 3-7 0,3-2-14 16,0 2-10-16,1 1-6 0,2 1-2 15,-4 1-2-15,1 2-1 0,-2-2-2 0,-2-1 0 16,-3 4-1-16,-3-2-1 0,-1 1-3 0,-7 0-1 15,-1 0-7-15,-5 2-31 0,-6-3-73 16,-3 3-70-16,-6-1-130 0,-4 0-206 0,-3-1-317 16,-7 1-322-16,1-1-211 0,-6 0-74 0,-1 2 438 15,-4-1 571-15</inkml:trace>
  <inkml:trace contextRef="#ctx0" brushRef="#br0" timeOffset="84871.82">24725 9799 269 0,'-7'19'831'0,"6"-4"357"15,1-2 37-15,1-3-141 0,7 1-361 0,4-4-210 16,3-2-121-16,3-2-66 0,2-3-57 16,5-2-62-16,2-2-72 0,5-1-53 0,-1-1-29 15,3-3-23-15,-1 2-10 0,0-1-8 16,0 0-6-16,-1 1-4 0,-2 0-6 0,-1 2-24 15,-4 1-76-15,-2 1-90 0,-5 1-170 16,-2-2-286-16,-4 4-330 0,0-2-367 0,-5 2-188 16,1-5 180-16,-5 3 675 0</inkml:trace>
  <inkml:trace contextRef="#ctx0" brushRef="#br0" timeOffset="85339.43">25142 9293 11 0,'-9'0'532'0,"-3"1"493"16,-1 0 240-16,0 3-27 0,-1 0-252 15,-1 1-324-15,4 3-199 0,-1 0-112 0,0 0-73 16,0 3-64-16,4 0-73 0,2 1-55 0,-1 1-31 15,4 1-17-15,1-1-10 0,4 5-8 16,0-4-3-16,2 1-4 0,4-2-1 0,0-1-3 16,6-2-2-16,-1 1-1 0,4-6-2 0,1-2-1 15,2-3-2-15,2-6 1 0,-1-1 0 0,3-3 0 16,-2-2 1-16,-3-2 1 0,-2-1 1 16,-1-2 7-16,-5 0 6 0,-1 1 7 0,-5-2 5 15,-4 1 3-15,-2 1 3 0,-6 0-3 0,-2 0-5 16,-5 3-1-16,-4-2-3 0,-2 2-2 15,-6 3 0-15,1 1 0 0,-4 3 2 0,2 2-2 16,1 2-1-16,0 4-1 0,4 2 0 16,3 3-1-16,2 4-2 0,4 1-3 0,2 3-1 15,5 2-2-15,4 1-2 0,2 0-4 16,4 2-3-16,5 0 1 0,0-1-3 0,4-1 1 16,4 1-2-16,3-4 0 0,2-2-6 0,1-1-22 15,1-2-65-15,-2 1-111 0,0-9-239 0,-1 5-294 16,-2-1-392-16,-2 2-482 0,-2 1-273 15,-6 0 494-15,-4 1 942 0</inkml:trace>
  <inkml:trace contextRef="#ctx0" brushRef="#br0" timeOffset="87558.15">18952 6207 235 0,'-3'-2'767'0,"-2"1"382"0,1 0 72 0,-1 2-183 15,0 0-284-15,2 4-196 0,-2 1-138 16,2 1-85-16,2 2-60 0,-3 1-55 0,3 1-66 16,1 0-62-16,1-1-34 0,3 0-19 15,-1-5-12-15,3 1-10 0,0-3-1 0,2-3-2 16,2-3 1-16,2-3-1 0,-1-3 3 0,3-3-3 16,-1-3-5-16,0-2-3 0,3-2-1 0,-4-1 6 15,1 0 5-15,-4 0 8 0,0 1 12 16,-2 0 9-16,-2 3 8 0,-4 3-3 0,-1 1-4 15,-3 1-6-15,0 4-10 0,-4 2-10 0,-3 4-6 16,-1 2-7-16,-3 4-2 0,-1 2-2 16,-2 4 0-16,-1 2-2 0,1 0-1 0,0 5-1 15,1-4-1-15,2 0-7 0,3-1-21 16,1-3-38-16,-1 1-84 0,5-9-130 0,-1 1-245 16,1-3-312-16,1-5-370 0,-1-2-384 0,3-5-76 15,0-3 561-15</inkml:trace>
  <inkml:trace contextRef="#ctx0" brushRef="#br0" timeOffset="88113.1">17997 5520 220 0,'-9'-3'690'0,"-1"0"392"16,-1 0 117-16,3 1-193 0,-1 2-330 15,2 0-202-15,1 0-117 0,2 2-84 0,0 2-49 16,1 1-21-16,3-1-30 0,0 1-22 0,3 0-24 16,1-1-20-16,0-1-17 0,4-1-18 0,-2 2-9 15,2-3-16-15,0-1-11 0,3-1-7 16,-3-3-1-16,2 0-10 0,0-1-6 16,-1-1-6-16,-1 0-3 0,-2-1-3 0,2 3-5 15,-4 2-1-15,-2 2-17 0,0 2-76 0,-4 7-116 16,-1 6-230-16,-4 6-282 0,-3 4-348 0,0 11-406 15,-6 6-144-15,0 5 430 0,-2 8 753 16</inkml:trace>
  <inkml:trace contextRef="#ctx0" brushRef="#br0" timeOffset="88915.07">17401 9751 189 0,'0'-2'781'0,"-1"0"412"0,-3 0 101 0,1 1-106 16,0 2-359-16,1 1-282 0,-4 1-147 0,3 0-84 15,0 1-66-15,-2 2-67 0,0 2-65 16,2 2-37-16,-2 1-22 0,-1-2-16 0,2 6-11 16,0 0-7-16,-1 0-8 0,2 1-4 0,-2-2-5 15,2 5-1-15,0-1-1 0,-1 0-1 16,0 2-2-16,3 3-1 0,-2-3 0 0,-1 1-1 15,3 1-2-15,-2 0-2 0,1 0-2 0,0-2-7 16,-1 1-27-16,3-2-74 0,-1 1-81 16,-4-5-160-16,2 2-284 0,-2-4-329 0,2-3-366 15,1 0-209-15,-1-2 97 0,2-4 669 16</inkml:trace>
  <inkml:trace contextRef="#ctx0" brushRef="#br0" timeOffset="89226.23">17110 10609 121 0,'2'10'691'16,"-2"4"428"-16,0 2 107 0,1-2-122 15,1 4-392-15,1 0-312 0,2-1-154 0,1 1-77 16,5-2-45-16,-1 1-30 0,3-6-31 0,0 0-26 15,4-5-19-15,0-4-10 0,0-5 1 0,2-4-8 16,-2-6 2-16,1-5 4 0,-1-4 3 16,-1-5 15-16,0 0 20 0,-5-4 41 0,-1 0 39 15,-3 1 17-15,-4 1 11 0,-3 4-12 16,-4 1-20-16,-4 5-32 0,0 2-33 0,-2 0-23 16,-2 6-13-16,-1 3-10 0,-1 5-7 0,1 3-4 15,2 5-1-15,-3 4-9 0,5 3-52 16,-3 3-65-16,2 0-107 0,3 1-180 0,2 1-298 15,2-3-335-15,5 4-280 0,3-4-143 16,1 1 297-16,6 0 624 0</inkml:trace>
  <inkml:trace contextRef="#ctx0" brushRef="#br0" timeOffset="89758.49">18533 9891 78 0,'6'0'661'0,"-4"2"500"0,1 2 201 0,-1 2-31 16,-4 3-356-16,1 1-354 0,-3 2-185 0,0 3-104 16,-1 2-83-16,-3 4-84 0,0 1-58 0,2 2-37 15,-1 2-22-15,1 1-15 0,-1 1-11 16,0 1-10-16,2 2-5 0,2-4-5 0,1 2-4 15,-1-2-2-15,3 0-15 0,0-4-44 16,2 1-83-16,-1-5-151 0,-1-1-269 0,0-2-317 16,4-1-388-16,-3-2-358 0,1 1 2 0,-1-2 698 15</inkml:trace>
  <inkml:trace contextRef="#ctx0" brushRef="#br0" timeOffset="90099.47">18475 10701 146 0,'-7'-2'747'16,"-2"2"429"-16,1-5 82 0,3 3-111 0,-1-2-364 16,1 3-307-16,1 0-151 0,2 1-76 15,2 1-47-15,4 0-48 0,0 3-57 0,0-2-40 16,4 5-21-16,0-1-14 0,3 3-7 15,-3 1-7-15,4 2-4 0,-3 1 0 0,-1 3-1 16,0 0 0-16,-2 4 1 0,2-1 0 0,-5 2 18 16,0 2 14-16,-3 1 11 0,0 1 4 15,0 3-2-15,-2-2 1 0,-1 4-19 0,-3-4-12 16,2 0-9-16,-3-1-6 0,1-3-1 16,-1-4-4-16,1-4-7 0,-2-4-49 0,2-4-68 15,-4-5-92-15,3-4-170 0,0-4-297 0,-1-4-328 16,3-5-285-16,1-1-167 0,0-7 208 15,0-1 627-15</inkml:trace>
  <inkml:trace contextRef="#ctx0" brushRef="#br0" timeOffset="90273.14">18491 10706 60 0,'6'-5'632'0,"-2"3"482"16,1 2 163-16,2 0-51 0,-1 2-274 15,5 3-347-15,0-3-187 0,0 2-102 0,7 2-64 16,0-2-72-16,3 0-80 0,1-2-50 15,7 1-24-15,-1-2-24 0,2-1-72 0,2 0-81 16,1 0-172-16,0 2-279 0,2-1-315 0,2 1-372 16,-3 2-236-16,4 1 90 0,-5 0 691 15</inkml:trace>
  <inkml:trace contextRef="#ctx0" brushRef="#br0" timeOffset="91176.55">25126 10784 60 0,'-1'0'564'0,"-3"3"461"0,1-3 202 0,2 0-75 15,-4 0-359-15,4 2-264 0,-1 0-118 16,2 1-66-16,-1 3-48 0,-1 0-37 0,0 3-40 15,1 1-47-15,-1 4-56 0,-1 3-42 0,0 1-23 16,-1 5-16-16,1 4-11 0,-3 2-7 16,0 5-6-16,-1 1-6 0,-1 2-2 0,-1 2-1 15,3-1-3-15,-2-1-4 0,1-3-3 16,1-2-19-16,0-3-78 0,1-4-83 0,2-2-165 16,-3-5-284-16,1-2-327 0,-2-2-372 0,1-4-190 15,-2-1 126-15,0-3 677 0</inkml:trace>
  <inkml:trace contextRef="#ctx0" brushRef="#br0" timeOffset="91558.69">24420 11946 79 0,'-4'10'506'0,"1"-1"336"0,3-4 221 0,2-5 3 16,3-4-347-16,3-3-239 0,0-4-125 16,4-3-20-16,2-6-14 0,4-3-6 0,-2-2-24 15,2-4-29-15,4 0-31 0,-4-1-46 0,4-2-46 16,-1 4-46-16,-5 1-26 0,-1 4-18 16,0 3-11-16,-6 5-12 0,0 2-7 0,-4 2-8 15,2 8-2-15,-4-2-2 0,-1 7-1 0,-1 3-2 16,-2 3 0-16,1 2-1 0,-4 4 0 15,-1 2-2-15,2 2 2 0,-3 5-3 0,1-1 1 16,-3 2-1-16,2 2-1 0,0 1-2 16,-1-1 0-16,2 0 0 0,-2-1-2 0,4-2-2 15,-1 0-16-15,1-3-50 0,3-3-70 16,0-3-74-16,0-6-129 0,0-2-191 0,3-6-304 16,1-2-269-16,-1-6-198 0,4-2-64 0,1-3 367 15,2-3 524-15</inkml:trace>
  <inkml:trace contextRef="#ctx0" brushRef="#br0" timeOffset="91790.44">24794 11762 215 0,'21'-13'510'0,"-7"3"269"0,3 1 170 16,-4 1-145-16,1 4-171 0,-3 0-136 0,-1 4-96 15,-1 0-68-15,-2 2-51 0,-1 4-46 16,-3 3-33-16,1 2-23 0,-4 0 2 0,0 3-18 16,-4 4-11-16,-1 0-19 0,1 3-19 0,-4 2-19 15,-3 1-27-15,1 0-14 0,1 0-19 16,0 1-16-16,0-3-12 0,3-1-4 0,1-2-4 15,4-3-2-15,1-4-4 0,3-1-2 0,2-5-2 16,3-1-9-16,0-5-38 0,2-4-54 16,3-1-45-16,1-1-61 0,1-2-85 0,0-4-117 15,3 0-105-15,1-2-112 0,0 2-220 16,1-1-183-16,2 2-37 0,-2 2 205 0,3 0 339 16</inkml:trace>
  <inkml:trace contextRef="#ctx0" brushRef="#br0" timeOffset="91974.6">25199 11970 106 0,'8'17'489'0,"0"2"368"0,-5 0 231 15,0 1-106-15,0-1-253 0,-1 0-215 0,1-4-165 16,0 2-117-16,2-5-82 0,3-2-55 16,-2-6-33-16,6-4-21 0,-2-2-13 0,5-6-2 15,-1-5 0-15,2-3 9 0,-1-3 23 0,0-6 37 16,0 1 22-16,-2-1 14 0,-3 0 12 16,-3 0-5-16,0 0-27 0,-4 0-28 0,-1 3-24 15,-4 3-19-15,-1 1-20 0,-4 2-14 0,0 8-34 16,-1 2-60-16,-2 6-82 0,-2 2-173 15,1 7-290-15,-2-1-304 0,0 4-300 0,4 3-180 16,1 2 174-16,-1 1 628 0</inkml:trace>
  <inkml:trace contextRef="#ctx0" brushRef="#br0" timeOffset="99949.02">5821 4995 146 0,'-3'2'547'0,"-2"-2"283"15,0 2 116-15,-4 0-67 0,3 1-387 16,-1 3-175-16,-1 1-63 0,1 4-14 0,0 2-3 16,1 5-2-16,-1 3-36 0,1 8-39 15,-1 4-19-15,2 7-8 0,0 7-15 0,3 8-10 16,-1 3 47-16,-2 9 17 0,2 5-15 0,-1 3-29 16,0 5-14-16,1 3-10 0,-2 1-46 15,2 2-22-15,0-3 2 0,1-2 4 0,1-2 1 16,-1-4-1-16,2-2-5 0,0-4-4 0,2-4-16 15,-1-2-9-15,1-5-6 0,3-2-4 0,-2-3 4 16,2-5 0-16,0 1 0 0,1-6 1 16,0-1 1-16,-1-1 3 0,1-5-3 0,2-3-1 15,0 1 0-15,-2-2-1 0,2-4 2 16,0 1 0-16,0-4-2 0,-2 2-1 0,2-3 0 16,-1 0 0-16,0 1 1 0,1-5-1 0,-1 0-1 15,1-2 1-15,-1 0-1 0,3-4-2 16,0-2-1-16,2 1-1 0,-1-3 3 0,2-1 1 15,1 1 1-15,2-5-1 0,1 1 0 0,-1 0 2 16,3-2-1-16,0 0-4 0,-1-1 3 16,0-2-1-16,0 2 1 0,-1-2-1 0,0 3-2 15,-1-2 3-15,3 2 1 0,-3 2-1 0,0-2 0 16,0 1 0-16,1 1 2 0,-1 1-2 16,1-1 1-16,-2 2-1 0,2-1-2 0,-1 1 1 15,1-1-1-15,2-1 2 0,-3 2 0 0,3-3 3 16,0 2 0-16,0-1 0 0,3-4-2 15,-1 3-1-15,2-1 1 0,1-3-1 0,1 0 1 16,2 1 0-16,-1-2 2 0,2 1 1 16,2 1-2-16,2-1 2 0,1 1-2 0,0-1 1 15,2 2-1-15,-2 2-1 0,2-1-1 16,-2 1 0-16,2-1 0 0,0 2 0 0,-2-1 6 16,3 2 7-16,0-1 6 0,2 2 3 0,-1-3 1 15,1 1 1-15,0-1-6 0,4 1-5 0,0-1-3 16,3 0-3-16,0-1-1 0,2 1-3 15,4 0 1-15,-1-2-2 0,2 2-2 0,-1-2 0 16,3 0 0-16,-1-1 0 0,0 0-1 0,-1 1-2 16,3-1 2-16,0 0 0 0,2 2 0 15,-1-2 1-15,4 1 2 0,0-1 3 0,2 2-2 16,4-2 0-16,0 0-2 0,1 1 0 0,-1 1 0 16,2 0-3-16,-1 0 2 0,2 0 0 15,1 1 1-15,-1 0 1 0,1 2-2 0,3-1 1 16,-1 0-1-16,3 0 0 0,1 0 1 15,-2-1-2-15,0 2 0 0,1-1 0 0,-1-2 3 16,-1 1 0-16,0 0-1 0,2-3 2 0,-2 1-1 16,4 0 0-16,-2-2 0 0,-1 1-3 0,0-2 0 15,-2 1 0-15,-3-1 1 0,0 2-1 16,-2 0 1-16,-4-1 2 0,1 1-1 0,-4-1 2 16,-2 2-1-16,0-1 2 0,-1-1-4 15,-4 1-1-15,0-1 0 0,-1-1 0 0,-4 0-1 16,-2 0 1-16,-5 0 3 0,0 0 0 0,-5 0 1 15,-1 0-2-15,-5 2 0 0,-3-1-1 16,-4-1 0-16,-3 3-1 0,-4-1 1 0,-2 0 0 16,-3 3 0-16,-3-1 1 0,-4 2-3 15,-4 1-10-15,-3-1-69 0,-6 2-92 0,-2 1-205 16,-5 1-278-16,-3 0-331 0,-5-2-412 0,-6 0-239 16,-4 1 229-16,-6-2 802 0</inkml:trace>
  <inkml:trace contextRef="#ctx0" brushRef="#br0" timeOffset="116185.6">2793 11109 29 0,'2'-3'288'0,"1"1"202"0,-3 1 207 0,2-1-3 16,-2 1-76-16,0-1-44 0,1 2-56 0,-1 0-58 16,0-1-59-16,0 1-71 0,0 0-69 0,2 1-79 15,-2-1-56-15,0 0-29 0,1 2-19 16,-1-1-2-16,0 1 6 0,0 1 9 0,0 0 16 0,0 0 13 16,0 1 6-16,0 1-9 0,0 0-18 15,0 3-17-15,0 0-22 0,0 1-6 0,2 4-8 16,-2 1-6-16,0 2 0 0,0 2 0 0,0 2-3 15,0 1-15-15,-2 2-1 0,1 2-2 0,1 2 3 16,-2 0-1-16,-1 1 2 0,1 3-1 16,-1-3-10-16,0 3-6 0,-1 2-5 0,0-2-5 15,1 1-3-15,0 0 1 0,1 1 4 0,1-2 2 16,-1 2 4-16,-1-3 2 0,1 1 3 0,2 1 0 16,-1-2-1-16,1 0 1 0,0 0-2 0,0 1 3 15,1 0 3-15,-1-2 0 0,2 3 0 16,0 0-1-16,-1-2 1 0,1 2-5 0,1 2-4 15,-1-2-1-15,-1 1 3 0,1 1-5 0,1 0-6 16,-1 1-1-16,0-1-1 0,0 2 0 0,0 0-1 16,-1-1 10-16,-1 1 8 0,0-2 1 0,2 1 1 15,-2 0 2-15,0 0 4 0,-2 0 0 16,2-1-1-16,0 1-2 0,-1-1-3 0,1 1 0 16,0-2-6-16,0 0-3 0,0-2-1 0,0 1 1 15,0-1 2-15,0 1 1 0,0-1-8 0,0 1-1 16,0-1-3-16,0 2-1 0,0 0-2 0,-2-2-1 15,2 3 5-15,0 0 2 0,-2-1 1 16,2 2 1-16,0-2 6 0,0 3 4 0,0-2 1 16,0-1 1-16,0 0 0 0,0-1 0 0,0-1-7 15,2-2-3-15,-2 0-1 0,2 0 0 0,-1-2 0 16,-1 0 1-16,2 0 1 0,-2 0 2 0,0-1 0 16,0 2-1-16,0-1-6 0,0-2-2 15,0 4-3-15,0 0-2 0,-2-2 0 0,1 3-1 16,-1-2 6-16,2 2 3 0,-2 0 1 0,0 2-1 15,0-2 1-15,-1 0 6 0,1 0 5 0,2-2 1 16,-1-2 1-16,-1 1-1 0,2-2 0 16,-2 0-6-16,2 0-5 0,-1-1-2 0,1-2-1 15,-2 1 1-15,2 0 2 0,0 0 0 0,-1-1 3 16,-1 3 0-16,2-1 2 0,-2 0-7 0,1 0-4 16,-1 1-2-16,0-1-1 0,1 0-2 15,-1 2-1-15,2-1 7 0,-1 1 2 0,-2-1 1 16,1 3 1-16,1 2 0 0,1-3-1 0,-2 5 1 15,-1 0 0-15,1 1 1 0,1 0 5 0,-1 1 4 16,-1-1 0-16,3 3 1 0,-2-1 1 0,2-4 0 16,-3 2-4-16,3-1-2 0,0-4-1 15,-2 1-6-15,2-4-4 0,0 0-1 0,0 0-4 16,2-1-1-16,-2-3 1 0,0-1 4 0,3 2 4 16,-3-3 1-16,2 2 2 0,-2 0 1 0,0 0 1 15,2 2 0-15,-1 0 0 0,-1-1 0 16,0 2-2-16,2 1 1 0,-2 1 1 0,0 1-2 15,0-1 5-15,0 2 4 0,-2 0 1 0,2-1 8 16,0 0 1-16,-1 0 3 0,-1-1-4 0,2-3-3 16,0 1-4-16,0 1-4 0,-2 0-1 0,1-1-8 15,-1 0-3-15,0 0-1 0,1 2 0 0,1 2-2 16,-2-1 2-16,1 1 6 0,1 3 4 0,-3-1 2 16,3 1 2-16,0 4 0 0,0-1-1 0,-2 2-2 15,2 3-2-15,0 0-1 0,0 3 0 0,-1 0-2 16,1 2 6-16,0 1-2 0,0 0-1 0,0 0 0 15,-2 1 0-15,2 2 0 0,0-1-5 0,-1-2 2 16,-1-2 0-16,2-2 0 0,0-4 0 16,-2-5 0-16,2-5-2 0,0-5-1 0,-1-4 0 15,-1-4-2-15,2-4-2 0,0-3-2 0,-1-3-8 16,-3-4-17-16,1-6-53 0,-2-4-81 0,-2-4-142 16,-3-5-264-16,0-6-311 0,-2-5-367 0,-1-7-303 15,-4-6 2-15,-2-8 622 0</inkml:trace>
  <inkml:trace contextRef="#ctx0" brushRef="#br0" timeOffset="117365.14">2507 11265 102 0,'2'1'381'0,"-2"1"256"0,0-1 212 15,0-1-63-15,0 0-94 0,0 0-111 0,0 0-101 16,0 0-90-16,0 0-82 0,0 0-71 0,0 0-71 16,0 0-43-16,3 2-23 0,-3-2-5 15,1 0 3-15,-1-2 16 0,2 2 10 0,-2 0 9 16,3-1 5-16,-3-1-6 0,3 0-10 0,-1-3-16 16,1-1-15-16,0-2-18 0,2-3-13 0,0 1-9 15,2-5-6-15,0 0-8 0,1-3-6 16,0-2-2-16,3-2-4 0,-3 0-4 0,3-3-2 15,0 0-1-15,0-2-2 0,0 1-2 0,3 1-2 16,-4-2-3-16,4 3-2 0,-3-2-2 0,-1 4 1 16,0 3-1-16,0 2 0 0,-2 0 1 15,-3 4 0-15,1 3 0 0,-3 2 4 0,2 1 0 16,-3 2 3-16,-1 3 1 0,1-2 1 0,-1 3 2 16,1 0-1-16,0-2 1 0,-1 3-1 0,1 0 2 15,-1 3-1-15,1-2-1 0,2 1 1 16,-1 1 1-16,2 1 0 0,-1 0 4 0,0 2 2 15,3 2 2-15,0 2 7 0,0 1 4 0,1 2 1 16,1 3-3-16,2 3-2 0,-1 2-2 0,1 4-5 16,3 0-3-16,-3 4-3 0,3 2-3 0,-3 1-3 15,2 3-2-15,1-2-4 0,-1 0-4 16,1 0-2-16,-1-3-1 0,-1-2-2 0,1-2-1 16,-3-4 0-16,2 0-1 0,-2-2 0 0,-2-2-2 15,-2-3-7-15,0 0-17 0,-4-3-32 0,-2-2-84 16,-3-2-151-16,-5 0-262 0,-2-3-328 0,-1-3-412 15,-3-2-465-15,-2 0-22 0,-4-2 778 0</inkml:trace>
  <inkml:trace contextRef="#ctx0" brushRef="#br0" timeOffset="118668.93">575 9862 182 0,'0'0'544'0,"-2"-6"338"15,2 6 216-15,2-5-158 0,-2 1-237 16,0 4-177-16,0 0-109 0,-2-3-66 0,2 3-49 15,0 0-42-15,0 0-30 0,0 0-32 0,0 0-32 16,0 0-39-16,0 0-39 0,5-3-31 16,-5 3-18-16,0 0-15 0,0 0-11 15,5 0-5-15,-5 0-4 0,6 0 0 0,2 3-1 16,3 0 1-16,0 3 6 0,3 3 12 16,-1 3 4-16,2-2 7 0,0 5 6 0,-2-1-3 15,1 3-5-15,-3 2-8 0,0 0-6 16,0 1-6-16,-4 3-7 0,-1-1 2 0,-1 1 0 15,-1 2 0-15,-1-1 1 0,-1 2 1 16,-2-1 3-16,0-2 2 0,0-1 1 0,-2-1 0 16,1-3 0-16,-2-1 4 0,-2-2 6 0,1-2 6 15,-3-2 4-15,-1-1 3 0,0-1 2 16,-3 0-5-16,0-7-4 0,-3 4-7 16,1-4-4-16,-4 1-6 0,4-6 3 0,-4 1-1 15,1-4-2-15,-1 1-2 0,2-3-2 16,-2 0-1-16,4-1-4 0,-2-2-3 0,2 0-1 15,0-5-2-15,2 1 0 0,0-2 0 0,1 0 0 16,1-1-1-16,1-4-1 0,2 2 1 16,-1-3 0-16,0 1-1 0,4-1 1 15,-2-1 0-15,3 0 0 0,-1 0 1 0,0 2 0 16,1-3 2-16,0 5 0 0,1-1 1 16,1 0 1-16,0 1-1 0,0-1 0 15,0 3 0-15,1 2 0 0,1-2-1 16,3 3 0-16,-2-1 1 0,2 2-1 0,0 1 0 15,2-3 1-15,0 4-1 0,1 0 2 0,1-1-2 16,2 2-3-16,-1 2-3 0,3-1-1 16,-1 2 0-16,1 1-1 0,2 0 0 0,0 1 5 15,4 2 3-15,-3 1 0 0,4 2 3 16,-1-1 0-16,2 2 0 0,-1 0 0 16,4 2 1-16,-3-1-1 0,2 0 0 0,-1 1 0 15,0 1-1-15,-1-2-1 0,0 1 0 0,-1 0-1 16,-1-2 0-16,-2 0 0 0,0 0 0 15,-2 0 1-15,-2 0 0 0,-1 0-1 16,-4-2 1-16,0 2-1 0,-1-2-1 0,-7 2 0 16,0 0-1-16,0 0-1 0,0 0-2 0,0 0-8 15,0 0-24-15,0 0-56 0,0 0-92 16,0 0-201-16,0 0-283 0,0 0-345 0,-2 4-403 16,-1-4-313-16,-2 2 204 0,2 0 864 15</inkml:trace>
  <inkml:trace contextRef="#ctx0" brushRef="#br0" timeOffset="119168.49">1521 9528 16 0,'0'-3'534'15,"0"2"503"-15,-2-1 246 0,1 0-49 16,-1 2-281-16,2 0-284 0,2 2-215 0,-1 0-119 15,-1 0-77-15,2 3-62 0,-2-1-81 0,1 4-59 0,2 0-33 16,-1 2-18-16,-1-2-8 0,1 3-4 0,1 0 2 16,2-2 4-16,0-2 1 0,0 1 0 0,-1-1 0 15,4-3 1-15,-3 0 0 0,1-2 3 0,-1 0 0 16,0-4 8-16,2 1 6 0,-4-2 7 16,1-3 8-16,-3 0 8 0,-1-2 8 0,0 0 5 0,-3-1 4 15,0 0 2-15,-3-2 0 0,0 2-1 16,-1 2-3-16,-1-1-6 0,-3 2-10 0,3 0-7 15,-3 2-4-15,3-1-5 0,-3 4-7 0,3 1-5 16,-1 0-3-16,0 3-3 0,0 0-7 0,3 3-3 16,1 1-3-16,-1 2-9 0,5 3-16 0,2-1-27 15,2 4-68-15,0 0-73 0,-3 0-135 0,-1 1-203 16,1 1-303-16,1 3-340 0,2-1-237 0,2 1-108 16,-2 2 430-16,2 1 614 0</inkml:trace>
  <inkml:trace contextRef="#ctx0" brushRef="#br0" timeOffset="119484.2">1895 10149 428 0,'3'8'1062'16,"-3"2"322"-16,2-3-68 0,-1 1-244 0,1-1-413 15,1-1-239-15,-3 0-140 0,2-1-77 0,1-1-58 16,0-1-52-16,-1 0-43 0,3 0-25 0,2-1-13 15,0-1-5-15,1-1-2 0,0-1-3 16,1-1-1-16,-1-4-1 0,0 0 5 0,0-1 6 0,-2-2 13 16,-1-2 13-16,-2 0 17 0,-3 1 16 0,-2-2 11 15,1 0 5-15,-6 3-4 0,0-1-9 0,-1 1-11 16,-2 1-14-16,-2 1-13 0,-1 2-12 0,-1 2-9 16,-1 0-6-16,1 3-4 0,0 0-4 0,1 3-2 15,1 0-4-15,1 0-1 0,1 1-5 16,1 3-17-16,4-1-26 0,2 1-73 0,0 1-79 15,-1-2-165-15,1 1-274 0,0-1-322 0,-1 2-373 16,2 0-221-16,-3 0 53 0,2 1 683 0</inkml:trace>
  <inkml:trace contextRef="#ctx0" brushRef="#br0" timeOffset="119884.94">1372 10549 156 0,'6'0'596'0,"2"0"368"0,-1-6 163 0,-1 1-142 16,-2-1-281-16,-4-2-214 0,2-3-117 0,4-2-49 15,1-4-22-15,6-3-34 0,1-2-32 0,-3-3-32 16,4-5-40-16,0 0-43 0,2-5-40 0,-1-2-25 16,3-4-19-16,-3-1-12 0,4-4-11 0,-1-2-3 15,0 0-3-15,0-4 1 0,0 0-8 0,-1-2-5 16,-1 0 2-16,-3 1-4 0,2 3-2 0,-3 0-2 16,-2 2 6-16,0 3 3 0,-3 5 1 0,-2 1 5 15,2 4 10-15,-5 4 6 0,2 1 2 0,-2 4 2 16,-1 4-1-16,-1 4-3 0,1 2-11 0,-2 3-4 15,0 3-3-15,0 2-6 0,0 3-8 0,-2 3-26 16,1 0-64-16,-1 5-67 0,-3 0-143 16,0 3-233-16,-1 2-309 0,3 0-324 0,0 2-241 15,1-1-48-15,1 4 523 0</inkml:trace>
  <inkml:trace contextRef="#ctx0" brushRef="#br0" timeOffset="121151.14">2203 9201 60 0,'0'0'387'16,"-2"0"309"-16,0 0 261 0,2 0-37 15,2 3-182-15,0-3-174 0,-2 0-146 0,0 0-115 16,2 0-87-16,-2 0-70 0,3 0-54 0,-1 0-39 16,1-3-16-16,2 3 0 0,0-2 0 0,1 2 2 15,3-5 1-15,-1 3 4 0,2-3 40 16,4 0 23-16,-3 1 11 0,3 0 2 0,-1-1-7 15,0-1-5-15,-1 1-40 0,1 1-33 0,-1 0-18 16,-2-1-9-16,0 3-2 0,0-2 2 0,-2 2-2 16,-1 0-2-16,1 0-2 0,-2 2 1 15,0 0 2-15,2 2-2 0,-3 1 2 0,3 0 2 16,0 1 2-16,0 2 1 0,-2 1 1 0,2 1 1 16,1 2-2-16,-1 1 1 0,0 1 4 0,-1 2 2 15,2 1-6-15,-1 1-1 0,3 2 3 0,0 3 0 16,0 2-1-16,-1 2 22 0,4 1 13 15,-1 4 3-15,1 0-1 0,0 2 2 0,0 0 5 16,0 5-19-16,2-2-10 0,-5 5-6 0,2-3-2 16,-1 2-3-16,-2-2-13 0,1 1-3 0,0-4-2 15,-3 0 3-15,-1 0 2 0,-1-4 0 0,-2 1 4 16,-2-1 1-16,-1-1 7 0,-2-1 9 0,-1-3 6 16,-2 1 4-16,-1-2 5 0,-1-3 3 15,-1-2-9-15,1 0-11 0,-3-3-6 0,1-1-7 16,0 0-5-16,0-6-6 0,-3 1 2 0,3-2 0 15,0-2-2-15,0 0 0 0,-1-3-2 0,1 0 6 16,0-1 0-16,-2-1-3 0,1-2-19 16,1-1-67-16,-1 1-68 0,-1-4-160 0,-1 1-284 15,-3-1-318-15,1 1-364 0,-1-1-246 0,1 3 14 16,-4-4 669-16</inkml:trace>
  <inkml:trace contextRef="#ctx0" brushRef="#br0" timeOffset="122042.57">1211 9453 53 0,'0'0'453'0,"0"0"388"0,0 0 265 0,0 0-59 15,0 0-258-15,0 0-225 0,0 0-169 16,-5-2-88-16,-3 1-47 0,3 0-16 16,0-1-10-16,-2 0-18 0,2 0-26 0,-1 0-38 15,-1-1-38-15,1 0-36 0,-2 0-29 0,3 1-13 16,-3-2-9-16,2 2 1 0,-2 2 0 16,2-3-2-16,-2 1-2 0,3 2-4 0,-3 0-4 15,2 0-4-15,0 2-2 0,-1 1-2 16,-1-3-3-16,1 5-3 0,0-1-1 15,1 2-2-15,-1 0 0 0,3 5-1 0,-4-1-1 16,3 2 1-16,0 2-1 0,2 1 2 0,-2 2-1 16,2 2 1-16,1 0-1 0,1 4 0 15,1 0 0-15,0 5 2 0,0 0-1 0,0 2 1 16,3 2 7-16,-3 0 4 0,2 2-5 16,-1-1-3-16,1-1 0 0,1 2 0 0,-1 0-8 15,1 0-4-15,0 1 5 0,-1 0 1 16,1-2 3-16,1 1-1 0,-2-1 2 0,1 0 2 15,0-1 0-15,1-1-2 0,0 1-2 16,1-1 0-16,2 0 1 0,0 3-2 0,0-3 2 16,-1 1 0-16,2 1 8 0,1-3 4 15,-1-2-1-15,-1-1 1 0,1-2-2 0,1 0 0 16,-3-3-7-16,2-2 0 0,0-1-1 16,1-1-2-16,0 0 2 0,-1 0 0 0,-2-3-2 15,3 2 0-15,-1-4-2 0,0 2 2 16,1-3-2-16,1-1-1 0,-2 0-1 0,2-4-2 15,2-1 2-15,1-3-1 0,1-2 1 0,2-2 1 16,1-4-1-16,-1 0-7 0,1-7-49 0,1 1-71 16,-1-3-121-16,-4-1-196 0,4-1-298 0,-2-1-348 15,2 2-304-15,3-4-133 0,0 2 393 0,0 1 635 16</inkml:trace>
  <inkml:trace contextRef="#ctx0" brushRef="#br0" timeOffset="122994.55">3538 9724 372 0,'0'2'757'16,"2"2"271"-16,-1-1 61 0,-1 1-284 0,2-4-248 15,-1 2-178-15,-1 0-108 0,2-2-63 0,-2 0-44 16,2 0-21-16,-1-4 21 0,2 2 39 0,-1-4 12 15,4-4-4-15,-3-3-14 0,2-3-32 16,0-4-49-16,1-4-44 0,-1-1-23 0,3-2-14 16,-2-2-7-16,2 2-3 0,0 1-4 0,0-2-7 15,-2 4-6-15,0 3-4 0,-1 3 2 0,0 3-2 16,1 3 3-16,-4 1 2 0,-1 4 2 16,1 1 1-16,-2 4-1 0,3 0 3 0,-3 2-4 15,2 4-3-15,-1 4-2 0,1 2-2 0,-1 5-1 16,1 3 0-16,1 4-1 0,2 1 1 0,0 3 0 15,1 0-1-15,-1 2-1 0,0-3 0 16,1 3-1-16,-1-5-2 0,2-2-2 0,0-2 1 16,-1 0 0-16,1-6 0 0,-1-1-1 0,0-3 2 15,2-3 1-15,-2-3 3 0,1-3 1 0,2-7 0 16,-1-3 1-16,0-3 1 0,2-5-1 0,-1-3 0 16,2-2-1-16,-3-2 0 0,3 1 1 15,-2-2-2-15,0 4 1 0,-3 1-1 0,1 3 0 16,-2 2 0-16,0 4-1 0,-2 2 1 15,-1 2 0-15,1 3-1 0,-3 1 0 0,2 2 0 16,-2 2 0-16,3 2 0 0,-3 4 1 16,0 3 2-16,3 1-2 0,-3 5 1 0,1 3 1 15,-1 2-2-15,0 2-1 0,2-1 0 0,-1 2-1 16,1-1-1-16,1-1 0 0,-1 0-1 16,3-4-2-16,-2-2-1 0,3-2-1 0,2-1-5 15,0-1-34-15,2-4-71 0,0-5-96 16,0-2-164-16,1-2-292 0,3-5-334 0,-1-4-335 15,3-2-181-15,0-2 206 0,1-5 645 0</inkml:trace>
  <inkml:trace contextRef="#ctx0" brushRef="#br0" timeOffset="123286.1">4237 9383 459 0,'-8'2'1003'0,"0"1"290"0,-3 3-14 15,0 1-233-15,0 4-346 0,-2 3-228 0,2 1-126 16,-2 2-79-16,3 0-70 0,0 2-74 15,2-1-55-15,1 2-30 0,3-2-20 0,-2-3-10 16,6 0-5-16,0-2-2 0,6-5-3 16,0-3 1-16,2-5-1 0,3-3 3 0,3-5 0 15,-1-5-2-15,3-6 2 0,2 0 0 0,-1-5-2 16,-1-2-2-16,-1 1-1 0,0 0 3 16,-1 0-2-16,-3 5 2 0,-3 2 2 0,1 3 2 15,-4 3 0-15,0 2 1 0,-2 6 2 16,-3 2-2-16,0 6 1 0,0 3 0 0,-3 7-3 15,0 4 1-15,-2 4-1 0,0 4 0 0,2 2-1 16,-2 2-3-16,2-1-2 0,3 1-4 16,0-2-26-16,2-3-64 0,1-2-65 0,1-3-120 15,1 0-195-15,-2-6-312 0,2-3-314 0,0-2-239 16,0-5-112-16,2-3 387 0,-2-2 593 16</inkml:trace>
  <inkml:trace contextRef="#ctx0" brushRef="#br0" timeOffset="124116.91">4460 9400 116 0,'6'-1'475'0,"-3"1"293"15,2 1 218-15,0 5-41 0,1 1-247 16,2 4-191-16,-2 0-115 0,1 3-76 0,2 0-79 16,-1 4-63-16,0 5-50 0,2-1-33 0,0 5-21 15,-3 2-18-15,1 2-9 0,1 5-16 16,-4-2-11-16,1 7-10 0,-3-5-6 0,2 3 0 15,-3-5 4-15,1-2-5 0,-1-4 2 0,-1-5 5 16,2-3 36-16,-3-5 37 0,0-4 17 16,-3-3 10-16,2-6-2 0,-2-5-2 0,-1-4-37 15,1-6-32-15,0-5-19 0,1-4-5 0,-3-5-6 16,4-4-3-16,-2-2 2 0,1-4 0 16,-1-3 1-16,3-1-2 0,3-1-1 0,-3 2-1 15,3-2-1-15,0 6-2 0,2 0-3 16,0 4 2-16,2 4 1 0,-3 3 0 0,4 3 4 15,-3 6 0-15,-1 1 1 0,1 3-1 0,0 2 0 16,-2 4 0-16,3 2 1 0,-4 1 4 16,4 2-1-16,-2 3-1 0,0 3 4 0,0 1 1 15,-1 2-2-15,3 3-3 0,-3 1 1 0,0-1 0 16,-1 4-4-16,1-2 0 0,-1 3-3 16,1-2 3-16,0-1-5 0,0-3-2 0,0-1 1 15,1-2 2-15,2-1-2 0,0-2-3 16,-1-4-1-16,3-4-18 0,-1-2-39 0,3-2-36 15,-2-4-30-15,3-1-36 0,2-4-37 0,-2 0-9 16,3-1 23-16,0 0 28 0,0-1 29 16,1 2 34-16,0 0 40 0,-2 3 32 0,0 1 17 15,1 2 12-15,-1 3 23 0,-1 2 27 0,-2 1 24 16,1 4 18-16,-2 1 13 0,1 1 12 16,-4 4 0-16,1 1 7 0,-1 2 8 0,-3-1 23 15,0 2 26-15,-1 0 18 0,-2-1-1 0,-2-1-18 16,-1 1-23-16,0-2-26 0,-3 1-29 15,-1-5-27-15,-1 2-18 0,0-2-14 0,-4-1-10 16,2-1-9-16,-1-1-11 0,-3-1-5 16,4-2-4-16,-2 2-2 0,2 2-2 0,1-5 2 15,2 4 1-15,-2 0 0 0,4-1-1 0,2 2-1 16,0 0 0-16,3 2-2 0,0 2 0 16,3 1-2-16,0 1 2 0,2 3 1 0,4 1 1 15,-1 2-1-15,2 3 0 0,2 1 0 16,1 3 0-16,0 0 0 0,4 2 0 0,-2 2 0 15,2 2 1-15,0-1-1 0,-1 0 1 0,1 2-1 16,-1-1 0-16,0-1-2 0,-3 1 2 16,-2-3 1-16,0 1-1 0,-5-1 2 0,-1-1 0 15,-2-1 2-15,-1-1 0 0,-4 0 0 0,-1-1 2 16,0-1-2-16,-2-1 2 0,0 0-1 0,-4-2 1 16,4 1-1-16,-1-3-2 0,-1 0 0 15,2-1-1-15,1-4-4 0,-1-1-2 0,2-2-1 16,2-4-7-16,-1-4-19 0,2-3-59 15,0-6-68-15,2-3-104 0,-1-3-173 0,1-7-306 16,-1-2-329-16,5-3-258 0,-3-6-152 16,4-1 266-16,1-6 612 0</inkml:trace>
  <inkml:trace contextRef="#ctx0" brushRef="#br0" timeOffset="124286.08">5198 9337 215 0,'8'-9'724'15,"0"5"412"-15,-3-1 113 0,1 5-169 16,-3 2-236-16,2 2-232 0,0 2-167 0,0 3-110 15,-2 0-72-15,0 4-79 0,1 1-73 0,-2 1-47 16,1 3-26-16,-1 2-15 0,1-2-11 0,0 1-8 16,0-3-31-16,1 1-79 0,-1-2-101 15,-2-3-187-15,1-5-288 0,-2 0-338 0,-2-4-360 16,1-5-172-16,-2-6 266 0,-1 0 691 16</inkml:trace>
  <inkml:trace contextRef="#ctx0" brushRef="#br0" timeOffset="124450.7">5217 8991 121 0,'-4'-29'851'0,"-1"5"680"16,-2 4 59-16,1 3-293 0,1 8-442 0,-1 1-352 15,1 2-204-15,0 3-129 0,2 2-75 0,0 2-40 16,3 2-27-16,0 3-15 0,0 1-10 16,3 1-7-16,2 3-23 0,-2 1-70 0,2 1-74 15,1 3-149-15,-1 2-257 0,-2 2-322 16,2 1-355-16,1 3-224 0,-1 2 14 0,3 2 599 15</inkml:trace>
  <inkml:trace contextRef="#ctx0" brushRef="#br0" timeOffset="124700.97">5418 9538 114 0,'14'17'430'0,"0"-3"250"0,1-1 200 16,-1-8-41-16,-1-1-171 0,-1-6-133 0,1-5-105 0,-2-6-54 15,1-1-24-15,-2-6-3 0,0-3-6 16,-1-1-20-16,-3 1-24 0,1-1-23 0,-6 0-43 15,1 1-62-15,-4 4-50 0,-1-1-30 16,-2 2-17-16,-3 2-13 0,-1 3-9 0,-1 4-8 16,-1 4-7-16,-1 4-6 0,-1 7-7 15,-1 3-10-15,3 7-5 0,-2 4-4 0,2 5-2 16,3 3-3-16,3 1-3 0,2 2-2 0,1-1-3 16,4-1-18-16,3-2-34 0,1-2-83 15,1-2-122-15,2-2-212 0,2-3-307 0,0-4-362 16,5-1-394-16,0-2-120 0,4-4 450 0,2-1 720 15</inkml:trace>
  <inkml:trace contextRef="#ctx0" brushRef="#br0" timeOffset="125434.47">5639 9600 8 0,'0'-1'489'0,"2"-1"468"15,1 0 241-15,-1 2-48 0,-2-2-343 0,3 0-290 16,1-2-168-16,-1-1-62 0,2-1-5 16,2-3-17-16,1-2-17 0,1-1-25 0,1-1-47 15,-1-2-50-15,4 0-47 0,-2-2-27 0,0 2-14 16,3-1-9-16,-3 1-7 0,2 1-2 16,-4-1-2-16,1 5-1 0,-2 1-4 0,1 1-2 15,-4 4 3-15,1 4 8 0,1 1 10 16,0 3 10-16,-2 7 8 0,0 1 3 0,0 6-2 0,0 1-7 15,-1 1-10-15,2 3-9 0,-1-2-9 16,0 0-7-16,1 0-3 0,1-3-4 0,-1-2 0 16,3-2-3-16,-2-3 1 0,2-3-2 15,2-3-1-15,-1-5 2 0,1-5-2 0,3-4 1 16,-3-3 1-16,3-3-1 0,-1-2 0 16,0 0 0-16,1-1-2 0,-1 0 2 0,-1 0-1 15,1 2 0-15,1 0 0 0,-3 3 1 0,2-1 1 16,-1 5 0-16,0-3-1 0,0 3 1 15,-1 3-1-15,1 0 1 0,0 3 1 0,-1 0 0 16,2 3 1-16,-1 3 1 0,-2 2 0 16,2-1 1-16,0 4 0 0,-1 0-2 0,1 3 0 15,-2-3-1-15,-1 4 0 0,2 0-1 0,-1 0-1 16,0 0-6-16,0 0-20 0,-2-3-66 0,-1 2-82 16,-1-4-171-16,-3-1-280 0,3-2-334 0,-4-2-401 15,1-2-267-15,-3-5 80 0,-2-1 756 16</inkml:trace>
  <inkml:trace contextRef="#ctx0" brushRef="#br0" timeOffset="125634.26">6338 9006 654 0,'-5'-21'1570'16,"-4"3"142"-16,-1 4-319 0,2 5-345 0,-1 3-471 16,1 1-286-16,2 4-128 0,1 0-63 15,0 2-38-15,5 2-28 0,-1 3-17 0,2 2-10 16,2 0-6-16,2 6-3 0,2 0-2 0,2 2-9 15,0 4-24-15,1 0-68 0,1 1-76 0,-2 0-132 16,1 5-225-16,1 0-317 0,0 1-348 16,2 3-242-16,1-2-55 0,-1 2 482 0,4-1 615 15</inkml:trace>
  <inkml:trace contextRef="#ctx0" brushRef="#br0" timeOffset="125883.35">6714 9492 91 0,'24'2'471'16,"-5"-3"368"-16,-1-4 275 0,-4-2-70 0,0-3-248 15,-3-4-108-15,0-2-89 0,-1-1-92 16,-4-2-87-16,-1-1-60 0,-2 1-52 0,-3 2-78 16,-3-2-61-16,0 2-41 0,-4 3-28 0,-1-3-23 15,-4 4-16-15,-1 3-14 0,-3 2-11 16,0 4-8-16,-2 6-6 0,-2 4-6 0,0 6-6 16,1 6-3-16,3 3-3 0,2 5-1 15,1 6-1-15,5 3-1 0,3 4 0 0,3 4-2 16,4 2 0-16,3 0-2 0,2 3 0 0,4-3-3 15,6 0 0-15,1-1-9 0,5-4-14 0,2-2-26 16,2-2-65-16,2-2-98 0,1 1-206 16,0-1-289-16,0 1-359 0,1 1-433 15,-2 1-260-15,1 5 261 0,-2 5 871 0</inkml:trace>
  <inkml:trace contextRef="#ctx0" brushRef="#br0" timeOffset="127917.96">2289 16395 260 0,'3'0'465'0,"2"-2"159"0,-2 2 57 0,3 2-144 16,1-2-137-16,1 3-21 0,1-2 15 0,2 1 2 15,0 1 0-15,3-1-70 0,-1 2-44 16,1-2-77-16,2 3-17 0,3-1 13 0,0-2-6 15,3 1-21-15,0 0-12 0,2-1-10 0,-2 1-42 16,5-2-49-16,-3 2-24 0,3-1-9 0,-1 0 27 16,3 0 11-16,-1 0 10 0,2 0 0 0,0-1-4 15,0 0 3-15,-1 1-30 0,4-2-14 0,-4 2-8 16,5-1 0-16,-4 0-7 0,2 1-13 0,0-2-5 16,-1 1-3-16,1 1-4 0,-2 0-3 0,1 0 4 15,1 0 5-15,-2 1 2 0,0 0 2 0,0 0 2 16,0 1-1-16,0-1 2 0,0 1-2 0,-2 0 0 15,2 1 0-15,-2 0-2 0,2 0 0 0,0 1-1 16,0-1 0-16,0 1 7 0,2-2 3 0,0 0 3 16,-1 1 1-16,1-1-2 0,1 1 2 0,1-1-5 15,1-1-4-15,0 0-2 0,0 0 3 16,1-1-4-16,1-2-6 0,0 0-3 0,1 0-1 16,-1-2-2-16,1 2-2 0,0-2 7 0,1 1 2 15,-1-2 2-15,-3 3 2 0,3-1 0 0,-3 1 7 16,3 0 2-16,-4 0 2 0,1 1 0 15,0 1-1-15,0-1 0 0,1 2-8 0,-1 1-2 16,1 0-1-16,-1 1 0 0,0-2 3 0,-2 2 1 16,2 0 1-16,-2 1 0 0,2-2 0 0,0 1 1 15,1 1-3-15,0-3-1 0,-1 1 1 0,0-1-1 16,0 0-1-16,0-1-1 0,1 1 2 16,-3 0-1-16,0 0 0 0,2-1-2 0,-3 2 1 15,-1-2 0-15,1 2-3 0,1-2 0 0,-3 3-1 16,2-2 1-16,-1 0 0 0,0 2 0 0,0-2 2 15,-1 0 1-15,2 1 3 0,-2 0 0 0,0-3 2 16,0 2 1-16,0-1 0 0,0-1-1 16,2 0-1-16,-1 1 1 0,1-2-1 0,1 0-1 15,-1 0-1-15,1-2 1 0,0 1 0 0,2 1 0 16,-2-1-1-16,3-1-1 0,-3-1-1 16,2 2-2-16,0-1-1 0,0 0-2 0,0 0 0 15,1-2 2-15,0 3 0 0,-1-2 3 0,0 0 1 16,0 1 2-16,1-1 3 0,1 1-2 0,0 1 0 15,-2 0 1-15,2 0-2 0,-1 1 2 0,2 0-3 16,3 0 2-16,-3 0 0 0,2 1-1 0,-1 0 0 16,2-1-2-16,0 1-2 0,1 1 0 0,0 1-1 15,-1-3-2-15,3 0 0 0,-2 2 1 0,1-2 2 16,0 3 1-16,0-3 0 0,3 1 5 16,-2-1 0-16,5 2 2 0,-1-2-1 0,1 0-1 15,0 0 2-15,1 0-3 0,2 0-1 0,-2 0-3 16,2 0-3-16,1 0-2 0,-2 0-1 0,1 1 2 15,0-1 1-15,-1 0 1 0,3 0 2 0,-2 2 4 16,3-2 2-16,-1 2-2 0,3-2 2 16,0 0-1-16,0 0 1 0,1 0-5 0,-1 0 0 15,2 0-2-15,-2-2 0 0,0 2-3 0,1-2 1 16,-1 2 3-16,2 0 1 0,-1 0 1 16,0 0 2-16,1 0 1 0,-2 0 1 0,3 0-1 15,0 2-1-15,-1-2 0 0,-1 2-3 0,1 0-3 16,-2 0 2-16,-1 0-3 0,-3 2 1 0,1-1-1 15,-2 1 3-15,0 0 2 0,-3 3 12 0,0-1 8 16,0-2 3-16,0 3 3 0,1-1 0 16,0 2 0-16,0-3-12 0,1 2-6 0,-2-1-4 15,0 2-3-15,-2-2-2 0,2-2-1 0,-1 2 0 16,-1-1-1-16,1-1 1 0,-1 2 1 0,-3-2 1 16,4 1 0-16,-4 0 2 0,3-1 0 0,1 1 0 15,-1-1-1-15,4 3 1 0,-2-3 1 0,3 2 0 16,0 0-1-16,-1-2 0 0,2 2-2 15,-1 0-1-15,-1-1-3 0,3 1 0 0,-2-2-1 16,2 2 2-16,-3 0 1 0,2-1 1 0,2 1 3 16,-2-1 2-16,2 1 0 0,0-2-1 0,4 2-1 15,-2-2-1-15,0 2-1 0,-2-1-2 16,2-1 1-16,0 2-1 0,2-3-2 0,-4 2-2 16,0-3 1-16,1 2 2 0,-1-3 2 0,0 2 0 15,2 0 3-15,1-3 2 0,-1 0-1 0,1 0-1 16,0 0-1-16,1 0-1 0,-1 0-1 0,-1-5-1 15,0 4-2-15,-2 1 0 0,-1-1-1 16,1-1 0-16,-3 2 3 0,-1 2 1 0,1-1 1 16,-1 0 2-16,-2 4 1 0,1-3 0 0,-1 1-1 15,-1 0 0-15,1 0-1 0,-5 0-1 0,2 0-1 16,-5 0-1-16,0 0 0 0,-1 0 1 0,-4-2 0 16,-3 2-2-16,-1-1 0 0,-2 0 1 15,-5 0-1-15,0 3-1 0,-7-4 1 0,1 2 1 16,-5 0 0-16,-3-1 2 0,-3 0 1 0,-2 0 1 15,-1 0 0-15,-1-1 1 0,-4 0 0 0,0 3-1 16,-4-4 0-16,1 1-3 0,0 0-1 16,-2-1-2-16,0 0-3 0,-1 0-4 0,0 0-31 15,-1-1-71-15,1-2-86 0,-2 0-160 0,-1-2-286 16,1 0-334-16,0-1-350 0,1-2-209 0,-2 1 131 16,3-2 653-16</inkml:trace>
  <inkml:trace contextRef="#ctx0" brushRef="#br0" timeOffset="128207.7">13753 16827 118 0,'-4'0'721'0,"2"0"468"0,-1 2 89 0,2-2-161 16,-1 0-394-16,4 0-321 0,2 0-161 0,4-2-87 16,2 0-47-16,4 0-17 0,2-2-26 15,1 0-24-15,4-1-22 0,1 1-12 0,1 2-3 0,-2-3-4 16,1 4 2-16,0 1 3 0,-1 0 0 15,-2 3 0-15,-2 0 2 0,-3 2 0 0,-2 1 10 16,-2 2 50-16,-3 2 48 0,-2 2 26 0,-4-1 10 16,-1 3 0-16,-3 0-12 0,-2 1-44 0,-1 1-37 15,-3-1-23-15,-1 0-14 0,0 3-11 0,-2-1-7 16,2-1-6-16,-2 0-29 0,-2 1-71 16,1 0-92-16,-1-1-173 0,1-1-287 0,-1-1-329 15,4-1-345-15,1 0-187 0,2-1 196 0,4-1 665 16</inkml:trace>
  <inkml:trace contextRef="#ctx0" brushRef="#br0" timeOffset="129633.1">14084 17451 4 0,'3'-2'415'0,"-3"1"379"0,2-2 279 0,-2 1 48 16,0 2-311-16,0-1-273 0,-2-1-168 0,2 2-107 16,-1 2-74-16,-1 1-54 0,1 0-21 15,1 1-12-15,0 4 28 0,0 0 25 0,0 3 21 16,0 2 6-16,-2 0-19 0,0 2-17 0,2 2-34 15,0 0-26-15,0 3-26 0,0-2-14 0,0 1-8 16,0 1-13-16,0 1-12 0,2 0-5 16,0-1-3-16,-2 0-1 0,0 1 0 0,1 0 5 15,-1 0 2-15,3-1-3 0,-3-1-1 0,2-1-2 16,2 0-1-16,-1-2-1 0,1-2 0 0,1 0-1 16,-1-1-2-16,1-3 0 0,0 1 0 15,2-2 0-15,2-1-2 0,-3-2 1 0,6 0 1 16,0-2 0-16,-3-1 1 0,5 0 0 0,1 0 0 15,0-1-1-15,1-2-1 0,0-2-1 0,0 1-14 16,1-2-43-16,-2 0-62 0,0 0-89 16,-2-2-155-16,1 1-256 0,-4 0-313 0,-1-2-286 15,-2 0-204-15,-1-1 109 0,-5 0 555 0</inkml:trace>
  <inkml:trace contextRef="#ctx0" brushRef="#br0" timeOffset="129904.28">13941 17674 146 0,'-3'-7'730'16,"2"2"437"-16,-4 1 77 0,4 0-153 0,-1 0-435 16,2 2-297-16,0 0-151 0,3-2-82 0,2 4-41 15,1 0-17-15,2 0-14 0,0 0-14 0,5 0-18 16,-1 0-7-16,4 0-3 0,-2 0-3 15,5 0-1-15,2 2-1 0,1 0-4 0,2 0-1 16,1-2 0-16,3 1-1 0,0-1-13 0,2 0-30 16,0 0-108-16,1-1-184 0,-1 1-291 15,-3-4-278-15,3 2-270 0,0 2-147 0,-1-3 324 16,-1 2 532-16</inkml:trace>
  <inkml:trace contextRef="#ctx0" brushRef="#br0" timeOffset="130583.19">14889 17431 337 0,'-2'-4'745'0,"-1"0"328"15,0-2 89-15,-2 1-271 0,0-1-298 0,0 4-160 16,1-4-67-16,-1 3-39 0,1 1-35 0,-1 0-35 16,1 2-31-16,-2 0-40 0,1 0-51 15,-1 2-47-15,2 2-34 0,-3 3-14 0,2-2-11 16,-1 3-5-16,-2 2-6 0,3 0-2 0,-1 4-2 15,1-3-7-15,-1 3-3 0,1 2-1 0,-3-2 1 16,2 1 0-16,1 1 0 0,0 1 1 16,2-4 2-16,-2 4-9 0,-1-2-3 0,2 0-2 15,0 0-4-15,1 0 0 0,-2-1 0 0,2-1 3 16,1-1 6-16,-1 2 1 0,2-2 2 16,-2-2-2-16,3 2 1 0,0 0 0 0,0-1 0 15,0-1-1-15,0 2 1 0,3 0-2 0,-2-1 3 16,1 2 0-16,-1-1-1 0,1 1 1 0,1 1-1 15,1-1 1-15,-1 2-2 0,0-2 0 0,3 0 1 16,0 0-2-16,2 3 2 0,0-2 0 16,2-3-1-16,1 1 8 0,0-2-4 0,5 0-2 15,-2-2-1-15,3-1 0 0,3 0 2 0,-3-3-8 16,2-2 4-16,1-2 2 0,2 0 0 0,0-2 0 16,-1-1 0-16,1-2-2 0,0 0-2 15,-2 0-27-15,-3 1-70 0,-3 0-100 0,-2-1-174 16,-2 2-287-16,-5-1-330 0,1 1-351 0,-1 0-194 15,-4 0 242-15,-1 1 659 0</inkml:trace>
  <inkml:trace contextRef="#ctx0" brushRef="#br0" timeOffset="131199.98">15071 17911 387 0,'1'1'940'0,"1"-2"300"0,-2 1-43 0,0 0-278 16,3-1-353-16,-2-3-177 0,2 2-93 0,2-4-33 16,3-2-23-16,2-2-25 0,1-6-36 15,0 0-49-15,5-5-42 0,-2-1-31 0,3-2-13 16,-2-3-7-16,2 2 6 0,-3-3 1 0,2 4 0 16,-3 2 3-16,-2 1-3 0,-2 4 3 0,-1 2-7 15,-1 5-2-15,-3 1-4 0,-2 5-6 16,1 2-10-16,-3 5-7 0,-3 4-9 0,1 5-6 15,-1 6-2-15,-2 3-2 0,2 3 5 0,2 1 2 16,-1 5 0-16,0-4 1 0,4 1 0 0,0-1 0 16,1-4 0-16,2-1-1 0,-1-4 1 0,5 0-1 15,-2-6 1-15,1-2 0 0,4-4 0 16,0-4 0-16,0-4-1 0,2-3 1 0,2-5-1 16,2-4 1-16,-2-2 0 0,1-3 1 0,-1 1-1 15,1-1 5-15,0 2 3 0,-2 0 2 16,-4 3-1-16,3 2 1 0,-6 2 1 0,0 4-6 15,1 0-2-15,-2 3-1 0,-3 4 0 0,1 0 0 16,-2 4-5-16,-1 3-2 0,0 1-1 0,-1 3-2 16,2 1-1-16,-1 0-1 0,1 0 4 0,0 1 4 15,0 0 1-15,2-1 0 0,-2-2 1 0,2 1-1 16,3-2 6-16,-2-1 1 0,0-2 1 0,3-1 1 16,0-2-2-16,0 0 0 0,-1-6-6 15,5-1-2-15,-4-2-1 0,3 0-3 0,0-2-1 16,-1 1-5-16,2-2-8 0,-1 2-10 0,1-1-8 15,0 1-7-15,-1 2-2 0,0 0 3 0,-2 2 7 16,0 0 10-16,0 2 10 0,-1 2 11 16,-3 0 5-16,1 4 4 0,-1 1-3 0,-3 1-3 15,3 3-3-15,-3 0-3 0,1 2 0 0,-3 1-2 16,3 1 4-16,-1-1 2 0,0 0 6 0,0 2-15 16,0-2-68-16,-1 0-66 0,2 0-141 15,-2-2-228-15,-1-1-320 0,1-4-349 0,1-2-234 16,2-4-54-16,0-3 525 0</inkml:trace>
  <inkml:trace contextRef="#ctx0" brushRef="#br0" timeOffset="131366.93">15929 17494 117 0,'-8'-30'725'0,"0"6"465"0,-1 3 102 0,-1 3-132 16,2 3-375-16,3 3-337 0,-2 3-171 0,4 2-87 15,1 4-54-15,1 0-44 0,1 5-41 16,0 2-35-16,1 3-50 0,4 2-53 0,-1 3-122 15,-1 1-169-15,1 3-302 0,1 2-294 0,-2 1-248 16,0 2-132-16,3 4 344 0,0-2 524 16</inkml:trace>
  <inkml:trace contextRef="#ctx0" brushRef="#br0" timeOffset="131666.72">16066 17959 264 0,'5'-7'675'15,"0"-6"309"-15,2-3 145 0,-1-2-206 0,3-4-287 16,-1-2-190-16,0 0-70 0,3 0-26 0,0 1-40 16,-3 2-36-16,5 2-34 0,-5 1-32 0,-2 2-47 15,2 3-47-15,0 4-38 0,-4 0-18 16,1 3-8-16,0 2-5 0,-2 2 1 0,2 2 2 16,0 2 4-16,-1 2-2 0,1 2-10 0,-2 3-10 15,1 0-9-15,-3 2-6 0,4 0-7 0,-2 0-6 16,2-2 0-16,-1 0 0 0,1 0-1 15,0 0 0-15,0 0-1 0,0-4 0 0,-1-1 0 16,2 0 6-16,-1 2 1 0,2-4 2 0,-3 2-1 16,4-3-1-16,0 2 0 0,-2 0-7 0,2 1-13 15,2 1-24-15,-1 1-68 0,-1 1-68 16,-1 2-120-16,-1 3-189 0,2 1-306 0,-2 0-338 16,0 3-244-16,-1 0-142 0,3 3 351 0,0-1 612 15</inkml:trace>
  <inkml:trace contextRef="#ctx0" brushRef="#br0" timeOffset="131801.01">16476 18051 58 0,'0'-6'643'16,"0"1"526"-16,-1-1 211 0,1-1-129 0,-4-1-381 0,1 2-367 15,1-1-200-15,2 0-116 0,0 1-80 0,0 0-92 16,2 2-89-16,1 0-189 0,1-1-297 16,-1-1-282-16,2 3-324 0,-1-1-242 0,2 1 67 15,2 0 643-15</inkml:trace>
  <inkml:trace contextRef="#ctx0" brushRef="#br0" timeOffset="132623.54">16593 17461 459 0,'5'0'898'16,"-4"0"252"-16,3-1-34 0,-1 1-303 16,0-2-305-16,0 0-174 0,6 1-62 0,0-2 3 15,0 0 11-15,5-1-24 0,1-1-27 0,0-1-26 16,1-1-46-16,3-1-51 0,-3 1-40 0,4-1-17 15,-2-3-10-15,-2 4-19 0,-1 1-4 0,0 0-10 16,-4 2-4-16,1-1-8 0,-4 3 2 16,0 1 6-16,0 2 4 0,-3 3 14 0,0 0 11 15,-2 4 2-15,0 0-5 0,0 3-2 0,0 3-7 16,1 1-11-16,2 1-7 0,-2 1-3 0,1-1-1 16,2 4 0-16,1-1 1 0,2 2 1 15,0-1 1-15,1 1-8 0,3 0-2 0,-1-1-3 16,4 1-2-16,-1-1-1 0,3 1-1 0,-2 3 6 15,3-4 3-15,-2 4 2 0,2 0 1 0,-2 0-1 16,1 3 6-16,-4-2 4 0,0 2 1 0,-2 0-1 16,-2 2 2-16,0-2 0 0,-4 1-5 15,-3-1-4-15,-2 0 0 0,-2 1-1 0,-5 2 3 16,-1-5 7-16,-2 0 3 0,-5 0 1 0,0-3 1 16,0-5 1-16,-4 0-6 0,-1-4-5 0,-3-3-5 15,0-3-2-15,-1-2-4 0,0-4 0 0,-3-1-4 16,-1-3-17-16,-2-3-44 0,-2-1-74 0,-2-3-115 15,-1 0-191-15,1-1-304 0,-1-2-347 0,0 0-330 16,-3-2-159-16,1-4 344 0,-3 3 677 16</inkml:trace>
  <inkml:trace contextRef="#ctx0" brushRef="#br0" timeOffset="133682.78">3685 16272 61 0,'5'1'621'0,"-2"5"475"0,0-4 153 0,0 5-109 16,-1-1-346-16,1 5-283 0,-1-1-133 0,1 2-72 15,0 2-40-15,0-1-39 0,-2 2-37 0,1 0-61 16,1 2-54-16,-3-1-31 0,2 1-16 0,-2 1-9 16,0 1-5-16,0 1-4 0,0-1-3 0,0 1 4 15,-2-1 4-15,1 0-1 0,-1 1-1 0,-1 0-2 16,1-1-7-16,1 0-64 0,-4 0-68 0,1-1-126 16,0 0-195-16,-2 2-304 0,1-4-342 15,0 3-272-15,-4-2-136 0,3 1 405 0,-4 0 616 16</inkml:trace>
  <inkml:trace contextRef="#ctx0" brushRef="#br0" timeOffset="134023.06">3587 17043 13 0,'11'18'360'0,"0"4"299"0,0-1 274 16,0 5 134-16,2-1-267 0,1 1-226 0,-1 4-128 15,2-4-105-15,0 0-91 0,2-3-85 0,-1-4-77 16,1-4-44-16,-1-4-22 0,2-2-5 16,-1-7 11-16,-1-2 24 0,3-8 32 0,-3-4 34 15,-1-6 42-15,-2-3 18 0,0-6 1 0,-4 1-9 16,-4-2-20-16,-2-1-21 0,-3 1-26 16,-3 2-14-16,-4 0-11 0,-3 3-13 0,0 2-11 0,-3 3-9 15,-4-1-13-15,3 5-10 0,0 0-11 16,1 4-11-16,-1 3-7 0,6 0-7 0,0 3-4 15,0 2-6-15,3 2-10 0,2 2-43 0,3 4-61 16,0 0-98-16,3 0-172 0,2 1-295 0,1 0-332 0,2 1-296 16,2-2-180-16,4 0 246 0,0 0 642 15</inkml:trace>
  <inkml:trace contextRef="#ctx0" brushRef="#br0" timeOffset="134466.32">4646 16485 17 0,'7'-8'475'0,"-2"4"432"0,-2 1 232 0,4 0-11 16,-4-1-340-16,-1 3-290 0,1 1-186 0,-1 1-95 16,1 3-8-16,0 0 29 0,2 4 6 15,2 2-6-15,-1 5-20 0,0 2-25 0,-1 2-47 16,1 7-59-16,-3 1-39 0,3 1-23 0,-2 2-11 16,-1 2-9-16,0-3-2 0,-1 2-3 0,1-1 0 15,-3-4-48-15,1 2-66 0,-1-3-117 16,-1-1-205-16,1-1-293 0,-2-2-343 0,1-2-295 15,-3-2-142-15,1 0 386 0,-2-3 645 0</inkml:trace>
  <inkml:trace contextRef="#ctx0" brushRef="#br0" timeOffset="134789.06">4830 17254 272 0,'-8'-3'1055'0,"-3"0"520"0,-2 3-68 16,2-1-290-16,-2 1-474 0,2 0-290 0,-1 1-174 15,2 2-105-15,2 0-65 0,-1-1-39 16,4 4-30-16,2-1-19 0,3 2-11 0,2 2-7 16,2 0 1-16,4 3-3 0,2 0 0 0,-1 1 0 15,5 0-1-15,-1 0 0 0,3 0 0 0,-2-1-2 16,-1 0 2-16,1 0-1 0,-3-1 0 15,0-2 0-15,-1 0-1 0,-4 1-1 0,-3-2-6 16,-1-1-12-16,-2 1-38 0,-3-2-65 0,-4 1-60 16,-1-2-101-16,-6-2-163 0,1-1-266 0,-4 1-283 15,-1-3-227-15,-2 0-175 0,-2-3 187 16,-2 2 538-16</inkml:trace>
  <inkml:trace contextRef="#ctx0" brushRef="#br0" timeOffset="134932.23">4521 17310 4 0,'7'-11'387'0,"1"2"343"0,1 0 320 16,1 1 106-16,1 0-298 0,3-1-282 16,2 2-158-16,1 1-108 0,-1-1-100 0,5-2-84 15,0 2-51-15,2-1-33 0,4 0-14 0,3-2-9 16,5 0-8-16,2 2-17 0,1-1-88 0,0 2-175 16,0-1-294-16,3 4-273 0,-1 1-284 15,0 0-218-15,0 1 211 0,-2 2 559 0</inkml:trace>
  <inkml:trace contextRef="#ctx0" brushRef="#br0" timeOffset="135732.95">10218 16669 105 0,'3'0'701'0,"0"2"462"0,-3 1 118 0,0 3-82 15,-1 1-326-15,1 4-305 0,-2 2-166 0,2 2-84 16,-3 1-58-16,3 3-65 0,0 0-66 16,0 2-49-16,3 1-31 0,-1-2-18 0,1 3-11 0,0 1-8 15,1-2-7-15,0 2-3 0,4-4-5 16,-3 1-29-16,1-2-71 0,-1-3-86 0,1 1-170 15,0-4-288-15,-3-3-332 0,2 0-352 0,-3 1-207 16,0-3 158-16,-1 2 682 0</inkml:trace>
  <inkml:trace contextRef="#ctx0" brushRef="#br0" timeOffset="136132.24">10231 17602 112 0,'-5'18'650'16,"-3"-3"411"-16,3-2 114 0,-1-3-105 0,5-6-396 15,-1-1-299-15,4-4-163 0,-1-4-82 0,5-5-39 16,-1-2-22-16,3-5-31 0,2-2-18 0,0-2 0 16,2-3 8-16,-1 3 9 0,1-3 18 15,1 2 27-15,0 1 21 0,-1 1 31 0,0 2 29 16,0 0 17-16,-1 1-7 0,0 2-20 0,-3 3-21 15,2 2-27-15,-2 2-29 0,1 4-21 0,-1 0-11 16,0 4-3-16,-2 4-1 0,3 0-6 0,-2 2-2 16,1 3-7-16,-2 3-3 0,3 0-5 0,-4 3-5 15,0 0-1-15,0 0-5 0,-2 3-2 0,2 0 1 16,-2 1 0-16,-2 0-2 0,1 0 1 0,-2 1-2 16,0 0 2-16,-2 0-4 0,2 1 1 15,-4 0 2-15,2-4-1 0,2-1-1 0,-3 1-1 16,3-3-2-16,0-1-2 0,0-2-2 0,2-1-2 15,-1-1-5-15,1-2-22 0,2-1-54 16,-1-3-64-16,1 0-99 0,-1-3-175 0,0-1-302 16,2-2-313-16,1-3-266 0,2-2-166 0,0-2 239 15,0 0 619-15</inkml:trace>
  <inkml:trace contextRef="#ctx0" brushRef="#br0" timeOffset="136432.16">10694 17623 96 0,'2'6'671'0,"-1"0"452"0,-1 1 126 16,0 0-121-16,0 2-373 0,2-2-293 0,2 2-161 16,1 0-74-16,0 0-52 0,3-2-30 0,0 0-37 15,1 0-45-15,1-3-31 0,0 2-16 0,0-2-10 16,1 0-7-16,1-2 0 0,0-1-2 16,-2-1 1-16,-1-3-7 0,0-3 5 0,-2-2 0 15,-1 0 1-15,-1-4 3 0,-2-2 0 0,2-1 6 16,-4 1 29-16,-1-3 40 0,0-2 27 0,-4 2 15 15,2-1 8-15,-4-1 0 0,1 0-23 0,-3 0-32 16,-1-1-20-16,1 2-14 0,0 0-9 16,-2 3-4-16,1 5-6 0,1-1-1 0,0 7-5 15,0 4-6-15,1 3-3 0,2 4-5 0,1 4-2 16,1 2-11-16,3 2-36 0,0 2-76 16,0-2-105-16,3 1-192 0,-1-1-295 0,3-1-341 15,0 3-344-15,2-6-147 0,1 3 307 0,0-1 690 16</inkml:trace>
  <inkml:trace contextRef="#ctx0" brushRef="#br0" timeOffset="137649.64">10609 17293 106 0,'4'2'351'16,"-1"-2"187"-16,-1 3 157 0,1-2-114 0,-1 2-120 16,1 0-70-16,2 2-33 0,-2-1-3 15,2 2-16-15,-1 0-26 0,1-1-30 0,-2 2-41 16,-1-1-38-16,-2 2-37 0,0 1-11 0,0-2 23 16,0 2 35-16,0 1 27 0,0 1 1 0,-2 3-9 15,-1 1-24-15,1 0-42 0,-1 1-47 0,-1 5-38 16,1-2-24-16,1 1-16 0,1 3-13 0,-1-1-8 15,4 1-7-15,-2 1-6 0,1-3-2 16,2 3-3-16,2-3-3 0,-1-2-3 0,-2-1-9 16,3-2-45-16,-2-3-76 0,0-3-130 0,-1-2-239 15,3-2-301-15,-2-2-364 0,1-2-320 16,1-6-82-16,0-2 527 0</inkml:trace>
  <inkml:trace contextRef="#ctx0" brushRef="#br0" timeOffset="141318.16">3671 15487 147 0,'-2'-3'531'16,"-1"0"372"-16,0 2 233 0,-2-2-147 0,2 0-245 15,-2 2-163-15,2 1-107 0,0-2-69 0,2 2-76 16,-1 2-60-16,0-2-49 0,2 1-54 16,-1 0-52-16,1 1-47 0,1 2-29 0,-1 1-12 15,2 0-9-15,1 2-5 0,0-1-5 0,3 0-2 16,-4 0 0-16,4 1-3 0,-1 1 1 0,0-2-2 15,0-2 1-15,2 1-1 0,-2-2 3 16,0-2 3-16,-2-1 9 0,2 0 10 0,-2-1 12 16,-1-4 8-16,1-1 2 0,-3-1 0 0,3-3-4 15,-6-1-1-15,3-1-4 0,-3 1-2 0,1-1 2 16,-1 2 5-16,1-1 3 0,-1 3 1 0,-2-1-2 16,2 5-1-16,0-2-5 0,0 3-8 15,-2 0-7-15,2 0-8 0,0 1-6 0,1 2-5 16,-1 0-2-16,1 0-2 0,1 2-1 0,-1 0-2 15,2 2 0-15,0 1 0 0,0 1 0 0,2 2-1 16,-1 3 1-16,3-2 0 0,-1 1 0 16,0 0 0-16,0-2 0 0,3 2 1 0,-3-4-1 15,1-1 0-15,-1-1-2 0,2 1 1 0,-2-3 0 16,0-2 0-16,0-1 0 0,2-3 2 0,-4-2 0 16,1-1 0-16,-1 0 2 0,1-3-1 0,-2 1 1 15,-2-2-1-15,1 2 2 0,-1-1 1 16,-2 2-1-16,-1 2 1 0,0-2 0 0,-1 4 1 15,1-3 1-15,-4 4 2 0,3 1 0 0,-3 0 0 16,3 1 0-16,-2 1-2 0,1 0-1 0,0 1-2 16,2 2-2-16,-1-2-1 0,1 2-1 0,1 2-1 15,1 0-1-15,-1-1-1 0,3 2-1 16,1-1-6-16,0 2-16 0,1-1-27 0,-1-1-69 16,2-1-84-16,0-1-167 0,-1-1-284 0,2-1-334 15,3 1-391-15,-1-2-250 0,0 0 76 0,-2-2 728 16</inkml:trace>
  <inkml:trace contextRef="#ctx0" brushRef="#br0" timeOffset="142634.63">3666 14986 45 0,'2'3'296'0,"-1"-1"192"0,-1 3 216 15,-1-3-11-15,-1 2-106 0,0 0-66 16,1 2-60-16,1 0-41 0,-2 1-63 0,2 2-56 15,0 2-56-15,-1 1-51 0,1 2-46 0,0 2-33 16,0 1-22-16,0 1-8 0,1 3 1 0,-1 4 3 16,2-2 23-16,-1 2 10 0,1 3 31 0,-2-1 5 15,3 4-9-15,-3-3-14 0,0 0-27 0,2 1-20 16,-2-3-35-16,0 2-21 0,0-3-13 16,0 0-7-16,0 0-4 0,0 0-1 0,0-3-3 15,-2 0 0-15,2-1-3 0,-1-3-1 0,-1-2-1 16,0 0-5-16,1-1 0 0,-1-2-6 0,-1 1-29 15,3-1-48-15,-3-1-46 0,1 0-58 16,-1 1-92-16,0-1-127 0,-1 2-124 0,0-2-169 16,1-2-243-16,0-1-188 0,-2 0 10 0,2-5 268 15,0-4 374-15</inkml:trace>
  <inkml:trace contextRef="#ctx0" brushRef="#br0" timeOffset="142985.07">3464 14890 134 0,'0'0'533'0,"0"0"300"15,0 0 134-15,0 1-135 0,3 1-262 0,0 1-206 16,2 0-130-16,0 2-63 0,1-1-32 16,2-1 32-16,3 2-9 0,0 0-17 0,1-2-14 15,3 2-5-15,0-1 1 0,0 0-42 0,4-3-32 16,-3 2-16-16,1-1-5 0,1-1-13 16,0 1-9-16,0-1-5 0,-1-1-4 0,0 0-2 15,-2 0-4-15,2 0 3 0,-3 0 0 0,-1 2-4 16,0 1-13-16,-4 0-54 0,-1 1-138 15,-2 3-215-15,-4 1-281 0,-1 2-275 0,-1 3-233 16,-1-1 18-16,-2 0 438 0</inkml:trace>
  <inkml:trace contextRef="#ctx0" brushRef="#br0" timeOffset="143319.09">3438 15743 382 0,'3'-2'687'0,"2"2"213"15,0-2 151-15,2 0-250 0,2 2-229 0,-1 2-157 16,1 0-85-16,4-2-50 0,-2 0-98 0,2 2-53 16,2-2-37-16,0 0-23 0,0 0-14 0,1 0-6 15,3-2-3-15,-3 2-23 0,1-2-14 0,2-1-7 16,-3 0 0-16,3 0-10 0,-3 0-21 16,3 0-80-16,-5-1-153 0,4 0-299 0,-4 0-276 15,2 1-276-15,0-1-207 0,-1-1 176 0,1-1 544 16</inkml:trace>
  <inkml:trace contextRef="#ctx0" brushRef="#br0" timeOffset="146850.23">9831 13618 182 0,'-5'3'709'16,"0"0"402"-16,-1 0 91 0,-2 0-145 16,2 0-390-16,1-2-216 0,0 4-119 0,2-3-77 15,1 1-44-15,1 0-35 0,-1-2-38 0,2 3-51 16,0-4-37-16,2 0-21 0,-1 2-13 0,1-2-8 16,1-2-5-16,0 2 1 0,1-5-2 15,1-1 2-15,-1-1-1 0,2 0 8 0,-3-4 23 16,1 0 16-16,-1 0 16 0,-2 1 11 15,-1-2 10-15,0 1 1 0,0 2-7 0,-3 2-6 16,0 1-8-16,0 1-5 0,-2 1-7 0,-1 1-8 16,1-1-10-16,0 4-11 0,2 4-9 15,-2-1-6-15,1 1-6 0,-1 2-3 0,0 1-2 16,4 3-2-16,-1-1 0 0,1 0-2 16,1 0-1-16,1-2-1 0,1-1 1 0,1 0-3 15,0-1-9-15,0-2-33 0,2-2-75 0,-2-1-84 16,0-1-159-16,0-2-274 0,-1-2-326 0,1-1-342 15,1 0-188-15,0 0 96 0,-1-2 627 16</inkml:trace>
  <inkml:trace contextRef="#ctx0" brushRef="#br0" timeOffset="147350.42">9826 13305 384 0,'-2'-3'777'0,"2"1"309"16,-3 0 58-16,2 2-308 0,-1 4-283 0,-1-1-174 15,-2 3-106-15,2 3-68 0,2 4-39 16,-1 2-21-16,2 3 12 0,0 3 15 0,0 3 3 16,2 2-10-16,-1 3-19 0,2 5-20 0,-3 0-33 15,3 2-31-15,-1 2-25 0,-1-1-15 0,3-1-9 16,-3-1-1-16,2-2-6 0,1-4-1 16,-1-3-4-16,0-2 0 0,0-5-5 0,-1-2-8 15,-2-4-43-15,0-3-61 0,0-4-78 16,-3-5-153-16,-2-1-238 0,0-4-315 0,0-5-278 15,0-2-206-15,-1-4 60 0,-1-3 539 0</inkml:trace>
  <inkml:trace contextRef="#ctx0" brushRef="#br0" timeOffset="147583.07">9627 13251 220 0,'1'-2'754'15,"-1"0"370"-15,0 1 49 0,0 1-202 16,2-1-387-16,-1 1-264 0,4 0-135 0,2 0-64 16,2 0-32-16,2 1-19 0,2 0-9 0,2 1-7 15,2 0-18-15,1-1-14 0,0 2-7 0,4-3-2 16,0 2 0-16,0-1-1 0,2-1-4 16,0 0-3-16,1 1 2 0,-2-1-5 15,0 2-4-15,2 1-11 0,-4-1-69 0,-4 4-168 16,-1 1-295-16,-5 4-265 0,-2 2-269 0,-4 2-211 15,-3 3 164-15,-4 2 548 0</inkml:trace>
  <inkml:trace contextRef="#ctx0" brushRef="#br0" timeOffset="147802.54">9600 14112 367 0,'6'6'636'0,"2"-2"192"0,0-1 73 16,6-1-236-16,1-2-257 0,2-3-109 0,5-2-19 16,-3-2-13-16,6-3-27 0,1-1-60 0,2-3-34 15,0 1-31-15,2-4-46 0,2 3-31 16,1-3-18-16,-3 3-42 0,0 1-126 0,0 1-201 16,-3 3-285-16,-3 3-256 0,0 0-232 15,-5 2-45-15,-3 4 372 0</inkml:trace>
  <inkml:trace contextRef="#ctx0" brushRef="#br0" timeOffset="153028.25">4536 15312 276 0,'-2'-2'708'0,"1"2"346"16,-1-1 108-16,0 1-231 0,1 0-311 0,-1-1-190 15,-1 1-110-15,1 1-78 0,2 0-65 16,-1 1-48-16,-1 1-32 0,2 0-31 0,0 2-31 15,0-1-14-15,2 2-6 0,-1-1 1 0,1 2-2 16,1-1-8-16,-1 0-3 0,1-2-4 16,0 1-1-16,-1 0-2 0,1-4 2 0,0 0 24 15,0 0 38-15,0-1 43 0,0-1 22 0,-1-1 7 16,1-3 1-16,0-3-19 0,1-1-29 16,-1 0-35-16,0-1-22 0,0-1-12 0,0 2-7 15,0 1-2-15,-1-1-2 0,-1 1-3 0,1 2 1 16,0 0 1-16,-1 3-1 0,-1-1 5 15,0 1 3-15,2 2 3 0,-2 0 1 0,0-1-1 16,0 2 1-16,0 0-6 0,0 0-4 16,0 0-2-16,0 2 1 0,0 0 0 0,0 1-1 15,-2 4 4-15,2-3 0 0,0 4 3 0,-1-2 1 16,-1 1 2-16,0 1-1 0,2-2-1 16,-1-2-1-16,1-1-3 0,0 2-2 0,-2-4-2 15,2 1 0-15,0 0-3 0,0-1-2 0,0-1 0 16,0 0-1-16,2-1-1 0,-2-3 1 15,1 2 0-15,1-5 2 0,1 1-1 0,-1 0 1 16,1-1-3-16,0 1-3 0,-1 0-22 16,-2 0-63-16,2 1-66 0,-2 2-101 0,-2 2-176 15,2 1-308-15,-2 1-316 0,1 4-249 0,-1 1-140 16,-1 1 260-16,0 1 606 0</inkml:trace>
  <inkml:trace contextRef="#ctx0" brushRef="#br0" timeOffset="153395.68">4548 14909 132 0,'0'4'430'0,"2"-3"236"16,-2 1 183-16,0 0-83 0,0 2-154 16,0-2-115-16,0 3-75 0,1 1-49 0,-1 2-55 15,2 1-67-15,-2 1-55 0,3 4-32 16,-1 1 1-16,1 3 18 0,0 3 16 0,0 1 1 16,1 5-13-16,0 0-16 0,-1 3-32 0,0 3-41 15,-1 0-33-15,1-1-20 0,-3 0-11 16,2 1-14-16,-2-1-7 0,1-2-4 0,-1-1-1 15,0-3-4-15,-1-1-2 0,1-3-1 0,-2-2-2 16,2-4-8-16,-3-3-37 0,0-1-60 16,1-2-57-16,-4-4-107 0,0-5-165 0,1-2-279 15,0-5-283-15,-1-5-221 0,-2-1-160 16,2-4 242-16,-2-2 524 0</inkml:trace>
  <inkml:trace contextRef="#ctx0" brushRef="#br0" timeOffset="153660.56">4386 14897 475 0,'1'2'952'0,"2"-2"247"16,0 0-62-16,-1 0-335 0,1 0-308 0,2 2-230 15,3-1-107-15,4 1-49 0,1 1-21 16,4-1-14-16,1 3-19 0,2-1-11 0,4 1-17 15,0-1-13-15,1-2-7 0,-1 3-2 0,4-2-1 16,-3 0 0-16,2 1-2 0,-1-1 6 16,-1 0-1-16,0 2-4 0,-1-1-2 0,0 0-9 15,-7 3-44-15,-1 0-137 0,-3 2-211 16,-7 3-283-16,-3 2-276 0,-1 1-256 0,-5 3-38 16,-2 3 426-16</inkml:trace>
  <inkml:trace contextRef="#ctx0" brushRef="#br0" timeOffset="153879.6">4386 15784 190 0,'0'12'867'0,"-2"-2"452"16,2 0-3-16,2-3-204 0,2-1-445 0,-1-1-306 15,5-2-155-15,0-2-74 0,6-1-33 16,2-1-24-16,5-5-4 0,1 2-29 0,2-5-16 15,4-1-13-15,4-2-6 0,-2 0-1 16,3-1-6-16,-1-2-3 0,1 5-48 0,-3-3-123 16,0 4-256-16,0 1-275 0,-3 4-298 0,-2 3-327 15,0-1-130-15,-3 5 455 0</inkml:trace>
  <inkml:trace contextRef="#ctx0" brushRef="#br0" timeOffset="163672.19">20239 13701 230 0,'4'-5'524'0,"-4"-1"249"0,0 2 173 0,0-1-146 16,0 1-186-16,0 0-117 0,0 2-73 15,0-1-60-15,1 1-55 0,-1 1-74 0,0 1-55 16,2 0-32-16,-1 0-28 0,-1 0 25 0,3 1 14 16,-1 4 7-16,-1 1-7 0,1 1-8 0,-1 5-9 15,3 1-36-15,-4 5-28 0,1 4-15 16,-1 3-8-16,0 5-2 0,0 6-3 0,-1 3 3 15,-1 8 3-15,0 4 5 0,-2 6 4 16,-2 6 1-16,-1 6 0 0,-1 6-1 0,0 5-3 16,-4 3-7-16,1 7-7 0,-2 3-7 0,0 4-7 15,-3 6-9-15,1 0-22 0,-1 4-3 16,-1 0 0-16,-1-2 0 0,2 5 0 0,-2-2 0 16,1-1 0-16,4-3 0 0,-2-1 0 0,-1-2 0 15,4-3 0-15,-4-3 0 0,3-1 0 0,0-2 0 16,-1-4 0-16,1-1 0 0,0-4 0 0,0-4 0 15,0-4 0-15,2-7 0 0,1-6 0 16,1-6 0-16,1-7 0 0,2-6 0 0,-1-9 0 16,3-5 0-16,-1-5 0 0,0-10-11 0,1-6-78 15,-4-5-80-15,0-9-137 0,-3-6-254 0,1-7-319 16,0-7-382-16,1-5-409 0,0-6-84 0,-1-4 623 16</inkml:trace>
  <inkml:trace contextRef="#ctx0" brushRef="#br0" timeOffset="164406.82">19975 13602 175 0,'3'1'669'16,"-1"-1"397"-16,-1 0 136 0,3-1-165 0,-3-3-256 15,2 0-169-15,1 0-136 0,0-2-90 16,1-3-62-16,3-2-47 0,0-1-81 0,2-3-67 15,0-1-38-15,1-3-16 0,5-3-14 16,0-3-12-16,3-3-8 0,0-2-4 0,3-2-4 16,2 0-7-16,-2 1-3 0,2-1 1 0,-1 5 1 15,-2 3-4-15,-3 3-2 0,-5 3 0 16,0 6 4-16,0 3-2 0,-5 6-1 0,0 3 1 16,-3 8 1-16,-1 4 0 0,0 3-4 0,-2 9-2 15,-2 1-3-15,-2 7-2 0,2 1-4 16,-4 3-2-16,3 3-2 0,-1 0-2 0,1 0-2 15,-3 1-1-15,3 2-2 0,-1-3 0 0,2-2 0 16,0 1-1-16,0-3-3 0,0-4-14 16,2 1-26-16,-2-4-67 0,-2-2-94 0,1-1-203 15,-3-1-293-15,-1-2-352 0,2 1-422 16,-3-3-256-16,-2-1 226 0,0 0 864 0</inkml:trace>
  <inkml:trace contextRef="#ctx0" brushRef="#br0" timeOffset="166473.42">19322 16815 182 0,'6'-2'529'0,"-3"-1"291"0,-3 2 137 0,2-2-195 16,1 3-217-16,1 0-116 0,0-2-88 16,0 2-57-16,0-3-30 0,5 1-18 0,0 1-43 15,0 0-53-15,4 0-6 0,-1 1 8 0,1 0-3 16,4 0-4-16,1 0-9 0,-1 1 16 0,2 0 2 16,0 0-20-16,3 1-16 0,0 1-8 15,0-1-10-15,-1 1-25 0,4 0-30 0,1 0-17 16,-1-1-7-16,2 0-5 0,0 2-3 0,0-3-2 15,1 0-1-15,1 1 3 0,-1 1 0 0,2 0 1 16,0 0 0-16,0-1 0 0,-1 2 0 0,1-1-1 16,0 1-1-16,0 1-2 0,0-1 3 15,-2 0-1-15,2 1 0 0,-1 0 1 0,1-1 0 16,0 1 0-16,-5 1-2 0,4-1 3 0,-2-1-1 16,-4 2-1-16,2-2-2 0,-3 2 12 0,-1 2 4 15,1-2 4-15,-1 1 2 0,-4 1 3 16,2-1 0-16,-3 4-9 0,1-3-6 0,-2 0-4 15,0 1 0-15,0 0-3 0,-1-1-2 0,-1-1 0 16,1 1-2-16,-2-4-1 0,0 2-1 0,2-3 2 16,-3 2 1-16,1-2-2 0,1-2 0 15,3 1 2-15,-5-2 1 0,2 0-1 0,1 0 0 16,-1 0 2-16,-1 2 1 0,1-2-1 0,-2 0 0 16,1 1-1-16,0 0 0 0,0 3-1 0,-1-3-1 15,1 2 1-15,-2 0 0 0,1 1 1 0,1-1 1 16,0 0-1-16,-1 2 1 0,2-2 0 0,0 0 0 15,-1 0-1-15,2-1-1 0,-1 0 0 16,1 0 0-16,2-1 0 0,0 0 1 0,0 1 0 16,1 0 1-16,1-2 1 0,1 1-2 15,1-1 1-15,-1 1-1 0,3-1-1 0,0 0 0 16,-1 0 0-16,1-1 0 0,2 1 0 0,-2-1 0 16,0 1 0-16,3-2 0 0,1 0 0 0,-1 2-1 15,2-1-2-15,-2 0 3 0,2-1-1 0,0 2-2 16,1-2 2-16,2 1 0 0,0-2 1 0,0 2-1 15,0-1 0-15,2 1 2 0,1-2 1 0,2 0-1 16,-2 1 3-16,2 0-2 0,3 1 0 16,-2 0 0-16,2-1-1 0,0 1-1 0,2 1-2 15,-2 0 2-15,-2 0-1 0,2 1 0 0,-1 1-1 16,-1 0 1-16,-2 2-1 0,1 0-1 0,0 2 1 16,0-2 1-16,-3 2 2 0,1 0-1 0,-1 0 1 15,-1 1 0-15,1-1 2 0,-1 1-3 16,1-2-1-16,0 1 1 0,2-2 0 0,-2 0 1 15,-1 1-1-15,2 0 1 0,1 1 0 0,1 0-1 16,-4-2 2-16,2 0-1 0,-1 1 0 0,1 1-2 16,-1-1 0-16,0-2 0 0,-1 2-1 0,-1-1 1 15,2 0 0-15,0 1 0 0,-2-1 0 16,0-1-1-16,1 0 1 0,1 0 1 0,0 0-1 16,-1 0 0-16,-1-1 2 0,3-1 1 0,-1-1-1 15,1 2 1-15,2-2 1 0,-1 0-1 16,1-2-2-16,3 2 1 0,1-1 2 0,-3 1-2 15,5-2 0-15,-5 1-1 0,4-1 0 0,1 1 1 16,-3 1-2-16,1-2 0 0,-1 1-2 0,3-1 1 16,-3 2-1-16,2-2-1 0,1 1 2 0,-5 1 1 15,4-1 2-15,-4 1 0 0,2 1 2 0,3-1 0 16,-3 1 0-16,0 1 0 0,5-2 0 16,-4 2-1-16,1-1 1 0,1 1 0 0,0-1-2 15,-1 1-2-15,-1-1 0 0,2 1 0 0,-3-1-2 16,2 1 1-16,-4-1-1 0,3-1 1 15,0 3-2-15,-3-1 2 0,1-1 0 0,-1 0 2 16,1 3 2-16,-2-4 0 0,2 1-1 0,-1 0 1 16,1 1 0-16,0 1-2 0,0-2 1 0,1 1 0 15,0 1 0-15,-2-1 0 0,3 1-1 16,-2 0 0-16,-1 2 0 0,-1-3 0 0,2 2-1 16,-1 0-1-16,-3-1 1 0,0 1-3 0,0-1 1 15,1 0-2-15,-3 2 3 0,2-2 1 0,-2 1 0 16,0-1 1-16,-1 2 1 0,0-3 2 0,0 3-1 15,0-2-2-15,0 1 1 0,4 1 2 16,-4-5 0-16,1 2-1 0,2 1-2 0,1-2 2 16,1 1 1-16,-1-2-2 0,2 1-1 0,-2-1 0 15,-1 2 0-15,2 0 0 0,-4-2-2 0,3 2 1 16,-3 0 0-16,1 0-1 0,-1 0 0 0,-1 3-1 16,1-2 0-16,-3 1 1 0,0-1 1 0,2 2 1 15,-1-2 1-15,-2 1-1 0,0-1 0 16,0-2 0-16,1 3-1 0,-1-3 1 0,0 0 0 0,0-1 1 15,-1 0 1-15,0 0-2 0,-4 0 2 16,3 0 0-16,1 2 0 0,-3-2-1 0,0 2 0 16,0-2-1-16,-1 1 2 0,0 0-2 0,-2 3-1 15,0-3 1-15,-1 2-1 0,-2 0 1 16,2-1 0-16,-3 1 0 0,1 0 0 0,-4 0-1 16,3-1 0-16,-2-2-1 0,-1 0 0 0,-1 2 0 15,-2-2 2-15,2 0 0 0,-3-2 3 0,-1 2-2 16,1 0 0-16,-1-2 1 0,-3 0-1 15,-1 2-1-15,1-1 1 0,-2 1-1 0,1 0 1 16,0-2-2-16,-2 2 0 0,1-1-2 0,-2 1 2 16,-1 0-1-16,4-3 1 0,-4 3-1 0,1 0 1 15,1 0 1-15,-2 0-1 0,0 0 1 16,1 0 0-16,-1 0 1 0,0 0 1 0,0 0-2 16,0 0 1-16,0 0 0 0,0 0-3 0,0 0-1 15,0 0-1-15,-1 0-3 0,1 0-24 0,-3-2-53 16,-2 2-64-16,0 0-89 0,-3 0-164 15,2 0-282-15,-2-5-309 0,1 3-262 0,-2-3-183 16,3-1 152-16,0 0 588 0</inkml:trace>
  <inkml:trace contextRef="#ctx0" brushRef="#br0" timeOffset="166790.35">27193 17106 61 0,'5'-7'597'0,"0"3"449"0,2 0 158 16,-1-1-99-16,4 0-370 0,0 1-321 0,4 1-181 15,0 0-82-15,5 0-44 0,1 2-20 0,3 1-24 16,0 1-20-16,3 2-17 0,0 3-12 0,0 0-6 16,-2 2-6-16,1 0 2 0,-1 3 1 15,-4 2 3-15,-1 0 14 0,-2 2 32 0,-2 1 35 16,-1 1 37-16,-6 1 34 0,-3 1 21 0,-4 1-5 15,-4-1-23-15,-3 1-28 0,-7 1-31 0,-3-2-28 16,-1 3-25-16,-5-3-18 0,-4 0-9 0,-4-1-8 16,-3 1-3-16,-3-3-7 0,-4-1-14 15,-1-2-54-15,-2-2-63 0,-4-2-84 0,1-3-163 16,-1-1-270-16,1-5-314 0,2-5-263 0,2-3-183 16,2-3 134-16,2-5 576 0</inkml:trace>
  <inkml:trace contextRef="#ctx0" brushRef="#br0" timeOffset="168226.35">18862 12001 249 0,'5'2'802'15,"-4"-2"365"-15,-1 3 27 0,2-1-190 16,-2-1-397-16,1 4-219 0,3-1-84 0,-3 1-17 15,4 3-10-15,-2 1-24 0,2 2-25 0,1 0-41 16,-1 4-48-16,0-1-46 0,-1 1-27 0,0 3-13 16,1-1-9-16,-4 4-9 0,1-2-6 15,-1 3-6-15,-1 2-2 0,-3-3-6 16,2 3-4-16,-1-1-1 0,-1 1-2 0,-1-2 1 16,1 1-2-16,0-4 0 0,0-2 1 0,0-1 2 15,-2 1 0-15,2-3 1 0,2-2 1 0,-3-3-1 16,3-2-1-16,-1-1-3 0,2-1 0 15,0-1-2-15,0-3-3 0,0 1 0 0,0-2-1 16,0-2 0-16,2 0-1 0,-1-4 0 16,3-2 0-16,-1-2 1 0,1-3-1 0,-1-3 0 15,2-2 1-15,0-3-2 0,-2-1 0 0,4-4-1 16,-3-2 1-16,2-2 0 0,-3-2 1 16,2 0 2-16,-1-4 2 0,0 3-1 0,0-4-1 15,0 3 0-15,1 0-2 0,-1 4-1 16,1 2 0-16,0 3-1 0,0 1 1 0,1 4 1 15,0 1 0-15,2 1 0 0,0 2 0 0,0 2 0 16,3 0 0-16,-3 2-1 0,3 1 0 0,0 3 0 16,0 0 1-16,1 3 0 0,-2 2 0 15,2 2 2-15,-1 2-1 0,0 2 2 0,-2 4 2 16,-1 0 8-16,-2 4 3 0,-1 2 7 16,-2 2 4-16,-3 3 5 0,-1 1 2 0,-3 2-5 15,1 2-3-15,-6 1-2 0,3 0-1 0,-4 2-5 16,-1-2-3-16,3 0-2 0,-1 0-2 0,-4-2-2 15,5-1-3-15,-1 0-1 0,1-1-1 16,-2-2 0-16,2-2-1 0,2-1 0 0,1-1-2 16,0-2 0-16,-1-4-1 0,3 2 1 15,2-3-2-15,-1 0 1 0,0-1-2 0,4 0 0 16,0 1 0-16,-1 0 0 0,2-1 0 0,3 2 1 16,-1-1-1-16,3-1 0 0,0 2-2 0,0-1-1 15,1 0-10-15,1 2-17 0,1-6-30 16,2 2-73-16,-4-3-80 0,4-2-143 0,-2 0-213 15,-1 0-315-15,3-4-348 0,-1-2-221 16,2-1-53-16,-1-2 482 0,1 0 602 0</inkml:trace>
  <inkml:trace contextRef="#ctx0" brushRef="#br0" timeOffset="168692.47">19306 12252 283 0,'3'6'736'0,"-1"2"353"0,-2 3 91 15,3 3-242-15,-1 1-306 0,0 2-189 0,1 1-105 16,3 0-76-16,-2 1-60 0,1-1-41 15,3-2-38-15,2-2-38 0,2-4-9 0,1-5-4 16,3-1 21-16,0-5 11 0,-1-4 3 0,1-3-1 16,0-5-25-16,-3-2-17 0,1-3-25 15,-3-1-16-15,-1-4-9 0,0 1 1 0,-3-4 0 16,-1 1 1-16,-2-1-1 0,-4 1 1 0,0 1-1 16,-5 0-7-16,-2 1-2 0,1 2 1 0,-3 3 3 15,-1 3 2-15,2 4-1 0,0 1 4 16,-3 6-2-16,3 1-2 0,0 7-5 0,2 1-4 15,1 1 0-15,2 2-3 0,3 1 0 16,0 2 0-16,3-2 0 0,1 1-1 0,3-1-1 16,1 1 2-16,4-4 1 0,0 0-1 0,2-1 0 15,2-4 2-15,2-1 0 0,2-1-1 16,0-3 0-16,1 0 0 0,1 0 0 0,0-1 0 16,-1-1-1-16,-1 2 1 0,-1 1-1 15,-1 2 0-15,-1 0 0 0,-2 2 1 0,-5 0 1 16,0 6 1-16,-4 0 0 0,-2 4 3 0,-3 1-1 15,-4 3 0-15,-2 2 2 0,-3 3-2 16,-3 3 1-16,-1 1 0 0,-4 1-2 0,2 2 1 16,-4 2-2-16,2-1 1 0,-1 1-3 15,4-1 0-15,2-2-1 0,2-1-4 0,2-4-3 16,4-1-20-16,2-5-64 0,2-3-69 0,1-3-134 16,3-5-226-16,1-1-315 0,2-4-345 0,1-3-254 15,1 0-78-15,2-3 501 0,-1-4 624 16</inkml:trace>
  <inkml:trace contextRef="#ctx0" brushRef="#br0" timeOffset="169426.71">19886 12511 116 0,'0'5'609'15,"0"-5"378"-15,0 0 153 0,0-2-54 0,2-4-413 16,1 0-255-16,0-5-127 0,2 0-62 15,2-4-41-15,2-2 2 0,1-4 13 0,2 0 9 16,2-2-11-16,-1-2-19 0,4 1-15 16,-4 4-38-16,3-3-38 0,-3 4-33 0,-1 3-20 15,-2 3-9-15,-4 3-4 0,2 0 0 0,-5 7-2 16,2 2 1-16,-4 4 1 0,-1 4 4 0,-1 5-2 16,-4 3-3-16,1 3-1 0,0 5-3 0,-1 1-2 15,2 0-2-15,2 3 2 0,-3-1-2 16,4 2-1-16,-1-2 0 0,1-3-2 0,1-2-3 15,1-1-4-15,1-5-1 0,0-2-2 16,2-4-1-16,2-4 0 0,2-5-1 0,0-5-1 16,1-5 0-16,4-2 1 0,-1-5-2 0,2-2 1 15,2-3-1-15,-2 2 1 0,1-1 0 16,1-2-1-16,-1 4 0 0,2 1 0 0,-5 2-1 16,2 0 1-16,-4 6-1 0,2-1 1 15,-4 6 1-15,-1 0 0 0,0 4 1 0,1 2 1 16,-4 2 0-16,2 1 1 0,-2 3 0 15,-1 4 0-15,0 1 1 0,2 1 0 0,-3 5-1 0,0-2-1 16,0 0-1-16,2-1-1 0,-2 2-1 16,2-2-1-16,3-2 1 0,-2-1-2 15,0-2 0-15,1 0-2 0,2-3-2 0,-1 1-14 16,0-4-58-16,-1 3-76 0,2-6-146 0,-5 2-255 16,0 0-319-16,0-3-376 0,1 0-300 0,-1-3-34 15,0-1 628-15</inkml:trace>
  <inkml:trace contextRef="#ctx0" brushRef="#br0" timeOffset="169606.45">20510 12066 104 0,'-9'-23'779'0,"0"3"593"0,1 3 152 16,-3 6-204-16,0 3-412 0,-2 4-377 0,2 4-194 16,1 4-117-16,1 3-84 0,1 2-57 15,4 2-36-15,2 1-20 0,2 3-12 0,2 3-7 16,4 2-5-16,2 1-10 0,2 1-47 15,2 3-76-15,-2-1-142 0,4 1-254 0,-3 1-302 16,0-1-366-16,5 0-324 0,-2 0-42 0,3-3 597 16</inkml:trace>
  <inkml:trace contextRef="#ctx0" brushRef="#br0" timeOffset="169957.71">20813 12427 195 0,'-2'0'1107'16,"-2"4"609"-16,-4-2-128 0,0-1-337 0,-3 4-447 15,-2-3-320-15,1 2-210 0,-4 3-93 16,2 1-53-16,-2 3-31 0,2 2-25 0,-2 0-20 16,3 6-13-16,3-2-11 0,0-2-10 0,5 2-7 15,3-1-6-15,4-3-4 0,4-3-2 16,5-2-2-16,0-5-1 0,8-6 0 0,0-3-1 16,5-9-6-16,1 0-10 0,2-6-11 0,0-6-12 15,0-2-9-15,-2 1-4 0,-1-2 1 16,-4 4 11-16,0 2 14 0,-6 3 16 0,-2 3 10 15,-2 3 7-15,-6 5 9 0,0 2 9 16,-4 5 6-16,-4 3 5 0,1 5 3 0,-4 2 1 16,0 5-2-16,-2 5-7 0,1 1-5 0,-2 1-6 15,1 3-5-15,2 1-4 0,-1 2-4 16,4-2-2-16,1 4-1 0,1-6-3 0,2 2-1 16,0-4-8-16,3 1-19 0,3-3-34 0,-1-3-79 15,0-2-100-15,0-3-179 0,1-2-293 16,1-6-342-16,2-1-371 0,0-4-176 0,1-3 224 15,2-2 702-15</inkml:trace>
  <inkml:trace contextRef="#ctx0" brushRef="#br0" timeOffset="170289.91">21125 12397 61 0,'3'-6'675'0,"-2"4"691"16,-1 2 244-16,0 4-224 0,-1 1-424 0,-1 3-380 15,1 2-195-15,-3 5-146 0,3-1-91 0,-1 3-51 16,2 2-31-16,0 1-21 0,2 1-15 0,-1 1-11 15,3 2-9-15,-1-1-5 0,2 2-3 0,-1 0-3 16,4-2-2-16,-2-2 0 0,2-3-1 16,0-3 1-16,2-2-1 0,-2-5 1 0,0-3 1 15,0-4 1-15,-1-2 1 0,1-4-1 16,0-6 1-16,0-1-1 0,1-4 1 0,-2-1 5 16,-1-5 5-16,2 1 7 0,0-3 6 0,-2 2 4 15,2-1 3-15,-1 0-4 0,0 4-5 16,-2 1-5-16,3 0-6 0,-1 3-5 0,-3 2-4 15,6 1-2-15,-4 0-2 0,0 3-1 16,2-1 0-16,2 3-2 0,-4 1-1 0,4 2-1 16,-2 1-2-16,2-1-11 0,0 3-15 0,4 0-23 15,-1 1-48-15,1 0-78 0,2 0-89 16,0 0-136-16,1 2-213 0,4 0-312 0,-1 0-284 16,2 2-176-16,2-1 17 0,1 4 474 15</inkml:trace>
  <inkml:trace contextRef="#ctx0" brushRef="#br0" timeOffset="171239.95">22127 12114 48 0,'5'-16'489'16,"-4"3"413"-16,1 0 258 0,-1-1-9 0,-1 2-367 15,4 3-197-15,-3 0-98 0,2 3-77 0,-1 0-65 16,0 4-55-16,-1 0-49 0,3 0-57 16,-3 2-54-16,1 2-30 0,2 2-19 0,-2 2-8 15,-1 5 1-15,-1 2-8 0,0 3-5 0,-1 7-10 16,-4 3-4-16,-1 0-4 0,-2 8-6 15,-2 1-2-15,-4 3-6 0,-2 2-3 0,-1 6-6 16,-2-1-5-16,-2 2-6 0,3 0-5 0,-2-2-2 16,5-3-2-16,0-4-1 0,6-5-2 15,4-3 0-15,2-6 0 0,5-5 0 0,1-4-1 16,6-6 1-16,2-5 0 0,5-6 0 16,3-8-1-16,5-6 0 0,2-5 0 0,5-5-1 15,-1-2-1-15,1-2 0 0,-1 0-3 0,2 0-3 16,-4 2-2-16,-2 1-2 0,-2 3-1 15,-4 2 2-15,-6 4 1 0,0 4 3 0,-2 1 6 16,-7 2 1-16,-2 5 3 0,-2 0 1 16,-4 9 0-16,0 1 1 0,-4 4 2 0,-1 5-1 15,-1 2 0-15,0 8 1 0,-3 1-1 16,0 6-1-16,1 0 0 0,0 6-1 0,-2-2 0 0,4 1-2 16,-1 0 0-16,2-4-2 0,4-3 0 15,0-2-2-15,6-3 1 0,1-7-3 16,6-1-6-16,-1-7-18 0,5-2-31 0,1-4-76 15,1-5-91-15,-1-6-164 0,0-3-259 0,2-4-327 16,-2-3-366-16,3-6-206 0,-1-2 88 0,1-1 626 16</inkml:trace>
  <inkml:trace contextRef="#ctx0" brushRef="#br0" timeOffset="171541.12">22543 12448 133 0,'6'-7'650'0,"-2"5"439"0,-1 4 157 0,-2 1-98 15,2 5-259-15,-3 4-245 0,0 1-173 0,-3 5-105 16,2 1-69-16,-2 4-72 0,-1 1-73 15,1 1-50-15,-2 3-30 0,0 1-19 0,2 0-13 16,0-1-12-16,-1-1-12 0,4-2-6 16,1-5-4-16,4-3-2 0,1-4-2 0,2-4-1 15,2-4 0-15,2-5 1 0,1-7 0 0,2-3 0 16,0-3 1-16,2-5-1 0,-1-5 1 16,1 0-1-16,-1-3 0 0,0-4-1 0,-2 1 0 15,2 0-1-15,-3-3 0 0,-1 0 0 0,1 4-1 16,-3-2 1-16,0 3-1 0,-2 4 1 0,-3 3 1 15,0 6-1-15,-2 3 1 0,-1 4-1 16,-4 6-1-16,2 3-2 0,-3 6-2 0,2 2-2 16,-3 5-14-16,1 1-54 0,-2 6-80 15,2-1-150-15,-2 3-273 0,-1 3-319 16,2 1-388-16,0 2-324 0,1 2 17 0,0-1 686 16</inkml:trace>
  <inkml:trace contextRef="#ctx0" brushRef="#br0" timeOffset="171708.45">22949 12928 703 0,'4'2'1779'16,"-8"2"72"-16,-4 1-410 0,0-1-390 0,-4 0-468 15,-1 1-297-15,1 0-127 0,-3-1-62 0,4-1-37 16,0-1-24-16,3 2-17 0,3-4-10 0,4 2-8 16,1-2-14-16,5-2-30 0,1 2-79 15,4-1-142-15,0-2-249 0,2 1-323 0,-3-3-417 16,4 4-490-16,-2 1-104 0,1 1 732 15</inkml:trace>
  <inkml:trace contextRef="#ctx0" brushRef="#br0" timeOffset="173322.35">28252 17758 361 0,'6'-18'800'0,"-1"2"321"0,-3 1 49 16,-1 1-284-16,-1 2-308 0,0 3-148 0,0 3-68 16,-1 3-25-16,-3 2-35 0,1 1-33 0,-3 3-33 15,0 3-49-15,0 1-49 0,-3 5-41 0,0 2-33 16,3 5-16-16,-2 2-11 0,1 3-7 0,0 4-9 15,2 1-7-15,0 3 0 0,4 1-4 16,1-2-2-16,1 1 3 0,3-1 1 0,2 0 0 16,3-3-1-16,1 0 0 0,1-2-3 0,5-4-7 15,-4 0-3-15,6-2-2 0,0-2-1 16,0-3-1-16,2-1 1 0,-2-2-1 0,1-3-7 16,0-3-31-16,-2-1-70 0,-1-1-75 0,-3-4-140 15,-4 0-242-15,-3-4-319 0,-1-1-331 0,-3-3-225 16,-6-1-21-16,0-3 529 0</inkml:trace>
  <inkml:trace contextRef="#ctx0" brushRef="#br0" timeOffset="173521.44">28126 17922 56 0,'0'-5'576'0,"0"2"433"0,1 0 166 15,3-2-85-15,-3 3-353 0,8-1-321 0,-1-2-175 16,4 2-84-16,2 0-43 0,2 0-23 0,3 0-27 15,-1-1-21-15,5 1-22 0,0 0-9 0,3 2-3 16,0 1-5-16,3 0-1 0,1 1-20 0,0 2-80 16,0 0-180-16,-2 3-294 0,0 3-268 15,-1 0-270-15,-1 3-179 0,-1 1 233 0,-3 0 545 16</inkml:trace>
  <inkml:trace contextRef="#ctx0" brushRef="#br0" timeOffset="173946.11">29139 17842 365 0,'-9'-12'870'0,"-7"0"308"0,2-1 7 15,-4 0-243-15,2 2-386 0,1-2-179 0,0 3-58 16,1 3-12-16,5-1-24 0,-3 1-24 0,3 1-30 15,1-1-42-15,2 1-50 0,3 3-45 16,-2 1-29-16,2 0-19 0,0 1-8 0,1 1-7 16,2 1-4-16,0 2-7 0,0 1-3 0,0 3-3 15,0 2-2-15,0 1-3 0,-1 2-2 16,-1 3 5-16,-3 3 1 0,2 3 2 0,-3 1-2 16,-1 3-1-16,-3 3-5 0,0 2-1 0,-1 4-2 15,-3-2-1-15,1 5 5 0,-3-3 2 0,3 3 1 16,-1-2-1-16,5-2 3 0,1 1 0 15,1-4-4-15,1-1-8 0,6-4-3 0,0-1-3 0,6-3-2 16,2-3-2-16,2-3-1 0,4-1 4 16,0-4 10-16,5-3 2 0,0-1 1 0,3-3-1 0,4-3-1 15,-1-4-4-15,2 2-27 0,-2-5-55 0,1 1-77 16,-1 0-138-16,-3 0-262 0,-4 0-314 0,0 0-364 16,0 2-302-16,-3-1-45 0,-3-1 602 0</inkml:trace>
  <inkml:trace contextRef="#ctx0" brushRef="#br0" timeOffset="174539.4">29233 18283 447 0,'8'-4'955'0,"-1"-2"261"0,-4-3-53 0,2-1-295 15,0-2-365-15,0-4-216 0,1-2-80 16,3 0 6-16,-1-3 22 0,4 0 8 0,2-1-12 16,-5 0-21-16,4 2-39 0,-2 2-51 0,-1 3-44 15,-1 3-38-15,-1 3-15 0,-3 4-10 0,-1 4-2 16,1 4-2-16,-2 4 5 0,2 2 14 15,-2 4 6-15,-2 4 0 0,3-1 1 0,-3 4-3 16,3 0-5-16,0-1-9 0,1 0-8 0,2-2-6 16,2-2-1-16,-1-3-2 0,3 0-1 15,3-4 2-15,0-6 0 0,4-2 1 0,4-4-6 16,0-3-3-16,3-7 0 0,4-1-3 0,-2-4-1 16,3-1 0-16,-2-1 5 0,0 0 1 0,-2 3 1 15,-2 3 2-15,-4-2-1 0,-1 7 0 0,-5 1 1 16,0 5 2-16,-2 1 0 0,-6 4 1 15,-1 2-1-15,-2 3 1 0,-1 3-1 0,-2 2 5 16,-4 2 3-16,1 0 1 0,-2 4 0 0,1 0-2 16,-1 0-4-16,0 2-19 0,-1-2-43 0,1-1-74 15,0-3-85-15,1 1-170 0,-1-5-293 0,-2-1-327 16,6-3-317-16,-5-1-180 0,3-4 160 16,1-4 660-16</inkml:trace>
  <inkml:trace contextRef="#ctx0" brushRef="#br0" timeOffset="174695.37">29854 17965 50 0,'3'-15'598'0,"0"4"462"16,-6 1 160-16,0 1-110 0,-2 3-360 0,0 3-361 0,1 2-196 15,-1 1-98-15,0 1-63 0,1 4-75 0,0-1-136 16,3 2-162-16,-2 5-290 0,3 1-267 16,0 1-215-16,3 2-10 0,-2 3 343 0,3 1 399 15</inkml:trace>
  <inkml:trace contextRef="#ctx0" brushRef="#br0" timeOffset="174942.51">29986 18306 338 0,'10'-8'789'0,"0"-3"282"0,-3 0 34 16,5-4-238-16,-3-2-314 0,4-1-208 0,-1 0-88 16,1 0 5-16,1 1 19 0,2-2 8 0,1 2-21 15,1 3-23-15,-5 2-35 0,-1 1-47 0,1 3-45 16,-5 4-36-16,-2 3-18 0,1 2-10 0,-1 3-4 15,-5 3-7-15,1 2-5 0,-1 1-6 0,-1 2-6 16,0 3-5-16,0 1-6 0,0 0-5 0,2 0-3 16,0-1-4-16,1 1-1 0,2-1-2 0,-2 0 0 15,4-4-1-15,0 0 0 0,1-2-3 0,0-2-2 16,3-1-11-16,0-3-27 0,-1-3-66 0,0-2-67 16,-2-2-119-16,2 0-193 0,1-4-307 0,-3 1-323 15,0-1-242-15,-2-1-128 0,2 2 364 0,-5-1 609 16</inkml:trace>
  <inkml:trace contextRef="#ctx0" brushRef="#br0" timeOffset="175442.99">30347 17843 311 0,'11'-2'805'0,"-4"0"318"15,1-1 23-15,1 0-255 0,-1-1-329 16,0-1-234-16,0-2-126 0,3-1-58 0,-2-2-19 16,1 0-7-16,1 0 11 0,-2-1 15 0,1 1 14 15,1 3 13-15,-3-1 12 0,-2 1-1 0,1 1-25 16,-3 0-26-16,4 1-26 0,-3 3-23 0,-2-1-21 16,2 2-19-16,-2 1-8 0,0 1-3 0,0 2-1 15,2-1-3-15,-2 3-10 0,2 1 1 0,-2 0-9 16,2 0-4-16,-2 1-4 0,3 0-4 0,0 1 3 15,-1 1-5-15,2-1 4 0,-3 0-1 0,3 2 1 16,0 0 1-16,1 1 0 0,-1 0 1 0,-1 1-1 16,1 4 1-16,2-2 0 0,-3 0-1 0,1 1 0 15,-2 1 0-15,4 3 6 0,-5-2 3 16,3-1 1-16,-1 1 0 0,1 0-1 0,0 2 1 16,0-5-7-16,-1 3-3 0,1-3-2 0,-3 2 1 15,4-2 0-15,-3-3 0 0,-4 1 1 0,4-2 1 16,-3 1 0-16,-1-2 2 0,-1-2 1 0,-1-1 7 15,-1 3 9-15,-1-3 9 0,0 1 8 0,-2 0 8 16,-1 1 5-16,0 2-1 0,-1 1-4 0,-1 0-4 16,0 4-5-16,-3 1-4 0,3 0-4 0,-1 2-5 15,-2 1-5-15,1-2-4 0,1 1-4 0,-2-1-5 16,3 1-4-16,0-5-2 0,-1 1-2 0,1-2-7 16,1-2-16-16,-1-2-24 0,-3-4-65 0,2-3-83 0,-1-1-169 15,-2-2-282-15,1-1-328 0,-2-4-395 0,-5 0-277 16,1 0 69-16,-4-4 751 0</inkml:trace>
  <inkml:trace contextRef="#ctx0" brushRef="#br0" timeOffset="177104.89">19977 14190 215 0,'1'0'819'0,"-1"-1"398"0,3 1 104 0,2 0-58 16,2 0-445-16,1 1-286 0,2 2-143 15,3 0-77-15,3 0-76 0,0 3-83 0,4-2-51 16,1 1-30-16,1-1-23 0,2 0-14 16,3 1-11-16,-1 0-10 0,1-3-5 0,0 3-4 15,-1-3-2-15,1-2-3 0,-4 3-2 0,1-3-2 16,-3 2-15-16,-3-2-59 0,-2 1-76 0,-5-1-147 15,-4 1-275-15,-2 0-319 0,-5 2-382 16,-2-3-298-16,-5 4 0 0,-4-4 669 0</inkml:trace>
  <inkml:trace contextRef="#ctx0" brushRef="#br0" timeOffset="177638.57">18336 13981 13 0,'-3'2'504'0,"-1"-1"452"0,3-1 229 16,-1-3-33-16,2 0-321 0,0-3-294 16,5 0-129-16,0-2-46 0,4-2-42 0,1-4-40 15,1 0-37-15,3-3-46 0,0-2-59 0,3-1-52 16,1-5-26-16,1 1-13 0,0 0-9 15,-2-1-8-15,0 3-2 0,0 5-2 0,-5-1-3 16,-3 6-4-16,0 2-3 0,-5 3-4 0,2 0-6 16,-3 6-1-16,-3 4-2 0,-1 3 0 15,-2 3-1-15,-2 6 1 0,1 2 0 0,-3 2 0 16,1 5 0-16,-1 0-2 0,0 3 2 16,0 0-1-16,2 3-1 0,1-1 0 0,-3 1 0 15,1 0 1-15,2-1-2 0,-1 0 0 0,1-3 0 16,1-2-2-16,2-5 0 0,1 0-1 15,0-6-3-15,1-3-10 0,-1-1-34 0,3-4-70 16,-1-3-68-16,0-4-114 0,-1-3-176 16,3-2-269-16,-3-2-308 0,5-1-214 0,-1-2-138 15,0-1 259-15,1-2 537 0</inkml:trace>
  <inkml:trace contextRef="#ctx0" brushRef="#br0" timeOffset="177943.8">18638 13947 311 0,'4'5'631'15,"0"2"282"-15,0 0 132 0,1 4-234 0,0 1-228 16,-1-2-143-16,3 5-100 0,-1-5-76 16,5 3-78-16,-3-1-66 0,3-2-46 0,2-3-29 15,0-1-23-15,0-2-6 0,4-3 5 16,-2-4 9-16,0-3 8 0,0-1 13 0,0-5 29 16,-3 0 35-16,-2-3 42 0,-1-2 24 0,-1-1 8 15,-2 0-9-15,-4 1-21 0,-1-2-32 16,-4 2-34-16,0 1-28 0,-5 0-20 0,0 2-9 15,-3 1-10-15,-3-1-5 0,1 4-7 16,-2 2-4-16,0 2-4 0,0 3-3 0,0 3-1 16,1 3-2-16,1 3-2 0,2 3 1 0,1 4-1 15,0 4 0-15,2 2-1 0,0 3 1 0,2 0-1 16,1 3-7-16,3-2-34 0,-1 1-67 16,3 0-62-16,2-3-112 0,1-1-176 0,0-4-313 15,1-1-297-15,5-1-223 0,-1-5-142 16,1-3 298-16,5-2 577 0</inkml:trace>
  <inkml:trace contextRef="#ctx0" brushRef="#br0" timeOffset="178255.35">19142 14023 81 0,'3'16'586'0,"-2"1"416"0,3 4 188 16,-3-1-69-16,3-1-401 0,-3 1-305 0,2-3-168 15,2 1-90-15,3-6-67 0,0-4-38 16,1-3-20-16,5-4-13 0,-1-5-5 0,0-4-5 16,3-4-2-16,-3-2-4 0,0-4-2 0,-3 1 6 15,-2-5 12-15,-2 2 27 0,-3-1 60 16,-3 0 72-16,-1 0 39 0,-7-1 9 0,-2 0-8 16,-1 1-27-16,-6 0-42 0,-3 0-51 0,0 0-34 15,-5 4-21-15,3 2-13 0,0 3-10 16,-4 6-8-16,4 5-5 0,1 2-3 0,0 5-3 15,3 5-4-15,2 3-3 0,2 3-35 16,5 0-77-16,0 1-129 0,4 3-236 0,2 2-295 16,3-1-357-16,1-1-364 0,2 2-96 0,6-2 509 15,0 1 701-15</inkml:trace>
  <inkml:trace contextRef="#ctx0" brushRef="#br0" timeOffset="179540">19178 14053 72 0,'3'-1'328'15,"-1"1"190"-15,0-2 159 0,-1 1-74 16,2-1-116-16,1-1-101 0,-1 0-62 0,2 2-25 15,1-2-19-15,-2 1-30 0,1 1-38 16,0-2-36-16,-2 1-34 0,2 0-34 0,-2 2-26 16,2 0-25-16,-4 0-26 0,1-3-15 15,-1 3-7-15,-1 3-7 0,0-3-43 0,-3 2-108 16,2 3-191-16,-5-2-283 0,2 1-240 0,0-1-188 16,-1 2 24-16,2 1 335 0</inkml:trace>
  <inkml:trace contextRef="#ctx0" brushRef="#br0" timeOffset="180154.51">19404 14159 133 0,'0'2'650'15,"-3"1"433"-15,2-3 147 0,1 0-148 0,-4 2-336 16,4 1-231-16,0-1-130 0,0 0-79 16,4-1-41-16,-4 2-29 0,1-3-41 0,4 0-45 15,-2 0-42-15,2-4-26 0,3 0-25 0,0-4-18 16,0-1-13-16,1-2-10 0,2 0-5 15,-1-3-5-15,-1 0-2 0,2 1-2 0,-3 0 0 16,-1 2 1-16,-1 2 2 0,0 2 4 16,-3 2 3-16,0 2 2 0,-1 2 1 0,0 1 2 15,-4 4-1-15,0 1-3 0,1 2 0 0,-1 3-1 16,0 2-1-16,1 1-1 0,1 0-2 16,0-1-2-16,0 2-2 0,0-3-2 0,1 1 0 15,1-1-1-15,1-2-1 0,2 1 0 0,0-6 1 16,1-1 0-16,3-3 0 0,1-3-1 15,0-5 0-15,2-2 1 0,-1-2-2 0,1-2 1 16,0 1 0-16,-1-2 0 0,0 2 0 0,-1 0 1 16,-2 2 0-16,0 3-1 0,-2 0 0 15,0 1-1-15,-3 4 0 0,0 0 0 0,1 3 1 16,-3 3 1-16,3 0-1 0,-3 3 2 16,1-1 1-16,-1 3-2 0,4 1 0 0,-2-1 2 15,0-1-1-15,2-1 0 0,1 0-1 0,-1-1 1 16,3-1-1-16,-2-4 0 0,2 0 0 15,2-3 0-15,0-1 0 0,-1-2-2 0,0-2-2 16,0 1-2-16,1-1-1 0,-4 2-4 16,-1 1-23-16,0 4-76 0,-5 2-92 0,0 3-172 15,-2 2-287-15,-2 1-336 0,-1 6-381 0,-2 1-189 16,-1 3 186-16,1 3 700 0</inkml:trace>
  <inkml:trace contextRef="#ctx0" brushRef="#br0" timeOffset="181164.06">19678 16254 22 0,'1'-3'554'0,"-1"1"511"16,0 1 227-16,2-1-37 0,-2 1-281 0,3 1-312 15,1-3-203-15,-3 1-111 0,4 0-66 0,1 1-63 16,0 0-66-16,2-1-47 0,0 1-29 15,3-1-17-15,2 2-15 0,2-1-12 0,-2 1-11 16,5 0-9-16,-2 1-5 0,-1-1-5 0,3 2-3 16,1-2 0-16,-2 0-3 0,2 0-3 0,1 0-15 15,-3 0-54-15,-2 0-78 0,-2 0-138 16,-1 0-225-16,0 0-314 0,-4 0-370 0,0 0-310 16,-1 0-73-16,0 0 531 0,-3 0 651 0</inkml:trace>
  <inkml:trace contextRef="#ctx0" brushRef="#br0" timeOffset="182038.34">17518 15902 361 0,'-2'0'710'0,"-1"2"253"0,3 0 46 0,0-2-252 15,0 0-224-15,2 0-144 0,1 0-95 16,0-2-33-16,2 0 24 0,5-2 0 0,0 2-9 16,0-3-16-16,3 0-24 0,1 0-29 15,0 0-48-15,2 0-49 0,0-1-41 0,0 2-23 16,-4 1-6-16,2-1-7 0,-1 0-1 0,1 3 1 15,-4 2 2-15,0 1 5 0,-3 2 1 16,-1 1 0-16,-2 2-2 0,-3 2-3 0,-1 1-5 16,-1 5-7-16,-3-2-4 0,1 1-5 15,-4 0-5-15,0 1-2 0,1 0-2 0,-1 0-1 16,-2-1-2-16,3 1 0 0,-1-1-1 0,-1 2 0 16,2-1 1-16,-2-2-2 0,4 0 1 15,-3 1-1-15,4-4 0 0,0 2 0 0,-1-2-1 16,4 0-1-16,-1-2 1 0,1-1-1 0,1 1 0 15,1-2 0-15,1 1-1 0,1-2 1 0,0 1-1 16,1-1 0-16,2-3 0 0,0 4-1 0,3-4 0 16,-1-2-2-16,2 4-4 0,2-2-15 0,-2-2-27 15,3 0-69-15,1 0-71 0,-3-3-129 0,1 0-197 16,-1-1-305-16,0-1-333 0,0-1-225 16,-1-2-107-16,0 1 403 0,3-4 596 0</inkml:trace>
  <inkml:trace contextRef="#ctx0" brushRef="#br0" timeOffset="182338.22">17956 16054 24 0,'3'9'476'0,"-1"3"406"0,1 0 259 15,0 2-5-15,3 1-341 0,-1-2-291 16,2 2-177-16,-3-1-97 0,4-1-74 0,1-1-49 16,0-2-34-16,0-4-17 0,5-1-3 0,-3-5 13 15,2-2 6-15,1-4 5 0,-1-5 4 16,1-3 12-16,-3-2 12 0,2-4 12 0,-2 1 6 15,-1-5 3-15,-6 1 3 0,4 1-15 0,-7-1-15 16,-1 3-24-16,-3 0-17 0,-3 0-13 0,-3 4-10 16,-3-1-11-16,-1 3-10 0,-4 1-7 15,2 2-4-15,-1 3-2 0,0 2-2 0,0 3-1 16,1 3-1-16,0 3 0 0,3 3-1 0,1 2-1 16,1 3-1-16,1 2-3 0,2-1-23 15,2 2-69-15,2 1-67 0,2 0-96 0,-1 0-162 16,0 2-255-16,2-2-312 0,0 1-221 0,2 2-160 15,1-1 158-15,0-1 513 0</inkml:trace>
  <inkml:trace contextRef="#ctx0" brushRef="#br0" timeOffset="183003.86">18427 16223 7 0,'0'-2'523'0,"0"-1"488"0,0 0 225 0,-3-2-79 16,3 1-324-16,0 0-314 0,2-2-177 0,-1-1-83 15,5 1-41-15,-1-3-22 0,2 2-30 16,-1-2-39-16,2 0-44 0,4 0-32 0,-2 0-21 16,0 2-15-16,0 4-5 0,0-2-5 0,0 1-2 15,-1 4-2-15,-3 0 0 0,2 4-1 0,-3-2 3 16,3 4 0-16,-4 1 12 0,-2 4 17 0,3-3 16 16,-3 1 8-16,1 2 5 0,-2-1-2 15,1 1-11-15,0-4-16 0,-1 1-14 0,1-2-9 16,-1-1-6-16,1-3-1 0,2 2-2 0,1-3 0 15,0-1 0-15,0-1-1 0,1-4-1 0,-1 0-1 16,4 1 2-16,-2-1-1 0,2-2-1 0,-1 1-1 16,1 0 1-16,1 0 1 0,0 0-3 0,0 1 1 15,-2 2 1-15,1 0 3 0,0 2 0 16,-3-1 0-16,-1 4 1 0,1-1 3 0,-2 0 0 16,-1 3 0-16,0 2 0 0,0-2 1 0,-2 2 2 15,2-2 1-15,-1 2 0 0,1-1-4 16,1 1 2-16,-3-1-1 0,2-2-2 0,1-2-3 15,0 1 0-15,2-2 1 0,2-3 0 0,-1 0 1 16,1-2-1-16,3-3 0 0,-2-2 1 0,1 0-4 16,1-1 0-16,-2 1-1 0,1-1 0 0,1 1 2 15,-3 3 1-15,0 1 0 0,-2 1-1 16,2 0 3-16,-2 4 2 0,-1-1-2 0,-2 4 1 16,0 0 7-16,1 2 4 0,-3 2 4 0,2 1 2 15,-3 2 3-15,5 1 1 0,-5 0-4 0,1-1-5 16,1 0-4-16,-1 1-5 0,3-3-4 15,-1 4-4-15,0-3-2 0,2-1-17 0,-2 1-63 16,5-2-69-16,-4-2-123 0,5 1-208 0,-1-1-310 16,4-2-341-16,1 1-256 0,4-3-103 0,1-2 427 15,5 1 619-15</inkml:trace>
  <inkml:trace contextRef="#ctx0" brushRef="#br0" timeOffset="185337.51">20982 14252 27 0,'-3'2'511'0,"3"2"463"0,-1-2 231 15,-1 2-49-15,0-2-344 0,2 3-268 0,0-1-124 16,2 2-68-16,1 2-46 0,0-1-41 0,1 2-35 15,2 0-54-15,-2-1-61 0,1 1-44 0,2-1-28 16,-2 0-13-16,4 0-11 0,-3-4-8 16,0 2 3-16,-1-3 2 0,3-1 5 0,-2-2 2 15,1-2 2-15,-1-2 3 0,1-4-4 16,-1-1-3-16,1-1-3 0,-2-3-1 0,0 3 0 16,-2-5 2-16,1 3 1 0,-4 0 3 0,0 2-1 15,-2-1-3-15,-1 3-1 0,-2 1-4 16,-2 1-3-16,0 1-3 0,-1 3-4 0,2 0-1 15,-4 2-3-15,1 2 0 0,2 0 0 16,-1 3-2-16,0 1 2 0,2 2-1 0,2 1 1 16,-1 1-2-16,1 1 0 0,3-1 0 0,-1 0 0 15,2 2 1-15,0 1 0 0,2-1 2 0,-1 0-1 16,3-2 1-16,-1-1-1 0,0-2 0 16,3 1 0-16,-1-2 0 0,1-3 0 15,-1-1 0-15,3-2 2 0,1-2-1 0,-1-1 1 16,2-3-1-16,-2-2 1 0,-1 1 0 0,2-2 1 15,-3-1-1-15,0-1 1 0,0-1-1 0,-3 3 5 16,1-3 8-16,-3 1 5 0,-1 3 4 16,-1-1 3-16,-1 1 3 0,-3 0-3 0,-1-1-4 15,0 1-5-15,0 3-4 0,-3-1-2 0,-1 2-4 16,0 0-3-16,2 2-2 0,-3 2-1 16,3 2-1-16,0 2-2 0,0 2 0 0,2 3 0 15,2-1 0-15,-1 7 0 0,1-2 0 16,3 0-1-16,-1 2 2 0,2 1 0 0,2-3-1 15,-1 0 1-15,3-4-1 0,1 0 1 0,-1-2 0 16,4-2 1-16,-2-2 0 0,4-5 1 16,1 0 0-16,0-4 1 0,0-5-1 0,1-1 0 15,1-2 0-15,0-3 0 0,-2-2 0 0,-1 3 0 16,-2 0 1-16,-1-1-1 0,0 3 1 16,-6 2 7-16,-1 1 5 0,0 2 2 0,-5 3 0 15,1 0 0-15,-6 3-1 0,1 3-7 16,-1 2-5-16,-2 2-2 0,1 2-1 0,-1 1 0 15,2 3-1-15,0 2 0 0,2 1-1 0,-1 2 0 16,2 0 1-16,1 0-1 0,1 0 0 16,0-2 0-16,2 0 0 0,-1-1 0 0,2-2-1 15,1-3 1-15,1 1-1 0,0-4 0 0,0 0 0 16,0 0 0-16,0-4-1 0,3-2-3 16,1-1-12-16,-1-2-22 0,2 0-49 0,-2-1-80 15,0-2-145-15,1 0-272 0,-1 0-318 16,0 0-387-16,0 1-355 0,3-2-30 0,-4-1 680 15</inkml:trace>
  <inkml:trace contextRef="#ctx0" brushRef="#br0" timeOffset="186027.77">21196 13821 331 0,'2'-3'678'15,"-2"0"345"-15,-2 2 118 0,0-1-286 0,2 0-225 16,-1 2-133-16,-1 2-75 0,0 1-55 0,-1 1-54 15,2 1-41-15,-4 2-38 0,0 3-40 16,-1 2-50-16,1 5-44 0,-1 2-30 0,-1 3-12 16,1 6-8-16,-2-1-7 0,0 8-1 15,0 3-6-15,0 0-2 0,-1 4-4 0,1 0-2 16,0 2-3-16,2-2-4 0,-2 1-4 0,2-2-2 16,-1-1-5-16,2-1-2 0,1-2-3 15,-4 0-1-15,3-1-1 0,-1 0 0 0,-1-3-2 16,3-1-1-16,-5-1-1 0,4-3-1 0,-2-2-1 15,1-2-4-15,-2-3-13 0,3-4-25 16,1-4-64-16,-1-1-70 0,-2-6-114 0,3-5-177 16,-2-2-305-16,2-7-324 0,1-2-245 0,0-3-143 15,1-4 295-15,-1-3 602 0</inkml:trace>
  <inkml:trace contextRef="#ctx0" brushRef="#br0" timeOffset="187356.65">21150 13906 161 0,'0'-3'434'0,"-2"-1"253"0,1 2 214 15,1-1-108-15,-2 0-140 0,0 2-116 0,2 0-91 16,0-1-79-16,-2-2-84 0,2-2-79 0,2 2-42 15,-2 0 0-15,4-1 20 0,-3-2 23 16,2-3 13-16,1 3-7 0,0-3-21 0,0-1-39 16,-1-2-38-16,2-2-34 0,1 0-25 15,-2-2-14-15,1-1-9 0,2-1-2 0,-1-1-3 16,2 1-4-16,0 0 0 0,-2-4 1 0,2 3 1 16,1-1-2-16,-2 2-2 0,-1-3 0 15,2 4 0-15,0-1-2 0,0 3-2 0,-3-1-1 16,1 0-1-16,-1 3-2 0,1-1-2 15,-2 1 0-15,-2 1-2 0,3 0-2 0,-3 1-1 16,1 2 1-16,-2 0 3 0,1-1 1 0,-2 3 2 16,2 0 0-16,-2 0 1 0,0 0-2 0,0 1-4 15,-2 1-2-15,2 2-3 0,0-1-1 16,0 1-1-16,-2 0 0 0,2 2-2 16,0 0-1-16,-1 2-1 0,1 0-1 0,-2 2 0 15,1 0-4-15,1 3-13 0,-4 1-45 0,1 1-75 16,1 3-135-16,-5 0-247 0,2 2-310 0,0 0-366 15,-3 5-351-15,3-3-82 0,-4 4 572 16</inkml:trace>
  <inkml:trace contextRef="#ctx0" brushRef="#br0" timeOffset="188387.67">21060 14455 146 0,'0'0'387'0,"0"-2"207"0,-2 2 144 0,0-1-100 16,2 1-112-16,0 0-74 0,0-1-59 16,0 1-44-16,0 0-49 0,2 0-46 0,0 0-45 15,-2 0-36-15,0 0-19 0,0 1-8 0,0 0 23 16,1 3 42-16,-1-2 39 0,0 3 3 0,0 2-17 16,0-1-27-16,0 2-42 0,-1 1-48 15,-1 0-44-15,0 2-29 0,-1-1-10 0,2 0-6 16,-4 4-7-16,2 0 0 0,2-1-1 15,-4 2-1-15,1 0-2 0,0 1-2 0,0 0 1 0,0 1-2 16,-2 0 1-16,3 1 2 0,-2-1 1 16,0 2-1-16,0-1-1 0,0 0-3 15,-1 0-2-15,3 0-4 0,0-1-3 0,0-1-1 16,-1 0-1-16,1-3 0 0,2 0-3 16,-3-2 1-16,3-1 1 0,-1-1 0 0,1-2-1 15,-3 0-1-15,4 0 1 0,-4-1 1 0,2 0-1 16,2 0 0-16,-1 0 1 0,-1-1 0 15,1 1-1-15,-3-2 0 0,3 0-1 0,-1 1 1 16,1 0-2-16,1-1 1 0,-2-1-1 0,0 1 0 16,1 2 0-16,-1-1 0 0,2-1 0 15,-1 0-1-15,1 0 1 0,-2-1 0 0,0 2 1 16,2-1 1-16,-2 1-2 0,0-2 0 0,0 1 1 16,2 2-1-16,-3-1-1 0,3-3 0 15,-1 3 0-15,1 0 1 0,-4-3 0 0,4 1 0 16,-1 1 0-16,-1 1 0 0,1-3 0 15,1 2 1-15,-2-2 0 0,2 0-1 0,-2 1-1 16,1 0 2-16,-1-2-1 0,2 1 0 0,-2-1 2 16,1 1 0-16,-1-1 2 0,2-1-1 0,0 0 0 15,0 0-1-15,-1 0 1 0,1-1-2 16,0-1-1-16,0-1 0 0,0 2 0 16,1-2 0-16,-1 0-1 0,0-1 1 0,0 1-1 15,2 1 1-15,-1-2-1 0,-1 2 0 0,0 0-2 16,2-1 0-16,-2 1-1 0,0 0-1 0,2 0-1 15,-1 1-11-15,1-1-31 0,0 1-72 16,-2 1-78-16,0-2-144 0,-2 2-238 0,-1-2-320 16,1 2-334-16,0 0-212 0,-1-1-8 15,2 1 535-15</inkml:trace>
  <inkml:trace contextRef="#ctx0" brushRef="#br0" timeOffset="188737.08">20771 15036 168 0,'-4'0'519'0,"0"-2"340"16,0 2 230-16,1 0-140 0,-2-1-241 0,2 1-151 15,2 0-67-15,-3 0-42 0,2 1-63 16,0-1-60-16,0 2-40 0,-1-1-51 0,2 0-56 16,-1 1-55-16,0-1-30 0,-1-1-19 15,3 2-14-15,-1 0-10 0,1-1-10 0,0-1-8 16,1 1-1-16,1 1 1 0,1 0 6 15,0-1 4-15,4 2 3 0,0 0 5 0,1 0-3 16,3 0-4-16,0-1-4 0,4 0-5 0,0 2-2 16,1-3-3-16,1 0-5 0,1 2-3 0,3-3-5 15,0 0-14-15,0-3-2 0,1 2 0 16,0 0 0-16,-1 0 0 0,1-2 0 0,-1 1 0 16,-2 2 0-16,0-2 0 0,-1 0 0 15,-1 2 0-15,-2 2 0 0,0-2 0 0,-1 2-32 16,-3-2-40-16,-2-2-79 0,2 0-148 0,-4-3-265 15,1-1-326-15,-2-5-404 0,2-2-447 16,-2-2-54-16,0-4 740 0</inkml:trace>
  <inkml:trace contextRef="#ctx0" brushRef="#br0" timeOffset="189820.73">21116 13099 219 0,'-1'2'645'0,"-1"-1"379"15,1-1 146-15,-4 0-209 0,5-1-307 0,-1-1-190 16,1 2-113-16,1-2-72 0,-1 0-29 16,5 0-7-16,-4-1-12 0,2 0-23 0,1 2-33 15,-1-2-34-15,-1 0-35 0,1 1-37 16,-2 1-21-16,3-1-12 0,-3 0-9 15,-1 2-5-15,3-1 2 0,-1 1 2 0,0 0 2 16,2 1 7-16,-1-1 0 0,0 4 8 0,2-3-3 16,0 2-1-16,1 2 3 0,2-1 0 0,0-1 1 15,2 1 0-15,-1 1 2 0,5 1 2 16,-1 0-2-16,4-4-4 0,1 4-2 0,2-1-3 16,1-1-5-16,2-1-3 0,-2 2-3 15,4-3-4-15,1 1-3 0,-1 0-2 0,2 0-2 16,-5 0-2-16,7 0-2 0,-4 0-10 0,0-1 0 15,0 1 0-15,-1-1 0 0,-2 0 0 16,0 1 0-16,0-2 0 0,-4 3 0 0,-1-3 0 16,-1 2 0-16,-3-1 0 0,-2-1 0 0,-2 0 0 15,1 4 0-15,-6-5 0 0,1 0 0 0,-2 2 0 16,-3-2 0-16,0 3 0 0,-3-2 0 16,-2 2 0-16,-1 2-52 0,-5 1-85 0,2-1-155 15,-5-1-260-15,-1-1-339 0,2-1-437 16,-2 2-497-16,0-1-24 0,0-2 853 0</inkml:trace>
  <inkml:trace contextRef="#ctx0" brushRef="#br0" timeOffset="202508.17">25972 16612 219 0,'-1'0'429'0,"-1"0"214"15,1 0 109-15,-3 0-63 0,3 0-57 0,-1 0-66 16,1 0-67-16,-3 0-71 0,3 0-70 0,-1 0-78 16,1 0-49-16,1 0-28 0,-2 1-9 15,2-1-6-15,0 2-19 0,0-2-13 0,2 2-27 16,-2-1-29-16,0 1-28 0,1 1-21 0,1 0-15 15,-1 0-13-15,1-1-11 0,0 2-3 16,-1-2-5-16,2 0-3 0,1 1 2 0,-1-2-1 16,0 2 1-16,1-2-2 0,1-1 2 0,-2 0 1 15,1 0 3-15,-1-1 6 0,0-2 2 0,0 2 2 16,0-2 5-16,1 0 4 0,-3-2-5 0,-1 1 0 16,3-2 1-16,-3 2 0 0,-3-1-1 0,3 1-1 15,-1 0 2-15,-3-1-1 0,3 0-1 16,-2 3 0-16,-1-2-1 0,0 3-3 0,-1-1-3 15,2 2-2-15,-3 2-4 0,1-1-1 0,2 3-3 16,-2 0-1-16,2 2-1 0,-1 0-2 0,1 3 2 16,2 0-1-16,-3 0 1 0,4 2-1 0,-2-1 2 15,2 2-2-15,2-1 1 0,-2-2 0 16,4 2-1-16,-3-2 0 0,2-1-1 0,1-3 1 16,-1 0-1-16,2-2 0 0,-2-3 2 0,2 0 1 15,1-3 1-15,-2-1-1 0,1-2 0 0,0-4-1 16,0 2-1-16,-2-3 0 0,0-1 1 15,2 0 0-15,-4 0 2 0,-1 2-1 0,0-1 2 16,-1 1 5-16,-1 2 5 0,-2 1 0 0,0 0 2 16,1 2 1-16,-2 0 0 0,1 2-5 0,0 2-4 15,0 1-3-15,-2 0-1 0,-1 4-1 16,4 1-1-16,-2 1-1 0,2 0 0 0,0 2 0 16,-2 2-1-16,1-2-2 0,0 2 1 0,3-2 1 15,-1 2 0-15,1-1 0 0,1 0 0 16,-2-3 1-16,2-1-2 0,-2 2-1 0,2-4-1 15,2 0 0-15,-2-2-2 0,2 1-3 0,-1-4-9 16,1 1-37-16,3-1-78 0,-3-1-106 0,-2 2-184 16,4-2-296-16,-1 1-348 0,0-1-348 0,2 0-157 15,0 2 292-15,1-1 680 0</inkml:trace>
  <inkml:trace contextRef="#ctx0" brushRef="#br0" timeOffset="203287.85">25986 16434 184 0,'0'0'389'0,"0"-3"187"0,0 3 61 16,-1 0-90-16,1-2-97 0,0-1-58 0,0 1-30 15,0 1-17-15,1-1-18 0,-1 2-21 0,0-3-33 16,0 2-37-16,0 1-41 0,0-1-38 0,-1 1-37 15,1 0-29-15,-2 0-27 0,1 1-20 16,1 0-13-16,-2 2-13 0,0 0 0 0,0 2 0 16,2 0 8-16,-2-1 7 0,0 2 0 0,1 0 20 15,-1 2 6-15,2-1 7 0,-1 2 29 0,1 0 13 16,0 1 27-16,0 3 1 0,-2 0 8 0,0 1-5 16,1 2-30-16,-2 1-18 0,1-2-25 15,-1 6-20-15,0-3-19 0,-1 1-10 0,0-2-6 16,1 4-5-16,1-3-3 0,-1-2 0 0,1 2-3 15,1-5-1-15,-1 1-2 0,2-2 0 0,-1-1-1 16,1-3-2-16,0 2 1 0,-2-3-9 16,0-2-39-16,1 1-59 0,-3 0-51 0,3-3-71 15,-2 2-122-15,-2-3-160 0,1 1-189 0,0-1-224 16,0-1-218-16,0-1-84 0,3 0 249 0,-3-3 420 16</inkml:trace>
  <inkml:trace contextRef="#ctx0" brushRef="#br0" timeOffset="203838.24">25933 16326 32 0,'1'-3'237'0,"-1"0"142"0,2 1 114 16,-2-1-26-16,0 1-67 0,0 0-46 0,0 0-28 16,0 1-9-16,0 1-5 0,2-2-6 0,-2 2-10 15,1 0-16-15,1 0-21 0,-1 0-25 0,-1 0-30 16,0 0-34-16,2 2-22 0,-2-2-22 0,-2 0-16 16,2 1-15-16,0-1-10 0,0 2-13 0,0-1-10 15,2 2 1-15,0-1-4 0,0 1 21 16,2 0 27-16,0-2 35 0,0 1 16 0,0-1-1 15,0 2 4-15,2-3-23 0,0 1-28 0,-1 1-29 16,1-2-23-16,1 0-14 0,-1 0-17 0,2 0-11 16,0 0-5-16,0 0-3 0,0-2-2 0,2 1-2 15,-2 1 0-15,2-3-1 0,-1 2-2 16,-1-1-1-16,0 1-3 0,-1-1-1 0,0 1-3 16,-4-1-25-16,1 2-59 0,-3 0-62 0,-1 2-108 15,-1-1-173-15,-3 2-297 0,0 0-299 0,-2 1-239 16,1 1-138-16,0 2 281 0,0-1 563 15</inkml:trace>
  <inkml:trace contextRef="#ctx0" brushRef="#br0" timeOffset="204770.58">25813 16856 161 0,'0'2'327'0,"0"0"152"15,0-1 19-15,0 0-53 0,0-1-63 0,0 0-56 16,0 2-36-16,0-2-32 0,0 2-27 0,0-2-29 16,0 0-17-16,0 1-19 0,1-1-17 15,-1 1 11-15,0-1 11 0,2 2 10 0,-2 0-5 16,1-1-5-16,-1-1-5 0,0 0-26 0,4 1-25 15,-4-1-24-15,1 2-16 0,-1-2-11 16,5 0-8-16,-5 3-7 0,1-3 3 0,-1 0 7 16,3 2 10-16,-1 1 24 0,1-2 12 0,-1 1 26 15,1-1 3-15,0 1 0 0,1 0 6 0,0 0-13 16,1 0-10-16,-1 1-25 0,0-2-16 0,0 3-12 16,3-3-21-16,-1 2-7 0,2-2-8 15,0 2-3-15,0 0-2 0,0-1-4 0,1-1-2 16,1 1-5-16,-2-2-3 0,3 1-5 0,-3-1 2 15,0-1-3-15,2 1-1 0,-2-3-1 0,0 1-2 16,2 0 0-16,-2 0-2 0,0-1-2 16,-2 1-17-16,1 1-67 0,-3 0-68 0,1-1-137 15,-4 0-242-15,1 2-311 0,-2 0-345 0,1 0-238 16,1 2-52-16,0-2 536 0</inkml:trace>
  <inkml:trace contextRef="#ctx0" brushRef="#br0" timeOffset="207038.27">25955 17275 330 0,'1'-1'727'0,"-1"0"307"0,-1-1 86 0,-2 0-250 15,-3 4-293-15,1 0-186 0,-2 0-111 16,3 3-76-16,-5 1-60 0,2 1-49 0,1 1-35 15,1-1-25-15,-2 2-15 0,4 3-11 0,0-4-4 16,0 3-5-16,0-1 0 0,3 0 0 0,0 2 1 16,0-1-2-16,3 2-11 0,-2-2-20 0,1-1-92 15,-1 2-165-15,1-1-294 0,0-3-272 0,-2 3-264 16,0-2-160-16,0 2 244 0,-2-2 519 16</inkml:trace>
  <inkml:trace contextRef="#ctx0" brushRef="#br0" timeOffset="207386.77">25733 17955 81 0,'0'4'567'0,"-1"1"380"0,-4-2 143 0,2-2-60 16,3-1-364-16,0-3-287 0,2 0-143 15,-1-4-70-15,5-4-29 0,-1-2-23 0,2-2-26 16,-1-3-20-16,2-5-17 0,3-1-9 0,-2-1-7 16,-1-3-3-16,5 2-6 0,-5 0-6 0,0 4 6 15,-2 2 15-15,0 3 31 0,1 6 25 0,-4 2 12 16,0 4 3-16,-1 2-10 0,-1 6-12 16,-1 3 4-16,0 3-2 0,-1 5-5 0,-1-1-2 15,0 4-6-15,2 2-5 0,-1-1-31 0,1 3-20 16,1-1-9-16,-1 1-7 0,4-4-3 0,-3 2-5 15,3 0 1-15,-1-2-2 0,1-3 0 16,-1 0-8-16,-1 0-45 0,1-4-58 0,-1-2-75 16,-1-2-128-16,1-2-183 0,-1-1-317 0,3-3-258 15,-3-1-214-15,4-4-19 0,0 0 397 0,1-5 486 16</inkml:trace>
  <inkml:trace contextRef="#ctx0" brushRef="#br0" timeOffset="207754.72">26067 17792 250 0,'9'7'601'0,"-4"0"291"0,-1 2 166 16,-4 3-190-16,0 0-252 0,0 3-169 0,-4-2-115 16,1 3-76-16,0 0-82 0,1-1-65 15,-2 2-44-15,2-2-30 0,2 0-16 0,0-2-12 16,5-1-6-16,-1-1-5 0,1-2 0 0,3-2-15 16,2-3-34-16,1-4-63 0,2 0-79 0,-1-6-81 15,2-1-98-15,2-2-82 0,2-1-57 16,-1-2 14-16,2-2 63 0,1 3 83 0,-1-1 98 15,1-1 86-15,-2 4 83 0,-2 1 60 0,2 3 53 16,-4 0 48-16,0 2 71 0,-3 2 80 16,-3 1 96-16,1 1 111 0,-4 1 65 0,-2 1 12 15,1 0-39-15,-4-2-48 0,0 2-28 0,-4-2-32 16,1 1-31-16,-2-2-39 0,-4 0-46 0,1-2-40 16,0 1-56-16,-1-2-56 0,-4-1-46 15,4 1-28-15,-3-2-8 0,0-1-8 0,2 1-2 16,1-1 4-16,0 0 2 0,4 1 0 0,0-1 0 15,2-1-4-15,1 1-49 0,0 0-70 0,-1 0-91 16,2 1-168-16,-4-1-296 0,2-2-331 0,-2-2-288 16,0 0-188-16,-3-3 181 0,-2-5 636 0</inkml:trace>
  <inkml:trace contextRef="#ctx0" brushRef="#br0" timeOffset="208974.75">20837 16838 115 0,'0'-1'596'16,"-2"1"385"-16,-1 0 173 0,0 1-85 16,0 3-360-16,0-1-258 0,-1 3-115 0,1 1-40 15,2 3-22-15,1 1-21 0,-2 3-20 0,0-1-28 16,1 4-40-16,-1-3-46 0,1 5-37 0,-1-1-31 16,-2 1-23-16,1 0-11 0,1 0-9 15,-1-1-4-15,1-2-4 0,0 0-4 0,-1 0-5 16,2-3-51-16,-3 1-61 0,0-4-106 0,-4 1-173 15,3-2-298-15,-1-2-328 0,-1 0-276 0,3-2-162 16,-4 1 282-16,2-4 610 0</inkml:trace>
  <inkml:trace contextRef="#ctx0" brushRef="#br0" timeOffset="214437.95">20626 17579 251 0,'0'0'530'0,"-1"0"243"16,-1 1 159-16,-1-1-193 0,-1 0-203 0,1 1-95 15,-1-1-52-15,1 2-52 0,-2-1-64 0,2-1-62 16,0 2-46-16,0-1-44 0,-2 1-38 0,2 1-29 16,-2-2-7-16,4 2 0 0,-3 2 0 15,3-1-4-15,-1 2-2 0,1-1-1 0,1 2-8 16,0 1-5-16,0 0-12 0,1 3-6 0,1 0-2 16,-1 1 0-16,3 1-2 0,-3 0-3 0,4 1 1 15,-2 0 2-15,2 1 1 0,-1-2-6 16,0 0 0-16,0 0 0 0,0-2 5 0,-3-1-4 15,1 0 0-15,0 1 6 0,-2-4-4 0,-2 2 0 16,0-1-1-16,-1 1 0 0,-2-1-3 16,0 1-1-16,-4-2 8 0,1 2-6 0,0 0-3 15,-1-2 5-15,-4 2 3 0,4-1-3 0,-3-1-5 16,2 0 1-16,0-1-1 0,0-2-23 0,1-1-30 16,1 0-76-16,2-3-127 0,-1 0-169 15,1-2-299-15,2 0-265 0,-1-4-238 0,1 1 33 16,3-3 382-16</inkml:trace>
  <inkml:trace contextRef="#ctx0" brushRef="#br0" timeOffset="214671.77">20527 17665 122 0,'4'-6'516'0,"-4"2"302"0,2-2 146 15,0 1-97-15,-1 0-272 0,3 3-158 0,0-4-102 16,1 4-55-16,0-1-36 0,6 1-16 15,-2 0-55-15,4-2-56 0,1 3-47 0,5-2-24 16,-1 0-14-16,2 0-19 0,-1 0-9 0,3-1-4 16,2 1 2-16,0-2 0 0,-2 1 1 15,3-1-2-15,0 0-12 0,1-1-58 0,-3 0-123 16,0-1-176-16,-3 1-290 0,2-3-277 0,-3 0-248 16,-1 0-26-16,-2 0 363 0,-1 0 455 0</inkml:trace>
  <inkml:trace contextRef="#ctx0" brushRef="#br0" timeOffset="-212375.79">20796 14023 49 0,'3'4'235'0,"3"-2"102"0,-3 2 86 15,0 0-127-15,2-1-119 0,0 1-72 0,-2 1-43 16,2 1-1-16,3-2 0 0,-5 2-1 16,2-3 11-16,-1 1 10 0,1-2-1 0,-1 1-11 15,0-2 3-15,1 1 8 0,-1-2-14 16,0 2-7-16,-1-2-5 0,-1 1-8 0,-1-1-16 15,2 1-14-15,-1 4-9 0,0-3-1 16,-2 4-27-16,1-1-77 0,1 5-182 0,-1-3-185 16,-1 2-85-16,0 0 14 0,2-1 119 0</inkml:trace>
  <inkml:trace contextRef="#ctx0" brushRef="#br0" timeOffset="-212150.93">21193 14365 153 0,'6'5'351'0,"0"-1"140"0,-1-1 97 16,0 0-214-16,-1 0-176 0,1 3-96 16,0-4-49-16,3 0-28 0,-4 1-17 15,1-1-30-15,-1 2-46 0,0-4-96 0,1 4-178 16,0-1-125-16,-1 0-22 0,3 0 71 15,-4 1 128-15</inkml:trace>
  <inkml:trace contextRef="#ctx0" brushRef="#br0" timeOffset="-211959.6">21558 14604 8 0,'5'10'203'16,"-4"-3"99"-16,2-1 91 0,-1 1-79 0,1-2-132 16,2-1-84-16,-4 0-48 0,2 1-23 0,1-2-13 15,-1 0-18-15,2 0-31 0,-4 0-71 16,4-1-138-16,1 2-92 0,-1 0-9 0,0 1 52 16,1-1 86-16</inkml:trace>
  <inkml:trace contextRef="#ctx0" brushRef="#br0" timeOffset="-211759.49">21969 14897 76 0,'8'12'233'15,"-2"0"96"-15,0 0 31 0,-1-1-132 16,0 1-139-16,4-2-147 0,-2 1-180 15,-2-2-77-15,3-2 4 0,-2 2 57 0</inkml:trace>
  <inkml:trace contextRef="#ctx0" brushRef="#br0" timeOffset="-207491.07">20781 13239 36 0,'4'1'237'0,"-3"0"117"15,-1-1 101-15,2 2-112 0,-1 0-119 0,-1-1-79 16,2 0-43-16,0 3-19 0,-2-2-7 16,0 2 9-16,0-2 1 0,0 3-2 0,1-3-3 15,-1 4 2-15,0-1 4 0,2-1-3 16,-2 0-6-16,2 2-9 0,-2-1 17 0,0 1 17 15,0-2 10-15,1 2 7 0,-1 0 18 0,0 2 8 16,2-2-11-16,-2 1-17 0,1-1 5 16,-1 1 0-16,0 0-15 0,0 0-14 0,3 0-11 15,-3 1-7-15,2 1-25 0,-2-2-20 0,1 4-8 16,1-3-3-16,-1 3 37 0,3-3 27 16,-3 3 12-16,2-1 7 0,2-1 0 0,-1 0-2 15,0 0-41-15,1 2-24 0,-2-3-13 16,0 2-11-16,0-3-4 0,0 1-1 0,-1-1-4 15,3 0 0-15,-3-1-2 0,1 2 28 16,-2-2 18-16,4-1 10 0,-5 4 16 0,1-3 4 16,-1 0 2-16,0 1-18 0,3-1-23 0,-3 2-11 15,2-1-14-15,0 2-8 0,-1-1-4 16,-1 1-8-16,4 0 1 0,-3 0 1 0,1 1 1 16,-1-1 0-16,3 0 5 0,-3 1 13 15,2 0 7-15,-1-1 6 0,1-1-2 0,-2 2 2 16,2-3-6-16,-1 1-13 0,0-1-1 0,-1 1-6 15,-1-1 0-15,2-1-2 0,0 0 3 0,-1 0 1 16,-1 0-3-16,2 1 0 0,-1 0 4 16,1-1 1-16,0 1 2 0,-1 1-1 0,-1-1-1 15,0 1-1-15,2-1 0 0,-1 0-1 16,1 3-4-16,-2-2 3 0,2 0-1 0,-2 0 2 16,2 1 1-16,-2-2-4 0,2 2 3 0,0-1 0 15,-1 0-1-15,-1 2-2 0,2-2-2 16,-1 2 2-16,-1-1-2 0,2 0 2 15,0 1 2-15,-2-1 2 0,0 0-3 0,0-1 4 16,1 3 3-16,-1 1-2 0,3-4 25 0,-1 3 17 16,0 1 12-16,-1-2 4 0,1 1-1 0,1 0 0 15,-1-1-24-15,2 0-17 0,-2-1-4 16,-1 1-12-16,2 1 3 0,-1-2-6 0,0 1 0 16,-1-2 4-16,2 3-7 0,-1-2 6 0,0 0-5 15,-2-1 3-15,1 3 0 0,1-2-2 16,-1 1 7-16,-1 0-4 0,2-1 4 0,0 0 1 15,-1-2-5-15,-1 2-1 0,5-2-4 16,-5 3-2-16,1-1-3 0,-1-2-1 0,3 1 6 16,-3 1 0-16,2 1 38 0,0-1 45 0,-1 2 24 15,2-1 9-15,-1 1 0 0,0 0-1 16,-1 1-34-16,3-2-36 0,-4 0-21 0,1 1-10 16,2-3-8-16,2 3-2 0,-2-2-3 15,0-1 0-15,0 1 2 0,0-2-3 0,1 1 0 16,1 1 0-16,-2-3 0 0,0 1 2 15,1 0-3-15,-1 0 2 0,2-1 2 0,-1 1 1 16,0 1-1-16,0-1-4 0,0 3 4 0,1-2-1 16,-1 2-1-16,0 1 0 0,1 2-1 0,-2-1 4 15,0-1 1-15,0 1-3 0,2-2 0 16,-1 4 0-16,1-3 0 0,-2 0 0 0,2 2-1 16,-2-1 0-16,2-2 1 0,0 0-1 15,1 1 1-15,-3-3-2 0,4 3 0 0,-4-3 0 16,2 1 2-16,-1-1-2 0,1-1-1 0,0 0 1 15,-1 3-2-15,1-4 2 0,0 3-2 16,0-2 0-16,0 1 4 0,1-1-2 0,-2 2 0 16,1 0 1-16,0 0 0 0,2 0 2 0,-3 0-4 15,2 1 1-15,-1-1 2 0,0 1-2 16,1-1-1-16,-1 0-2 0,0-1 3 0,-1 1 0 16,3-1-2-16,-4-1-1 0,0 3 2 0,4-3 1 15,-3-1-3-15,2 0 0 0,-1 0 2 16,2 2 0-16,-3-2-1 0,1-1 2 15,2 1 1-15,-1 2 1 0,0-2-1 0,0 1 0 16,2-1 1-16,0 3-4 0,-2-4 0 0,2 3 0 16,1 0-1-16,-2-3 0 0,3 2 1 0,-4 3 1 15,4-4 1-15,0 1 2 0,-2 1-1 16,1-1-1-16,1 1 3 0,-2-1 0 0,2-1 0 16,1 2-1-16,-5-1-1 0,2-1 2 0,2 2-2 15,-1-3 0-15,-1 2-1 0,0 0-2 16,-2 1 2-16,4-1 0 0,-2 1-2 0,0-2 1 15,0 1 0-15,1 0 1 0,0 1 0 16,0 0 0-16,0-1 1 0,0 1 3 0,-1 1 1 16,2-2-1-16,1 3-1 0,-3-3-4 0,1 0 0 15,0 2-1-15,1-1 0 0,-2-1 1 16,5 0 2-16,-5 2 2 0,1-2 1 0,2 0-1 16,-1 0-1-16,-1 0 0 0,-1-1 0 0,3-1 0 15,-1 0-2-15,-1 1 1 0,0-1-1 16,1 0 4-16,0-1-4 0,0 3 0 0,0-1 2 15,1 0-1-15,0 0 0 0,-1 1-2 16,-1-1 3-16,2 1 0 0,-1-2 1 0,-1 2 0 16,2 0 0-16,-3 0 0 0,3-1 1 0,-1 3 0 15,-1-1-3-15,1 0 1 0,1-1 0 16,-2 1 2-16,-1 0 3 0,0 2 3 0,1-3 2 16,0 1 2-16,-3 0 1 0,0 2-1 0,2-3-4 15,-2 2-3-15,-1-1-3 0,2-1 0 16,-3 1-1-16,4-1 0 0,-3-1-2 0,0-1 1 15,-1 2-2-15,1-1-1 0,2 0 0 16,-1 0 2-16,-2-1 0 0,1-1-1 0,2 1 2 16,-3-2-2-16,1 1 2 0,1 0-2 0,1 0 1 15,-3-1 0-15,3 1 1 0,-1-1 0 16,0 2 0-16,2-1-1 0,-1 0-1 0,-1 1-2 16,3-1 1-16,-1 0 0 0,0 2 0 0,0 0 1 15,1 0 0-15,0-1 0 0,0 0 1 16,0-1 0-16,1 3-1 0,0-3-1 0,2 2 4 15,-1-1 0-15,0 1-1 0,3-1 2 16,-1-2 0-16,3 2 0 0,-2 0-2 0,0-2 0 16,2 0 0-16,1-1-2 0,-2 0 0 0,0 2 0 15,2-3 0-15,-2 0-1 0,1 3 2 16,0-3-1-16,-2 2 1 0,3-2 0 0,0 2 0 16,-2 0 0-16,0-1-1 0,0 1 0 0,0 0 1 15,-2 0-1-15,0 0 0 0,1-1-1 16,-2 2 1-16,0-2 1 0,-1 2-2 0,0 1 2 15,1-3 0-15,-2 2 0 0,2 0-1 16,0 2 1-16,-2-1 0 0,1-1 0 0,1 0 0 16,-2 2 2-16,1 0 3 0,1-1 4 0,0 1 2 15,2-2 1-15,-3 0 1 0,0 1 0 0,3 0-5 16,-1-3-2-16,1 2-3 0,-3-2-3 16,2 1 0-16,1-1-1 0,-3 0-1 0,3-2 0 15,-3 3 0-15,2-3 0 0,0 1 1 16,0 1-1-16,-3-1 1 0,2 3 0 0,0-3 0 15,-1 2 0-15,0 0 2 0,1 0 0 16,-2 0-2-16,0 1 1 0,0-1 1 0,0 2 1 16,-2-1-3-16,2 1 0 0,1-1 0 0,-2-1 0 15,1 1 0-15,-1 0 0 0,3-2 0 0,-4 2 0 16,2-3 0-16,0 3 0 0,0-2 0 0,-2 0-1 16,1 1 1-16,0-2 0 0,-2 1 1 0,2-1 0 15,-3 3-1-15,1-3 0 0,-1 2 0 16,-1-1 1-16,-2 0-1 0,3 0 1 0,-3 1 0 15,1 0 1-15,-3 1-1 0,2-1 1 0,-1 0 0 16,0 2 0-16,-1-2-2 0,-1 1 0 0,4 1 0 16,-4-3 0-16,1 3-1 0,2-1 1 0,0-1-1 15,-1 2 0-15,-1-3 1 0,2 1-1 16,1 0 0-16,-1 2 1 0,2-3 0 0,-2 2 0 16,2 0 1-16,1-1 1 0,0 0 0 0,1 1 0 15,-1-1 0-15,0 0 0 0,3 2-1 0,0-2 0 16,-1 1 0-16,2 1 0 0,-2-3-1 15,4 3 0-15,-2-1 0 0,2-1-1 0,-3 2 0 16,4-3 1-16,-4 2 0 0,3-1 1 0,-2 1-1 16,1 0 1-16,-1-2-2 0,2 0 0 0,-4 0 1 15,2 0-1-15,-1-1 0 0,-1 2 0 0,-1-2 1 16,-1-1 0-16,2 3-1 0,-4-2 1 0,1 1 0 16,0 0 2-16,-2-1-1 0,2 1 1 15,-2 1 1-15,1 0-1 0,-2-2 0 0,2 2-1 16,-3 2 0-16,2-3 0 0,1 3 0 0,-3 0 2 15,4-1 3-15,-2-1 2 0,4 2 0 0,-1-1 2 16,-2 0-1-16,4 2-2 0,-1-2-3 16,2 0-1-16,-1 1-1 0,0-1 0 0,0-1-2 15,3 2 1-15,-2-1 0 0,0-1 1 0,1 2-2 16,0-3 2-16,0 3-1 0,-1-1 0 0,-1-2-1 16,1 1-1-16,-1 0 2 0,2 2 0 15,-2-2-1-15,0-2 0 0,0 3 1 0,-1-2 0 16,0 2-2-16,1-2 0 0,-2 0 1 0,2 1 0 15,-2 0-1-15,0-2 0 0,1 1 1 0,-1-1 0 16,2 0-1-16,-2 1 0 0,1 0 1 16,-1-1 0-16,3 1 0 0,-2 1 1 0,1-2 1 15,-2 1-1-15,3 1 0 0,-1-2-1 0,0 2 1 16,0 0-2-16,3-2 0 0,-1 3-1 0,-1-3 2 16,2 3-1-16,0-2-1 0,1-1 2 0,-2 4 0 15,2-5-1-15,0 2 2 0,-1-2-1 16,1 3 1-16,0 0 0 0,1-3 1 0,-4 1-1 15,5 1 0-15,-2 0 0 0,0-2 0 0,-1 1-1 16,2 0 0-16,-1-1 1 0,0 2 0 0,0 0 0 16,-1-2-1-16,1 0 0 0,1 1 0 0,-1 0 0 15,0 1-1-15,-1 0 2 0,1-1-1 0,-2 2 1 16,2-2 1-16,-1 3-2 0,-1 0 0 16,0-1 1-16,1 0-1 0,0 0 0 0,-3-2 0 15,2 2 0-15,1 0 0 0,-3 0 0 0,0-2 0 16,0 3-1-16,-1-2 1 0,1 1 0 0,0-1 0 15,-1 1 0-15,0 2 1 0,1-2 0 16,0 0-1-16,0 2 0 0,0-3 1 0,-2 3-1 16,2 0 0-16,0-1-1 0,1 0 1 0,0 1 0 15,0 1 0-15,0-2 0 0,-1-1 1 0,4 2-1 16,-2-3 0-16,0 2-1 0,0-2 1 16,2 1 0-16,-1-2-1 0,1 0 0 0,1 0 1 15,0 1 0-15,1-2 0 0,-1 3-1 0,3-3 0 16,-3 0 1-16,4 0 0 0,-4 0 0 0,3 2-1 15,-1-2 1-15,0 0 1 0,0 3-2 16,0-2 1-16,0 1-1 0,0-1 0 0,0 1-1 16,0 0 2-16,0-1 0 0,-2 0 0 0,3 3 0 15,-3-3 0-15,1 0 0 0,-2 1 0 0,0 1 0 16,2-2 0-16,-3 1 1 0,1-1 0 0,-1-1 0 16,1 2 0-16,-2-2 0 0,2 1-1 15,-1-1 0-15,0 0 2 0,-2 0-2 0,4 0 0 16,-4 1 0-16,1-1 0 0,2 2 0 0,-2-2 0 15,0 2 0-15,-1-1 0 0,0 1 1 16,1 1-1-16,0-2 0 0,-1 2-1 0,-1 0 0 16,0 2 0-16,1-3 1 0,-3 3 1 0,1 0 0 15,-1-1 0-15,-1-1 0 0,3 2-1 0,-4-1 0 16,1 0 0-16,0 0 0 0,-2-1-1 0,1-2 1 16,-1 3 1-16,0-3-1 0,0 0 0 0,-2 1 0 15,1-1 0-15,-2-1 1 0,1 0-1 16,-1 2 0-16,-1-2-1 0,-1 0 1 0,1 0-3 15,-2 0-2-15,0 0-8 0,0 1-30 0,-4 0-75 16,-1 1-96-16,-3 1-185 0,2 0-289 0,-3 0-338 16,2 0-373-16,-3-1-187 0,2-1 232 15,-2-1 712-15</inkml:trace>
  <inkml:trace contextRef="#ctx0" brushRef="#br0" timeOffset="-192717.68">21733 388 114 0,'3'-7'427'0,"-3"3"299"15,4 2 221-15,-4-1-63 0,1 1-198 0,1 1-150 16,-2 2-102-16,1-1-97 0,-1 2-77 15,0-1-64-15,0 2-40 0,2 0-4 0,0 5 18 16,1 1 19-16,0 6 10 0,3 1-5 16,-3 3-20-16,4 6-29 0,-4 3-36 0,2 4-33 15,-2 4-24-15,0 3-10 0,0 4-1 16,2 2-6-16,-4 3-4 0,1-1-1 0,-2 2-1 16,0 1-2-16,0 1-5 0,-2 1-1 0,1 1-1 15,-4-1 0-15,2 2 1 0,0 0-1 0,0-1-3 16,-2 1-1-16,2-1-1 0,-1 2 0 0,0-1 0 15,-1-2 3-15,0 2 0 0,2 0-2 0,0 1-2 16,1-4-2-16,-1 4-3 0,2-3-4 16,-3 1-3-16,4-1-1 0,-3-1-2 0,2 0 1 15,-1-2 0-15,0 1 0 0,2-3 0 0,0 0 3 16,0 1 0-16,0-3 0 0,0 4 0 0,0-3 0 16,2 1-2-16,-2 1 0 0,2-2 0 0,-2 0-1 15,1 3 0-15,-1-3 0 0,0 1 0 16,0-3-2-16,0 3 1 0,-1-2 1 0,1 0 2 15,-4-1 4-15,2 0 6 0,-3 1 3 0,2 1 0 16,-4 0 0-16,2 1-1 0,1 0-5 0,-4-1-3 16,2 2-4-16,-1-2-1 0,1 1-1 15,-1 1-1-15,-2 0-1 0,3 1 0 0,-1-1-1 16,1 0 3-16,-2 2 0 0,4-1 2 16,-3-1 1-16,2 2-1 0,0 0 1 0,1-1-1 15,-1 0-2-15,1 1 1 0,-1-1-1 0,1 0 0 16,0-1-1-16,-1-1 0 0,2 0-1 15,-2-2 1-15,0-2 0 0,2 2 2 0,2-3 0 16,-3 2 2-16,1-3 0 0,0 2 0 0,-2-1-1 16,4-2-1-16,-4 2 0 0,2-2 0 15,0 3-1-15,0-1 0 0,-1-2-1 0,1 2 1 16,-2 1-1-16,2-4-1 0,0 4 0 16,-3-2-1-16,1-1 2 0,2 0 1 0,-2 2 0 0,4-4 2 15,-4 4 0-15,1 0 2 0,0-2-1 16,-1 1 0-16,2-1-1 0,-2 1-1 15,2 0 0-15,-2 0-1 0,2-2-1 0,0 1 1 16,0 1-2-16,-2-3 1 0,2-1 0 0,0-1-1 16,0 0 1-16,-1 0-1 0,1 0 1 0,0-3 1 15,1 2 0-15,-1-1 2 0,0-1 0 16,-1 1 0-16,1-2 1 0,-1 0-1 0,3 2-1 16,-3-2 0-16,1 1-1 0,2-2 1 15,-3 0 0-15,3 3-1 0,-2-1 0 0,1 0 0 16,-1-1 0-16,2 2 0 0,-1-1-1 15,1 0-1-15,-3-1 1 0,4 0-1 0,-1 0 0 16,1-3 0-16,0 1 1 0,0-4 0 0,0 0 1 16,1-1 0-16,1-2 1 0,1-1-1 15,-1 0 2-15,2-3-2 0,-1 0 1 0,2 1-1 16,-2-3 0-16,4 0 0 0,-2 1 0 16,4 0 1-16,-5 0 0 0,4 0-1 0,-1 1 0 15,-1 1 0-15,3 0-1 0,0-1 1 0,0 1-1 16,0-1 1-16,-1 2 0 0,0-1 0 0,0 1 0 15,2-1-1-15,-2-1 0 0,0 0 1 16,1 1-1-16,0-2 0 0,1-2 0 0,-2 1 0 16,3-2-1-16,-2-2 1 0,1 0-1 0,1-1 2 15,0-4 0-15,2 1 0 0,1 0 0 16,0-3 1-16,2 1 0 0,0-2 0 0,1 1-1 16,0-2 1-16,3 0 0 0,0 1 0 0,2-2 0 15,-1 0-1-15,4-1 1 0,0 2-1 16,2-2 0-16,2 1 0 0,-1 0 0 15,2-1 0-15,2 1 0 0,-2-2 0 0,3 2-1 0,0 1 1 16,2-3-1-16,1 2-1 0,1 0 0 16,1-2-1-16,1 2 2 0,2 0-1 0,-1 1 2 15,2 0 1-15,1 0 1 0,3 0 0 0,2 1 0 16,0 2 0-16,2-4 0 0,3 2-1 16,1 0-1-16,0-1 0 0,0 1 0 0,3-2-1 15,1 0 0-15,1 0 1 0,1 0 0 0,1-2 1 16,1 1 1-16,1 1 0 0,4-2 1 15,1 2 0-15,3-2-2 0,-2 3 0 0,3 0-1 16,0 1-1-16,1-1 0 0,0 4 1 16,2-1 1-16,0 3 1 0,2-3 1 0,1 3 0 15,2-1 1-15,1 0-1 0,1 2-2 16,4-3-1-16,-3 2-1 0,1-3 0 0,2 2 1 16,-1-1 0-16,2 0 2 0,1-1 1 0,1 2 0 15,0 0 0-15,1-2-2 0,0 3-1 0,-2-2 0 16,3 3 0-16,-5-2 1 0,4 1 0 15,-1 1 1-15,3 1 1 0,-1-3-1 0,3 4-1 16,-3 1-2-16,-2-2-1 0,3-1 1 16,0 2 0-16,-1-1 2 0,0 3 1 0,0-3 1 15,4 1 0-15,-2 1-1 0,2-3-2 0,1 4-2 16,-2-5 6-16,0 3 3 0,1-2 3 0,2-1 2 16,-1 1 0-16,3-2 2 0,-1-3-6 15,-1 2-4-15,1-1-2 0,1-3-1 0,-3 1 1 16,2-2 1-16,5 0 0 0,-4-1 0 15,1-1 0-15,0 0-2 0,1-1-3 0,-3 0 2 16,0 0 0-16,0 2 1 0,-1-2 1 0,3 2 1 16,-2-2 0-16,1 0-2 0,-1 1-2 0,-3-1 0 15,0 1 0-15,-2 1 2 0,-1-1 0 16,-2 1 1-16,1-2 2 0,1 0-1 0,0 1-1 16,-4-1-2-16,-1 0-1 0,0 1 0 0,-5-1 1 15,2 2 1-15,-2-2 1 0,-1 1 2 0,0-1 0 16,1 2 0-16,-3-2-1 0,1 0-1 0,-2 0-1 15,-1 0-2-15,-2-2 1 0,-1 1 0 16,-3 1 1-16,1-2 1 0,-2 1 2 0,0 0 0 16,0-2 2-16,-1 1-2 0,-1 1-1 0,-3-2-1 15,0 1-1-15,-4 0 0 0,1 0-1 16,-4-1-2-16,3-2 1 0,-6 2 1 0,4-1 1 16,-4 0 0-16,2-1 1 0,-4-1 1 0,3 0 1 0,-2-2-2 15,-1 1 0-15,3-1-1 0,-5 0 0 16,-1-2-1-16,0 1-3 0,-3-2 1 0,-3 3-1 15,-3 0-1-15,-3 1-1 0,-3-1-2 0,-5 3-4 16,-2 0-12-16,-6 2-22 0,-5-2-64 0,-9 1-88 16,-3 1-175-16,-6-2-284 0,-3 1-340 0,-6-3-411 15,-8-2-283-15,-7 1 122 0,-8-4 794 0</inkml:trace>
  <inkml:trace contextRef="#ctx0" brushRef="#br0" timeOffset="-191324.92">22470 736 373 0,'2'2'792'0,"-2"-1"312"15,1-1 60-15,-2 0-299 0,1 0-255 0,0 0-111 16,0 2-65-16,1-2-61 0,-1 1-58 16,0-1-43-16,2 3-47 0,-2 0-57 0,-2 3-44 15,2 4-24-15,-1 3-9 0,-1 2-7 0,0 3-10 16,0 4-9-16,0 3-11 0,0 0-9 0,-1 4-10 16,3 0-7-16,-3 1-6 0,0 2-5 15,1-1-5-15,1 0-4 0,-3-1-2 0,3-3-2 0,-1 1-2 16,0-3-1-16,1-3 0 0,-1 1-1 15,1-3 0-15,-2-2 0 0,1 0 0 0,2-5-1 0,-3 1 0 16,2-2 0-16,-1-3 0 0,0 0-1 16,1-2-1-16,-1 0-1 0,1-2-1 0,-1 0-7 15,0-3-13-15,1 1-18 0,-1-1-28 0,-1-2-63 16,0 0-75-16,-2-2-107 0,4-2-175 0,-2 3-296 16,1-4-318-16,0 0-254 0,1 1-144 0,1-2 285 15,-2 0 630-15</inkml:trace>
  <inkml:trace contextRef="#ctx0" brushRef="#br0" timeOffset="-190893.99">22653 842 444 0,'7'-5'934'0,"-2"1"272"0,-2 2-40 15,-2-3-329-15,3 0-294 0,-3 4-127 0,4 1-60 16,1 5-35-16,-1 2-27 0,1 3-24 0,1 0-37 16,1 3-66-16,-1 2-51 0,1 1-29 0,2 2-14 15,1 4-13-15,-2-1-5 0,3 3-9 16,-2 2-8-16,1-1-7 0,1 0-7 0,-2 1-5 15,2-2-6-15,-3 0-6 0,2-3-3 0,-3-2-1 16,0-2-2-16,-1-3-1 0,0-3 0 0,-2 0 0 16,0-3 1-16,0-2 1 0,-4-2 3 0,1-2 2 0,-1-1 0 15,1-2 1-15,-2-1-1 0,0-2-1 0,0-2-3 16,-2-1-3-16,2-2-3 0,-3 0-1 16,3 0-4-16,-1 0-14 0,1-3-23 0,-2 2-49 15,0-4-69-15,1-1-91 0,-1-3-155 0,1 0-232 16,1-2-312-16,0-1-286 0,0-4-198 0,0 2 53 15,-2-3 538-15</inkml:trace>
  <inkml:trace contextRef="#ctx0" brushRef="#br0" timeOffset="-190574.92">22622 394 211 0,'-5'0'830'15,"2"5"404"-15,0-4 20 0,1 2-178 16,1-1-438-16,2-1-229 0,3 2-83 0,2 1-50 16,5 0-31-16,0 2-23 0,4-1-31 15,2 2-51-15,5 0-50 0,1-1-27 0,4 0-17 16,0 1-6-16,3-5-7 0,5 2-11 15,-4 0-9-15,3-4-4 0,-1 3 2 16,2-2 2-16,-4-1-2 0,-1 0-1 0,0 2-1 16,-3-1-2-16,-4 1-9 0,-1 1-23 0,-7 0-67 15,-2 1-66-15,-6 2-146 0,-3 4-234 16,-2 1-315-16,-4 3-350 0,-2-1-244 16,-3 1-63-16,-3 1 555 0</inkml:trace>
  <inkml:trace contextRef="#ctx0" brushRef="#br0" timeOffset="-189804.76">22930 771 240 0,'0'-2'435'0,"0"-3"205"16,-3 4 65-16,3 1-97 0,-1-1-93 15,-1 0-52-15,1 1-39 0,1 0-44 0,0 0-54 16,-2 0-53-16,2 0-53 0,-2 0-51 16,2 1-43-16,-1-1-33 0,1 1-13 0,-2 3 3 15,0 0 17-15,2 3 35 0,0 4 42 16,0-1 26-16,-1 1 6 0,-1-1-17 0,2 2-21 16,0 2-31-16,-1-1-35 0,1 2-22 0,-2 2-14 15,0-1-8-15,-1 2-5 0,2 2-5 0,-4-1-5 16,4 3-6-16,-3-1-6 0,1 2-5 0,0-1-5 15,-2 3-4-15,2-1-4 0,-2-2-3 0,0 1-4 16,-1-2-2-16,3-2-2 0,-2-1-2 0,2-3-2 16,-2-1-1-16,4-3 1 0,-3-2-2 0,0-1 0 15,1 0 0-15,0-4-1 0,1 0-2 0,-1 1-1 16,1-1-2-16,-1-3-12 0,2 1-19 0,-3-2-49 16,3 2-70-16,-3 1-89 0,1-6-163 0,-1 3-262 15,1-2-321-15,1 1-296 0,2 1-190 0,0 0 100 16,0 0 600-16</inkml:trace>
  <inkml:trace contextRef="#ctx0" brushRef="#br0" timeOffset="-189351.12">22277 1644 363 0,'-8'7'797'0,"0"-2"323"0,2-1 42 15,0-1-306-15,1 0-306 0,4 0-192 16,1-3-120-16,0-3-46 0,1 3 24 0,7-2 29 16,-4 1 11-16,5 0-5 0,0-1-8 0,4-1-28 15,1 0-49-15,2-1-37 0,0 0-19 0,4 2-11 16,-1-1-10-16,5 0-5 0,0 0-9 0,2 1-7 16,3-1-9-16,-1 0-7 0,4 2-9 15,1-2-9-15,0 0-7 0,2 0-6 0,2 0-6 16,-1 0-5-16,2 0-5 0,-2-2-2 0,1 2-2 15,-3-1-1-15,0 2 0 0,1-3-2 0,-4 2-1 16,-1-1-1-16,0 1-2 0,-3-1-14 16,0 0-22-16,-4 2-46 0,-3-3-87 0,-2 2-166 15,0 2-276-15,-2-2-336 0,-2 3-411 0,-1-2-385 16,-1 0 61-16,1 1 804 0</inkml:trace>
  <inkml:trace contextRef="#ctx0" brushRef="#br0" timeOffset="-188158.5">24751 732 14 0,'5'-9'463'16,"-1"3"449"-16,-3 0 258 0,1 3-23 0,-1 2-342 15,4 1-266-15,3 6-109 0,-2 5-64 0,4 9-34 16,-1 5-31-16,4 7-29 0,-2 4-42 0,-1 3-60 16,0 4-48-16,2 1-32 0,-4 4-22 0,-1-1-18 15,1 2-12-15,0-1-12 0,-1-3-11 16,0-1-7-16,0-6-5 0,-3-3-1 0,3-7 0 16,-2-2 0-16,1-5-1 0,-5-6 1 0,2-2 5 15,-3-4 3-15,2-6 1 0,-4-3 0 0,2-6 2 16,-4-6-2-16,-1-6-3 0,1-7-3 0,-1-7-1 15,-3-2-2-15,0-5 0 0,-1-6-2 0,-3 0 0 16,3-4-2-16,-5-3-1 0,1-2 1 0,0 0 2 16,2-1-6-16,2 2-4 0,3 4-1 15,2 3 0-15,4 8-1 0,4 4-3 0,3 8 5 16,3 4 4-16,3 3 2 0,4 6 6 16,3 2 3-16,1 5 3 0,4 2 1 0,1 2 4 15,0 2-1-15,3 3-10 0,1 0-4 16,-2 3-3-16,2 1-2 0,-1 2-2 0,-5 2 16 15,-1 0 19-15,-2 3 14 0,-4 0 14 0,-4 5 9 16,-7 2 4-16,-3 0-9 0,-6 5-8 0,-3 3-11 16,-8-1-10-16,-2 5-8 0,-5 1-7 0,-2 2-5 15,-1 1-4-15,-3-1-3 0,2-2-1 16,-1-3-1-16,1 0-1 0,6-6 0 0,0-4-1 16,5-4-1-16,0-4-5 0,4-3-13 0,4-5-21 15,1-3-28-15,2-7-64 0,6-1-77 0,2-6-118 16,3-3-166-16,3-2-226 0,4-1-329 0,3 1-245 15,3 0-173-15,1-1 206 0,2 3 540 0</inkml:trace>
  <inkml:trace contextRef="#ctx0" brushRef="#br0" timeOffset="-187874.84">25319 1017 274 0,'19'16'700'0,"-4"3"365"16,-2 4 116-16,-3 3-265 0,0-1-263 0,-3 2-155 16,1 2-102-16,-1 0-64 0,-2 0-48 15,1 0-42-15,0-4-34 0,0 0-51 0,-1-3-51 16,2-5-40-16,1-1-28 0,-1-4-15 0,3-4-10 15,0-6 4-15,0-3 4 0,0-5 2 0,0-5 2 16,0-3-1-16,-2-4 2 0,0-1-2 0,-1-3-3 16,-1-2 4-16,-3-2 3 0,-3 3 0 0,-2-3 1 15,-4-2-4-15,-2 5-2 0,-1-1-6 0,-4 3 0 16,2 1-7-16,-3 4-5 0,0 3-3 0,-1 2 2 16,0 3-2-16,-1 5-7 0,2 5 0 0,-1 2 2 15,1 3 0-15,1 4 0 0,4 4 6 0,0 3 2 16,2 2 1-16,2 2 1 0,4 3 0 0,1-2-15 15,1 3-29-15,4 0-67 0,2-3-71 0,2-1-124 16,0 0-222-16,4-6-311 0,3-1-332 0,0-3-241 16,3-4-90-16,3-3 433 0,-1-4 630 0</inkml:trace>
  <inkml:trace contextRef="#ctx0" brushRef="#br0" timeOffset="-187358.27">25969 1044 163 0,'-3'-16'814'16,"-2"2"583"-16,0 2 137 0,1-1-221 16,-4 5-453-16,0-2-324 0,-2 5-166 0,-2 0-123 15,1 4-88-15,-2 2-52 0,-3 5-30 0,2 3-23 16,-2 6-13-16,0 5-10 0,-1 5-6 0,1 3-4 16,0 7-7-16,4 2-4 0,-1 1-5 0,4 2-4 15,2-1-1-15,2-3-2 0,5-4-3 0,5-5 0 16,2-6 0-16,4-7 0 0,3-7 0 0,2-7 1 15,4-8 1-15,1-10 0 0,1-7 0 0,3-7-4 16,2-8-2-16,-2-6-1 0,2-1-1 0,-4-4 0 16,-1-1 2-16,-4 2 4 0,-1 0 4 0,-5 4 2 15,-3 3 1-15,-4 3 2 0,0 3 1 16,-3 7 0-16,-2 6-1 0,0 5 1 0,-3 7-1 16,-2 5-1-16,0 5-2 0,0 6-1 15,-1 8-1-15,-3 6 2 0,4 6 0 0,-2 2 1 16,1 5 0-16,1 4 0 0,-1 2 0 0,1 4-2 15,0 3-1-15,1 5-1 0,-3 2-1 0,2-1-2 16,1 2-19-16,1-4-54 0,1-5-81 0,5-5-151 16,1-6-272-16,3-4-327 0,1-6-385 0,3-5-320 15,5-7 12-15,0-4 693 0</inkml:trace>
  <inkml:trace contextRef="#ctx0" brushRef="#br0" timeOffset="-187051.41">26303 953 407 0,'-8'-9'1172'16,"0"1"413"-16,-3 5-132 0,1 4-320 0,1 1-470 16,0 4-254-16,0 0-160 0,1 1-99 0,4 2-56 15,-2 2-38-15,4 2-23 0,2-1-14 0,2-1-8 16,4 2-3-16,0-2-4 0,2-1-3 0,2 1 2 16,2-3-2-16,-1 3-1 0,2-2 0 0,-2 1-1 15,0-1 1-15,1 2 1 0,0 0 0 0,-4 1 1 16,-1 0 1-16,0 2 0 0,-4-1 0 15,-1 3-1-15,-2 0 2 0,-4 4 7 0,-2 0 3 16,-3 2 2-16,-2 2 2 0,-2 2 2 0,-1-1-2 16,-1-1-5-16,0-1-5 0,-1-4-4 0,3 1-3 15,2-5-3-15,0-2-2 0,7-1-2 0,-1-5-3 16,3 0-12-16,2-3-29 0,3-2-66 0,1-2-66 16,0-3-99-16,2-3-157 0,1-3-215 0,1-3-306 15,0 0-220-15,2-4-178 0,2 0 109 0,-3-3 474 16</inkml:trace>
  <inkml:trace contextRef="#ctx0" brushRef="#br0" timeOffset="-186859.32">26388 1195 207 0,'10'-18'655'0,"-4"5"393"0,2-1 143 16,-4 2-231-16,0 1-277 0,0 4-173 0,0 1-76 15,-3 3-50-15,3 3-46 0,-1 2-36 16,-2 2-38-16,2 0-50 0,-1 6-67 0,-1 0-48 0,-1 6-30 16,0-2-18-16,0 6-15 0,0 1-9 0,0 3-9 15,0 1-6-15,0 2-5 0,0 0-4 0,0 0-2 16,2 0-3-16,-1-2-1 0,3-3-3 15,0-1 0-15,1-5-9 0,0 1-13 0,3-5-35 16,-4-3-56-16,3-4-66 0,-2-3-78 0,0-4-135 16,-1-2-191-16,2-3-282 0,1-4-238 0,1 0-198 15,-3-3-32-15,1-3 419 0,2-1 501 0</inkml:trace>
  <inkml:trace contextRef="#ctx0" brushRef="#br0" timeOffset="-185674.95">26791 1516 140 0,'-5'-2'717'0,"2"1"420"0,0-1 87 0,-1-7-136 15,4 2-420-15,0-5-282 0,6-2-98 0,2-6-10 16,1-3-5-16,5-2-15 0,2-5-17 0,1-3-33 16,4 0-53-16,1-3-52 0,2 0-34 0,0 3-18 15,-2 0-15-15,-2 4-8 0,1 5-9 0,-3 4-7 16,-3 3-3-16,-4 4-7 0,2 5 0 0,-5 4 2 15,0 8 5-15,-3 3 4 0,-1 5 5 0,-2 5 12 16,1 2 6-16,-3 6 0 0,0 0-2 0,-3 3-4 16,1-1-3-16,2 1-10 0,0-2-8 0,2-2-3 15,1 1-4-15,1-6-2 0,3-1-1 16,1-3 1-16,4-3 0 0,1-3 1 0,2-5 1 16,5-5 2-16,2-5-1 0,3-5 1 0,4-4-1 15,1-6 0-15,1-1-1 0,1-4-2 0,3-1-2 16,-4-1 2-16,1 2 0 0,-4 1 0 0,1 1 0 15,-5 4 0-15,0 3 0 0,-4 3 0 0,-2 3-1 16,-3 4 1-16,0 4 2 0,-5 3 1 0,2 4 1 16,-6 5 5-16,-1 3 6 0,-1 2 4 0,-1 5 2 15,1 1 1-15,-3 1-1 0,3-1-4 0,-1-3-6 16,0 1-5-16,0-1-3 0,5-3-3 0,0-2 1 16,0 1-1-16,1-4 1 0,5-1-1 0,2-4 0 15,2-3 1-15,-1-1-1 0,5-4 0 0,0-2-1 16,3-1 1-16,1-4-2 0,-2 2 1 0,-1-3 0 15,3 1-1-15,-4-2 1 0,-1 1 0 0,0 1 0 16,-2-1-1-16,-1 3 2 0,-1 2 0 0,-2 1-1 16,-3 1 1-16,1 4 0 0,-4 2 0 0,1 2 1 15,-2 3-1-15,-2 3 1 0,0 5 0 16,-1 1-1-16,3 1 1 0,-5 3-1 0,2 4-1 16,1-3 0-16,1 1-1 0,2-2 0 0,-1-2 0 15,2 1 0-15,3-6-1 0,0-3 0 0,1-2-1 16,2-4 1-16,-2-3-2 0,2-1 1 0,0-4 1 15,-2-1 0-15,2 0 2 0,-5-2 0 0,4-2 1 16,-5 1-1-16,2 0 0 0,-3 0 0 0,2 0-1 16,-1-1 1-16,-4-1 1 0,2 1 0 0,0 0 1 15,-3-3 2-15,-1 0-1 0,0-2 1 0,-1 0 1 16,-2-2-1-16,-1 2 1 0,-1-3 1 0,-4 0-1 16,0 0 4-16,-1 2 6 0,-2-1 8 0,-5 4 6 15,4 1 4-15,-5 4 5 0,-1 5 0 0,0 3 0 16,-5 6-1-16,3 5-3 0,0 3-2 0,-2 8-5 15,3 3-5-15,-1 3-5 0,4 8-14 0,0-1-2 16,5 5 0-16,3-1 0 0,5 3 0 0,4-4 0 16,5 0 0-16,5-2 0 0,4-4 0 0,4-3 0 15,5-5 0-15,4-4-1 0,3-5 0 16,4-3-1-16,1-6 0 0,4-4-6 0,1-3-13 16,3-3-20-16,0-4-37 0,0-2-77 0,-4 0-114 15,1-3-189-15,-5 1-296 0,-2-1-356 0,-1 2-387 16,-4-1-179-16,0 0 310 0,-6 2 724 15</inkml:trace>
  <inkml:trace contextRef="#ctx0" brushRef="#br0" timeOffset="-176950.49">29113 1613 256 0,'12'-24'591'0,"-6"-1"213"0,2-3 154 16,0-2-138-16,1-2-264 0,3-3-137 0,-3 3-76 16,4-1-28-16,-4 1-69 0,-1 4-66 0,1 0-52 15,0 3-40-15,-3 4-21 0,-1 2-15 16,0 5-16-16,1 2-6 0,-3 3-6 0,-2 3 0 0,3 4 11 15,-1 6 7-15,2 2 11 0,-1 4 2 16,1 5 0-16,3 4 13 0,-3 1 14 0,-1 3 5 16,1 1-3-16,2 1-4 0,-1-1 1 0,2-1-17 15,-4 1-31-15,5-5-15 0,-2 0-11 0,1-3-3 16,0-2-2-16,3-6-2 0,2-2 6 0,0-5 4 16,0-3 9-16,5-7-4 0,1-5-3 0,0-2 0 15,6-7-1-15,-1 1 10 0,1-4 2 0,0 2 7 16,-4 1 3-16,1 3 2 0,-3 2-2 0,-3 3-14 15,1 2-8-15,-4 6-4 0,0 1 6 0,-2 5 1 16,0 2 3-16,0 5 8 0,-3 1 4 0,2 7 2 16,-4 0-5-16,1 1-4 0,2 4-1 0,-3-1-6 15,0 1-8-15,3 0-2 0,0 0-2 0,0-2-1 16,0-3 0-16,3 1-2 0,-1-5 1 0,3-3 1 16,-1-1 6-16,1-2 3 0,-2-4 0 15,6-2-5-15,-6-2 3 0,6-3 1 0,-6 1-5 16,3-2-5-16,1-1 0 0,-5 3 4 0,-1 1-4 15,2 0-2-15,-4 1-3 0,-1 2 0 0,0 2 2 16,-4 2 2-16,0 2-1 0,-1 1 0 0,-2 2 2 16,0 2 0-16,-3 3 0 0,1-3-3 0,-1 2-1 15,0-1-16-15,-1-1-51 0,2-1-62 0,2-4-78 16,-2-3-138-16,4-3-209 0,0-4-310 0,3-5-265 16,2-5-210-16,1-4-13 0,4-4 445 0,-2-3 516 15</inkml:trace>
  <inkml:trace contextRef="#ctx0" brushRef="#br0" timeOffset="-176783.97">30150 970 49 0,'1'-34'567'16,"-2"5"486"-16,-3 4 224 0,1 1-5 0,0 4-314 16,-5 5-304-16,5 3-196 0,-2 3-123 15,0 3-79-15,1 6-82 0,-1 3-76 0,-3 3-44 16,5 3-25-16,-2 3-12 0,2 0-6 0,0 3-2 0,1 2-4 16,1 1-1-16,1 0-3 0,1 1-3 15,4 1-10-15,-2-2-58 0,4 1-62 0,-1 1-108 16,0-1-171-16,2 1-301 0,2 1-333 0,0 0-264 0,2 3-171 15,2 0 290-15,-1 0 600 0</inkml:trace>
  <inkml:trace contextRef="#ctx0" brushRef="#br0" timeOffset="-176496.58">30386 1410 125 0,'17'11'432'0,"-3"-1"246"16,0-3 199-16,-3-1 3 0,5-4-178 0,-3-2-135 16,-1-5-78-16,1-3-42 0,1-2-49 0,-1-2-76 15,1-4-41-15,0-4-37 0,2-1-31 0,-3-3-36 16,-1 1-33-16,-1-3-25 0,-3 0-30 0,-1 3-11 0,-4-2-9 15,-2 4 0-15,-1 2-1 0,-1 2 1 0,-1 3-6 16,-3 1-7-16,1 4-10 0,-4 5-11 0,-2 4-8 16,1 4-12-16,-6 5-6 0,1 6-6 0,1 5-1 15,-2 4-1-15,2 2 0 0,1 5-1 0,0 1 1 16,6 4 4-16,3-2 3 0,3 0 1 0,1 2 1 16,6-1 1-16,3 1-4 0,2-4-8 0,4-1 1 15,4-1 0-15,5-5-2 0,6-1-1 0,2-6 3 16,3-3 0-16,2-3-18 0,6-3-23 0,-1-3-62 15,0-4-79-15,3 0-162 0,-7-4-280 0,5 0-319 16,-4 0-386-16,-2-2-286 0,-1 3 32 0,-6-1 728 16</inkml:trace>
  <inkml:trace contextRef="#ctx0" brushRef="#br0" timeOffset="-174185.81">22786 2588 358 0,'0'-6'877'0,"-3"-1"326"0,-2 1 5 15,-1 0-234-15,2 0-303 0,-1 1-165 16,-2 3-105-16,2-3-69 0,-4 2-50 0,1 0-49 15,0 2-72-15,0-1-57 0,1 2-36 0,-1 0-24 16,0 2-15-16,-2-1-11 0,2 2-6 0,0 1-5 16,4 2-4-16,-3 2-2 0,4 3 0 15,1 0-1-15,2 3-1 0,2 3 2 0,1 1 0 16,5 4 0-16,0 1 0 0,6 2 0 0,1 1 0 16,3 1-1-16,2 0 0 0,2-1 0 0,1 2 0 15,2-3-1-15,-2-1 0 0,1 0-1 16,-2-3 0-16,-2 1 2 0,-2-3 0 0,-3-1 0 15,0 0 2-15,-6-1 0 0,0 0 1 0,-4 0 1 16,-3 1 1-16,-4 1 1 0,-4 0-1 0,-3 0 1 16,-3 1-1-16,-2-1 0 0,-3 4-2 0,-2-6-2 15,-2 1-1-15,1-3-3 0,-2-2-4 16,2-3-14-16,-2-6-53 0,2-4-73 16,1-6-141-16,-2-5-256 0,3-5-308 0,2-5-370 15,-2-2-307-15,6-8-51 0,0 0 604 0</inkml:trace>
  <inkml:trace contextRef="#ctx0" brushRef="#br0" timeOffset="-173950.77">22687 2575 514 0,'3'-6'1046'0,"-2"0"237"16,3 1-102-16,-3 3-293 0,2-2-339 0,5 2-157 15,2 0-81-15,-1 0-36 0,6 2-29 16,2 0-22-16,2-1-52 0,2 1-60 0,2 0-33 15,6-1-27-15,-1-1-14 0,0 2-14 0,4-3-10 16,0 0-7-16,1 0-3 0,-1-1-4 0,1-1 0 16,-2 1-4-16,3-1-1 0,-4 1-1 15,-2 0 1-15,-1 1-3 0,-2 2-24 0,-2 2-72 16,-5 2-93-16,0 3-179 0,-7 0-290 0,-1 2-331 16,-6 3-368-16,-1 2-187 0,-3 5 212 15,-4-3 696-15</inkml:trace>
  <inkml:trace contextRef="#ctx0" brushRef="#br0" timeOffset="-173717.65">23280 2998 266 0,'-4'9'930'0,"1"-2"398"0,2 0-44 16,-1-1-210-16,2-1-478 0,2-1-256 0,-1-1-111 15,6-2-56-15,-1 1-25 0,4 0-14 0,0-2-16 16,3-2-26-16,4 0-40 0,3-2-22 0,2 0-16 16,1-5-4-16,4 5-7 0,2-5-53 0,-1 1-62 15,-1 1-146-15,0 0-250 0,2 1-295 16,-3 0-335-16,1 0-253 0,-2 0-30 0,1 1 549 16</inkml:trace>
  <inkml:trace contextRef="#ctx0" brushRef="#br0" timeOffset="-172616.89">24230 2596 311 0,'-2'-12'871'0,"-3"2"348"15,-4-4 38-15,1 4-148 0,2-1-353 0,-2 4-237 16,-3-2-134-16,1 3-74 0,1 0-62 0,-5 2-79 15,1 4-63-15,-3 0-35 0,3 0-23 0,0 2-16 16,-2 3-10-16,-1 2-7 0,5 1-4 0,-2 1-3 16,3-1-3-16,2 4-3 0,-1 1 0 15,5 0-1-15,-1 2-2 0,5 2-1 0,2-1 1 16,2 4 0-16,1-2-2 0,3 3 0 0,3-2 0 16,3 3-1-16,1 0 0 0,4-1 1 0,-2 0 0 15,4 2 3-15,1-3 1 0,0 1 0 0,0 1 0 16,0-2-1-16,2 1 0 0,-2 0 0 15,0-1 0-15,-1 1-1 0,-4-2 1 0,-1 0 1 16,-3 2-1-16,-3-1 1 0,-5 1 2 16,-1 1-1-16,-6-2 0 0,-3 1-1 0,-6 0 0 15,0 2-1-15,-3-4 0 0,-5 2 1 0,-1-2-1 16,-1 0 0-16,-5-3-1 0,3 0 0 0,-2-2 1 16,-1-3 0-16,2-2 0 0,1-3 0 15,1-3-1-15,1-4 0 0,7-3-2 0,1-4-3 16,5-3 0-16,4-4 1 0,5-5-1 15,4-2 0-15,4-5 1 0,4-3 0 0,4-4 3 16,3 0 1-16,1-3 1 0,5-2 2 0,-1-3-1 16,3 1 1-16,0-1-1 0,0-2-1 0,1 0-1 15,-3 1 1-15,-1 2 1 0,-1 1 0 16,-6 2-1-16,-4 2 2 0,-5 3-1 0,-5 3 2 16,-8 1-2-16,0 5 0 0,-9 2 1 0,-3 4 0 15,-3 3 1-15,-2 4-3 0,-1 4 1 0,-3 4-1 16,2 6 0-16,-1 1-2 0,2 6-1 0,1 4-2 15,3 2 0-15,5 1-4 0,5 4-13 0,3-2-73 16,6 5-86-16,6-2-172 0,2-1-279 16,5 0-328-16,7 0-400 0,1-2-224 0,7 2 132 15,2-2 720-15</inkml:trace>
  <inkml:trace contextRef="#ctx0" brushRef="#br0" timeOffset="-172035.23">25180 2923 346 0,'-4'0'659'0,"-1"0"250"16,3-2 68-16,2 1-289 0,0 1-200 0,3-1-102 16,1-1-71-16,3 1-40 0,1-1-22 15,3 1 0-15,3 1-33 0,2 0 1 0,3-2 17 16,3 2-12-16,2 0-17 0,2 2-29 0,0-2-17 16,1 1-45-16,2 1-39 0,-3 1-18 0,0-1-12 15,-2 3-14-15,-4 0-1 0,-1 2 4 0,-6-1-1 16,1 2 1-16,-6 1 3 0,-3 3 2 0,-5 1-5 15,-4 1-5-15,-2 5-7 0,-5-2-5 0,-3 2-6 16,-3 2-4-16,0 4-3 0,-3-3-3 16,0 1-2-16,-1 2-2 0,0 0-2 0,5-2 1 15,-1-1-2-15,3-2 0 0,3-1-1 16,3-1-1-16,5 0-2 0,3-2-4 0,1-4-17 16,6-2-36-16,2-1-74 0,4-5-83 0,1-5-155 15,3-4-264-15,3-4-321 0,3-5-332 16,2-5-200-16,2-4 67 0,2 0 589 0</inkml:trace>
  <inkml:trace contextRef="#ctx0" brushRef="#br0" timeOffset="-171621.99">25931 2799 477 0,'5'-22'996'16,"-5"2"295"-16,-2 5 46 0,-1 0-277 16,-2 2-342-16,0 6-229 0,-2 0-127 0,1 2-83 15,-2 2-91-15,-1 3-71 0,2 0-41 0,1 3-30 16,1 2-15-16,-2 2-11 0,2 5-8 0,1 1-4 15,-1 4-3-15,2 3-1 0,2 2-1 0,-3 2 0 16,4 2-3-16,0-1 0 0,0 1 0 16,4-1 0-16,-1-1 0 0,3-1-3 0,0-5 2 15,4-2-2-15,-1-4 0 0,5-3 0 0,1-5 2 16,2-4-1-16,1-4 1 0,0-7 1 0,3-3 0 16,-2-6-1-16,3-3 1 0,-2-5 1 0,1-1-1 15,0-3 2-15,-3-3 0 0,0 2 0 16,-1-1-1-16,-2 0-1 0,0 0 1 0,-3-1-2 15,-3 3 1-15,0 1 0 0,-4 0 0 0,2 4 2 16,-4 2 1-16,-1 5 2 0,-2 4 2 0,-2 5 0 16,-1 4 0-16,-5 2-1 0,0 7-1 15,-5 7-2-15,0 3 0 0,-2 9 0 0,0 4 2 16,-2 6 0-16,3 7-1 0,-5 5 0 0,3 7 0 16,-1 5-2-16,1 1-1 0,2 0 1 0,2-1-1 15,3-3-1-15,8-2-1 0,2-3-3 0,8-7-11 16,4-8-42-16,8-6-78 0,2-9-124 15,3-4-218-15,4-11-302 0,2-7-361 0,2-3-350 16,-1-6-118-16,2-2 463 0,-2-5 695 16</inkml:trace>
  <inkml:trace contextRef="#ctx0" brushRef="#br0" timeOffset="-171335.24">26553 2899 147 0,'1'-5'851'0,"-4"3"647"0,-3 2 76 0,-2 4-265 15,-5 2-450-15,0 3-334 0,-4 5-184 16,-1 0-126-16,-2 4-71 0,0 2-43 0,0 1-26 15,2 2-17-15,3 0-15 0,0-1-12 0,3-3-9 16,4 0-8-16,6-3-7 0,2-4-4 16,9-5-3-16,2-4-3 0,8-7-1 0,2-5-1 15,6-6-1-15,3-5-2 0,1-5-4 16,1-2-4-16,-2 1 0 0,-2-1 0 0,-1 2 0 0,-3 2 1 16,-7 2 6-16,1 3 7 0,-6 5 3 15,-3 2 2-15,-2 4 1 0,-5 5 2 0,-4 4-1 16,-3 4-1-16,-4 5 1 0,-1 3 1 0,1 4-1 15,-5 3 0-15,1 2 0 0,2 1 0 0,2-2-1 16,0 4-2-16,5 1-1 0,0-2-3 16,6 1-5-16,1-2-24 0,4-2-80 0,2 0-124 15,4-6-239-15,1-3-295 0,3-4-383 16,5-3-448-16,2-5-139 0,3-2 529 0,5-4 803 16</inkml:trace>
  <inkml:trace contextRef="#ctx0" brushRef="#br0" timeOffset="-170631.91">27158 3259 18 0,'-16'14'394'15,"0"-1"326"-15,2-3 266 0,2 0 92 0,2-3-333 16,1-1-252-16,2-4-150 0,6-2-78 16,-2-2-62-16,3-4-50 0,4-3-26 0,1-3 12 15,7-1 38-15,1-2 17 0,3-3 19 0,2-3-5 16,0-2-15-16,3-1-19 0,3-2-38 15,-1 0-28-15,3 1-29 0,-4-1-19 0,-1 2-9 16,-1 2-14-16,-4 3-3 0,0 4-9 0,-5 5-4 16,0 1 1-16,-5 2 2 0,-1 5 3 0,0 4 0 15,-4 5 2-15,-1 3 0 0,0 5 2 16,-1 5 0-16,-3 1-1 0,1 4-5 0,2 2-4 16,1 0-3-16,0 0-7 0,1-2-4 15,4 1-4-15,2-5 0 0,2-3-3 0,0-4 1 16,6-5-1-16,0-5-1 0,6-5 1 0,1-9 0 15,5-5 0-15,1-7-1 0,7-6 3 0,2-5 1 16,0-4-1-16,5-1 1 0,-4 1 0 0,0 0 1 16,-2 4-1-16,-6 5-2 0,-5 2 0 15,-3 8-1-15,-4 2-1 0,-4 7 1 0,-4 3 0 16,-1 6 0-16,-4 5 0 0,-5 5 0 0,-5 6 1 16,-3 2-1-16,-1 8 0 0,-4 1 0 15,-3 4 2-15,2 4-2 0,-3-1 0 0,2 0-1 16,3 1-3-16,4-6-8 0,1-1-30 15,4-2-83-15,3-7-132 0,0-4-259 0,3-4-304 16,0-5-386-16,2-5-434 0,3-4-71 0,3-6 623 16</inkml:trace>
  <inkml:trace contextRef="#ctx0" brushRef="#br0" timeOffset="-170468.62">27931 2503 270 0,'-11'-28'958'0,"-5"7"396"0,2 6-56 15,-3 8-220-15,2 3-472 0,0 8-297 0,3 3-155 16,2 6-77-16,3 2-32 0,4 3-20 0,5 4-18 16,4 1-7-16,6 3-29 0,5-3-60 15,5 0-166-15,3 0-296 0,2-2-269 0,4 0-293 16,2 0-221-16,6-2 102 0,0 0 587 0</inkml:trace>
  <inkml:trace contextRef="#ctx0" brushRef="#br0" timeOffset="-169935.05">30006 2953 294 0,'-2'-15'917'16,"-3"-2"383"-16,-3 1 63 0,0 1-129 0,-1 1-483 16,0 1-253-16,-1 1-127 0,-2 3-82 0,0 2-79 15,-2 4-72-15,0 1-45 0,-3 4-30 16,2 4-19-16,-4 1-13 0,3 6-7 0,1 5-4 15,-1 1-5-15,0 5-6 0,3 3-2 0,-1 7-2 16,3 2-1-16,1 0-1 0,1 6 0 16,6-4 0-16,2 1-1 0,5-1-2 0,5-3-3 15,4-5-3-15,4-3-6 0,4-7-20 16,8-5-49-16,2-6-73 0,3-9-95 0,5-7-147 16,1-8-204-16,1-4-320 0,0-6-285 0,-2-2-189 15,-1-2 46-15,0-2 466 0,-4 1 484 0</inkml:trace>
  <inkml:trace contextRef="#ctx0" brushRef="#br0" timeOffset="-169702.99">30316 3021 68 0,'17'-19'462'0,"-4"5"435"0,-3 2 273 0,-5 3-83 16,0 6-291-16,-3 3-205 0,-1 5-128 0,-1 5-82 16,0 3-58-16,-1 3-45 0,1 5-36 0,-3 2-37 15,1 2-57-15,0 2-48 0,1 2-26 16,1 0-19-16,1-1-12 0,1-1-12 0,3-3-7 16,1-2-9-16,3-6-5 0,1-3-4 0,3-5-1 15,1-4 1-15,-1-6-1 0,4-4-1 0,-4-4-1 16,2-5-1-16,0-3 0 0,-6-1 0 0,4-4-1 15,-7 1 0-15,-3-3 2 0,-1 3 0 16,-4-1 0-16,-2 0-1 0,-5 2-1 0,-1 0 1 16,-3 3-4-16,-3 1 1 0,2 4-2 0,-3 3-3 15,1 5-2-15,0 3-6 0,2 4-26 0,1 3-70 16,-1 5-75-16,4 3-155 0,1 0-285 0,3 4-323 16,2 1-346-16,4 3-226 0,4 4 70 0,0 0 657 15</inkml:trace>
  <inkml:trace contextRef="#ctx0" brushRef="#br0" timeOffset="-169218.91">31436 2839 116 0,'4'-10'708'0,"-3"0"454"0,-2 0 109 15,-3 2-117-15,1 1-364 0,-3 1-283 0,0 1-140 16,-2 4-74-16,0 1-51 0,-3 3-47 0,1 1-55 15,-1 6-45-15,0 2-44 0,2 1-24 0,-3 5-12 16,3 2-2-16,1 0 0 0,4 5 1 0,0 0-3 16,3 0 3-16,2 3 0 0,3-3-6 0,2 3-4 15,2-3-2-15,3-3 1 0,2 0-2 0,1 0-1 16,0-3 0-16,2-1 0 0,0-2 2 0,-1-2 1 16,-2-1 0-16,-2-2 1 0,0-2 2 15,-3-1-2-15,-3-1 2 0,-2 0-2 0,-3-1 2 16,-3 1-8-16,-2 0-3 0,-3 2-5 0,-3 2-1 15,2 0-1-15,-3 3 0 0,2-2 7 0,-2 4 1 16,3 0 9-16,0-1 3 0,1-1 1 16,4 1-4-16,1-2-18 0,3-1-63 0,2-2-67 15,3-4-141-15,1-3-214 0,3-5-307 0,2-1-335 16,1-4-240-16,3-3-95 0,0-5 478 0,2-2 588 16</inkml:trace>
  <inkml:trace contextRef="#ctx0" brushRef="#br0" timeOffset="-169035.62">31818 2974 256 0,'8'-11'959'0,"-1"0"454"16,-4 5-36-16,1 1-193 0,-3 5-444 0,-1 3-283 15,-3 4-160-15,0 1-90 0,-5 6-52 0,4 1-53 16,-5 3-44-16,1 3-27 0,-1 1-13 16,1 0-9-16,0 3-5 0,2-1-5 0,1-2-19 0,3-2-65 15,0-4-66-15,4-2-131 0,2-4-229 0,0-2-308 16,4-5-338-16,2-3-234 0,1-4-83 15,-2-3 480-15</inkml:trace>
  <inkml:trace contextRef="#ctx0" brushRef="#br0" timeOffset="-168832.86">31913 2661 159 0,'-4'-17'768'15,"3"5"421"-15,-6 5 55 0,1 2-165 0,-3 5-423 16,-1 3-341-16,2 5-160 0,2 2-75 0,-3 3-41 15,2 4-19-15,2 1-12 0,0 5-12 0,2 1-24 16,0 0-43-16,-1 3-55 0,2 1-66 0,2-1-77 16,3 2-85-16,5 1-94 0,0-2-124 0,5 0-204 15,6-3-98-15,2-1 37 0,5-2 186 0,1-4 249 16</inkml:trace>
  <inkml:trace contextRef="#ctx0" brushRef="#br0" timeOffset="-168568.68">32265 3101 103 0,'27'-7'606'0,"-8"-2"469"16,-2 1 206-16,-6 1-21 0,-3-2-302 0,-3 0-281 15,-5 2-197-15,-1 0-127 0,-4-2-86 0,-3 3-99 16,-3 2-77-16,-3 4-39 0,-3 0-17 0,-4 0-12 16,-3 7-3-16,-1-1-4 0,-4 6 0 0,4 1 0 15,-2 0-8-15,2 2-1 0,3 2-2 0,4 0-1 16,1-1-8-16,5 0-5 0,8 2-1 16,-1-3-2-16,10 0-1 0,3 0-1 0,1 0 7 15,8 0 3-15,3-5 2 0,2 5 1 0,3-4 1 16,2 1 1-16,-2 2-1 0,1-1 1 0,-3 4 2 15,-1 1-1-15,2 3 0 0,-6 2 1 16,-1 6 11-16,-4 0 5 0,-4 4 3 0,0 1 1 16,-5 2-2-16,-1 0 0 0,-5 1-12 0,-3-1-6 15,-1-1-8-15,-3 1-17 0,-6-2-66 0,-3-2-73 16,-2-2-158-16,-5-1-280 0,-3-2-322 0,-2-3-381 16,-5-3-271-16,-4-3 20 0,-1-5 706 0</inkml:trace>
  <inkml:trace contextRef="#ctx0" brushRef="#br0" timeOffset="-167652.81">23061 4196 355 0,'-14'-14'1070'16,"-2"-1"438"-16,-2-1-44 0,-3 0-262 0,-6 2-511 15,-2 0-240-15,-1 2-142 0,-3 1-94 16,-2 4-68-16,1 1-40 0,2 2-28 0,1 4-22 16,2 2-18-16,7 0-11 0,1 3-9 15,5-3-6-15,6 4-6 0,3 0-3 0,4 2-3 16,5 3 0-16,4 0 0 0,5 1-1 0,3 2 1 16,5 2 1-16,3 0-2 0,5-1 2 15,2 2-2-15,2 1 1 0,1 0-2 0,0 0 0 16,-2 3 0-16,0 1 0 0,-4 1-1 15,0 1 1-15,-4 1 0 0,-5 3 0 0,-3-1 0 16,-2 0 1-16,-6 1 1 0,-3-2 1 0,-3 1 1 16,-3-3 0-16,-3 0 0 0,-1 0 0 15,-4-3 0-15,0 1 0 0,-2-1-1 0,-1-1 0 16,0-1-2-16,-2 2-1 0,2 0-1 16,-2-2-3-16,3-2-8 0,-1 1-20 0,3-4-52 15,3-2-78-15,1-3-133 0,0-3-230 0,7-5-312 16,0-3-363-16,7-6-316 0,0-3-86 15,1-8 520-15,7-5 674 0</inkml:trace>
  <inkml:trace contextRef="#ctx0" brushRef="#br0" timeOffset="-167451.66">23413 4036 8 0,'10'-2'643'0,"-3"3"759"0,-4 3 237 0,-1 5-241 16,-4 5-386-16,0 6-411 0,-3 2-222 15,1 6-146-15,-5 7-80 0,1 2-45 0,-1 5-34 16,-3 3-23-16,3 3-18 0,-3 3-13 0,3 1-11 16,3 1-9-16,-1-1-22 0,2-7-55 15,2-1-87-15,2-7-177 0,-4-3-272 0,5-6-334 16,3-4-405-16,-6-5-330 0,3-6 92 16,-1-4 793-16</inkml:trace>
  <inkml:trace contextRef="#ctx0" brushRef="#br0" timeOffset="-167268.6">23201 4318 470 0,'-5'-11'1334'0,"0"2"307"0,0 7-235 0,0-2-324 16,2 4-502-16,2 4-267 0,2-2-153 0,2 3-77 16,2 3-39-16,3-1-20 0,5 4-10 15,1-2-7-15,5 1-7 0,0 1-16 0,6 1-75 16,1-1-102-16,0-1-180 0,3 2-285 15,-1-2-324-15,5 2-370 0,-2-2-170 0,0 2 252 16,2-3 664-16</inkml:trace>
  <inkml:trace contextRef="#ctx0" brushRef="#br0" timeOffset="-166719.27">23732 4534 88 0,'0'9'853'16,"0"2"713"-16,-5 1 32 0,1 1-301 0,0-1-425 15,-1 0-369-15,2 0-223 0,3-3-128 0,0 1-62 16,2-2-37-16,3-2-23 0,0-1-13 15,4-2-7-15,3-3-6 0,1-5-4 0,5-4-2 16,0-3-2-16,3-3 1 0,1-4-3 0,2-2 2 16,1-1-1-16,-1-3 2 0,3 0-1 15,-2 0 3-15,-1 0 1 0,-2 1-1 0,-5 4 2 16,1 0 0-16,-4 2 3 0,0 4-3 0,-3 0 1 16,-3 5 1-16,3-2 0 0,-5 3 0 0,1 2 1 15,-2 4 6-15,0-1 6 0,-4 6 4 16,2 1 3-16,-3 3 3 0,2 4 2 0,1 3-5 15,-3 4-3-15,0 3-5 0,0 4-3 16,0 2-4-16,0 3-2 0,0 4-2 0,1 2 0 16,1 2-4-16,1 1 0 0,0 1-1 15,4-1-4-15,-1-1-2 0,3-5-3 0,1-5-7 16,0-4-22-16,0-6-39 0,0-7-46 0,0-6-36 16,-4-7-34-16,2-7-34 0,-2-4-13 15,-3-7 23-15,2-4 50 0,-3-4 30 0,-1-5 22 16,-2-1 31-16,-3 0 26 0,0-5 13 0,-4 0-8 15,-2-5-21-15,-1 0-26 0,-2-5-14 16,-1 0-7-16,1-3 8 0,0-1 34 0,0 0 65 0,-1 4 68 16,1 4 48-16,2 3 32 0,-2 6 64 15,4 6 71-15,1 5 43 0,0 3 2 0,2 6-16 16,-1-1-29-16,2 5-53 0,2-1-66 16,2 2-56-16,1-3-34 0,3 2-19 0,3-4-12 15,2 0-9-15,3-2-4 0,2 0-4 16,1 0-1-16,2-2-4 0,0 4-2 0,3-1-1 15,-1 4-2-15,0-1 0 0,3 3-3 0,-3 5-3 16,2 1-7-16,-2 3-29 0,-1 4-79 16,-4 5-96-16,-1 3-168 0,-6 3-289 0,2 3-341 15,-4 4-371-15,1 2-180 0,0 5 199 16,-2 3 677-16</inkml:trace>
  <inkml:trace contextRef="#ctx0" brushRef="#br0" timeOffset="-166484.46">24475 4635 204 0,'25'55'768'0,"-1"-5"370"0,6-8 39 16,3-7-138-16,3-5-451 0,2-9-288 16,4-7-132-16,-3-8-65 0,4-6-32 0,-4-9-20 0,0-6-19 15,-3-4-10-15,-3-7 17 0,-8-1 70 16,-1-4 89-16,-7 2 55 0,-6 0 19 0,-4-2-10 16,-7 1-31-16,-3 5-55 0,-5-1-60 0,-4 3-40 15,-5 6-23-15,-2 2-13 0,-5 7-8 16,1 7-8-16,-6 3-10 0,6 5-7 0,-3 4-6 15,6 2-4-15,-1 2-9 0,7 1-38 16,0 2-80-16,4 1-115 0,4 0-181 0,-2 1-298 16,7 5-352-16,2 0-353 0,7 0-144 15,3 3 344-15,8-3 647 0</inkml:trace>
  <inkml:trace contextRef="#ctx0" brushRef="#br0" timeOffset="-165485.84">26244 4357 28 0,'2'-14'508'0,"-2"3"443"0,-2 3 226 0,-1 1-34 15,-2 4-335-15,2 0-332 0,0 7-136 0,0 4-42 16,3 3 4-16,-2 5-17 0,2 5-20 15,0 6-24-15,2 6-39 0,-1 3-49 0,1 6-49 16,1 3-26-16,0 4-18 0,0 5-12 0,-1 3-11 16,1 2-12-16,-1-1-7 0,1-3-6 15,0 1-5-15,2-6-4 0,-4-6-3 0,2-2 1 16,1-9-1-16,-4-2 1 0,0-7 1 0,0-5 0 16,-4-6 0-16,0-2 1 0,-2-9-1 15,-2-4-1-15,1-9-1 0,-1-5 1 0,-1-9 0 16,3-5-2-16,-1-9 0 0,2-5-1 15,1-5 0-15,2-4-1 0,4-3-1 0,2 1 1 16,4 0 2-16,2-1 1 0,6 3 0 0,1 1 2 16,4 3 0-16,2 0 1 0,2 5-2 15,0 2-1-15,0 4 0 0,2 5-2 0,-5 5 0 16,0 5 1-16,-3 5 1 0,0 6 3 0,-6 3 3 16,0 6 1-16,-1 3 6 0,-3 4 4 15,-3 6 3-15,-1 3 3 0,-2 4 0 0,-3 4 2 16,0 3-2-16,-1 2 1 0,-2 2-1 15,-1 2-3-15,0 0 0 0,2-2-3 0,-1 0-3 16,3-3-6-16,0-3-2 0,3-3-2 0,1 0-2 16,3-6-2-16,0-2 0 0,2-4 0 0,5-6-2 15,1-3 1-15,2-7-1 0,-1-3 2 16,3-5-2-16,-2-2 2 0,2-1 1 0,-2-1 0 16,-1 0 1-16,-2 2 0 0,1 1-1 0,-6 0 0 15,4 3-1-15,-7 3 0 0,2 4 0 16,-1 4-1-16,-1 4 1 0,-3 4-1 0,0 5 1 15,0 3 0-15,0 5 0 0,-1 1-1 0,1 3 1 16,1 2 1-16,0-1 0 0,2 2 0 16,2 0 1-16,0 0 0 0,2 0-1 15,2-1 0-15,1 1-1 0,3-3-2 0,1-1 1 16,2-1-2-16,2-4-1 0,-2-5-1 0,3-3-3 16,0-3-3-16,-1-5-3 0,-1-5 1 0,0-2 0 15,-2-9 1-15,-1 2 4 0,-1-3 3 16,0-3 2-16,-2-2 0 0,0-1 3 0,-1 0 2 15,3-1-1-15,-3-2 0 0,1 0 3 16,-2-2 1-16,0 2-1 0,0 0-1 0,-4 0 0 0,0 0 0 16,0 2 0-16,-5-1-1 0,-2 2 0 15,-2 2 0-15,-2 0-1 0,-6 2 0 0,-3-1-1 16,-3 3 1-16,-3 2-1 0,-6 0 0 16,-1 2 0-16,-5 6 0 0,-3 0 0 0,-3 6-1 15,1 2 1-15,0 2-1 0,3 4 0 0,2 3 0 16,3 2-2-16,4 2-1 0,4 2-1 15,5 4-1-15,2-2-9 0,5 1-20 0,5-3-64 16,5-1-80-16,5-5-155 0,2-3-280 16,8-3-327-16,3-3-391 0,4-5-271 0,4-2 43 15,2-5 694-15</inkml:trace>
  <inkml:trace contextRef="#ctx0" brushRef="#br0" timeOffset="-165338.89">27246 4062 203 0,'-4'-12'772'0,"-5"1"389"0,-3 4 53 0,-2 3-176 15,3 0-431-15,0 6-288 0,-1 1-152 16,3 3-82-16,5 2-48 0,-1 2-71 0,2 0-128 16,3 0-179-16,1 3-291 0,2-1-267 0,2 0-241 15,2 1-35-15,2-1 346 0,2-1 444 16</inkml:trace>
  <inkml:trace contextRef="#ctx0" brushRef="#br0" timeOffset="-164881.7">27448 4434 66 0,'-2'7'573'0,"2"-2"416"0,2-4 162 0,-1-6-53 16,4-5-362-16,4-5-302 0,2-6-149 15,3-4-31-15,1-7 10 0,2-4 9 0,1-3-7 16,0-4-21-16,0 1-34 0,-1-2-47 15,-1 1-46-15,-2-1-41 0,1 3-25 0,-5 2-12 16,-1 3-5-16,-5 4 0 0,1 3 3 0,-3 4 2 16,-4 7-1-16,1 4-2 0,-4 7-6 0,-2 4-3 15,1 8-6-15,-3 4-4 0,1 8 0 16,-2 7 0-16,1 9-1 0,3 7-1 0,-3 7-2 16,1 9-4-16,-1 7-5 0,1 7-3 0,2 5-2 15,-1 3 0-15,6 0-1 0,1-3 1 16,5-4 1-16,4-9 1 0,8-9 0 0,6-10-1 15,7-11 0-15,4-8-1 0,4-10 0 0,4-9-1 16,-3-9 0-16,4-9-2 0,-7-6 2 16,-3-5-1-16,-3-2 2 0,-6-6 0 15,-8 1 3-15,-5-2 1 0,-6 3 1 0,-9-2 1 16,-5 1 4-16,-4 2 2 0,-5 3 4 0,-6 3 2 16,-3 7 1-16,-3 2 0 0,0 8-3 0,-2 6-5 15,0 6-6-15,2 4-3 0,4 6-4 16,2 4-2-16,6 3-2 0,3 2-8 0,7 1-17 15,4 1-41-15,4-2-82 0,7 0-132 16,3 1-252-16,3-1-312 0,4 1-373 0,5 2-373 16,4-5-62-16,4 3 582 0</inkml:trace>
  <inkml:trace contextRef="#ctx0" brushRef="#br0" timeOffset="-163969.42">28480 4296 468 0,'0'-10'971'0,"-3"2"246"15,-7 1-57-15,-1 6-280 0,-3 1-362 16,-2 6-145-16,-1 4-39 0,-1 5-29 0,0 1-31 15,-2 5-33-15,1 1-43 0,5 4-63 16,-2 2-60-16,7-1-33 0,2 0-17 0,3 0-11 16,6-3-4-16,2-1-4 0,6-5-5 0,2-3 2 15,7-6-1-15,5-3-1 0,4-6 0 16,7-6 1-16,3-3 2 0,5-6-2 0,4-2 1 16,4-3-2-16,0 0-3 0,-3-3 0 0,2 2-1 15,-3 0 1-15,-3 3-2 0,0 2 3 16,-6 1 1-16,-3 3-2 0,-6 4 2 0,-6 5 0 15,-1 3 1-15,-7 5 2 0,-2 3 1 16,-4 6 3-16,-4 3 4 0,-2 4 4 0,-2 2 0 16,-2 5 2-16,-1 0 0 0,1 1 0 0,-3 0-7 15,4 0-2-15,-1-2-4 0,2-4-1 16,3-4-3-16,0-6-2 0,3-2-1 0,4-8-1 16,1-4-2-16,1-7-1 0,6-7 1 0,0-3 2 15,0-4 0-15,2-4 2 0,-3-1 0 0,3-4 0 16,0-1-2-16,-4-1-5 0,0 0 1 15,-1 0-1-15,-2 1-1 0,-2 0 0 16,-2-1 5-16,-2 1 3 0,-3 2 2 0,-1 2 2 16,-4 4 2-16,-2 0 3 0,-5 6 0 0,-1 3 2 15,-4 3 6-15,-2 6 7 0,-5 6 8 0,0 4 6 16,-5 8 10-16,0 5 9 0,-2 7 2 0,0 4 2 16,1 5-2-16,-1 5-1 0,3 4-6 15,1 3-5-15,3 4-6 0,1 3-5 0,5-2-8 16,3 3-6-16,7-4-8 0,6-2-6 15,4-4-4-15,9-6-4 0,6-6-1 0,7-7-3 16,2-7 0-16,7-4-4 0,4-4-6 0,3-7-16 16,2-4-31-16,4-4-80 0,0-4-109 15,-2 0-209-15,0-2-296 0,-4 0-359 0,-5 1-405 16,-7-1-150-16,-6 1 360 0,-6 4 770 16</inkml:trace>
  <inkml:trace contextRef="#ctx0" brushRef="#br0" timeOffset="-163130.86">23805 6051 99 0,'4'-2'659'0,"0"2"442"16,-4 4 139-16,1 2-97 0,-1 3-336 15,2 7-248-15,-2 3-144 0,1 4-75 0,-2 4-54 16,-1 4-51-16,1 1-63 0,-4 4-64 0,2 1-42 16,-2 2-26-16,-2-1-18 0,0-2-9 0,2-3-6 15,0-5-8-15,2-2-38 0,0-5-74 16,-1-6-112-16,3-5-203 0,-1-4-294 15,1-9-344-15,-4-4-341 0,2-8-149 0,0-4 363 16,-2-7 686-16</inkml:trace>
  <inkml:trace contextRef="#ctx0" brushRef="#br0" timeOffset="-162968.72">23770 5775 342 0,'5'-5'1051'0,"-5"3"385"0,0 1-92 15,0 1-252-15,0 0-509 0,1 0-261 16,-1 0-150-16,3 1-87 0,2-1-42 0,4 2-25 16,3-2-14-16,0 2-51 0,6-1-77 0,0-1-171 15,2 2-291-15,0-1-282 0,4 1-319 16,-2 1-206-16,5 0 145 0,1 3 612 0</inkml:trace>
  <inkml:trace contextRef="#ctx0" brushRef="#br0" timeOffset="-162070.06">24738 6066 74 0,'-5'4'373'0,"2"-1"249"15,-2-1 246-15,-2 1 28 0,1-3-172 0,2 0-142 16,-1 0-93-16,-2-2-49 0,2 1-35 15,1 1-25-15,-1-2-44 0,1-1-37 0,0 3-32 16,1-2-43-16,0 1-54 0,0 1-60 0,-1 1-35 16,1 3-24-16,-3 2-21 0,1 1-12 15,1 6-8-15,-1 6-4 0,0 3-1 0,0 8 0 16,2 5 1-16,-1 3 0 0,2 4 0 16,2 1-1-16,2-3-2 0,4 2-1 0,2-9-2 15,1-2 0-15,5-5-1 0,2-8 0 0,5-4-1 16,1-9 1-16,2-7 0 0,3-10-1 15,3-9 1-15,-2-7-1 0,4-6 2 0,-2-3 0 16,-2-2 0-16,1-2-1 0,-3 4 0 0,-2 0 2 16,-3 5-1-16,-2 2 0 0,-3 9 1 15,-4 1-1-15,-2 5 1 0,-2 4 0 0,-2 6-1 16,-3 2 0-16,0 6 1 0,-3 5 2 0,0 5-1 16,-2 5-2-16,1 2 1 0,-1 6 1 15,1 1-1-15,1 3 0 0,1 0 1 0,2 0-1 16,4-2 0-16,1 1-1 0,3-5-2 15,2-3 0-15,4-4 1 0,0-5-1 0,5-8 1 16,5-5 0-16,2-7 0 0,1-6 0 0,3-5 0 16,2-6 0-16,-4-4-2 0,4 1 0 15,-3-4 1-15,-2 1 0 0,-2 1 1 0,-3 1 2 16,-4 2 1-16,-3 2 2 0,-6 4 0 0,-1 0 1 16,-8 6-1-16,-3 3-1 0,-3 3 0 15,-8 2-1-15,-1 6 0 0,-4 4-1 0,-3 5 0 16,-2 2 0-16,-2 4 0 0,0 3 0 15,0 5 0-15,1 3 1 0,0 1-1 0,2 5 3 16,3 0-1-16,4 4 0 0,4 3 0 0,0-1-2 16,5 1 0-16,4-4-2 0,7-3-1 0,3-1-2 15,7-7-1-15,1-3-18 0,6-7-74 16,0-5-97-16,3-2-191 0,1-7-284 0,1-4-339 16,1-3-402-16,-2-1-207 0,2-1 237 0,-1-1 755 15</inkml:trace>
  <inkml:trace contextRef="#ctx0" brushRef="#br0" timeOffset="-161153.93">26145 6006 95 0,'1'-8'630'0,"1"2"421"0,-4 6 138 0,1 1-92 16,-3 7-384-16,-1 6-295 0,2 5-135 0,-3 6-62 15,0 2-31-15,0 6 13 0,-3 5 0 16,2 2-13-16,2-2-32 0,0 3-26 15,1-4-20-15,2-1-41 0,2-4-33 0,2-4-18 16,2-9-9-16,4-5-5 0,3-6-3 0,0-10 0 16,6-5-2-16,0-8-1 0,3-5-3 0,-1-7 0 15,3-3-2-15,0-2 1 0,-1 0 0 16,-2-1 2-16,0 1 0 0,-2 4 4 0,-3 2 1 16,-1 5 0-16,-2 4 1 0,-3 4-2 0,-2 4 0 15,-2 6 1-15,-3 6 2 0,-1 5 5 16,-3 6 8-16,-2 5 5 0,-1 5 6 0,-3 4 2 15,-3 5 0-15,-2 4-1 0,-2 4 1 0,-1 2 0 16,-4 1 1-16,-1 1 1 0,-1 2 2 16,-1 0-3-16,-2 1-4 0,0-3-5 0,-3 1-5 15,1-2-3-15,-1-3-4 0,3-4-5 16,3-6 0-16,1-6-3 0,3-6-3 0,5-9-3 16,1-4-2-16,7-10 0 0,3-6 0 0,3-5 0 15,5-6 1-15,3-3 0 0,6-4-5 0,4-4-16 16,3 0-39-16,6-4-64 0,5 3-59 15,-1-3-74-15,7 3-103 0,2-3-119 0,-2 2-85 16,1 4-27-16,1 0-14 0,-1 4 31 16,-1 1 104-16,-5 6 157 0,1 2 159 0,-4 5 145 15,-5 4 124-15,-2 4 125 0,-5 5 118 0,1 4 73 16,-5 6 12-16,0 1-30 0,-2 2-57 16,-3 3-67-16,4 2-78 0,-4 0-65 0,4-3-43 15,-4-1-33-15,4-1-24 0,3-6-17 16,-2-3-10-16,3-5-4 0,-1-5 17 0,5-5 17 15,-2-8 22-15,-2-1 33 0,0-4 41 0,0-1 40 16,-4-1-1-16,-1 1-6 0,-6 0-16 0,-3 0-28 16,-3 3-37-16,-4 0-33 0,-5 1-23 15,-2 2-15-15,-4 0-9 0,-6 2-3 16,4 0-4-16,-5 6-4 0,-2 1-1 0,1 3-1 16,3 6-2-16,1 2-2 0,3 5-4 0,1 3-27 15,5 4-79-15,2 2-102 0,3 3-185 0,4 0-290 16,4 2-339-16,2 2-352 0,3-2-148 15,6 1 285-15,2-1 668 0</inkml:trace>
  <inkml:trace contextRef="#ctx0" brushRef="#br0" timeOffset="-160754.2">28045 5886 13 0,'-9'-2'505'0,"-1"2"467"0,0 0 247 15,1 0-59-15,3 0-329 0,1 2-330 0,0-2-168 16,4 4-72-16,1 1-15 0,0-1 5 15,0 2-11-15,1 2-25 0,2-1-34 0,1 1-33 16,-3 2-44-16,3-1-34 0,0 3-20 16,1 1-8-16,-1 0-6 0,1 3-8 0,-1 0-3 15,0 3-2-15,-2 2-6 0,0 0-3 0,-2 3-5 16,-2 2 0-16,0 0-2 0,-2 4-3 0,-1-1-1 16,-3 2-2-16,-1 1 1 0,0-1-3 15,1-2-2-15,-1-1-1 0,1-4-2 0,3-3 0 16,2-8-5-16,3-1-15 0,-1-7-47 15,2-5-68-15,2-7-66 0,1-3-117 16,1-8-162-16,-1-2-226 0,4-4-267 0,-2-2-202 0,2-2-145 16,0-2 197-16,1 0 462 0</inkml:trace>
  <inkml:trace contextRef="#ctx0" brushRef="#br0" timeOffset="-160597.72">28183 6064 187 0,'14'15'743'0,"-5"2"398"0,-1 5 71 0,-1 2-172 16,-4 5-390-16,0 3-261 0,-2 0-149 15,-1 0-76-15,-1 2-39 0,1-1-30 0,-3-3-34 16,1-2-38-16,2-3-49 0,0-4-80 16,0-6-180-16,0-5-295 0,-1-7-273 0,1-3-271 15,0-6-183-15,0-7 172 0,0-6 568 0</inkml:trace>
  <inkml:trace contextRef="#ctx0" brushRef="#br0" timeOffset="-160435.95">28304 5648 185 0,'8'-32'797'0,"-3"8"417"0,-2 7 28 16,-3 8-164-16,-4 6-441 0,-3 7-303 0,1 7-153 16,-2 4-75-16,-3 5-35 0,0 5-25 15,-1 2-14-15,0 3-19 0,1 2-9 16,0 2-7-16,2 1-5 0,1 1-18 0,3 1-29 16,5-1-104-16,0-1-171 0,5-1-278 0,1-1-274 15,6 0-242-15,3-3-132 0,3 0 291 16,3-2 494-16</inkml:trace>
  <inkml:trace contextRef="#ctx0" brushRef="#br0" timeOffset="-160200.22">28686 6126 357 0,'22'-20'932'0,"-7"2"411"15,-7 0 67-15,-1 1-260 0,-6 0-381 0,-2 3-257 16,-6 1-146-16,-2 2-105 0,-5 4-87 0,-4 1-66 16,-4 3-36-16,-2 5-24 0,-2 2-14 15,-4 3-4-15,0 5-3 0,0 3 1 0,-1 5-1 16,5 1-1-16,1 2-3 0,4 5-3 15,2-1-7-15,6 1-4 0,5 0-4 0,5 3-3 16,4-3 0-16,4 2-1 0,3-1-1 0,5-1-1 16,4-1 0-16,3-3-2 0,5-1-6 15,1-2-25-15,5-2-80 0,-3-3-115 0,-1 0-226 16,1-2-295-16,-3-6-369 0,1 0-434 0,-4-2-156 16,-2-3 441-16,1-3 802 0</inkml:trace>
  <inkml:trace contextRef="#ctx0" brushRef="#br0" timeOffset="-159420.71">29745 5803 255 0,'-5'-11'675'0,"-3"0"346"0,4 2 129 16,-3 0-218-16,2 3-339 0,4 4-180 0,-1 4-100 16,5 4-26-16,2 7 3 0,2 7-6 15,3 4-18-15,-2 6-27 0,4 6-32 0,-2 3-53 16,2 3-53-16,-4 1-30 0,1 4-19 16,-3-1-12-16,1-1-12 0,-3-1-8 0,3-5-7 15,0-6-6-15,-2-5-3 0,0-5-2 0,0-4 0 16,-4-10 0-16,3-5 0 0,-3-7 0 15,-1-7 1-15,0-9-1 0,0-7-2 0,0-4 0 16,-1-9 2-16,-1-3 0 0,-1-2-2 0,0-6 1 16,-4-5 0-16,2-2-1 0,1-2-1 15,2-1-1-15,2-2 0 0,6 5-1 0,1 3 1 16,2 5 1-16,3 4-2 0,2 9 0 0,-1 3 2 16,4 4 1-16,-1 7-1 0,-1 4 0 15,3 4 2-15,-1 7-1 0,0 1 0 0,-1 2 1 16,2 8 0-16,-2 0 0 0,-2 5 0 0,-3-1 8 15,-1 4 4-15,-1 4 8 0,-5 2 6 0,0 5 7 16,-8 4 4-16,0 2-1 0,-9 7-1 16,-1 1-6-16,-5 3-5 0,-5 3-6 15,-1 2-6-15,-5 4-7 0,-5-3-6 0,4 2-1 16,-4-3-2-16,5-3-3 0,1-4-2 0,8-7-11 16,3-4-20-16,6-6-65 0,5-6-77 0,5-4-152 15,8-5-279-15,2-5-315 0,8-1-376 16,5-4-262-16,4-2 22 0,3-3 671 0</inkml:trace>
  <inkml:trace contextRef="#ctx0" brushRef="#br0" timeOffset="-158953.72">30433 6000 212 0,'-5'9'845'0,"-8"3"454"0,-7 1 19 0,-6 2-194 16,0 3-405-16,-4 3-246 0,-2 0-120 0,-1 4-81 15,3-2-41-15,0 4-29 0,4-1-52 0,4 0-51 16,1-1-38-16,9 2-22 0,-1-5-17 0,10-1-9 15,3-5-6-15,7-3-3 0,5-4-1 16,4-6-2-16,6-5 1 0,5-4 0 0,6-5 0 16,3-6-2-16,6-2 0 0,3 0 1 15,0-3-1-15,0 0 0 0,-3 2 0 0,-3 0 1 16,-1 5-1-16,-7 0-1 0,-4 3 1 0,-4 3-1 16,-4 3 2-16,-6 2 0 0,-3 4 2 0,-5 3 1 15,-3 1 4-15,-4 3 6 0,-3 4 5 0,-2 3 1 16,0-1 2-16,1 2 0 0,-2 0-3 0,0-2-5 15,3 0-6-15,2-5-3 0,2 2-1 16,1-4-1-16,3-3-2 0,2-3 0 0,2-2 0 16,3-4-1-16,3-2-1 0,1 0 0 0,2-4-2 15,1 1 2-15,3-2-1 0,0 1 0 0,0 1 0 16,0-1 0-16,0 3-2 0,0-2 1 16,-1 4 1-16,0 0-2 0,0 1 4 0,-5 1 0 15,2 2 2-15,-3 3 0 0,-4 0 0 0,0 2 1 16,0 1 0-16,-3 3-1 0,-1-1 1 0,0 3-1 15,1 0-1-15,-3 1-1 0,-2 2 0 16,3-3-1-16,-1 1 0 0,2-1-1 0,-2-1 0 16,4 0-1-16,0-2-2 0,-1-2-7 0,2-1-9 15,5-2-25-15,-1-4-65 0,0 2-71 0,0-4-142 16,-1 0-229-16,-1 1-312 0,1-1-336 16,-3 3-247-16,0-1-55 0,-2-1 532 0</inkml:trace>
  <inkml:trace contextRef="#ctx0" brushRef="#br0" timeOffset="-158786.36">31033 5760 16 0,'-7'-13'443'0,"0"2"355"0,2 6 210 16,1 2-6-16,0 6-325 0,1 2-317 0,2 4-173 16,-3 1-89-16,4 2-51 0,4 3-23 0,-3 3-18 15,2 0-44-15,1 0-86 0,0 2-114 16,1 1-192-16,2-1-263 0,2 0-197 0,0 1-49 15,3-3 187-15,3 0 302 0</inkml:trace>
  <inkml:trace contextRef="#ctx0" brushRef="#br0" timeOffset="-158320.47">31400 5985 100 0,'-3'-13'707'0,"0"0"522"0,-2 1 171 15,-3 3-101-15,-1 2-381 0,-2 1-342 16,-2 3-183-16,2 3-110 0,-2 1-81 0,4 2-71 15,1 2-53-15,0 2-34 0,5 3-18 0,3 1-11 16,2 2-5-16,2 0-6 0,4 3-2 0,-2-1-1 16,4 3-2-16,1 1 1 0,0-2-2 0,0 3 1 15,2-1-2-15,-2 2 0 0,-2 0 0 16,4 0-2-16,-5 0 1 0,0-1-1 0,-2-4 3 16,2-1 2-16,-3 0-2 0,-2-6 2 0,-2-1 1 15,3-4 0-15,-1-4-1 0,2-4-2 0,-1-4 2 16,1-4-1-16,1-2-3 0,1-3 1 15,-1-1-12-15,3-5-18 0,-1-1-28 0,0-2-41 16,5-5-50-16,-4-2-44 0,4-1-25 0,1-4-10 16,1-1 18-16,-1-7 41 0,2-1 60 0,-1-2 46 15,0-2 30-15,2 1 24 0,-1 4 45 16,-1 5 59-16,-2 5 63 0,0 6 47 0,-4 5 26 16,-2 7 1-16,-2 2-32 0,-2 6-38 0,-3 4-42 15,0 6-30-15,-3 4-20 0,-2 6-8 0,-2 2 2 16,1 3 1-16,-3 4 2 0,1 5 1 15,-2 5-3-15,-1 2-5 0,2 5-7 0,-3 3-10 16,0 3-9-16,1 1-10 0,0 6-10 0,-2 0-4 16,2 2-4-16,0 0-3 0,2 0-1 0,2-2-3 15,2 0-8-15,4-4-21 0,1-5-32 0,5-5-76 16,-1-8-104-16,6-6-190 0,-1-8-293 0,1-7-338 16,-1-5-382-16,4-3-182 0,-5-8 261 15,2-3 736-15</inkml:trace>
  <inkml:trace contextRef="#ctx0" brushRef="#br0" timeOffset="-157921.04">31702 6044 45 0,'5'10'485'0,"-4"0"374"16,1 1 197-16,1 0-41 0,0 1-329 15,4 1-263-15,1-2-173 0,2 2-90 0,5-1-46 16,4 0-23-16,0 1-26 0,5-1-22 0,1 1-10 15,3 0-7-15,2-3-7 0,4 1-7 0,0-1-1 16,5-3 7-16,-3 1 2 0,1-3 3 16,-2-2-1-16,-1 0 3 0,-3-3-3 0,-2 0-7 15,-4-2-6-15,-4-2-2 0,-2 2 7 0,-5-4 7 16,0 1 14-16,-4-1 21 0,0 0 32 0,-3-1 42 16,1 1 39-16,-3-1 41 0,-2 0 22 0,0-3-5 15,-1 0-20-15,-2-2-31 0,0-2-29 16,-4-1-31-16,0 1-22 0,-1-3-13 0,-5-3-12 15,-2 2-8-15,-3-1-9 0,0-1-9 0,-3 2-7 16,-2 3-4-16,-1 3-3 0,4 2-4 0,-4 5-3 16,4 5-3-16,1 2-7 0,3 5-4 15,1 4-5-15,4 2-3 0,1 3-2 0,2 2-1 16,5 1-1-16,2 0-6 0,3-1-13 0,1 1-25 16,1-2-64-16,0 1-81 0,0-3-171 0,1-1-280 15,-3 3-327-15,1-6-393 0,0 1-273 0,-1 2 56 16,-4-2 758-16</inkml:trace>
  <inkml:trace contextRef="#ctx0" brushRef="#br0" timeOffset="-157037.31">27398 7524 22 0,'-3'12'456'0,"0"-4"378"16,2-1 236-16,-1-5 39 0,4-8-322 0,-1 0-293 16,4-8-162-16,-1-6-81 0,4-5-48 15,2-5-22-15,2-5 1 0,1-4 20 0,4-1 15 16,0-2-6-16,1 0-9 0,-2 3-33 0,2 4-38 16,-6 5-36-16,1 5-27 0,-5 5-18 0,-2 7-12 15,1 5-9-15,-6 5-5 0,4 8-3 16,-7 12-7-16,-1 4-2 0,2 7-3 0,-4 5 1 15,2 3 0-15,-1 3-2 0,1 0 2 16,3 1 3-16,0-1 2 0,0-1-1 16,3-4 0-16,2-2-1 0,2-4-1 0,0-6-3 0,0-3-2 15,2-6 0-15,4-3-2 0,-4-9 1 16,6-6-1-16,0-5 0 0,1-7 0 0,5-5-2 16,-1-7 0-16,-1-2 1 0,3-4-1 15,-1 0-1-15,-3 0 1 0,0 3-2 0,-3 4 2 16,-1 2-1-16,-6 7 4 0,0 4 1 0,-2 3 3 15,-5 5-1-15,-1 7 0 0,-1 5 0 16,-5 7-2-16,-1 3-4 0,-1 6-1 0,2 1 0 16,-3 5-2-16,2 4 0 0,1-2 0 0,1 2 0 15,0-1-1-15,5-1-1 0,0-1-2 16,3-3-1-16,4-3-2 0,1-3-1 0,4-6-9 16,1-3-25-16,3-4-57 0,0-6-75 0,1-4-126 15,1-6-196-15,0-4-307 0,2-3-333 0,-2-5-269 16,3-2-106-16,-2-3 406 0,0 0 603 15</inkml:trace>
  <inkml:trace contextRef="#ctx0" brushRef="#br0" timeOffset="-156720.75">28145 7203 212 0,'1'-8'734'15,"-1"2"407"-15,-5 6 97 0,1 5-139 16,-6 4-258-16,1 7-233 0,-2 3-160 0,-2 7-97 16,0 1-67-16,-4 4-71 0,4 4-74 0,-2 0-41 15,0-1-25-15,1 1-16 0,5-4-12 16,1-2-12-16,3-6-10 0,6-3-8 0,4-6-7 15,3-7-3-15,8-7-1 0,2-7-1 16,7-7-3-16,2-8 0 0,3-7 1 0,3-4-2 16,-2-5-1-16,3 0-1 0,-3-3 2 0,-2 2-1 15,-6 1 0-15,-3 6 1 0,-5 2 0 0,0 5 1 16,-6 5 0-16,-6 4 0 0,-1 6 2 16,-4 6 0-16,-3 4 0 0,-2 5 1 0,-3 8 1 15,-1 4-1-15,-3 3-1 0,1 4 0 16,-1 5-1-16,1-1-1 0,0 5 0 0,3 0-2 15,0 2-1-15,0 1-1 0,4-4-2 0,2 2-3 16,2-5-13-16,4-2-34 0,2-4-79 16,2-4-99-16,4-5-177 0,0-5-298 0,0-5-340 15,5-1-358-15,-2-8-160 0,4-3 244 0,0-4 687 16</inkml:trace>
  <inkml:trace contextRef="#ctx0" brushRef="#br0" timeOffset="-156396.8">28561 7219 111 0,'0'-8'700'16,"-3"8"489"-16,-1 6 206 0,-4 4-74 16,2 5-404-16,-3 6-331 0,-3 1-180 0,1 4-100 15,-3 5-87-15,3 1-73 0,-3 1-45 0,1 2-26 16,0 1-14-16,3-1-15 0,2-4-11 0,1 0-9 16,4-6-12-16,4-6-5 0,8-5-6 15,0-6-2-15,7-8-1 0,1-8 0 0,9-7 0 16,-3-4 1-16,6-6-1 0,-1-6 1 15,0-4 0-15,-1-1-1 0,-1-1 0 0,-1-1-1 16,-3 2 1-16,-3 4 0 0,-3 2 1 0,-2 5 2 16,-3 2 0-16,-4 6 0 0,-2 7-1 15,-2 3 1-15,-5 7 0 0,1 5-1 0,-6 7 0 16,1 3 0-16,-4 8 1 0,-1 4-1 16,0 2 0-16,0 1-2 0,2 5 0 0,1 1-2 15,0 1 0-15,-2 0-1 0,6-2-2 0,-1 1-2 16,3-3-20-16,2 1-77 0,3-6-111 15,1-4-223-15,4-3-288 0,1-4-368 0,2-4-431 16,3-4-184-16,0-1 403 0,7-3 816 0</inkml:trace>
  <inkml:trace contextRef="#ctx0" brushRef="#br0" timeOffset="-155703.78">29138 7217 93 0,'-4'-1'635'0,"1"1"456"15,-2 1 155-15,1 1-79 0,-2 1-337 16,-1 2-232-16,2 1-161 0,-3 2-94 16,2 0-60-16,-2 4-53 0,0 2-64 0,-1 2-61 15,2 4-32-15,-2 1-19 0,3 4-11 0,1 0-10 16,2 1-10-16,3-1-6 0,0-2-6 0,5-3-4 15,1-4-3-15,4-1-2 0,4-6 1 16,2-4-2-16,2-5 0 0,4-5 0 0,-1-4 1 16,5-6 1-16,-1-1 0 0,2-4 1 15,-1-3 1-15,3 0-1 0,-2-1-1 0,-2 1-1 16,1 2-2-16,-1 1 1 0,-3 1-1 0,-1 4-1 16,-3 2 1-16,0 2-2 0,-6 4 1 15,0 3 1-15,-3 4 2 0,-4 4-1 0,-2 3 1 16,-3 7 1-16,-3 2 0 0,-2 6-1 15,-3 3-2-15,-1 1-1 0,-1 6 1 0,-1 0-2 16,-2 3-1-16,4-2-1 0,-2-3-1 0,3 1-1 16,5-6-5-16,0-3-30 0,6-3-70 15,2-6-74-15,3-7-136 0,4-6-200 0,2-4-320 16,4-8-330-16,4-6-219 0,0-3-57 16,3-6 446-16,1-4 557 0</inkml:trace>
  <inkml:trace contextRef="#ctx0" brushRef="#br0" timeOffset="-155280.78">29746 7292 245 0,'7'-4'780'0,"-6"1"393"0,-1 6 81 16,-3 5-174-16,-2 2-259 0,-1 3-236 0,-3 6-163 16,-1 1-97-16,0 1-68 0,0 4-78 15,-2-1-68-15,4 0-43 0,-1 2-27 0,4-3-14 16,2-2-9-16,5-1-7 0,3-5-7 0,4-3-3 16,4-5-2-16,4-2-3 0,2-8-4 15,5-1-12-15,3-7-31 0,-1-3-45 0,1-4-53 16,0-3-47-16,-1 0-39 0,-1-1-20 15,-2-3 16-15,-2 3 48 0,-3-1 60 0,-1 0 51 16,-6 2 35-16,1 0 19 0,-5 5 14 0,-1-1 9 16,-3 3 21-16,1 3 34 0,-4 1 39 15,0 4 41-15,0 3 37 0,0 2 31 0,0 4 16 16,0 1-20-16,-2 5-28 0,0 2-33 16,2 2-33-16,2 4-29 0,0 1-24 0,-1 3-13 15,1 1-7-15,1 3-2 0,-1 3-2 0,-1 3-3 16,4 1-3-16,-5 2-3 0,1 2-4 0,-2 3-4 15,-1 2-1-15,-2 1-3 0,-3 2 0 16,-1 0 0-16,-1 1-2 0,-7-1 0 0,1-1 0 16,-5 0 0-16,-3-5-2 0,-3-1 2 15,-4-5-1-15,0-2-1 0,-1-4-1 0,-3-6-3 16,1-3-1-16,-2-5-2 0,2-6-4 0,1-3-13 16,1-6-51-16,2-3-71 0,6-5-117 15,3-2-218-15,7-5-303 0,3-4-343 0,8-2-300 16,4-5-110-16,6-1 419 0,7-2 672 15</inkml:trace>
  <inkml:trace contextRef="#ctx0" brushRef="#br0" timeOffset="-154520.74">30228 7544 125 0,'-2'5'709'0,"-2"-1"449"0,1-2 94 16,3 0-136-16,2-1-373 0,1-2-242 0,5-3-105 15,-2-2-64-15,4-5-36 0,4-3-32 0,-2-2-45 16,9-7-62-16,-2-3-50 0,5-5-26 0,3-3-15 16,3-5-12-16,0-5-7 0,0-1-6 15,1-2-6-15,-1-2-4 0,0 0-5 0,-1-1 0 0,-4 3-1 16,-3 1 1-16,-3 4 0 0,-4 0 2 16,-1 6 3-16,-6 5 1 0,-3 5-2 0,-5 6-4 15,-2 7-4-15,-5 6-6 0,-1 7-6 0,-5 7-5 16,0 8-4-16,-6 7 0 0,3 6-1 0,-3 4 2 15,1 9 0-15,0 4 0 0,0 5 2 16,2 5 2-16,1 4 1 0,0 0 0 0,6 3 0 16,-2-2-1-16,4-1 0 0,6-5-2 0,4-7-2 15,5-4 0-15,6-9 0 0,4-5-1 0,5-10-1 16,6-7 0-16,1-7-1 0,5-7 1 0,0-6-1 16,2-4 0-16,-1-7 1 0,1-2 1 0,-2-3-1 15,0 0 0-15,-4-1 1 0,-1 4 1 16,-3 1-1-16,-3 1 0 0,-3 4 0 0,-3 1 1 15,-2 5-1-15,-3 2-1 0,-4 4 1 0,1 4-1 16,-6 5 0-16,-2 3 0 0,-4 4 0 16,1 4 0-16,-4 4-1 0,-1 1 3 0,0 3 0 15,-1 0 1-15,1 2 1 0,-1 1 0 0,1-1 1 16,2 1-3-16,0-1-2 0,3 0-1 0,1-3-2 16,1-1-5-16,6-4-15 0,0-5-28 0,0-1-71 15,1-7-101-15,0-4-189 0,1-3-295 16,1-3-364-16,-2-4-430 0,1-3-231 0,0-3 250 15,1-2 796-15</inkml:trace>
  <inkml:trace contextRef="#ctx0" brushRef="#br0" timeOffset="-154363.55">31087 7128 252 0,'-4'-36'974'0,"-3"4"562"0,1 6 2 16,-2 5-285-16,2 5-500 0,-1 4-286 0,1 6-172 15,-2 3-120-15,-1 5-76 0,1 2-43 0,1 2-22 16,-1 5-16-16,1-1-8 0,2 3-6 0,-2-1-1 15,6-1-3-15,-1 4-3 0,4-1-2 16,-1-2-23-16,6 5-81 0,0-6-99 0,0 4-196 16,2-2-285-16,1 1-346 0,2 2-389 0,1-2-159 15,3 3 271-15,-3 1 730 0</inkml:trace>
  <inkml:trace contextRef="#ctx0" brushRef="#br0" timeOffset="-153937.04">31526 7735 28 0,'0'-15'828'0,"-3"2"771"0,-3-1 37 15,2 3-333-15,-3 3-396 0,1 0-412 16,-2 3-254-16,2 2-125 0,-2 2-84 0,1 1-105 16,1 1-104-16,1-1-170 0,-2 3-293 0,3-1-327 15,3-2-358-15,2 2-180 0,3-2 173 0,0 0 643 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7F9F6CB-AEE7-0044-D594-35842BC4A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E75A855-3CE0-B8A1-CC6B-FB240F29D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2BE80BD-B5D6-3C31-1C42-CA3D8F006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050D-4448-483D-8CE1-A11072E7406F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7636FD9-EB2F-214C-1471-C86E029C9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825CC28-A747-734B-5F17-BFC883739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345-8FD4-43E1-AEC1-0A6C94437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54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139F59A-90A2-8001-4B37-60614D620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7ECA8AC-D9EE-3EB9-F061-A5E60C7CB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1902266-7BCF-2A7A-A3FE-AC7445A0B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050D-4448-483D-8CE1-A11072E7406F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5138E8-9B87-C782-1463-15B848E54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F3C6E39-AEE8-70C6-89AB-72C63497C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345-8FD4-43E1-AEC1-0A6C94437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40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1849B09-BF82-C00F-7ACA-7A173FA5B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E826EC6-7EFB-84D8-6A90-C5EDD8F7D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8A1863E-FAA3-EEBA-8133-F3F4C35BD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050D-4448-483D-8CE1-A11072E7406F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464539D-4960-CCC4-F47B-48689E9AD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0539AF3-7092-B1AD-FE32-A596533BE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345-8FD4-43E1-AEC1-0A6C94437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205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5028E84-5040-0346-C7B5-2FED8D73F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06489A0-F115-2A85-A00D-7E70DCB9D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DF967FC-D4E6-1D87-8530-34D4F597C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5699F7E-43D6-1F5D-2B38-9F589722C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050D-4448-483D-8CE1-A11072E7406F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FBD3E90-A5CD-84D3-4912-C503F3952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7F5B75D-5CA8-F43A-59B7-DB0D175DC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345-8FD4-43E1-AEC1-0A6C94437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026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5675F4E-1ADD-1197-C328-79A8DF03B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6D43517-C4D3-D369-8C18-E06E92AA0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22465297-73E9-E5B9-FF59-54780CC3B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E7EEDBE0-9F24-184B-1B22-BE71D62472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2F8C563A-3006-DF7C-366D-218B121C3F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F968C281-18B6-36BE-29C3-ACD014FB7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050D-4448-483D-8CE1-A11072E7406F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ECF01F5D-5D60-2182-1A02-0AB5A24EF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F239C3EE-94F6-BBA5-2C1D-C77442E4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345-8FD4-43E1-AEC1-0A6C94437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8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4898FB8-5E46-6244-69CC-D2EED1ECA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93CABB32-1F22-C7B2-C21A-26CBA3B5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050D-4448-483D-8CE1-A11072E7406F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33EAD4D-C1C4-7E99-9752-C2E7DE670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0DB4DE00-144C-DC78-D101-640536F4A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345-8FD4-43E1-AEC1-0A6C94437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57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B11DD63-A201-8EF5-17E4-98B401A1B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050D-4448-483D-8CE1-A11072E7406F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EEB3D670-FE54-F5A6-AB44-D37E0C8B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A295FEE-7F79-3115-8193-595C77AC2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345-8FD4-43E1-AEC1-0A6C94437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833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67AD3B-58CB-CBB8-3E3E-D0C0396C6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CB03E9E-1D15-C57B-8A38-A443D3287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77A97C8A-3608-0724-9A56-3C884582C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390E5FA-E46E-9540-8443-E1961D7F2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050D-4448-483D-8CE1-A11072E7406F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E8F8809-52A5-1B44-0041-A505113CE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9B5CFBD-C924-EB21-2482-3CC3E4446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345-8FD4-43E1-AEC1-0A6C94437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49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294D4A3-DC49-C62E-6DCF-3387FA677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781E80C2-B856-0956-6BE5-4C313540AC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7E360FD7-274D-AC9D-28E1-69D300EE44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136032A-187D-B02B-2E39-DC8E09819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050D-4448-483D-8CE1-A11072E7406F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0CE817E-C100-A3F2-95B4-63BF2DE08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F9B468-D8A8-B48C-21FC-88F19DE3A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345-8FD4-43E1-AEC1-0A6C94437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1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8764342-F99D-1C75-26E9-E534BA822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3EC4E1F4-A01A-8412-3A7B-BC32F32C5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B811377-53C5-2ED2-24FB-B9E5A9A6D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050D-4448-483D-8CE1-A11072E7406F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C93D460-02AB-F120-91F0-148F3345E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1A6BDF4-0725-92AD-643E-FFD4C5987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345-8FD4-43E1-AEC1-0A6C94437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14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BCCF99B9-BCB8-1091-EFFA-729A327014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5F58B0D1-94DF-5CC1-EBC2-25FFF4D8E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1E84022-985F-7268-11AB-6E1F9A66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050D-4448-483D-8CE1-A11072E7406F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96C4C80-DAF9-832B-79C7-BB8752EB8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52547B4-92E1-AD7D-8034-463EE0C20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345-8FD4-43E1-AEC1-0A6C94437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58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EF2356BA-8E09-80B6-B59C-13D68D48E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40CAC37-B078-3445-4FED-5A0F1B03E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A4460B2-23CF-289B-705F-EC5F8529B5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D050D-4448-483D-8CE1-A11072E7406F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96484EB-786A-E2A2-CF98-5607CFBB1F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DBE8ED1-E301-A240-CC7B-FFB3AFE90B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76C345-8FD4-43E1-AEC1-0A6C94437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133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1.png"/><Relationship Id="rId7" Type="http://schemas.openxmlformats.org/officeDocument/2006/relationships/customXml" Target="../ink/ink12.xml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customXml" Target="../ink/ink1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8C35E117-3BE5-70E5-CF3D-872F51F01155}"/>
                  </a:ext>
                </a:extLst>
              </p14:cNvPr>
              <p14:cNvContentPartPr/>
              <p14:nvPr/>
            </p14:nvContentPartPr>
            <p14:xfrm>
              <a:off x="155160" y="135720"/>
              <a:ext cx="11495160" cy="618876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8C35E117-3BE5-70E5-CF3D-872F51F011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800" y="126360"/>
                <a:ext cx="11513880" cy="620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6446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080012CA-1ED0-AA80-3A25-78ED7DE93650}"/>
                  </a:ext>
                </a:extLst>
              </p14:cNvPr>
              <p14:cNvContentPartPr/>
              <p14:nvPr/>
            </p14:nvContentPartPr>
            <p14:xfrm>
              <a:off x="506160" y="216000"/>
              <a:ext cx="11192760" cy="539928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080012CA-1ED0-AA80-3A25-78ED7DE936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6800" y="206640"/>
                <a:ext cx="11211480" cy="54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461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AD2ECB22-6255-9C87-52D4-F999C20DC81D}"/>
                  </a:ext>
                </a:extLst>
              </p14:cNvPr>
              <p14:cNvContentPartPr/>
              <p14:nvPr/>
            </p14:nvContentPartPr>
            <p14:xfrm>
              <a:off x="416880" y="230040"/>
              <a:ext cx="10982160" cy="626976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AD2ECB22-6255-9C87-52D4-F999C20DC8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7520" y="220680"/>
                <a:ext cx="11000880" cy="628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9625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1CE8D672-86A5-9DC3-D3AF-4EF3A2928180}"/>
                  </a:ext>
                </a:extLst>
              </p14:cNvPr>
              <p14:cNvContentPartPr/>
              <p14:nvPr/>
            </p14:nvContentPartPr>
            <p14:xfrm>
              <a:off x="229680" y="374040"/>
              <a:ext cx="11955960" cy="648432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1CE8D672-86A5-9DC3-D3AF-4EF3A29281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0320" y="364680"/>
                <a:ext cx="11974680" cy="650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9096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E9ACD554-1C7D-92AE-0F6E-A5291B862084}"/>
                  </a:ext>
                </a:extLst>
              </p14:cNvPr>
              <p14:cNvContentPartPr/>
              <p14:nvPr/>
            </p14:nvContentPartPr>
            <p14:xfrm>
              <a:off x="87480" y="218880"/>
              <a:ext cx="10258560" cy="60998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E9ACD554-1C7D-92AE-0F6E-A5291B86208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120" y="209520"/>
                <a:ext cx="10277280" cy="611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176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D7E51FAB-0761-AED0-BE0A-2DCC11CB203D}"/>
                  </a:ext>
                </a:extLst>
              </p14:cNvPr>
              <p14:cNvContentPartPr/>
              <p14:nvPr/>
            </p14:nvContentPartPr>
            <p14:xfrm>
              <a:off x="428760" y="150120"/>
              <a:ext cx="11763720" cy="55958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D7E51FAB-0761-AED0-BE0A-2DCC11CB20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9400" y="140760"/>
                <a:ext cx="11782440" cy="561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6945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2201519D-5658-AD01-9C99-6EF6E942815A}"/>
                  </a:ext>
                </a:extLst>
              </p14:cNvPr>
              <p14:cNvContentPartPr/>
              <p14:nvPr/>
            </p14:nvContentPartPr>
            <p14:xfrm>
              <a:off x="244080" y="258120"/>
              <a:ext cx="11229480" cy="637308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2201519D-5658-AD01-9C99-6EF6E94281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4720" y="248760"/>
                <a:ext cx="11248200" cy="639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9891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43286E3E-29A4-A159-7473-D60F6592FACF}"/>
                  </a:ext>
                </a:extLst>
              </p14:cNvPr>
              <p14:cNvContentPartPr/>
              <p14:nvPr/>
            </p14:nvContentPartPr>
            <p14:xfrm>
              <a:off x="425520" y="34560"/>
              <a:ext cx="11475360" cy="635076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43286E3E-29A4-A159-7473-D60F6592FAC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6160" y="25200"/>
                <a:ext cx="11494080" cy="636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8361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3A7A0C2C-8C9C-BFA5-7A29-0CE0EB564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700" y="289259"/>
            <a:ext cx="5373011" cy="270660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9DE85121-89BF-D192-F576-9911EB24EFC7}"/>
                  </a:ext>
                </a:extLst>
              </p14:cNvPr>
              <p14:cNvContentPartPr/>
              <p14:nvPr/>
            </p14:nvContentPartPr>
            <p14:xfrm>
              <a:off x="776880" y="294120"/>
              <a:ext cx="11072160" cy="3418560"/>
            </p14:xfrm>
          </p:contentPart>
        </mc:Choice>
        <mc:Fallback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9DE85121-89BF-D192-F576-9911EB24EF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7520" y="284760"/>
                <a:ext cx="11090880" cy="343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4289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A4886783-BF7E-D3D0-6292-2D1EF8118772}"/>
              </a:ext>
            </a:extLst>
          </p:cNvPr>
          <p:cNvSpPr txBox="1"/>
          <p:nvPr/>
        </p:nvSpPr>
        <p:spPr>
          <a:xfrm>
            <a:off x="-1200151" y="338026"/>
            <a:ext cx="60939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pl-PL" dirty="0"/>
              <a:t>                             </a:t>
            </a:r>
            <a:r>
              <a:rPr lang="en-US" dirty="0"/>
              <a:t>5.14715   0.00015</a:t>
            </a:r>
          </a:p>
          <a:p>
            <a:r>
              <a:rPr lang="en-US" dirty="0"/>
              <a:t>                              5.20256   0.00016</a:t>
            </a:r>
          </a:p>
          <a:p>
            <a:r>
              <a:rPr lang="en-US" dirty="0"/>
              <a:t>                              5.32006   0.00016</a:t>
            </a:r>
          </a:p>
          <a:p>
            <a:r>
              <a:rPr lang="en-US" dirty="0"/>
              <a:t>                             90.00000   0.00000</a:t>
            </a:r>
          </a:p>
          <a:p>
            <a:r>
              <a:rPr lang="en-US" dirty="0"/>
              <a:t>                             99.19052   0.00044</a:t>
            </a:r>
          </a:p>
          <a:p>
            <a:r>
              <a:rPr lang="en-US" dirty="0"/>
              <a:t>                             90.00000   0.00000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7492D46-0C43-9A5B-1155-CFE2B7644F92}"/>
              </a:ext>
            </a:extLst>
          </p:cNvPr>
          <p:cNvSpPr txBox="1"/>
          <p:nvPr/>
        </p:nvSpPr>
        <p:spPr>
          <a:xfrm>
            <a:off x="391026" y="2308921"/>
            <a:ext cx="66534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dirty="0"/>
              <a:t>X and y parameters   :    </a:t>
            </a:r>
            <a:endParaRPr lang="pl-PL" dirty="0"/>
          </a:p>
          <a:p>
            <a:r>
              <a:rPr lang="en-US" dirty="0"/>
              <a:t>0.15400   0.01</a:t>
            </a:r>
            <a:endParaRPr lang="pl-PL" dirty="0"/>
          </a:p>
          <a:p>
            <a:r>
              <a:rPr lang="en-US" dirty="0"/>
              <a:t>0.09299   0.00519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3CC698D1-4E4A-5294-A593-9C3ADAF44AF1}"/>
              </a:ext>
            </a:extLst>
          </p:cNvPr>
          <p:cNvSpPr txBox="1"/>
          <p:nvPr/>
        </p:nvSpPr>
        <p:spPr>
          <a:xfrm>
            <a:off x="186898" y="3608508"/>
            <a:ext cx="66534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-----------------------------------------------------</a:t>
            </a:r>
          </a:p>
          <a:p>
            <a:r>
              <a:rPr lang="en-US" dirty="0"/>
              <a:t>     BRAGG R-Factors and weight fractions for Pattern #  1</a:t>
            </a:r>
          </a:p>
          <a:p>
            <a:r>
              <a:rPr lang="en-US" dirty="0"/>
              <a:t>     -----------------------------------------------------</a:t>
            </a:r>
          </a:p>
          <a:p>
            <a:endParaRPr lang="en-US" dirty="0"/>
          </a:p>
          <a:p>
            <a:r>
              <a:rPr lang="en-US" dirty="0"/>
              <a:t> =&gt; Phase:  1     ZrO2 mono</a:t>
            </a:r>
          </a:p>
          <a:p>
            <a:r>
              <a:rPr lang="en-US" dirty="0"/>
              <a:t> =&gt; Bragg R-factor:   8.83       Vol:  140.634( 0.007)  </a:t>
            </a:r>
            <a:r>
              <a:rPr lang="en-US" dirty="0" err="1"/>
              <a:t>Fract</a:t>
            </a:r>
            <a:r>
              <a:rPr lang="en-US" dirty="0"/>
              <a:t>(%):  100.00( 1.26)</a:t>
            </a:r>
          </a:p>
          <a:p>
            <a:r>
              <a:rPr lang="en-US" dirty="0"/>
              <a:t> =&gt; Rf-factor=  4.75             ATZ:         492.875   Brindley:  1.0000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Pismo odręczne 7">
                <a:extLst>
                  <a:ext uri="{FF2B5EF4-FFF2-40B4-BE49-F238E27FC236}">
                    <a16:creationId xmlns:a16="http://schemas.microsoft.com/office/drawing/2014/main" id="{AC18B0F6-1ABC-5315-F7CB-52676703F523}"/>
                  </a:ext>
                </a:extLst>
              </p14:cNvPr>
              <p14:cNvContentPartPr/>
              <p14:nvPr/>
            </p14:nvContentPartPr>
            <p14:xfrm>
              <a:off x="100080" y="122400"/>
              <a:ext cx="7351920" cy="5271840"/>
            </p14:xfrm>
          </p:contentPart>
        </mc:Choice>
        <mc:Fallback>
          <p:pic>
            <p:nvPicPr>
              <p:cNvPr id="8" name="Pismo odręczne 7">
                <a:extLst>
                  <a:ext uri="{FF2B5EF4-FFF2-40B4-BE49-F238E27FC236}">
                    <a16:creationId xmlns:a16="http://schemas.microsoft.com/office/drawing/2014/main" id="{AC18B0F6-1ABC-5315-F7CB-52676703F5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720" y="113040"/>
                <a:ext cx="7370640" cy="529056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Obraz 8">
            <a:extLst>
              <a:ext uri="{FF2B5EF4-FFF2-40B4-BE49-F238E27FC236}">
                <a16:creationId xmlns:a16="http://schemas.microsoft.com/office/drawing/2014/main" id="{1723CD4B-F519-5E6A-7C0E-CAE06C75E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9266" y="0"/>
            <a:ext cx="3628249" cy="182769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Pismo odręczne 9">
                <a:extLst>
                  <a:ext uri="{FF2B5EF4-FFF2-40B4-BE49-F238E27FC236}">
                    <a16:creationId xmlns:a16="http://schemas.microsoft.com/office/drawing/2014/main" id="{C0840240-3173-04BD-792E-0CC4F596DFC9}"/>
                  </a:ext>
                </a:extLst>
              </p14:cNvPr>
              <p14:cNvContentPartPr/>
              <p14:nvPr/>
            </p14:nvContentPartPr>
            <p14:xfrm>
              <a:off x="1634040" y="372960"/>
              <a:ext cx="10412640" cy="2834280"/>
            </p14:xfrm>
          </p:contentPart>
        </mc:Choice>
        <mc:Fallback>
          <p:pic>
            <p:nvPicPr>
              <p:cNvPr id="10" name="Pismo odręczne 9">
                <a:extLst>
                  <a:ext uri="{FF2B5EF4-FFF2-40B4-BE49-F238E27FC236}">
                    <a16:creationId xmlns:a16="http://schemas.microsoft.com/office/drawing/2014/main" id="{C0840240-3173-04BD-792E-0CC4F596DFC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24680" y="363600"/>
                <a:ext cx="10431360" cy="28530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A93B50FD-836A-F83F-30BB-2D52379CEF6F}"/>
              </a:ext>
            </a:extLst>
          </p:cNvPr>
          <p:cNvSpPr txBox="1"/>
          <p:nvPr/>
        </p:nvSpPr>
        <p:spPr>
          <a:xfrm>
            <a:off x="7847597" y="4116339"/>
            <a:ext cx="66955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Þ"/>
            </a:pPr>
            <a:r>
              <a:rPr lang="pl-PL" dirty="0">
                <a:solidFill>
                  <a:srgbClr val="FF0000"/>
                </a:solidFill>
              </a:rPr>
              <a:t>120 min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dirty="0">
                <a:solidFill>
                  <a:srgbClr val="FF0000"/>
                </a:solidFill>
              </a:rPr>
              <a:t>X and y parameters   :    0.33062   0.04226</a:t>
            </a:r>
          </a:p>
          <a:p>
            <a:r>
              <a:rPr lang="en-US" dirty="0">
                <a:solidFill>
                  <a:srgbClr val="FF0000"/>
                </a:solidFill>
              </a:rPr>
              <a:t>                              0.43074   0.02582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3" name="Pismo odręczne 12">
                <a:extLst>
                  <a:ext uri="{FF2B5EF4-FFF2-40B4-BE49-F238E27FC236}">
                    <a16:creationId xmlns:a16="http://schemas.microsoft.com/office/drawing/2014/main" id="{4857FC39-AEFF-18B2-D4FC-41B8442B1E75}"/>
                  </a:ext>
                </a:extLst>
              </p14:cNvPr>
              <p14:cNvContentPartPr/>
              <p14:nvPr/>
            </p14:nvContentPartPr>
            <p14:xfrm>
              <a:off x="6598080" y="2727000"/>
              <a:ext cx="4611960" cy="3579840"/>
            </p14:xfrm>
          </p:contentPart>
        </mc:Choice>
        <mc:Fallback>
          <p:pic>
            <p:nvPicPr>
              <p:cNvPr id="13" name="Pismo odręczne 12">
                <a:extLst>
                  <a:ext uri="{FF2B5EF4-FFF2-40B4-BE49-F238E27FC236}">
                    <a16:creationId xmlns:a16="http://schemas.microsoft.com/office/drawing/2014/main" id="{4857FC39-AEFF-18B2-D4FC-41B8442B1E7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88720" y="2717640"/>
                <a:ext cx="4630680" cy="359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9979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C5715B74-7208-2601-C0BF-DA6440A7A211}"/>
                  </a:ext>
                </a:extLst>
              </p14:cNvPr>
              <p14:cNvContentPartPr/>
              <p14:nvPr/>
            </p14:nvContentPartPr>
            <p14:xfrm>
              <a:off x="250200" y="303120"/>
              <a:ext cx="11572920" cy="642420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C5715B74-7208-2601-C0BF-DA6440A7A21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0840" y="293760"/>
                <a:ext cx="11591640" cy="644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1859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BB2D3DBE-8727-A512-D073-FBE098389DA8}"/>
                  </a:ext>
                </a:extLst>
              </p14:cNvPr>
              <p14:cNvContentPartPr/>
              <p14:nvPr/>
            </p14:nvContentPartPr>
            <p14:xfrm>
              <a:off x="151200" y="132840"/>
              <a:ext cx="11844720" cy="650916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BB2D3DBE-8727-A512-D073-FBE098389D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1840" y="123480"/>
                <a:ext cx="11863440" cy="652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7525778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985547ED3869409668EC440E4538BF" ma:contentTypeVersion="11" ma:contentTypeDescription="Utwórz nowy dokument." ma:contentTypeScope="" ma:versionID="bb4d534d5a380a62266c36c4db980fe6">
  <xsd:schema xmlns:xsd="http://www.w3.org/2001/XMLSchema" xmlns:xs="http://www.w3.org/2001/XMLSchema" xmlns:p="http://schemas.microsoft.com/office/2006/metadata/properties" xmlns:ns2="e3df25f3-32c1-478e-a538-0a30a0d666d9" xmlns:ns3="250ee321-c814-41fb-9823-fabd181dae05" targetNamespace="http://schemas.microsoft.com/office/2006/metadata/properties" ma:root="true" ma:fieldsID="520be763d65ea0a02d5fadccb36d1620" ns2:_="" ns3:_="">
    <xsd:import namespace="e3df25f3-32c1-478e-a538-0a30a0d666d9"/>
    <xsd:import namespace="250ee321-c814-41fb-9823-fabd181dae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df25f3-32c1-478e-a538-0a30a0d666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i obrazów" ma:readOnly="false" ma:fieldId="{5cf76f15-5ced-4ddc-b409-7134ff3c332f}" ma:taxonomyMulti="true" ma:sspId="b7b31e59-74a4-4436-bc03-9931855e0d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0ee321-c814-41fb-9823-fabd181dae0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7514712-c841-4c85-bca0-25e594a903ac}" ma:internalName="TaxCatchAll" ma:showField="CatchAllData" ma:web="250ee321-c814-41fb-9823-fabd181dae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df25f3-32c1-478e-a538-0a30a0d666d9">
      <Terms xmlns="http://schemas.microsoft.com/office/infopath/2007/PartnerControls"/>
    </lcf76f155ced4ddcb4097134ff3c332f>
    <TaxCatchAll xmlns="250ee321-c814-41fb-9823-fabd181dae05" xsi:nil="true"/>
  </documentManagement>
</p:properties>
</file>

<file path=customXml/itemProps1.xml><?xml version="1.0" encoding="utf-8"?>
<ds:datastoreItem xmlns:ds="http://schemas.openxmlformats.org/officeDocument/2006/customXml" ds:itemID="{1D846B1D-EDC4-4C2C-9035-DEDCED5CD876}"/>
</file>

<file path=customXml/itemProps2.xml><?xml version="1.0" encoding="utf-8"?>
<ds:datastoreItem xmlns:ds="http://schemas.openxmlformats.org/officeDocument/2006/customXml" ds:itemID="{91AE48C3-D388-4952-A443-B72E24E9C394}"/>
</file>

<file path=customXml/itemProps3.xml><?xml version="1.0" encoding="utf-8"?>
<ds:datastoreItem xmlns:ds="http://schemas.openxmlformats.org/officeDocument/2006/customXml" ds:itemID="{C8CF8861-187C-462F-AC36-F650E2D4EA5A}"/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88</Words>
  <Application>Microsoft Office PowerPoint</Application>
  <PresentationFormat>Panoramiczny</PresentationFormat>
  <Paragraphs>19</Paragraphs>
  <Slides>12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Symbol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 GON</dc:creator>
  <cp:lastModifiedBy>LUK GON</cp:lastModifiedBy>
  <cp:revision>4</cp:revision>
  <dcterms:created xsi:type="dcterms:W3CDTF">2024-10-18T06:46:20Z</dcterms:created>
  <dcterms:modified xsi:type="dcterms:W3CDTF">2024-10-18T08:24:16Z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0x010100F9985547ED3869409668EC440E4538BF</vt:lpwstr>
  </property>
</Properties>
</file>