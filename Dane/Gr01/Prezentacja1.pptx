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6.xml" ContentType="application/inkml+xml"/>
  <Override PartName="/ppt/ink/ink7.xml" ContentType="application/inkml+xml"/>
  <Override PartName="/ppt/ink/ink5.xml" ContentType="application/inkml+xml"/>
  <Override PartName="/ppt/ink/ink8.xml" ContentType="application/inkml+xml"/>
  <Override PartName="/ppt/ink/ink9.xml" ContentType="application/inkml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78" autoAdjust="0"/>
    <p:restoredTop sz="94660"/>
  </p:normalViewPr>
  <p:slideViewPr>
    <p:cSldViewPr snapToGrid="0">
      <p:cViewPr varScale="1">
        <p:scale>
          <a:sx n="83" d="100"/>
          <a:sy n="83" d="100"/>
        </p:scale>
        <p:origin x="37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10-11T06:27:44.462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00B050"/>
    </inkml:brush>
    <inkml:brush xml:id="br3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1476 1252 35 0,'-5'1'471'0,"4"1"389"0,-1 0 219 0,2-2-23 16,0 0-355-16,-1 0-257 0,-1 0-151 0,-2-2-90 16,-1 0-31-16,-2 1-11 0,3-2-12 0,2 0-10 15,5 1 4-15,4 0 17 0,5-2 15 0,-2 0 6 16,1 0 7-16,1-1-9 0,-1 1-23 0,1-3-28 0,3 4-29 15,0-1-23-15,4 1-21 0,-1 0-16 0,0 2-7 16,1 1-6-16,0 0-4 0,0 0-1 0,1 2-2 0,-2 2 0 16,2 1 0-16,-4-2-2 0,2 2 1 0,-4 1-2 15,0-1 2-15,-3 1 0 0,0 0 1 0,-1 0 1 16,-4-1 1-16,2 2-1 0,-2-1 2 0,-3-1 1 0,-1 3 0 16,-1 1 1-16,-1-1-1 0,-1 4-2 0,-4 1-3 15,-1 1-2-15,-2 2-1 0,-2 2-4 0,-2 1 0 16,1 1-3-16,-4 3 1 0,0-1-1 0,0 3-1 15,-2 1 1-15,1 2-1 0,-1 0 0 0,0 0 1 16,2 1-1-16,0-1-1 0,2-2 1 0,0 1-2 16,2-4-2-16,3 0 0 0,0-2-1 0,2-1-1 15,0-3-1-15,1 0 0 0,3-3 0 0,1-1 0 16,1-1 0-16,1 0-1 0,4-1 1 0,-2-3 0 16,5 3-1-16,-2-2 1 0,2 1 0 0,2-3 0 0,2 0 1 15,1 1 0-15,3-3-1 0,-2 3 1 0,3-2 0 16,1 0-1-16,-1-1-1 0,1-1 0 0,1 1-1 15,1-1 0-15,-2 0-2 0,1-2 1 0,-1 0 1 16,0 0-3-16,-1-2-4 0,-1-2-7 0,0 0-12 16,-2-2-17-16,0 0-37 0,-1-3-75 0,-3-2-83 0,-1 0-155 15,-1-3-276-15,-3 0-327 0,0-1-344 0,-2-2-193 16,-2-2 87-16,1-2 655 0</inkml:trace>
  <inkml:trace contextRef="#ctx0" brushRef="#br0" timeOffset="393.19">2150 1327 241 0,'8'-7'770'0,"0"1"359"16,-1-1 55-16,-4 0-198 0,2 3-333 16,-1-1-173-16,-1 2-65 0,2 2-39 0,-2 0-42 0,-2-2-42 15,1 2-52-15,-2 1-66 0,2-1-60 0,-2 1-32 16,0 0-17-16,-2 1-7 0,2 3-4 0,-2-1-3 15,1 8-6-15,-1 2-3 0,-1 1-5 0,-2 5-5 16,0 4-7-16,-3 3-4 0,1 0-5 0,0 6-3 0,1 1-2 16,-1 2-4-16,0 1 0 0,2 3-2 0,0-2-1 15,2 1-2-15,0-2 0 0,3 1-1 0,2-4 0 16,-1-2-1-16,4 1 0 0,3-3-1 0,1-2 0 16,1-2 0-16,5-2 1 0,0-3-1 0,4-2-1 15,-2-1 0-15,5-2 1 0,2-4-2 0,1-3 1 16,2 0 1-16,2-3 1 0,4-5-1 0,-1 0 0 15,2-5-4-15,1-1-8 0,-2-3-9 16,2-1-17-16,-5-3-29 0,0-1-67 0,-3 0-72 16,-2-1-111-16,-4-1-182 0,-1 0-306 0,-5 2-324 15,0 0-243-15,-5 1-130 0,-2-3 315 0,-2 2 622 16</inkml:trace>
  <inkml:trace contextRef="#ctx0" brushRef="#br0" timeOffset="613.17">2151 1458 8 0,'-8'-1'505'15,"1"1"453"-15,4-4 220 0,1 3-64 0,0-2-315 16,4-2-340-16,1-2-193 0,5-1-71 0,0-1-12 16,5-1 29-16,5-1 15 0,0-2 9 0,6 1-4 15,1-4-26-15,3 3-36 0,1-2-47 0,1 2-36 0,0 1-31 16,1 1-24-16,-2 3-17 0,-1-1-6 0,-5 5-5 15,2 1-1-15,-5 2 0 0,-2 1-1 0,-1 2-2 16,-7 4-37-16,1 3-75 0,-7 1-95 0,-4 3-177 16,-3 2-293-16,-2 2-339 0,-7 3-327 0,-1-3-163 15,-4 1 229-15,-5 0 656 0</inkml:trace>
  <inkml:trace contextRef="#ctx0" brushRef="#br0" timeOffset="815.01">2104 1675 113 0,'5'3'631'0,"4"2"391"0,1-4 132 0,-1-1-66 16,4-2-395-16,1-3-277 0,3-1-94 0,1-1-23 15,6 1-16-15,1-1-40 0,3 0-31 0,2-1-35 16,2-1-56-16,0 1-47 0,1 2-34 0,-2 0-16 16,1 1-9-16,-2 2-12 0,0 0-51 0,-3 3-65 15,-2 3-126-15,-2 0-255 0,-3 2-292 0,-1 2-338 16,-3 0-268-16,-1 0-68 0,-2 1 500 0</inkml:trace>
  <inkml:trace contextRef="#ctx0" brushRef="#br0" timeOffset="1449.19">2912 1361 72 0,'1'-3'693'0,"2"2"544"0,1 1 118 16,-1 1-164-16,0-1-376 0,0 3-355 0,2-1-133 15,0 4-62-15,2-1-34 0,2 3-34 0,-1 2-22 16,2 1-23-16,0 6-50 0,-2 2-37 0,0 3-16 0,3 3-7 16,-5 3-4-16,2 6-6 0,-3 1-5 0,1 5-4 15,-3 1-8-15,-1 3-4 0,-1-2-5 16,1 2-2-16,0-5-3 0,-1-2 0 0,1-2-1 16,-2-5 0-16,3-5 0 0,-3-3 0 0,0-5 1 15,2-3 4-15,-2-6 3 0,0 0 1 0,-2-6 1 16,2-4 2-16,-3-6-3 0,3-5-2 0,-2-5-3 15,-1-3-2-15,0-6-1 0,0-4-1 0,-3-4 0 16,1-3-2-16,0-6 0 0,0-4 0 0,0 1 0 16,2-1 1-16,0 2 0 0,0 1 1 0,3 1 2 15,0 5-2-15,0 1 0 0,3 6-1 0,0 0 1 0,2 5-1 16,1 2-1-16,1 2 0 0,4 2 2 16,0 2-2-16,0 3 1 0,3 0 0 0,-1 2-1 15,1 4 1-15,0 1 0 0,3 2 0 0,-2 1-1 0,2 1 2 16,-1 2 0-16,3 3 1 0,-3 0 0 0,1 3-1 15,2 0 1-15,-3 3 0 0,0 0 0 0,-2 2 1 16,2 3 2-16,-3-1-1 0,-4 2 2 0,2 3 1 16,-5 0 3-16,-1 1 2 0,-2 1 4 0,-1 4 3 15,-5-2 3-15,-2 2 0 0,-2 0 1 0,-3 2 1 16,-1 1-3-16,-5 0-1 0,0 1-2 0,-3-1 0 16,0 3-1-16,-3-1 0 0,0-1 0 0,3 1-1 15,-2-1-1-15,1-1-2 0,2 0-1 0,1-3-1 16,4 2-1-16,-1-4-2 0,3 1 0 0,1-2-1 15,3-2-1-15,2 0-1 0,2 0-2 0,1-1-1 16,4-2 0-16,1 1-1 0,2-1 0 0,4-3-1 16,2 1 1-16,0 0-1 0,7-3 1 0,0-1 0 15,0-1-2-15,7-3 0 0,2-2 0 0,1-1 0 16,4-1 0-16,1-4-4 0,1-1-6 0,2-1-11 16,-1-3-19-16,-2-1-43 0,0 2-70 0,-1-3-95 15,1-2-175-15,-6 1-289 0,3-2-338 0,-1-2-334 16,-3-1-212-16,-1-2 181 0,-1-1 712 0</inkml:trace>
  <inkml:trace contextRef="#ctx0" brushRef="#br0" timeOffset="1846">3873 1366 272 0,'-9'8'937'0,"3"0"409"0,-1 0-32 16,-1 3-169-16,3-1-415 0,-2 4-231 0,2 0-127 0,0 4-81 15,0-1-47-15,2 4-60 0,3 3-63 16,0 3-54-16,0 3-25 0,3 3-15 0,2 2-10 16,2-1 0-16,0 2-2 0,4-4 0 0,-1 0-6 15,5 0-3-15,2-3-4 0,1-7 1 0,2-1-2 16,2-3 1-16,1-4-1 0,2-5 0 16,1-4 0-16,-2-1-1 0,1-6 0 0,0-2-1 15,-1-5-1-15,1-3 0 0,-3-5 0 0,2-4-1 0,0-2-1 16,-2-2 1-16,-3-5 0 0,-2 0 0 15,-1-2 0-15,-2-1 2 0,-4-5 1 0,-2-1 1 16,-1-3 1-16,-2-1 0 0,-3-3 1 0,-1 1 1 16,-4 3 3-16,-2 5 6 0,-4 2 8 0,-2 4 8 15,-6 6 6-15,-4 5 5 0,-3 3-1 0,-4 4-5 16,-5 6-5-16,-4 6-6 0,-2 4-6 0,-1 6-4 16,-1 5-2-16,0 0 0 0,3 8-3 0,0-1-2 15,5 2-2-15,1 0-2 0,4-1-2 0,4 3-1 16,5-3-2-16,2 0 5 0,4 2-1 0,5-3-10 15,5 1-14-15,2 2-29 0,2-2-70 0,4-1-95 16,3 1-204-16,1 0-283 0,1-5-348 0,5 3-403 16,-2-4-232-16,1 4 200 0,-1-3 827 0</inkml:trace>
  <inkml:trace contextRef="#ctx0" brushRef="#br0" timeOffset="4064.82">11048 6082 140 0,'0'0'433'0,"2"0"255"0,-2-1 177 16,1 1-126-16,-1 0-169 0,0 0-118 15,2-2-76-15,-2 2-55 0,0-1-43 0,2 1-38 16,-2-2-43-16,0 1-35 0,0 1-28 0,0-2-3 16,0 1 21-16,0-1 31 0,0 0 36 15,0 1 25-15,0 0 2 0,-2-1-22 0,2 1-38 16,0-2-41-16,-2 2-36 0,1-1-32 15,-1-1-22-15,2 2-12 0,-2-3-6 0,-1 2-5 16,2 2-4-16,-2-3-1 0,1 2-2 16,-1 0-1-16,2-2-1 0,-1 0-2 0,-1 3-2 15,1 0-2-15,-1-2-2 0,1 2-3 0,-1 0-3 16,1 0-1-16,-1 0-2 0,-1 0-2 0,2 0-2 16,-1 2-1-16,0-2-1 0,0 3-1 15,1 0 0-15,-1-1-1 0,1 3 1 0,-1 0-1 16,1 0 1-16,2 0-1 0,-1 1 1 0,1 2 0 15,1-1 0-15,1 0 0 0,1 1 0 16,0 1 1-16,2-1 0 0,0-1-1 0,4 1 1 16,-1-2-1-16,0 0 1 0,2-2 0 15,1-1 0-15,-2-1 1 0,1-2 0 0,2-2 1 16,-2-1 0-16,-2 0 0 0,1-3 1 0,-1 1-1 16,-3-3 1-16,1-1 0 0,-1 1 1 0,-2-3 3 15,0 1 3-15,-3 1 0 0,0 0 2 16,0-1 2-16,-3 3 2 0,0-3-2 0,-2 1 0 15,1 2 0-15,-1 1 1 0,0 0-2 16,-3 1-2-16,2 1-1 0,-2 1-3 16,2 0-1-16,-1 3-2 0,-2-2-1 0,3 4-1 15,-1-2-2-15,-1 3 0 0,3 0 0 0,-4 1 0 16,4 2-1-16,-1 0 0 0,1 1 1 0,0 3-1 16,1-2 0-16,1 4 1 0,0-3-1 15,1 4 0-15,2-3 1 0,0 1 0 0,3-2 0 16,0 2 1-16,-1-3-1 0,4-2-1 0,-1 0 1 15,0-1-1-15,-1-2 0 0,3 0 1 16,0-2 0-16,-2-2 0 0,2-2 0 0,-1 0 0 16,-1-3 2-16,2-1-1 0,-2-3 0 15,-2 0 1-15,2-1 0 0,-2 0 1 0,-1 3 3 16,-2-1 1-16,0-2 2 0,-2 4 0 0,-1-1 2 16,0 1 0-16,-2 1-1 0,0-1-1 15,-1 5-1-15,0-2-7 0,1 2-1 0,-1 2 0 16,-1 1 0-16,0 0 0 0,0 4 0 0,1 1 0 15,1 0 0-15,0 1 0 0,-1 3 0 16,0-3 0-16,1 4 0 0,2-2 0 0,-2-1 0 16,2 2 0-16,0-1 0 0,-2-2 0 0,4-1 0 15,-1-1 0-15,1 0 0 0,-1-3 0 16,0 0 0-16,2-1 0 0,0 1 0 0,-1-1 0 16,1-1-4-16,1 2-12 0,-1-2-16 15,2 0-33-15,-2 0-82 0,0 0-162 0,0-2-260 16,0-1-331-16,0 0-432 0,-2-1-464 15,-3 0-12-15,-3-5 847 0</inkml:trace>
  <inkml:trace contextRef="#ctx0" brushRef="#br0" timeOffset="9911.41">7089 6150 39 0,'2'6'410'0,"4"-2"332"0,2 2 275 16,1-1 85-16,4-1-351 0,4 0-211 0,4 1-129 15,1 0-99-15,2-1-62 0,6 0-25 0,2 2 14 16,3-4-6-16,1 0-18 0,5 0-16 15,-2-1-30-15,3-1-42 0,2 0-57 0,-3-1-30 16,1 1-17-16,-2-2-13 0,1 2-6 16,-3 0-7-16,0-2-3 0,-2 2-4 0,-1 0-1 15,-2-1-27-15,-6 1-63 0,0 0-53 0,-8-1-100 16,-1 1-176-16,-9 1-312 0,0 0-288 0,-6 1-221 16,-4 1-143-16,-2-2 287 0,-8 2 575 15</inkml:trace>
  <inkml:trace contextRef="#ctx0" brushRef="#br0" timeOffset="12440.06">16123 5791 61 0,'0'0'400'15,"0"1"291"-15,0-1 228 0,0 0 6 16,2 2-225-16,-2-2-179 0,2 2-127 0,-2-1-82 16,0 2-61-16,0 0-65 0,0 3-47 0,0-1-28 15,0 3-15-15,0 0 2 0,0 3 20 16,0-1 29-16,0 2 22 0,1 3 8 0,-1 0 1 15,0 2-8-15,0 1-20 0,0 0-29 0,0 3-30 16,0 0-18-16,2 0-7 0,-1 1-12 16,-1 2-13-16,0-1-7 0,0 1-3 0,2 2-4 15,0-3-9-15,-2 3-5 0,0-2-10 0,1 0 0 16,-1-2-6-16,0 0-4 0,2-2-2 16,-1 0-2-16,1-1 5 0,0-3-3 0,-1 3 4 15,2-4 3-15,1-1 1 0,2 3 0 16,-2-4 1-16,0 0 0 0,0 0 0 0,1-2-1 15,0-1 1-15,3-1 1 0,-2-1-1 16,-1 0 1-16,1 1-1 0,1-5 0 0,0 2 7 16,0-2 2-16,1 1 4 0,0-2-1 0,2 0 7 15,-1 0 3-15,0-2-4 0,3 1-3 16,0-1-1-16,1 0-1 0,1 1-4 0,0-2-5 16,0 0-1-16,2 2-2 0,1-2-1 0,-1 1-1 15,1-1-1-15,1 0 1 0,-1 1 1 0,0-1 0 16,1 2 0-16,3 0 1 0,-4-1 0 15,2 0 0-15,1 1-1 0,0 0 1 0,2 0 1 16,0 0 0-16,1 1 2 0,0-1 0 16,2 1 0-16,2 0-1 0,1-2 1 0,2 0-1 15,4 2-2-15,-3-3-2 0,4 0 2 0,-2 0-1 16,1-3-2-16,-1 1 0 0,-2-1 1 16,1 0-2-16,-4-2-7 0,-1 1-23 0,-2-1-55 15,-3-1-69-15,-4-1-76 0,-2-2-141 16,-3 0-208-16,-3 0-306 0,-3-1-256 0,-1 2-196 15,-3 0-42-15,1-1 437 0,-4 3 526 0</inkml:trace>
  <inkml:trace contextRef="#ctx0" brushRef="#br0" timeOffset="13726.04">16133 5749 428 0,'2'2'828'15,"-1"0"239"-15,2-1 20 0,1-1-295 0,0 1-270 16,6-1-196-16,-2 2-98 0,3-2-41 16,3 2-21-16,4-2 7 0,0 1 17 0,4-1 10 15,4 0 1-15,2 1 23 0,2 1-12 0,2-2-40 16,6 1-31-16,-4 1-24 0,5-2-18 0,-3 1-35 16,5-2-23-16,2-1-11 0,1 1-16 15,0-1-9-15,2 0-7 0,1-2-2 0,0 0 2 16,-2 0 3-16,-4 0 7 0,-1 1 5 15,-1-1 1-15,-4 4 0 0,-2-2 0 0,-1-1 0 16,-4 3-2-16,-1 0 1 0,2 3-2 16,-7-3 1-16,3 2 0 0,-3 4-1 0,0-1-5 15,-1 1-2-15,1-2-1 0,0 0-1 0,-1 2 1 16,3-1-1-16,-1-2 1 0,1 1-1 0,-2-1 1 16,2-1-1-16,1-1 0 0,0-1 1 15,-1 0-1-15,-1 0 0 0,-1 3-1 0,-1-3 1 16,0 2-2-16,-2-1 0 0,-2-1 0 15,1 0 1-15,-2 0 0 0,-2 1 0 0,0 1-1 16,-3 0 1-16,-1-1 0 0,1 0-1 0,-5 1 1 16,0 0-1-16,1-1 0 0,-2-1 1 15,1 0-1-15,-3 1 1 0,0-1-1 0,0 2 1 16,1-2 0-16,-3 0 1 0,2 3-1 0,1-3-1 16,-3 0 0-16,2 0 0 0,-1 0 0 15,2 0 0-15,-4 0 1 0,3 0 0 0,-1 0-1 16,-2 0 0-16,2 2 0 0,-2-2-1 0,1 0 1 15,-1 0 1-15,0 3-1 0,2-3 0 16,-2 1 0-16,2 1 1 0,-2-2-1 0,0 1 0 0,0 1 1 16,0 0 0-16,0-2 0 15,0 2 0-15,0 2 1 0,0-2-1 0,-2 2 0 16,2-2-1-16,-2 1 0 0,2 1-1 0,-1 1 0 16,-1 1 0-16,2 0 0 0,-2 0 1 15,1 1-1-15,-1 1 1 0,-2 1 0 0,2 0 0 16,1 2 0-16,-2 1 0 0,-1 0 0 15,1 1-1-15,2 1 0 0,-3 3-1 0,-1-2 1 16,2 2 0-16,2 1 0 0,-5 3 0 0,3-2 2 16,-2 4-1-16,1 0 1 0,0 1 1 15,0 1-1-15,3 1 0 0,-1-1 0 0,1 1-1 16,1-2 1-16,0 0-1 0,0-1 0 0,1 0 1 16,-1-2-1-16,3 0-1 0,-1-1 0 0,0-2 1 15,-1-2 0-15,2 1 0 0,-3-3-1 16,2 2 2-16,-2-4 0 0,0 2-1 0,0-4 1 15,0 2 1-15,-2-3-1 0,2-1 1 16,-1 0 0-16,-1-2 0 0,2-1-2 0,-1 1 2 16,-1-1-1-16,0-3 0 0,2 2 1 15,-3-2-1-15,2 0 1 0,-2-2-1 0,1 2-1 16,-1-1 1-16,-2 0-1 0,2 1 0 0,-2-2 0 16,2 1 0-16,-2 1 0 0,-2-1 0 15,0 1 0-15,2-1 0 0,-3 2 1 0,-1-1-1 16,1 1 2-16,-1-2 6 0,-3 2 2 15,2-1 5-15,-5 0 3 0,1 0 5 0,1 1 2 16,-4-2 0-16,1 3-1 0,-1-3 1 0,-1 0 0 16,1-1-2-16,-2 2-1 0,2-4-3 0,-4 2-1 15,0-1-3-15,1-2-2 0,0 0-3 16,-1 0-2-16,-1-1 0 0,1-1-3 0,-1 1-2 16,3-1 1-16,-1 1-2 0,0-1-1 0,3 3-1 15,-2-2 0-15,5 2-2 0,-2-2-6 16,5 2-10-16,0-2-22 0,0 2-58 0,1-5-82 15,1 2-181-15,0-1-274 0,2 0-343 16,-1 0-427-16,0 1-318 0,-3-3 68 0,0 1 850 16</inkml:trace>
  <inkml:trace contextRef="#ctx0" brushRef="#br0" timeOffset="14332.31">14833 6213 246 0,'-9'-3'618'0,"3"3"337"0,-1-1 170 16,2 1-214-16,-1-2-265 0,0 2-163 0,4 0-87 16,-1 0-56-16,0 0-56 0,3 2-54 0,-2-2-35 15,4 0-30-15,-2 0-11 0,5 0-25 16,-2-2-12-16,5 0-6 0,1 0-6 0,3-4-7 15,1 2-24-15,0 0-17 0,6-1-19 16,-1-2-9-16,2 1-5 0,4 1-8 0,-1-1-7 16,1 2-2-16,0-1-2 0,1 2-1 15,0 0-1-15,1 0-2 0,-2 2 0 0,-1-1-1 16,1 2-1-16,-2 0 0 0,-3 0 0 0,0 2-3 16,-1-1-16-16,-3-1-55 0,-3 2-70 0,-3-1-88 15,-3-1-171-15,-3 0-307 0,-3 0-326 16,0 0-281-16,-3 0-176 0,0 0 166 15,-3 0 649-15</inkml:trace>
  <inkml:trace contextRef="#ctx0" brushRef="#br0" timeOffset="14633.95">15236 6072 120 0,'8'-2'562'0,"-1"2"386"0,-1 0 197 16,5 0-60-16,-3 2-383 0,3-1-259 0,3-1-120 15,-1 0-73-15,6 0-60 0,-1 0-4 16,2 0 21-16,2 0 3 0,0 0-19 0,-3 0-10 16,3 2-6-16,0-2-28 0,-1 3-35 15,0-2-23-15,-1 2-8 0,-4 1-18 0,1 1-9 16,-2 1-11-16,-1 1-6 0,-5 3 0 0,-1-2 0 16,-3 4-1-16,-2-1-4 0,-1 1-1 15,1 0-2-15,-6 0-4 0,1 1-1 0,-2-2-3 16,-3 0-4-16,-1-2-2 0,2 1-5 15,-7-1-3-15,2-1-2 0,0-1-3 0,-2 1-2 0,4-3-8 16,-2 2-19-16,1-2-51 0,-1-1-79 16,-3-1-146-16,3 1-271 0,0 1-320 0,0 1-394 15,1 1-347-15,2 2-34 0,-2 0 690 16</inkml:trace>
  <inkml:trace contextRef="#ctx0" brushRef="#br1" timeOffset="25320.26">6912 6090 16 0,'0'-2'215'0,"0"2"119"0,3-2 108 16,-3 2-50-16,0 0-128 0,2 0-59 0,-2 0-39 16,1 0-27-16,-1 0-10 0,0 0-13 0,0 0-6 15,0 0-16-15,2 0-18 0,-1 0-14 16,-1 0-17-16,0 0-11 0,2 0-17 0,-2 0-6 15,0 0-8-15,0 0-3 0,2 2-3 16,-1-2-7-16,1 0 5 0,-1 0 1 0,1 2 2 16,1-2 0-16,-1 1 1 0,1-1 1 15,0 0 0-15,3 1 0 0,-3-1 0 0,2 0 0 16,0 2 3-16,2-2-1 0,-1 2 4 0,0-2-6 16,0 0 2-16,2 0-2 0,-3 0 0 15,4 0 26-15,-4 0 11 0,3 0 7 0,-3 0 3 16,1 0 4-16,2 0 0 0,-2 0-26 0,-1 0-10 15,0 0-6-15,1 0-6 0,2 0-1 16,-3 0-2-16,1 0-2 0,-1 0 0 0,0 0 2 16,1 0-3-16,2-2-1 0,-2 2 4 0,-1-2 0 15,0 2 0-15,1-1 0 0,2 1 0 16,-2-1-2-16,1-1 1 0,-1 2-5 0,-1 0-3 16,4-2-3-16,-4 2-1 0,1 0 2 0,2 0 4 15,-2 0 2-15,-1 0 5 0,0-1 1 16,1 1 3-16,-1-1 3 0,0-1 4 0,3 2-2 15,-2-1 2-15,0-2 0 0,1 1-1 16,-1-1-1-16,2 2 0 0,-2-1-5 0,1-1-2 16,-1 2 1-16,3-1-1 0,-4 2 0 15,1-1 0-15,1 1-1 0,-1 0 1 0,2 0 0 16,-2 0 0-16,-1 0 0 0,0 0-2 0,1 0 0 16,0 0 3-16,1 0-26 0,-1 1-13 15,-1-1-5-15,1 0-8 0,0 2 1 0,2-1-3 16,-3 0 25-16,3 1 13 0,-3 1 8 0,4-1 1 15,-2 1 2-15,-1 0 4 0,2-2-4 16,0 2 0-16,-2-2-1 0,2 3 1 0,0-3 2 16,1 0-2-16,-2 1 2 0,1 0 0 0,-2-1 0 15,5 0 2-15,-3 1-2 0,0 0 2 16,0-2-2-16,1 1 0 0,-1-1 0 0,2 1 0 16,-1-1 0-16,1 2 0 0,-2-2 0 15,2 0 1-15,-2 0-1 0,0 0 0 0,-1 0 0 16,2 3 0-16,-3-3 0 0,2 0 0 0,-1 0 0 15,-1 2 0-15,2-2-1 0,-2 3 1 16,2 0 0-16,-1-2-2 0,0 3 0 0,1-2 4 16,-1 2 0-16,-1-3 1 0,3 2-1 0,-1-1-2 15,0 0 4-15,0 0 0 0,0-1-4 16,0 1 0-16,0-1 0 0,0 1 0 0,1-1 0 16,-1-1 0-16,0 2-2 0,1-1 2 15,-1-1 0-15,-1 2 0 0,1-1 26 0,1 1 12 16,-3 1 8-16,2-2 1 0,-1 2 2 0,-1-2 1 15,3 3-23-15,-4-3-14 0,3 0-4 16,-3 1-8-16,3-2-1 0,-2 2 0 0,-1-2 0 16,1-2-1-16,-1 0-1 0,0 1 2 15,1 0-4-15,0-3 3 0,-1 3-3 0,-2-2 4 16,2 0-4-16,0 0 1 0,-1 2 1 0,-1-1 2 16,1-1-2-16,-3 3-1 0,3-1 1 15,-3-1-2-15,2 2 3 0,-1 0-1 0,1 2 2 16,0-2 0-16,-1 1-2 0,2 1 2 15,0-1-4-15,-1-1 1 0,0 2-1 0,2-1 1 16,0-1-3-16,-1 2-1 0,1-2 0 0,4-2-4 16,-4 2 4-16,2-1-2 0,-1-1 5 0,3-1 4 15,-1 2 0-15,0-2 0 0,3 0 2 16,-3 0 0-16,3 0 2 0,-3 0-1 0,3 0 1 16,-1 1-1-16,-1 0 6 0,2-1 2 15,-1 1-2-15,-1 2-2 0,2-2 2 0,-3 1-3 16,2 1-5-16,-1 0 3 0,-1 0-4 0,2 1 3 15,-1-1-1-15,0 0 2 0,1 0-1 16,-2 0 1-16,4-1-4 0,-2 1 2 0,1-3 1 16,0 1 1-16,2 2-2 0,-1-3-2 15,1 1 1-15,-2 1-1 0,3 0 0 0,-1-1 0 16,1 0 2-16,-3 2-23 0,2 0 8 0,1 0 8 16,-2 2 3-16,1 0 0 0,-3-1-3 15,1 0 28-15,2 1-8 0,-4 1-8 0,1-3-6 16,1 2 1-16,-2-2 0 0,-1 0 0 0,3 3-4 15,-3-3 2-15,0 0-4 0,1 1 3 0,-1-1-1 16,0 0-2-16,-1 0 3 0,2 2 1 16,-1-2 0-16,0 0 0 0,0 1-2 0,1 0 2 15,-1 2-2-15,0-3 2 0,0 4 0 16,3-2 0-16,-3 0 0 0,0 0-2 0,4 0-1 16,-3-1-1-16,0 0 0 0,3 1 4 0,-2-2-1 15,1 0-3-15,0 0 1 0,0 0-3 0,1-2-3 16,0 1-3-16,-2 0-1 0,2-1 4 15,-2 0 2-15,-1 2-4 0,2-1 2 0,-3 0 4 16,0 1 3-16,2 0 2 0,-3 1-2 16,1-1 4-16,0 1 1 0,-1 1 5 0,0-2-5 15,0 3-1-15,-1-3 4 0,-1 1-3 0,1 1 1 16,0-2-2-16,1 1 1 0,-1-1 1 16,1-1-1-16,-1 1 6 0,2-2-5 0,-2 1 5 15,2-2-2-15,0 1 2 0,1 0-4 16,-1 0-3-16,0 0 3 0,0 0 1 0,3 2-3 15,-3-3 1-15,2 3-2 0,-1-1 1 0,-1 1-3 16,2 1 2-16,-1-1-2 0,-1 3 2 0,0-3 1 16,0 2 1-16,1 2 1 0,1-3-1 15,-2 2-2-15,2-1-1 0,0 0-2 0,-2 0 1 16,3 1-22-16,0-2-12 0,-1 2-7 16,2-1-2-16,-1 1-4 0,-1-2-3 0,2 1 21 15,1 1 14-15,-2-2 2 0,3-1 8 0,-1 2 5 16,1-1 0-16,1-1 0 0,0 0 2 0,0 0 0 15,0-1 23-15,1-1 12 0,1 2 7 16,-2-1 5-16,2-1-2 0,-1 1-1 0,3-1-21 16,-3 1-12-16,0-1-10 0,0-1-3 15,1 2-5-15,-3-2-4 0,3 0-2 0,-1 0-3 16,-2 0 2-16,2 1 1 0,-3 0-2 0,1-2 4 16,0 2 4-16,-1-1-2 0,-1 1 0 15,1 0-2-15,-1 1-1 0,-2 1 5 0,0-3 3 16,2 3 2-16,-4-2 4 0,2 2 1 0,0 0 3 15,0 0-3-15,0-3 2 0,-2 3 0 16,3 0 1-16,-2 0-5 0,0 0 3 16,1 0-3-16,0 0 1 0,0 0 1 0,0 0-1 15,0 0 1-15,-2 3 0 0,4-3-1 0,-4 0 0 16,2 0-1-16,0 2 2 0,0-2-3 0,0 3 2 16,1-2 1-16,0-1 1 0,0 2-1 15,3-2-2-15,-3 0-3 0,2 0 4 0,1-2 1 16,-1 1-3-16,3-2 2 0,-2 1 1 0,0-1 0 15,2 0 2-15,0-2-1 0,-2 3-3 16,2-3 1-16,-2-1-1 0,0 3-1 0,-1-1-2 16,-2 1 4-16,2 1-4 0,-2-1 0 0,1 3 0 15,-2 0-4-15,0 0-3 0,0 2 2 16,-2-1-2-16,2 2 1 0,-2 0 1 0,1 0 0 16,-1 0 3-16,0 0-5 0,1 0 3 15,1 2 2-15,-2-3 1 0,0 2 1 0,1-2 0 16,-1 3 0-16,0-5-2 0,3 2 0 0,-3 2 0 15,2-2-1-15,-1 0-3 0,2 1-1 16,-1-1 2-16,-1 0-4 0,4 0 2 0,-4-1 0 16,4 0-1-16,-2 1 1 0,0 1-2 15,2-3 2-15,-2 1 0 0,0 1 2 0,1-1 3 16,0-1 2-16,0 2 5 0,-1-2 1 0,2 1 4 16,-1-1-1-16,1 0-3 0,1-1 1 0,1 1 0 15,0-2 2-15,-2 2 0 0,2-1-4 16,0 1 4-16,0-2-2 0,0 2 0 0,0-1-3 15,0 1 3-15,0 0-2 0,0 0 1 16,-2 0-3-16,3 1-1 0,-2 1 2 0,0-1-3 16,1 1-1-16,0-1 4 0,-2 2-2 0,3-1 1 15,-4 1 3-15,4-2-26 0,0 2-12 16,-2 0 12-16,2-1 12 0,-3-1 2 0,4-1-1 16,-1 0 27-16,-2 0 14 0,1 0-17 0,0 0-8 15,-2-1-5-15,3-1-4 0,-2 1 0 16,0-1 0-16,2 1 0 0,-2-2-2 0,2 1-2 15,-2-1-1-15,1 2 3 0,0-2-3 16,-2 0-6-16,2 0 1 0,0 0-1 0,-1 0-2 16,-1 2 3-16,-2-3-1 0,3 2 4 15,-3-1 0-15,2 2-2 0,-2 0 2 0,-1-1-1 16,0 2 1-16,1 0-2 0,-2 0 2 0,1 0 0 16,-2 2 1-16,0-2 4 0,0 0 2 0,1 0 6 15,-2 1-3-15,1-1 5 0,0 1-3 0,3-1 1 16,-2 0 1-16,-1 0-4 0,3 0 5 15,-1 0-3-15,0 0 4 0,0 0-4 0,0 0 1 16,0 0 1-16,2-1 0 0,-3 1-2 0,1 0 2 16,2 0 1-16,-2 1-1 0,1-1-2 15,2 0 0-15,-2 3 3 0,1-3-3 0,1 2-2 16,0-2 3-16,1 2-3 0,-1 0 3 0,2-1-5 16,0 0-1-16,0-1 0 0,2 0 0 15,0 0 0-15,0 0 2 0,1 0-2 0,0 0 0 16,0-1 0-16,2 0 0 0,-2-3-2 15,2 2-3-15,-1 2 3 0,1-3-1 0,0 1-1 16,0 0-1-16,-2 1 3 0,2-2-3 0,0 1-2 16,0 2-2-16,0 0 0 0,-2-3-4 15,2 3-1-15,-1 0 1 0,-1 0 1 0,2 0-2 16,-2 3 1-16,1-3 8 0,0 0 1 0,-2 0 4 16,2 0 7-16,0 0 6 0,0-3-1 15,1 3 1-15,-2-2-1 0,3 1-1 0,-1 1-2 16,-1-1 2-16,2-3 1 0,1 3-1 15,-3 0 0-15,1-1 1 0,2 0 0 0,-1 1-3 16,0 0-5-16,0-1-1 0,0 0 1 0,0 1-1 16,-1 1-3-16,1-1 0 0,-1-1 0 15,-1 1 2-15,-1-1-2 0,2 1 0 0,-2-2-2 16,2 1 2-16,-1-1 0 0,-1 0 0 0,1 2-1 16,-2-2-1-16,2 0 0 0,0 0-1 15,-1 1-1-15,-3 0-1 0,1 0-2 0,1 0 1 16,-2 0-1-16,0 2-3 0,-2 0 1 15,3 0 0-15,-5-3 0 0,5 3 2 0,-5 0 0 16,0-1 0-16,1 0 1 0,0-1-3 0,0 1 6 16,-2 1 1-16,-1-3 4 0,-1 3-1 15,3 0 3-15,-3 0 5 0,3-2-2 0,-2 2-3 16,1 0-3-16,0 0 5 0,1 0 1 0,-2 2-5 16,2-2 1-16,0 0 4 0,0 0-1 15,-1 3 1-15,4-2-2 0,-3 1 2 0,3-2-1 16,-1 1 1-16,0 0-2 0,3 2 0 0,-2-3-3 15,3 2 2-15,-4 0-3 0,4 1 1 16,0-2-2-16,-2 3-2 0,2-3 2 0,-1 2 0 16,1-2 0-16,-1 2 0 0,3 0 0 15,-3 0 2-15,1-1 0 0,-1 1 0 0,2-2-2 16,0 1-2-16,-2-1 0 0,2 1-1 0,-2-1-3 16,2 0 3-16,-1 1-4 0,1-2-2 15,-2 3 2-15,3-3-4 0,-2 1 0 0,1 1-1 16,-1 0-1-16,1-2 3 0,-1 1-1 15,1-1 0-15,0 1 1 0,1-1-1 0,1 0 2 16,-3 0 3-16,0 0-1 0,1 0 7 0,0 2 4 16,0-2 5-16,1 2 3 0,-2-2 1 0,2 1-2 15,0 0-2-15,-1 1-2 0,0 1 2 16,0-1-2-16,1-2 0 0,0 4 2 0,-2-2-6 16,2 0 5-16,0 1-3 0,0-1 4 15,3 2 3-15,-2-3-3 0,1 0 2 0,0 1-4 16,0-2-6-16,1 2-1 0,0-2 0 0,-3 0 0 15,3-2-3-15,0 2 1 0,-3 0-1 16,3-2-1-16,-3 2 2 0,0 0-3 0,2 2 1 16,-2-2-1-16,-2 2-2 0,2-1 2 15,-3 0-4-15,3 1 2 0,-2 1 0 0,-1-2 0 16,3 1 1-16,-3-1-3 0,1 1 0 0,-1-2-1 16,3 1-3-16,-3-1 2 0,1-1 2 15,-1-1 2-15,1 2 5 0,1-3 6 0,-1 2 5 16,2-1 0-16,-3-1 3 0,5 2 1 0,-3-2-2 15,0 1-4-15,2 0-2 0,-2 2-1 16,-1-2 3-16,4 0 2 0,-5 2-2 0,2 2 0 16,-1-2 2-16,0 2 0 0,0-1-6 15,1 0 3-15,-4 1-3 0,3 1 2 0,-2 0-1 16,0-2-1-16,0 1-3 0,0-1 0 0,-2 2 0 16,1-1 0-16,-1-1 0 0,1 1 0 15,-3-1 0-15,0 1 2 0,3 1 2 0,-4-2-4 16,2 2 1-16,0-2 1 0,-3 3-2 0,0-3 0 15,1 2 0-15,0-1 0 0,-1 0-2 16,2 0-1-16,0 0 3 0,0-1 0 0,-1-1-2 16,-1 0 0-16,4 0 2 0,-4-1-3 15,1-1-2-15,-2 0-2 0,3 1-2 0,-3 0 2 16,0-1 1-16,-1 0 3 0,1 1-1 0,-3 0 1 16,0-1-1-16,1 2 2 0,-2-2 1 15,2 2-1-15,-3 0-2 0,2 0 2 0,-4 0 1 16,4 0-1-16,-2 0-2 0,2 0 1 15,-2 0 1-15,3 0 0 0,-3 0 0 0,2 0-1 16,0 0 1-16,2 0-2 0,-3 0 3 0,2 0-1 16,1 0 0-16,-1 0-3 0,1-1-1 15,-3 1 1-15,2 0 1 0,-1-1 1 0,1-1-1 16,-1 1 4-16,0 1 4 0,4-2-1 0,-4-1 8 16,3 2 16-16,2-2 10 0,0 0 2 15,2 0 7-15,-1 0-3 0,1-1 1 0,1-1-15 16,0 0-7-16,-1 0-1 0,1 3-2 0,0-4-2 15,0 4-4-15,-3-4 2 0,3 3-3 16,-2 0-3-16,0 0-3 0,-3 1 0 0,2 1-1 16,-1-2-5-16,-1 3 0 0,-2-2 0 15,1 2 1-15,0-1 1 0,-2 1-2 0,2 0 2 16,-3 0 3-16,0 0 0 0,0-1-2 0,1 1 2 16,0-2 0-16,-1 2-3 0,0 0 1 15,-1-1-3-15,0 1 0 0,0 0 0 0,0-2 0 16,-1 2 0-16,1-1 0 0,2 1 2 15,-2 0-1-15,0-2 3 0,0 2-4 0,0-1 0 16,2 1 0-16,0 0 0 0,1-2 0 0,-1 2 0 16,1 0 0-16,-1 0 1 0,2 0-1 0,-3 0 2 15,2 0-2-15,-1 0 0 0,2 0-3 16,-4 2-1-16,0-2 4 0,0 3 2 16,0-2 3-16,-1 2 3 0,-2 0 2 0,0 0-3 15,0 1 0-15,-2 1-19 0,1 0-56 16,-2-1-101-16,-1 1-264 0,0 1-204 0,-1-1-121 15,-2 2 23-15,1-2 183 0</inkml:trace>
  <inkml:trace contextRef="#ctx0" brushRef="#br1" timeOffset="29562.18">9549 6220 26 0,'0'2'197'0,"0"-1"80"0,0 1 34 0,0-1-11 16,0-1-67-16,2 2-87 0,-2-2-55 16,0 0-23-16,2 0-11 0,-1-2 5 0,1 2-1 15,-1-1 26-15,-1 1 11 0,0 0 6 16,2 0 6-16,-2 0 1 0,0 0 5 0,2 1-4 15,-1-1 0-15,-1 2-5 0,0-2-6 0,0 0-3 16,0 1-7-16,0-1-1 0,0 0 1 16,0 0 2-16,0 0 2 0,0 0 2 0,0 0 2 15,0 0 20-15,0 0 0 0,0 0-1 16,0 0-8-16,0 0-11 0,0 0-10 0,0 0-16 16,0 0-7-16,0 0-6 0,0 0-1 0,0 2-4 15,0-2-6-15,0 0-14 0,0 1-11 16,0-1-9-16,0 2-6 0,0 0-3 0,3 2-1 15,-3-2-1-15,0 3 1 0,3 0-2 0,-3-1-2 16,2 1 2-16,-1-1-2 0,1 0-1 16,-2-1-18-16,2 3 6 0,-1-5-14 0,1 0 11 15,-2 1-10-15,1 0 11 0,-1-2 32 16,0 0 10-16,2 0 37 0,-2-2 1 0,0 0 23 16,2 1-8-16,-2-2-4 0,1-1-3 15,-1 0-7-15,0 1-3 0,0-1 0 0,0 2-1 16,0-1-1-16,0 0-5 0,0 2-11 0,0-1-6 15,0 0-7-15,0 2-8 0,0-1-4 16,0 1-8-16,0-1-5 0,0 1-5 0,0 0-3 16,-1-2 3-16,1 0-1 0,-2 2-1 0,2-1-2 15,0 0 3-15,0-1 1 0,0-1-2 0,-2 3-3 16,2-3 1-16,0 3 1 0,-1-1-4 16,1 1-5-16,-2 0-27 0,2-2-68 15,-1 2-131-15,-1-1-182 0,0 1-290 0,1 0-261 16,-1 1-193-16,2-1 61 0,0 0 398 0</inkml:trace>
  <inkml:trace contextRef="#ctx0" brushRef="#br1" timeOffset="31402.26">12974 6063 17 0,'0'-2'260'0,"2"2"170"16,-1 0 160-16,-1 2-30 0,2-2-129 0,-2 0-101 16,3 1-72-16,-2-1-42 0,-1 2-21 15,0-1-8-15,0 2 2 0,2 0 3 0,-1 0 14 16,-1 2 15-16,2-1 13 0,0 2 5 16,-1 1-11-16,-1-1-20 0,2 4-29 0,-2-2-33 15,2 0-25-15,-2 3-26 0,1-2-22 0,-1 2-14 16,0 0-13-16,0 1-10 0,-1-2-11 15,1 3-11-15,-2-3-6 0,2 1-1 0,-2-1-1 16,1 0-5-16,-1 1-2 0,0-1 1 16,-1 3-5-16,-1-4-15 0,2 0-23 0,-2 0-79 15,0-5-146-15,0 2-249 0,0-4-275 0,1-1-263 16,1-2-206-16,-1-4 144 0,2-2 479 16</inkml:trace>
  <inkml:trace contextRef="#ctx0" brushRef="#br1" timeOffset="37950.15">1914 2545 58 0,'-8'5'480'0,"0"-3"384"0,-2 2 235 15,1-2 4-15,0 0-382 0,0-2-241 0,1 0-100 16,1 2-16-16,-1-2 5 0,3 1-24 0,-2-1-34 16,-1 0-35-16,1-1-55 0,1-1-66 0,-2 2-59 15,2-3-32-15,1 2-16 0,0-1-11 0,0 0-6 16,2 2-6-16,-1-1-4 0,4 0-5 0,-2 1-6 0,2 0-5 15,0 0-4-15,2 0-4 0,-2 0-2 0,4 0-1 16,1 1 2-16,3 0 2 0,2 3 1 0,7-3 1 16,5 2 3-16,4 0-1 0,4 3 9 0,9-6 1 15,2 0 6-15,6-5 8 0,4 1 4 0,9-4 2 16,5-2 1-16,6-5-2 0,5-3-1 0,5-3-7 16,0-1-4-16,-1-2 2 0,-1 1-2 0,-3 0-6 15,-5 4-4-15,-4-1-1 0,-4 4-2 0,-3 1-5 16,-6 3-3-16,-6 2 0 0,-3 1 1 15,-4 2 1-15,-5 1 2 0,-3-1-1 0,-4 3 0 0,-5 2 0 16,-4-3 0-16,-1 4 0 0,-6 0 0 0,1-1 0 16,-6 0 0-16,0 2-1 0,-3-1 0 0,0 1 0 15,-1 0 1-15,-1 0-1 0,-1 0 1 0,-2 0 0 16,1-1 1-16,-1 1-2 0,0 0 0 16,-1 0-3-16,1 0-6 0,0 0-14 0,-2 0-23 15,2 0-49-15,-3 0-71 0,0 0-119 0,3 1-206 16,-1 0-299-16,1 3-344 0,0 0-317 0,0 1-159 15,1-2 378-15,-1 1 711 0</inkml:trace>
  <inkml:trace contextRef="#ctx0" brushRef="#br1" timeOffset="39050.19">6159 5380 293 0,'10'-26'576'0,"1"-3"278"0,-1-4 153 0,2-6-212 16,2-3-233-16,1-3-136 0,4-4-68 16,1-1-82-16,-1-1-68 0,5-4-64 0,1 3-49 15,0 0-33-15,1-2-20 0,1 3-9 0,1 2-17 16,-1-1-1-16,1 0-15 0,1 4 17 0,-1 2-5 15,-1 3 23-15,-2 1 31 0,-2 4 7 16,0 5 41-16,-2 1 5 0,-5 4 16 0,-1 5-5 16,-2 3-13-16,-2 2 6 0,-5 4-9 15,1 2-11-15,-4 1-12 0,0 3-18 0,-1 2-14 16,1 1-19-16,-3 0-18 0,0 3-18 0,-3 0-51 16,-2 3-66-16,0 2-98 0,-1 1-186 15,-3 1-294-15,-1 4-328 0,2-2-295 0,-3 2-187 16,3-3 255-16,0 3 661 0</inkml:trace>
  <inkml:trace contextRef="#ctx0" brushRef="#br1" timeOffset="40016.25">16451 4282 17 0,'11'14'345'0,"0"5"263"0,0 1 218 0,3 1 68 16,-1 5-267-16,3 1-167 0,-2 2-65 16,3 3-49-16,-2 1-37 0,0 0-22 0,0 6-65 15,-1-3-60-15,-1 6-46 0,-1 2-40 0,-1 0-29 16,-1 1-19-16,-2 3-15 0,-1-4-6 15,0 2-3-15,-2-3-4 0,-2 0-7 0,-2-5-4 16,-1 2 4-16,0-2 0 0,-3-1-3 0,-2-2 2 16,1 1-3-16,-4-1-4 0,0 1-20 0,-3 0-62 15,-2 1-123-15,2-5-196 0,0 0-278 16,0-2-263-16,3-5-207 0,0-2 48 16,3-7 390-16</inkml:trace>
  <inkml:trace contextRef="#ctx0" brushRef="#br0" timeOffset="57004.25">6208 5716 96 0,'3'-5'280'16,"1"3"125"-16,-3-1 70 0,3 0-109 0,-3 0-106 16,2 0-51-16,-1 1 0 0,-2 0 17 15,2 1 16-15,-1 1 11 0,-1 0-5 0,0-1-21 16,2 1-29-16,-2 0-29 0,0 0-21 16,0 0-17-16,0 0-20 0,0 1-10 0,0-1-14 15,0 0-5-15,0 0-1 0,0 0-1 0,0 0 7 16,0 0 25-16,0 0 14 0,1 0 3 0,-1 0-4 15,0 0-8-15,0 0-12 0,0 0-26 16,0 0-18-16,0 0-12 0,0 0-10 0,2 0-5 16,-2 0-3-16,0 0-5 0,3 0-7 15,-3 0-3-15,1 0-1 0,-1 1-3 0,0-1 0 16,2 2 1-16,-2-2 3 0,0 0 1 0,1 0-1 16,1 0 45-16,1 2 45 0,-1-2 35 15,4 1 19-15,1-1 16 0,2 0 3 0,2 0-30 16,-1 0-26-16,4 0-19 0,-1-1-13 15,2 1-23-15,1-2-14 0,3 0-12 0,-1 1-11 16,2 0-9-16,2-2-7 0,-1 1 1 0,3 0 0 16,-1-2 1-16,2 2-6 0,1-2-3 15,-2 0-2-15,1 1 0 0,2-3-1 0,1 4-2 16,-1-3 1-16,1 3 0 0,1-3 0 16,-2 0 0-16,0 3 0 0,0-3 0 0,0 1-1 15,-1 1 1-15,1-2 0 0,0 0-1 0,-2 3 1 16,1-1-1-16,-1 0 0 0,-1 2 0 15,-1-1 5-15,1 2 1 0,-3 0 1 0,1 0 2 16,0 2 0-16,-3-1 0 0,3 2-5 0,-3-2-6 16,0 1-5-16,0 0-2 0,0 0-2 15,-2 1-1-15,2 0-2 0,-3-1 5 0,1-1 3 16,-2 1 1-16,0-2 1 0,0 0 1 0,-1 0 1 16,-3-3 0-16,0 1-1 0,0 1 1 15,-3-2-1-15,0-1 1 0,-1 3 0 0,0 0 0 16,-4-1 0-16,2 1 1 0,-2 1 0 15,-1 0-2-15,0 0 1 0,-1 0-1 0,-1 0 1 16,0 0-1-16,2 0 0 0,-2 0 1 16,1 0 0-16,1 0 0 0,0 1 1 0,-1 1-2 15,2-1 1-15,0 2-1 0,0-1 1 0,-1-1 0 16,1 1 0-16,-1 1-1 0,1-2 1 0,0 1 0 16,-1-2-1-16,1 1-1 0,0 1 1 15,0-2 1-15,0 1-1 0,-1-1 0 0,-1 0 1 16,1 0-1-16,0 0 0 0,-1 0 1 0,1 0-1 15,-1 0 0-15,1 0 1 0,1 0-1 16,-3 1 0-16,4-1-1 0,-1 2 1 0,0-2 0 16,1 0 0-16,1 0 1 0,0-2-1 15,1 2 0-15,-1-1 0 0,4 1 0 0,-2 0 0 16,-1 0 0-16,2 0 0 0,-3 0 0 0,4 0 0 16,-2 1 1-16,-1 1 0 0,2-2 0 15,0 2 0-15,0-1 0 0,0 0 0 0,0-1 0 16,2 2-1-16,-2 0 0 0,2-2 0 0,-1 1 0 15,-1-1 0-15,-1 1 0 0,-1-1 0 16,-1 0 0-16,1 0 0 0,-3 0 0 0,0 0 0 16,-1 0 1-16,1 0 1 0,-3 2-1 15,3-2 0-15,-3 0 0 0,0 0 0 0,0 2 0 16,2-2-1-16,0 1 0 0,-1 0 2 0,1 4-1 16,-1-5 1-16,1 2-1 0,1 4 1 15,-2-1 3-15,-1-1 2 0,2 0 0 0,-1 2 2 16,1 1 1-16,-2 1-1 0,0 1-2 0,0 2-1 15,0 2-2-15,0 0-1 0,0 1 0 16,-2 3-1-16,2 1 0 0,-1 0 0 0,-1 3-1 16,2 0 5-16,-1 1 2 0,-2 1 1 0,3-1 0 15,0 1 0-15,0-1 1 0,0-1-7 16,3 0-2-16,-2-3-1 0,1 1 0 0,1-2-2 16,0 0 1-16,-1-2 1 0,1 0 0 0,0 2 0 15,2-3 0-15,-2 1 0 0,2-1 0 16,-2 1 1-16,2-2-1 0,-2 1 1 0,0-2-1 15,0-2 1-15,-1 1-1 0,0-3 1 0,-1 2 0 16,1-2 0-16,-2 0 0 0,1 0 1 16,-1-1 0-16,0 1-1 0,0-1 1 0,0 0-1 15,0-1 0-15,-1 0 0 0,1-1 0 16,0 0-1-16,0-2 0 0,0-1 1 0,0 1-1 16,0-1 1-16,0 0 0 0,0 0 1 0,-2-2 0 15,2 0 1-15,0 0 5 0,0 0 4 16,-1 0 0-16,-1 0 2 0,-1 0 0 0,-2 0 0 15,2 0-3-15,-2 0-2 0,-3 0 1 16,2 1 0-16,1-1 1 0,-3 1 1 0,2 1-1 16,-5 1-1-16,3-2 0 0,0 2 1 0,-3-1 0 15,1 1 0-15,-1 0 1 0,-1 0 2 0,-1 0-1 16,-1 0-2-16,0 0-1 0,-4 1 0 16,2-1 0-16,-4 2 1 0,1 1 0 15,-2 1 0-15,-1-2 0 0,0 3-1 0,0-2-3 0,-2 1-2 16,-1 0-3-16,0-1 0 0,2 0 1 15,-4-1 0-15,2-1 2 0,-3-1-5 0,-1-2 0 16,1-1 0-16,-2 0 0 0,0-1 0 16,0-2 0-16,2 0 0 0,-2 0 0 0,1-1 0 15,1 1 0-15,0 0 0 0,1 0 0 16,2 1 0-16,0 1 0 0,0-1 0 0,4 2 0 16,-3 2 0-16,2-1 0 0,0 1 0 0,1-1 0 15,1 2 0-15,0 0 0 0,0 0 0 0,0 2 0 16,0-1 0-16,0-1 0 0,3 2 0 15,0 1 0-15,-1-2 0 0,2 1 0 0,1-2 0 16,0 1 0-16,1 0 0 0,1-2 0 16,1 2 0-16,-1-3 0 0,2 0 0 0,-3 1 0 15,1-2 0-15,1 0 0 0,-3 0 0 0,1 0 0 16,0-2 0-16,0 1 0 0,-2 0 0 16,0-3 0-16,2 2 0 0,0 2 0 0,1-3 0 15,0 2 0-15,1 1 0 0,2-1 0 16,4 1 0-16,-2 0 0 0,2-1 0 0,3 1 0 15,-1-2 0-15,3 2 0 0,1 0 0 0,0-3 0 16,3 3-1-16,2-2-34 0,4-3-29 0,2-1-78 16,1 0-137-16,1-2-250 0,2-1-314 15,2-3-411-15,-1-2-472 0,3 1-96 0,1-2 672 16</inkml:trace>
  <inkml:trace contextRef="#ctx0" brushRef="#br0" timeOffset="57821.3">8243 5766 25 0,'5'0'281'0,"0"-2"165"0,0 2 157 15,1 0 13-15,3-1-184 0,1 1-122 0,1-2-40 16,5 1-3-16,0 0-17 0,1-1-12 0,5 2-21 16,0-2-26-16,4 1-33 0,0 0-38 15,1-1-25-15,3-2-32 0,2 2 0 16,1-1-4-16,0-3-6 0,4 4-2 0,-1-1-6 16,3 0-1-16,-2 0-18 0,-1 0-9 0,1 0-3 15,2 0-24-15,-3 0-50 0,-1 0-74 0,0 0-117 16,0-1-178-16,-2 2-284 0,1 1-199 15,-1-1-56-15,-2 1 155 0,1-1 310 0</inkml:trace>
  <inkml:trace contextRef="#ctx0" brushRef="#br0" timeOffset="58238.72">8126 6109 148 0,'-12'0'534'0,"4"-3"282"0,-2 0 116 16,5 0-107-16,2 0-368 0,2 0-214 0,1 0-120 15,4 0-61-15,3 0-20 0,4 0-9 16,6 2-6-16,5-2 0 0,4 0-4 0,8 1-2 15,4 1-4-15,5-1-3 0,3-1-4 0,5 2-2 16,2-1-2-16,1-1-19 0,3 1-70 16,-3-2-121-16,1 2-261 0,-3-2-236 0,0 2-173 15,-2-1-34-15,-2-1 207 0,-3 0 313 16</inkml:trace>
  <inkml:trace contextRef="#ctx0" brushRef="#br0" timeOffset="59038.68">11001 5563 32 0,'15'-4'98'15,"-2"1"-18"-15,3 0-29 0,-3 0-24 0,0 3-4 16,-1 0 4-16,-1 0 35 0,3 1 47 16,-4 2 44-16,1 0 39 0,-2 0 21 0,-1 2-2 15,0-3-37-15,-3 4-53 0,1-1-45 16,-1 1-31-16,-2 0-21 0,0 1-26 0,0-1-41 16,-1-2-76-16,0 2-88 0,-1-1-96 0,1 2-52 15,1-1 27-15,-1-1 81 0</inkml:trace>
  <inkml:trace contextRef="#ctx0" brushRef="#br0" timeOffset="64693.81">6246 5680 249 0,'0'0'608'16,"0"-1"299"-16,0 1 121 0,0-1-232 15,0 1-230-15,0 0-144 0,0 0-109 0,0 0-69 16,0 0-48-16,0 0-41 0,0 0-45 0,0 0-36 16,0 0-28-16,2 0-20 0,-2 0-13 15,0 0-4-15,0 0-2 0,0 0-1 0,2 1 1 16,-1 0 10-16,1 1 17 0,-1 2 27 16,3 2 28-16,-3 2 17 0,2 1 2 0,-1-1-4 15,2 3 17-15,-2 1-7 0,1 2-4 0,-3-1 0 16,3 2 0-16,-1 1-6 0,0 1-27 0,-1 0-17 15,-1-1-18-15,0 2-17 0,0 0-9 16,0 1-5-16,0-2-4 0,0 1-3 0,-1 0 0 16,-1 0-2-16,0 1-2 0,2-1 2 15,-3 0 0-15,3 0 1 0,-1 1 1 16,-1-3 0-16,2 0 0 0,-2 1-3 0,2-2 1 16,0 0-2-16,0 0-1 0,2-2 0 0,-2 0 3 15,0-2-1-15,3 2 2 0,-3-3-1 0,2 2 0 16,-1-2-1-16,-1 2-2 0,2-1 4 15,-2 2-1-15,0-2 1 0,2 3-1 0,-2-1 0 16,1-1 2-16,-1 2-4 0,0-2 0 0,0 0 0 16,2-2-1-16,-2-1 0 0,3-2-3 15,-1 3 1-15,-1-6-2 0,2 1 1 0,1 1-1 16,0-1 2-16,1-3-1 0,0 2 2 16,-1-2 0-16,1 0 1 0,0 1 2 0,1-2-2 15,-1 1 1-15,-2-1-1 0,2 1 1 0,-2-2 0 16,0 1 0-16,-1-1 0 0,-2 0 0 0,2 0 0 15,-1 2 1-15,-1-2-1 0,2 0-1 16,-2 1 0-16,1-1 0 0,-1 0 1 0,2 2 0 16,2-1-1-16,1 1 1 0,0 1 1 15,1 0 2-15,2 0 0 0,3-1-1 0,0 2-1 16,3-2 2-16,1 2 0 0,2-4-2 16,1 1-1-16,0-1 0 0,3-1-1 0,-2-1-25 15,3 0-62-15,-3 0-58 0,2-2-96 0,-1 3-204 16,-2-2-306-16,2-1-312 0,-1 2-234 15,-3-1-154-15,0 0 292 0,-2 2 649 0</inkml:trace>
  <inkml:trace contextRef="#ctx0" brushRef="#br0" timeOffset="72821.98">1108 951 77 0,'0'0'334'0,"0"0"220"16,0 0 200-16,0 0-58 0,5 1-90 0,-2 0-75 16,-3-1-72-16,5 4-63 0,-5-4-60 0,0 0-70 15,0 0-67-15,0 0-59 0,0 0-37 0,0 0-31 16,0 0-12-16,0 0-7 0,0 0-2 16,0 0-2-16,0 0 1 0,0 0 7 0,0 0 5 15,0 0 12-15,0 0 13 0,0 0 19 0,6 3 13 16,-6-3-2-16,0 0-8 0,3 1-13 15,0 2-3-15,0 2 0 0,-1 1-6 0,1 0-4 16,-1 2-5-16,-1 2-5 0,1 0-14 0,-2 4-21 16,2 1-13-16,-1 1-6 0,-1 4-5 0,0 0-6 15,0 2 0-15,0 1-2 0,0 5-1 0,0 1-1 16,0 3 8-16,0 1 4 0,-1 2 3 0,-1 1-1 16,2 1-1-16,-2 1 0 0,2 1-7 15,0 1-2-15,0-1-1 0,-1 2-2 0,1 0 1 16,0-3-3-16,0 1 1 0,0-2-2 0,1 1 0 15,-1-2 0-15,0-1-1 0,2-2 0 16,1 0-1-16,-1-2 0 0,1-1-1 0,1-3-1 16,1-1 0-16,-2-3-1 0,2 1-1 15,0-7 1-15,0 1 0 0,1-2 1 0,0 0-2 16,-1-4 1-16,0-2 1 0,1-1 0 0,-1 0 2 16,-1-2 0-16,1-1 0 0,0 0 0 15,0 0 1-15,-2-1-1 0,2 0-1 0,-2-2 0 16,3 0 1-16,-1-1-1 0,-2 2 1 15,0-2 0-15,-3-2 1 0,0 0 0 0,5 2-1 16,-5-2 2-16,0 0 0 0,5 2-1 0,-5-2 1 16,0 0 1-16,5 2-1 0,-1 0 0 0,1 0-1 15,0-1 1-15,1 1-1 0,-1-1-1 0,0 0-1 16,1 1 1-16,-2 0-2 0,1 1 1 0,0-2-1 16,-2 1 1-16,2-1 1 0,0 2 0 0,1-1 2 15,0-1 0-15,-1 0 0 0,3-1 1 0,0 2-1 16,-2-2 1-16,2 2-1 0,0-2 0 0,1 0 2 15,1 0 0-15,-2-2-1 0,2 2 1 0,-1-2 2 16,0 2 4-16,1 0 3 0,1-1 1 0,0 1 0 0,3-1 2 16,-1-1-3-16,1-1-4 0,2 0-1 15,0 0 0-15,3 0 3 0,1 0 2 0,-2-1 0 0,4 0 2 16,-2 0-1-16,1 0-1 0,1 0-5 0,3 0-2 16,-3 0-2-16,1-1-2 0,2 0 0 0,0 3-1 15,-1-2 1-15,1 2-1 0,-2-2 1 0,3 3 0 16,-2 0 0-16,-1 1 0 0,4-2-1 0,-4 2 0 15,2 0 1-15,0 2 1 0,2-2-1 0,0 0 2 16,1 0 0-16,1 0 6 0,-2-2 4 0,3 2 0 16,0-2 0-16,0 2 1 0,2-1 1 0,1 0-6 15,-1-1-4-15,-1 1-1 0,4-1 0 0,-2-1-2 16,0 0 5-16,0 2 3 0,-1-3 1 0,1 3 1 16,-1-2 1-16,1 0-1 0,-3 2-5 0,2-2-3 15,-2 1-2-15,0 1-1 0,-2 1 0 0,-1 0 1 16,0 0 2-16,1 1 1 0,-4 1 0 0,2 0 1 15,-1-1-1-15,-2 2-1 0,3 0-1 0,-4-1-2 16,3 2 0-16,-1-1 0 0,1 0-1 0,0 0 0 16,-2 0-1-16,2-1 1 0,0 2-1 15,0-2 0-15,2 0 0 0,-3 1 0 0,3-2 0 16,-3 1 0-16,1 0 0 0,0-2 0 0,-1 0 0 16,0 0 1-16,1 0-1 0,0-2 0 0,-1 2 1 0,0-2-1 15,-2 1 0-15,0 0 0 0,2 1 0 0,-3-2 0 16,-1 0 4-16,2 1 2 0,-1 1 1 15,-1 0 1-15,2 0 0 0,-4 0 0 0,2 0-4 16,1 1-2-16,-4-1 0 0,2 0 0 0,0 2-4 16,0-2-3-16,1 2-2 0,-2-2 0 0,3 0-1 15,-3 1-1-15,2-1 4 0,-2 0 2 0,2 1 2 16,0-1 0-16,-1 2 0 0,2-2 2 0,-1 2-1 16,2-1 0-16,-1 0 0 0,1 4 1 15,2-5-1-15,-2 2 0 0,0 4-1 0,0-3 1 16,0 1 1-16,2 0-1 0,-2 0 4 0,2-1 2 15,-1 0 2-15,1 0 0 0,-1-1-2 16,2 0 1-16,-2-2-4 0,1 0-3 0,0 0 0 16,0-2-2-16,-1 1 1 0,-1 0 0 0,-1-1-1 15,1 1 2-15,-3-1-1 0,0 0 1 0,0 2 1 16,-1-2 1-16,-1 0-1 0,0 2 0 0,-3-1 0 16,2 1 0-16,-5 0-1 0,2-1 0 0,-1-1 1 15,-2 0 0-15,1 2 0 0,0-2 0 16,-3 2 0-16,-1-2 0 0,2 0-1 0,-3-1 0 15,1 2 1-15,-1-2-1 0,-1 3 1 0,1-2-1 16,-2-1-1-16,1 1 2 0,-1 1-1 16,0 0 0-16,0-3 0 0,-1 2 1 0,0-2 0 15,1 0 0-15,-2-2 0 0,1-3-4 0,0 0-1 16,-1-1-3-16,1-4 0 0,-1-1-2 0,1 0 0 16,-1-2 4-16,-1 0 2 0,1 0 1 0,-1-6 1 15,-1 1 1-15,2 0 0 0,-2-3 0 16,0 0 0-16,0-3-1 0,-2-1 1 0,2-1 0 15,-1-3 0-15,1 0 4 0,-2-2 2 0,2-1 0 16,-1-1-4-16,1-2 0 0,-2 1-2 0,2 0-4 16,0-1-2-16,-2 0 0 0,1-1 4 0,-1 3 0 15,-1 2 2-15,1-2 0 0,-2 2 1 0,-2 1-1 16,-1 3 0-16,2-2 1 0,-3 3-1 0,0 0 0 16,-1 2 1-16,-2 3-1 0,1-1 1 0,0 2-2 15,-2 3 1-15,0-3 0 0,2 2-1 0,-1 3 0 16,0-2 0-16,0 2 5 0,3 2 2 15,0 1 2-15,-1 0 1 0,1 2 0 0,3 2 1 16,-1 1-5-16,0 0-1 0,1 4-2 0,0-1 2 16,2 2 1-16,-2 2 2 0,2-1 1 0,-2 1 1 15,1 2 3-15,-1-3-1 0,-2 4-2 16,1 0-1-16,-1 0-1 0,-2 1-2 0,1-3-4 16,0 3-4-16,0 0 2 0,-1 0 0 15,-1 3 0-15,1-3 1 0,-2 0 6 0,0 0 3 16,-2 1 2-16,-1-1-1 0,1 1 1 15,-2-1 0-15,0 1-2 0,-4-1-2 0,-1 3-2 16,-1-1-3-16,-1-2-2 0,-3 2 0 16,0 2 0-16,-1-1 0 0,-4 1 0 0,0-3 0 15,0 2 0-15,0 0 0 0,-2 0 0 0,1 0 0 16,-1 0 0-16,0 1 0 0,2-1 0 0,-4 0 0 16,5 0 0-16,-1 2 0 0,-2-1 0 0,4-1 0 15,-2 0 0-15,3 0 0 0,-1 0 0 0,-1 1 0 16,2-3 0-16,-1 1 0 0,1 1 0 0,-1-1 0 15,1-2 0-15,-2 2 0 0,-1-2 0 0,0 0 0 16,-2 0 0-16,-2 0 0 0,1 0 0 0,-2 0 0 16,0 0 0-16,0 0 0 0,0 0 0 0,-1 0 0 15,3 0 0-15,-2 0 0 0,0-2 0 0,4 2 0 0,-2-5 0 16,1 3 0-16,0-2 0 0,-1 0 0 0,1 0 0 16,1-1 0-16,1-1 0 0,-2 0 0 0,4 0 0 15,-2 0 0-15,1-1 0 0,-1 1 0 0,2 1 0 16,-1-2 0-16,4 5 0 0,-2-4 0 15,0 0 0-15,0 3 0 0,2-1 0 0,-2 0 0 16,0 0 0-16,3 1 0 0,-4 0 0 16,4 2 0-16,-3-4 0 0,2 2 0 0,2 0 0 15,0 0 0-15,-2 1 0 0,3-2 0 16,-2 2 0-16,2-2 0 0,0 2 0 0,0 0 0 16,1-1 0-16,2 1 0 0,-1 1 0 0,2 1 0 15,1 0 0-15,1 0 0 0,0 0 0 16,5 0 0-16,-3 0 0 0,4 0 0 0,1 0 0 15,-2 0 0-15,3 0 0 0,0 1 0 0,0-1 0 16,-1 0 0-16,1 2 0 0,-2-2 0 0,1 1 0 16,-1-1 0-16,1 2 0 0,-2 0 0 0,1-1 0 15,1 0 0-15,-2 1 0 0,0 0 0 0,1-1 0 16,-1 2 0-16,2-1 0 0,-1 0 0 0,-2 1 0 16,2-1 0-16,-1 0 0 0,0 0 0 15,0 1 0-15,-2 0 0 0,2-1 0 0,-2 1 0 16,1-2 0-16,2 1 0 0,-1-1 0 0,-1 0 0 15,2-1 0-15,0 2 0 0,0-2 0 0,0 0 0 16,2 0 0-16,0 0 0 0,-3 0 0 16,3 0 0-16,-3-2 0 0,2 2 0 0,-1 0 0 15,-1-1 0-15,0 1 0 0,0 0 0 0,1-1 0 16,1 1 0-16,0-2 0 0,-1 2 0 0,1 0 0 16,1 0 0-16,1 0 0 0,1 0 0 15,0 0 0-15,1 0 0 0,0 0 0 0,0 0 0 16,1 0 0-16,-1 2 0 0,0-2 0 0,1 1 0 15,-1-1 0-15,-2 0 0 0,1 1 0 0,0-1 0 16,-3 2 0-16,0 0 0 0,1-2 0 16,-1 1 0-16,0 0 0 0,-1 1 0 0,0-2 0 15,0 2 0-15,0-1 0 0,0 0 0 0,-2 2 0 16,1-1 0-16,-2-1 0 0,2 2 0 0,-2-1 0 16,-1-2 0-16,3 2 0 0,0 2 0 0,3-1 0 15,0 2 0-15,2 0 0 0,-2-1 0 16,2-2 0-16,-2 0 0 0,3 1 0 0,0-1 0 15,5-2 0-15,0 0 0 0,0 0 0 0,0 0 0 16,0 0 0-16,0 0 0 0,-5 1 0 0,5-1 0 16,0 0 0-16,0 0 0 0,-4 5 0 15,1-1 0-15,1 4 0 0,1 0 0 0,-1 2 0 16,0 2 0-16,1 0 0 0,-2 3 0 0,-1 1 0 16,1 3-5-16,-2-2-15 0,-1 1-12 0,0 2-14 15,1 0-17-15,-3-3-27 0,2 3-71 0,-2-2-94 16,0-2-175-16,-3 1-281 0,-1-3-337 15,-3-3-389-15,-2-3-207 0,-2-4 211 0,-2-4 746 16</inkml:trace>
  <inkml:trace contextRef="#ctx0" brushRef="#br0" timeOffset="76103.77">6898 5599 194 0,'-2'5'627'0,"-3"-2"393"0,2 0 157 16,0-2-182-16,0 1-331 0,2-2-212 0,-1 0-131 15,2 0-93-15,-2 0-53 0,1 0-35 0,1 0-17 16,0 0-7-16,0-2-12 0,0 0-12 16,1-3 13-16,1-1-1 0,0 0 5 0,-1-2 1 15,-1-4-3-15,3 1-8 0,-3 0-25 16,0-1-16-16,-3-2-16 0,3 1-17 0,-1 0-4 16,-1 1-4-16,-1 1-4 0,1-1-4 0,-3 0-33 15,1 0-65-15,-1 1-64 0,-2 0-102 16,-2 1-169-16,1 1-313 0,-3 0-291 0,2 2-235 15,-1 1-171-15,0 0 234 0,0 1 585 16</inkml:trace>
  <inkml:trace contextRef="#ctx0" brushRef="#br0" timeOffset="76272.14">6762 5256 67 0,'4'-11'518'0,"1"1"374"15,0 1 190-15,-2 0 5 0,1-2-365 16,0 3-264-16,2 0-157 0,-1-1-84 0,0 1-54 15,0 2-57-15,0 2-44 0,-1 0-29 0,2 2-14 16,1 0-8-16,-1 4-5 0,-1 1-4 16,0 3-2-16,4 3-2 0,-3 2-1 0,-1 5 0 15,2 0-17-15,-1 1-74 0,-3 2-143 16,3 0-297-16,-3 3-264 0,2-1-265 0,-3-2-182 16,1 0 169-16,-1 0 495 0</inkml:trace>
  <inkml:trace contextRef="#ctx0" brushRef="#br0" timeOffset="76844.14">7091 6344 42 0,'0'-4'414'0,"3"0"301"0,-1 4 191 16,-1 0 11-16,-1 0-270 0,3 4-195 16,-1 0-101-16,1 5-48 0,-2-2-27 15,4 3-34-15,-3 2-48 0,4 2-53 0,-2 1-45 16,0 4-34-16,2 1-19 0,-1-1-15 0,1 1-10 16,-1 1-7-16,0-2-6 0,0-1 0 0,1-1-7 15,0-2 1-15,-1-3-5 0,-2 0 4 16,2-5 2-16,-2 0-9 0,2-1-6 15,-4-1-17-15,-1-2-48 0,0-3-99 0,-1 0-138 16,-4-2-193-16,2 0-283 0,-2-2-247 0,1-2-117 16,-3 2 190-16,2-2 393 0</inkml:trace>
  <inkml:trace contextRef="#ctx0" brushRef="#br0" timeOffset="77057.12">7102 6499 140 0,'0'-2'719'0,"0"-1"440"0,-2 3 87 15,-1 3-140-15,3-1-429 0,0 2-279 16,3 0-124-16,-1 2-50 0,-1 3-18 0,4 0-18 16,-2 0-19-16,4 1-32 0,-1-1-42 15,3 1-38-15,-1 0-25 0,2-3-18 0,2-1-7 16,1-1-4-16,3-2 0 0,-2-2-1 0,1-2-23 16,2-2-55-16,-3-2-43 0,2-1-84 15,-2-2-168-15,0-2-307 0,-2 1-286 0,1-3-228 16,-3 0-183-16,0 0 203 0,-1-2 577 15</inkml:trace>
  <inkml:trace contextRef="#ctx0" brushRef="#br0" timeOffset="105116">6055 5556 39 0,'0'-2'286'0,"0"1"187"0,-2 1 191 16,2 0-4-16,0 0-107 0,-4 1-32 0,4-1-26 15,-2 2-32-15,2-1-51 0,-1-1-53 0,1 0-68 16,0 0-80-16,-2 0-50 0,2 0-25 16,0 0 19-16,0 0 24 0,0 2 27 0,0-1 15 15,0-1 0-15,0 0-16 0,0 0-41 16,0 0-35-16,0 0-36 0,0 0-26 0,0 0-20 15,0 0-14-15,0-1-7 0,2 1-4 0,-2-2-2 16,0 2-3-16,1-1 2 0,-1-1 1 16,0-1-2-16,-1-1-2 0,1-4-2 0,0 1-4 15,-2-3 3-15,2-1-2 0,-1-2 1 0,-1 1-1 16,2 1 1-16,-2-1-1 0,-1-2-5 0,2 4-3 16,-1-2-2-16,-1 1 0 0,-1 2-1 15,1 0 0-15,-1 2-1 0,-1 1 1 0,0 0-1 16,-3 1-7-16,0 3-12 0,-1 0-31 15,-2 0-62-15,-2 4-67 0,-1 0-88 16,1-1-139-16,-2 2-195 0,0 1-296 0,1 0-233 16,1-2-204-16,-1 0 0 0,3-2 416 0,0-2 499 15</inkml:trace>
  <inkml:trace contextRef="#ctx0" brushRef="#br0" timeOffset="105317.9">5810 5336 12 0,'0'-8'365'0,"1"-3"277"0,-1 1 204 0,2 0 72 15,1-3-287-15,-1 1-193 0,1-1-102 16,2-3-44-16,0 2-20 0,1-4-19 0,0 3-33 15,-1-2-41-15,1 1-39 0,1 0-34 0,2-2-23 16,-3 4-26-16,1 2-19 0,-1 0-12 16,-1 3-9-16,-2 1-5 0,2 2 0 0,-4 2-2 15,2 1 0-15,-1 3 3 0,0 0 0 16,-1 6-1-16,1 0-5 0,1 5-3 0,-3 2-3 16,2 1-5-16,-1 3-3 0,1 3-3 0,-1 0-15 15,1 2-47-15,1-1-117 0,0 2-182 16,0-1-289-16,-1-1-271 0,1 0-252 0,0-2-54 15,-1-1 365-15,1 0 476 0</inkml:trace>
  <inkml:trace contextRef="#ctx0" brushRef="#br0" timeOffset="106067.38">6232 6757 179 0,'0'2'559'0,"0"-1"304"0,-1 2 126 16,-1 0-144-16,1 0-272 0,-1 1-172 15,2 2-102-15,-2 1-62 0,2 1-39 0,0 2-42 16,0 0-44-16,0 1-39 0,2 0-32 0,-2 3-17 16,3-3-10-16,-1 2-3 0,-1-1-1 0,1 0-3 15,2-1-3-15,-2-1-2 0,1-1 0 16,-1-1-2-16,-1-2-2 0,1-1-1 0,1-3 3 16,-3 2-1-16,2-2 1 0,-1-2 1 15,-1-1-1-15,2-2 0 0,-2-1-1 0,0-2-1 16,0-1-1-16,0-4-2 0,-2 1-1 0,2 1 3 15,0-1 1-15,-1 0 2 0,-1 0 1 0,2 2 2 16,-3 1 2-16,3 0 4 0,0 1 5 16,-2 1 6-16,2 2 1 0,0 1 1 0,0 1 2 15,0 1-7-15,0 0-5 0,0 1-9 16,0 3-2-16,0 0-3 0,2 2 0 0,1 0-1 16,-1 1-1-16,-1 2-1 0,3-1 0 0,-1 3-7 15,4-2-31-15,-3-2-81 0,0-1-141 16,1-2-237-16,0 0-277 0,3-4-256 0,1 0-155 15,-2-4 168-15,2 0 438 0</inkml:trace>
  <inkml:trace contextRef="#ctx0" brushRef="#br0" timeOffset="137168.57">5810 1525 142 0,'-6'0'371'0,"0"0"180"0,1-1 144 0,0 1-146 15,2 0-131-15,1-3-45 0,-1 3-6 0,1 0-4 16,1 0-11-16,-1 0-28 0,-1 0-42 16,2 0-50-16,-1-2-50 0,1 2-46 0,-1-3-33 15,0 3-30-15,2-2-15 0,-1 2-20 0,-1 0-8 16,2 0-8-16,0 0-10 0,0 0-5 0,0 0-5 16,2 2-1-16,-1-2-1 0,1 3-1 0,3-3 16 15,1 0 20-15,0 2 9 0,2-2 5 0,2 3 2 16,2-2 2-16,1 1-14 0,1-1-14 15,2-1-10-15,1 2-2 0,-1-2 0 0,3 0-7 0,-1-2 0 16,2 2-4-16,-1-1 2 0,0-1-3 16,0 1 1-16,1-2 2 0,-2 1-3 0,-1-1-1 0,-1 1 0 15,0 1 0-15,-2 0-2 0,-3 1 0 0,0-1 0 16,-3 1 3-16,0 0 10 0,0 0-25 0,-3 1-27 16,-2 0-36-16,-2-1-91 0,-1 1-149 0,-1 1-265 15,-1 1-255-15,-4-1-238 0,1-2-149 16,-4 3 199-16,1-2 453 0</inkml:trace>
  <inkml:trace contextRef="#ctx0" brushRef="#br0" timeOffset="137524.64">6063 1364 15 0,'0'-1'362'15,"0"-1"263"-15,0-2 181 0,0 3 44 0,2-1-342 16,1 0-195-16,0 2-113 0,2 0-58 0,4 0 29 15,-1 0 15-15,3 0 4 0,2 2-32 0,1 0-22 16,2-1-13-16,1 0-54 0,2 2-26 0,-1-1 26 16,2 1 14-16,0 2 8 0,0-1-3 0,2 1 0 15,-2-1 2-15,-2 4-39 0,-1-4-20 0,-1 3-8 16,0 0 7-16,-3 0 6 0,-1 1 3 0,-4 0 26 16,0 3 28-16,-3-3 21 0,1 3 5 15,-3 0 0-15,-3 1-4 0,-2 2-25 0,-4 0-26 16,0 2-20-16,-2-1-12 0,0 1-14 0,-4-1-3 15,0 3-4-15,0-4-10 0,1 2-10 0,-1-2-9 16,2-1-35-16,0-1-38 0,2 0-33 16,0-3-63-16,-1-1-107 0,2-1-147 0,4-3-175 15,0 3-254-15,1-3-228 0,1 2-51 0,1-3 242 16,1 0 389-16</inkml:trace>
  <inkml:trace contextRef="#ctx0" brushRef="#br0" timeOffset="140499.22">7083 5713 86 0,'0'0'316'0,"0"0"165"16,0 0 136-16,0 0-111 0,0 0-150 15,-2 0-86-15,2 0-41 0,0 0-19 0,0 0 6 16,0 0 0-16,0 0-15 0,0 0-20 0,0 0-18 16,0-2-12-16,0 1-25 0,0 0-2 15,0-2 11-15,0 0 19 0,0 0 13 0,0-2 1 16,0 2-7-16,0-1-15 0,0-2-21 0,0 2-25 15,0-1-24-15,0-1-17 0,0 0-12 16,0 1-10-16,0 1-8 0,0-2-7 0,0 1-2 16,0-1-8-16,0 2-5 0,0-4-2 15,0 1-5-15,0 0-4 0,0-1 2 0,2-1 1 16,-1-2-4-16,1 2 3 0,1-2-1 0,-1 1 5 16,3-2-2-16,-4 2-3 0,4 1 3 15,-4-2-1-15,2 2 0 0,-1 1-2 0,0 2 2 16,-1 1 3-16,-1 0-5 0,0 1 3 15,0 0-6-15,0 2-9 0,0-1-12 0,-3 1-34 16,1 1-60-16,-1 0-98 0,-3 1-124 16,3 0-188-16,-2 1-284 0,-1 2-217 0,1 1-66 15,0 1 192-15,-1-1 360 0</inkml:trace>
  <inkml:trace contextRef="#ctx0" brushRef="#br0" timeOffset="140798.68">7015 5448 179 0,'1'-6'436'15,"1"-2"197"-15,1 1 131 0,0-3-171 0,-1 3-198 16,1 0-96-16,0-1-46 0,3-1-28 0,-4 1-27 16,3-2-25-16,-2 1-36 0,2 1-1 15,0-1-9-15,-2 1-14 0,3 0-9 0,-1 2-8 16,-1 0-14-16,0 2-30 0,-1-1-8 15,-2 3 2-15,3-2 5 0,-1 4 16 16,-3-1 8-16,3 1 2 0,-1 1-15 0,-1 3-10 16,2-2-12-16,-1 3-20 0,-1-1-7 0,-1 4-7 15,2-1-3-15,-2 0 3 0,1 3 0 0,-1-2 0 16,0 2-2-16,2 0-4 0,-2 0-27 0,0-3-64 16,0 0-98-16,0 1-132 0,-2-4-250 15,2 2-278-15,0-1-205 0,0-3-34 0,0-2 246 16,0 0 377-16</inkml:trace>
  <inkml:trace contextRef="#ctx0" brushRef="#br0" timeOffset="141674.2">6795 5142 61 0,'1'0'355'0,"1"-3"220"16,-4 0 177-16,2 3-21 0,-1-2-211 0,1 2-135 15,0 0-75-15,-2-3-39 0,2 3-38 16,0 0-42-16,-1 3-46 0,-2-3-43 0,3 2-34 16,-2 2-32-16,2 1-15 0,-1 3-8 0,1-1-5 15,-2 3 0-15,2 1 16 0,0-1 8 0,0 2 6 16,2-1-2-16,-1-1 1 0,1 1-5 15,1-3-15-15,0 2-9 0,-2-3-6 0,4-2-2 16,-3-1 1-16,1 0 4 0,-1-1-5 16,1-2 4-16,-1 0-2 0,-1-2 7 0,1 0-2 15,1-2-1-15,-3 1 6 0,2-3-3 0,-2 2 2 16,-2-1 1-16,2-2 11 0,-2 1 11 16,-1 0 5-16,0 1 5 0,0 1 2 15,-2-1-2-15,0 2-13 0,0 1-10 0,-1 0-5 16,2 1-8-16,0 1-5 0,-2 0 0 0,3 3-2 15,-2-2 0-15,2 3-1 0,-2-1-1 0,4 1 3 16,-1 2-1-16,1-1 0 0,-1-2-3 16,2 2-3-16,2-1 4 0,-1 1 0 0,1-4 1 15,-1 2-3-15,4-2 3 0,-2 1 2 16,2-3-2-16,-2 0 1 0,3-3-1 0,-1 0 6 16,0-2-4-16,2 0-2 0,-2-1 1 15,0 0-1-15,0 0 2 0,-2 1 1 0,0-1 0 16,1 3 1-16,-2-2 0 0,-2 2 0 0,0 0 0 15,0 2 0-15,-4-2 2 0,-1 3-3 0,2 0 1 16,-3 2-1-16,-1 0-1 0,-2 3-2 16,1 1-1-16,0 1 1 0,-2 4-1 0,1 0 1 15,1-1 0-15,0 7 2 0,0-3 2 16,2 3-3-16,1 1 3 0,0-2-13 0,4 0-40 16,1-3-76-16,1-4-130 0,4-2-177 15,2-1-290-15,3-3-241 0,0-3-130 0,1-5 116 16,3-1 369-16</inkml:trace>
  <inkml:trace contextRef="#ctx0" brushRef="#br0" timeOffset="158677.54">24162 1338 256 0,'0'-10'915'16,"-5"3"511"-16,1 0 75 0,-6 0-222 0,-1-4-490 15,-8 4-288-15,-1-1-146 0,-6-2-108 0,-3 3-81 16,-5 0-49-16,-6 2-27 0,-3 2-17 0,-5 3-13 16,-2 2-5-16,-2 0-7 0,0 3-10 0,3 3-5 15,2-1-8-15,4 2-1 0,2 3-5 0,8-3-4 16,4 2-4-16,7-1-1 0,3 2-2 0,5 2-5 15,3-2-3-15,6 1-1 0,4 4 0 0,2-2 0 16,6 1 0-16,3 0 0 0,2 3 0 0,2-3 2 16,3 2-1-16,4 1 1 0,0-2 1 15,0 4 0-15,3-1-3 0,0 0-3 0,-3 4-1 16,-1-1-1-16,-2 1-2 0,0 0 0 0,0 2 4 16,-6-1 1-16,1 3 3 0,0-5 0 0,-5 3 0 15,-2-2 2-15,2-2 1 0,-7-1 0 0,-1-1 2 16,-1-2 2-16,-7 0 4 0,-2-2 2 15,-2 2 1-15,-6-3 5 0,0 0 1 0,-5 0-2 0,0-2-2 16,-1 1-2-16,-1-2-2 0,1-2-7 16,-2-2-2-16,1-2-2 0,3 0-2 0,5-3 0 15,-2 0-3-15,4-3-2 0,3 0-7 0,4 0-10 16,3-3-15-16,3-1-21 0,6-2-54 16,2-3-75-16,2-1-117 0,4-1-215 0,5-2-305 15,0 0-367-15,2 0-318 0,5-2-130 0,-1 0 421 16,2-2 731-16</inkml:trace>
  <inkml:trace contextRef="#ctx0" brushRef="#br0" timeOffset="159156.57">23953 1702 220 0,'3'-1'905'0,"-3"2"479"0,0 0 3 16,-3 4-153-16,-2 4-410 0,-1 0-299 0,2 4-153 15,-3 3-99-15,1 3-55 0,-2 2-63 0,-1 3-55 16,2 1-35-16,1 0-21 0,1 2-13 0,2-2-12 15,-2-1-7-15,8 0-2 0,-1-3 1 0,2-1 0 16,4-5-1-16,2-1-1 0,6-4 1 16,-2-2-3-16,3-6-4 0,1-2-1 0,1-2-1 15,1-5-1-15,-1-4-1 0,2-2-1 0,-2-2 0 16,-2-2 2-16,0-3 0 0,0-2 1 16,-4 2 1-16,0-1 0 0,-3-1 1 0,1 2-2 15,-5 0 2-15,1 3-1 0,-3-1 1 0,1 5-1 16,-4 1 1-16,2 3 0 0,1 2-1 0,-4 1 0 15,1 2-3-15,1 2 0 0,-2 2-1 0,2 2-1 16,-2 2 1-16,0 3 1 0,1 2 1 16,1 3 0-16,-1 1 0 0,1 3 1 0,0 2 0 15,-1 1 0-15,1 2 1 0,-1 4-1 0,1-2 1 16,-2 4-1-16,0 4 2 0,0 1 3 0,-2 1 2 16,-1 5 1-16,0-1-2 0,-2 2 2 0,2 1 0 15,-2-1-3-15,0 3-2 0,-2-3 0 0,0 3 1 16,3-4-2-16,-5-1-1 0,5-2-1 15,-5 0 0-15,1-4 0 0,-1-1-1 0,0-4 1 0,1-2-3 16,0-3-5-16,0-4-10 0,1-4-19 16,-1-4-40-16,0-2-73 0,1-5-74 0,1-7-137 15,3-2-233-15,1-4-313 0,2-6-315 0,4-2-216 16,2-2-72-16,-2-4 501 0,4-2 616 0</inkml:trace>
  <inkml:trace contextRef="#ctx0" brushRef="#br0" timeOffset="159768.75">25091 1513 189 0,'5'-9'764'16,"0"0"423"-16,-3-1 80 0,-2 1-87 15,0 0-327-15,-4 0-241 0,0 1-151 0,-3 2-90 16,-3-1-68-16,-3 1-72 0,-3 2-82 0,-2 0-47 16,0 2-25-16,-4 4-17 0,-3 2-10 0,-1 2-8 15,-3 5-9-15,-1 0-4 0,0 4-6 0,0 4-2 16,0 5-5-16,3 5-3 0,1 2-1 0,-1 7-2 16,4 1-3-16,4 3-3 0,2-1 1 0,6 2-3 15,3 0-1-15,5-5-1 0,4 1-1 0,4-5 4 16,3-1 1-16,5-4 1 0,3-4 1 15,2-3-2-15,2-2-5 0,3-3-9 0,3-5-11 16,0-4-14-16,3-3-24 0,-2-5-45 0,1-3-74 16,-1-4-74-16,0-4-118 0,2-2-165 0,-3-4-215 15,0-2-271-15,0-2-193 0,1-3-150 16,-3 0 186-16,2-2 463 0</inkml:trace>
  <inkml:trace contextRef="#ctx0" brushRef="#br0" timeOffset="160092.65">25240 1764 79 0,'18'-25'521'0,"-3"7"456"0,-4 4 236 0,-2 3-113 16,-5 5-322-16,1 4-238 0,-5 4-128 0,0 6-63 15,0 4-38-15,-5 5-29 0,2 2-27 16,2 5-42-16,-1 2-60 0,0 2-57 0,2 0-39 16,0 1-24-16,4-3-16 0,-3 2-8 0,8-3-5 15,-1-1-3-15,5-5 0 0,3-2-1 0,1-4 1 16,2-2 1-16,3-5-2 0,-1-3 1 16,1-6-1-16,2-1 0 0,-2-4 0 0,-3-4 0 15,1-1 1-15,-2-4 1 0,-1-1 2 0,-2 0 1 16,-3-3 5-16,-4-1 6 0,-3-1 8 0,-2-1 6 15,-5-1 12-15,-1-1 10 0,-3-4 3 0,-2 4 1 16,-8-2-2-16,2 4-2 0,-7 2-7 0,-1 4-4 16,-2 4-7-16,-3 5-6 0,-1 5-5 15,0 4-5-15,-2 4-6 0,0 5-5 0,0 3-2 16,3 3-3-16,0 3-1 0,3 3-2 0,5 2 0 16,2 1-1-16,4 1-4 0,3 1-9 15,4 1-13-15,3-4-34 0,5 2-77 0,3-1-93 16,4-3-187-16,0-2-290 0,7-2-354 0,3-2-388 15,3-4-184-15,8-3 183 0,4-2 770 0</inkml:trace>
  <inkml:trace contextRef="#ctx0" brushRef="#br0" timeOffset="160553.35">26513 1501 437 0,'0'-12'1363'16,"-3"0"399"-16,-4 0-254 0,-2 0-365 0,3 3-489 0,-6-3-259 16,0 1-166-16,-1 4-88 0,-2 0-43 15,-5-1-19-15,0 4-16 0,-5 1-9 0,-2 3-5 16,0 0-6-16,-3 3-3 0,-5 1-6 0,4 4-8 16,1 1-6-16,0 0-5 0,2 3-4 0,1 0-6 15,4 2-3-15,3 0-2 0,0 0-1 0,5 1 1 16,2 0 0-16,2 0-1 0,6 1 1 0,2 1 0 15,5 0 0-15,2 0 0 0,6 0 1 0,2-1-1 16,6 2 1-16,-1-1 0 0,9 0-2 16,-1-2-2-16,5 2-3 0,-2-2-3 0,2 0-5 15,0 0-3-15,-1 0-1 0,-4 1-1 0,1 0 0 16,-4-1 2-16,-4 2 2 0,-2-1 5 16,-3 1 2-16,-2 2 2 0,-5-2 3 0,-4 0 2 15,-4 1 2-15,-2 3 0 0,-4-4 2 0,-5 0-1 16,-1 1 3-16,-5 2 4 0,-3 0 4 0,-2-3 4 15,-1 1 4-15,-4 0 3 0,-1 0-2 0,2-2-4 16,-1 0-4-16,1 1-4 0,1-2-5 0,0 0-3 16,3-2-3-16,2 1-1 0,3-1-1 15,3-2-3-15,2-2-7 0,3 2-13 0,3-3-23 16,1-2-64-16,0 0-92 0,6 0-187 0,-1-1-282 16,4-1-353-16,-1 4-432 0,2-2-281 0,1 0 165 15,-2 1 838-15</inkml:trace>
  <inkml:trace contextRef="#ctx0" brushRef="#br0" timeOffset="163159.63">18037 394 149 0,'4'-6'464'16,"-2"-1"257"-16,1 5 173 0,-1-1-119 16,-1 2-190-16,1-1-140 0,0 2-90 0,-1 2-52 15,-1-1-44-15,3 2-44 0,-1 1-34 16,-2 2 13-16,3 4 25 0,0 2 41 0,-1 1 22 15,-1 4-4-15,1 3-23 0,-1 0-50 16,-1 4-45-16,2 2-49 0,0 1-34 0,-1 3-15 16,-1 3-7-16,3 1-8 0,-3 3-7 15,2-1-2-15,-2 5-4 0,2-2-8 0,-1 2-5 16,-1 1 2-16,0 0 0 0,0 1-2 0,0 1-4 16,0-1-2-16,0 2-3 0,0-1-3 0,0-1 1 15,0 1 1-15,2-2-1 0,-2 0-1 0,1-2 1 16,1 2 0-16,0-1-3 0,-1 1-3 0,4-2 0 15,-4 2 0-15,1 2 1 0,-1-1-1 0,3 1-1 16,-3 1-1-16,1 0 1 0,-1 2-1 0,1-3-1 16,-2 1 1-16,2 2-1 0,-2-2-1 15,1 0-1-15,1-2 1 0,0 1 0 0,-1-1 0 16,1-1 0-16,2 0 2 0,-1 0 1 0,0-1-1 16,1 0-1-16,0 1 1 0,1-4-1 0,0 3-1 15,0-1 0-15,2-1-1 0,-2-2 1 16,2 3-1-16,-1-3-1 0,2 1 1 0,-2-1-1 15,2 1 1-15,-1-3-1 0,-1 2 0 0,3 0 2 16,-1-1 1-16,0 0 1 0,1 2 1 16,-2-1 1-16,1 2-1 0,-2 0-1 0,5 0 0 15,-3 3 0-15,0-2-1 0,0-1-1 0,1 2 1 16,1 2 0-16,0-4-1 0,-1 4 0 16,0-1-2-16,1 0 1 0,1 1-2 0,-2 0 2 15,1-1 1-15,1 0 1 0,-2 3 1 0,1-1 0 16,-2 3 1-16,4 0 0 0,-4 2-2 15,2 0 0-15,-1 3-1 0,1-2 0 0,0 3-1 16,-1-3-1-16,0 3 0 0,-1 0 1 0,0-2 0 16,1-1 2-16,1 3 1 0,-2-2 0 15,1 1 0-15,1 1 1 0,0 0-2 0,0 0 0 16,0 0-2-16,0 0 0 0,0-1 0 0,-2-1 0 16,4-1-1-16,-3 1-1 0,0-2 1 15,1 0 0-15,0-4 1 0,0 2 1 0,-2 0 2 16,1-1 0-16,0 2 1 0,-1 0-1 15,0 0 0-15,0 2-1 0,-1 1-1 0,0 0 0 0,-1 0-1 16,1 0 0-16,-3 1-2 0,2 1 0 16,-1-1 2-16,2 1-1 0,-3-1 3 0,1 1 0 15,0 1 1-15,-1 1 2 0,1 1-2 16,-2 2 0-16,1 1-2 0,-3 0-1 0,2 3 0 16,-1 1-2-16,0-1 0 0,-1 2 2 15,2 0 1-15,-1 4 1 0,-2-1 0 0,3 1 2 16,-3 1-2-16,3 2 0 0,-1-1-2 0,-2 3-1 15,0-2-1-15,1 0 2 0,-1-1 1 0,0 1 1 16,0 0 1-16,0-2 1 0,-1 3 0 16,1 2-2-16,-2 0-1 0,-1-3-1 0,0 2-2 15,3 0 1-15,-2-1 2 0,2-2-1 16,0 1 2-16,0 0 1 0,0-1 1 0,2 0-2 16,-2 3 0-16,3-3-2 0,0 3-1 0,-1-2 0 15,-1 0-1-15,2 0 2 0,-1-1 0 0,1-1 2 16,0-1 1-16,-1 4 0 0,1-4-1 15,-1 1 0-15,-1 2-1 0,1-1-2 0,1 1 0 16,0-3 1-16,-1 2 1 0,-1-1 0 16,2 0 2-16,1-1 0 0,-3 3 1 0,2-2-2 15,-1 1-1-15,1 3-1 0,-1-3-1 0,1 0-1 16,-1 3 1-16,2-4 2 0,-2 1 0 16,2-1 1-16,0 0 1 0,-3 0 1 0,2-1-1 15,-1 0-1-15,1 1-1 0,-1-1-1 16,0 0-1-16,-2-1 0 0,1-1 1 0,1 0 1 15,-1-1 1-15,1 1 1 0,1-1 1 0,-2 1-2 16,2 1 0-16,-1 0-2 0,1-1-2 0,1 2 1 16,-3-2-2-16,2-2 3 0,2 1 0 15,-2 0 1-15,3-5 1 0,-1 4 1 0,-2-1 0 16,2-2-1-16,2 1 0 0,-4 3-1 0,2-5-1 16,0 2 0-16,0-1-1 0,0 0-1 15,0-2 1-15,0 2 1 0,0-1 2 0,1 0 0 16,-2 2 0-16,1 0 2 0,0-2-2 15,-2 3-2-15,2-2 1 0,1 3-2 0,-1-3 0 16,0 2 0-16,-1-2 1 0,-2 1 1 0,3-2 1 16,-2 4 0-16,3-3 1 0,-3 2 2 0,0-2-2 15,1 2-2-15,-3 0 0 0,4 2 0 16,-2-4-3-16,1 2 1 0,-3 0 0 0,2 0 1 16,2 0 1-16,-1 0 2 0,-2 0 1 15,1 0-1-15,-1 2 1 0,1-2-2 0,0 0-1 16,1 1-1-16,0-1 0 0,1 1-1 0,-2 0 1 15,2 0 1-15,0-1 1 0,-1 2 1 16,1-1 1-16,0 4 1 0,2-1-2 0,-2 1-1 16,3-1-1-16,-3 2-2 0,4-3 0 0,-2 0 0 15,-1-1 2-15,2-2 0 0,-1-2 2 16,0 1 0-16,1 1 1 0,0-2-1 0,0 4 0 16,0-2-2-16,1 4 0 0,0-3-1 0,-2 4-2 15,1 0 1-15,-2 1 2 0,1 0 1 0,-1 1 1 16,0 2 1-16,-1 2 0 0,0 1 0 15,-2 3-3-15,-1-1-2 0,-1 3-2 0,1 0 2 16,0-2-3-16,-4 0-2 0,0-2 0 0,1 0 0 0,-1-2 1 16,-1-2-2-16,0-3 1 0,-1-4 7 15,1-5 2-15,2-5 0 0,-5-5-6 0,3-9-9 16,-1-4-28-16,1-10-77 0,1-6-95 16,-2-9-217-16,0-9-286 0,0-9-362 0,-1-7-417 15,1-13-221-15,-5-7 272 0,3-11 864 0</inkml:trace>
  <inkml:trace contextRef="#ctx0" brushRef="#br0" timeOffset="165127.47">26088 5936 209 0,'-2'0'397'0,"1"-1"180"0,1 1 81 15,0 0-9-15,0-1-52 0,1 1-56 0,1-2-64 16,-2 2-63-16,0 0-68 0,0 0-64 15,-2 0-58-15,1 0-44 0,1 2-18 0,0-2 7 16,0 0 18-16,0 1 9 0,0-1 10 16,0 0 1-16,-2 1-14 0,0 1-30 0,1-2-32 15,1 2-26-15,-2-1-25 0,0 0-22 0,1 1-19 16,-1 0-14-16,2 0-9 0,-1 2-5 16,1 0-4-16,0-1-2 0,0 2-4 0,0-1 0 15,0 2-1-15,1-1-1 0,1 1-1 16,-1 0 1-16,3-2 1 0,-1 2 0 0,2-1 1 15,0-1 0-15,-1-1 0 0,2-1 2 0,1-1-2 16,-2-1 3-16,1-1-1 0,0-1 1 16,0-2 0-16,1 1 0 0,-2-3 1 0,-1-1 0 15,0 2 3-15,-1-3 2 0,-2 0 4 16,1 1 4-16,0-2 2 0,-4 1 2 0,0 1 0 16,-1-2 0-16,2 2-2 0,-3 0 0 0,0 2-1 15,0-1 0-15,-1 2-3 0,1-2 0 0,-2 4-4 16,3-1-2-16,-2 3-2 0,2 0-4 15,-2 0-2-15,1 1-1 0,0 3-1 0,-1 0 0 16,2 2-1-16,-2 1 0 0,4 1 0 16,-1-1-1-16,1 2 1 0,-1 0-1 0,0 0 1 15,2-1-1-15,2 0 0 0,0 0 1 0,-1 0-1 16,2-3 1-16,1 2 0 0,-3-3 1 16,7-1 0-16,-4 0 0 0,1-2 1 0,2 1 1 15,-2-4 1-15,1 1 0 0,1-2 1 16,0-3 0-16,-1 0 0 0,1-1 0 0,0-1 0 15,-2 0-1-15,0-3 1 0,-2 2 0 0,0-1 4 16,-3 2 2-16,2 0 4 0,-2 0 2 16,-2 3 2-16,1-3 3 0,-2 4-1 0,-1 0 0 15,0 0-3-15,-2 1-1 0,-1 2-4 16,2 1-3-16,1 1-3 0,-3 2-3 0,1 1-1 16,-2 3-2-16,3 2 0 0,-1-2 0 0,1 4 0 15,0-2 0-15,1 1 0 0,-1 1 0 0,4-2 0 16,1 1-1-16,-2-2 0 0,2-1 0 15,2 1-1-15,-2-4 0 0,1 0-1 0,1 1-1 16,1-2 0-16,1-1-5 0,-1 0-14 16,1-2-27-16,1 2-75 0,-4-4-112 0,1 2-244 15,-1-2-301-15,-1 0-383 0,2 0-448 0,1 1-169 16,-1-2 481-16,-1 1 869 0</inkml:trace>
  <inkml:trace contextRef="#ctx0" brushRef="#br0" timeOffset="167319.46">22636 4203 252 0,'-1'1'497'16,"-3"1"193"-16,3-1 91 0,-3 1-263 0,4-1-195 15,0 2-81-15,0-1-27 0,4 0 2 0,-3 2 1 16,3 2 44-16,0-1 1 0,4 2-45 15,1 0-53-15,1 2-43 0,1 0-25 0,2 2-11 16,1 0-9-16,3 4 15 0,0-2 2 0,3 1 0 16,0-1 1-16,3 0-38 0,0 2-17 15,3-2-12-15,0 1-2 0,0 0-4 0,-1-3-2 16,2 0-7-16,2 3-7 0,-3-3 48 16,1-1 23-16,-2 1 15 0,2 0 9 0,-3 0 2 15,2-1 2-15,-3 1-48 0,1 0-25 0,-2 0-16 16,-1 0-6-16,-3 1-6 0,4 0-2 0,-2-2-1 15,0 0 4-15,-1 3 3 0,3-2-3 16,-1-1-1-16,1 0-1 0,-3 1 1 0,5-1-1 16,-2 0-2-16,-2 1 1 0,4 0 3 15,0-2 0-15,-2 1-1 0,0-1 1 16,0 2 0-16,3-3-2 0,-3 2-3 0,-1-1 3 16,1 2 1-16,0-3-1 0,-2 1 3 0,-2 2-2 15,3-1-1-15,-5-1 2 0,2 0-1 0,-1-1-3 16,0 3-3-16,-3-1 0 0,0-3 3 15,1 2-5-15,0 0-1 0,0 0 0 0,-1 1-1 16,0-2 1-16,2 1 1 0,-2 1 0 0,2-2 0 16,-2 1 3-16,2-1 3 0,-2 0-1 15,1 2-3-15,0-2 1 0,0-1 1 0,0 4 2 16,0-4-1-16,0 0 2 0,-2 0-2 16,3 0 5-16,-2-1-1 0,2 1-4 0,-3-1 1 15,2 1-1-15,0-2 1 0,-1 0-2 0,-2 1 0 16,4 0 1-16,-2-1-2 0,-1 1 0 15,4-1-2-15,-1 1 2 0,-2-1-2 0,1 1-1 16,1-2 6-16,-2 1 3 0,3-3 1 0,-2 3 3 16,0-1-3-16,1-2-1 0,1 1 0 15,1 0-7-15,-2-1-2 0,-1 2-1 0,0-1 2 16,0 1-1-16,0-2 2 0,-1 2 1 0,-1-2 6 16,-2 3-3-16,3-2 2 0,-5 1 0 15,3 1-3-15,0 1 2 0,-2 0-3 0,2 0-1 16,-2 0-2-16,1 1-1 0,0-1-1 15,0 2 0-15,0-1-1 0,1 1 3 0,0-2 0 16,2-1 5-16,-1 2 2 0,-1-1 1 0,2-1-4 16,-1 0 2-16,3 1-2 0,-3-1-4 15,1-1-2-15,-2 1-1 0,1 1 6 0,0 0-4 16,-2 0 1-16,1 0 4 0,-1 0 2 16,-1 0-4-16,1 0-1 0,-1-2 2 0,-2 4 2 15,2-2-2-15,-2 0 3 0,2 1 1 0,0-2-3 16,-1 1 2-16,0 0-3 0,-1 0 2 0,2 0-4 15,-2-1 4-15,0 2-1 0,0-1 3 16,2-1-1-16,-2 1 0 0,1 0 2 0,0 0-4 16,-1 1 0-16,0-1 0 0,-2-1 1 0,2 1-2 15,-2 0-4-15,1-1 3 0,-3 1 4 16,3 0-3-16,-1 0 2 0,0 0-2 0,1 0 6 16,-1 0-2-16,0 0-4 0,2-1 0 15,0 2 3-15,0-1-3 0,2-1 1 0,0 1 2 16,2-2 2-16,-3 2-2 0,5-1 0 0,-2-1 3 15,1 1-7-15,-1-1-1 0,2-1 3 16,-3 2 0-16,2-3-2 0,1 3 0 0,-1-2 2 16,0 2-1-16,-1-1-3 0,1 1 6 0,-1-1-2 15,-1 2-3-15,3-1 2 0,-3-1 0 16,2 2 1-16,0 0-2 0,-2 0 1 0,1 0 1 16,1-2 4-16,0 4 33 0,1-2 32 0,-3 2 16 15,5 0 6-15,-3-2 0 0,-1 1-3 16,1-3-28-16,0 2-28 0,2 0-15 0,-2 0-7 15,1 0-6-15,1 0-3 0,-2-2-1 16,0 2 2-16,1-1-3 0,1 0 0 0,-4-1-1 16,1 0 1-16,1 2 2 0,-2-2-2 0,-1-1 0 15,-2 0 0-15,0 1 2 0,-1-1-1 16,0 0-2-16,-3-1 1 0,1 1 3 0,-2 0 3 16,1 0 15-16,2 1 10 0,-5-1 5 15,2 0 1-15,1 1 0 0,-1 0-2 0,0-2-15 16,0 3-9-16,1-3-4 0,0 2-4 0,1-1-1 15,-4 1-3-15,2-4 1 0,-1 4 1 0,0-2 1 16,-1-1 1-16,-1 0 1 0,0-1 5 16,0 2 4-16,0-2 2 0,0 0 1 0,-1-2-1 15,-1 2-1-15,0 0-5 0,1-1-5 16,-1 1-4-16,1 0-4 0,-1 0-16 0,-1 0-41 16,2 0-68-16,-2 0-69 0,-1-1-126 0,3-1-212 15,-1 0-307-15,0 0-294 0,1 0-221 0,2-1-93 16,1-3 412-16,3 4 589 0</inkml:trace>
  <inkml:trace contextRef="#ctx0" brushRef="#br0" timeOffset="168560.34">26393 5863 39 0,'-3'3'354'0,"-1"0"248"16,3-1 201-16,-2-1-2 0,1 0-229 0,-1-1-162 16,2 2-93-16,1 0-48 0,0-2-26 0,0 0-22 15,0 1-21-15,0-1-24 0,0 0-24 16,0 0-26-16,0 0-24 0,1 0-20 0,-1 0-16 15,0 0-13-15,5 0-13 0,-4-1-7 0,1-1-5 16,1 0-5-16,0 0-2 0,4-2 1 16,-2 2-2-16,-1-2 3 0,4 0 6 0,-2 1 2 15,2-1-2-15,0-1-2 0,1-1 18 16,-1 1 8-16,2-1 2 0,2-2 5 0,-2-1-1 16,1 2-2-16,3 0-23 0,-1-2-9 15,0-1-11-15,1 0-7 0,0 2-3 0,0-3 4 16,2 1 0-16,-2-2-2 0,4 1 2 0,-2 1 30 15,-1-3 26-15,3 2 14 0,-1-1 6 0,-1 1 3 16,1-2 1-16,1-1-32 0,-1 0-22 16,2 3-12-16,-1-3-6 0,2-1-9 15,-1 2 0-15,3-2-1 0,-1 0-4 0,2 0 1 16,-2-2-3-16,4 0 0 0,-1 3-1 0,1-4 0 16,-2 3 2-16,2-2-3 0,-1 1-1 0,1-1 4 15,-2 1-4-15,1-1 1 0,2 1 2 16,-3-1 1-16,2 1 0 0,1-1-2 0,-2 0 1 15,1 0 1-15,0 0-3 0,0 0-2 16,1-1 1-16,-2 2 2 0,-1-2-3 0,3 2 4 16,-1-2 2-16,-2 1 0 0,1 1 1 0,-2-1 0 15,4 1-1-15,-3-2 2 0,0 0 1 0,0 0-3 16,1-1 2-16,-1 0 2 0,-2 0-1 16,1 1-1-16,0 0-3 0,-1-1 1 0,1 1-3 15,0 2-1-15,0-1 0 0,1-2-2 16,-1 2 2-16,-2 0-1 0,-1 1-1 0,2-1 0 15,-2 1 2-15,-2-1-1 0,4 0-1 0,-5 3 0 16,3-3 2-16,-2 2 2 0,0 0-1 0,1-2 2 16,-1 2 3-16,4 0-1 0,-4-3-2 15,4 0-3-15,-1 0 1 0,-1-1 0 0,3 2 0 16,0-2-2-16,0 1 1 0,2-3 3 16,-2 4-2-16,2-1-1 0,0 1 1 0,-2-3 5 15,2 2-1-15,-1 1 1 0,1-1 1 0,-2 0 1 16,4 1 0-16,-3 0-1 0,1-1 2 15,3 0-2-15,-3-1-2 0,-1 1 0 0,3-1 1 16,0 1-3-16,0-2-2 0,-1 1 1 16,1 1 0-16,-1 0-2 0,0 1-4 0,0-3 0 15,-2 1 0-15,0 2 1 0,-1 0-1 0,-1 0 2 16,0 1 1-16,-3 1 0 0,3 0-1 16,-4 1-1-16,0-1 3 0,0 1-3 0,0 0 2 15,-4 3 0-15,2-3 1 0,0 2 4 0,-3 1-2 16,-1 1 2-16,-3 0 3 0,0 3-1 15,1 0 0-15,-4 3-2 0,2-3 0 0,-4 4 0 16,0-1-2-16,0 1 18 0,-1 1 14 0,1 0 13 16,-2-1 6-16,-1 2 5 0,2 1 1 15,-2 0-16-15,-2 0-13 0,1 0-12 0,-4 4-10 16,1-4-8-16,-3 4-50 0,-1 0-66 16,-4 1-80-16,0 1-169 0,-2 0-283 0,-2 0-330 15,0 1-293-15,-2 1-195 0,-1 1 129 0,-2 0 640 16</inkml:trace>
  <inkml:trace contextRef="#ctx0" brushRef="#br2" timeOffset="177167.11">23332 5926 4 0,'1'2'376'16,"1"-2"313"-16,-1 1 217 0,1 1 39 0,0-2-335 15,-1 0-247-15,1 1-163 0,-1-1-99 16,-1 0-45-16,4 2-25 0,-3-2 36 0,3 0 34 15,0 0 18-15,1 0 8 0,-1 0 31 0,0 0 15 16,2 0-33-16,-1 0-19 0,0 0-11 16,1 0-7-16,-2-2-30 0,0 2-8 0,1 0-6 15,-2 0-15-15,2 2-9 0,-1-2-3 16,1 1 28-16,-1-1 2 0,1 0 2 0,-1 1 2 16,-1-1 1-16,2 2-7 0,-1-2-25 0,2 2-12 15,-2-1-6-15,0-1-9 0,1 1-2 16,0 1 0-16,0 0 1 0,0-2-3 0,2 1 0 15,0 0 73-15,1 1 40 0,-2 0 18 0,2-2 2 16,0 1-2-16,-4-1-7 0,5 1-56 16,-5 1-34-16,4 1-16 0,-2-3-9 0,2 2-3 15,-1-2-3-15,0 4-2 0,1-2-3 0,0 1 0 16,2-1 0-16,1 0-1 0,-3 2-2 16,1-3 2-16,4 0 1 0,-2 1-2 0,0-2 0 15,2 2 0-15,-1-1 3 0,1-1-2 16,0 0 2-16,1 1-2 0,-3-1 1 0,0 2 0 15,1-2-2-15,0 1 2 0,-1 1-2 0,1-1-2 16,0 0 1-16,-2 1-2 0,2 1 1 16,-3-1 0-16,4-1 0 0,-4 1 2 0,1-1 0 15,1 1-2-15,-2-1 3 0,3-1-1 16,-2 2 1-16,1-2 0 0,-1 1 1 0,2-1-1 16,-2 0-3-16,0 1 2 0,0-1-1 0,0 2-1 15,1-2 1-15,-2 2 1 0,1-1-1 0,0 0-1 16,1 1 1-16,-2 0 0 0,1 0-1 15,1-2 1-15,-2 2 3 0,-1 0 0 0,3-1 2 16,-1-1-4-16,-2 0 3 0,1 0-1 16,0 0-1-16,1 0 1 0,-2-1-2 0,3-1 4 15,-1 0-2-15,-2 0-1 0,2 0 0 0,-2-1-1 16,4 0 1-16,-4 0-2 0,2 0 1 16,0 0 3-16,0 0-2 0,0 0-1 0,-2 0 2 15,1 0-2-15,0 0 0 0,-3 0-1 16,0 2 1-16,-1 0 2 0,0-1-1 0,3 2 1 15,-4-2-2-15,1 2 2 0,-2 0-2 0,2-1 2 16,2 1 0-16,-1-1 0 0,-2 1 0 0,1-2-1 16,2 0 2-16,-1 0-3 0,2 2 0 15,0-2-1-15,-2 0 2 0,2 1-2 0,1 1 0 16,-2-2 2-16,-1 1 0 0,2 1 0 16,-1-3 2-16,0 3-2 0,1 0 1 0,-1-2-2 15,-1 2 0-15,2-3-1 0,0 3-1 0,-2-2 2 16,1 1-2-16,2 0 1 0,-3 1 2 15,2-2 1-15,-1-1 2 0,2 2-3 0,-1 1 1 16,-2-2-1-16,1 0 0 0,2 2-2 16,-1 0 0-16,-2 0 1 0,2 0-1 0,1 2 1 15,-1-2-1-15,0 2 0 0,0-2-1 0,2 1 0 16,-2 0 0-16,0 1 0 0,1-2 0 16,0 2 2-16,1-2 1 0,0 0 0 0,-1 1-1 15,0-1 0-15,1 0 0 0,2 0 0 16,-2 0 0-16,1 0 0 0,2 0 2 0,-4 0 0 15,4 0-2-15,0 0-2 0,-4 0 0 16,5 0-1-16,-3 1 0 0,2-1 1 0,1 2 1 0,-2 1 0 16,3-3 0-16,-2 0 2 0,1 2-1 15,0-2 0-15,0 3 0 0,1-3 1 0,0 1 3 16,-2 1-2-16,2-2-1 0,-1 1-1 16,-2 1 0-16,2 0-2 0,1-2 0 0,-1 2 0 15,-1 0 1-15,1 0 2 0,-2-1 2 0,1 2-1 16,0-1 0-16,0-1 0 0,0 0 1 15,-1 1-1-15,-1-1-1 0,1 1 0 0,0-1 1 16,0-1 0-16,-2 1 2 0,1-1-2 0,0 2 0 16,-2-2 0-16,1 0 0 0,1 2-2 15,-2-1-1-15,-1-1 2 0,2 2-1 0,1-2 3 16,-3 0-2-16,1 1 1 0,0-1 1 16,0 0-3-16,-1 0 1 0,1 0-1 0,-1 0 1 15,-3 0-1-15,1-1 1 0,-1 1 1 0,2-2-1 16,-2 2 2-16,-2-1-2 0,2 1-1 15,-2-2 16-15,1 2 12 0,-3 0 6 0,2-2 1 16,-1 2 2-16,0 0-1 0,-2 0-13 0,1 0-11 16,-1 0-6-16,0 0-3 0,3 0-1 15,-1 0-1-15,-2 0-1 0,1 0 0 0,1 0 0 16,-1 0 0-16,3 0 0 0,-3 0 0 16,2 0 1-16,1-1 1 0,-1 1-1 0,0 0 1 15,3-1 0-15,0-1 0 0,-1 1-1 0,2-2 0 16,1 2 1-16,-1-1-2 0,1-1 0 15,0 2-1-15,0-3 0 0,1 2 1 0,1 0-1 16,-2 0 1-16,4 1-1 0,-3-2 1 0,0 0 0 16,2 3-2-16,-1 0 2 0,-2 0-2 15,0 0-1-15,1 0 2 0,-1 0 0 0,2 0 0 16,-3 0 0-16,1 3 0 0,-2-2 1 0,3 1-1 16,0-2 0-16,-3 3 0 0,0-3 2 15,3 2-1-15,0-2-1 0,-3 2 1 0,2-2 0 16,-1 2 0-16,3-2 0 0,-2 2 0 15,0-2 1-15,2 0-1 0,-1 0 1 0,-1 0-2 16,2 0-1-16,1 0 2 0,-3 1 0 0,0-1 0 16,0 0 0-16,1 0 1 0,-1 0 0 15,-2-1-1-15,2 1 1 0,0 0 0 0,-2-2 0 16,1 0 2-16,-2 0-1 0,-1 2 1 0,2 0-1 16,-3-2-1-16,1 2 0 0,1-2-1 15,-4 2 0-15,1-1 0 0,-1 1 0 0,1 0 1 16,-2 0-1-16,2 0 0 0,-2 0 0 15,0 1-2-15,1-1 1 0,-1 2-1 0,0-2 1 16,2 2 2-16,-1-2-1 0,1 0 0 0,1 2 1 16,-2 2-1-16,1-3-1 0,-1 0 1 15,3 1-1-15,-1 0 1 0,0-1-1 0,2-1 2 16,0 1-1-16,2 1 1 0,0-1 0 16,1 1-1-16,0-1 0 0,3-1-2 0,-3 1 2 15,1 1-1-15,2 0 0 0,-1-1 1 0,-1-1 0 16,4 2 1-16,-4-2-1 0,3 1 0 15,-2-1 2-15,0 2-2 0,1-2 1 0,1 0-1 16,0 0 0-16,-3 0 0 0,4 0 0 0,-4 0 1 16,3 0 0-16,0 0 0 0,-2 0 0 15,2 0-1-15,-2 0 0 0,1 0 0 0,0 0 0 16,-2 0 1-16,1 0 0 0,1 1-1 0,-3-1 0 16,1 2 0-16,-1-2 0 0,3 1 0 15,-1-1 0-15,-1 2 0 0,0-1 0 0,3 0-2 16,-4 1 2-16,3-2-1 0,-2 2 0 15,1-1 1-15,1 0 0 0,-2-1 0 0,1 2 0 16,1 0 1-16,-2-2-1 0,3 0 0 0,-2 1-1 16,0-1 1-16,0 0 0 0,0 0 0 15,0 0-1-15,0 0 1 0,0 0 1 0,-2-1 0 16,4 1-1-16,-4 0 0 0,2 0 1 16,0 0 0-16,0 0-1 0,-1 0-1 0,-1 1 1 15,0-1-2-15,1 1 2 0,-1-1-1 0,-2 2 1 16,3 0 1-16,-2-1-1 0,-1 0 1 15,2 4-2-15,1-3 1 0,0-2-2 0,0 4 0 16,1-2 0-16,1 0 0 0,0 1 1 0,0-3 1 16,5 0 2-16,-3 2 1 0,2-4 0 15,0 2 0-15,2 0 1 0,-1-3-2 0,3 1 0 16,-2-1-1-16,5 0 0 0,-1-2-1 0,-2 1-1 16,3 0 1-16,2 0-1 0,-2 1 1 15,0 0-1-15,0 0 1 0,2 0 1 16,-2 2-1-16,-1-2 1 0,1 3-1 0,-2-2 0 15,-1 1-1-15,2 1 0 0,-4 0 1 0,4 1-1 16,-4 1 0-16,1-2 1 0,-1 1 0 0,-3 1 0 16,3-1-1-16,-1-1 0 0,0 2 0 15,-2-1-1-15,0 0 2 0,-1 1 0 0,1 0 0 16,-1-1 1-16,1 0 0 0,-3 1-1 16,2 0 0-16,-1-2 0 0,1 0 0 0,0 0 0 15,0 0 0-15,-2 0-2 0,3-2 2 0,-5 0-1 16,5 2 1-16,-2-1 0 0,-3 1 1 15,4 0 1-15,-4-1-2 0,1 1 1 0,2 0 0 16,-2 1 0-16,0-1-1 0,0 0 0 0,2 1 0 16,-1-1 0-16,-1 0 0 0,2 2 0 15,-3-2 1-15,4 2 0 0,-2-2 0 0,1 0 0 16,-2 0-2-16,1 0 1 0,0 0 0 0,-1 1 0 16,1-1-1-16,0 1 1 0,-2-1 0 15,1 2 1-15,1 0-1 0,-2-1-1 0,-1 0 0 16,0 1 0-16,1 1 1 0,0-1-1 15,-1 1 1-15,-2-2 1 0,1 2 0 0,-2-2 1 16,2 2-2-16,-4-1 0 0,2 0 0 0,-2 0 0 16,1-1 0-16,0 0 0 0,-1 1 0 15,-2-2 0-15,3 2 0 0,-1-1 0 0,-2-1-1 16,1 0 1-16,1 1-1 0,-1 1 2 16,1-1 0-16,-1-1 0 0,2 2 1 0,-1-1-1 15,0 0 0-15,2 1-1 0,2 1 0 0,-2-1-1 16,4-1 1-16,-1 1-1 0,1-1 0 15,5 1 0-15,-1-1 0 0,3-1 2 0,-2 0 0 16,3 0 0-16,-1-1 0 0,5-1 0 16,-2 1-1-16,1-2 0 0,2 1-1 0,-1-1 0 15,1 0-1-15,-1 2 1 0,-2-1 1 0,1 1-1 16,1 1-1-16,-4 0 2 0,1 0 0 0,-2 0-1 16,1 1 2-16,-3-1-1 0,3 2 1 15,-4-1 1-15,5 0-2 0,-4-1 1 0,2 2-1 16,-2-2 1-16,2 0 1 0,-4-2-1 15,2 1 1-15,-1 1-1 0,1-1 0 0,-3-1 0 16,1 1-1-16,-3-1-1 0,0 1 1 0,0 1 0 16,0-1 0-16,-3-1 0 0,0 0 0 0,-1 2 1 15,2 0-1-15,-1-1 0 0,-3 1 0 16,2 0-1-16,-2 0 0 0,2 0 1 0,-2 0 0 16,2 0 0-16,-2 0 1 0,1 1 0 15,1-1 0-15,0 2 0 0,1-2-1 0,1 2 1 16,0-1 0-16,1 0-2 0,4 1 0 0,-3-2-1 15,5 1 2-15,1-1-2 0,-1 0 1 16,2 0 1-16,2 0 1 0,1 0 1 0,-1 0-1 16,2-1 0-16,0 1-1 0,0 0 0 15,0 0 0-15,0 0 0 0,-2 0 0 0,0 0 2 16,-2 1 0-16,-1 1-1 0,0-1 0 0,-1 2-1 16,-3 0 0-16,-1-1 0 0,0 1 1 15,2-2-1-15,-4 2 0 0,2-1 0 0,-2-1 0 16,0 2 0-16,2-3-2 0,-1 2 1 0,-1-2 1 15,0-2 0-15,-1 2 0 0,2-3-2 16,-3 2 3-16,1-1-1 0,-2-1 0 0,-1 2-1 16,-2-2 0-16,1 1 0 0,-6-1-13 0,1 0-33 15,-2 0-59-15,-5 2-65 0,1-1-78 16,-2 1-156-16,2 0-245 0,-4 1-287 0,2 0-240 16,2 0-191-16,-2-2 31 0,0 2 520 0</inkml:trace>
  <inkml:trace contextRef="#ctx0" brushRef="#br2" timeOffset="178062.32">23542 6177 74 0,'5'1'604'15,"-4"2"453"-15,1 0 167 0,-2-1-113 16,-2 2-389-16,1 0-305 0,-4-1-176 16,1 4-90-16,-1-1-40 0,-2 3-19 0,1 1-18 15,-3 3-13-15,1 1-13 0,-4 2-14 0,2 1-15 16,-2 1-11-16,3 2-1 0,-4 0-2 0,4-1-5 16,1-1-8-16,1-2-17 0,6-1-19 15,-2-2-43-15,6-5-86 0,-2-2-124 0,7-3-172 16,0-3-280-16,8-4-252 0,3-3-163 15,3-5 102-15,7-4 369 0</inkml:trace>
  <inkml:trace contextRef="#ctx0" brushRef="#br2" timeOffset="178259.55">23981 6135 11 0,'18'-6'397'0,"-4"1"353"0,-7 5 275 16,-3 2 75-16,-5 2-310 0,-2 4-247 0,-6 1-153 15,-3 1-89-15,-1 4-52 0,-2 1-48 0,-1 4-44 16,-3-1-27-16,1 3-18 0,-1 0-27 0,1 2-27 15,2-2-20-15,0 1-11 0,3-2-10 16,5-2-17-16,3-2 0 0,3-3-19 0,4 0-30 16,6-6-24-16,2-3-37 0,4-2-74 15,4-7-119-15,0-3-130 0,6-1-173 0,2-5-276 16,4-1-216-16,1-3-22 0,3-1 254 0,2 2 368 16</inkml:trace>
  <inkml:trace contextRef="#ctx0" brushRef="#br2" timeOffset="178439.45">24281 6223 49 0,'22'-6'370'0,"-5"3"291"0,-4 3 257 15,-7 3 25-15,2 3-225 0,-7 3-157 0,-2 5-125 0,-5 1-91 16,-2 2-83-16,-2 2-68 0,-4 3-56 16,3 1-42-16,0 2-35 0,-3 0-29 15,2 2-15-15,0-1-10 0,2 0-4 0,6-3-4 16,-1-1-10-16,3-3-18 0,4-2-60 16,-1-3-118-16,4-6-149 0,5-2-258 0,2-4-274 15,3-4-230-15,3-2-31 0,3-4 300 0,6-4 407 16</inkml:trace>
  <inkml:trace contextRef="#ctx0" brushRef="#br2" timeOffset="178594.74">24736 6375 98 0,'17'-2'489'15,"-6"2"336"-15,-3 2 207 0,-2 4-59 0,-3 1-285 16,-3 5-206-16,-3 2-144 0,-1 1-91 0,-2 3-66 16,-2 0-56-16,1 1-44 0,1 0-35 15,-3 1-20-15,4-2-13 0,2 0-8 0,3 1-8 16,3-5-12-16,2 0-24 0,4-4-49 15,0-4-86-15,4-3-122 0,4-3-148 0,3-4-229 16,3-4-244-16,6-2-132 0,1-4 98 0,5-3 307 16,4-2 310-16</inkml:trace>
  <inkml:trace contextRef="#ctx0" brushRef="#br2" timeOffset="178758.05">25212 6429 8 0,'39'-15'330'0,"-6"1"266"0,-2 4 272 16,-6 4 135-16,-8 1-187 0,1 4-190 0,-9 1-129 15,0 3-52-15,-2 4-38 0,-6 3-41 0,-1 3-39 16,-1 4-40-16,-6 0-42 0,-3 3-49 15,-2 1-57-15,0 3-50 0,-2 1-43 0,1 1-22 16,-1-1-15-16,2 0-9 0,2-2-26 16,5-2-66-16,3-3-60 0,6-6-75 0,0-5-134 15,9-3-189-15,1-8-263 0,7-3-223 0,0-5-211 16,8-2-54-16,3-4 347 0,2-2 471 16</inkml:trace>
  <inkml:trace contextRef="#ctx0" brushRef="#br2" timeOffset="178908.35">25697 6492 153 0,'39'-17'448'16,"-5"2"242"-16,-6 5 137 0,-4 1-108 0,-3 3-151 15,-3 5-77-15,-5 2-67 0,-5 3-49 0,-2 4-36 16,-4 2-64-16,-4 2-71 0,1 5-81 0,-7 1-55 16,3 3-25-16,-3 0-18 0,3 2-9 15,1 0-11-15,-2 1-6 0,4 1-2 0,4-2-12 16,2-2-21-16,2-3-66 0,6-4-120 16,3-3-144-16,5-9-209 0,6-2-279 0,8-6-231 15,2-5-33-15,10-4 277 0,3-4 379 0</inkml:trace>
  <inkml:trace contextRef="#ctx0" brushRef="#br2" timeOffset="179095.34">26418 6541 272 0,'68'-30'631'0,"-3"3"309"0,-5 2 99 16,-1 2-178-16,-7 4-249 0,-8 2-167 16,-4 3-118-16,-4 7-36 0,-6 3 36 0,-8 4 15 15,-1 4-10-15,-9 3-27 0,1 5-35 0,-4 1-48 16,-2 5-65-16,-1 1-62 0,0 2-41 0,-1 2-23 16,1-2-14-16,1 1-9 0,4 2-6 15,3-5-4-15,3-2-18 0,3-1-48 0,3-4-72 16,2-4-73-16,5-5-147 0,2-3-228 15,3-6-315-15,5-3-285 0,3-3-201 0,4-4-25 0,5-3 496 16</inkml:trace>
  <inkml:trace contextRef="#ctx0" brushRef="#br2" timeOffset="179876.45">27784 1664 113 0,'0'11'657'0,"0"-2"414"0,0 1 111 15,0-3-114-15,4-1-391 0,-1 1-295 0,4-1-126 16,3 0-17-16,3 0 31 0,4 0 19 0,3 0-7 16,1-4-20-16,6 1-43 0,1-2-53 0,2-1-55 15,5-1-39-15,0-2-32 0,2 3-18 16,-1-2-11-16,-2-3-7 0,0 3-2 0,-4-2-2 15,-4 3 0-15,-5 0 0 0,0-1 0 0,-4 2-2 16,-4 0-1-16,-7 2-11 0,-1-1-52 0,-7 2-69 16,-2 1-119-16,-4 1-200 0,-6 0-303 15,-4 3-348-15,-2-2-289 0,-6 1-139 0,1 0 396 16,-4-1 645-16</inkml:trace>
  <inkml:trace contextRef="#ctx0" brushRef="#br2" timeOffset="180064.51">27743 1945 357 0,'3'12'730'0,"0"-3"238"0,4 0 95 15,-1 0-217-15,7-1-306 0,0 1-186 0,2-2-92 16,3 1-48-16,4-3-70 0,0 0-61 0,5 0-39 16,-2-3-21-16,5 3-10 0,0-4-8 0,5 1-5 15,-4 1 20-15,3-3-4 0,-1 0-71 0,-3 0-159 16,0 0-299-16,-3-3-254 0,-3 1-285 15,1 1-225-15,-1-2 154 0,-1 1 532 0</inkml:trace>
  <inkml:trace contextRef="#ctx0" brushRef="#br2" timeOffset="180578.54">29468 1660 334 0,'0'-10'903'0,"-2"1"348"0,-2 0 14 0,-6 1-182 16,2 4-328-16,-1 1-233 0,-5 1-133 0,-2 2-79 15,-5 4-54-15,-1 1-70 0,-2 6-66 0,-3 0-47 16,1 6-26-16,-1 4-15 0,0 5-15 0,0 3-10 16,0 5 0-16,5 1-1 0,0 2-2 15,3 0 0-15,5 2-1 0,4-2-3 0,2 0-1 16,8-3-1-16,4 0 6 0,5-5 1 0,4-2 1 16,5-4 0-16,2-4 3 0,3-4 2 0,6-4-5 15,1-4-6-15,5-5-5 0,0-4 0 0,4-4-6 16,0-5-1-16,3-5-4 0,2-3 5 15,-5-4 6-15,-1-2 2 0,-4-2 1 0,-3-1 4 16,-4 2 2-16,-3-3 2 0,-8-1 5 0,-2 0 8 16,-5 0 8-16,-2-4 7 0,-6-1 4 0,-2 2 3 15,-7-1-3-15,-5-3-7 0,-6 5-7 16,-5-1-7-16,-2 3-6 0,-3 4-6 0,-7 3-3 0,-1 6-3 16,1 5 3-16,-1 6 0 0,2 3-1 15,1 8 2-15,-1 3 0 0,5 4-10 0,3 3-20 16,0 5-37-16,0 1-78 0,4 1-126 0,1 2-260 15,4 0-300-15,3 0-372 0,2 1-397 0,0 0-108 16,5 0 565-16</inkml:trace>
  <inkml:trace contextRef="#ctx0" brushRef="#br1" timeOffset="206723.93">23291 5361 99 0,'-2'0'256'15,"2"0"92"-15,0 0 18 0,-1 0-33 0,1 0-80 16,0 0-61-16,0 0-49 0,-2 0-33 0,2 0-12 15,0 0-6-15,-2 0 2 0,2 3 0 16,0-3 2-16,-1 0-2 0,1 1-7 0,-2-1-1 16,2 2-7-16,0-2-3 0,-1 1-5 15,1 1-1-15,0 0-7 0,0-2-10 0,0 0-12 16,0 1-13-16,0-1-11 0,0 1-8 0,0 1-4 16,0 0-6-16,0-2 1 0,0 1 1 15,0 0-2-15,1 1 1 0,-1 0-4 0,2-1 4 16,-1 2 0-16,3-2-3 0,-3 1 1 0,2-1 2 15,2 0 0-15,1 1 0 0,-3 1 3 16,2-3-1-16,2 2 2 0,-2-1 1 0,4 1-2 16,-5-2 1-16,4 1 1 0,-1 1 2 15,-1-2 0-15,2 1 0 0,-2 1 3 0,2-1 2 16,-3-1-3-16,3 1-2 0,-2 1 1 16,1 0 3-16,-3-1-3 0,1-1-4 0,3 1 6 15,-4 3-2-15,1-4-2 0,0 1-3 0,2 0 0 16,-1 1 3-16,0-2-3 0,0 0 0 15,-1 0-1-15,2 0-2 0,-1-2 2 0,0 2-2 16,0-1 0-16,-1 0-2 0,2-1-1 16,-2 0 1-16,-1 2 0 0,2 0-1 0,1-1-4 15,-4 1 4-15,2 0 3 0,0 1 0 0,-1-1-2 16,1 2 4-16,-1 0 1 0,1-1-1 16,-2 0-2-16,2 1 0 0,0 0 1 0,3-1 3 15,-4 0-2-15,1 1 1 0,2 1 0 0,-1-3-3 16,2 2 2-16,0-2-4 0,-2 3 2 15,2-2 0-15,1 1 0 0,-1-1 4 0,0 1-4 16,0 0 1-16,2-2-1 0,-2 1 2 16,0-1 0-16,0 0-4 0,1 0 4 0,0-1-2 0,0 1 2 15,0-2-2-15,-3 0 1 16,2 1-1-16,-1-2 0 0,2 0 0 0,-1 1 0 16,-2 2 0-16,1-3 0 0,2 0 4 0,-3 2 4 15,1-1 1-15,-1 0-3 0,0 2 6 16,4-1-3-16,-6 1-3 0,3-1-2 0,-1 1-3 15,3 0 3-15,-4 0-2 0,3 0 1 0,0 0-1 16,0-2 1-16,1 0-1 0,-1 2-1 16,2-1-1-16,-1 0 0 0,2-1-1 0,-1-1-3 15,2 2 1-15,-3-1 0 0,0 1 1 0,2-1-3 16,-1 1 1-16,-2 1 1 0,1 0 0 16,-1 0-2-16,-2 0 0 0,1 1 1 0,-1 1 1 15,0-1-1-15,0-1 3 0,-1 3-4 0,0-3 1 16,0 1 3-16,0 1-5 0,1 0 3 15,0-1 0-15,0-1 3 0,-1 0-4 0,3 1 1 16,0-1-2-16,0 0 3 0,-2 0 0 16,2 0 4-16,0 2 0 0,0 0 1 0,0-2 4 15,-2 0 0-15,3 1-2 0,0 0 2 0,-1-1 3 16,-2 2 0-16,1 0 0 0,2-1 0 16,-5 2 0-16,4 0-5 0,0-3-1 0,-2 2 1 15,1-2-4-15,-1 3 3 0,1-2-1 16,0 1 0-16,0-2-1 0,-1 1 0 0,1 1 1 15,-3 0 0-15,5-2 1 0,-4 1-3 0,2 0 3 16,-1 1-1-16,2 0 0 0,-4-1 1 16,3 0 24-16,-1 1 15 0,1 1 9 0,0-2 5 15,0 1 4-15,1-1-1 0,-2 1-22 16,3-1-13-16,-1-1-10 0,2 0-4 0,0 0-1 16,0 0-4-16,2-1-2 0,-3-1-2 0,4 1-2 15,-1 1 0-15,-1-3 0 0,2 2 0 0,-2-1 0 16,2 2-2-16,-4 0 2 0,4-2 0 15,-5 2 0-15,1 0 0 0,1 0 0 0,1 0 0 16,-5 0 0-16,4 0 0 0,-1 0 2 16,-3 0 1-16,2 0-1 0,0 0 1 0,0-1-3 15,-2 1 0-15,1 0 0 0,-1-1 0 16,1 1 0-16,0 0-2 0,-2-2 4 0,1 0 1 16,-1 1-5-16,2 0 2 0,-1 1 0 0,0-2-1 15,0 0-1-15,1 1-1 0,-1 1 1 16,3-2 1-16,-2 2-1 0,-1-1-1 0,2 1 0 15,1 1 0-15,-2 1-2 0,1-2 4 0,-2 3-1 16,3-1 1-16,-2-1-1 0,-1 2 2 16,2-1 0-16,0 0 0 0,-2 0 0 0,2 1 3 15,-1-2-1-15,-1 1 1 0,3-1-3 16,-2 2-3-16,-1-2 1 0,2 1 1 0,1-2-1 16,-1 2-4-16,-1-1 1 0,-1 1 2 0,3-1-3 15,-1 1 1-15,-1 1-1 0,-1-2 5 16,3 2 1-16,0-2-2 0,-3 3-1 0,0-3-2 15,3 2 1-15,0-1-1 0,-1 0 0 16,0 0 5-16,-1 0 2 0,1-1 6 0,0 0 1 16,0-1-1-16,3 0-1 0,-1 0 1 0,-2-1-2 15,-1 1 1-15,3-1-6 0,-2-1 1 16,1 0 1-16,-1 2-2 0,-2-2 1 0,4 0 0 16,-2 0-1-16,0 1-1 0,0 0 3 15,0-1 0-15,1-1-3 0,-1 2 2 0,0-1-2 16,2 2 1-16,-1-1-1 0,-3-1 2 0,4 1-1 15,1 1 1-15,-3-2 4 0,1 1-3 16,2-1-3-16,-1 1 2 0,1-1-1 0,1-1-1 16,-1 0-1-16,2 2-1 0,1-3 4 15,1-1-1-15,0 2-1 0,1-1 2 0,2-1-4 16,-2-1-1-16,-1 1 2 0,4 1-2 0,-5 0 1 16,4 0-1-16,-2 1 0 0,-1 2 1 15,0-1-2-15,0 2 1 0,0 0 1 0,-4 0 2 16,3 2 2-16,-3-1-2 0,3 0 0 0,-3 3-2 15,1-2 2-15,0 2-3 0,-1-3-2 16,2 0 2-16,-1 1 0 0,0 1-2 0,2-3 1 16,-3 0-1-16,1 2 0 0,0-2-1 15,-1 0 0-15,1 0-3 0,-1 0 1 0,1 0-2 16,-2 0 3-16,2-2-3 0,-3 2 1 16,4 0 2-16,-4 0 3 0,-1 0 4 0,5 0 0 15,-4-3 8-15,4 3-1 0,-4 0 3 0,3-2 1 16,0 2 0-16,-1 0 0 0,0 0-2 0,3 0 0 15,-1 0-1-15,3 0-3 0,-3 0 1 16,2 0 0-16,0 0-1 0,0 0-2 16,0 0 3-16,0 0-1 0,1 0 0 0,1-1-2 15,-2 1 1-15,0 0 2 0,2-1-3 0,0-1 2 16,-3 0 0-16,3 2-4 0,-1-1 1 0,0 0-2 16,-1 1 0-16,2 0-2 0,-4 0 2 15,2 1 0-15,-2 0 0 0,1 1 0 0,-1 1 0 16,1 0 0-16,-1 0 2 0,-1-1-2 0,2 2 0 15,-1 1 0-15,1-3-2 0,1 0 2 16,-1 2 0-16,-2-3 0 0,4-1-1 0,-2 1-1 16,-1-1-1-16,5-1-2 0,-4 1-1 15,2-1-1-15,0-1-3 0,-1 0-2 16,1 1 1-16,1 0-3 0,1-3-1 0,-2 3 1 16,-1-2-1-16,1 0 6 0,0 1 3 0,-2 2 3 15,3-3 6-15,-2 0 6 0,2 2 2 0,-2 1 2 16,2-2-2-16,-3 0 3 0,3 2-4 15,-2 0-2-15,2 0 0 0,-2 0-5 0,2 2 2 16,-3 0 1-16,2-1-5 0,-2 0 6 0,2 4-1 16,-3-3 0-16,2 2 0 0,0 1-1 15,-1-1-1-15,-2 0 2 0,6 0-4 0,-4 0 1 16,2 1 2-16,0-3-2 0,2 3 0 16,-1-3 0-16,0 1 0 0,0-2 0 0,4 1-2 15,-2-1-1-15,0-1 2 0,1 0 21 0,2 0 14 16,-1-1 10-16,1-1 2 0,2-1 1 0,-3 0-1 15,2 0-23-15,1 0-13 0,-1 0-7 16,1-1-8-16,-1-1-4 0,0 3 2 0,1-2 3 16,-1 0 4-16,-2 1 2 0,3 0 5 15,-1 0 5-15,1 1 0 0,-1-3-3 0,2 3-3 16,-3-2 1-16,1 2-1 0,0-2-4 16,-1 3 0-16,0 0-1 0,-1-1 1 0,1 0 0 15,-4 1 0-15,2 1-3 0,-1 0 3 0,-1 1-1 16,-2 1-1-16,2-2-1 0,-2 3-2 15,1-2 2-15,-3 3 0 0,2-2-2 0,-2 2 0 16,2-2 0-16,-2 3 3 0,3-3-2 0,-4 1-2 16,4 0 1-16,-4 0 1 0,5 0-2 15,-4 0-2-15,2-1 3 0,-2-1-2 0,2 0 2 16,-2 1 0-16,2-2-1 0,-4 0 0 16,1 0-2-16,0 0 0 0,0 0-1 0,-3 0-2 15,2-2-1-15,-3 2 4 0,3-1-2 0,0 1 1 16,-3-1-3-16,4-1 0 0,-2 0 1 15,0 2-4-15,3-1 2 0,-2 1 2 0,3 0 2 16,0 0 4-16,-2 0 1 0,4 0 5 16,0 0 1-16,-1-1 3 0,3 1 0 0,-1 0-1 0,-2 0 1 15,5 0 0-15,-3-2 0 16,0 2-3-16,3-2 0 0,-4 1-4 0,2 1-1 16,-3-3 1-16,0 0-1 0,-2 3-4 0,2-2-1 15,-7-1-2-15,3 0-18 0,-5 2-29 16,-2-3-46-16,-2 2-67 0,-1-2-87 0,-1 3-107 15,-2 1-186-15,-1 0-196 0,-3 0-65 0,2 0 95 16,-3 0 205-16</inkml:trace>
  <inkml:trace contextRef="#ctx0" brushRef="#br1" timeOffset="210577.79">22725 4104 35 0,'-4'0'276'0,"1"0"167"15,2 1 154-15,-4-1-38 0,4 2-124 16,-1-2-95-16,0 2-44 0,2-1-22 0,-1-1 11 15,1 1 1-15,-2 1-22 0,2-1-24 16,0-1-27-16,0 3-32 0,0-3-44 0,2 0-40 16,-2 1-28-16,1-1-22 0,-1 2-15 15,0-2 15-15,2 0 10 0,0 1 3 0,-1 1 0 16,4 0 4-16,-4-2 12 0,1 1-16 0,-1 1-12 16,3-1-4-16,-3 1-4 0,2-1-4 15,1 1-1-15,-3-1-1 0,3 2-1 0,-3 0-4 16,5 0 1-16,-3-1-2 0,2 3-11 0,0-3-10 15,0 2-1-15,0-2 1 0,1 3-2 16,1-2 0-16,-2 0-3 0,0 1 1 0,2 0-1 16,-1-3-2-16,0 2 0 0,0 0 1 15,-1 0-2-15,3 0 5 0,0-2-3 0,0 2-1 16,0 2-1-16,0-2 0 0,3 0 4 16,-3 0-2-16,1-1-1 0,2 3 1 0,-1 0 1 15,1-3 0-15,0 3-2 0,-2 1 0 0,3-1-4 16,-2-1 1-16,1-1 1 0,2 2 0 15,-2-1 1-15,0 1 3 0,2-1 58 0,-4-1 62 16,3 1 25-16,0 1 11 0,-1 0-1 0,-1-1-6 16,2-1-47-16,-2 1-52 0,-1 0-21 15,2 1-16-15,-1-2-7 0,0 2-7 0,0 0 0 16,-2-2 1-16,4 1-4 0,-2 1 1 16,0-2-1-16,0 2 3 0,0-3-3 0,-2 3 2 15,4-1-1-15,-4-1 0 0,2 2 0 0,0-2 0 16,0 1 0-16,0 1 0 0,2-3 0 0,-3 2 3 15,2 1 1-15,-1-3-3 0,-1 2 1 16,4 0 2-16,-4-1-1 0,-1 0 0 0,5 0 1 16,-5-2 1-16,1 2-1 0,2 2-2 15,-1-2-1-15,-1 0 1 0,0 0-2 0,0-2 1 16,-1 3 0-16,0-1 1 0,1 2 0 16,0 0-1-16,-1-1 0 0,2 2 0 0,-2-1 1 15,0 1 0-15,1-1 1 0,2 2-3 0,-1-1 5 16,-1 0-4-16,2 0 0 0,-1 0-1 15,-1-2 2-15,4 2 2 0,-4-1-4 0,4 1 3 16,-4-2-2-16,3 2 1 0,-2 1-2 16,2-4 1-16,-3 4 1 0,4-3-2 0,-4 3-2 15,1-3 0-15,1 2 3 0,-2-2-2 0,-1 2-2 16,3-1 2-16,-1-1 2 0,-2 1 3 0,1-1-5 16,0 2 5-16,0-1 0 0,0-3 0 15,0 3-3-15,1-1-1 0,0-2 0 0,-2 0 0 16,2 2-1-16,-2-2 5 0,0-1-1 0,2 1-2 15,-2-2 4-15,0 0-2 0,-2 0 0 16,2 0-1-16,-2 0-1 0,0 0 2 0,-1 0-1 16,0 0-1-16,1 0 1 0,-3 0-1 15,4 0 2-15,-4 0-2 0,2 0-1 0,0 2 1 16,-1-2 3-16,2 0-2 0,1 1-1 16,-1 0 34-16,1-1 18 0,2 2 9 0,-3 0 4 15,1-1 3-15,1 0-2 0,1 1-27 0,-3 0-18 16,2-1-9-16,2 2-5 0,-1-2-4 0,1 1 1 15,-1-1-1-15,4 0 1 0,-4 3 1 16,1-3-3-16,1 1 0 0,0-1 0 0,0 1 0 16,0-1-1-16,-1 1-1 0,-1-2 2 15,0 1-1-15,1 1 0 0,-2-1-2 0,3 0-1 16,-3 1 1-16,-2 1-2 0,2-2 3 0,1 1-2 16,-1 0 3-16,0-1-1 0,-1 0 1 15,2 3 1-15,1-3-2 0,-2 0 1 0,0 2 0 16,-1-1 2-16,1 0-2 0,0 1 0 0,0-2 1 15,1 1-1-15,-1 1-1 0,1-1 0 16,-3 0 0-16,3 3 1 0,-1-2-1 0,0 0 1 16,1 1 0-16,3 0 1 0,-4 1-1 15,2 0 1-15,2-1 0 0,0 0 0 0,-1 1 1 16,2 0-2-16,-2-3 2 0,3 3-3 16,-2 1 3-16,1-4-2 0,-1 2 0 0,2 3 0 15,-5-3-1-15,4 0 1 0,-1 1-1 0,-2-1 0 16,1 0 0-16,2 1 0 0,-2 0 0 0,1 1 0 15,0-2-1-15,0 0 1 0,1 2-1 16,0-1 1-16,-1 1-2 0,-1-4 2 0,1 4-1 16,1-1 1-16,-1-1 0 0,-3-1 1 15,4 2-1-15,-4-1 1 0,4 0 0 0,-5 1-2 16,1-2 0-16,1 3-2 0,1-2 1 0,-2 1 0 16,-1-1-1-16,3 0 2 0,-1 1 1 15,0 1 0-15,0-4-1 0,0 4 0 0,1-1 0 16,1-1-2-16,0-1 0 0,-1 2 1 0,1-1 2 15,0-3 1-15,0 2-1 0,-1 0 1 0,0 0 1 16,0-1 0-16,-1 1-1 0,-1-2 1 16,2 1 1-16,-3-1-3 0,0 1 0 0,0-1 1 15,1 2 0-15,-1-1-1 0,1-1-1 16,-2-1 1-16,-1 1 1 0,1 1 0 0,-1 0 0 16,1-1-1-16,-1 0 2 0,-2 2-1 0,1-2 0 15,0-1-2-15,-2 0 1 0,-1 1 2 16,1-1-2-16,-1 0 1 0,-1 1 1 0,1-1 0 15,1 2-1-15,-3-2 0 0,1 3-1 16,1-3-1-16,-1 0 1 0,-1 2-1 0,4-2 2 16,-4 3 0-16,1-3 0 0,3 3-1 15,-3-2 0-15,1 1 0 0,1 0-1 0,0-1 2 16,0 2-1-16,3-1 0 0,1 0 0 0,-2 0 1 16,-1 0-1-16,4-1-1 0,0 2 3 0,-2-2-1 15,2 1 0-15,2-1-1 0,1 2 1 16,-2-1 0-16,3-1-1 0,-2 1 1 0,2 1 0 15,-1-2 1-15,1 1-1 0,1 1 1 16,-1-1-1-16,0 2-1 0,-1-2 1 0,1 2 0 16,-2-2-1-16,2 2 1 0,-2 0-1 0,0-1 0 15,2-1-2-15,-2 4 2 0,-2-3 0 16,1 0-1-16,0 2 2 0,-1-3-1 0,1 2 0 16,0 0 0-16,-1-1 0 0,0 1-1 15,-2-1 1-15,3 0 0 0,-2 0 0 0,-2 0 0 16,3 0 1-16,-4 0-2 0,2 0 1 0,1-2 0 15,-2 3-1-15,-1-2 1 0,1 2-1 0,0-2 1 16,1 3 0-16,0-3 0 0,-2 1 0 16,0 0-1-16,1-2 0 0,2 3 0 15,-1-3 1-15,-2 0 0 0,1 1 0 0,2 0 0 16,-2-1 0-16,-1 0 0 0,4 1 0 0,-3-2-1 16,-1 0 1-16,1 2 1 0,2-2 0 0,-1 1-1 15,-3-1 0-15,0 0 1 0,0 1 0 16,0-1 0-16,-1 2 0 0,1-2 0 0,-1 1 0 15,0 1-1-15,-1-1 0 0,1 0 0 16,-1 1 0-16,4 1 0 0,-5-1 0 0,1-1 0 16,2 2 0-16,-1-1 0 0,1 1 1 0,-1-1 0 15,1 2 0-15,0-2-1 0,1 2 1 16,-1-2 0-16,0 2 0 0,1-2 0 0,-1 0-1 16,1 1 0-16,1-1 1 0,-2 1-1 15,2 0 0-15,-4-2 0 0,4 3-1 0,-1-3 1 16,1 2 0-16,-2-1-1 0,2-1 0 0,0 2 1 15,-2-1 0-15,0-1 0 0,2-1-1 0,0 1 1 16,-1 1 1-16,0-1-1 0,-1-1 0 16,2 2 0-16,-2-2 0 0,2 1 0 0,-4-1 0 15,5 0-1-15,-3 1 2 0,2-1-1 16,-2 0 0-16,1 0 0 0,1 0 2 0,-2 2-1 16,3-2-1-16,-3 0 0 0,0 0 1 0,0 2 0 15,0-2-2-15,2 1 1 0,-1 1-1 0,-1-2 1 16,0 1 0-16,0 1 1 0,0-1 0 15,-2 1 0-15,3-1 1 0,-3 2-2 16,3 0 1-16,-1-1-1 0,-2 0 0 0,1 2 0 16,0-2 0-16,-1 2 1 0,1-2-1 0,-1 3 0 15,4-3-1-15,-4 1 0 0,1 0-1 16,-1 0 1-16,3 0 1 0,-3-2-1 0,1 3 1 16,0-3 0-16,-1 0 1 0,1 1 0 0,-1 1 0 15,1-2-1-15,0 1 1 0,-1-1-1 16,-1 1 0-16,3-1-1 0,-1 2 0 0,0-1 0 15,0-1 0-15,-2 1 0 0,4-1 1 0,-3 1-1 16,1-1 1-16,-2 1 0 0,1-2 0 16,-1 1-1-16,0-1 1 0,2 2 1 0,-2-2 1 15,0 1 0-15,0-1 0 0,0 0 1 16,0 0-1-16,0 0-1 0,0 0-2 0,-2 0 1 16,2 0-2-16,0 0-1 0,-1 1-10 0,1 1-24 15,-3 0-48-15,-1-1-62 0,2 0-63 0,-2 1-110 16,1 0-183-16,2-2-290 0,-3 1-258 15,4 0-217-15,0 3-131 0,0-3 300 0,4 2 575 16</inkml:trace>
  <inkml:trace contextRef="#ctx0" brushRef="#br1" timeOffset="212593.59">26031 5303 14 0,'-2'0'273'0,"-1"0"176"0,-2 0 168 16,4 0 14-16,-3 0-135 0,1 0-109 0,2 0-61 16,-1 0-24-16,-1 0-21 0,3 0-30 0,0 0-40 15,0 0-35-15,0 0-28 0,0 0-27 16,0 0-27-16,0 0-22 0,0 0-14 0,3 0-17 15,-3 0-16-15,2-2 11 0,-2 2 14 16,1-2 8-16,2 2 14 0,1 0 14 0,-3-1 3 16,2 1-9-16,-1-1-9 0,1 1-7 0,1 0-15 15,-1-2-11-15,3 2 1 0,-2 0-3 16,3-2-8-16,-1 1-4 0,1-1 1 0,2 1 0 16,-1-2 9-16,2 1 13 0,-1-3 5 15,0 3 6-15,3-2 2 0,1 2-5 0,-1-2-16 16,3 2-15-16,-2-3-6 0,2 1-3 0,0-1-7 15,1 1-1-15,1-2 3 0,1 1 40 0,-2-1 42 16,2 0 9-16,-1 0 11 0,0-1 3 16,0 0-6-16,1 0-36 0,-1 0-35 0,0-1-15 15,2-1-10-15,-3 0-6 0,3 2-2 16,-3-1-3-16,1 1-2 0,-1-1 0 0,0 0 0 16,0-1-1-16,0 2 2 0,-2 1-2 0,2-1 2 15,-4-1-3-15,4 1 1 0,-1-1-3 16,-2 2 0-16,0-1-1 0,3-1 2 0,-2 2 2 15,0 0 1-15,1-1 1 0,-2 1 1 16,-1 1 0-16,2-1 0 0,0-1-1 0,-1 1 2 16,3 1-1-16,-3-2 1 0,1 1 1 0,-2-2-1 15,1 2 1-15,1-3-3 0,-1 2 2 0,-1-1 0 16,1 1-1-16,0 0 0 0,-4-3 0 16,3 3 0-16,-2 1-3 0,-2-2 0 15,0 2 1-15,2 0 0 0,-2 0-1 0,0 2-1 16,0-1 2-16,0 2 0 0,1-2-1 0,0 3 1 15,1-1 0-15,2-1 0 0,0-1-1 0,2 0 0 16,-3 1 2-16,0-1-1 0,5 1 0 16,-3-3-1-16,1 1 2 0,-2 0 2 0,1 2-4 15,3-3 3-15,-3 1-2 0,1-1 0 16,-1 2-4-16,-1-1 0 0,1 2 1 0,1-2 0 16,-1-2 0-16,-1 3 0 0,2-2 0 0,-1 1 1 15,0 0 0-15,-1 0-3 0,1 0 1 16,1-2 1-16,1 2 0 0,-1-1 1 0,-1-2-1 15,2 0 2-15,0-2 4 0,2 0-2 0,-4 0-1 16,4-2 2-16,-4 2 1 0,0 1 0 16,0-3-3-16,-1 1 3 0,0 1 0 0,-2 1 0 15,-1 0 0-15,0 1 0 0,-1 1-1 0,-1 1-2 16,-1-1 0-16,2 2 0 0,-2-1-1 16,1 2 0-16,-2-1 1 0,4 2-1 0,-1-1 2 15,0 1-1-15,1-2-2 0,4 0 1 0,-2 0 1 16,4-1 2-16,-2 0-1 0,5-1 2 15,-2 2 1-15,2-3 0 0,0 1 0 0,1 0-1 16,0 0 1-16,-2 3-2 0,0-3 0 16,1 1 0-16,-1-1-1 0,1 2 1 0,-1-2-2 15,-1-1 0-15,1 2 4 0,1-2-2 0,-4 0 2 16,2 2-3-16,-4-2 2 0,1 1 1 16,0 1-1-16,-2-1-2 0,0 1-1 0,-2 2-1 15,-1-1-1-15,2 0-1 0,1 0 0 0,-3 1 0 16,1 1 1-16,1 0 0 0,-1-1 2 15,-1 3 0-15,5-3-3 0,-4 0 2 0,4 1-3 16,1-1 1-16,-1-1-1 0,2 1-1 16,0-1 0-16,0-1 0 0,2 1 2 0,-2 0 1 15,0-1-2-15,2 1 1 0,-3 0 3 16,3-2-4-16,-2 1 2 0,2 0 0 0,-2 1 3 16,2-3 0-16,-1 2-1 0,1 1 3 0,-3 0-1 15,4 0 0-15,-6-1 2 0,4 1 0 0,-2 0 1 16,0 0-3-16,1-2 1 0,0 2 0 15,0-3-3-15,0 2 1 0,-2-1 3 0,1 0-1 16,-2 1 1-16,-1 0 1 0,-1 1-2 16,-1 0-1-16,0 0-1 0,-2-1-1 0,2 3-1 15,-3-1-1-15,1-1-1 0,-1 2 0 0,2 0 2 16,-2-1-1-16,0 1 1 0,1-1 1 16,2 1-1-16,-1-1 1 0,3-1-2 0,0 0 0 15,0-1 2-15,1 1-3 0,-2-1 1 0,2 1-1 16,-1 0 0-16,-1-1 1 0,-1 3 0 15,0-2 0-15,0-1 4 0,-1 2-2 0,0 1 0 16,0-2 0-16,-2 1 3 0,1 0-2 16,-2 1-2-16,-1 1 2 0,1-1-1 0,0 0 1 15,-2 2-4-15,3-3-1 0,-3 1 1 0,1 2 0 16,0-1 1-16,0 0 0 0,1 0 2 16,-2 0 0-16,1 0 2 0,-1-1-2 0,0 1-1 15,-1 2 1-15,1-2 2 0,-1 2 0 0,1-1 1 16,0 1-1-16,-1-2 2 0,1 1-2 15,-1 0-3-15,1 0 1 0,0-1-1 0,0 1 2 16,-2-1-2-16,3 2 1 0,-3-2 0 0,3 0 0 16,-3 1 1-16,1 2-1 0,-2-2 0 15,1 2 0-15,-1 0 2 0,0 0-1 0,0 0 0 16,0 0 0-16,0 0 0 0,0 2 0 0,0 0-1 16,-1-2 0-16,1 3 0 0,-2-2 5 15,1 1-3-15,-1 1-1 0,0-2 1 0,1 1 1 16,-3-1-8-16,1 1-52 0,-1 0-54 15,-1-1-88-15,-1-1-183 0,-2 1-297 0,0-1-320 16,-1 0-264-16,-3-1-180 0,-2 1 219 0,1-1 636 16</inkml:trace>
  <inkml:trace contextRef="#ctx0" brushRef="#br2" timeOffset="-210269.95">24166 5091 165 0,'0'1'510'0,"0"2"304"16,0-1 196-16,0-1-130 0,0 1-225 0,-1-2-166 16,-1 1-119-16,1 1-79 0,1-1-69 0,-3 1-51 15,1-2-27-15,2 1 3 0,-1 1 19 0,1-1 27 16,-2 0 23-16,2 1 14 0,-1-2-11 15,-1 2-29-15,0-1-30 0,2-1-34 0,-1 1-28 16,-1-1-24-16,1 2-15 0,-1-2-9 16,0 2-7-16,1-2-5 0,-1 0-6 0,0 1-4 15,-1 0-4-15,2-1-4 0,-4 3-1 16,2-2-4-16,0 0 1 0,0 0-3 0,-2 1 0 16,2 1-1-16,-2-1 0 0,2 1-2 0,-3 0-2 15,-1 2-1-15,1-1-1 0,-1 0-3 0,1 2 0 16,-2 0-1-16,0 3-1 0,0-1 0 15,0 0 1-15,-1 3-1 0,1 1-1 0,0 2 1 16,-3-1 0-16,2 2-1 0,1 4 0 0,-5-2 1 16,5 3 3-16,-1-1 2 0,-2 2 3 15,1 0 1-15,2 3 2 0,0 0 0 0,-1 1-3 16,1 1-2-16,2 1-1 0,-1 1-2 0,1 0-1 16,1 0-1-16,2 1 1 0,2-1-2 15,-1 1-1-15,2-4-1 0,2 2 1 0,-2-2-1 16,1-2 0-16,2-1 0 0,1 0 1 15,-3-1-1-15,4-3 0 0,-2 0 1 0,0-3-2 16,0 0 1-16,0-2 0 0,-1-1 1 0,0-3-1 16,-1 0 0-16,3-1 1 0,-4-1-1 15,1-5 1-15,-1 2-1 0,2-1 1 0,-2-1 0 16,0-2 1-16,0 0 0 0,0-3 0 16,0 0 1-16,0-2-1 0,0-1-1 0,-2-1 0 15,2 1 0-15,0-2 0 0,-1 2-2 0,1 0-2 16,-2 0-6-16,0 1-7 0,2 0-14 15,-1 0-21-15,1 3-47 0,-4-2-73 0,4 0-91 16,-3 1-168-16,2 1-291 0,-1-1-335 0,0 1-321 16,2 2-182-16,0 0 159 0,2-1 681 15</inkml:trace>
  <inkml:trace contextRef="#ctx0" brushRef="#br2" timeOffset="-209642.31">24269 5520 257 0,'4'0'787'0,"-4"0"375"0,1 2 48 16,-1-2-233-16,0 0-356 0,0 1-232 16,0 0-123-16,0 3-53 0,0-2-17 0,2 3-4 15,-2-1-5-15,2 2 2 0,-2 2-13 0,0-1-16 16,0 2-21-16,-2 3-23 0,2 2-22 15,-2 2-22-15,2 4-19 0,-1 1-15 0,-1 1-9 16,0 2-8-16,2 1-3 0,-1 1-2 0,1-2-7 16,1 0-2-16,-1-1-3 0,4-4 0 15,-1-1-1-15,2-3-2 0,1-3 0 0,2-3 1 16,0-3 1-16,0-2 0 0,2-6 2 16,3-2 0-16,0-4-1 0,0-3 2 0,-2-1-1 15,3-3-1-15,-5-1 1 0,3-1 2 0,-2 1 4 16,-2-4 2-16,-1 4 0 0,-1-3 1 15,-1 1 0-15,-1 2-3 0,-2-2-4 0,0 2 0 16,-1-2 0-16,-1 3 2 0,-1 1 0 0,-1-1 1 16,-1 3 0-16,0 0 0 0,-3 3-1 15,1-2-1-15,-2 4-3 0,3 1 1 0,-4 2-2 16,-2 1-1-16,2 1-2 0,0 2-1 0,0 0-1 16,-2 2-1-16,0 2-1 0,0 0 0 15,0 2-3-15,1 4-6 0,1-3-17 0,-1 2-33 16,3-1-66-16,-1 0-69 0,3-3-96 15,-1 1-161-15,2 2-252 0,-2-4-301 0,5 0-223 16,0 1-184-16,0-4 112 0,5 3 547 0</inkml:trace>
  <inkml:trace contextRef="#ctx0" brushRef="#br2" timeOffset="-209385.44">24213 5707 22 0,'-4'6'547'16,"6"-2"481"-16,0 2 204 0,-2-1-95 16,1-2-335-16,2 2-345 0,1-2-209 0,2 1-74 15,2 0-33-15,1-4-18 0,5 2-17 0,1-2-17 16,0-2-8-16,1 2-30 0,5-4-19 15,1 3-11-15,-1-2-5 0,2 0-5 0,2 1-8 16,-1-1-37-16,-2 1-49 0,-1 2-137 16,-1 5-256-16,-4-3-284 0,1 5-292 0,-4 3-239 15,0 0-31-15,-5 2 496 0</inkml:trace>
  <inkml:trace contextRef="#ctx0" brushRef="#br2" timeOffset="-207767.68">23461 8633 293 0,'0'-1'516'0,"0"0"216"0,0 1 60 0,0 0-171 16,0 0-116-16,4 0-56 0,-4 1-43 15,0-1-37-15,0 0-47 0,0 0-50 0,0 0-43 16,0 0-33-16,1 1-15 0,-1 3 18 0,0 2 33 16,0 0 13-16,0 4-13 0,0 5-30 15,-1 2-27-15,1 4-41 0,0 5-39 0,0 6-29 16,-2 4-11-16,0 7-5 0,2 1-6 16,2 7-1-16,0 2-3 0,-2 5-1 0,1 3-5 15,2 3-4-15,-3 5-3 0,4 3-4 0,-3 4-5 16,1 2-5-16,-2 3-2 0,0 0 1 15,0 3 0-15,-2 0-1 0,2 0 0 0,-1 1 0 16,-3-3-1-16,1 0-5 0,0 1-3 0,-2-4-3 16,2 1 1-16,-3-4 0 0,1-1 0 15,0-3 2-15,1-1 0 0,-1-2 2 0,1-3-2 16,1-3-2-16,-1-4-1 0,2-6-1 16,2-3-1-16,0-8-1 0,0-3-1 0,2-7-5 15,1-6-7-15,-2-6-8 0,-1-8-12 0,2-5-26 16,-1-7-46-16,-1-7-66 0,0-7-61 15,-1-7-92-15,-1-6-153 0,1-4-198 0,-4-5-259 16,2-5-208-16,-2-2-190 0,1-5 76 0,-1-5 468 16</inkml:trace>
  <inkml:trace contextRef="#ctx0" brushRef="#br2" timeOffset="-207268.25">23262 8866 391 0,'0'5'769'0,"0"-1"273"16,0 1 48-16,0-1-314 0,0-1-275 16,0 1-165-16,2-2-98 0,2-1-57 0,0-1-24 15,0-1 8-15,3-1 30 0,1-5 20 0,3-1 24 16,-2-3 14-16,4-4-9 0,1-3-35 0,1-5-37 15,-2-1-38-15,4-3-39 0,0-1-26 16,-1-2-19-16,1-2-11 0,1 2-4 0,-3 2-4 16,0 0 1-16,-3 6 0 0,-2 5 0 15,-4 0-2-15,3 7-4 0,-4 0-4 0,-2 4-5 16,0 2-7-16,1 1-5 0,-3 1-2 16,1 4-2-16,0 2-1 0,-1 4 0 0,1 0 0 15,-1 5 1-15,4 2 0 0,-4 1 0 0,2 2 0 16,2 1-1-16,-2 5-2 0,2-1-11 15,2-1-27-15,-1 6-74 0,-2-3-88 0,1 2-177 16,0 0-288-16,-2 0-342 0,2 2-395 0,-2 2-226 16,3 0 139-16,1 1 753 0</inkml:trace>
  <inkml:trace contextRef="#ctx0" brushRef="#br2" timeOffset="-206104.26">23264 11140 39 0,'-3'-3'498'0,"0"3"427"0,-2-3 243 15,2 3-35-15,-1-2-364 0,1 2-300 0,1 0-178 16,2 0-111-16,0 0-73 0,2 2-34 16,3 0-20-16,1 1-7 0,6-2 28 15,2 2 44-15,2 0 22 0,4 0 47 0,4-1 34 0,2-2 2 16,4 0-14-16,2 0-34 0,5 0-31 15,2-2-46-15,7-1-30 0,2 0-8 16,2 0-18-16,4 0-10 0,-2 0 0 0,5 1-1 16,0 0-10-16,1 2-9 0,1 0-4 0,-2 0-2 15,-2 1 0-15,4 2 0 0,-1 0 0 16,2 0 0-16,0 1-3 0,2 1 1 0,1 2 4 16,1-5 5-16,0 2 0 0,4-2 2 0,0 0 4 15,0-2 4-15,7-2-1 0,-1 0-1 0,3-2-2 16,5 2 2-16,2-3 0 0,-1 1-5 15,4 1-4-15,-1 2-4 0,0 0 1 0,1 1-2 16,-3 0-2-16,3 1-1 0,-1 0 1 16,3 2-1-16,-1-1-1 0,1 0-3 0,-2 0-1 15,0 1-1-15,-2-2 1 0,2 0 2 16,-1-1 0-16,1 0 1 0,1 0 1 0,3-1-1 16,0 0-2-16,3-4-1 0,-1 1-2 0,0 0 1 15,0 0 1-15,1-1 1 0,1 2 1 0,1-2 1 16,-2 2 1-16,1 2-2 0,-1 0-3 15,-3 1-2-15,-1 2 2 0,-4 1 1 0,1 2 0 16,-2 0 2-16,-3-1 1 0,-1 2 2 0,-2-1-3 16,-3 2-1-16,-2-3 0 0,-4 2-1 15,-3-2-1-15,-6-1 0 0,-2 0 0 0,-4-2 0 16,-5 1 0-16,-4-2 1 0,-3 0 1 0,-5 0 0 16,-5 0 1-16,-4 0 1 0,-7 0-2 15,-2 0 0-15,-7 0 0 0,1 0 2 0,-6 0 0 16,-1 0 2-16,-1 0-1 0,-3 0 1 15,-3 0-2-15,0 0-1 0,-3-2-1 0,1 1 0 0,-2 1 0 16,-1-2-1-16,0-1-1 0,0 2 0 16,-1-2-5-16,-2 0-13 0,2-1-27 15,-2 0-61-15,0-3-78 0,-5 3-118 0,4-1-205 16,-2 0-314-16,-2-1-346 0,4 1-270 0,-3 0-123 16,2 0 365-16,-2-1 671 0</inkml:trace>
  <inkml:trace contextRef="#ctx0" brushRef="#br2" timeOffset="-205853.56">29153 10999 309 0,'8'0'649'0,"0"-3"277"0,0 3 131 0,5 3-225 15,-2-3-238-15,1 2-153 0,1 5-99 16,2-3-35-16,0 4 10 0,0 0-6 0,2 3-14 16,-4-2-10-16,1 2-24 0,-5 3-38 15,4 0-64-15,-7 2-45 0,0-1-33 0,-1 3-25 16,-3-3-15-16,0 4-9 0,-4 0-5 15,-1-1-7-15,-2-1-4 0,-2 2-5 0,-2-3-3 0,1-2-4 16,-1 3-3-16,-5-4-2 0,1 2-2 16,-3-5 0-16,2 1-1 0,-1-4-6 0,-3 0-25 15,-3-4-64-15,-1 0-75 0,-4-5-153 16,-2 0-280-16,-4-5-327 0,-2 0-377 0,-7-2-270 16,-5-4 5-16,-8 0 679 0</inkml:trace>
  <inkml:trace contextRef="#ctx0" brushRef="#br2" timeOffset="-204085.79">24717 10441 324 0,'0'3'664'16,"-3"-3"256"-16,3 2 61 0,0-2-282 0,3 0-212 16,-3 0-128-16,1 0-70 0,2 1-36 0,2-1-15 15,0 2-12-15,2-2 5 0,3 0-24 0,0 1-5 16,1 0 25-16,3-1-4 0,1 4-20 15,2-3-42-15,-1 2-9 0,3 0-22 0,1-2-43 16,-1 4-21-16,3-2-4 0,0 2-1 16,2-2-17-16,-2 0-9 0,4 2-5 0,-1-3-2 15,2 0-9-15,-2 0-6 0,4-1 3 0,-1-1 1 16,4 0 0-16,-1-3 0 0,3-1-5 16,-3-1-3-16,4-1-7 0,-4-3-5 0,1-1-2 15,-4 0-1-15,0-2 5 0,-1 1 13 16,-4-4 9-16,1 0 4 0,-7 1 3 0,4-3 0 15,-4-1 1-15,-3 2-9 0,0-2-6 16,-1-2-3-16,-2 1-2 0,2-2-2 0,-4 0-1 0,0-2-1 16,1 0-3-16,-3 1-1 0,1 0-1 15,0-2-1-15,-2 0 0 0,0 0-1 0,-1-1 1 16,0 0 0-16,-2 1 1 0,0-2 1 16,0 0 1-16,2-1 0 0,-5-1 1 0,1 0-2 15,2 0 1-15,1-4 0 0,-3 2-2 0,3-2 0 16,-1-2 0-16,2-1 0 0,-1-2-1 15,2 0-1-15,2-1 0 0,-3 1 0 0,3-1-1 16,-1 2 0-16,0-2-1 0,0 1 1 16,-1-1 0-16,0 1 0 0,-1-2 2 0,4-1 1 15,-4-2 1-15,2 0 1 0,1-2 1 16,-1 0-2-16,0 1 0 0,-1 1 1 0,2 1-2 16,1 1 0-16,-2 1 0 0,1 3 0 0,0 2 0 15,2 1-2-15,-1 1 1 0,0 4-1 0,3 1 1 16,-2 2-1-16,0 0 0 0,4 2 0 15,-5 3 1-15,5 2 0 0,-2-1 0 0,0 1 1 16,2 2-1-16,-1 1 1 0,0 2 1 0,-1 0 1 16,1 0-1-16,1 3 0 0,-1-1 0 15,-1 2 0-15,-2 2-1 0,0 1 0 0,0 0 0 16,-1 0 0-16,-3 4 0 0,2 0 1 16,1 2-1-16,-2 2 1 0,1 0-1 0,-2 4 0 15,2 0 0-15,0 3 1 0,-2 0 1 0,1 3-1 16,2 1 3-16,-3 3-5 0,2 0-4 15,0 2-1-15,1 0-1 0,1 2 0 0,0 2-1 16,0 0 11-16,2 2 5 0,-3 2 4 0,3 2 3 16,-2 2 2-16,0 2 2 0,-1 1-2 15,-3 1-2-15,2 1 3 0,-3 1 0 0,0 1 0 16,-2 3-2-16,0-2-5 0,-1 1 0 0,-1 0-3 16,-1 1-3-16,2-3-1 0,-2 1 0 15,0 0 1-15,-2 0-2 0,1 0 0 0,-1 2-3 16,-2-1-4-16,0 1-1 0,1 2 3 0,-2-1 0 15,2-1 1-15,-2 2 4 0,-1 0 2 16,0 0 0-16,1 1-4 0,2-4-1 0,0 1-2 16,1-1 0-16,1-3 1 0,2-2 0 0,1-1 2 15,1-2 0-15,2 0 1 0,0-1 0 16,2-4 0-16,0 0-1 0,1-2-1 16,0 0 1-16,2-3-1 0,-2 0-1 0,4-1 2 0,-3 0-1 15,0 0 0-15,0-2 0 0,0 1 0 16,-1-1 0-16,0 0-1 0,-2 1 1 0,2-3 0 15,-4 0 0-15,3 0 0 0,-2-2-1 16,0-1 1-16,-1-1-1 0,2 0 0 0,-3-4 1 16,2 3-1-16,0-3 0 0,-2 1-1 0,2-1 2 15,2-3-2-15,-3 3 2 0,1-2-2 16,0 0 1-16,-1-2 1 0,1 2 0 0,-2-2-1 16,2 1 0-16,1 1 1 0,-3-4 0 15,2 3-1-15,-2-3 1 0,2 2-1 0,0-2 0 16,-2 2 1-16,5-4-1 0,-3 1 0 0,-1-1 1 15,5-1 0-15,-2-1 1 0,1-2-1 16,2-1 1-16,-1-1 0 0,0 1 0 0,3-1 0 16,-3 0 0-16,4 0 1 0,-2-1 0 0,1 1 0 15,0 0 0-15,0-2 0 0,4 2 0 16,-2 2 0-16,4-3-1 0,-4 4 0 0,3-2 1 16,-1 3-1-16,2 2 0 0,-1-3 0 0,-1 6 0 15,2-3 0-15,0 2-1 0,1 3 1 0,0-2-1 16,2 2 1-16,-3 0-1 0,0 0 0 15,1-3-1-15,0 3 1 0,-3-2-1 0,-2-2 0 16,-1 1-1-16,-1-1 1 0,1-1-1 16,-4 0 1-16,-1 0 0 0,3 0-1 0,-4-1-3 15,1-1-8-15,-3 1-14 0,-1-1-29 0,1-1-71 16,-4 0-91-16,-1 1-195 0,-1-2-287 16,1 3-357-16,0 1-412 0,-5 0-233 0,2 1 187 15,2-1 838-15</inkml:trace>
  <inkml:trace contextRef="#ctx0" brushRef="#br2" timeOffset="-202771.16">28928 12131 186 0,'7'-7'536'0,"-1"3"259"16,-1-4 166-16,2 1-79 0,1-2-260 16,-1 0-157-16,3 0-90 0,0 1-53 0,3 0-58 15,-1-1-63-15,3 2-37 0,0 1-34 16,0 2-25-16,0 1-15 0,-1 3 62 0,3 1 22 15,-4 4 0-15,0 1 10 0,-4 5-1 16,1-1-9-16,-4 7-53 0,-3 0-32 0,-1 5-20 16,-6 1-22-16,0 3-11 0,-5 0-6 0,-1 5-13 15,-3-3-5-15,-3 5-3 0,2-3-1 16,-3 2-1-16,0-2-3 0,-1 3 4 0,1-2 0 16,-3 1-2-16,3-2 2 0,1 0 3 0,1-2 0 15,0-2 1-15,1-1-1 0,3-2-1 16,0-4-1-16,5 0-4 0,1-5-1 0,2 0 0 15,0-3 0-15,1-1 0 0,4-3 1 0,-1 1-1 16,4-2 1-16,1-1-1 0,4-4 0 16,-1 2-1-16,3-3 0 0,1 0-1 0,0 0 0 15,4-3-2-15,0 2 2 0,0-3 0 0,-1 3-1 16,3-2 5-16,1 0 2 0,-2 1 2 16,2-3-1-16,-1 3-1 0,2-3-1 0,-3 2-5 15,0 0-2-15,-1-2-2 0,-2 3 0 0,0-1 1 16,-3 0-1-16,2 0-3 0,-3 0-10 15,-2 1-31-15,1 0-70 0,-4 0-70 0,-1 0-119 16,-2 2-218-16,-1-1-315 0,-2 1-332 0,0 0-234 16,0 0-120-16,0 0 390 0,0 0 659 15</inkml:trace>
  <inkml:trace contextRef="#ctx0" brushRef="#br2" timeOffset="-202153.34">29818 12422 497 0,'-8'-8'1011'0,"-2"-1"251"16,-2 2-69-16,0 3-294 0,-2 4-318 0,0 2-158 15,-2 4-86-15,2 1-45 0,1 5-38 16,-3 1-36-16,5 5-49 0,-3 1-57 0,5 5-37 15,-3 1-27-15,3 1-15 0,4 2-13 0,1 1-8 16,4-2-6-16,3-1-4 0,0-4-1 0,3-4-1 16,5-3 0-16,0-4 0 0,1-2 1 15,5-8 2-15,-3-2 0 0,5-8 0 0,0-4-1 16,0-3 0-16,2-7 1 0,0-6-1 16,-1-2 5-16,0-7 3 0,1 0 1 0,-4-5 0 15,0 2-3-15,-4-3 2 0,0 2-4 16,-7-1 0-16,-3-1-7 0,-1 1 4 0,-5-1 0 15,-2 2 2-15,-3 2 3 0,0 4 2 0,-1 4 7 16,1 6-1-16,-3 3 0 0,3 3 0 0,1 5-5 16,1 3-4-16,0 2-3 0,1 4-2 15,0 1-2-15,4 7-1 0,-2 2-2 0,-1 6 1 16,3 2 1-16,-2 5-1 0,3 4 1 16,0 5 6-16,1 2 1 0,1 4 3 0,1 1 2 15,2 0-5-15,-2 4-2 0,3 1-6 0,2-1-2 16,0 1-3-16,2-1-1 0,-1 1 3 0,4-4 2 15,-2 0 2-15,3-2 5 0,-5-2 4 16,3-1 1-16,-2-4 2 0,0-1 0 0,-2-3 0 16,0-2-5-16,-2-3-3 0,-1-3 0 15,-2 1-3-15,-1-5 1 0,-2 3 0 0,0-3 0 16,0-2 0-16,-2-1 0 0,1 0-1 16,1-1 1-16,-2-1 0 0,0-3-2 0,1 1-3 15,1 0-15-15,-4-2-46 0,3-2-75 0,-2-1-103 16,0-1-185-16,0-2-302 0,1-1-346 15,1 0-331-15,-1 0-170 0,2 0 265 0,2-4 691 16</inkml:trace>
  <inkml:trace contextRef="#ctx0" brushRef="#br2" timeOffset="-201721.16">30583 12300 357 0,'-3'-18'1040'0,"-2"1"432"16,-6 0-9-16,0 6-234 0,-5 1-517 0,-3 2-252 15,-3 5-143-15,-2 1-99 0,0 2-75 0,1 2-55 16,-3 2-30-16,4 1-20 0,5 1-11 0,-2-2-9 16,6 2-9-16,1-1-3 0,2 1-4 15,2 1 0-15,2 0-1 0,0 3-1 0,4-3 0 16,1 1 0-16,2 1-1 0,2 0 0 0,3-2 0 15,1 0-4-15,2 1-4 0,1-2 0 16,2 2-1-16,3-2-1 0,0 1 0 0,1-1 5 16,2-1 3-16,-2 1 2 0,1 0-1 0,-4 0 2 15,1 0-1-15,-3-2 1 0,0 2 0 0,-5-1 1 16,-1 1 1-16,-4 0 0 0,1 1 3 16,-4 0-1-16,-2 3 2 0,-1-1-2 0,-4 2 1 15,-3-2 0-15,1 2 1 0,-3 1 2 0,1 0 1 16,1 0 0-16,-1-1 1 0,0 2-2 0,-1-1-2 15,1 0-3-15,1 1-3 0,1-3-1 0,3 3 4 16,-3-2 1-16,5-1-10 0,-1 1-37 0,4-4-75 16,0-1-84-16,3 1-174 0,0-5-297 15,0-1-343-15,5-1-353 0,-1-1-195 0,5-4 129 16,3-2 699-16</inkml:trace>
  <inkml:trace contextRef="#ctx0" brushRef="#br2" timeOffset="-201535.73">30719 12325 15 0,'12'0'519'0,"0"2"505"0,-6 2 257 16,1 5-39-16,-2 2-282 0,-1 4-243 0,-4 3-196 15,-2 3-134-15,-1 1-82 0,-2 4-66 16,-3-1-71-16,2-1-75 0,0 1-41 0,-3-4-20 16,5 1-12-16,-2-3-3 0,3-4-3 0,-1-1-4 15,1-4-5-15,0-2-20 0,0-5-49 0,-1-3-73 16,1-5-68-16,-3-2-101 0,2-6-162 15,-1-3-195-15,0-1-248 0,-2-5-212 0,-2 0-188 16,5-1 67-16,-3-5 445 0,2 0 430 0</inkml:trace>
  <inkml:trace contextRef="#ctx0" brushRef="#br2" timeOffset="-201386.63">30626 12052 57 0,'4'-33'398'0,"-1"8"259"16,0 2 174-16,1 7-1 0,-3 2-231 0,2 6-168 15,-1 3-106-15,1 2-59 0,-1 3-40 0,1 3-52 16,-1 3-35-16,2 1-38 0,-1 0-29 0,-1 4-19 15,-1 2-6-15,3 2-10 0,-4 1-68 16,0-1-107-16,0 3-181 0,0-2-296 0,-4 2-251 16,3 2-210-16,-2-1-6 0,-2 0 313 15</inkml:trace>
  <inkml:trace contextRef="#ctx0" brushRef="#br2" timeOffset="-200918.8">30818 12664 21 0,'2'6'476'0,"1"2"435"0,0-5 246 16,0-3-15-16,1-3-337 0,0-2-289 0,1-4-158 16,3-2-59-16,0-2 0 0,0-4 0 15,3-2-11-15,-2-3-24 0,3-1-41 0,0-2-51 16,-2-2-49-16,1 0-38 0,-2-1-27 0,1 0-12 15,-2 4-3-15,-4 1 3 0,4 4 5 0,-3 1 2 16,-4 6 0-16,3 2-2 0,-1 2-6 16,-3 2-9-16,0 4-10 0,0 2-9 0,-2 2-8 15,-1 6-4-15,0 2-1 0,0 2-2 0,1 3-1 16,0 2 1-16,2-2-1 0,0 1 0 0,2-1-2 16,0 0 0-16,2-1 1 0,1-2-1 15,2-3 1-15,1-2-1 0,1-3 1 0,2-4 1 16,3-2 0-16,0-5 1 0,2-3-1 0,0-3 0 15,0-1 0-15,0-2 0 0,-1 1-1 0,-3-2 0 16,-1 4 1-16,-4 0 1 0,0 3 0 16,-2 3 0-16,-5 1 0 0,0 1 0 0,0 3-1 15,-4 2 0-15,-1 2-2 0,1 3 0 0,-2 2 0 16,1 2 1-16,2 3-1 0,-2 2 0 0,2 1 1 16,-1 3 1-16,3-1-2 0,1 2 0 0,0 2 1 15,0-3-5-15,3-1-10 0,0 2-21 16,1-4-57-16,-1-2-77 0,2-1-157 0,-2-3-275 15,0 0-327-15,1-1-408 0,-1-1-315 0,2-5-16 16,0-2 739-16</inkml:trace>
  <inkml:trace contextRef="#ctx0" brushRef="#br2" timeOffset="-200495.13">31615 11929 308 0,'5'-3'779'0,"0"3"346"16,-4 2 63-16,-1 4-269 0,0 4-309 0,-1 2-189 16,-3 4-81-16,0 6-19 0,-2 0-11 0,1 7-17 15,-2 1-23-15,-1 3-41 0,-1 3-53 0,3 1-61 16,-2 5-45-16,1 1-30 0,3 0-22 0,2-3-12 16,4 0-9-16,2-7 3 0,3-2-1 15,4-6 6-15,1-4 4 0,4-4 3 0,2-6 0 16,-1-5 1-16,4-5-1 0,-1-4-6 0,-1-5-3 15,2-6-1-15,-3 0 0 0,-1-6 0 0,1-2 5 16,-3-4 5-16,-1-3 4 0,-3 0 3 0,-1-3 4 16,-3 1 5-16,-4-4-3 0,1-1 0 0,-4-2-2 15,-4 0 0-15,-5-5-3 0,0 4-6 16,-4-2-1-16,-4 2-4 0,1 3-2 0,-6 4-5 16,0 6-2-16,-4 6 0 0,4 5-1 0,-3 6-1 15,-1 6-1-15,3 5 1 0,2 5 0 0,1 3 0 16,1 4 1-16,3 4 0 0,0 3-2 15,5 1 1-15,3 2-1 0,0 3 4 0,5 0 2 16,3-2-2-16,3 1-5 0,5 0-11 0,0-5-26 16,2-2-66-16,-1 0-76 0,0-6-119 0,1 0-222 15,0-4-312-15,0 0-345 0,-3-1-264 16,-1-4-123-16,-1 1 412 0,-2-2 693 0</inkml:trace>
  <inkml:trace contextRef="#ctx0" brushRef="#br2" timeOffset="-200280.31">31514 12153 46 0,'3'-1'579'16,"5"-3"471"-16,-3 3 197 0,1-2-73 0,2 0-294 15,1 3-255-15,1-4-144 0,0 4-88 0,-1-3-71 16,2 2-59-16,-1 0-72 0,-1 0-73 0,2-2-55 16,-1 3-31-16,-1-1-15 0,4 1-10 15,-4 0-5-15,5 1-3 0,-2 2-4 0,-3-3-28 16,2 2-80-16,-5-1-89 0,2 2-193 15,-3 1-286-15,-2-1-348 0,-1 1-376 0,-2 2-164 16,-2 0 221-16,1 2 736 0</inkml:trace>
  <inkml:trace contextRef="#ctx0" brushRef="#br2" timeOffset="-199837.11">32124 12116 241 0,'-4'2'816'0,"-1"-2"398"16,0 0 20-16,2 0-213 0,-2 0-414 0,10-2-224 15,-2 2-109-15,3-2-24 0,6 0 15 0,2-1-1 16,-2 0-23-16,6 0-37 0,-2-2-49 0,1 3-50 16,1 0-46-16,0-1-27 0,-2 2-16 0,3 0-8 15,0-1-5-15,-5 2-3 0,2 0-2 0,-3 0-4 16,-2 2-25-16,0-1-63 0,-6 2-67 16,-2-2-150-16,-3 2-278 0,-5 0-316 0,-1 2-335 15,-4-1-248-15,-2 2-1 0,-6 0 631 0</inkml:trace>
  <inkml:trace contextRef="#ctx0" brushRef="#br2" timeOffset="-199668.39">32034 12219 341 0,'17'-3'723'0,"0"1"256"16,1-4 70-16,3 1-256 0,-4-1-316 0,5 0-188 15,-1 1-106-15,3-1-59 0,-2-2-50 0,1 2-35 0,0 2-17 16,1-2-28-16,-2 2-68 0,0-1-137 15,-3 3-243-15,-2 1-265 0,-1 1-233 0,0 1-130 16,-7 2 148-16,4 1 397 0</inkml:trace>
  <inkml:trace contextRef="#ctx0" brushRef="#br2" timeOffset="-198836.7">33021 11701 87 0,'-2'-4'528'0,"2"0"394"0,-1 2 192 16,1-2-87-16,0 4-386 0,0 0-221 0,1 0-141 15,-1 0-78-15,5 6-15 0,-2 1 42 16,5 2 56-16,-3 1 22 0,3 2-12 0,-2 3-22 16,5 1-36-16,-1 3-51 0,1 1-49 0,0 3-38 15,1 1-17-15,2 1-17 0,-2 3-6 0,0 2-8 16,2 0-1-16,-1 0-7 0,0 2-4 0,-2 1-2 16,-1 0 0-16,2 0-2 0,-4 1 1 0,0 0-1 15,0-2-2-15,-1 1-2 0,-2 1-6 0,2-4-4 16,-4 0-6-16,2 0-3 0,-2-3-4 0,3 0-3 15,-3-2-1-15,0-3-1 0,1-5 0 0,-1 2-1 16,0-4 0-16,-1-2 0 0,1-2 0 0,-2-2 0 16,-1-3-1-16,2-2 2 0,-2-1 0 0,0-3 0 15,-2-1-1-15,2-3 0 0,-1-3 0 0,-2-2-1 16,1-1 0-16,-1-3-1 0,0-4 0 0,-1 0 1 16,-1-1-1-16,4-3 1 0,-7 0 0 0,5 0-1 15,-2 0 1-15,1 1 0 0,-1 0 0 0,1 2 0 16,1 2 0-16,-1 2 1 0,1 2-1 15,1 2 0-15,1 0 1 0,-3 3-1 0,4 1 0 16,-1 1 0-16,1 2 0 0,-2 0-1 0,1 2 1 0,1-1-1 16,0 0 0-16,0 2 0 0,0 0 0 15,-2 0-1-15,2 0 2 0,0 4 0 0,-3-1 0 16,-1 0 0-16,0 3 1 0,-2 1-1 0,-2 3 1 16,0-2-1-16,-5 5 0 0,2-1 0 0,-2 2 1 15,-2 1-1-15,-3 4 1 0,1-2 3 0,-5 2 3 16,1 3 1-16,-1-1 2 0,-2 2-7 0,2 0-3 15,1-1 0-15,1 0 0 0,1-3 0 0,5-1 0 16,1-3 0-16,1 0 0 0,2-4 0 0,3-1 0 16,3-2 0-16,-2-2 0 0,3-2 0 0,-1 0 0 15,3-2 0-15,-1 0 0 0,2-2 0 0,2-2-2 16,-2-1-37-16,1-1-36 0,1-4-75 0,-2-1-131 16,-2 0-247-16,1 1-312 0,-6-5-398 0,1 5-428 15,-5-3-129-15,-2 0 609 0,-2-1 800 0</inkml:trace>
  <inkml:trace contextRef="#ctx0" brushRef="#br2" timeOffset="-196838.18">26085 11055 182 0,'3'-7'448'0,"-2"2"271"16,3-3 191-16,-3 2-66 0,2 1-137 0,-1-1-123 15,-2 0-93-15,3 1-29 0,-3-1-32 16,1 1-33-16,-1 1-38 0,0-1-40 0,0-1-42 16,0 1-60-16,0 3-57 0,0-3-45 15,2 4-27-15,-2-1-18 0,1 1-12 0,-1 0-9 16,0 1-10-16,0 1-9 0,0 0-9 15,0 2-5-15,-1 2-2 0,-1 2-3 0,1 2 1 0,-4 4-2 16,2 2 1-16,0 1-1 0,1 1-2 16,-1 0-3-16,2 2-1 0,-3-3-1 15,4-1-1-15,0-2-1 0,0-1-2 0,0-4 1 16,0 0 0-16,2-1-1 0,0-3 1 16,1-1 0-16,-2-1 0 0,3-4 1 0,-1-1 0 0,3-1 1 15,-3-3 0-15,2-1 1 0,-4 0-1 16,3-3 0-16,-1 0 0 0,0-1-1 0,0-2-1 15,0 0 0-15,-1-2 0 0,1 1 1 16,-2-1-1-16,-1 0 0 0,0-1 1 0,0 3-1 16,-1-1 0-16,1 2 1 0,-3 3 0 0,1-2 3 15,2 6 2-15,-1-1 1 0,1 2-1 16,-2 3 1-16,2-1-1 0,0 3-2 0,-1 0-3 16,1 3 0-16,-2 4 0 0,0 1-1 15,2 3 1-15,-1 2 0 0,-1 3-1 0,1 1 0 16,-3 3 1-16,3 0-1 0,1 1 0 15,-2-2 0-15,0 3-1 0,1-4 1 0,1-4 0 16,0 0-1-16,0-2 1 0,0-3 0 0,1-3 0 16,-1-1 0-16,4-4 0 0,-3-3 1 0,4-4 1 15,0-5-1-15,0-1 0 0,1-5 0 16,2-2 0-16,-3-2-1 0,-1-2 0 0,1 1 1 16,2 1 0-16,-5-1 0 0,2 4 0 0,-4 1 0 15,1 3 4-15,-1 3 3 0,0 3 1 16,-1 0 0-16,1 5-6 0,-2 2-3 0,0 4 0 15,-2 4 0-15,1 2 0 0,0 2 0 0,-2 4 0 16,2 1 0-16,-1 2 0 0,-1 1 0 16,2 3 0-16,-3-1 0 0,3-2 0 0,0 4 0 15,0-2 0-15,-2 0 0 0,2 2 0 16,-4-1 0-16,1-3 0 0,3 0 0 0,-2 0 0 16,1-4 0-16,0-2 0 0,3-4 0 15,-1-1 0-15,0-2 0 0,1-4 0 0,1-2 0 16,0-2 0-16,1-6 0 0,3-1 0 0,-3-4 0 15,6-4 0-15,-2-4 0 0,-1-2 0 16,4 0 0-16,-2-2 0 0,1 3 0 0,-2 0 0 16,-1 4 0-16,1 1 0 0,-1 5 0 0,-2 1 0 15,0 4 0-15,-1 2 0 0,-1 0 0 16,0 3 0-16,0 4 0 0,0 3 0 0,-1 0 0 16,-3 4 0-16,1 3 0 0,-1 1 0 0,-1 3 0 15,2 0 0-15,-2 4 0 0,0-1 0 16,0 1 0-16,1 0 0 0,-1 0 0 0,1-3 0 15,0 0 0-15,1-3 0 0,0-2 0 16,1-3 0-16,1-1 0 0,1-4 0 0,1-2 0 16,-1-4 0-16,4-4 0 0,-1-2 0 0,2-2 0 15,-2-3 0-15,3-3-8 0,-3 1-16 0,2-2-24 16,-5 1-62-16,0-3-92 0,0 2-190 16,-2 3-282-16,-1 3-357 0,0 4-441 15,-3 2-293-15,-1 5 166 0,-2 5 877 0</inkml:trace>
  <inkml:trace contextRef="#ctx0" brushRef="#br2" timeOffset="-195755.33">25770 11749 230 0,'0'-2'568'16,"1"0"318"-16,-1 0 183 0,0 1-203 0,0-2-213 16,-1 1-169-16,1-1-115 0,-2 0-82 15,2 2-48-15,-1 1-13 0,1-2 8 0,0 0 12 16,-2 1-1-16,2-1-15 0,0 2-32 0,0-1-46 15,0 0-42-15,0-1-34 0,2 1-25 16,-1-2-16-16,1 2-11 0,-1-3-6 0,4 0-4 16,0 1 2-16,0-2 1 0,1 0-2 15,3-1 1-15,1 2 4 0,0-1 3 0,0 3-2 16,2 0-2-16,0 0-1 0,-1 1-1 0,1 1-5 16,0 0-3-16,-1 1-2 0,-1 3 1 15,0-2 3-15,-1 3 3 0,-3 1 4 0,-1 2 3 16,0 1 2-16,-3 0 0 0,-2 1-2 15,-2 2-2-15,-3 0-2 0,0 1-2 0,-1 3-1 16,-3-3-2-16,0 2-1 0,0 0-2 0,1 1 0 16,-5-2-2-16,4 3 0 0,-1-2-1 0,2-1 0 15,-3 3 0-15,5 0-2 0,-1 0-2 0,3 0-1 16,-2 0 0-16,4-1-1 0,0 0 0 16,2-2-1-16,4-1 0 0,-3-1-1 15,5 1-1-15,-1-4 0 0,1 0-2 0,3-3 1 16,0 0 1-16,2-2 1 0,0-1 0 0,5-3 1 15,-2-3-3-15,2 0-9 0,0-3-18 16,1-1-48-16,1 0-80 0,-3-4-119 0,0 1-217 16,-1-1-308-16,-1 0-374 0,2 2-348 0,-4-1-117 15,3-1 413-15,-2 1 735 0</inkml:trace>
  <inkml:trace contextRef="#ctx0" brushRef="#br2" timeOffset="-195213.21">26235 11682 405 0,'-4'-4'875'0,"1"2"323"0,2-2 11 0,-4 3-255 15,4 0-202-15,-1-1-155 0,1 2-137 16,-3 0-96-16,-1 2-71 0,1 0-74 0,-3 2-81 16,0 4-57-16,-1 5-26 0,-2 0-14 0,0 5-3 15,-2 5-2-15,2 2-1 0,-2 5 0 16,2 1-2-16,1 4-2 0,1 1-6 0,0-1-8 15,7-2-4-15,-1-1-5 0,5-3-4 0,2-4-2 16,4-2-1-16,2-3-1 0,3-7 0 16,4-4 0-16,4-5 1 0,2-8 0 0,1-5 0 15,4-4 1-15,-2-7 0 0,-1-3 0 0,0-5 0 16,-1 0 0-16,-4-2 0 0,-4 0 0 16,-3 0 0-16,-1 1 1 0,-5 4-1 15,-7 0 1-15,1 2 2 0,-4 3 6 0,-4 2 4 16,-2 1 4-16,-4 4 2 0,-1 0 0 0,-5 3-1 15,2 2-7-15,-2 2-4 0,1 1-3 16,-1 4-3-16,2 1-2 0,-1 3-2 0,4 3 0 16,-3 3-1-16,5 1 0 0,0 4-1 0,1 0-1 15,6 5-4-15,-1-3-9 0,2 2-14 16,1-2-31-16,2 1-72 0,0 0-86 0,0-6-161 16,0 2-282-16,0-3-342 0,3 0-384 15,0-4-227-15,2-2 79 0,2 0 712 0</inkml:trace>
  <inkml:trace contextRef="#ctx0" brushRef="#br2" timeOffset="-194988.24">26115 11864 109 0,'-4'4'606'0,"3"0"383"0,1 0 166 15,1 1-62-15,3 1-400 0,0 0-275 0,3 0-161 16,3 1-78-16,0-4-57 0,1 0-46 0,5 1-35 15,0-4-19-15,1 0-9 0,4-4-7 16,-4 1-11-16,4 0-49 0,-4-6-153 0,1 3-303 16,-1 1-263-16,-4 0-264 0,-1 0-223 15,1 2 77-15,-7 1 542 0</inkml:trace>
  <inkml:trace contextRef="#ctx0" brushRef="#br2" timeOffset="-192789.24">29373 10531 10 0,'2'-1'420'0,"-1"1"406"16,1 0 269-16,0-2 1 0,1 2-337 16,0-2-254-16,2 1-168 0,-2 0-108 0,4-2-55 15,2 1-1-15,0-1 3 0,4 2 10 16,-2-1 12-16,2 2-9 0,-1 0-21 0,-2 2-29 15,2-1 6-15,-2 4-19 0,-2-1-12 16,0 3-9-16,-2 3 0 0,-2-1 0 0,0 4-29 16,-3 1-11-16,-1 2-15 0,0-1-2 0,-5 2-4 15,2 0-5-15,-4 0 1 0,0-1-7 16,-2 2 1-16,-1 0-6 0,-2 1-3 0,-3 0-3 16,-2 0-4-16,-1 3-2 0,0 1-5 15,-3-1-2-15,0 1-2 0,1 3-3 0,0-2-1 16,2 1-1-16,-1 0-2 0,5-4 0 0,1-2-1 15,5 0-2-15,2-3 0 0,3-2-1 0,3-1-1 16,1-5 2-16,4 1 0 0,5-3 1 16,2-3 1-16,2-3-5 0,7-4-8 0,0-3-13 15,2-2-25-15,3-2-45 0,0-4-67 0,1 2-61 16,-3-3-62-16,5-2-81 0,-6 0-98 16,2-1-87-16,-3-1-55 0,-2 2-93 0,-1 0-103 15,-3 2 11-15,-2 0 186 0,-2 3 279 0,1-1 283 16,-5 3 269-16,-2 4 229 0,1 1 120 15,-1 2-19-15,-3 0-71 0,0 4-71 16,-1 2-70-16,1 1-70 0,-2 3-61 0,1 1-38 16,0 4-18-16,3 1-20 0,-2 5-9 0,3 0-4 15,-2 3-6-15,1 1-12 0,3 0-11 0,-1-2-21 16,2 1-22-16,2-5-23 0,0 0-13 16,5-5-1-16,-2-5-4 0,4-2-1 0,0-6 1 15,2-4 1-15,2-5 26 0,-2-4 30 16,1-4 29-16,1-3 31 0,0-4 13 0,-3-2 8 15,0 0-23-15,-1-3-22 0,-4 0-21 0,-3 2-21 16,0 0-12-16,-7 0-9 0,0 3-3 0,-6-1-6 16,-1 2-6-16,-5 2-5 0,-1 2-3 0,-6 3-6 15,-2 2-3-15,-2 6-3 0,-3 3-2 16,-5 7-1-16,-2 6-2 0,1 3-1 0,0 5-2 16,1 4-1-16,0 0 0 0,4 4 1 0,5 1-2 15,2 1-8-15,2 1-26 0,2 1-56 16,6-3-69-16,-1 1-83 0,3 0-156 0,3-3-256 15,1 0-307-15,1-4-262 0,4 3-193 16,1-9 43-16,-1 3 544 0</inkml:trace>
  <inkml:trace contextRef="#ctx0" brushRef="#br2" timeOffset="-192571.75">29694 10719 257 0,'4'1'612'16,"0"1"321"-16,2 1 160 0,1 3-235 0,2 0-234 16,4 1-165-16,0 2-124 0,1 0-96 15,5 0-79-15,-1-2-58 0,3 2-42 0,3-2-25 16,1-1-20-16,0-2-13 0,1 1-6 16,-4-4-7-16,2-1-25 0,-2 0-124 0,-5-3-228 15,1-1-277-15,-6 0-262 0,-1-1-250 0,-4-2-78 16,-4 2 409-16</inkml:trace>
  <inkml:trace contextRef="#ctx0" brushRef="#br2" timeOffset="-191371.34">22247 8161 402 0,'5'0'942'0,"-5"-1"305"16,0 1-20-16,0 1-257 0,0-1-277 0,1 2-180 16,1 1-102-16,-1 0-70 0,1 2-57 15,0-1-53-15,-2 3-71 0,1 2-57 0,-1 2-35 16,2 1-18-16,-2 3-12 0,-2 3-11 0,1 1-6 16,-1 0-6-16,-1 5-5 0,1-1-3 15,-2 1-3-15,-1 0 0 0,4 0-2 0,-3-1 0 16,1-2-2-16,0-2-1 0,1-1-8 15,2-3-18-15,-1-5-47 0,-1 1-74 0,0-5-100 16,-2-4-183-16,-2-2-301 0,-1-3-338 0,1-2-324 16,-1-6-165-16,3-1 230 0,-5-2 688 15</inkml:trace>
  <inkml:trace contextRef="#ctx0" brushRef="#br2" timeOffset="-191149.02">22096 8047 32 0,'-5'-6'627'0,"3"1"586"16,-1 1 186-16,1 3-173 0,2-1-353 16,4 1-338-16,-1 2-163 0,4 1-111 0,1-1-60 15,4 0-31-15,2 2-23 0,2 1-56 0,2-1-41 16,2 0-23-16,2 0-13 0,0 1-6 0,0-1-3 16,-1 2-5-16,1 1-1 0,-2-1-1 15,-2-1-26-15,-3 5-70 0,-2-1-60 0,-5 0-129 16,0 4-211-16,-8-1-318 0,-2 1-315 15,-4 6-218-15,-2-2-93 0,-3 0 437 0,-5 3 587 16</inkml:trace>
  <inkml:trace contextRef="#ctx0" brushRef="#br2" timeOffset="-190957.02">21906 8685 139 0,'-5'21'712'0,"2"-2"419"0,1-2 98 15,5-2-130-15,2-2-413 0,4-2-304 0,3-2-133 16,4 0-58-16,2-3-40 0,4-2-31 16,4 0-24-16,-1-1-19 0,4-2-34 0,-1 0-23 15,1 2-51-15,-1 0-63 0,-3-1-175 0,-1 2-297 16,-5 1-276-16,0 3-312 0,-6 0-209 16,-1 3 109-16,-5 1 612 0</inkml:trace>
  <inkml:trace contextRef="#ctx0" brushRef="#br1" timeOffset="-182044.09">24997 4963 13 0,'0'-2'281'0,"0"2"196"16,0 0 189-16,0 0 9 0,0 0-144 0,0 0-120 15,0 0-74-15,1 0-36 0,-1 0-15 0,2 2-17 16,-2-2-14-16,0 0-17 0,1 0-20 16,-1 0-32-16,0 0-28 0,0 0-29 0,0 0-28 15,0 0-24-15,0 0-15 0,-1 0-6 0,1 0-1 16,0 0 6-16,-2 0 13 0,2 0 17 0,0 2 19 15,0-2 17-15,0 1 8 0,0-1 2 16,0 0-10-16,0 0-9 0,0 1-14 0,0-1-13 16,0 0-13-16,0 0-8 0,-1 0-6 0,1 0-6 15,0 0-9-15,-2 0-9 0,0 0-7 16,2 0-9-16,-2 0-6 0,0 2-3 0,0-2 0 16,2 2-1-16,-3-2-1 0,3 1 1 0,-1-1-3 15,1 1-3-15,-4-1-2 0,3 0-3 16,-1 3 0-16,1-3-1 0,-1 1-1 15,0 0 1-15,1-1-1 0,-1 1 0 0,0 1 4 16,-1 1 3-16,2-3 4 0,-2 0 0 0,1 2 0 16,-1-2 1-16,3 3-3 0,-1-2-4 0,-3 1 0 15,4-1-3-15,-1 1 5 0,-1-2 2 16,1 2 1-16,-3-1 1 0,3 0 0 0,-1 1 0 16,0 0-4-16,-1-1-3 0,2 2-2 15,-2-1-1-15,1-1 0 0,-1 0-1 0,2 2 0 16,-1-1 1-16,0-1-1 0,1 0 1 0,-1 1 0 15,0 0 1-15,-1-1-1 0,2 1 0 16,-3-1 1-16,1 2-2 0,2-1 1 0,-4 1 0 16,2-2-1-16,2 2 0 0,-3 0 1 0,-1 0 0 15,2 0 0-15,0 1-1 0,0-1 2 0,0 2-1 16,-3-3-1-16,3 2 0 0,-1-1-1 16,3 1 1-16,-3-2-1 0,1 2 0 0,2-3 0 15,-1 2 2-15,0-1-2 0,-1-1 0 0,3 2 1 16,-1-2-1-16,1 1 1 0,-5-1-1 15,5 2 0-15,-1-1 0 0,1-1 0 16,-4 1 0-16,4-1 0 0,-3 1 0 0,2 1 0 16,-1-2 0-16,0 2 1 0,1 0-1 0,-1-1 1 15,1 0-1-15,-3 2 1 0,3-2-1 16,-1 2 0-16,1-3 1 0,-3 2-1 0,2 0 0 16,0-1 0-16,0 2 0 0,1-1 0 15,-1 1 0-15,1-2 0 0,-3 2 0 0,3-3 0 16,-1 4 1-16,1-3-1 0,-3 3 0 0,3-1 0 15,-3-1 0-15,3 2-1 0,-1-1 0 16,1 0 0-16,-4 0 1 0,4-2-1 0,-1 3 0 16,1-1 1-16,1-2 0 0,-4 4 0 0,4-4 1 15,-1 1-1-15,-1 1 1 0,1 0 0 16,1-2-1-16,-4 3 0 0,4-2 0 0,-1 0-1 16,-1 1 0-16,0-1 0 0,1 0 1 0,-1 2 0 15,2-2-2-15,-1 1 2 0,-2-1 0 16,1 0 0-16,2 0 0 0,-3 0-1 0,3 0 2 15,-1 1-1-15,1-2 2 0,-2 1-2 16,2 0 1-16,-2-1 0 0,2-2-1 0,-1 4 0 16,-1-1 0-16,1 1-1 0,1 0 0 0,-2-1 1 15,0 0 0-15,1 1 0 0,1 1 0 16,-2-1 0-16,0-1-1 0,1 0 1 0,-1 2-1 16,2-2 1-16,0-1-1 0,-1 3 0 15,1-4 1-15,0 3-1 0,0-2 1 0,0 1 0 0,0-1 0 16,0-1 0-16,0 4 1 0,0-5-1 15,0 2 0-15,0 1 1 0,0 0 0 0,0 0-1 16,0 0 0-16,0 2 0 0,0-3 1 0,0 3-1 16,0-2 1-16,0 0-1 0,0 1 1 15,0-1 0-15,0 0-1 0,1 0 0 0,-1 0 0 16,0 0 0-16,0 0 0 0,2 0 0 16,-1-2 0-16,-1 4 1 0,0-4-1 0,0 3 1 15,0-3-1-15,0 2 0 0,0 0 1 16,0-1-1-16,0-2 1 0,0 3-1 0,0-3 0 15,0 1 0-15,0 1 0 0,0-1 1 0,0 1 0 16,0-2 0-16,0 2-1 0,0-2 1 16,0 1-1-16,0-1 0 0,0 1 0 0,0-1 0 15,0 0 1-15,0 0-1 0,0 0 0 0,0 0 0 16,0 0 0-16,0-1-1 0,0 1 0 16,-1-1 0-16,1-1-1 0,0 0-2 0,0 1-10 15,0-2-28-15,-2-2-71 0,2-1-73 0,-1 0-143 16,-2-1-248-16,1-1-322 0,4 1-350 15,1-1-235-15,-2 1-42 0,2-2 557 0</inkml:trace>
  <inkml:trace contextRef="#ctx0" brushRef="#br1" timeOffset="-181339.82">25095 5085 140 0,'0'0'466'0,"0"0"296"16,0-1 209-16,0 1-119 0,0 0-193 15,0 0-157-15,0 1-110 0,0-1-82 16,-2 1-73-16,0 1-63 0,-1-1-49 0,2 2-32 16,-4 2-20-16,4-2-8 0,-2 3 17 0,-1-1 28 15,3 5 28-15,-3-2 30 0,1 5 19 0,0-1 2 16,-2 2-20-16,2 2-29 0,-1 1-28 16,-3 0-33-16,4 1-28 0,-2 2-20 0,0-3-11 15,2 3-7-15,2 0-4 0,-4-2-3 16,4 2-1-16,1-4-1 0,0 1-1 0,0-3-2 15,1-1-1-15,4-1-1 0,-1-1 0 0,1-3-1 16,2-2-1-16,-1-1 3 0,3-4 0 0,-1-1 3 16,4-3 1-16,-2-1-1 0,1-1 0 15,1-3-1-15,2-1-1 0,-3-3 0 0,1 2 1 16,1-2 1-16,-2 0-1 0,2 0 1 16,-4-2-1-16,-1 2-1 0,2 0 1 0,-6 0 0 15,1 0 2-15,-2 2 0 0,-3-1 0 16,-1 0 0-16,-2 1 1 0,-1 0-2 0,0 0 0 15,-6 2-1-15,2-1 0 0,0 0-1 0,0 1-1 16,-2 2-1-16,0 0-1 0,0 1-1 16,1 1-2-16,3 1 0 0,-1 2-2 0,2 1-1 15,-2 1-4-15,2 0-26 0,0 3-54 0,0-2-57 16,1 2-65-16,0-2-121 0,1 1-177 16,2-1-268-16,-1-1-237 0,2 1-217 0,2 1-102 15,-2-3 302-15,1 2 507 0</inkml:trace>
  <inkml:trace contextRef="#ctx0" brushRef="#br1" timeOffset="-181062.73">25035 5272 60 0,'0'7'527'0,"1"3"382"16,1-2 173-16,1-2 6 0,0 1-360 0,2-3-282 15,1 2-166-15,0 0-85 0,-1-1-43 0,3-1-56 16,0-1-39-16,3 0-24 0,-1 0-15 16,1 0-4-16,1-2-5 0,1-1 0 0,3 0-7 15,-2 0-38-15,0-2-129 0,-1-2-227 16,-2 3-277-16,0-4-269 0,-1 1-246 0,-4 1-37 15,2-1 417-15</inkml:trace>
  <inkml:trace contextRef="#ctx0" brushRef="#br1" timeOffset="-176633.64">22527 3901 249 0,'-6'-9'847'15,"-2"1"392"-15,-2-2 84 0,-2 3-110 16,1-1-418-16,-1 2-251 0,-2 1-135 0,1 1-87 0,-2 1-79 16,2 3-73-16,-2 0-68 0,2 3-42 15,-1 4-23-15,-1 1-14 0,4 4-8 0,-1 5-4 16,2 1-2-16,-1 4-3 0,6 4-8 16,2-2-2-16,2 1-4 0,2 1 4 0,2-2 1 15,2-4 1-15,3 2 6 0,0-6 3 0,1-1 0 16,4-3-4-16,0-4-3 0,1-1-1 15,0-6 0-15,2-2 3 0,0-6 0 0,1-2 2 16,-1-7 2-16,1 0 0 0,-2-3 0 16,0-4-1-16,-2-1 6 0,-3 0 7 0,0 0 5 15,-3 0 7-15,-4 2 7 0,-1 3 3 16,-2 0-2-16,-4 3-5 0,0 3-5 0,-3 0-6 16,0 5-6-16,-1-1-6 0,0 5-5 0,-2 2-3 15,-1 6-2-15,0 1 1 0,-1 3-1 0,2 4 1 16,0 5 2-16,2-1-1 0,1 3 1 0,2 3-2 15,2 0-1-15,3-1 0 0,1 0 0 16,1-2-2-16,3-2-1 0,2-2 1 16,0-4 0-16,-1 0 0 0,2-5 2 0,1-4 1 15,-1-2 1-15,0-2 0 0,0-7 2 0,2-1-1 16,-2-3 0-16,-2-2 0 0,-1-2 0 0,-2 0-1 16,-3 1 0-16,-2 1 0 0,-1 2-1 15,-2 1 0-15,1 3-3 0,-3 1-1 0,0 2-2 16,0 6-1-16,1 1-1 0,3 6-6 15,-1 3-11-15,4 4-34 0,4 2-80 0,0 0-107 16,4 5-220-16,10-2-299 0,4 0-375 0,3 1-407 16,11-3-141-16,9-1 378 0,5-2 792 0</inkml:trace>
  <inkml:trace contextRef="#ctx0" brushRef="#br1" timeOffset="-175383.54">29177 3638 47 0,'-8'1'553'0,"-1"3"434"0,1 1 181 0,-5 1-73 16,5 3-337-16,-1 4-324 0,0 2-178 0,0 5-92 16,1-1-42-16,4 3-28 0,-1 2-31 15,4-1-23-15,2-2-16 0,4 0-8 0,1-3-7 16,4-1-5-16,2-5-6 0,2-4 4 16,4-1 5-16,-1-4 19 0,2-3 48 0,-1-3 64 15,1-4 77-15,-1 0 39 0,-3-2 12 0,-2-1-15 16,-4-3-35-16,-1 2-44 0,-7 0-47 0,-1-3-35 15,-1 4-23-15,-6 0-15 0,-2-1-11 16,0 3-11-16,-3-3-8 0,-2 4-6 0,2 2-4 16,-1-2-4-16,0 5-3 0,0-3-3 0,3 3-3 15,2 2-1-15,-2 2-1 0,4 3-2 16,-2-1 0-16,3 2-1 0,0 3 2 0,2 0-1 16,3 1 1-16,0-2 0 0,0 1 1 15,3 0 0-15,1-2 0 0,1 3 1 0,-1-4 1 16,4-1 0-16,-3-1-2 0,1 2-4 15,1-4-8-15,-3 1-16 0,2 1-32 0,-3-4-68 0,2 2-72 16,-1-1-114-16,-3-1-206 0,1 0-308 16,-2 0-321-16,0 3-238 0,-3-2-119 0,-2 1 362 15,-3 2 648-15</inkml:trace>
  <inkml:trace contextRef="#ctx0" brushRef="#br1" timeOffset="-168863.03">22526 3949 321 0,'-2'0'591'16,"0"-1"234"-16,-1 1 104 0,3 0-250 15,-1 0-195-15,1 0-104 0,0-2-66 0,0 2-44 16,0 0-49-16,0-1-45 0,0 1-42 0,0-2-37 16,0 1-30-16,0-1-21 0,0 1-16 0,0 0-7 15,0-3-8-15,1 2-8 0,-1-1-2 16,2 1-2-16,-1-2-1 0,1 2 6 16,0-3 5-16,-1 2 3 0,2-1 5 0,-1-1 4 0,-1 2-1 15,2-2-7-15,-1 2-3 0,0 1-4 16,-1-1-5-16,1 0-3 0,-1 0 3 0,3 0 6 15,-3 2 5-15,1-3 4 0,0 0 3 16,-1 1 8-16,2 0 14 0,2 0 4 0,-4 1 30 16,2 0 23-16,1-3 31 0,-1 1 14 0,0 0 5 15,0-2-1-15,1 0-21 0,-1 0-22 16,0 0-27-16,1-1-22 0,-1-1-19 0,1 1-16 16,1-2-9-16,-1-1-4 0,1 2-3 15,0-1-2-15,1-2 1 0,-1 2 0 0,0-1-3 16,-1 2-1-16,0 1 0 0,-1-1-1 15,0 2-2-15,0 1 0 0,-2 1 1 0,1 1 0 16,-1 0-2-16,-1 2 0 0,-1-1-1 0,-1 1-20 16,1 2-63-16,-4-1-55 0,1 3-76 15,-3 0-137-15,-1 2-213 0,-3 0-303 0,3 1-229 16,0 0-215-16,0-1 1 0,1 1 429 16,0-1 500-16</inkml:trace>
  <inkml:trace contextRef="#ctx0" brushRef="#br1" timeOffset="-168613.08">22593 3732 52 0,'7'-5'321'0,"-1"1"185"0,2-2 159 15,4-2-13-15,-2 0-209 0,3-4-125 0,3 0-34 16,-2-1-3-16,3 1-4 0,-1-1-12 16,1 0-32-16,-1 1-26 0,-2 2-27 0,-1 1-38 15,0 3-38-15,-4 1-26 0,-1 1 28 16,0 3 8-16,-3 2 1 0,0 3 2 0,-4 0 3 15,1 3-1-15,-1 0-37 0,-2 3-33 0,-1-1-18 16,1 2-14-16,-1-1-10 0,0-1-7 0,1 1-5 16,-3 0 5-16,4 1-7 0,0-2-27 15,0-2-100-15,2-1-163 0,0 1-293 0,3-4-273 16,1-3-264-16,5-1-153 0,3-3 275 16,3-4 511-16</inkml:trace>
  <inkml:trace contextRef="#ctx0" brushRef="#br1" timeOffset="-167287.11">29092 3621 110 0,'0'-2'529'0,"1"0"376"0,-1 2 203 15,-1-1-101-15,1 1-299 0,0 0-231 16,-2-2-151-16,2 2-93 0,-3-1-49 0,3 1-13 15,0 0 0-15,-1-1 17 0,-1-1 20 0,0 1 14 16,1-1-3-16,-1 1-27 0,1-3-29 16,-3 2-34-16,3-2-32 0,-2 1-26 0,-1-1-19 15,3 1-12-15,-2-3-9 0,-1 2-7 0,2-4-4 16,-2 3-2-16,1-5-2 0,2 3-2 16,1-4-1-16,-4-1-2 0,4 2 0 0,-1-4-3 15,-2 1-3-15,1-2-2 0,-1 0 1 16,-1 1-1-16,1-1 4 0,-3 2 2 0,2 0 1 15,-1 0 1-15,0 2 0 0,-2 3 0 0,3 0-4 16,-1 2-2-16,1 0-7 0,0 3-1 16,1-1-4-16,-2 1-5 0,4 2-1 0,-3 1-3 15,1 0 7-15,-1 1-4 0,1 0 5 0,1 3 2 16,-1-2 3-16,1 3 0 0,-1-1 0 16,0 2-9-16,1 0-23 0,-1-2-41 0,0 2-65 15,1 1-57-15,-1-2-86 0,-1 0-135 0,1-3-168 16,-2 3-248-16,1-3-214 0,0 2-215 15,0-2-50-15,3 2 377 0,-2-3 477 0</inkml:trace>
  <inkml:trace contextRef="#ctx0" brushRef="#br1" timeOffset="-166944.28">28875 3361 378 0,'-6'2'758'0,"0"-1"299"0,-2 1 67 0,3-1-310 15,-2 2-258-15,1-2-162 0,3 1-136 0,-2 0-81 16,4 0-63-16,1-2-46 0,0 2-33 16,0 0-17-16,1-2 3 0,4-2 0 0,0 0-1 15,3 0 8-15,0-2 17 0,0 0 17 0,0 0 32 16,2-2 34-16,-2 1 32 0,0-2 23 16,2 1 2-16,-2-1-8 0,0-2-25 0,0 5-27 15,-1-5-27-15,0 1-28 0,1 1-11 16,-3 1-16-16,1-1-8 0,1 2-9 0,-2-1-7 15,2 2-3-15,-2 1-8 0,-1 0-6 0,1-1-4 16,-1 4-2-16,1 2 2 0,2 0 0 0,-2 2 2 16,-1 2 0-16,2 2 1 0,-1-1 1 15,0 2-1-15,0 2 0 0,-4-1-2 0,3 0-18 16,-3 0-58-16,2 0-69 0,-4-1-126 16,-1 2-234-16,1-2-309 0,-3 1-356 0,0 1-282 15,0-4-108-15,-2 3 480 0,-2-3 673 16</inkml:trace>
  <inkml:trace contextRef="#ctx0" brushRef="#br1" timeOffset="-157839.02">24755 10474 183 0,'1'2'488'0,"-1"1"247"15,2-1 130-15,0-1-203 0,-2 1-237 0,1-2-147 16,-1 3-94-16,2-3-59 0,-1 2 5 15,3 0 13-15,-3-2 23 0,2 0 22 0,3 0 3 16,-1 0 18-16,2-2-17 0,-1 0-18 0,0-1-24 16,0 1-21-16,2-1-1 0,-3 0 5 15,2 1 17-15,-3-3 15 0,0 3 13 0,2-2-6 16,-3 3-3-16,0 1-20 0,0-1-30 0,-1-1-26 16,-1 2-24-16,3-2-16 0,-3 2-20 15,1 0-15-15,0 0-9 0,1 0-4 0,-2 0-1 16,4 2-3-16,-4-2 0 0,4 2 3 15,-2-2 0-15,4 1 16 0,-2-1 8 0,1 1 6 16,1 1 1-16,0 0 2 0,-1-2 6 16,2 0-9-16,1 0-7 0,0 0-3 0,-1 0-2 15,1 0 2-15,-1 0-4 0,1-2 0 0,-1 2-1 16,3-2 0-16,-3 2-1 0,3 0-2 0,-1-1-5 16,-1 1-3-16,3 0-2 0,-2 0 0 15,1 0-1-15,1 0-1 0,0 0 2 16,-1 0-1-16,2 0 0 0,-4 0 1 0,4 0 0 15,-1-1 0-15,0-1 1 0,1-1-1 0,-3 2-1 16,2-3 0-16,2 2 1 0,-3-1 0 0,0-2-1 16,1 2-1-16,0 0 1 0,0-1-2 15,-1 1-1-15,1-1-1 0,-2 0 0 0,0 2 1 16,0-2-1-16,0 2 1 0,2-1 0 0,-4 1 0 16,2 1-1-16,-2-1 0 0,2-1-1 15,0 3 0-15,-1-2 0 0,-1 2 0 0,1-5 1 16,1 4-1-16,-1 0 0 0,-1-1 1 15,0 0-1-15,1 2 0 0,-1 0-1 0,1-1 1 16,0 1 0-16,0 0 0 0,-1 0 0 16,0 1 0-16,1-1 0 0,0 0 1 0,-1 2-1 15,1 0-1-15,-1-1 1 0,0 0 0 0,0-1-1 16,-1 2 0-16,1-2 1 0,2 3 0 0,-2-3 0 16,1 0-1-16,-1 0 0 0,2 0 1 15,1 0 0-15,-3-3 0 0,1 1 0 0,4 2 0 16,-4-1-1-16,1-2 1 0,1 1-1 15,0 1 0-15,-1 0-1 0,0-1 1 0,0 2-1 16,0-2 1-16,0 1-1 0,-2 0 1 0,4 1 0 16,-4-2 0-16,2 0 0 0,-2 1 0 15,2 0 0-15,-1 1 0 0,1-3 1 0,-2 1 1 16,3 1 0-16,-3-2-1 0,1 1 1 0,-1-1 0 16,5 0 0-16,-5 0 0 0,1 0-1 15,2 1 2-15,-1-2-1 0,-2 2 0 0,3 0 1 16,-3-2-2-16,0 4 0 0,-2 0 1 15,3 0-1-15,-2 0 0 0,1 0 0 0,0 0 0 16,-1 0 0-16,1 2 0 0,0-2 1 16,0 2-2-16,3-2 0 0,-1 0 0 0,-2 0 1 15,2 0-1-15,0-2 0 0,-2 0 1 0,3 2 1 16,-3 0 0-16,0-3 0 0,0 1-1 0,-1 1 0 16,0-1 0-16,-1-1 0 0,-1 3 0 15,2-2 1-15,0 2-1 0,0-5 1 0,-1 3 0 16,0-2-1-16,4 2 1 0,-4-3-1 15,2 0 0-15,0 1 0 0,0-2 0 0,0 2 0 16,0-2 0-16,-2 1 1 0,2-1-1 0,0 2 0 16,-2-3 0-16,1 3 0 0,-3-2 0 15,5 0 0-15,-2 0 0 0,-1 0 0 0,2-1 0 16,1-1 0-16,0 2 0 0,-3-1 0 0,0-1 0 16,4 0 1-16,-2-3-1 0,0 3 0 0,0-1 0 15,-1 0-1-15,1-1 1 0,-1-1 0 16,1 1 0-16,1-1 0 0,-3-1-1 0,2 2 1 15,-1-2-1-15,0 0 1 0,1 0-1 16,-3-1 0-16,0 2 0 0,0-2 1 16,1 0 0-16,-5 1 0 0,2-1 0 0,-1 0 1 15,0 0 1-15,-2 0-1 0,0-1 0 0,0 1 1 16,-2-1 0-16,0 1-1 0,2-2 1 0,-3 1 0 16,2-1 0-16,1 1 0 0,-5-2 0 15,4 0-1-15,-2 0 0 0,1 0 0 0,0 1 0 16,1-1-1-16,-3-1 0 0,3-1 1 15,-1 2 0-15,1 0-1 0,-3-3 0 0,4 2 1 16,-1 1-1-16,-1 0 1 0,1-2-1 0,1 3 0 16,-2-2 0-16,-1-1-1 0,3 2 1 0,-1-2-1 15,1 2 1-15,0 0 0 0,-2 0-1 16,2-2 0-16,-1 4 0 0,1-1 1 0,-2 0-2 16,0 1 1-16,2-3 0 0,0 4 1 15,-1 0 0-15,1 0-1 0,-2 0 1 0,0-1-1 16,2 3 0-16,0-4-1 0,0 3 0 0,0 0 0 15,0 1 0-15,0-3 0 0,0 3 1 16,2-1 1-16,0 0 0 0,-1-1 1 0,3 1 0 16,-1 0 0-16,1-2-1 0,-1 1 1 0,0 1 0 15,1-2 0-15,-1 1 1 0,0 1-1 16,0 1 1-16,-1-2-5 0,1 1-3 0,-1 1-1 16,-1 1-2-16,4 0 0 0,-5 0-1 0,1 1 5 15,2 1 2-15,-3-2 1 0,4 3 1 16,-4-1 0-16,1 0 0 0,3 1 1 0,-4 0-1 15,1 1 1-15,1 0 0 0,-1 0 1 16,1 1-1-16,0 0 1 0,-1-2-1 0,2 1 1 16,-1-1 0-16,2 1-1 0,-2-2 0 0,-1 1 1 15,3 1-1-15,-3-1 0 0,3-1 0 0,-1 3-1 16,-2-3 1-16,3 1 0 0,-3-1 0 16,4 1 0-16,1-2 0 0,-1 2 0 0,0-1 0 15,-2 1 0-15,2-1 5 0,-1 2 3 16,1-2 1-16,0-1 5 0,-1 3 4 0,0-1 2 15,-1 1-5-15,0 0-2 0,-1 0 0 0,1 2-5 16,-2 0-3-16,3 0-2 0,-3 2-1 16,2-2 0-16,-1 1-2 0,1-1 1 0,-2 2-1 15,3-1 0-15,-3 0-1 0,2 1 1 16,1-2-1-16,-3 1 0 0,3 0 0 0,-1 0 0 16,1 1 0-16,-2 0 1 0,1-1-1 0,-2 1 1 15,3 1 0-15,-3-2 0 0,2 0 0 16,2 1 0-16,-1-1 0 0,-1 2-1 0,-2-2 0 15,4 0 1-15,-2 0 0 0,2 0-1 16,-4 0 1-16,4 0-1 0,-2-2 0 0,1 1 1 16,0-1-2-16,1 0 1 0,-1 2 0 0,0-2 1 15,1 0 1-15,-2 0-1 0,2 1 0 0,-1 0 0 16,2-1 0-16,1 0-1 0,-2 1 1 16,-2 1-1-16,2 1 1 0,-2-2 0 0,2 3 1 15,-1 0-1-15,-1-1 0 0,0 0 0 0,2 1 0 16,-2 1 0-16,2-1 0 0,-2 1 0 15,1 0 0-15,0 1 0 0,1-1 0 16,-2 1 0-16,0 1 1 0,2 1 0 0,-2 0 0 16,2 0 0-16,-2 0 1 0,3 2 0 0,-1 0 0 15,0 0 0-15,0-1-1 0,0 2 0 0,-2 0 1 16,0 1-1-16,1-2 0 0,1 0-1 16,-2 4 0-16,1-3 1 0,-1 2-1 0,0-1 1 15,0 0 0-15,-1 2 2 0,-1 0 0 16,4 2-1-16,-4-2 1 0,-1 3-2 0,2-1 1 15,-1-2 0-15,1 4-1 0,0-2 1 0,-2 1-1 16,0 2 0-16,1 0-4 0,-1-1 2 16,4 1 0-16,-4 0 1 0,1 2 0 0,1-1 0 15,-1-1 4-15,-1 2-2 0,4 2-1 0,-3-3 1 16,1 3-1-16,-1 0-1 0,1-2 1 16,1 1 0-16,-2 2-1 0,1-1-1 0,-1 0 0 15,3 0-1-15,-3-1 1 0,1-1 1 16,1 1 0-16,0 0 0 0,1-3 2 0,-1 1 1 15,2-2-1-15,-1 3 0 0,1-4 0 16,0 1 0-16,-1 0 0 0,0-1 1 0,0-1 0 16,1 0-1-16,0 2 0 0,-1-3 0 0,0 3 1 15,-3 0-1-15,2-1 1 0,1 0 0 0,-3 1 2 16,-1 1-1-16,2 0 0 0,-2 1 0 16,0 0 1-16,0 0-1 0,0-1-1 0,-2 2 1 15,2 0 0-15,-1 1 0 0,-1-1 2 16,0 1 0-16,-1-2 1 0,2 1 0 0,-1-1 0 15,0 0-2-15,1-1-1 0,1 1-1 0,-2-3-1 16,2 0-1-16,0-1 0 0,0 0 0 16,0-2-1-16,0 0 0 0,2 2 0 0,-2-3 0 15,0 0 1-15,1 1-1 0,-1 0 0 0,2 0-1 16,-2-1 1-16,2 1 0 0,-2 0-1 16,0 0 0-16,1 0 1 0,-1 0-1 0,0 0 0 15,0 1 0-15,0 1 0 0,-1-2 0 0,1 2 0 16,0 1-1-16,-2-3 1 0,2 2 0 15,-2 0 0-15,2 1 0 0,0-3 0 0,-1 2 0 16,1-3 1-16,0 3-1 0,0-2 1 16,0 0 1-16,0-1-1 0,0 0 2 0,0 1-2 15,0-1 1-15,0 1-1 0,0-1 1 0,0-1-1 16,0 0 1-16,0 1 0 0,0-1-1 16,0 1 1-16,0-1 0 0,0 1 0 0,0-1-1 15,0 1 0-15,0 1 0 0,-2-2 0 16,2 2 1-16,-1 0-1 0,1 0 1 0,0-1-1 15,-2 1 0-15,2-1 1 0,0 2-1 0,0-1 0 16,0-2 1-16,0 1-1 0,0 0 1 16,0-2-1-16,0 0 0 0,0 2 0 0,0-3 0 15,0 2 0-15,0-1 0 0,0 0 0 0,0 0 1 16,0-1-1-16,0 1 0 0,-3-2 0 0,3 1 1 16,0 0-1-16,0 0 0 0,0-2 0 15,0 0 0-15,0-2 0 0,0 3-1 0,0-3 0 16,0 0 1-16,0-1 0 0,3 2 0 15,-1 1 0-15,-2-3 0 0,3 2 0 0,-2 1 0 16,1 0 0-16,1-1 0 0,0 1 0 16,1 1 0-16,-1 0-1 0,0 0 1 0,0 0 0 15,3 0 0-15,-3 1 1 0,2-1-1 0,0 1 1 16,0-2-1-16,0 3 0 0,1-4 0 16,-3 3 0-16,2 0 0 0,-1-1 0 0,1-1 0 15,0 2 0-15,0-1 0 0,1 0 0 16,-1 0 0-16,0-1 0 0,-1 2 0 0,1-3-1 15,3 1 1-15,-4 0 0 0,1-1 0 0,2 1 0 16,-2-2 1-16,-1 1-1 0,2-1-1 0,1 2 2 16,-2-1 0-16,-1-1-1 0,1 1 0 15,2-1 0-15,-1 0 1 0,-2 1-1 0,1 0 0 16,0-1 0-16,-2 2 0 0,4-1 0 16,-3-1 0-16,1 0 0 0,-2 3-1 0,0-2 1 15,2 0 0-15,-2 1 0 0,4-1 0 0,-1-2 0 16,-2 3 0-16,1-1 0 0,2-1 0 0,-2 0 1 15,-1 0-1-15,4-1 0 0,-2 3 0 16,-1-3 0-16,2 0 0 0,-3 0 0 16,2 0 1-16,-3 0-1 0,2 0 0 0,-1 0 0 15,-1 2 0-15,2-2 0 0,-4 2-1 0,4-2 1 16,-1 0 0-16,-2 2 0 0,1-2 0 16,-1 0 0-16,-1 1 0 0,3-1 0 0,-4 1 0 15,3-1 0-15,-2 0 0 0,1 2-1 16,0-2 1-16,-1 2 0 0,1-2 0 0,-1 0 0 15,3 1 0-15,-3 0-1 0,5-1 1 0,-3 2-1 16,4-1 1-16,-2 1-1 0,3-2 0 0,-1 3 1 16,0-3-1-16,-1 1 0 0,1-1 1 15,2 0-1-15,-3 2 0 0,0-1 0 0,1-1 0 16,-1 2 0-16,0-2 1 0,1 1 0 0,-2-1-1 16,-1 2 0-16,1-1 0 0,0 1 0 15,-1-2 0-15,-1 1 0 0,2 1 0 0,-1-1 0 16,-1 0 0-16,-2 1 1 0,3 0 0 15,-3-1-1-15,2 2 1 0,1-1 0 0,0-1-1 16,-1 0 1-16,0 1-1 0,1 0 1 16,-1-1 0-16,2 0 0 0,-1-1 0 0,2 0 0 15,1 0 0-15,-1-1 0 0,2 0 1 0,-1-1-1 16,2 0 1-16,-3 1-1 0,2-2 0 0,-1 1 1 16,2 1-1-16,-1 0 0 0,2 1 1 15,-1-2 0-15,-3 2 0 0,2-2-1 0,-1 2 0 16,-1 0 0-16,1 0 1 0,-2 2-1 15,-1-2-1-15,-1 0 1 0,0 2 0 0,-1-2-1 16,-1 0 0-16,-1 1 0 0,0-1 1 0,0 1-1 16,0 1 0-16,-1 1-1 0,-1-2-4 15,0 1-9-15,1 0-12 0,-2 0-21 0,-1-2-44 16,1 2-79-16,-2-4-97 0,1 1-172 0,1-2-294 16,-2 0-341-16,2 0-337 0,0 1-165 15,-1 0 191-15,1-2 692 0</inkml:trace>
  <inkml:trace contextRef="#ctx0" brushRef="#br3" timeOffset="-146463.14">23262 6709 34 0,'2'0'509'0,"0"0"446"0,-4 0 243 15,0 0-52-15,2 0-358 0,-1 0-285 16,-1 0-139-16,2 0-58 0,0 0-19 0,0 2-10 16,0-2-18-16,0 0-28 0,0 0-45 0,0 2-50 15,0-2-44-15,2 0-34 0,-2 3-23 0,1-3-13 16,1 1-12-16,0-1-4 0,0 1-2 16,2 0 8-16,-3-1 5 0,4 3 2 0,0-3 3 15,0 2 4-15,-1 0 4 0,1 0-3 16,4-1-1-16,-2 0 4 0,-1 1 1 0,2-2-2 15,1 2 1-15,-1-1-3 0,1-1-1 0,1 1-5 16,-2 1-3-16,4-2 1 0,-2 0-3 16,3 0 0-16,0 0 0 0,1 0-1 0,0-2 0 15,2 1-3-15,-2 1-2 0,4-3 1 16,-4 1 0-16,3 1-1 0,-1 0 1 0,1-1-2 16,1 0 0-16,-2 0-4 0,1-1-1 0,-1 2 0 15,1 0-1-15,-2 1 0 0,2-1-1 16,-1-2 0-16,1 3 0 0,-2 0-1 0,2-2 1 15,-3 2 0-15,3 0 1 0,-4 0 1 0,4 0-1 16,-2 0 1-16,0 0 0 0,0 0-2 16,0 0-1-16,1 0 0 0,0 0-1 0,-1 0-1 15,2 0 0-15,-3 0 0 0,3 0 0 0,-1 0 1 16,2 2-1-16,-1-2 0 0,-3 0 0 16,3 3 0-16,-1-3 0 0,2 0 0 0,-2 0 1 15,1 0 2-15,1 1 3 0,-1-1 2 16,0 0 4-16,4 1 1 0,-3 0 1 0,0-1-1 15,3 3-2-15,-1-1 0 0,-1 0-4 0,2 0-1 16,-1 0 1-16,-1 0 2 0,2 0 1 16,-4-1 0-16,5 2 1 0,-1-3 0 0,-2 1-1 15,1 1-1-15,2-2 0 0,-2 1-6 16,0-1-2-16,0 0 0 0,1 0 0 0,-2 0 0 16,3 0 0-16,-3 2 0 0,3-2 0 0,-1 0 0 15,0 1 0-15,1-1 0 0,-2 0 0 0,-1 2 0 16,3-2 0-16,-1 1 0 0,0-1 0 15,1 2 0-15,0-2 0 0,0 0 0 0,-1 1 0 16,0-1 0-16,1 0 0 0,-1 0 0 16,0 0 0-16,1-1 0 0,-1 1 0 0,1 0 0 15,-2 0 0-15,-1 0 0 0,2 0 0 0,-3 0 0 16,2 0 0-16,-1 0 0 0,-1 0 0 16,0 0 0-16,1 0 0 0,-3-2 0 0,3 2 0 15,-3 0 0-15,2-1 0 0,1 1 0 0,-3-2 0 16,3 1 0-16,-3-1 0 0,3 2 0 15,-1 0 0-15,-3-1 0 0,1 1 0 0,1 0 0 16,1 0 0-16,-2 0 0 0,-1 1 0 0,1-1 0 16,1 0 0-16,0 2 0 0,0-1 0 15,-1-1 0-15,1 2 0 0,1-2 0 0,0 1 0 16,1-1 0-16,-1 0 0 0,2-1 0 16,1 1 0-16,0-2 0 0,1 1 0 0,0-1 0 15,-2 1 0-15,4-1 0 0,0 2 0 16,-2-1 0-16,0-1 0 0,3 2 0 0,1-1 0 15,-1 1 0-15,0 0 0 0,-1 0 0 0,3-1 0 16,0 1 0-16,1-2 0 0,1 2 0 16,1-2 0-16,0 0 0 0,0 0 0 0,0-2 0 15,0 1 0-15,0 2 0 0,-2-1 0 0,2-1 0 16,-1 1 0-16,1 0 0 0,-5 2 0 16,4-3 0-16,-1 3 0 0,-1 3 0 0,0-3 0 15,0 0 0-15,-1 2 0 0,0 0 0 0,-1 2 0 16,1-2 0-16,0 1 0 0,0-1 0 15,-1 0 0-15,2 0 0 0,-3-1 0 0,-1 0 0 16,3 1 0-16,-1-2 0 0,-3 2 0 16,-1-1 0-16,1 0 0 0,0 1 0 0,-3-1 0 15,1 2 0-15,1 0 0 0,-2 0 0 0,1-1 0 16,2 1 0-16,-2 0 0 0,2 0 0 16,0-1 0-16,-1 2 0 0,4-3 0 0,1 0 0 15,1-1 0-15,2 0 0 0,1-1 0 16,1-2 0-16,1 0 0 0,0 0 0 0,3-1 0 15,-2-1 0-15,0 1 0 0,0-1 0 0,4 1 0 16,-1 1 0-16,-2-1 0 0,1-2 0 0,2 3 0 16,-1 0 0-16,2-2 0 0,0 5 0 15,-2-2 0-15,2-1 0 0,1 0 0 0,-5 2 0 16,5-3 0-16,-2 3 0 0,-1-2 0 16,1 0 0-16,-1-2 0 0,2 0 0 0,-2 0 0 15,-1 1 0-15,-2-1 0 0,1-1 0 0,-4 2 0 16,0 0 0-16,-2-2 0 0,-3 2 0 15,-1 0 0-15,-5-1 0 0,2 2 0 0,-5 1 0 16,-1 1 0-16,-3 0 0 0,0-1 0 16,-4 2 0-16,0 0 0 0,-2 0 0 0,0 2 0 15,-1-2 0-15,-2 0 0 0,1 0-29 0,-4 0-62 16,0-2-75-16,-4-2-118 0,-2-1-225 0,-3-2-305 16,-3-4-387-16,-5-1-410 0,-4-2-126 15,-7-5 484-15,-7 0 792 0</inkml:trace>
  <inkml:trace contextRef="#ctx0" brushRef="#br3" timeOffset="-142730.59">22418 4114 188 0,'2'-1'433'0,"-2"1"246"0,0 0 96 0,1 0-88 15,-1 0-122-15,0 1-100 0,0-1-79 16,2 0-69-16,-2 2-56 0,0-1-43 0,1-1-50 15,-1 0-42-15,0 1-40 0,2-1-28 0,-2 2-20 16,2-2-7-16,-1 1 6 0,2-1 1 0,2 2 1 16,-4 0 15-16,4 1 9 0,-2-2-9 15,2 2 32-15,0 2 29 0,1-1 40 0,0 1 7 16,1 2-5-16,-1 1-4 0,1-2-33 16,-3 1 11-16,2 1-18 0,1-1-13 0,-2 0-6 15,-1 3-7-15,1-3-7 0,0 1-36 0,1 0-21 16,-1 2-9-16,0-3-4 0,-1 2-4 15,1 0 0-15,2-2-1 0,0 3 1 0,0-1 6 16,-1-3 6-16,1 5 3 0,-1-4 1 0,1 0 3 16,2 1-1-16,-3 1-7 0,2-2 1 15,-1 1 1-15,2-1-2 0,-1 0 1 0,2 3 1 16,-2-3-1-16,0 2-5 0,2 1-4 16,-1 0 0-16,2-2-1 0,-3 2 1 0,3 1-1 15,0 0 0-15,-1 0-1 0,2-1-2 16,0 1 0-16,-3-1-3 0,4 1 0 0,0-1-1 15,-3 1 0-15,3-2 0 0,-2 2 1 16,2-3 0-16,-4 1 0 0,1 0 1 0,1 0 0 0,-3 0 0 16,1-2 1-16,1 4-2 0,-2-3 1 15,0-1 0-15,-2 3-1 0,2-2 1 0,0 0 0 16,-4 1-1-16,3-1 1 0,-1 1-1 16,3-1 0-16,-2 1 0 0,-1 1-1 0,2-3 0 15,0 1-1-15,0 2 1 0,2-3-1 0,-1 0 0 16,-1 2 1-16,1-1-1 0,-1-2 1 15,2 2 0-15,-1-2-1 0,-1 1 0 0,3-1 1 16,-3 0-1-16,2 0 0 0,-2 0 1 16,-1 0 0-16,1 1 0 0,0-1-1 0,3 1 1 15,-1-1-2-15,-2 1 1 0,0-1 0 0,2 2-1 16,-1-3 1-16,0 3 0 0,2-2 0 0,-1 3 0 16,-1-3 0-16,0 1-1 0,3 0 0 15,-3 0 1-15,0-1 0 0,3 0 0 0,-4 0 0 16,1 0 2-16,2-1 0 0,-1-1 0 15,-2 1-1-15,2-1 0 0,-2 2 0 0,2 0-1 16,-1-1 0-16,-1 2 0 0,2-5 1 16,-2 5 0-16,1-1 0 0,-1 0-1 0,0 0 2 0,1 0 0 15,-1 0 0-15,0 0 0 0,2 0-2 16,-1 0 1-16,1-1 0 0,-1 1-1 0,1 1 0 16,-2-2-1-16,0-1 1 0,0 2 1 15,1-1 0-15,-1 1-1 0,2 0 1 0,-1 0 0 16,-1 0 1-16,0 0-2 0,0 1 3 0,1-1 3 15,-1 0 2-15,0 2 2 0,0-2 1 16,3 0-1-16,-5 0-1 0,2-1-3 0,1 0-3 16,-1-1 0-16,-1 1-2 0,-1 0-1 15,2-1 1-15,0 0 0 0,-2 1-1 0,1 0 1 16,-1 1-1-16,2-2 1 0,-4 1 0 0,4 1 0 16,-1-1 4-16,-1 1 2 0,3 1 2 15,-2-1-1-15,-1 1 1 0,2 1-2 0,3-1-1 16,-3 1-4-16,0 0-1 0,4-1-1 15,-2 4 0-15,1-3 0 0,2 1-1 0,0 2 2 16,1-2-1-16,-2-1 1 0,4 3 1 0,-2-3-1 16,-1 3 1-16,4-1-1 0,-4-1-1 0,5 0 1 15,-6 1 0-15,4 1 4 0,-2-1 3 16,0-1 2-16,1 2 0 0,-1 1 2 0,-1-2-1 16,2-1-4-16,-2 3-3 0,1 0-1 15,-1-1 0-15,1 1-1 0,0 0 0 0,1 1 1 16,0-1 0-16,-2 0-1 0,4 2 0 0,-4-3 0 15,4 0-1-15,-2 1 1 0,0 0-1 16,-2-2 0-16,1 1 0 0,1 2 1 0,0-3-2 16,-2-1 1-16,0 1-1 0,-1-1 1 15,1 2 0-15,-1-3-1 0,1 2 1 0,-1 0-1 16,0 0 1-16,-2-2-2 0,2 1 2 0,-1 1-2 16,0 1 1-16,0 1 0 0,0-3 0 0,1 2 0 15,-2-1 0-15,2 1 0 0,-3-1 0 16,4 1 0-16,-4-1 0 0,4-1-1 0,-4 0 1 15,3-1-1-15,-2-1 0 0,-2 1 0 16,4-2 1-16,-4-2-1 0,1 2 1 16,-1-2 0-16,-2 0 0 0,1 0 0 0,0-1 0 0,-2 0 0 15,0 0-1-15,0-1 0 0,-2 1 1 16,2-2 0-16,-4 1 0 0,4 1 0 0,-2-1 0 16,2 0 1-16,-4 2-1 0,4-2-1 15,-2 3 1-15,2-2 0 0,3 2 0 0,-4 0 0 16,1 1-1-16,0 0 0 0,2 0 0 0,-3 0 0 15,5 0-1-15,0 2 1 0,-1-1 0 16,1 3 0-16,0-3 0 0,1 1 1 0,0 2 0 16,2 0 0-16,-1-1 1 0,2 3-1 0,-1-3 0 15,1 2 0-15,0-1 0 0,0 1 0 16,0-1-1-16,0 1 0 0,1-1 1 0,-1-1-1 16,-2 2 1-16,3-2 1 0,-2 1 1 0,2-1 0 15,-3 2 0-15,2-1 0 0,-1 1 0 16,-1 0 0-16,3 2-1 0,-1-1 1 0,1 1-1 15,-1 0 0-15,1 0 0 0,0 0 0 16,2 2 0-16,0-1-1 0,-2-1 1 0,4 0 0 16,-4 0-1-16,3 0 1 0,-2-1 0 0,0 0 0 15,1 0 0-15,1-1-1 0,-4-2 1 0,3 2-1 16,-2-3 0-16,-1 0 0 0,0 1 0 16,-3-2 1-16,0-1-1 0,0 1 0 0,-2-1 0 15,1 0 0-15,-3 1 0 0,2 0-1 16,-1-1 1-16,0 0-1 0,1 0 0 0,-1 0 0 15,1 0 1-15,-1 0-1 0,0-1 1 0,1-1 0 16,-2 0-1-16,2 0 1 0,-2-2 0 16,-1 2 0-16,0-3 0 0,0 0 0 0,-1 1 0 15,1-2 0-15,-4 0 0 0,2 3 2 16,-1-3 0-16,0 0 1 0,-1 0 1 0,1 0 0 16,0 0 0-16,1 0 0 0,-3 0 0 0,1 0-1 15,1 0-1-15,0 0-1 0,-1 0 1 0,1 0-1 16,-1 0 0-16,1 0-1 0,1 0 1 15,-2 0 0-15,-1 0-1 0,2 0 1 16,-1 0 0-16,1 0-1 0,0 0 0 0,-2 0 1 16,1 0-1-16,1 0-1 0,0 2 1 0,-1-2 0 15,2 3 0-15,1-1 0 0,-3 0 0 16,2 2 0-16,-1-4 0 0,2 4 0 0,-2-2 0 16,1 0 0-16,0 0 0 0,-1 0 0 0,0-1 0 15,-1 0 0-15,1-1 1 0,-1 2-1 16,-1-2 2-16,2 0-1 0,-2 0 0 0,0 0 1 15,0 0-1-15,-2-2-1 0,2 1 1 0,-1 0-2 16,-1-1 0-16,1 0-1 0,-3 0-1 16,3 0-6-16,-2 0-9 0,-1 0-17 0,2 2-34 15,0 0-80-15,0-3-125 0,-1 3-238 16,2 3-310-16,-1-3-389 0,0 0-429 0,2 0-118 16,4 2 548-16,-3 0 797 0</inkml:trace>
  <inkml:trace contextRef="#ctx0" brushRef="#br3" timeOffset="-141556.34">26073 6781 65 0,'3'-3'471'0,"1"2"344"16,-3-1 196-16,-1-1-37 0,4 2-314 15,-3-3-219-15,2 3-136 0,-1-2-76 0,1 0-39 16,2 0-24-16,1-1-27 0,-1-2-26 16,3 0-19-16,0 0-10 0,2-1 6 0,0-3 17 15,3 1 17-15,1-2 16 0,0 1 6 0,2-2-4 16,0-1 4-16,1-1-11 0,1-1-10 0,1 0-15 15,-1 0-15-15,0-1-11 0,1-3-24 16,-1 2-18-16,2-1-16 0,-1-2-11 0,-1 0 0 16,2 3 4-16,-1-3 1 0,0 2 1 15,1-2 1-15,1 1-1 0,-4 0-4 0,2 1-7 16,0-1-4-16,0 2-2 0,-3-1-3 0,1 1 1 16,2 3 0-16,-3-3-2 0,0 0 1 15,0 1 1-15,1 1-1 0,-1-4-1 0,1 3 0 16,1-2 3-16,-1-1-1 0,2 0 1 15,-1-1 0-15,0-1 2 0,2 0-1 0,-1-3-2 16,1 3 0-16,-1-2 0 0,2 1-1 16,-3-2-1-16,2 3 1 0,-2-1 0 0,2 0 0 15,-2 1-1-15,1 2 0 0,-3 0 0 0,3-1 1 16,-3-1-1-16,5 1 0 0,-5-1 0 16,2 2-1-16,0 1 0 0,-2-1-1 0,2 2 1 15,-1-2-1-15,0 2 0 0,-3 0 1 0,3 0 0 16,-1-1 0-16,2 0 0 0,0 2 0 0,-2-3 0 15,3 2 0-15,-3-4-1 0,3 3 1 16,-4-1-1-16,2-1 1 0,-1 0-1 0,-1 1 2 16,1-1 0-16,0 0 0 0,-2 0 1 15,0 2 2-15,1-1 1 0,0 1-1 0,-2 1-1 16,3-1 1-16,-2 0-2 0,3 0-3 0,0 2 1 16,1-4-1-16,3 3 1 0,-2-2 0 15,3-2 1-15,2 0 1 0,0 1 1 0,3-4 2 16,1 1-2-16,4-1 0 0,1-4 0 15,0 2-2-15,5-4-3 0,0-2 0 0,1 1-1 16,4-6 1-16,0 0-3 0,3-3 3 0,-1-2 3 16,3-2 1-16,1-1 2 0,0-1 2 15,-3-1-2-15,-1 3 2 0,-2-2-2 0,-5 2-1 16,-1 4-2-16,-7 1 1 0,-5 3-1 16,-3 3-1-16,-3 5-1 0,-6 1-8 0,-5 5-32 15,-5 0-64-15,-2 4-63 0,-5 4-128 0,-1 0-224 16,-3 3-312-16,-5 2-314 0,1 5-248 0,-1 1-111 15,-5 3 445-15,0 1 634 0</inkml:trace>
  <inkml:trace contextRef="#ctx0" brushRef="#br3" timeOffset="-140446.74">24597 5916 23 0,'-4'0'429'0,"0"0"365"15,-1 1 256-15,0 0 49 0,1 3-330 16,-3-1-254-16,1 1-155 0,-2 1-97 0,2-1-54 15,-2 0-28-15,3 1 4 0,-3 1 17 16,4 0 26-16,-3-4 12 0,2 4-5 0,-3-1-28 16,1 2-42-16,0 0-38 0,-1 0-38 0,-1 3-30 15,-1-2-21-15,1 3-7 0,-1 1-7 0,-2 1-5 16,1 1-3-16,-1 4-2 0,0 0-1 16,1 4-5-16,-2 3 0 0,2 3-4 0,0 3 0 15,-1 1 0-15,0 5-1 0,3 0-1 16,0 3 0-16,-3 2 0 0,4 2 0 0,-2-1-1 15,1 2 0-15,1 0-1 0,-1 0-1 16,3-3-1-16,-1-1 0 0,3-5 2 0,0-3-1 16,3-4 0-16,-1-3 0 0,2-5 1 0,2-1 0 15,-1-3-2-15,3-6 0 0,-3 0 0 16,4-2-6-16,0-5-18 0,0-1-39 0,1-3-70 16,0-3-72-16,-1-4-122 0,1-1-193 0,1-2-305 15,-1-4-291-15,0-1-213 0,0-2-98 16,3-2 358-16,-2-1 577 0</inkml:trace>
  <inkml:trace contextRef="#ctx0" brushRef="#br3" timeOffset="-140064.65">24639 6267 49 0,'4'5'563'16,"0"5"445"-16,-2 0 181 0,0 4-65 0,-1 1-354 15,-1 3-325-15,5 3-178 0,-4 1-77 0,1 5-19 16,-1-1 1-16,3 0 10 0,0 2-3 16,1-3-13-16,2 2-21 0,0-4-29 0,4-2-37 15,-1-5-33-15,6-2-20 0,-2-4-5 16,3-6 9-16,1-2 15 0,1-5 9 0,0-6 2 16,0-3 1-16,0-4-3 0,-3-3-1 0,-1-3-5 15,-2-2 2-15,-4 1 1 0,-1-3-1 16,-5 0 4-16,-3 3-13 0,-4-2-7 0,-4 3-10 15,-5 1-6-15,0 0-5 0,-2 1-5 16,-3 4-3-16,1 2-4 0,-1 5-1 0,1 1-1 16,-2 8-1-16,3 0-2 0,-1 7 0 0,3 3-2 15,-2 4-16-15,3 2-42 0,-1 1-69 0,1 6-70 16,2-3-128-16,-1 3-213 0,1-3-311 16,3 3-295-16,-2-3-211 0,6-1-90 0,-1 0 411 15,2-5 589-15</inkml:trace>
  <inkml:trace contextRef="#ctx0" brushRef="#br3" timeOffset="-139867.7">24688 6471 147 0,'-6'2'770'0,"0"2"433"16,-1 0 62-16,-1 1-169 0,-1 3-410 0,4 1-349 15,1-2-165-15,4 2-77 0,0 0-41 16,1-1-22-16,6 2-12 0,0-4-11 0,4 1-7 15,5-2-1-15,0-2-5 0,4-1-18 16,1-2-66-16,0-2-154 0,-1-1-282 0,-1-2-268 16,0 0-272-16,2 1-209 0,-5-2 131 15,-2 0 524-15</inkml:trace>
  <inkml:trace contextRef="#ctx0" brushRef="#br3" timeOffset="-133278.98">24016 10506 213 0,'-1'0'586'0,"-1"0"307"0,0 0 126 16,1 0-207-16,1 0-284 0,0-2-165 0,0 1-100 15,0-1-64-15,1 2-37 0,1-1-24 16,1 0-13-16,1-1-12 0,0 2-27 0,1-2-22 16,2 2 11-16,-1 2 5 0,2 0-16 0,0 0-9 15,1 0-9-15,0 1-1 0,3 1 67 16,-3 1 36-16,5-1 15 0,-1 1 2 0,1-1-2 15,-1 0-9-15,2 0-65 0,-2-2 0 0,1 0-2 16,-1 0-4-16,2-2-5 0,-1 0-1 16,-2 0-6-16,2-2-31 0,1 0-17 0,-3 0-9 15,3 0-4-15,-3-1-3 0,-1 0-1 0,2 0 6 16,1-1 4-16,-1-1 3 0,1-1 0 16,0 0 1-16,0-3 0 0,1 1-6 0,-1-3-4 15,3-2-2-15,-4 3-1 0,1-3-2 0,1-1 6 16,-3 2 4-16,-1-1 0 0,2 0 1 15,-5 1 0-15,1 1-1 0,-1-1-5 0,1 0-5 16,0 2-2-16,-1-2-1 0,0 2 0 16,1 1-2-16,-1 0 0 0,1-1 0 0,2 1 0 15,0-4-1-15,1 3 0 0,-2-2 1 16,3-1 0-16,0-1 0 0,-1 1 0 0,-2-2 0 16,1 0 0-16,-1-1 0 0,-4 0 1 0,0 0-1 15,2-2 0-15,-3 4 0 0,-2-2 1 16,0 1-1-16,-1-2 0 0,-1 2 0 0,-1-3 0 15,0 3 0-15,0-2 0 0,0 0 2 0,0-2-1 16,2 2 2-16,0-1-1 0,-1-3 0 0,2-2-1 16,3 1 1-16,-1-3-1 0,2 1-1 15,1-1 1-15,-2-1 0 0,2 1 0 0,0 0 0 16,0 2-1-16,-2-1 0 0,2 3 1 16,-2-3-1-16,-1 3-1 0,1 0 1 0,-1 1 0 15,1-1-1-15,-1 2 1 0,0 0 0 0,-1 1 0 16,1-3-1-16,2-1-1 0,0 2 1 15,0-3-1-15,-3 2-1 0,1-2 1 0,0 1 1 16,0 0-1-16,1-1 1 0,-1 2 0 16,0 1 2-16,-2 1-1 0,0 0 2 0,-1 1 0 15,-1 1 0-15,2 2 1 0,-3 1 6 16,5-1 2-16,-5 4 2 0,1-4 2 0,-1 3-1 16,3-2-2-16,1-1-5 0,-3 2-3 0,3-1-2 15,-1 1-2-15,2-1 0 0,-1-3 0 0,2 3 1 16,1-2-1-16,-2 1 1 0,3-2 0 15,-4 0 1-15,6-1-1 0,-4 2-1 0,0-2 2 16,1 3-2-16,-1-2 1 0,2 2-1 16,-2 0 1-16,1 2 0 0,-1-1-1 0,2 3 0 0,-4 1 0 15,1 1-1-15,2 2 1 0,-2 0 0 16,-4 1 0-16,2 1 0 0,2 2 0 16,-4 0 0-16,1 0 1 0,-1 0-2 0,-1 3 1 15,0-2-1-15,4 4 1 0,-4-2-1 0,1 3 1 16,1 0 1-16,1 0 1 0,-1 1-1 0,1 1 0 15,0 1-1-15,0-2 1 0,2 2-1 16,-1 0 0-16,1 0 1 0,-1 0 0 0,0-2 1 16,1 2 0-16,2-1-1 0,-3 1 0 15,1 0 0-15,0-1-5 0,-1 3-2 0,1-2-1 16,0 1-1-16,1 0 0 0,-1 1 1 16,-2 2 4-16,3 0 4 0,-1 0 6 0,-2 2 4 15,2 1 1-15,1 2 0 0,-1 0 0 0,-2 3 0 16,2-1-4-16,-2 0-2 0,1 3-1 15,-1 1 1-15,-2 0 1 0,-1 2 2 0,3-3 1 16,-1 4-1-16,-2-3 2 0,0 2 0 0,-2-3-3 16,2 4-2-16,-3-3 0 0,3 1 0 15,0-1 0-15,3 0 1 0,-1 1 3 0,-2 0 0 16,1-1 1-16,2 0-1 0,1 0 1 0,-3-1-3 16,2 0-2-16,2-1-1 0,-1 4-1 15,0-4 0-15,1 1 0 0,-2-1 0 0,2 0 0 16,-2 4-1-16,2-4 0 0,-4 0 0 15,4-1 1-15,-2 1-1 0,-1-3 1 0,2 0 1 16,-2 2-1-16,1-3 0 0,-1 0-1 0,-1 0 0 16,3-2 0-16,-4 1 0 0,3 0-1 0,-2 0 0 15,1-3 1-15,0 3 0 0,-2-1 1 16,1-1 1-16,-1 1-3 0,2 1-2 0,-2-2 0 16,1 1 0-16,-1 3 0 0,0-3 0 15,2 0 0-15,-2 1 0 0,0 0 0 0,0-1 0 16,3 2 0-16,-3-5 0 0,0 5 0 0,1-4 0 15,-1 3 0-15,0-2 0 0,2 1 0 0,-1-3 0 16,-1 1 0-16,0 0 0 0,0-1 0 16,0 0 0-16,0 1 0 0,0-2 0 15,2 2 0-15,0-2 0 0,-2-1 0 0,0-1 0 16,1 0 0-16,-1 1 0 0,4-1 0 0,-3-1 0 16,1 0 0-16,-1 3 0 0,3-4 0 0,-3 0 0 15,2 2 0-15,1-1 0 0,-2 0 0 16,2 1 0-16,-1-1 0 0,-2 0 0 0,3 2 0 15,-3-2 0-15,2 0 0 0,1 1 0 16,-4-1 0-16,1 1 0 0,2-1 0 0,-1 1 0 16,0-1 0-16,-1 0 0 0,4 0 0 0,-4 0 0 15,1 0 0-15,-1 0 0 0,3 0 0 16,-3 1 0-16,2-2 0 0,2 0 0 0,-1 2 0 16,-1-1 0-16,1 0 0 0,1 0 0 15,0 0 0-15,-1 0 0 0,1-1 0 0,2 0 0 16,-1 1 0-16,2 0 0 0,-2 0 0 0,1-1 0 15,2-1 0-15,-1 0 0 0,0 0 0 0,1 0 0 16,0 0 0-16,0-2 0 0,0 1 0 16,0 2 0-16,1-4 0 0,-2 2 0 0,2-1 0 15,-1-1 0-15,-1 1 0 0,2-1 0 16,-1-1 0-16,0 0 0 0,-1 0 0 0,5 0 0 16,-4-1 0-16,4-1 0 0,-1 1 0 0,0-2 0 15,2 1 0-15,-3 1 0 0,0-1 0 16,5 1 0-16,-3 2 0 0,1 1 0 0,0-1 0 15,2 2 0-15,0 2 0 0,-1-1 0 0,1 0 0 16,5 1 0-16,-5 1 0 0,3-1 0 16,-1 2 0-16,2-5 0 0,0 3 0 0,-1-3 0 15,0-1 0-15,0 2 0 0,-1-3 0 16,-1 0 0-16,-4 0 0 0,0 0 0 0,-1-3 0 16,-4 3 0-16,1 0 0 0,-3-1 0 15,-2 1 0-15,-1-1 0 0,0 1-33 0,-1 0-28 16,-4 1-77-16,0-2-128 0,-2 1-249 0,-5 1-312 15,0-1-403-15,0 1-475 0,-3 2-132 0,0-3 631 16</inkml:trace>
  <inkml:trace contextRef="#ctx0" brushRef="#br0" timeOffset="-113236.18">2083 9621 319 0,'0'0'702'0,"-1"-2"334"0,-1 2 98 0,-1 0-281 16,0-1-258-16,0 1-148 0,0 0-107 0,-2 0-45 15,3 0-4-15,-3-2-12 0,2 2-14 0,0-1-27 16,-3 1-33-16,3-2-43 0,-2 2-46 0,0 0-29 16,0 0-21-16,2 2-10 0,-2-1-8 0,-1 1-8 15,3-1-5-15,0 1-8 0,0-1-4 0,0 1-6 16,1-1-4-16,0 0-3 0,1 1-5 0,1 0 0 15,-2-1-3-15,2-1-1 0,0 1-1 0,0-1 1 16,0 2 1-16,0-2-3 0,2 0 1 16,1 0 1-16,0 2-1 0,4-2 1 0,3 0 0 0,2-2 3 15,2 0-1-15,3 0 7 0,2-2-3 0,4 0 0 16,2-2-1-16,0 0 1 0,5-1-1 16,-3 1-5-16,1 0 1 0,1 2 1 0,-5-1 1 15,1 2 2-15,-3 0 2 0,-2 3 2 0,-2 0 3 16,-2 4 1-16,-2 1 1 0,-4 1-1 0,-1 3 1 15,-3 1-3-15,-4 6-1 0,-2 2-1 0,-3 6-2 16,-4-1-2-16,-4 5 3 0,2 4 0 16,-4-1 2-16,-3 5 0 0,2-1-3 0,0 3 0 15,1-3-2-15,-1 1 0 0,3 1-4 0,3-4 0 16,-1 0 2-16,4-4-2 0,2-1-1 16,1-3-1-16,4-4-1 0,1-2-1 0,3-2 0 15,5-3 0-15,0-4 0 0,5-2 1 0,3-4-2 16,3-4 1-16,3-3 1 0,2-4-1 0,2-4-1 15,1-1 0-15,1-2 0 0,-1-5-3 0,2 2-5 16,-4-2-11-16,0 1-22 0,-3-1-67 16,-2 2-75-16,-2 1-130 0,-5-1-226 0,-1 3-318 15,-2-2-371-15,0 1-261 0,-4 0-98 0,-2 0 487 16,-1-3 670-16</inkml:trace>
  <inkml:trace contextRef="#ctx0" brushRef="#br0" timeOffset="-112976.41">2793 9346 514 0,'3'-8'1042'0,"-1"1"241"15,1 2-89-15,-1 1-317 0,-1 3-348 0,1 4-150 16,1 1-57-16,-1 6-33 0,1 3-32 16,0 4-28-16,2 3-35 0,-1 4-60 0,1 3-48 15,3 2-27-15,-1 2-14 0,2 1-8 0,2-1-5 16,0 2-3-16,5-3-7 0,-3-1-6 0,4-2-2 15,2-3-4-15,-2-3-6 0,4 2-4 16,-2-6 0-16,3-1 0 0,0 1-1 0,0-6 1 16,-1 1 0-16,-1-3-3 0,1-2-10 0,-5 1-33 15,1-4-63-15,-1-1-62 0,-5-1-73 0,2-2-125 16,-5-4-169-16,-2 0-234 0,0-3-221 16,-1-4-218-16,0 0-108 0,-4-6 250 0,1 0 484 15</inkml:trace>
  <inkml:trace contextRef="#ctx0" brushRef="#br0" timeOffset="-112708.11">2926 9328 489 0,'-8'6'1038'16,"-1"-2"253"-16,4 0-92 0,0 0-282 0,2-1-416 15,0-1-220-15,3 2-113 0,0-2-51 0,3 3-7 16,2-1 39-16,1-1 0 0,5 2-2 0,2-3-7 15,1 1-11-15,2-1-25 0,4-2-47 0,1 0-21 16,1-2-15-16,2-1-5 0,3-1-2 16,-2-2-2-16,3 0-3 0,-2 0-4 0,-1 1-2 15,-1-2-5-15,-1-1-30 0,-3 0-60 0,-3 4-52 16,-3-2-90-16,-1 2-153 0,-5 0-237 0,-5 3-286 16,-3 1-230-16,-2 3-199 0,-4 0 113 15,-4 3 499-15</inkml:trace>
  <inkml:trace contextRef="#ctx0" brushRef="#br0" timeOffset="-112517.73">2899 9589 332 0,'-5'17'968'15,"2"-4"327"-15,0-1-59 0,5-3-201 0,-1 0-512 16,4-3-264-16,3-1-129 0,1-3-64 0,4-2-30 16,3 0-12-16,0-4-7 0,6-3-4 15,0-2-5-15,5-3 3 0,3-2-5 0,2-1-4 16,1-1 2-16,3-1-10 0,-3 2-19 0,0 0-89 15,-1 1-179-15,-4 0-291 0,-1 3-274 0,-6 4-268 16,0 2-188-16,-3 2 244 0,-5 0 553 16</inkml:trace>
  <inkml:trace contextRef="#ctx0" brushRef="#br0" timeOffset="-112008.45">3510 9308 300 0,'3'8'931'0,"-2"-2"345"0,1 2-19 0,1 2-133 16,0 1-423-16,3 2-235 0,-1 1-114 0,0 1-63 16,1-1-44-16,2 3-53 0,2 0-63 0,-1 0-42 15,1 1-28-15,1 5-15 0,-2-3-8 16,3 2-6-16,0 2-7 0,-3 0-6 0,1 0-3 16,-1 0-1-16,-1-1-6 0,-3-1-3 0,-2-1-2 15,-1 0 0-15,0-2 1 0,-4-4 0 0,0 1 0 16,-4-3 0-16,1-1 2 0,-3-6 2 15,-1 1 0-15,-1-3 2 0,1-4-2 0,-2-4 1 16,1-1 0-16,1-3-4 0,-2-7-1 0,3-3-8 16,1-3-3-16,3-5-2 0,-2-2-1 0,2-3-3 15,3-3 0-15,-1-3 5 0,4-1 8 16,1 1 4-16,1-1 2 0,1 0 1 0,2 1 0 16,2 4 0-16,-1 1-5 0,3 2-3 0,-1 4 0 15,-1 3 1-15,2 3-2 0,0 3 2 0,0 1-2 16,-1 4 1-16,-1 1-2 0,1 4 0 15,-1-1 1-15,1 5 0 0,-2 0 3 0,2 3 0 16,-1 2 2-16,-1 1 2 0,0 3-1 0,-1-1 2 16,0 5 0-16,-1-2 0 0,-1 3 3 0,-2 3 3 15,3 0 3-15,-4 3 4 0,-1 2 4 0,-1 3 2 16,-1 0 2-16,-1 5 1 0,-4 1-1 16,1 3-1-16,0 2-2 0,1 3-3 0,-1-3-3 15,-2 4-5-15,3-1-3 0,1-4-4 0,1 0-4 16,2-2-3-16,2-5-3 0,1-3-1 0,3-2-1 15,0-5-4-15,2-5-7 0,2-2-14 0,2-7-30 16,1-2-78-16,1-5-82 0,1-5-148 16,-1-5-247-16,0-2-327 0,3-3-350 0,1-3-200 15,1-5 16-15,0-1 573 0</inkml:trace>
  <inkml:trace contextRef="#ctx0" brushRef="#br0" timeOffset="-111709.2">4123 9268 122 0,'3'-6'764'0,"0"6"648"0,-3 5 178 0,-1 4-221 15,-1 4-452-15,-1 6-352 0,1 5-183 16,-1 6-137-16,0 2-89 0,3 6-57 0,1 1-34 16,3 2-22-16,1-2-15 0,4 3-12 15,2-7-8-15,3-3-6 0,5-5-3 0,-3-8-5 0,5-6-4 16,-2-6-3-16,1-7-5 0,-1-8-3 16,-1-5-1-16,-1-9 0 0,-1-3 4 0,-4-5 4 15,-2-3 5-15,-5-3 8 0,-2-1 5 16,-3-1 8-16,-5 3 8 0,-3-3 9 0,-3 2 7 15,-6 1 5-15,-2 2 6 0,0 2 2 0,-5 8-2 16,-1 3-5-16,1 6-7 0,-3 7-6 16,0 5-10-16,0 8-7 0,1 4-7 0,2 7-3 15,5 3-3-15,1 6-1 0,6 4-2 0,3 2-9 16,5 4-14-16,3 1-34 0,4 1-81 16,3-1-126-16,3 1-256 0,4-1-311 0,3-3-395 15,3 1-439-15,3-3-95 0,3-1 603 0</inkml:trace>
  <inkml:trace contextRef="#ctx0" brushRef="#br0" timeOffset="-111475.7">5008 9644 280 0,'-6'-4'1379'16,"3"1"491"-16,0 3-301 0,1 0-402 0,-1 1-433 15,0 3-346-15,3 3-188 0,-2-1-81 0,2 5-40 16,2 4-21-16,-1 1-19 0,3 4-15 16,1 6-12-16,1 0-7 0,1 6-4 0,1 2-3 15,2 5-12-15,-1-3-30 0,1 3-83 0,-2 0-142 16,0-3-254-16,1-1-319 0,-1-2-409 16,-3-3-458-16,1-3-64 0,0-7 707 0</inkml:trace>
  <inkml:trace contextRef="#ctx0" brushRef="#br0" timeOffset="-110675.95">6088 9188 152 0,'-1'-4'766'0,"-3"1"571"0,-3 0 240 0,-1 1-198 16,-2 2-464-16,-2 0-328 0,-3 0-168 15,-3 2-128-15,-2 0-107 0,-3 0-63 0,-4 3-36 16,-3 0-26-16,1 2-20 0,-2 2-12 16,1 3-11-16,1 1-4 0,1 1-7 0,3 2-2 15,4 4-3-15,2 1 0 0,5 1 0 0,3 3-1 16,6 2 0-16,3 0-1 0,4-2 0 15,4 1-1-15,5-2-1 0,4-3 2 0,3-2-1 16,3-1 0-16,1-3 2 0,2-1 0 16,1-2 0-16,0-4 1 0,-2 2-1 0,-3-4 0 15,-1 1 0-15,-6-1 1 0,0 0-1 0,-3 0-2 16,-5 2-4-16,-3 0-8 0,-2 3-8 16,-5 2-14-16,0 0-23 0,-7 2-50 0,-1 1-67 15,-1-2-67-15,-2 4-114 0,-1-5-171 0,1-1-262 16,0-1-262-16,3-4-205 0,1-2-135 15,6-5 257-15,1-5 526 0</inkml:trace>
  <inkml:trace contextRef="#ctx0" brushRef="#br0" timeOffset="-110169.2">6156 9403 16 0,'3'4'584'0,"2"1"537"0,-3 0 219 0,0-1-59 16,-1 1-258-16,1 6-360 0,-1-3-204 15,-1 5-114-15,0 3-66 0,2 0-69 0,-2 4-71 16,4 1-51-16,-2 1-32 0,3 1-18 16,0 1-15-16,1-3-11 0,2-4-7 0,3 0-6 15,0-4 0-15,3-5-1 0,2-3 0 16,1-5 2-16,-1-3 2 0,3-6 1 0,-1-5-2 15,-1-3 1-15,2-2 2 0,-3-1-1 0,-1-5 0 16,-2 1 0-16,-3 0 0 0,0 3 0 16,-3 0 0-16,-1 5 1 0,-4 1 1 0,1 3 2 15,-1 3 3-15,-1 1 1 0,1 3 1 0,0 1-1 16,-2 1-1-16,2 2-4 0,-2 2-2 16,2 2-3-16,0 1-1 0,1 3-2 0,0 4 0 15,0 1 0-15,2-1 1 0,1 4 0 0,2 2 1 16,0 1 0-16,0 3 2 0,0 1-1 15,3 5 1-15,-3 1-1 0,0 4 1 0,1 4-1 16,-1 1-2-16,-3 3 2 0,1 3 1 16,-2 2 0-16,-1 1 2 0,-2 3-1 0,1-1 1 15,-2-2-1-15,3-1-2 0,-2-2-1 0,1-4-2 16,-2-2-1-16,0-5 0 0,0-3-3 16,0-6-11-16,-2-4-30 0,-2-5-67 0,-1-6-71 15,0-3-103-15,-3-10-173 0,2-2-266 16,1-5-317-16,-2-4-232 0,0-9-171 0,2-2 172 15,0-6 566-15</inkml:trace>
  <inkml:trace contextRef="#ctx0" brushRef="#br0" timeOffset="-109834.09">6944 9112 256 0,'4'-13'907'0,"-4"1"502"16,-4 0 129-16,-1 3-209 0,2-2-495 0,-4 5-287 15,1-2-150-15,-5 1-113 0,3 4-99 0,-3 2-64 16,-3 1-39-16,0 4-28 0,-2 4-19 16,-2 4-14-16,-2 4-5 0,-2 8-3 0,1 6 0 15,-1 4 1-15,2 9-1 0,2 5 1 16,-1 4-4-16,6 2-4 0,1 0-2 0,4 0-4 15,6-5-1-15,4-2-3 0,3-6 0 0,6-4-2 16,1-6-3-16,7-5-7 0,-1-5-14 0,4-6-23 16,0-2-64-16,0-7-78 0,0-6-138 15,2-4-229-15,-2-4-319 0,-1 0-378 0,1-6-268 16,-2-2-78-16,1-5 528 0,0-2 668 16</inkml:trace>
  <inkml:trace contextRef="#ctx0" brushRef="#br0" timeOffset="-109518.49">7171 9287 244 0,'2'1'993'0,"-4"5"556"0,-1 3-18 16,-2 6-265-16,1 3-486 0,-1 3-290 0,2 3-181 15,1 4-114-15,1 1-71 0,2 2-50 0,1-1-31 16,3-1-20-16,2-4-11 0,3-2-5 16,1-5-2-16,5-6-2 0,0-5-3 0,1-4-4 15,2-6-8-15,2-6-12 0,-1-4-12 0,-2-4-10 16,0-7-6-16,0-1 2 0,-4-4 5 15,-3-1 13-15,0-1 12 0,-6-1 24 0,-2 3 21 16,-4-3 12-16,-3 2 10 0,-4 0 7 0,-2 3 8 16,-2 0-2-16,-5 0-1 0,1 4-1 0,-3 3-7 15,-3 7-5-15,-2 3-9 0,-1 7-5 0,-2 6-7 16,0 6-5-16,1 5-3 0,0 6-2 16,5 6-1-16,-1 2-5 0,5 3-4 0,4 1-3 15,5 1-2-15,5 1-2 0,3-2-3 16,5-2-2-16,6-1-13 0,6-4-28 0,1-2-85 15,6-8-119-15,2-3-253 0,3-7-312 0,4-5-399 16,2-5-460-16,3-5-89 0,3-7 572 16</inkml:trace>
  <inkml:trace contextRef="#ctx0" brushRef="#br0" timeOffset="-109205.53">7848 8931 730 0,'-16'-7'1802'0,"-6"7"31"0,-5 4-436 0,-5 6-384 15,-5 3-455-15,2 4-289 0,0 3-124 0,2 0-55 16,3 3-28-16,3 0-16 0,8-2-17 16,3 3-13-16,7-4-8 0,5 4-4 0,6-4-4 15,4 1 0-15,7-1-4 0,6 0-5 0,3-6-12 16,5 1-19-16,1-1-38 0,-2-2-67 16,4 0-68-16,-1 0-54 0,-1-2-42 0,0 3-25 15,-4-1 35-15,-2 1 98 0,-3 4 94 16,-3-2 100-16,-7 1 138 0,-2 2 110 0,-4 2 47 15,-6-1 13-15,-4 1-18 0,-1 3-48 0,-7 0-74 16,0-1-61-16,-2 1-37 0,-1 1-23 16,0-2-17-16,-1 3-11 0,3-1-7 0,2-1-7 15,3 1-11-15,1-1-31 0,2-2-83 16,2-3-117-16,3-2-232 0,1-2-305 0,1-3-382 16,1-1-429-16,1-4-125 0,1-1 486 15,1-1 795-15</inkml:trace>
  <inkml:trace contextRef="#ctx0" brushRef="#br0" timeOffset="-105610.4">8887 9841 312 0,'6'-3'938'0,"-1"0"340"16,1 3-25-16,-2 0-103 0,0 3-420 15,2 3-224-15,-1 1-121 0,0 4-62 0,0 3-49 16,-2 3-71-16,2 2-71 0,-2 3-46 0,1 3-26 15,0 3-20-15,-3-2-13 0,2 5-11 16,-1-1-7-16,1-3-5 0,0 4-3 0,-1-2-3 16,3-3-12-16,-2 0-43 0,1-1-83 15,-2-1-144-15,0 1-266 0,-2 0-314 0,0-3-395 16,0 0-378-16,1-2-29 0,-1-2 676 16</inkml:trace>
  <inkml:trace contextRef="#ctx0" brushRef="#br0" timeOffset="-105060.86">9984 9145 24 0,'2'-19'615'15,"1"2"550"-15,-4 1 272 0,-1 2-77 0,-3 4-304 16,-3 4-424-16,0 1-201 0,-6 5-114 16,1 5-93-16,-4 2-70 0,1 5-58 0,-1 5-33 15,-2 3-21-15,3 8-12 0,0 1-8 0,3 8-8 16,2 1-5-16,-1 5-3 0,4 0-1 0,3-4-2 15,2-2-3-15,4-5 0 0,1-5-2 16,4-6 1-16,4-6 1 0,2-5 1 0,1-8 1 16,6-4 1-16,-1-11 1 0,2-5-2 15,2-6 0-15,-3-4-1 0,3-6-1 0,-3-3 0 16,-3-1 0-16,-2 0 2 0,-1 1 1 0,-6 2 0 16,-3 0 2-16,-2 7 1 0,-5 1 0 15,-2 4 2-15,-3 5 0 0,-2 7 0 0,1 1 0 16,-1 6-2-16,-1 7-1 0,0 4-4 0,3 6-1 15,-1 5 0-15,2 5-1 0,3 6 1 16,2 2 2-16,2 3 1 0,2 1 0 0,6 3-1 16,-2-1-1-16,5 1-1 0,2-3-1 15,1-1-1-15,3-3-1 0,1-4 1 0,5-2-3 16,1-6-6-16,3-5-24 0,-3-4-65 0,4-4-73 16,-4-6-146-16,1-2-280 0,0-1-324 15,-4-3-378-15,1 0-270 0,-1-1-20 0,-5-3 665 16</inkml:trace>
  <inkml:trace contextRef="#ctx0" brushRef="#br0" timeOffset="-104841.7">10544 9439 198 0,'2'5'832'15,"-1"2"401"-15,-1 2 21 0,0 0-173 0,3 2-436 16,-3 1-312-16,3 1-160 0,0 2-67 0,-1 0-39 16,1 3-24-16,0 3-27 0,2-1-31 15,-1 4-50-15,0 0-161 0,-1 2-265 0,-3 2-276 16,0 2-274-16,0 4-225 0,0 5 37 0,-4 0 525 16</inkml:trace>
  <inkml:trace contextRef="#ctx0" brushRef="#br0" timeOffset="-104294.12">10881 8335 145 0,'3'0'717'0,"-3"2"431"15,-2 2 97-15,1 4-114 0,-1 4-337 16,-1 3-237-16,1 6-120 0,-1 6-81 0,0 6-49 15,3 7-52-15,-2 10-70 0,2 7-65 0,0 6-39 16,2 7-23-16,3 6-14 0,1 3-11 16,3 3-7-16,4-2-7 0,0-1-6 15,4-5-4-15,5-5-5 0,-1-9-2 0,6-11-2 16,0-8 0-16,1-9-2 0,4-9-1 0,-2-10 0 16,0-8-2-16,-2-11-2 0,-1-6-1 0,-2-6 0 15,-4-6 1-15,-2-3 1 0,-3-3 1 16,-4-1 3-16,-4-1 2 0,-3 1 1 0,-5 2 3 15,-3 1 2-15,-2 2 2 0,-6 2 0 16,-3 1 1-16,-4 3 1 0,-2 1 2 0,-2 5 0 16,-2 3 1-16,0 5-1 0,-3 5-2 15,1 5-3-15,0 6-2 0,-2 6-3 0,4 4-1 16,3 3 0-16,1 4-1 0,4 4 1 0,2 0-1 16,4 3 0-16,4 2-2 0,6 0-2 0,3 2-3 15,4-5-20-15,2 1-51 0,5-6-78 16,1-2-115-16,3-5-214 0,2-3-310 0,3-6-356 15,1-3-314-15,1-7-121 0,-1-4 398 0,2-3 698 16</inkml:trace>
  <inkml:trace contextRef="#ctx0" brushRef="#br0" timeOffset="-103993.02">12006 8851 588 0,'-8'-2'1648'15,"-6"-2"166"-15,0 4-365 0,-3 0-365 16,1 0-457-16,-2 0-297 0,-2 2-139 0,1 1-64 16,-2 3-39-16,1 0-27 0,2 4-23 0,1 4-18 15,4 1-10-15,1 4-4 0,2 7-4 16,5 4-2-16,-1 2 1 0,4 9 0 0,2 0 0 15,0 4 0-15,2 1 0 0,4 4 0 0,-1-2-1 16,3-2-2-16,5-1-6 0,0-2-10 16,2-3-18-16,-2-5-41 0,2-1-82 0,-2-6-143 15,1-4-263-15,-1-4-317 0,0-4-401 16,-1-4-407-16,1-4-43 0,0-6 690 0</inkml:trace>
  <inkml:trace contextRef="#ctx0" brushRef="#br0" timeOffset="-103493.54">11663 9571 218 0,'3'0'874'15,"-1"5"429"-15,-2 4 3 0,-2 1-151 0,-1 7-397 16,-2 2-263-16,-2 5-136 0,-1 4-81 0,-2 2-50 15,1 4-57-15,1-3-57 0,3 3-52 0,0 0-33 16,2 0-29-16,3-1-79 0,0 0-83 16,5-4-170-16,1-4-284 0,2-1-321 15,6-7-379-15,-1-2-230 0,6-5 96 0,0-5 696 16</inkml:trace>
  <inkml:trace contextRef="#ctx0" brushRef="#br0" timeOffset="-103277.08">12305 9528 544 0,'0'4'1352'16,"0"2"265"-16,-3 2-246 0,3 1-344 0,0 3-449 16,0 4-237-16,3 1-154 0,-3 2-74 15,2 4-37-15,-1 1-19 0,2 0-29 0,1 1-61 16,-1 4-85-16,0-2-148 0,-1 1-231 0,3 1-301 15,-4-2-367-15,2-2-329 0,2-1-60 0,-2-3 559 16</inkml:trace>
  <inkml:trace contextRef="#ctx0" brushRef="#br0" timeOffset="-102513.7">13260 8874 148 0,'6'-18'762'0,"-1"3"448"0,0 4 68 15,-2 2-163-15,1 4-369 0,-1 2-255 0,-2 6-93 16,2 2-63-16,-3 6-43 0,0 4-33 0,-3 3-56 15,2 5-69-15,-2 5-58 0,-4 2-32 0,1 3-18 16,-2 3-12-16,-3 0-5 0,-2 6-3 16,-3-2-2-16,-3 3 1 0,-1 1 0 0,-4 1-1 15,-1-2 1-15,2 0-2 0,-2-6 1 16,0-1 0-16,3-10-1 0,1-4 1 0,2-6-1 16,2-5 1-16,1-6-1 0,2-10 0 15,3-6-3-15,3-6-3 0,3-7-1 0,3-6-1 16,4-5-1-16,4-3 1 0,4 0 1 0,4-1 0 15,2 0 2-15,6 4-2 0,0 4 2 0,2 2 2 16,3 3-2-16,2 4 2 0,-1 6-1 16,2 2 1-16,0 5 2 0,0 5-3 15,-2 4 2-15,1 2 0 0,-2 8 0 0,-1 0 1 16,-3 4 0-16,2 2 1 0,0 2 2 0,-1 2-1 16,-2-1 0-16,-1 1 0 0,-1 1 0 0,1-1-1 15,-4-1-1-15,2-1-3 0,-1 0 0 16,1-3-16-16,-7-2-64 0,2-2-75 0,-2-4-148 15,-4-1-264-15,2-1-326 0,-3-4-382 0,-2 0-280 16,0-1-14-16,-5-2 650 0</inkml:trace>
  <inkml:trace contextRef="#ctx0" brushRef="#br0" timeOffset="-102320.31">13812 9285 30 0,'9'19'526'0,"-1"2"435"16,-1 5 199-16,-1 1-66 0,3 4-336 0,-2 5-326 15,-1 3-197-15,1 3-100 0,0 6-53 16,-2 2-41-16,0 1-82 0,-2 0-161 0,0 1-282 16,2-1-268-16,-2 0-249 0,2-5-177 0,-1-2 108 15,0-5 469-15</inkml:trace>
  <inkml:trace contextRef="#ctx0" brushRef="#br0" timeOffset="-101640.48">14117 8925 169 0,'5'-9'690'15,"-2"7"406"-15,0 7 111 0,0 7-154 0,1 6-345 16,0 7-182-16,3 4-89 0,-1 5-58 0,-2 7-50 16,3 2-47-16,-2 5-58 0,0 7-74 15,-1 1-61-15,2 6-42 0,-1 1-21 0,0 1-13 16,1 0-8-16,-1 2-3 0,2-7-2 0,0-4-2 16,-2-3-4-16,1-9-1 0,-2-7-2 15,1-6-7-15,-4-5-16 0,1-9-23 0,-2-7-38 16,-2-7-44-16,1-4-40 0,-1-9-25 0,0-3-13 15,-1-9 15-15,0-7 42 0,0-4 55 0,-2-9 40 16,0-7 28-16,-1-7 14 0,-2-5 8 16,0-9 2-16,-2-5 4 0,0-7 7 0,-2-4 20 15,0-3 38-15,1-2 40 0,-1 1 37 16,3 1 26-16,1 7 26 0,4 4 11 0,-1 10-17 16,1 8-24-16,3 7-32 0,-1 6-27 0,4 10-31 15,1 4-27-15,0 4-20 0,2 6-11 16,3 0-5-16,1 9-4 0,1 1 1 0,0 4-3 15,2 2 2-15,-2 4 1 0,-1 3 6 16,4 2 5-16,-7 5 2 0,2 1 9 0,-2 4 5 16,-1 3 7-16,-2 5-1 0,-3 2 2 0,-3 2 2 15,-2 6-3-15,1-1-3 0,-1 5-5 16,0 0-5-16,0-2-4 0,5 1-6 0,0-3-4 16,3-2-5-16,2-1-1 0,3-4-2 0,6-1-1 15,-1-7 0-15,6 1 0 0,0-6 0 16,3-2 0-16,3-4 0 0,-1-1-1 0,-2-1-1 15,2-1-5-15,-4 2-5 0,-2 1-3 0,-2 3-2 16,-3 2-1-16,-3 4 0 0,-5 4 6 0,-2 5 5 16,-3 1 3-16,-3 4 2 0,-2 2 3 15,-5 2 1-15,-2 2 1 0,-2 0 1 0,0-1 1 16,-2 0 5-16,3-3 0 0,-1-1 2 16,2-5-1-16,2-3-1 0,2-2-2 0,0-2-4 15,2-5-3-15,3-1-1 0,1-1-2 16,1-2-7-16,2-4-19 0,-1 0-54 0,3-2-77 15,-1-2-86-15,0 0-158 0,1-1-240 0,0 0-324 16,1 0-281-16,1 3-173 0,-2 0 50 16,4 3 528-16</inkml:trace>
  <inkml:trace contextRef="#ctx0" brushRef="#br0" timeOffset="-101444.2">14618 9351 61 0,'3'13'631'15,"-1"2"477"-15,0 3 139 0,-2 3-127 0,0 2-357 16,-2 2-370-16,0-1-194 0,-1 4-94 16,3-2-51-16,-1-1-49 0,-4 0-154 15,2 0-269-15,0-2-275 0,1-3-264 0,1 0-245 16,-1-2-49-16,0-3 468 0</inkml:trace>
  <inkml:trace contextRef="#ctx0" brushRef="#br0" timeOffset="-100677.14">15086 8853 438 0,'-14'-18'885'0,"5"0"268"0,-1 0-11 15,5 2-316-15,-1 3-330 0,5 1-187 0,2 3-91 16,5 2 6-16,4 2 38 0,1 2 31 15,6 5-1-15,5 0-20 0,1 4-30 0,5 4-57 16,4 2-59-16,3 3-39 0,2 1-24 0,3 6-15 16,1 3-14-16,2 2-7 0,-4 3-5 15,3 7-11-15,-6 4-5 0,2 2-2 0,-7 4-1 16,-1 2 0-16,-6 5 0 0,-2 3 1 0,-5 2 1 16,-4 2-2-16,-5-4 0 0,-2 3 0 15,-3-4-2-15,-6-2 0 0,-3-4-1 0,0-1 2 16,-4-7 6-16,-2-5 6 0,-1-4 7 0,0-8 3 15,-2-4 2-15,0-7-2 0,0-8-4 0,0-6-5 16,1-9-5-16,3-6-2 0,1-9-1 0,1-9-2 16,3-6-2-16,3-7-2 0,3-9-1 15,3-3-3-15,2-9-1 0,3-3 1 0,4-4 1 16,1-2 1-16,2 2 0 0,3 4 0 16,-1 3 1-16,-1 9-1 0,0 6-1 0,-3 6-3 15,-1 7-9-15,-1 7-27 0,-3 4-70 16,-2 4-83-16,-1 6-159 0,-2 3-287 0,1 5-334 15,-3 2-391-15,1 4-237 0,-2 0 63 0,0 4 706 16</inkml:trace>
  <inkml:trace contextRef="#ctx0" brushRef="#br0" timeOffset="-90278.25">9872 10165 174 0,'1'4'586'0,"2"1"309"0,-1-3 108 0,0 1-148 16,1 0-362-16,0-1-182 0,0 1-106 0,4 1-40 16,0-1 1-16,1-2 5 0,2 3-3 15,0-4-22-15,2 1-20 0,1-1-26 0,1-1-27 16,0-1-20-16,0 0-9 0,2 0-15 16,3 0-10-16,-3-5-8 0,3 3-7 0,1 0-3 15,-4-3 1-15,3 1-1 0,-3-1-12 0,0 1-68 16,-5-1-147-16,0-1-276 0,-2 4-272 0,-2-2-269 15,-2 1-215-15,-4 3 120 0,-1-4 502 16</inkml:trace>
  <inkml:trace contextRef="#ctx0" brushRef="#br0" timeOffset="-89511.67">11056 10063 90 0,'-5'3'511'0,"-1"2"334"0,-5 0 164 0,0 1-12 16,1 0-405-16,1 5-255 0,1-3-127 16,3 1-81-16,2 1-40 0,3 1-34 0,5 1-26 15,3-2-10-15,4 0-3 0,4 1-1 0,5-4-4 16,2-1 2-16,7-4-1 0,-1-2-3 0,7-2-2 15,2-4-6-15,0-5-6 0,4 0 0 16,0-3-7-16,-2-2-41 0,-2 1-108 16,-1-1-168-16,-3 0-279 0,-6 4-239 0,-4 1-178 0,-4 2 30 15,-4 2 323-15</inkml:trace>
  <inkml:trace contextRef="#ctx0" brushRef="#br0" timeOffset="-89211.16">11744 10118 243 0,'-6'8'808'0,"-4"1"347"0,2 2 18 16,-1-1-151-16,2-1-489 0,3 2-275 0,2-3-127 16,2 3-64-16,5-2-31 0,1-1-18 15,7-2-9-15,1-2-2 0,6-2-4 0,1-2-9 16,3-2-31-16,1-4-67 0,2-1-106 16,0-2-173-16,-2 0-293 0,1-2-253 0,-3 0-161 15,-1-1 60-15,-6 1 333 0</inkml:trace>
  <inkml:trace contextRef="#ctx0" brushRef="#br0" timeOffset="-66017.87">5786 10532 276 0,'10'-4'933'16,"1"2"377"-16,-3 1-47 0,0 0-201 0,-2 1-484 16,5 0-292-16,-1 0-144 0,1 0-69 15,6 1-31-15,-1-1 22 0,6 1 18 0,2-1 5 16,4 0 1-16,5 0-3 0,5 0 1 16,6-2-41-16,4-1-19 0,2-3-11 0,6-2-3 15,1-2 0-15,3-3-4 0,2-2 1 0,3-1-20 16,1 0-49-16,-3-3-144 0,-3 2-294 15,-4 0-277-15,-3 4-311 0,-7-1-311 0,-3 2-58 16,-7 1 573-16</inkml:trace>
  <inkml:trace contextRef="#ctx0" brushRef="#br0" timeOffset="-53333.63">1225 9078 18 0,'0'0'338'0,"0"0"233"0,0 0 184 0,0 0 118 15,0 0-273-15,0 0-137 0,0 0-48 16,0 0-28-16,0 0-26 0,0 0-58 16,0 0-67-16,0 0-62 0,0 0-47 0,0 0-29 15,0 0 1-15,0 0 31 0,0 0 36 16,0 0 27-16,0 0 17 0,0 0-5 0,0 0-23 16,0 0-36-16,0 0-37 0,0 0-29 15,0 0-28-15,0 0-17 0,0 0-13 0,0 0-4 16,0 0-9-16,0 0 2 0,0 0 5 15,3 3 7-15,2 4 9 0,3 2 0 0,1 3 9 16,-1 3 1-16,3 4-1 0,0 0-2 0,0 5-8 16,1 2-4-16,0 2-5 0,1 1-4 0,2 5-2 15,-2 0-3-15,4 4 2 0,-2 0 0 0,2 2 1 16,-1 3-1-16,3 1-3 0,0 1-2 0,0 0 0 16,1 1 3-16,-2 2-3 0,4-3-2 0,-2 2-1 15,0 0-1-15,0 0 0 0,0 0-5 16,0-3 0-16,0 4 1 0,-4-4 0 0,1 1 0 15,-1 0 0-15,0-2 0 0,-2 3-1 0,0-1-1 16,-1-2 2-16,1 1 3 0,-3-2 8 0,3-1 5 0,-4 2 0 16,1-3-1-16,2-1 2 0,-4-1-5 0,1-1-6 15,2-2-4-15,-2-3 1 0,0 1 0 16,2-1 0-16,-1-4-1 0,-1 2-1 0,2-4 0 16,1 0-1-16,-1-1 1 0,1-2-1 0,-2-1-1 15,3 0 4-15,-2-3 1 0,2 0 0 0,-3-2 0 16,3-3 0-16,0 0 0 0,-2-1-3 0,1-2-2 15,0-2-1-15,1-1 0 0,-2-1 0 0,-1-3 0 16,3 1 1-16,-3-4 0 0,3 2 0 0,-3-3 0 16,2 0 0-16,-2 0 1 0,2-4-1 15,-1 2-2-15,-1-3-2 0,-1 3 0 0,2-3 1 16,-1 0 2-16,1 0 0 0,0-1 5 0,1 0 2 16,-1 0 0-16,1-1 1 0,0-1-1 0,3 2-2 15,-2-2 1-15,3-1-1 0,-1 2 1 16,3-2-1-16,3 2 0 0,-3-2-4 0,5 0-1 0,-2 0 0 15,0 0 0-15,2 2 0 0,-2-4 0 16,3 4 0-16,-3-1 0 0,2 0 0 0,-2 1 0 16,2 0 0-16,-2-1 0 0,0 2 0 0,0-1 0 15,0-2 0-15,-1 3 0 0,0 2 0 16,-1-5 0-16,-2 3 0 0,0 0 0 0,1 2 0 16,-4-2 0-16,2 2 0 0,-1-1 0 0,0 2 0 15,-2-2 0-15,0 3 0 0,-1-2 0 0,1 0 0 16,0 0 0-16,-1 1 0 0,1 0 0 0,1-2 0 15,0 3 0-15,-2-4 0 0,4 2 0 0,-4-1 0 16,4 1 0-16,-1-2 0 0,0 1 0 16,0 1 0-16,3-1 0 0,-2 1 0 0,0-1 0 15,2 1 0-15,-1 1 0 0,1 0 0 0,-3-1 0 16,4 1 0-16,-1 1 0 0,-1-2 0 0,0 2 0 16,0 0 0-16,-1-3 0 0,1 3 0 15,-1-1 0-15,0 0 0 0,-2-1 0 0,0 2 0 16,1-2 0-16,0 2 0 0,0 0 0 0,0-1 0 15,0 0 0-15,1 0 0 0,-1 0 0 0,4 0 0 16,-2 0 0-16,2 0 0 0,-1 1 0 16,0-2 0-16,3 0 0 0,0 0 0 0,-1 0 0 15,3-3 0-15,-1 5 0 0,1-5 0 16,0-1 0-16,0 2 0 0,-1-3 0 0,3 0 0 16,-3 0 0-16,1 1 0 0,-2-3 0 0,2 0 0 15,-2 1 0-15,-1 0 0 0,-1 0 0 16,1 1 0-16,-4 2 0 0,2 0 0 0,-6-2 0 15,2 6 0-15,-2-4 0 0,-3 2 0 16,2 3 0-16,-2-2 0 0,2 3 0 0,-2-2 0 16,0 1 0-16,0 1 0 0,0 0 0 0,0-3 0 15,0 3 0-15,-2 0 0 0,0-1 0 0,0 1 0 16,2-1 0-16,-4-1 0 0,2 0 0 16,0 0 0-16,1 2 0 0,-2-1 0 0,1 1 0 15,-2-1 0-15,3 1 0 0,-1-1 0 0,0 0 0 16,2 2 0-16,1-2 0 0,-2 0 0 15,1 1 0-15,1 0 0 0,-2-1 0 0,-1 0 0 16,3 0 0-16,-3-1 0 0,0 2 0 16,-1 0 0-16,0 0 0 0,-2-1 0 0,1-1 0 15,-1 3 0-15,0-2 0 0,1-1 0 16,-1 1 0-16,1 1 0 0,-1 0 0 0,0-3 0 16,1 3 0-16,0 0 0 0,1-3 0 0,-1 3 0 15,-1-2 0-15,1 1 0 0,-1 0 0 0,-2-1 0 16,2 0 0-16,-2 0 0 0,0 0 0 15,0-3 0-15,-1 1 0 0,1-1 0 16,-1 0 0-16,-1-1 0 0,1-1 0 0,1-3 0 16,-2 3 0-16,-1-1 0 0,2-2 0 0,-1 1 0 15,-1 1 0-15,2-1 0 0,-2-2 0 0,0 0 0 16,2 1 0-16,-2 0 0 0,0 0 0 16,0-1 0-16,0-1 0 0,0 1 0 0,0-3 0 15,0 2 0-15,-2-2 0 0,2 0 0 0,0-1 0 16,-2 0 0-16,2-2 0 0,-1 1 0 15,-1-2 0-15,2 1 0 0,-4-3 0 0,2 1 0 16,-1-2 0-16,2 1 0 0,-3-1 0 0,1 2 0 16,0-5 0-16,0 2 0 0,-2 2 0 15,2-3 0-15,-2 3 0 0,1-2 0 0,0-1 0 16,1 2 0-16,0-1 0 0,1-3 0 16,-1 0 0-16,1 1 0 0,1-3 0 0,-1 0 0 15,2 3 0-15,-1-4 0 0,-1 2 0 0,-1-1 0 16,2 2 0-16,-2 0 0 0,-1-2 0 0,1 1 0 15,0 1 0-15,1-2 0 0,-3 3 0 16,2-1 0-16,2 2 0 0,-4 0 0 0,4 3 0 16,-1 0 0-16,0-2 0 0,1 3 0 15,1 2 0-15,0-2 0 0,0 2 0 0,1-1 0 16,1 1 0-16,0-1 0 0,-1 3 0 0,2-2 0 16,0 2 0-16,-1-2 0 0,-1 3 0 15,1-2 0-15,-2 1 0 0,3-2 0 0,-3 0 0 16,0-2 0-16,0 1 0 0,0-1 0 15,-1 0 0-15,-1 3 0 0,-1 2 0 0,1 2 0 16,-1-1 0-16,-1 3 0 0,-1 2 0 0,3 1 0 16,-3 3 0-16,2-1 0 0,0 1 0 15,1 2 0-15,-1 0 0 0,0 0 0 0,-3 2 0 16,3-2 0-16,-2 1 0 0,2 1 0 16,0 0 0-16,-1-1 0 0,-2-1 0 0,2 2 0 15,-1-1 0-15,0-1 0 0,0 1 0 0,0-2 0 16,-3 2 0-16,1-1 0 0,0 0 0 0,-2 1 0 15,1-2 0-15,-5 1 0 0,4 0 0 16,-4 2 0-16,-1-1 0 0,1 2 0 0,-4 0 0 16,1 3 0-16,0 0 0 0,-4 0 0 15,2 2 0-15,-2-1 0 0,-2 1 0 0,-1 4 0 16,0-3 0-16,-1 2 0 0,-1-1 0 0,-2-1 0 16,1 1 0-16,-2 0 0 0,-2-1 0 15,0 0 0-15,-2 0 0 0,-3 1 0 0,-1 0 0 16,0 1 0-16,-2-4 0 0,0 2 0 0,-5 0 0 15,2-1 0-15,-2-1 0 0,-2-1 0 16,0-1 0-16,-2 1 0 0,1-1 0 0,0 0 0 16,2 1 0-16,0 2 0 0,4 0 0 0,0-2 0 15,4 2 0-15,-2 1 0 0,5 1 0 0,3-1 0 16,0 0 0-16,0-1 0 0,2 1 0 16,2 0 0-16,1-1 0 0,0-1 0 0,1 1 0 15,0-1 0-15,2-1 0 0,0-2 0 0,-2 2 0 16,1-2 0-16,0-1 0 0,-2 0 0 0,-2 0 0 15,-1-1 0-15,-1-2 0 0,-1 1 0 0,0 0 0 16,0-1 0-16,-3 2 0 0,3 1 0 16,-2 0 0-16,2 0 0 0,0 1 0 0,0-1 0 15,2 3 0-15,1 0 0 0,3-2 0 0,0 3 0 16,1-2 0-16,1 3 0 0,4-3 0 0,-1 1 0 16,2 0 0-16,-1 0 0 0,2 0 0 0,1 2 0 15,2-3 0-15,-1 3 0 0,1-2 0 0,-1 0 0 16,3 1 0-16,1-1 0 0,-2 0 0 0,2 2 0 15,-1-2 0-15,2-1 0 0,-1 3 0 0,2-2 0 16,1 0 0-16,0 2 0 0,-1-3 0 0,3 3 0 16,-1-3 0-16,0 2 0 0,1-1 0 0,2-1 0 15,0 1 0-15,-2 0 0 0,2-1 0 16,-2-1 0-16,3 0 0 0,-4 3 0 0,2-3 0 16,-1 2 0-16,0-2 0 0,-3 3 0 0,0-2 0 15,-1 3 0-15,1-2 0 0,-3 0 0 0,1 1 0 16,2-1 0-16,-1 1 0 0,-2 1 0 0,3-1 0 15,0-2 0-15,0 4 0 0,2-4 0 0,-2 2 0 16,1-1 0-16,1 1 0 0,-3-2 0 0,2 2 0 16,1-2 0-16,-2 0 0 0,-3 1 0 0,3-2 0 15,-3 2 0-15,-1-1 0 0,0 0 0 0,-3 0 0 16,2 3 0-16,0-2 0 0,-3 1 0 0,2 0 0 16,0 1 0-16,1 0 0 0,1 0 0 0,2-2 0 15,-1 2 0-15,2 0 0 0,2-2 0 0,1 0 0 16,3 0 0-16,-2-2 0 0,3 1 0 0,-2-2 0 15,1 2 0-15,1-2 0 0,2 0 0 0,-1 0 0 16,-1 0 0-16,0 0 0 0,1-2 0 0,-1 2 0 16,-1 0 0-16,1-2 0 0,2 2 0 0,-1 0 0 15,1 0 0-15,-2 0 0 0,0 0 0 16,1 2-44-16,-2 0-37 0,-2-2-39 0,4 1-70 16,-1 0-97-16,-1 1-173 0,1 0-288 0,1 0-329 15,-1 1-339-15,-1 0-181 0,1 0 225 0,1 0 697 16</inkml:trace>
  <inkml:trace contextRef="#ctx0" brushRef="#br0" timeOffset="-52333.85">1614 9231 77 0,'2'-2'613'0,"0"2"481"15,-2-1 132-15,0 1-122 0,2 0-399 0,-2 0-326 16,3 1-184-16,2 1-118 0,5-1-39 0,2 2-19 15,4 0 8-15,4 3 26 0,9 1 15 16,4 4 81-16,10 1 37 0,6 2 27 0,6 2 8 16,7 2-15-16,4 3-15 0,7 0-58 0,6 0-34 15,4 1-23-15,3 3-17 0,6 0-13 0,1 0 0 16,4 5-7-16,-2-2-4 0,4 1-3 0,-1 2-11 16,-1-1 3-16,1 0 3 0,-3 0 4 0,-2-2 2 15,-3-1 4-15,-5-1 4 0,-1-3-5 16,-8-3-8-16,-3-1-6 0,-4-3 0 0,-6-4-7 15,-4-4-4-15,-5-1-4 0,-2-1-2 16,-6-1-1-16,-5-5-2 0,-6 2 0 0,-5-2-1 16,-5 0-1-16,-3-2 1 0,-6 2 0 0,-3 0-1 15,-2-3 1-15,-5 1-1 0,-1 0-5 16,-5-2-12-16,-3-3-34 0,-4 1-74 0,-5 0-79 16,-4 0-147-16,-4 1-239 0,-3 0-326 15,-2 2-342-15,-4 3-217 0,-1 2-20 0,-1 1 551 16</inkml:trace>
  <inkml:trace contextRef="#ctx0" brushRef="#br0" timeOffset="-51850.98">2545 11095 376 0,'-14'14'998'0,"1"-4"313"0,1 1-74 0,2-2-219 15,-1-4-442-15,2 0-205 0,4-3-69 0,0 3-35 16,2-4-28-16,1-1-29 0,1-1-46 15,1-4-47-15,3-2-49 0,2-5-23 0,3-4-12 16,4-5 6-16,4-6 2 0,6-6 11 0,3-8 9 16,5-6 5-16,4-9 7 0,4-5-10 0,3-10-1 15,5-7-6-15,4-7-5 0,1-8-10 0,4-4-10 16,2-6-5-16,5-1-6 0,1-7-7 16,0 2-7-16,2-1-3 0,-2 1 3 0,-3 3-1 15,-1 3 2-15,-7 8 1 0,-3 5 1 0,-5 9 0 16,-6 6-4-16,-6 9 0 0,-4 5-2 0,-4 9-1 15,-8 6-1-15,1 4 0 0,-6 4 0 0,-3 5 0 16,-2 4-1-16,-1 3 1 0,-2 5 0 16,-3 3-1-16,0 3 0 0,-1 1-1 0,-1 6-4 15,-1-1-9-15,0 5-21 0,-3 4-36 0,-1 2-80 16,-1 5-147-16,0 2-264 0,-4 8-320 16,1-1-396-16,-2 4-428 0,-1 0-60 0,-2 2 725 15</inkml:trace>
  <inkml:trace contextRef="#ctx0" brushRef="#br0" timeOffset="-45511.96">9758 10344 23 0,'-5'1'368'0,"0"1"271"16,-1 0 207-16,0 0 74 0,1 0-318 15,0 1-193-15,2-2-91 0,0 1-43 0,1-2-26 16,-2 1-19-16,4-1-29 0,-2 0-31 16,2 2-34-16,0-2-34 0,0 1-33 0,0-1-21 15,0 0-18-15,2 0-16 0,-2 0-6 16,0 0-7-16,2 0-1 0,-2 2-4 0,2-1-1 16,0-1 5-16,1 3 0 0,0-1 1 0,-1 1 0 15,3 1-1-15,-2-1 1 0,3 2-3 0,0-1 0 16,1 0 2-16,-1 1 0 0,1-3 3 15,-1 3-1-15,3-3-1 0,-1 2 1 0,0-4-1 16,0 2 3-16,1 0 12 0,1-2 13 16,1 2 5-16,0-2-2 0,2 0-2 0,1 0-1 15,-1 0-13-15,2 0-7 0,0 0-5 0,2 0 5 16,-1 1-1-16,4-1 1 0,-2 1-2 16,2-1-5-16,4 0 88 0,0 2 45 0,1-2 21 15,2 0 6-15,0 0-3 0,1 0-3 16,2-2-72-16,0 1-37 0,2-2-25 0,1-1-11 15,-1 0 5-15,1 0 31 0,2-1 15 0,-2-2 7 16,3-1 3-16,-3 0 0 0,2 1-8 0,-1-2-26 16,-1 2-17-16,0-2-6 0,0-1-5 15,-1 2-1-15,-2 3-2 0,3-3-2 16,-3 2 0-16,2 2-1 0,1 0-2 0,-1 1 2 16,1 1 1-16,0 2 1 0,3-1 6 0,-3 1 4 15,2 0 3-15,0 0-2 0,0 0-2 0,0 0-1 16,1-2-7-16,2 1 4 0,-2-2 2 15,1 0-1-15,-2 0 2 0,0 0 2 0,-1-1 1 16,1 0-7-16,-2 0-2 0,-1 0-1 16,-1 1-1-16,1 2 3 0,-2 0 3 0,1-1 0 15,0 2 0-15,-3 0 1 0,2 0-2 0,0 0-4 16,-3 0-1-16,0 0-3 0,0 0 0 0,-2 0-2 16,0-1 1-16,-4 1 0 0,1-3 0 15,0 3 0-15,-4 0 3 0,2-2 6 0,-3 2 2 16,1-5 2-16,-2 4 0 0,-2 0 1 15,0-1-4-15,-1 0-5 0,1 1 1 0,-3 0 1 16,1-1 2-16,-2 2-1 0,0-2 1 0,-2 1 1 16,4 0-4-16,-4 1-2 0,2-4-3 15,1 4-1-15,-2-1 0 0,1 0-1 0,-2 1-1 16,3-2 0-16,-5 1-1 0,2 1 0 16,-3-2 0-16,1 1 1 0,-3 1-2 0,0-2 1 15,-1 2 0-15,0 0 0 0,-2-1 1 0,0 1-1 16,0-2 1-16,-2 2-3 0,0 0-7 0,-1-3-13 15,-2 2-28-15,-2-2-71 0,-3-2-79 16,0-1-169-16,-3 0-278 0,-2-1-334 0,1-1-380 16,-4 1-242-16,0-3 54 0,-4 0 733 0</inkml:trace>
  <inkml:trace contextRef="#ctx0" brushRef="#br0" timeOffset="-37012.04">5015 12698 79 0,'0'-5'542'0,"0"1"401"0,-2-1 178 0,0 2-58 16,2 0-414-16,-1 0-259 0,1 1-136 15,-2 1-66-15,2-1-22 0,-1 2 3 0,-2 2 30 16,3-2-4-16,0 0-20 0,3 0-34 15,-3 1-28-15,1-1-29 0,-1 2-42 0,0-2-21 16,2 2-12-16,-1-2-5 0,3 1-2 0,2 2 0 16,1 1 1-16,2 2 31 0,2 0 17 0,2 2 12 15,2-2 16-15,0 1 8 0,2-1 14 16,2 1-18-16,2-2-11 0,1 0-6 0,3-2-10 16,-1-2-5-16,4 1-14 0,2-4-10 15,2-2-1-15,1 2 1 0,2-4-2 0,-2 0-1 16,3-1-5-16,2-2-2 0,-1 1-2 0,2-1-7 15,-1 0-2-15,0 1 2 0,3-3 7 0,3 3 2 16,-1 1 2-16,3-3 1 0,-2 3-2 16,-1-2-8-16,3 2-3 0,-2-1-3 15,2 1-2-15,0 1 5 0,-2-2 2 0,2 2 1 16,0 1 1-16,-2-1-5 0,2 2-2 0,-2 1-6 16,0-1-3-16,1 1-1 0,-1 1-3 0,0 1 6 15,1-2 1-15,0 3 1 0,0-4 0 16,-1 4 1-16,-1 0 0 0,-2-1-1 0,3 1 1 15,-3-1 1-15,2 1 5 0,-2 0 2 16,0 0 2-16,-2 0-1 0,1 0 1 0,-2 0 0 16,0 0-4-16,0 0-7 0,-2-2-3 15,2 1-1-15,0-1-1 0,-1 1-2 0,2 0-1 0,1-1 5 16,1-1 2-16,1 0 1 0,1 0 0 16,-2-2 1-16,3 1 0 0,1 1 1 0,-1-4 4 15,0 4 2-15,2-2 1 0,-2 0 0 16,2 0 2-16,0 1 0 0,1-2-5 0,-1 3 1 15,3-2-6-15,-1 1-3 0,1 0-3 0,0-1-2 16,3 1 0-16,-2 0-2 0,1-3 5 16,1 3 7-16,-1-1 4 0,-2 1 1 0,2-2 1 15,-1 0 0-15,-1 1 0 0,0 1-4 16,0-1-2-16,0 1 1 0,-1-1-1 0,2 1 1 16,2 0 2-16,-2 0-2 0,0 0 0 0,4 1 0 15,-3 0-2-15,-1-2-1 0,2 1 0 16,-3 2-1-16,3-4-1 0,-3 0 0 0,2 1-1 15,-2-1 2-15,0-1-1 0,0 1 1 0,1-1 1 16,0 1 1-16,0 0 2 0,1-1-1 16,-2 0-1-16,3 1 0 0,-3 0-1 0,3 1 0 15,-3 1 0-15,0 1-2 0,0 0 1 16,-3 0 0-16,0 0 0 0,0 2-2 0,-2-1 1 16,-1 2 1-16,1 0 1 0,-3 0 0 0,-1 0 1 15,2 2 1-15,-2-1 1 0,0 1 0 16,2-1-2-16,-1 0 0 0,2 3 1 0,3-2-1 15,-3 2-1-15,1-2 0 0,-2 2 0 0,-2-2 1 16,2 3-1-16,-2-3 0 0,-2-2 0 16,3 4-1-16,-3-1-2 0,3 1 1 0,-1-2 0 15,-1 3 1-15,1-2 0 0,0 0 1 0,0 0 1 16,0 0 2-16,1-1 1 0,3 2-1 16,-1-1-1-16,0 0 0 0,3 0 0 0,0 0-2 15,-1-2 0-15,1 2 0 0,0-1 0 16,0-1-1-16,-2-1-1 0,2 0 0 0,1 0-1 15,-2-1 0-15,0 1 2 0,0 0 1 0,1-2 0 16,-2 0 1-16,2 1 2 0,-2-2-1 16,3 2 0-16,-1-1 0 0,2 1 0 0,-1-1 0 15,-1 1-1-15,-2-2-1 0,-1 1-1 16,1 0 1-16,-1 1-2 0,0 0 1 0,-2 1-1 16,0 0 0-16,0 1 1 0,-1 0 0 0,1 1 1 15,0 1 1-15,0 0 0 0,2 0 1 0,2 0 0 16,1 0 0-16,0-2 0 0,3 3-1 15,2-3 0-15,-1 0-1 0,0 1 1 0,-2-4-2 16,2 1-1-16,-2-2 0 0,1 0 1 16,-3 0-1-16,2-1-1 0,-4 1 1 0,0-2 2 15,1 1 1-15,-3 1-1 0,2-1 1 0,-2 2 2 16,-1-1-2-16,5 0 0 0,-5 1-1 0,3 1 2 16,-3 1-2-16,0 0 0 0,2 0 1 15,-2 0-1-15,-3 1-1 0,3 3 1 0,-1-3-1 16,-1 0 0-16,-1 1-1 0,1 0 2 15,-1 0-1-15,2-2 0 0,-1 2 1 16,-1-2 1-16,2 0 1 0,-2 0-1 0,4-2 2 0,0 1-1 16,-1 0-2-16,3-1 1 0,1 0-1 15,-2 1 1-15,2 0-1 0,1-3-1 0,-2 2 1 16,-1 0-1-16,3-1-1 0,-2 1-1 16,0 1 1-16,2-2-1 0,-2 3 1 0,1-2 1 15,0 0 2-15,-2-1 0 0,0 2 0 0,4 0 2 16,-2 0-3-16,0-3 1 0,1 1-1 15,2 1 0-15,-2 0 1 0,-1 0-1 0,1-1 0 16,-2 0-2-16,-1 0 2 0,1 0-2 16,-1 0 1-16,-2 0-2 0,2 0 2 0,-4 0 0 15,1-1 0-15,1 1 1 0,-3 0 0 0,0-2 0 16,0 3 1-16,1-2 0 0,1 1 0 0,-2-1 0 16,0 2 1-16,3 0-1 0,-2-2 0 15,1 2 0-15,1-1 0 0,-1 1 0 0,-4 0-2 16,2-1 0-16,1 2 1 0,-1-3-2 0,0 3 1 15,1 0 0-15,0-1-1 0,-3 2 1 16,2-1 0-16,0-1 1 0,3 1 0 0,-3-1 1 16,2 1 0-16,-1 1 2 0,5-2 0 0,-2 1-2 15,2 1 0-15,0 0-1 0,1-2 0 16,0 2 0-16,-2-2 0 0,1 2 0 0,-1-1 0 16,-2 0 0-16,0 1-2 0,-1-2 1 15,-2 1-1-15,-1-1-1 0,0 2 2 0,-2-1 0 16,-4 0 1-16,1-1 1 0,0 2 0 0,-2 0 2 15,-2 0-2-15,-1 0 1 0,0 0-1 0,-2 0 0 16,1 0-1-16,-1 2 0 0,0-2 0 16,-1 0 0-16,0 1 0 0,-1-1 0 0,2 0 0 15,-3 0 0-15,4 0 1 0,-7 0-1 16,1-1 0-16,0 1 0 0,-2-2-1 0,0 2 1 16,-6-2 0-16,0 2 0 0,-2-1 0 15,-2 1 1-15,-1 0 0 0,-2-1 0 0,1 1 1 16,-5 0 0-16,1 0 1 0,-1 0-1 0,1 0 1 15,0 0-1-15,-1 0 0 0,-1 0 0 16,2 0-2-16,-2 0 0 0,1 0-2 0,-1 0 0 16,0 0-1-16,2 0 1 0,-2 0 0 15,2 0 0-15,-1-2 1 0,1 2 0 0,0-2 1 16,1 1 1-16,0 1-1 0,1-1 0 0,1-3 1 16,-2 1 0-16,2 2-1 0,2-2 1 15,-3-1 0-15,1 4 0 0,-1-4 0 0,-2 3 0 16,1 0-1-16,-1-2 0 0,0 3 1 0,-2 0-1 15,-2 0-1-15,0 3-2 0,-3 0-6 0,1 2-24 16,-5 4-78-16,-3-1-104 0,-2 1-188 16,1-1-289-16,-4 2-357 0,0 0-419 0,-7-1-204 15,0 1 276-15,-4-3 761 0</inkml:trace>
  <inkml:trace contextRef="#ctx0" brushRef="#br0" timeOffset="-35381.67">8590 13516 183 0,'0'-10'542'0,"-2"-1"355"0,2-1 213 16,-2 1-161-16,-1 1-250 0,2 1-174 0,-1 0-60 15,0 2-48-15,-2-3-36 0,2 5-46 0,-1-1-45 16,2 1-40-16,-1 2-60 0,2-2-57 0,0 4-45 16,-2 0-27-16,2 1-17 0,0-2-11 15,2 2-10-15,-2 2-7 0,0-1-7 0,2 4-2 16,-1 2-3-16,2 4 0 0,-1 4 2 15,4 3 2-15,-3 2 9 0,2 4 3 0,0 2 2 0,0 1 3 16,-1 3 1-16,1 1 1 0,1 1-5 16,-1 0 2-16,1 2-1 0,-2 1-3 15,-1-1-1-15,3 4-3 0,-1-1-5 0,-2-1-6 16,0 3-1-16,0-1 3 0,2-1 2 16,-2-2 0-16,1-1 2 0,-1-2 2 0,1-4-1 15,2-1-6-15,-2-2-3 0,0-3-2 0,1-1 0 16,0-1-1-16,3-4 0 0,-2-1 0 0,-1-1-1 15,3-2 1-15,0 0-1 0,1-2 0 16,-1-2 1-16,2-1 1 0,1-1 0 0,1-2 1 16,-2-1-1-16,4-3 1 0,-1 0 1 15,4-3 0-15,-2 0 1 0,2-1 0 0,-1-4 1 16,1 0 0-16,-1-2-1 0,3 1 0 0,-2 0-1 16,-1-1-1-16,1 1 0 0,-2 0 0 15,0 1-1-15,-2 1 0 0,1-1 0 0,-3 2-2 16,-1-1 0-16,1 2-1 0,-2-1-1 15,-1 2-1-15,-1 0 0 0,0 0-5 0,-2 1-9 16,0 0-14-16,0 0-31 0,-4-1-66 0,1 1-78 16,-2 0-148-16,-2 0-277 0,-1 1-325 15,2-1-367-15,-1 2-254 0,0-2-15 0,2 1 668 16</inkml:trace>
  <inkml:trace contextRef="#ctx0" brushRef="#br0" timeOffset="-34882.03">9366 13999 16 0,'2'-4'579'0,"-1"-2"544"16,-2 1 298-16,-1 1-5 0,-3-1-330 0,0 2-390 16,-1-1-225-16,-3 1-123 0,-1 2-95 15,0-1-93-15,-2 2-57 0,1 0-35 0,-3 0-22 16,3 3-14-16,-2 1-11 0,-1 1-6 15,3 2-7-15,-2 3-4 0,4 2-1 0,-1 4-1 16,4-1-1-16,-2 3-1 0,3-2 0 0,2 0 1 16,1 2-1-16,2-2 0 0,2-1 0 15,1-2 0-15,-1-1-1 0,4-1-1 0,2-3 1 16,-2-2-2-16,4-2 1 0,1-2-1 16,0-4 2-16,2-2 0 0,2-6 1 0,-2-2 0 15,4-4 1-15,-1-4-1 0,0-1-1 0,-3-3 1 16,1 0-2-16,-3 2 2 0,-3-1 0 15,1 3 1-15,-2 3 2 0,-3 2 1 0,-2 4 1 16,1 2 0-16,-1 0 1 0,1 5-2 0,-3-1-1 16,2 4-1-16,-1-1-1 0,-1 4-2 15,3 2-1-15,-1 5 0 0,-1 2 1 0,2 1 0 16,2 3 0-16,-2 1 1 0,4 2 0 0,-1 0 0 16,2 2 0-16,0 1-1 0,0-2 1 15,4 0-3-15,-2 3 1 0,1-3-1 0,0-1-1 16,3 0 0-16,0 0-1 0,-1 0 0 15,3-1 0-15,-2-2-8 0,2 0-17 0,-2-2-54 16,-1-1-72-16,-1-3-79 0,-2-3-135 0,-2-1-198 16,1-4-305-16,-4-4-268 0,3-3-197 15,-3-3-81-15,-2-4 370 0,0-4 544 0</inkml:trace>
  <inkml:trace contextRef="#ctx0" brushRef="#br0" timeOffset="-34522.73">9726 13431 15 0,'5'-4'433'0,"-2"0"369"15,1 3 225-15,-1-1 20 0,0 1-289 0,1 2-239 16,0 1-156-16,0 3-38 0,3 1 12 15,-1 2 14-15,1 3-21 0,2 2-31 0,-1 2-35 16,-2 3-50-16,5 3-52 0,-3 3-44 0,0 2-36 16,0 1-19-16,3 1-12 0,-3 4-11 15,3-1-7-15,-2 4-9 0,1 1-6 0,1 1-6 16,0-1-5-16,0 2-2 0,0-2-4 16,0-2-1-16,0-4-1 0,-3 0-2 0,3-2-2 15,-3-6-13-15,-1-3-31 0,-2-3-68 0,-2-3-71 16,-3-4-121-16,-2-5-177 0,-1-5-261 15,0-4-315-15,-4-5-230 0,2-4-147 0,-1-4 264 16,-3-3 538-16</inkml:trace>
  <inkml:trace contextRef="#ctx0" brushRef="#br0" timeOffset="-33996.98">9716 13330 305 0,'0'-12'864'0,"0"3"341"15,0-2 0-15,0 4-238 0,2 0-354 0,0 0-203 16,3-1-87-16,0 3-53 0,1-4-37 0,4 1-6 16,0 1-19-16,3 1-48 0,1 0-47 0,1 0-22 15,2 0-13-15,-1 4-25 0,1-3-22 16,1 4-12-16,-1 1-1 0,3 1 2 0,-4 4 0 16,0 2 1-16,-2 3-1 0,-1 4 1 15,-2 2 0-15,-3 6 0 0,-1 1-1 0,-3 4-2 16,-1 0-2-16,-3 4 2 0,-3 1-3 0,-1 1-2 15,-1 0 0-15,-2-3-1 0,2 0 1 16,-4-2-4-16,3 0-3 0,-1-5-3 0,1-1-1 16,1-3-1-16,0-2 0 0,-1-2-1 15,2-2-1-15,0-3-1 0,3 1-1 0,1-3 0 16,0-1-1-16,1 1-1 0,4-2 2 0,0-2-1 16,6 2 2-16,0-3 0 0,6 0 1 15,-1-3 0-15,5 2 1 0,1-2 1 0,0 0-1 16,2 0 1-16,-1 1 0 0,1 0-1 15,-2 4 1-15,0 0 1 0,-1 3-1 0,-3 0 0 16,-1 3 1-16,-3 1 1 0,0 0-1 0,-3 2 1 16,-3 1 1-16,-2 2 2 0,-3 0-1 15,-1-1 1-15,-4 4 0 0,-1-2 0 0,-6 0-2 16,1 1 4-16,-5 2 1 0,-2 0 3 0,-3 3-1 16,-4 0 1-16,-2 1-1 0,1-2-2 15,0 4-4-15,-2-4-2 0,3-1-3 0,0-1 0 16,4 1-1-16,0-2-1 0,3-2-1 0,1-1-2 15,3-2 0-15,5-3-1 0,0 0-1 16,4-3-5-16,2-3-15 0,3-2-44 0,5-3-74 16,-2-3-94-16,4-3-174 0,2-2-297 15,-1-5-342-15,7-1-326 0,-1 0-176 0,2-4 194 16,2 1 676-16</inkml:trace>
  <inkml:trace contextRef="#ctx0" brushRef="#br0" timeOffset="-32964.25">10888 13984 295 0,'2'-3'660'16,"-2"-1"322"-16,2 1 142 0,-2-2-252 0,-2 2-243 16,2-1-160-16,0 1-67 0,-2 0-24 15,2-1-13-15,0 1-28 0,-2 2-35 0,0-2-37 16,0 2-50-16,1-2-53 0,-1 1-46 0,-1 2-30 16,1-5-16-16,-1 5-12 0,0-1-11 15,-2 1-6-15,-1 1-7 0,-2-1-4 0,2 5-3 16,-2-3 0-16,0 1-1 0,-3 0-2 0,3 2-2 15,-2 2-2-15,-2 0-2 0,-1 1-2 16,2 2-1-16,-2-1-3 0,2 3-1 0,-1-1-2 16,1 4-2-16,-1 0-2 0,2 1-3 15,0 0 0-15,2 1-1 0,0 3-1 0,2 1 0 16,1 1 0-16,2 1-1 0,1 2 0 0,2 2 0 16,2-1 0-16,1 2-1 0,4 1 1 0,-1 1-1 15,5-4 1-15,0 4 1 0,3-5 0 16,0-3 0-16,2 1 0 0,0-4 0 15,1-2-1-15,3-3 0 0,-2-2 0 0,3-3 0 16,-2 0-1-16,1-5 0 0,0-1-1 0,-2-3 1 16,1-3 0-16,-1-4 0 0,-3-1 1 15,-2-1 0-15,0-3 1 0,-4-2 0 0,-1-1 1 16,-3 1 1-16,-2-4 1 0,-3 2 1 0,-3 1-1 16,-2-1 1-16,-3 1-1 0,-3 1 0 15,-1 1-1-15,-3-1 0 0,-2 5 0 0,1-1-1 16,-1 4 0-16,-2 2-1 0,3 0 0 0,-3 4-1 15,3 4-1-15,-1 0 0 0,4 5 0 0,-1 1-1 16,4 4-2-16,1-1 1 0,0 3-2 16,4 3 1-16,0-1-5 0,3-1-9 0,1 2-17 15,-1 2-30-15,4 1-75 0,-1-1-105 16,-1 1-204-16,2 0-292 0,1 1-364 0,1 1-413 16,0-2-197-16,2 0 304 0,1-3 812 0</inkml:trace>
  <inkml:trace contextRef="#ctx0" brushRef="#br0" timeOffset="-29647.93">11858 13559 57 0,'-7'-1'616'16,"-1"0"489"-16,2 1 168 0,0 0-118 0,1 0-354 15,2 1-343-15,1-1-175 0,2 0-97 0,0 1-54 16,2-1 6-16,3 5 34 0,1-3-4 16,3 1 11-16,-1 0 0 0,2 0-5 0,4-1-26 15,-1 0-45-15,1-2-24 0,3 0-26 16,-1-2-15-16,0 2-9 0,1-2-8 0,1-1-8 16,-1-3-3-16,-1 4-3 0,1-4-2 0,-1 1-1 15,-2 1-2-15,-1 0-2 0,-2 0-1 16,0 0 1-16,-3 1-3 0,-1 2-1 0,-1-1-6 15,-2-1-28-15,-2 3-71 0,-2-1-90 0,0 1-175 16,-5 1-289-16,-1 1-338 0,-3-1-364 16,-1 2-217-16,-4 0 170 0,1 0 718 0</inkml:trace>
  <inkml:trace contextRef="#ctx0" brushRef="#br0" timeOffset="-29334.74">11978 13434 358 0,'5'-7'903'0,"-2"3"305"0,2 0-36 16,-2-1-231-16,4 0-415 0,0 3-240 0,3-2-105 15,2 3-7-15,-1 1 27 0,4 0 35 16,2 1 2-16,0 3 7 0,1 0-19 0,2 1-46 16,-1 2-46-16,3-1-49 0,0 2-25 0,-4-1-29 15,4 2-13-15,-2-1-8 0,-2-1-4 16,-1-1-1-16,-2 2-1 0,0-1-1 0,-3-2-1 15,-2 1 1-15,-3-2 1 0,-1 2 0 0,-3 0 1 16,-1 1 1-16,-2 3 0 0,-2-2-3 16,-3 3-1-16,-1 1-3 0,-2 1-14 0,-4 1-71 0,-1-2-83 15,-3 1-165-15,0-1-280 16,-1 1-325-16,4-2-389 0,-1-1-237 0,3-4 87 16,4-1 707-16</inkml:trace>
  <inkml:trace contextRef="#ctx0" brushRef="#br0" timeOffset="-28297.79">13439 13273 30 0,'-2'-12'414'0,"2"2"338"0,-3-1 282 0,2 2 86 16,-1 0-334-16,0 1-233 0,1-2-92 0,-1 3-23 16,2 1-19-16,-1 4-49 0,1-3-54 15,0 4-48-15,0-2-58 0,0 3-67 0,0-2-60 16,0 2-31-16,1 2-13 0,2 2-4 16,1 3 0-16,0 4 3 0,4 3 0 0,-2 4-2 15,2 6-6-15,1 7-6 0,1 1-6 0,-2 6-6 16,2 4-3-16,-2 3-5 0,3 3-1 0,-3-1-2 15,0 2 0-15,-1-3 0 0,-2-2-1 16,2-4 3-16,-4-4 0 0,0-3-1 16,0-7-1-16,0-4 1 0,2-6 0 0,-4 0 3 15,1-6 2-15,-1-2 5 0,-1-2 4 0,0-3 4 16,0-5 0-16,-1-3-1 0,-2-5-5 0,-2-5-2 16,1-6-7-16,-3-3-3 0,2-4-1 15,-3-7 1-15,-4-2 0 0,1-5 0 0,-5-3 1 16,0-4 0-16,-1-4 0 0,-1-1-2 15,-1 1-1-15,3 2-1 0,-1 6 0 0,4 3 0 16,-1 6 1-16,3 6 0 0,2 5-1 0,1 5 1 16,2 4 0-16,1 4-1 0,1 1 0 15,3 4 0-15,2 4 0 0,1 3 1 0,5 3 0 16,1 3 1-16,4 3 1 0,2 3 0 16,5 3 0-16,0-1 0 0,5 8 0 0,1-1 0 15,2 3-1-15,1 3 1 0,-1 1-1 0,3 2-1 16,-2 3 0-16,0-1 0 0,1 2-1 0,-3-1 0 15,1 1-1-15,-2-2 1 0,-3-2-1 16,1-4 0-16,-3-1 0 0,1-4 0 0,-5-1 2 16,-1-3-1-16,0-3 0 0,-3-2 1 15,-2-3 0-15,-4-1-1 0,2-2 1 0,-3-1 0 16,-1-5 5-16,-1 0 2 0,-3-5 4 0,0-3 0 16,0-4 1-16,-3-3 0 0,-1-3-2 0,1-6-3 15,-4-1-1-15,1-4 0 0,-2-4-1 16,-3-3 1-16,1-3 4 0,-2-3 1 0,-2-2 1 15,2-1-2-15,-2 2 1 0,3 3-4 16,2 2-3-16,-1 7-2 0,2 3-2 0,4 4 1 16,-1 7-1-16,1 2-1 0,1 4 0 15,-1 2 0-15,2 3-2 0,2 0 0 0,0 5-1 16,2-1 0-16,2 5 0 0,1 0 0 0,2 1-2 16,-1 4-8-16,2 0-16 0,1 1-28 0,-1 0-71 15,-1 1-86-15,-1 1-173 0,2 2-282 16,-4 0-340-16,3 4-390 0,-4-3-238 0,-1-1 97 15,-1 2 747-15</inkml:trace>
  <inkml:trace contextRef="#ctx0" brushRef="#br0" timeOffset="-28011.11">13966 13102 102 0,'12'-3'636'16,"-4"1"441"-16,4 2 164 0,-2 4 1 0,1 2-312 16,3 3-277-16,-1 4-157 0,1 4-105 0,2 2-69 15,-3 7-85-15,4 2-83 0,-1 4-52 16,-2 4-33-16,2-1-20 0,-2 5-17 0,-1 0-13 16,-1 2-10-16,0-2-4 0,0 3-5 0,-4-6 0 15,0-1-1-15,0-3-1 0,-2-2 2 16,-1-4 0-16,-2-2 1 0,-1-1-1 0,-1-5-1 15,-2-1-5-15,-1-1-13 0,0-3-28 16,-2-3-60-16,-1-2-69 0,1-1-95 0,-3-4-163 16,2-3-248-16,-1 1-311 0,1-4-251 0,-1-2-191 15,4-2 102-15,-1-3 563 0</inkml:trace>
  <inkml:trace contextRef="#ctx0" brushRef="#br0" timeOffset="-27381.73">14751 13109 118 0,'0'-6'850'0,"0"0"680"0,0 0 105 0,-1 1-279 15,-3-1-445-15,1-1-348 0,-2 2-203 16,-4-1-126-16,3 2-78 0,-2-1-44 0,-3 2-29 15,1 0-19-15,-3 1-15 0,0 2-10 0,-4 2-9 16,0 3-8-16,1-1-7 0,-3 4-5 16,-1 1-2-16,2 4-1 0,1 0-1 15,-1 2-1-15,3-1 0 0,2 1-1 0,1 0-1 16,2 1-1-16,4 1-1 0,1-2-1 0,3 0-1 16,2 0-1-16,2 0 0 0,4 0-1 0,1-3 0 15,2 1 0-15,5-1-1 0,2-1 1 16,2-3 0-16,4 2 0 0,-2-3-1 0,6-2 0 15,0 1-4-15,1-2-3 0,2 2-6 0,-3 2-4 16,3-1-3-16,-3 2-3 0,0 0-1 0,-2 3 0 16,-2 2 1-16,-1-2 1 0,-1 3 3 15,-1 0 2-15,-6-2 6 0,-1 2 4 0,-4-2 6 16,-4 3 3-16,-3-3 3 0,-1 1 1 16,-5-1 0-16,-1 1 2 0,-5-1 1 0,-2-1 2 15,-1 0 2-15,-3 0 0 0,-4 0 1 0,2-1 0 16,-5 1-3-16,2-2-1 0,-3 1-3 15,4-1-1-15,1-2-2 0,1-1-2 0,3-1-4 16,4 0-15-16,0-4-40 0,4-2-87 0,2 0-110 16,2-2-212-16,4-3-309 0,4-1-375 15,2-2-384-15,2-4-108 0,2-2 381 0,4-3 746 16</inkml:trace>
  <inkml:trace contextRef="#ctx0" brushRef="#br0" timeOffset="-26865.97">15249 13083 13 0,'-1'-11'465'0,"-1"5"448"16,2 0 255-16,0 2-28 0,0 1-340 0,0 0-301 15,2 3-167-15,1 2-50 0,2 4 16 16,2 4 11-16,3 5-12 0,0 3-20 0,3 4-38 16,-1 7-61-16,-1 3-57 0,5 5-40 15,-4 3-25-15,2 4-19 0,-1 1-10 0,1 1-6 16,-3 2-9-16,-1-1-7 0,2-2-2 15,-4-4-1-15,2-2 0 0,-1-3-1 0,-2-5-1 16,-1-5 0-16,-1 0-3 0,-2-6-12 0,-1-3-43 16,-1-3-76-16,-4-3-90 0,0-6-167 15,-2 1-277-15,-3-6-335 0,-3-2-318 0,0-2-181 16,0-3 151-16,-6-4 623 0</inkml:trace>
  <inkml:trace contextRef="#ctx0" brushRef="#br0" timeOffset="-26631.73">14868 13128 119 0,'8'-9'609'0,"2"4"400"16,2-2 191-16,1 1-64 0,4 0-331 0,4 1-216 16,4-2-86-16,5-1-87 0,0 1-82 0,4-2-48 15,0 0-78-15,2-2-69 0,1 0-54 16,-1 3-29-16,2-3-15 0,-1 0-20 0,-2 3-8 15,1-1-8-15,-2 0-3 0,0 1-3 16,-1 1-10-16,-1-1-55 0,-2 4-83 0,0 0-152 16,-4 3-263-16,0 1-317 0,-2 3-396 0,-1 1-313 15,-2 1 6-15,-4 2 675 0</inkml:trace>
  <inkml:trace contextRef="#ctx0" brushRef="#br0" timeOffset="-25931.86">16581 12941 102 0,'6'-7'660'0,"-6"0"464"0,0 1 188 16,0-1-20-16,-5 1-336 0,1 0-291 0,-1-1-182 15,-2 1-106-15,-1 0-82 0,-2 1-86 16,-2-1-74-16,3 4-42 0,-5-2-25 0,1 3-17 0,-3 1-14 16,0 1-9-16,1 5-8 0,-5 4-8 15,1 2-4-15,-2 3 1 0,1 6 1 0,0 2 0 16,-1 5 0-16,2 5 1 0,2 3 1 16,1 4-5-16,2 7-2 0,1 0-2 0,4 8-2 15,3 2-1-15,2-1-2 0,4 3-1 0,5-2 0 16,3-3 0-16,5-1-1 0,1-6 1 15,6-3-1-15,6-3 1 0,0-8-1 0,6-7-1 16,1-3 2-16,2-10-1 0,3-7 2 16,0-8 1-16,-2-6-1 0,-1-6 2 0,0-4 0 15,-3-4 0-15,-6-3 0 0,-4-4 1 16,-4 3 1-16,-2-2 0 0,-8 1 2 0,-4 3 0 16,-4 0 1-16,-4 3-1 0,-3 0 1 0,-7 4-1 15,1-2 0-15,-5 4 0 0,-4 2 0 0,-1-1 0 16,0 6 0-16,-4 2 2 0,-2 2-1 15,3 4-1-15,-3 4 1 0,1 3-1 0,3 2-2 16,-1 4-1-16,2 3-1 0,4 3-2 16,2 0 0-16,3 2 0 0,2 1-1 0,3 2-2 15,2-1 1-15,5 1 0 0,3-1 0 0,3-1 0 16,5-2 0-16,0-1-4 0,5-3-9 16,2-1-17-16,2-4-38 0,0-3-78 0,0-4-99 15,2-4-161-15,3-3-276 0,-1-4-343 0,4-2-356 16,0-3-183-16,2-5 143 0,-2-2 650 15</inkml:trace>
  <inkml:trace contextRef="#ctx0" brushRef="#br0" timeOffset="-25500.79">17248 12753 606 0,'0'-14'1606'0,"-5"6"167"0,-2 1-353 0,-3 4-357 15,0 4-479-15,-3 1-283 0,-1 5-140 16,0 1-65-16,-2 1-34 0,0 7-22 0,1 0-15 16,-1 3-12-16,-2 7-7 0,4 2-2 15,-2 8-1-15,3 2-2 0,1 5 0 0,3 5 1 16,0 6 1-16,5 5-2 0,1 4-1 0,3 1 0 16,4 0-1-16,4 0-2 0,2-4-1 0,5-4 0 15,0-9 0-15,5-3 0 0,1-9 0 16,3-4-2-16,1-9-9 0,-1-7-11 0,-1-6-15 15,-2-9-14-15,0-4-8 0,-3-8-4 16,-5-5 6-16,0-3 13 0,-2-6 19 0,-5-3 24 16,-3-2 27-16,-3 2 22 0,-4-2 14 0,-3 1 9 15,-4-2 4-15,-3 4-1 0,-3-2-7 16,-1 3-9-16,-4 2-4 0,-1 5-6 0,-3 3-3 16,1 7-7-16,-4 4-7 0,-1 6-7 15,2 10-6-15,-1 5-6 0,4 6-4 0,3 4-4 16,4 6-2-16,5 0-1 0,4 1-2 0,9 2-8 15,4-2-14-15,4-1-37 0,4-4-83 16,4-3-138-16,1-3-262 0,5-4-318 0,1-5-401 16,2-4-427-16,2-2-44 0,1-8 671 0</inkml:trace>
  <inkml:trace contextRef="#ctx0" brushRef="#br0" timeOffset="-21714.47">17714 12853 313 0,'0'-1'611'16,"0"-1"273"-16,-1 0 145 0,1 1-235 0,-2 0-211 16,2-1-132-16,-2 2-83 0,1 0-61 15,-1-1-22-15,1 1-9 0,1-2 9 16,-2 2-1-16,0 0-21 0,-1 0-29 0,-3 0-47 16,1 2-48-16,1-2-41 0,-1 1-32 0,-2-1-17 15,1 2-8-15,-2 0-7 0,2 0-3 0,0 1-9 16,-3 0-4-16,2 0-1 0,1 2-6 15,-2-3-2-15,1 4-3 0,-2-1 0 0,3 1-2 16,-1 0-1-16,2 0 0 0,-3 1-2 16,2 0-1-16,0 2 0 0,1 0-1 0,-1 1 1 15,1 2 1-15,0 0-1 0,-1 0 2 16,3 2-1-16,-2 2 0 0,3-1 0 0,1 1 1 16,-1 3-1-16,2-1 1 0,-1 1 0 0,1 0 0 15,0 3 1-15,0-3-1 0,1 2 0 0,-1-1 0 16,0 4-2-16,2-2 1 0,-1 0 1 15,-1 2 0-15,0-2 2 0,2 1 3 0,-2 1 1 16,3-3 0-16,-1 1 0 0,0-1-1 16,1 0-1-16,1 0-4 0,-1-2 1 0,0 2-3 15,2-1 1-15,0-1 0 0,0-1-1 0,0 2 0 16,2-2-1-16,-2-2 1 0,3 2 0 16,-1-1 1-16,-1 1-1 0,3-3 1 0,-1-1-1 15,0 2 1-15,3-3-1 0,-1 2 1 0,-1-3-1 16,2 0 0-16,0-1 1 0,-1-1 0 15,2 1 0-15,1-4-1 0,1 1 0 0,-1 0 0 16,0-3 0-16,-1 0 0 0,3-1-1 16,-2-1 1-16,-1-1-2 0,-1-1 1 0,1-1 0 15,1-1 0-15,-2-1-1 0,-1-2 1 16,1-1 0-16,0-1 1 0,-2-2-1 0,-1-3 0 16,0 0 1-16,3-3 0 0,-5 1 1 0,3-2-1 15,0-2 2-15,-5 4 0 0,3-6 0 0,-1 1 0 16,-1 0 1-16,-2-2-1 0,3 1-1 15,-3-3 1-15,-1 3 1 0,1-2-1 0,-1 0-1 16,0 0 1-16,-2 0 1 0,1 0-1 16,-1 2-1-16,-1-2 1 0,1 1-1 0,-4-3 1 15,3 1-1-15,-1 1 0 0,0-1-1 0,-1-1 0 16,2 1-1-16,-4 0 0 0,4 0 0 16,-2 1-1-16,-1-1 1 0,3 0-1 0,-3 2 1 15,3 1 1-15,-2 0-1 0,-1 0 1 0,1 2 1 16,-3 1 1-16,2 1 9 0,-1 1 5 15,0 1 3-15,-2 2 2 0,3 0-1 0,-4 2 1 16,2-1-7-16,-1 1-6 0,1 3-2 0,-2-2-1 16,2 1-1-16,-1-1-1 0,1 4 0 15,0-2 0-15,-2 0 0 0,2 2-1 16,-2-1 1-16,-1 1 0 0,0 1-1 0,1-2 1 16,0 3 0-16,-1-2-1 0,-4 1 0 0,2 2 0 15,0-2 1-15,0 1-3 0,0 2 2 0,-1 0-2 16,0 0 0-16,-2 0 0 0,3 2 0 15,-2 1-1-15,1-2 0 0,-1 4-2 0,-1-1 1 16,1 1-2-16,0 0 0 0,-1 2 0 16,3-1 0-16,-3 1-1 0,1 0-1 0,2 1-5 15,0 2-12-15,2 1-21 0,-1 0-58 0,-1 2-79 16,6 2-150-16,-1 0-272 0,4 0-322 0,2-1-391 16,2 1-309-16,1-3-1 0,4-2 685 15</inkml:trace>
  <inkml:trace contextRef="#ctx0" brushRef="#br0" timeOffset="-15566.69">13374 14248 72 0,'-18'8'392'0,"1"0"249"0,0-3 187 15,1 0-6-15,3 1-304 0,3-2-147 16,1-1-66-16,1 0-45 0,5-2-39 0,0 3-34 16,-1-4-31-16,2 1-42 0,2-1-44 0,0 1-31 15,0-1-22-15,2 0 36 0,2 0 31 16,-1 0 21-16,2 0 18 0,1 0 19 0,-1 0 6 15,3-1 19-15,3 1 12 0,-3-1 4 16,3 1 20-16,0 0 3 0,0 0-3 0,-1 0-37 16,2 0-29-16,1 1-27 0,1 0-30 0,2 1-22 15,1 0-13-15,1 2-13 0,2-1-8 0,2 0 3 16,-1 2-3-16,3 0-5 0,0-3 5 16,-1 2 0-16,2 2-1 0,-1-2-2 0,2-1 0 15,0 1 1-15,1-1-8 0,0 0-3 16,0 0-2-16,1 0-4 0,-2-1-1 0,1-1-3 15,0 1 2-15,-1-1 0 0,0-1 1 0,0 2 4 16,-3-2 3-16,2 0 1 0,0 0 1 0,-1 0 2 16,1-2-3-16,-1 2 0 0,3-1-1 15,-2-1-2-15,2 2 1 0,0-3-2 16,0 2-1-16,0-1-1 0,0 1-1 0,1-2-1 0,1 1-1 16,-1-1 0-16,1 0 0 0,-1 1 0 15,0-3-1-15,-1 2 1 0,0-1-1 0,1-2-1 16,1 1 0-16,-3-2 0 0,0 1 0 15,1-1-1-15,-2 1 1 0,-1 0-1 0,0 0 0 16,-3 2 0-16,1-1-1 0,-2 0 2 16,-2 1 0-16,0 0 1 0,0 0 0 0,1 4 3 15,0-3 1-15,-2 2 0 0,2-1 1 0,-1 2-1 16,2-2 0-16,-1-1-1 0,0 1-1 16,0-1-1-16,0 0 0 0,3 0 0 0,-1 0 0 15,-2-2 0-15,3 1-1 0,0 0 1 0,-2-1-1 16,0 2 0-16,-2 0 1 0,0 0-1 15,-1 0-1-15,-1 0 1 0,1 2-1 0,-4-1 0 16,1 1 0-16,-2 0 1 0,1-1-1 0,-3 2 0 16,1-2 0-16,0 2-1 0,-1-1 0 15,-1 0 0-15,2-1 0 0,-1 0 1 0,-2 0 0 16,3 2 0-16,-3-3-1 0,1 2 1 16,2-1 0-16,-1 0 0 0,-1-1 0 0,1 3-1 15,2 0 2-15,0-2-1 0,0 2-1 0,-1-3 1 16,2 3 1-16,1-2 0 0,-3 2-1 15,5 0 1-15,-3 0 0 0,2 0 0 0,0 0-2 16,0 0 0-16,0 0 0 0,2 0 0 16,1 0 0-16,-1-1 0 0,0 1 0 0,2 0 1 15,2-1 1-15,-4 1-1 0,2-2 1 0,0 2 0 16,0 0-1-16,1 0 1 0,-2 0-2 16,1 0 2-16,1 0-2 0,-2-2 2 0,2 2-1 15,1-1 0-15,0 0 0 0,-1 1-1 16,-1-4 1-16,3 3 0 0,-1 0 0 0,-2-1-1 0,1 0 0 15,2 0 1-15,-2 0-1 0,0 1 0 16,0-1 0-16,0 2-1 0,0-1 1 0,0 1 0 16,1 0-1-16,0 0 1 0,-1 0 0 15,1 1-1-15,-1-1 0 0,2 0-1 0,-2 0 1 16,2 0-1-16,1 0 0 0,-1-1 1 16,1-1 1-16,0 2 0 0,3-1 2 0,-1-2-1 15,2 0 2-15,-3 0-1 0,3 0 0 0,1 0 0 16,0 0 0-16,-1 1 0 0,3 0 1 0,-1 0-1 15,-1 2-1-15,2-2 0 0,2 2 0 16,-2 2 0-16,0-2-1 0,0 3 0 0,0-2 0 16,0 3 0-16,1-2 0 0,-1 1 0 15,2 2 0-15,0-2 1 0,-1 0-1 0,1 0 1 16,0-2-1-16,1 2 2 0,-1-3 1 0,1 2 1 16,0-2 1-16,0-2 0 0,1 2 0 0,0-1-1 15,0-1 2-15,2 2 1 0,-5-1 1 16,2-1 0-16,1 1 0 0,-3 1-1 0,1-2-1 15,0 1-3-15,-4 1 0 0,-1 0-1 16,0-2-1-16,-3 2 0 0,-1 0 1 0,-2 2-1 16,-2-2 0-16,-2 0 0 0,-4 1-1 0,-1-1-1 15,-4 2 1-15,-3-2 0 0,0 0-1 16,1 1 0-16,-3-1 1 0,-3 2-1 0,0-1-4 16,-1 2-8-16,-4-1-18 0,1 0-35 15,-1 2-80-15,-3-2-137 0,0 2-257 0,-5-3-317 16,2 0-404-16,-3 3-437 0,1-3-84 0,0 0 666 15</inkml:trace>
  <inkml:trace contextRef="#ctx0" brushRef="#br0" timeOffset="-10698.89">12074 15677 389 0,'0'-6'896'0,"-3"-1"320"16,-2 3-10-16,1 0-282 0,-4 2-307 0,3 0-167 15,-3 1-84-15,0 1-47 0,-1 1-40 16,-1 1-39-16,-1 0-52 0,0 3-56 0,0 0-42 16,1 0-38-16,-2 1-21 0,2 1-9 15,2 3-10-15,-1 0-5 0,1 1-6 0,2 3 0 16,-1 0-2-16,4 3 0 0,0 2-1 0,0-3 1 16,3 3-1-16,0-2 7 0,3 1 2 15,2-2 4-15,0 0-1 0,1-1-1 0,1-2 2 16,2-3-7-16,-1-2-4 0,1-1-2 15,1-4 1-15,2-2 1 0,-2-3-1 0,4-4 2 16,-3-3 2-16,2-3 0 0,-1-4 1 0,-2-1 0 16,0-4-6-16,0-3-4 0,-3 3 0 0,-2-1-4 15,-1 2 1-15,-2 1 1 0,0 3 7 16,-2-1 4-16,-2 6 4 0,0 2 6 0,-1 1 0 16,0 1 0-16,-2 5-1 0,0 2-2 15,1 2-3-15,0 2-5 0,0 4-3 0,2 1-1 16,1 1 0-16,2 4-1 0,1 1 0 0,4 0 5 15,0 3 5-15,2-2 1 0,0 2 0 16,3 1 1-16,2-2-1 0,1 1-6 0,-1-3-3 16,1 1-3-16,3 0 0 0,1-2 0 15,-1-4-1-15,0-1 3 0,1-3 0 0,1-2 1 16,0-2-2-16,0-2-19 0,-2-2-44 0,-1 1-68 16,1-4-68-16,-5 1-116 0,-1-1-181 0,-2-1-294 15,-2 0-277-15,-1-1-211 0,-1 1-125 16,-2-4 295-16,0 0 552 0</inkml:trace>
  <inkml:trace contextRef="#ctx0" brushRef="#br0" timeOffset="-10424.16">12482 15516 77 0,'13'7'585'0,"-4"1"404"0,0-2 150 0,1-3-45 15,0 0-363-15,0 0-305 0,2-1-160 16,-1-2-79-16,2 0-41 0,1 0-44 0,2-4-37 16,0 3-21-16,0-4-21 0,1 2-4 15,0-1-8-15,-3-3-8 0,2 4-1 0,-5-2-5 16,2 0 1-16,-4 2-3 0,1 0-7 0,-5 0-21 16,-2 3-76-16,-1 0-148 0,-4 3-215 15,-1 0-285-15,-2 3-268 0,-2 2-205 0,-3 1 105 16,0 0 464-16</inkml:trace>
  <inkml:trace contextRef="#ctx0" brushRef="#br0" timeOffset="-10258.34">12549 15708 313 0,'4'3'830'0,"-1"-1"323"16,-1 0 6-16,1-1-275 0,1-1-318 0,0 0-253 15,1 0-134-15,0-1-66 0,4-2-29 0,-1 0-17 16,3 0-26-16,3-3-17 0,1 0-11 15,2 0-6-15,-1-1-4 0,4-1-3 0,-1 1-20 16,1 1-82-16,-2 1-169 0,-2 2-295 16,2 2-266-16,-4 4-265 0,3 3-161 0,-2 0 222 15,0 5 525-15</inkml:trace>
  <inkml:trace contextRef="#ctx0" brushRef="#br0" timeOffset="-10027.35">13308 15823 203 0,'9'-7'831'0,"0"3"412"0,-4 2 14 16,-1 0-183-16,0-1-451 0,-2 3-318 16,1-1-149-16,0-1-79 0,2 1-39 0,-1 1-19 15,1-3-12-15,0 1-30 0,3-1-93 16,-3 0-137-16,2 0-258 0,0 2-273 0,-1-1-273 15,1 4-187-15,2-2 167 0,-1 1 457 16</inkml:trace>
  <inkml:trace contextRef="#ctx0" brushRef="#br0" timeOffset="-9853.81">13799 15799 449 0,'5'2'848'0,"0"-1"231"0,-2-1-20 15,2 2-327-15,-4-2-313 0,1 0-203 16,-1 0-108-16,3-2-55 0,-1-1-24 0,0 0-20 16,0-2-43-16,2 1-71 0,-2 0-80 0,3-2-91 15,-1-2-131-15,0 4-244 0,-2-2-194 0,4 1-54 16,-3 0 119-16,2 2 239 0</inkml:trace>
  <inkml:trace contextRef="#ctx0" brushRef="#br0" timeOffset="-9675.41">13980 15756 144 0,'8'6'313'16,"2"-5"136"-16,-2 2 40 0,0-1-67 0,2-1-99 16,1-1-79-16,0 0-33 0,-1-3 3 15,2 2-25-15,-1-2-39 0,-1-3-18 0,2 2-12 16,-2 0-22-16,2-1-40 0,0-1-25 0,-3 2-8 16,3-2-6-16,-2 0-6 0,0 1-35 0,-1 1-84 15,-1 0-152-15,-3 2-268 0,0 2-174 16,-1 3-75-16,-2 0 94 0,1 3 240 15</inkml:trace>
  <inkml:trace contextRef="#ctx0" brushRef="#br0" timeOffset="-8939.43">15368 15499 266 0,'-7'-15'551'0,"-1"0"231"0,-2 2 117 16,2-2-208-16,1 4-229 0,-2 1-114 0,4 2-60 15,0 1-52-15,1 0-43 0,0 0-49 0,1 3-48 16,1 0-39-16,-1 0-29 0,3-2-15 16,-1 1-28-16,1 1-43 0,1-3-59 0,-1-1-74 15,3-1-83-15,-1-1-119 0,1-1-196 16,2 0-204-16,-2 0-78 0,4 1 71 0,0 0 212 15,-2 3 254-15</inkml:trace>
  <inkml:trace contextRef="#ctx0" brushRef="#br0" timeOffset="-8773.73">15796 15420 133 0,'13'13'360'0,"-4"1"158"0,-1-1 109 15,-3 1-171-15,0 0-221 0,1 2-136 0,-1-2-101 16,-1 2-112-16,1-1-200 0,-1 1-165 16,0-1-51-16,3-2 52 0,0 0 127 0</inkml:trace>
  <inkml:trace contextRef="#ctx0" brushRef="#br0" timeOffset="-4013.19">9491 8341 172 0,'-2'-8'372'0,"-1"1"150"0,0 0 102 15,0 0-212-15,-1 0-146 0,1 1-56 0,-1 1 2 16,2 2 21-16,2-1 18 0,-3 3-12 0,3-1-25 16,-1 0-40-16,2 4-48 0,1 1-51 15,1 2 14-15,3 4 12 0,0 9 8 0,4 1 6 16,1 6 5-16,0 6-21 0,3 3-53 15,2 8-31-15,-2 4-18 0,2 3 7 0,-2 5 33 16,2 3 46-16,-5 8 22 0,0 1 5 0,-3 5 10 16,0 2-13-16,-3 4-30 0,-2 2-16 0,-1 5-10 15,-2-1-3-15,0 1-8 0,0 1-7 16,-2-4-12-16,2-4-12 0,2-4-3 16,1-8 1-16,1-5-4 0,3-10-3 0,1-8 2 15,1-7-2-15,4-6-4 0,0-6-5 0,2-7-12 16,-2-4-21-16,3-5-41 0,-2-3-64 0,-3-6-91 15,0-2-107-15,-3-4-134 0,-3-1-264 16,1-1-193-16,-3-2-61 0,-6-1 141 0,0-2 291 16</inkml:trace>
  <inkml:trace contextRef="#ctx0" brushRef="#br0" timeOffset="-1631.03">9466 8304 244 0,'-3'-3'421'16,"-1"-1"147"-16,-1 0 44 0,2-1-212 0,0 3-151 16,-2-3-85-16,2 0-39 0,-3 0 3 15,3 0-1-15,0 2-3 0,-1-2 1 0,1 3-10 16,2 0-12-16,-1 1-29 0,0-2-20 16,2 3-24-16,0-1-19 0,-1 1-12 0,1 0-8 15,1-2-2-15,-1 2-6 0,2 0-1 0,1 0 3 16,2 2 3-16,2-2 2 0,2 0 3 15,0 1 2-15,4-1 3 0,1 0-1 0,2-1 1 16,5-1 2-16,1 0 2 0,0 0-2 0,3-3 7 16,2 0 23-16,3-2 15 0,-1 3-20 15,2-1-5-15,-1-1-7 0,3 0-8 0,-1 0-23 16,1-2-15-16,1 2 13 0,-3 0 8 0,2 2 7 16,1-1 0-16,-3 3 3 0,1 0 1 15,2 0 1-15,-2 1 1 0,-2 1 3 0,2 1 1 16,-2 1 1-16,0-2 3 0,1 2-1 15,-2-2 0-15,0 0 2 0,-1-2 0 0,2 0 0 16,0-1 0-16,-1-1 2 0,-1-2 20 0,0 2 9 16,-1-1 9-16,-2-3 5 0,-1 2-24 15,-3 0-10-15,1 0-27 0,-2-2-18 0,-2 3-9 16,-1 1-9-16,-1-2 19 0,0 2 10 16,-2 1 5-16,0 0 3 0,-1 2 2 0,1 1-2 15,-3 0 4-15,2 0-3 0,1 1 4 0,-3 1 0 16,2 1 0-16,-1 0 2 0,0 0 0 0,2 0 2 15,-3 0 0-15,4-2-1 0,-2 1-1 16,1-1-1-16,-1 1 1 0,2-2-1 0,0 0 3 16,0 0-3-16,0 0 1 0,-2-2 1 15,3 2-1-15,-2-1-1 0,0 1-1 0,1 0 2 16,-2 0 0-16,2 0-1 0,1 0 4 0,-4 0-2 16,4 0 2-16,-2 0 2 0,-1 0-1 15,4 0 0-15,-4 0 4 0,4-2 63 0,-2 1 54 16,2 0 44-16,0-1 21 0,-1-1 3 15,3 0-3-15,-1-2-57 0,1 2-46 0,-2 0-40 16,2-1-24-16,1 0-11 0,-2 1-6 0,2 1-4 16,-2 1-2-16,-1-2-1 0,2 3 2 15,0 0-1-15,0 0-1 0,0 0 1 0,0 0-1 16,0 0-1-16,0-2 0 0,3 2 0 16,-1 0-1-16,-2-2-17 0,3 0-8 0,2 0-3 15,-1 0-2-15,0-1 0 0,2-1-1 0,0 1 16 16,0-2 8-16,0-1 7 0,0 0 1 0,0 0 0 15,0 0 19-15,-1-1 11 0,1 1 1 16,-3-1 5-16,0 1 0 0,2 0 1 0,-2 2-19 16,-3 0-7-16,3-1-4 0,-1 2-4 15,0 0-1-15,-3 0-4 0,3 1-3 0,-4 2 1 16,4 0 3-16,-2 0 0 0,1 0 0 0,1 2 2 16,-2-1 5-16,3 3-1 0,0-3 0 15,0 2 2-15,1-1-1 0,0 1-3 0,4-1 1 16,-2 0-2-16,2 1 1 0,0 0-2 15,2 1 1-15,2 0-1 0,1-2-1 0,2 1 0 16,1-1-3-16,0 0-1 0,1 2-1 0,3-2 4 16,1 1 0-16,0-3 1 0,1 1-2 15,3-1-1-15,-1 0 3 0,2-1 3 0,0 1-1 16,1-2-1-16,2 1 8 0,0-1-1 0,0-2-2 16,2 0-4-16,1 1-1 0,1 0 0 15,0-2-2-15,-1 1 0 0,1 2 1 0,0-2-1 16,-2 2-1-16,0-1-2 0,2 3-3 0,-3-2 5 15,2 4 2-15,-1-2 1 0,0 3 5 16,0-1 1-16,-1 2 5 0,2 0-5 0,-1 0-4 16,1 2-2-16,-1-1-1 0,1-3 2 15,-2 4-4-15,2-3 2 0,-1-2-1 0,1 1-2 16,-1-2-4-16,-2 0-3 0,2 0 3 0,-1-2 3 16,-1 1 6-16,-1 1 4 0,-2-2 2 0,0 2 4 15,-2 0-5-15,0 2-4 0,-1-1 0 16,-2 1-2-16,-2 1 0 0,-3 1 0 0,-2 0-1 15,0 0 0-15,-6 1 1 0,0 0-1 16,-2 0 1-16,-3-1-2 0,-2 0 4 0,0 1-2 16,-3 0-2-16,-1 0-2 0,-2 1 2 0,1-4 1 15,-1 3 0-15,-2-1-2 0,0-1 3 16,-2 2-1-16,0-3 1 0,1 0 1 0,-2 2 1 16,1-3-1-16,-2-1-1 0,1 1 2 15,-1-1-6-15,0 0 3 0,-1 0 1 0,0 0-1 16,0 0 0-16,-1 0 3 0,-1 0-1 0,1 2-2 15,2-2-5-15,-2 0 4 0,1 1-2 16,-1 1-2-16,1-2 3 0,0 1-1 0,0 0 2 16,1 1-1-16,-2 1-2 0,3-1 0 15,-1-1-1-15,0 1 1 0,2 1 2 0,-1 0 4 16,1-2 0-16,-1 2 2 0,0 0 1 0,1 0-1 16,-2 1 1-16,1 1 22 0,1 1 12 15,-2 0 5-15,0 2 5 0,1-1 3 0,-2 1-3 16,-1 2-23-16,2 1-12 0,0-1-6 15,-4 0-4-15,1 3-4 0,2-1 0 0,-2 0 3 16,-1 0-2-16,2 1 1 0,-1 0-1 0,1 1 4 16,-1 2-2-16,0-2 4 0,0 3 8 15,1 0 5-15,-1 2-1 0,-2 2 4 0,0 1 4 16,0 4 1-16,1 1-8 0,-3 2-5 16,2 4 1-16,-1 0-4 0,2 5-5 0,-2 1-2 15,-1 2-2-15,-1 1-4 0,2-1-1 0,1 2-2 16,-1-1-3-16,0-2 0 0,2 1-4 0,-2-2 5 15,4-1 2-15,-2-1 4 0,2-4 6 16,-2 1 0-16,0-4 2 0,0 2-1 0,1-2-4 16,-2-3-1-16,2 0-2 0,0-2 2 15,-1-1 3-15,1 0-1 0,-2 1 2 0,1-3-2 16,0 0 0-16,-2-1-3 0,0 0-2 0,-1-3-1 16,-1 3 0-16,0-4 5 0,0 0 5 15,-3 1 6-15,1-2 12 0,-2 0 10 0,-1 1 12 16,-2-2 11-16,-2 1 0 0,-2 2 5 15,1-5-6-15,-4 4 3 0,2-2-2 0,-4 3-5 16,0-4 0-16,-1 5-8 0,-1-2 8 0,-1-1 8 16,-3 2 1-16,3-2 2 0,-5 3 5 0,2-3 4 15,-2 0-11-15,-1 1-10 0,0-2-5 16,-2-1-4-16,0-1-7 0,0-1-5 0,-3 0-4 16,0-3-5-16,-1 0-9 0,-1-1-3 15,-3-2-6-15,-3 1-3 0,0 2 0 0,-4-2 0 16,0 1-1-16,-2 2-1 0,-2 3-2 15,3-1 0-15,-2 1-1 0,0 2 3 0,-2 1-1 16,1 3 1-16,-3 0 1 0,2-1 2 0,-2 3 0 16,-2-2-3-16,0 3 1 0,-2-2-1 15,-2 3 2-15,-1-4-2 0,-1 0 0 0,-1-1-2 16,1 1 0-16,0-6 2 0,0 3-2 0,3-3 1 16,0-3 1-16,-1 1 1 0,1-4 1 0,-1 0 0 15,0-2 0-15,2-4 0 0,-3-1-1 16,0-3 2-16,3-2-3 0,0-2 0 0,1-1 10 15,3 2 10-15,3-1 6 0,-1-1 1 16,4 2 1-16,0-1 0 0,3 1-6 0,0-1-7 16,2 2-5-16,1-1-3 0,-2 1 0 15,4 1 0-15,-1-2-2 0,-1 0 1 0,4 1-1 16,0-1 1-16,1 2 0 0,2-1 3 0,3 1-1 16,2 1-5-16,3 1 3 0,1 0 0 0,1 0 0 15,4 0-6-15,2 2-6 0,0 0 3 16,3 0-4-16,1 0-2 0,1 0-2 0,3 0 10 15,-1 2 0-15,2-2 1 0,0 2-1 0,1-2 6 16,-1 0-2-16,2 1-8 0,0-1 2 16,0 1 1-16,-1-1 1 0,3 0-5 0,-1 2 8 15,-1-2 1-15,1 0-3 0,1 0 1 16,-1 1-1-16,-1-1 0 0,3 0-7 0,-3 0 9 16,0 0 6-16,1 2-4 0,1-2-2 0,-1 0-1 15,-1 1 6-15,3-1-4 0,-2 2-7 0,1-2 8 16,-1 1 2-16,-1 1-2 0,1 1-4 15,1 0-2-15,-1 3 5 0,1 0-4 0,-3 2-18 16,0 3-49-16,-1-1-70 0,0 3-91 16,-3 0-166-16,2 1-297 0,-5-2-326 0,0 1-275 15,-3-6-182-15,-4-4 163 0,-5 0 619 16</inkml:trace>
  <inkml:trace contextRef="#ctx0" brushRef="#br0" timeOffset="1618.41">2060 9303 44 0,'-10'-3'235'16,"-1"-4"87"-16,3-3 35 0,0 1-287 15,-1-9-259-15,3-3-101 0,-1-2 2 0,2-8 67 16</inkml:trace>
  <inkml:trace contextRef="#ctx0" brushRef="#br0" timeOffset="2254.03">2173 8001 254 0,'0'-4'522'0,"-1"0"241"16,-2-1 157-16,3 1-184 0,-2 0-154 0,1-2-92 0,-2-2-66 15,-2-1-56-15,2 1-48 0,-2-3-29 16,1 3-11-16,1 0-9 0,-1-1-7 0,1 5-23 15,1-2-36-15,1 2-50 0,-1 1-48 0,0 0-40 16,2 1-32-16,0-1-18 0,0 3-6 0,0-2-5 16,0 2-2-16,0 0-3 0,0 0-2 0,0 2-1 15,2 1-1-15,1 0 2 0,2 5 1 0,4 1 0 16,-1 4 1-16,0 6 1 0,3 1-1 0,-1 3-1 16,-1 7 1-16,0 0-1 0,1 0 1 0,-4 4 0 15,1 0 6-15,-1 0 5 0,0-3 0 16,-1 1 1-16,-2-4-1 0,2-3 0 0,-2-1-5 15,-1-4-5-15,-2-3-2 0,3-3 0 0,-3-3-3 16,0 0-17-16,-1-5-56 0,-1-2-65 16,-5-2-89-16,1-4-147 0,-5 0-230 0,0-8-317 15,-2 0-257-15,-1-2-200 0,-2-5 60 0,1 0 490 16</inkml:trace>
  <inkml:trace contextRef="#ctx0" brushRef="#br0" timeOffset="2485.56">2025 8144 43 0,'1'0'461'0,"1"3"335"0,-2 1 186 15,0 0-9-15,3 1-336 0,-1 3-188 0,1 2-118 16,2 2-47-16,-2 1-19 0,3 1-19 0,0 1-42 16,1 2-69-16,1-3-10 0,1 3 6 0,2-3-2 15,2 2-6-15,1-1 2 0,2-2-6 16,0-2-30-16,0-3-37 0,3-2-23 0,1-1-7 16,-1-4-8-16,2-2-3 0,1-5-1 0,-3-3 4 15,3-3-8-15,0-1-5 0,-1-5-6 0,1 0-7 16,1-3-42-16,-2 1-63 0,1-1-79 15,2 2-141-15,-1-1-206 0,0 3-315 0,4-2-262 16,1 5-187-16,2-1 91 0,0 4 460 0</inkml:trace>
  <inkml:trace contextRef="#ctx0" brushRef="#br0" timeOffset="3334.63">5861 7981 192 0,'5'-7'514'0,"-1"-1"253"0,-1 2 132 15,0 3-155-15,-1 0-199 0,0 2-113 16,-1-1-75-16,2 1-46 0,-1 1-41 0,-2 0-36 15,3 1-57-15,-1 2-43 0,1 1-19 16,3 6 12-16,0 2 37 0,-1 5 26 0,3 2 4 16,-3 3-4-16,3 6-16 0,-4 3-31 0,0 3-43 15,-1 3-39-15,0 1-24 0,0 1-16 0,-1 0-11 16,1-1-5-16,0-1-4 0,0-3 3 16,0-2 1-16,2-6-5 0,-2 1-5 0,0-8-3 15,2-4-28-15,-3-3-49 0,1-3-50 16,0-4-49-16,-3-5-103 0,-1-6-161 0,-1-2-220 15,-3-7-245-15,0 0-230 0,1-1-160 0,-4-4 202 16,-3 3 475-16</inkml:trace>
  <inkml:trace contextRef="#ctx0" brushRef="#br0" timeOffset="3534.09">5796 8287 345 0,'-8'6'815'0,"1"2"296"15,1-1 9-15,-3 4-241 0,4-1-336 16,2 4-207-16,0 2-112 0,3 1-50 0,1 2-29 15,2 2-33-15,2 1-32 0,6 2-19 16,0-3-22-16,2 1-15 0,6-3-10 0,1-2-2 16,1-5-5-16,4-2-1 0,2-5-4 0,2-4-3 15,1-5 0-15,1-5-2 0,1-2-17 0,0-4-20 16,-4-3-36-16,0-1-112 0,-4-2-154 16,-5 0-300-16,-2 1-258 0,-4 2-244 0,-3 4-105 15,-4-2 313-15,-8 5 468 0</inkml:trace>
  <inkml:trace contextRef="#ctx0" brushRef="#br0" timeOffset="13039.18">6156 17298 50 0,'15'-6'580'15,"-1"-2"465"-15,-5 4 182 0,-4 1-101 0,4 0-362 16,-4 2-369-16,0-3-180 0,3 4-107 0,-2-2-57 16,2 2-26-16,0 0-15 0,2 2 11 15,0 0 5-15,2 1 3 0,-1 2 3 0,3-1-3 16,0 1 6-16,2 0-8 0,2 1-1 0,2 0 2 16,2-1 3-16,-1-1-10 0,6 0-11 0,1 1-11 15,2-2-10-15,3 0-8 0,1-3-2 0,0 0 12 16,6 0 2-16,-1-3 7 0,1 1 2 0,1 1 3 15,0-2 5-15,2 0 74 0,2-2 38 16,0 3 22-16,4-3 7 0,-2 2 3 0,4-1-15 16,-1-2-61-16,3 1-33 0,0-1-26 0,3-1-12 15,-1 0-9-15,1-1 0 0,-1-2 1 0,0 2 5 16,0-2 1-16,1 2 31 0,-4-3 25 16,3 1 9-16,-3 0 4 0,-1-1-2 0,0 3-1 15,-4 1-25-15,-1 1-21 0,1-2-10 0,-2 4-4 16,0 1 5-16,-2 0 2 0,0 1 1 0,1 2-1 15,-1 0 1-15,-1 0-2 0,0-2-7 0,-3 1-4 16,2 0-2-16,0-1 0 0,-1-2 5 16,2-1 2-16,-2-1 3 0,1-1 1 0,-1-1 0 15,2-1 1-15,0 0-4 0,0 0-4 0,-1 0 1 16,-1 2 1-16,4 0 2 0,-3 1 1 0,2 0-2 16,1 1 1-16,1-1-2 0,0 4-4 15,-2-1-1-15,0 1-2 0,-1 1 0 0,1 0-2 16,0-1-1-16,-4 2 0 0,1-2 0 0,-2 1 0 15,1 0-1-15,-4-3 6 0,1 3 5 0,-4-4-5 16,0 3-2-16,-2-1-1 0,0-2 0 0,-2 2-6 16,-1 0-3-16,0 0 3 0,-3 0 4 0,1 2 0 15,-1-2 6-15,-1 3 3 0,-1-1 2 16,-1 1 1-16,1 0 0 0,0 0-1 0,-2 0-3 16,1 1-2-16,1-1-3 0,-1 0-1 0,0 1 0 15,1-1-1-15,-3 0-1 0,1 0 1 16,1-1 0-16,-2 1 1 0,1 0 0 0,1-1-1 15,-2-1 1-15,0 0-2 0,1 1 1 0,1 1-1 16,0-1 1-16,-1-1-1 0,-1 0 0 0,3 2 0 16,0-1 0-16,-1 0 7 0,3 1 2 0,-1-2 1 15,1 2 1-15,-2-2 1 0,2 1-4 0,0 1-7 16,-1-2-4-16,3 1-1 0,-1 1 0 0,2-3-2 16,1 3 5-16,-1-2 3 0,3-1 2 15,0 0-1-15,2 2 1 0,1-3 0 0,0 2 0 16,1-2-1-16,-1 2 0 0,3-2 0 0,-1 2 0 15,0-1 1-15,1 1 0 0,0 1 5 0,1-1 4 16,-1 1 1-16,3 1 0 0,-4 1 0 16,3 1 0-16,-3-1-5 0,3 2-6 0,0 0-5 15,-2 0-2-15,2 0-1 0,1 0-2 0,0 0-1 16,0 0 4-16,1 0 3 0,-2-2 1 0,3 4 0 16,-1-5 0-16,-4 2 0 0,4-2 1 15,-1 3-2-15,-3-2 1 0,2-1 0 0,-1 2 5 16,0-2 2-16,0 0 0 0,-1 0 2 0,-1-2-1 15,0 1 1-15,1 1-4 0,-2-3-1 0,2 3-6 16,-2-2-2-16,1-3-1 0,2 3-2 0,-1-2 0 16,2 2-2-16,1-2 3 0,-2 0 3 15,1 0 1-15,-2-1 1 0,2 1 0 0,0-1 1 16,-1-1 1-16,-3 2 4 0,3 1 2 0,-2-1 1 0,2 0-1 16,-4 2 0-16,2 0 1 0,0-1-5 15,-2 3-1-15,1-2 0 0,-1 1-1 0,0 1 1 16,0 0 1-16,3 0-4 0,-1 0-3 0,-2 1-2 15,4-1-1-15,-1 2-1 0,1-2 0 0,0 0 4 16,1 0 2-16,-1 0 1 0,-1 0 0 16,2 1 1-16,0-1 0 0,0 2 5 0,-2-2 2 15,1 0 0-15,1 2 2 0,1-2-1 0,-1 1-1 16,0 0-3-16,0 3-1 0,1-3 0 0,0 0-1 16,0 3-3-16,4-3-2 0,-2 2-1 15,2-2-2-15,2 2-1 0,-2 0-1 0,3-1 4 16,-2 1 2-16,0-2 2 0,-1 1 0 0,2 1 5 15,-3-3 1-15,1 1 1 0,1-1 1 0,-3 2-1 16,1-2 1-16,-3 0-4 0,0 0-1 0,-1 0-1 16,2 0 1-16,-1 0-4 0,3 0-3 15,-3 0-2-15,4 0 0 0,-4 1-2 0,4-1 1 16,-1 0 3-16,0 1 2 0,-1-1 1 0,1 2 1 16,-2-2-1-16,1 0 5 0,2 0 4 0,-4 0 0 15,3-2 0-15,-2 1-1 0,-1 1 1 16,0-3-5-16,-1 2-1 0,3-2 0 0,-3 0 0 15,2 0 1-15,1 1-1 0,-2-1-4 0,-1-1-3 16,5 2-1-16,-4 0-2 0,4 0 1 0,0-1-2 16,-2 2 9-16,0-1 5 0,2 0 2 15,-2 2 0-15,-1-1 0 0,-1 0 1 0,0-1-6 16,-1 2-2-16,-1-2-1 0,-1 1 1 0,0-1 0 16,-3 1 0-16,2-2 0 0,-1 3 2 0,-3-2 1 15,2-1 0-15,-1 1-1 0,1 0 0 0,-1-2 0 16,0 3 0-16,-1-2 0 0,3 1-2 15,-3 1 0-15,-1 0 0 0,2-1 0 0,-2 2-1 16,0 0 1-16,0 0 0 0,0 0 1 0,-2 2-1 16,2-2 0-16,0 1-1 0,-3-1 0 0,3 0-1 15,-1 1 1-15,-1-1-1 0,0 0 0 16,3 0 0-16,-3 0 1 0,-1-1 0 0,0 1 1 16,2 0 1-16,1-1 1 0,-4-1-1 0,1-1 1 15,2 2-1-15,-3-1 1 0,1 1 0 0,2-1-1 16,-4 1 1-16,1-2 0 0,-1 1-1 0,0 1 0 15,0-1-1-15,-4 0 1 0,3 1-1 0,-2 1 0 16,0 0 0-16,-3 0 0 0,1 0 0 16,0 1 1-16,0 1-1 0,0 0 0 0,0 1 1 15,0 0-1-15,0 0-1 0,-2 0 1 0,3 1 0 16,0-1-1-16,-3 0 0 0,4 0 0 0,-1 0 0 16,-2 0 0-16,1-2-1 0,1 1-1 15,-4 1 1-15,2-3 1 0,-1 0 1 0,1 0 0 16,-3 0 1-16,1-3 1 0,2 1 0 0,-5 1-1 15,3 1 1-15,-1-1-1 0,0-1 0 0,0 0 0 16,-1 2 1-16,2 0-1 0,0-1-1 0,0 1 2 16,2 0-1-16,2 0 2 0,-2 0-2 15,1 1 1-15,2-1 0 0,-1 0-1 0,-1 0 0 16,2-1-1-16,-1 1 1 0,1-1-1 0,-1-1 0 16,-4 0 0-16,2 0 0 0,-3 0 0 0,-2-1 0 15,-1 0 0-15,-1 0 1 0,-4 2-2 16,1-2 2-16,-5 1 0 0,2 1 3 0,-3-1 1 15,-3 0 1-15,-1 0 2 0,-2-1-1 0,-3 0-1 16,-1-2-1-16,-1 3-3 0,-1-3 0 0,-4 2-2 16,2 0 0-16,-1 0-1 0,0 0 0 15,1 3-1-15,0 0-4 0,0 0-10 0,2 4-19 16,-4 1-60-16,-1 1-89 0,-2 4-231 0,2 4-286 16,-3 2-360-16,-4 7-463 0,-6 2-307 0,-11 8 273 15,-5 8 1006-15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10-11T06:36:39.680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00B050"/>
    </inkml:brush>
    <inkml:brush xml:id="br3">
      <inkml:brushProperty name="width" value="0.05292" units="cm"/>
      <inkml:brushProperty name="height" value="0.05292" units="cm"/>
      <inkml:brushProperty name="color" value="#7030A0"/>
    </inkml:brush>
    <inkml:brush xml:id="br4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3718 1591 171 0,'3'-12'768'0,"-6"3"435"0,0-1 76 0,0 2-62 16,-3 0-348-16,1 2-273 0,-3 0-154 0,0 1-87 0,-4-1-59 16,-1 4-78-16,-3 2-77 0,0-3-47 15,-4 6-24-15,-2-1-18 0,-1 5-13 0,-4 4-10 0,-3 3-7 16,-1 4-6-16,-1 5-3 0,-1 4-4 15,4 3-2-15,-1 5-1 0,4 4 1 0,2 5 2 16,5 1 0-16,3 5 0 0,3 5 1 0,4-3 1 16,4 3 1-16,5-1-3 0,0-2-2 0,7-3-2 15,2-6-1-15,2-1-2 0,2-4-5 0,4-5 2 16,2-5 0-16,2-4 0 0,1-1 0 0,1-6-1 16,3-1 1-16,-2-4 0 0,1-3-2 0,0-4 0 15,2 0-1-15,-2-4 0 0,0-1 4 0,-2 0 2 16,-1-2-2-16,0-2-8 0,-3 2-13 0,1 0-19 15,-2-1-57-15,-4 2-78 0,2-2-117 0,-5 3-194 16,0-2-303-16,0 1-355 0,0-1-313 0,-3-1-147 16,3-5 358-16,-3-2 694 0</inkml:trace>
  <inkml:trace contextRef="#ctx0" brushRef="#br0" timeOffset="445.78">4167 1744 288 0,'2'2'598'16,"-2"1"230"-16,0-2 91 0,2 2-223 0,-2-1-218 16,1 1-113-16,-1 0-60 0,0 1-27 0,-1 2-28 15,-1 1-14-15,2 3-20 0,-2 3 9 0,4 2 22 16,0 7 26-16,2 1 4 0,-1 5-28 0,4 6-28 15,1 3-40-15,1 6-35 0,5 6-43 16,-1 1-29-16,4 1-17 0,1-1-17 0,4-2-12 16,0-4-16-16,3-6-8 0,4-4-2 0,-1-7 5 15,2-7 2-15,2-6 0 0,-1-8 1 0,-1-6-1 16,-1-7 0-16,-2-7-4 0,-2-5-2 0,-1-5 0 16,-4-7 1-16,-4-1 1 0,-2-4 4 0,-4 1 2 15,-4-2 6-15,-2 1 4 0,-6 0 6 16,0 1 4-16,-6 0 2 0,-1-1-1 0,-7 1-3 15,-3-1-10-15,0-1-8 0,-6-1-6 0,-2 2-5 16,2 3 0-16,-2 4 1 0,1 5 3 0,1 4 3 16,-2 7 1-16,2 6-2 0,2 4-4 15,0 7-4-15,4 7-2 0,2 3-1 0,3 6-5 16,4 4-10-16,1 3-20 0,6 2-42 0,1-1-78 16,2 1-147-16,3 2-267 0,5-1-311 0,1-1-378 15,1-2-379-15,6-2-39 0,-2-2 683 16</inkml:trace>
  <inkml:trace contextRef="#ctx0" brushRef="#br0" timeOffset="813.25">5198 1627 103 0,'5'5'678'0,"1"4"470"0,2 2 132 0,0 6-48 16,0 6-329-16,0 4-298 0,3 4-169 0,-2 5-99 15,-1 6-65-15,0 1-78 0,3 6-66 16,-3 0-50-16,-1 2-29 0,1 2-15 0,1-2-9 16,-3-2-7-16,2-1-9 0,-3-5-5 0,3-3-5 15,-2-6-30-15,-1-3-66 0,0-9-65 0,-2-5-78 16,-1-6-142-16,-2-5-211 0,0-6-299 0,-2-6-230 16,-3-7-204-16,-1-7-17 0,-2-5 425 0,-3-4 508 15</inkml:trace>
  <inkml:trace contextRef="#ctx0" brushRef="#br0" timeOffset="1141.84">5184 1636 22 0,'6'-6'383'0,"2"2"294"0,-2 2 261 16,4-1 147-16,1 3-300 0,3 0-232 0,2 0-126 16,2 3-66-16,4 0-73 0,4 2-44 15,1-1-8-15,5 5-20 0,1-2-18 0,2 4-26 16,3 1-19-16,0 3-42 0,3 0-44 0,-3 5-31 15,0-1-17-15,0 4-10 0,-2-1-3 0,-4 2 22 16,-4 3 12-16,-4 2 21 0,-2 1 8 0,-5 1 11 16,-4 2 9-16,-5 2-14 0,-6-1-6 15,-4 3-6-15,-4 0-5 0,-6 1-4 0,-3-1-12 16,-7 1-10-16,-1-1-8 0,-5 3-8 0,-2-1-5 16,-2 3-5-16,-1 0-3 0,0-3-2 0,3-1-1 15,0 1-1-15,5-5-1 0,1-7-3 16,6-2-13-16,4-7-43 0,1-3-76 0,4-5-100 15,5-7-182-15,2-6-300 0,5-8-352 0,6-4-351 0,1-7-175 16,3-4 239-16,7-4 711 0</inkml:trace>
  <inkml:trace contextRef="#ctx0" brushRef="#br0" timeOffset="1678.51">6180 1705 162 0,'5'-11'758'0,"-2"0"432"16,0 2 72-16,0 1-146 0,1 2-398 0,-3 3-241 15,2 0-113-15,-1 1-60 0,1 2-44 16,-2 0-20-16,1 0-43 0,1 4-45 0,0 0-42 16,1 5-26-16,0 4-12 0,-2 3-19 0,1 6-10 15,-1 7-12-15,-2 2-7 0,1 8-6 0,-1 0 4 16,0 3-1-16,2 4-1 0,1 0-1 0,-2 1-2 16,4 0-2-16,0-1-8 0,3-3-2 15,0 1-1-15,4-5-1 0,0-1-1 0,2-2-2 16,0-4 0-16,5-4 0 0,0-4-1 0,3-4 0 15,3-5 0-15,0-6 0 0,2-5-1 0,2-5 0 16,1-5-9-16,0-5-13 0,0-3-40 16,0-2-71-16,-3-2-78 0,0-3-133 0,-2 1-234 15,-3-2-321-15,-1 1-315 0,-1 1-212 0,-2-3-42 16,-4 4 478-16</inkml:trace>
  <inkml:trace contextRef="#ctx0" brushRef="#br0" timeOffset="1911.92">6161 1663 46 0,'-5'-1'569'0,"2"2"432"16,3-1 171-16,2-1-41 0,4-3-328 0,5 2-300 15,5-3-112-15,4-1-62 0,3-1-4 16,4-1-26-16,3-2-36 0,3-1-56 0,3 1-62 15,2-3-35-15,0 2-39 0,0 0-31 0,0 2-17 16,1 3-8-16,-4 1-5 0,-2 1-4 0,-3 4-5 0,-3 2-23 16,-3 2-73-16,-5 3-108 0,-5 4-184 15,-4 0-285-15,-7 3-344 0,-3 4-388 16,-5-4-202-16,-3 4 274 0,-8 0 711 0</inkml:trace>
  <inkml:trace contextRef="#ctx0" brushRef="#br0" timeOffset="2079.48">6314 1957 531 0,'-3'6'1064'0,"2"0"213"0,1-1-101 16,1-2-290-16,4-2-412 0,3-1-220 0,3 0-104 15,2-3-49-15,4-1-26 0,4-4-18 0,4-3-21 16,5 0-13-16,3-4-5 0,2 0-7 0,7 0-7 16,1 0-30-16,1 1-62 0,1 0-169 0,-1 5-299 15,2 1-271-15,2 0-289 0,0 1-214 16,1 5 119-16,-1-1 587 0</inkml:trace>
  <inkml:trace contextRef="#ctx0" brushRef="#br0" timeOffset="2725.07">7554 1602 31 0,'0'-13'523'0,"0"5"485"0,-1-2 241 0,-1 5-40 16,0-1-262-16,1 3-221 0,-1-1-180 0,2 3-121 15,0 0-79-15,-1-1-70 0,-1 2-89 16,2 3-74-16,-2 0-44 0,1 5-32 0,-3 2-20 15,1 6-10-15,-1 3-6 0,-1 5-3 0,0 4-4 16,0 4 6-16,1 3 1 0,-3 3 1 16,1 3-1-16,0 1 1 0,1-1 3 0,2 2 3 15,-2-4 1-15,3 0 0 0,-1-3-1 0,3-6 0 16,3-4-7-16,-1-3-3 0,1-4-2 0,4-5 1 16,-1-3 0-16,3-5 1 0,1-4 2 0,1-4 2 15,1-4 1-15,3-6-5 0,-1-1-2 0,0-6-2 16,0-2-3-16,-1-1 0 0,0-1-2 0,3-1 4 15,-5 3 3-15,3 3-1 0,-3 2 2 16,0 5 0-16,3 2 0 0,-4 5 1 0,4 4 0 16,-3 6 2-16,2 3 5 0,-1 8 4 0,1 2 1 15,1 5-1-15,-1 2 0 0,1 2 0 16,-1 0-7-16,1 3-2 0,2-5-3 0,-2 0 1 16,2-3 1-16,-2-6-1 0,2-1 1 0,-2-5 0 15,0-3 1-15,-2-5 0 0,0-3 2 0,-2-5 1 16,-1-7 1-16,0-3 2 0,-4-6 1 0,0-4 0 15,0-1 3-15,-2-4 3 0,-3-3 3 0,0-1 2 16,0-1 0-16,-2-2 0 0,-1-1-4 0,-2-1-2 16,2 2-5-16,-2 1-3 0,-1 1-2 15,3 4-2-15,-2 4-1 0,1 4-3 0,2 4-7 16,0 4-13-16,1 3-29 0,1 3-66 16,1 0-75-16,1 4-132 0,4 2-227 0,1 3-316 15,2 0-343-15,-1 1-258 0,3 4-80 0,0-3 482 16,0 2 652-16</inkml:trace>
  <inkml:trace contextRef="#ctx0" brushRef="#br0" timeOffset="3039.12">8261 1703 140 0,'-2'28'808'16,"2"4"532"-16,-3 1 120 0,3 7-139 0,-2 5-417 15,4 2-339-15,-2 5-185 0,5 3-112 16,1 1-76-16,5-2-75 0,2-3-49 0,6-5-31 15,4-9-16-15,7-5-11 0,2-10-8 0,3-9-7 16,1-9-3-16,2-8-4 0,2-10-3 0,1-8 2 16,-3-9 2-16,0-3 1 0,-2-8 4 15,-4-4 4-15,-2-1 1 0,-5 0 2 0,-4 0 3 16,-7 2 2-16,-5 1 8 0,-6 2 9 0,-6 5 8 16,-6 1 6-16,-4 2 7 0,-4 6 3 0,-2 3-4 15,-5 3-8-15,-3 8-8 0,1 3-7 0,-1 7-8 16,1 4-5-16,2 4-5 0,2 6-3 15,4 3-2-15,3 5-5 0,5 2-14 0,6 6-27 16,1 3-76-16,3 1-91 0,6 3-185 0,0 1-291 16,4 1-346-16,4-1-399 0,0 0-207 0,5-3 194 15,1-1 762-15</inkml:trace>
  <inkml:trace contextRef="#ctx0" brushRef="#br0" timeOffset="3644.33">9424 1603 284 0,'2'-16'771'0,"0"2"351"16,-1 4 44-16,-1 0-258 0,2 3-318 0,0 5-213 15,1 0-70-15,1 5 9 0,2 4 7 16,-1 7-13-16,2 6-24 0,-1 3-34 0,2 7-63 16,-2 6-67-16,-1 6-45 0,0 4-27 0,-2 3-18 15,2 3-14-15,-2 3-8 0,0 0-7 0,-2 0-3 16,1-1-1-16,-2-3-1 0,0-3 2 0,0-6 2 16,0-3 2-16,0-6 2 0,-2-6-2 15,1-4 8-15,-2-5 3 0,1-5 0 0,-1-5 0 16,-2-7 0-16,-1-5-1 0,1-8-8 0,-4-6-3 15,4-5 1-15,0-7-3 0,-1-5 1 0,1-5 1 16,-1-5 0-16,1-4-1 0,1-5-1 0,2-1 0 16,2 0-2-16,2 2-1 0,2 1-2 15,2 5-1-15,2 7 0 0,2 3-1 0,2 3 0 16,0 5 0-16,0 3 1 0,4 2 0 0,0 5 2 16,3 2-1-16,-2 2 1 0,2 5 0 0,2 0 1 15,-1 5 1-15,1 2-1 0,-1 2 2 0,-2 3 1 16,2 4 1-16,-1 2 0 0,-1 2-1 15,-3 2 0-15,0 5-1 0,-3-2 0 0,-1 4 2 16,-4 0-2-16,-4 4 2 0,0 0 1 0,-4 4-1 16,-4 1 2-16,-2 2 1 0,-1 1 6 0,-6 4 5 15,0 1 6-15,-2 0 8 0,-1 0 4 0,-2-1 3 16,4-1-1-16,-2-1-5 0,1-1-5 0,2-4-6 16,3-1-7-16,3-2-5 0,1 0-5 15,3-2-1-15,4-4-2 0,2 0 0 0,3-2-2 16,2-1 0-16,3-2-1 0,3-4 0 0,4-3-1 15,-1-1-1-15,6-4-8 0,0-4-16 0,0-4-53 16,2-2-80-16,0-6-154 0,-1 1-272 0,2-4-322 16,1-1-400-16,-2-1-345 0,1 0 10 15,3-3 719-15</inkml:trace>
  <inkml:trace contextRef="#ctx0" brushRef="#br0" timeOffset="3860.61">10376 1581 175 0,'-5'-15'930'0,"2"4"640"0,0 2 12 15,0 5-311-15,0 1-466 0,1 2-319 0,1 2-187 16,-1 5-121-16,2 2-70 0,2 6-36 0,-1 2-19 16,1 8-15-16,1 1-14 0,0 5-9 0,3 4-5 15,-2 3-4-15,0 6-3 0,3 2-3 0,-1 4-5 16,2 1-13-16,-2-1-68 0,-1-1-75 0,-2-1-154 15,1-4-246-15,-1-4-324 0,0-3-384 16,1-3-266-16,-2-6-27 0,-2-6 633 0</inkml:trace>
  <inkml:trace contextRef="#ctx0" brushRef="#br0" timeOffset="4228.87">10379 1530 93 0,'-1'-28'661'0,"-1"6"465"0,-1 3 133 16,3 4-123-16,-2 1-403 0,2 3-298 0,2 6-114 16,0 0-37-16,2 2-27 0,1 5-28 0,2-1-25 15,2 5-30-15,2 2-62 0,0 4-51 0,3 1-29 16,-1 4-13-16,4 2-6 0,1 3-6 0,4 3-1 16,2 3 2-16,2 2 0 0,1 2-4 0,3 2 2 15,3 1 0-15,1-1 2 0,1 3-1 0,-1-2-2 16,0 3 3-16,-1-3-1 0,-1 1 16 0,-2 1 12 15,-5-1 12-15,-3-2 5 0,-6 1 9 16,-4-4 6-16,-7 1-3 0,-5-2-1 0,-3-2 1 16,-8-2 1-16,-3-1 0 0,-7-1-1 0,0 0-4 15,-6-1-7-15,1-2-7 0,-3-1-8 16,-1-1-8-16,3-1-8 0,-1-3-7 0,4 0-5 16,2-3-6-16,3-3-2 0,2 2-3 0,4-4-5 15,5-2-11-15,3-1-14 0,4-3-23 0,2-2-55 16,4-3-89-16,3-2-168 0,3-4-271 0,7 1-332 15,5-3-418-15,2 0-327 0,4-1 75 16,7 0 789-16</inkml:trace>
  <inkml:trace contextRef="#ctx0" brushRef="#br0" timeOffset="4645.43">12269 1555 85 0,'-10'-23'998'0,"-6"2"765"0,-7-1-73 16,-6 4-369-16,-2 0-430 0,-4 4-365 0,-4 4-239 16,-1 2-111-16,-3 6-59 0,-4 3-38 0,-1 2-26 15,-1 6-21-15,3 0-12 0,1 5-7 0,5 0-2 16,4 2-1-16,6-1-1 0,3 1 1 0,5 1-3 16,6-1-2-16,2 2-2 0,4 1-3 0,5 0 0 15,2 0 0-15,0 1-1 0,6-1-1 16,2 1 0-16,1-2 1 0,2 0 0 0,2-2 0 15,2-1 0-15,3 0 0 0,0-2 0 0,3 1-1 16,4-2 1-16,3-2 0 0,2 1 0 0,5 2-3 16,1-5-1-16,0 3-3 0,4-1-2 15,-1 2-3-15,0 0 0 0,-1 4 2 0,-2-2 2 16,-3 3 2-16,-3 2 2 0,-5 2 2 0,-1 0 1 16,-7 1 2-16,-3 3 0 0,-5 0 2 0,-6 2 1 15,-3 0-1-15,-3 0 1 0,-6 0 1 0,-5-1 0 16,-1-3 0-16,-6-1-1 0,-2-1 2 15,-2-3-3-15,-8-3 1 0,1-3-3 0,-5-1-2 16,-3-1-7-16,-2-3-18 0,0-1-36 0,-2 1-86 16,0-3-143-16,-2 0-264 0,3 2-321 0,-2 0-407 15,-2 2-431-15,-1-1-31 0,-4 3 716 16</inkml:trace>
  <inkml:trace contextRef="#ctx0" brushRef="#br0" timeOffset="6410.02">3783 2964 101 0,'0'1'401'0,"0"1"244"0,0 0 187 0,0-1-77 16,0 0-225-16,0-1-128 0,0 0-72 0,0 2-37 15,0-2-32-15,0 1-26 0,2-1-29 0,-2 0-38 16,1 0-37-16,-1 0-39 0,0 0-25 0,2 0-9 15,1 0-3-15,0 0 1 0,0 0 9 0,5 0 17 16,-2 0 12-16,4 0-4 0,0-1 39 0,2-1 22 16,4 0 0-16,1 0-10 0,1-1 10 0,4 0-2 15,0-1-36-15,5 4-19 0,1-4-13 0,2 3-9 16,2 0-23-16,3-2-13 0,0 3-8 16,1-2-3-16,2 2-2 0,1 0-1 0,-1 2-2 15,0-2 5-15,2 0 4 0,-1 0-3 0,1 0-1 16,1-2-2-16,0 2 1 0,0-2-5 0,1-4-2 15,0 1-4-15,-1-1-7 0,2 0-3 0,4-1-4 16,-1 0-2-16,2-1-2 0,0-1-2 16,0 1 6-16,-1-1 1 0,1 2 3 0,1-1 0 15,-3 1 1-15,1 1 7 0,-1 0 2 0,1 0 0 16,-2 2 2-16,-1-2 1 0,-1 2 0 0,0-2-10 16,-1 0-6-16,1 0-2 0,-1-1-3 0,1 0-1 15,-2 1-1-15,3-2 4 0,-4 1 1 0,1-1 2 16,0 1 0-16,-3 0 0 0,-1-1 0 15,-1-1 1-15,2 1 0 0,-4 2 0 0,1-1-1 16,0-1 6-16,0 2 1 0,-2 0 2 0,2 0-1 16,-2 3 2-16,3-1 0 0,-4 2-3 15,1 0-7-15,2 2-4 0,-2-2-1 0,2 2-2 16,2 2 0-16,-1-2-2 0,3 0 5 0,-1 1 3 16,0 0 0-16,2-1 1 0,2 0 1 0,-4 0-1 15,2 0 1-15,1 0-1 0,-1 0 0 0,-1 0 5 16,1-1 3-16,1 1 1 0,-2-1 0 15,1 1 1-15,-1-2 1 0,1 2-4 0,-2 0-7 16,2-2-5-16,0 2 0 0,-2 0-3 0,4 0 0 16,-2 2-1-16,2-2 3 0,-1 2 5 15,0 0 0-15,-1 1 1 0,-1 0 1 0,0-1-1 16,-1 2 0-16,-1 1 0 0,-1-1 4 0,-1 0 3 16,0 1 1-16,-2 0 0 0,2-1 1 0,-4 0-1 15,1 1-4-15,-1 0-2 0,0-1-2 0,-3 0 1 16,2 2 1-16,2-2 0 0,-1-1 0 0,1 1 2 15,0 1-2-15,-1-2-5 0,4 1-4 16,-2 1 0-16,2-1-2 0,0 1-1 0,0-1-1 16,0 0 11-16,-1 1 5 0,1 1 2 0,-2-1 2 15,0-1 0-15,1 2-1 0,0-1-5 0,-2 1-2 16,1-2-2-16,1 2-1 0,-1-1 0 0,0-1 1 16,-1-1 1-16,-1 1 1 0,1 0-1 15,4-2 3-15,-3 2 0 0,2-3 0 0,3 0 0 16,0 1-1-16,3-2 1 0,-1 0-1 0,1 0 0 0,1 0 0 15,-1 0-1-15,2-2 0 0,0 1-1 16,-2-2-1-16,3 0-1 0,-3-2 0 0,2 3-1 16,1-1 1-16,-3-2 1 0,2 1 3 15,1 1 0-15,-1-2 0 0,3 0 2 0,0 1 1 16,1 0-2-16,2 0 1 0,2 0 2 0,-1 3 4 16,1 0 0-16,0-1-1 0,-1-1 1 0,-1 3-1 15,2 3-5-15,-4-3-2 0,2 2-2 0,-1-2 0 16,-1 2 1-16,0-1 1 0,-2 2 0 0,-1-1 2 15,2 2 0-15,0-3 0 0,1 2-2 16,-2-1 1-16,0-1-1 0,-2 0-1 0,1-1 0 16,-3 0-1-16,-2 0 0 0,0 0-1 0,-4 0 0 15,-1 0 0-15,-2 0-1 0,-2 0 0 0,0 0 2 16,-3 0-2-16,-3 0 1 0,-2 0 0 0,0 0 0 16,-4 2 0-16,-1-2 0 0,-3 1 1 0,-3-1 0 15,-1 0 0-15,-4 2 2 0,2-2 7 16,-4 0 3-16,-2 0 8 0,1 0 4 0,-1 0 4 15,-2 0 0-15,-2-2-6 0,-1 2-4 0,1 0-6 16,-2 0-7-16,-1 2-4 0,-1-1-9 0,1 1-14 16,-1 1-27-16,-2 1-73 0,-1 1-89 15,-1 0-211-15,0 5-288 0,3-2-356 0,-1 4-426 16,1-2-225-16,-2 0 219 0,1 2 880 0</inkml:trace>
  <inkml:trace contextRef="#ctx0" brushRef="#br0" timeOffset="12726.51">11679 4942 348 0,'-3'-1'861'0,"-2"-1"337"16,-1-1 9-16,-1 1-246 0,1-3-308 0,3 4-148 15,0-3-79-15,0 2-68 0,-2-2-53 0,3 1-45 16,-1-1-65-16,1 2-66 0,2-3-47 15,-3 2-28-15,3-1-15 0,-1 1-10 0,1-1-8 16,1-1-8-16,-1 1-5 0,3-1-3 16,-1-1-1-16,3 0 8 0,0-1 4 0,1-1 4 15,3-1 8-15,-1 0 3 0,4 0 2 0,0 0-7 16,-1-1 0-16,4 0-2 0,0 2-4 16,0-1-3-16,2 1-2 0,-1-1-1 0,4 3-4 15,1 0-4-15,-2 1-1 0,3 4 0 16,0-2 1-16,0 3 0 0,1 3 2 0,-2 2 1 15,3 1 1-15,-3 3 2 0,3 3 0 0,-2 3 0 16,0 0 1-16,-2 4 2 0,-1 2 0 16,0 3 0-16,-5 0-2 0,2 2 0 0,-2 0 0 15,-4 2-1-15,-1 0 1 0,-1 1 0 16,-3-1-1-16,0 1-12 0,-3-1 0 0,-2 2 0 16,-2-1 0-16,-1 1 0 0,-2 0 0 0,-2-2 0 15,-2 2 0-15,0 0 0 0,-3-2 0 16,0 3 0-16,-4-3 0 0,1 1 0 0,-5 2 0 15,0-2 0-15,-2 1 0 0,-1 0 0 0,0-2 0 16,-1-1 0-16,-1 0 0 0,1-4 0 16,0 1 0-16,2-3 0 0,0-4 0 0,4-1 0 15,1 0 0-15,3-4 0 0,0 0 0 0,4-1 0 16,4-3 0-16,-2 0 0 0,5 1 0 0,0-2 0 16,5 3 0-16,-1-3 0 0,4 2 0 15,4-1 0-15,-1-1 0 0,3 2 0 0,3 0 0 16,2-1 0-16,0 0 0 0,4-1 0 15,1 0 0-15,1 0 0 0,2 0 0 0,0 0 0 16,3-1 0-16,0 0 0 0,1 2 0 0,-1-1 0 16,0-2 0-16,-1 1 0 0,1-2 0 0,-1 1 0 15,-1-2 0-15,-1 0 0 0,-1-2 0 16,-2-1 0-16,0 0 0 0,-3-1 0 0,0-2 0 16,-1-1 0-16,-4-2 0 0,1 2 0 15,-6 0 0-15,0-1 0 0,0 2-51 0,-5-1-248 16,-2-1-250-16,-1 0-321 0,0 3-405 0,0-3-474 15,2 2-107-15,0-1 676 0</inkml:trace>
  <inkml:trace contextRef="#ctx0" brushRef="#br0" timeOffset="13783.69">13453 5689 34 0,'0'4'486'16,"2"1"446"-16,-2-2 268 0,-2-1-23 0,2 1-350 15,0-3-192-15,-2 1-89 0,2 1-100 16,0-2-77-16,-1 0-58 0,-1 0-57 0,1 0-72 15,1-2-72-15,-2 2-35 0,-1-1-22 0,3-1-15 16,0-1-8-16,0 0-11 0,0-3-4 16,3 0-7-16,-1-2-3 0,1-3-3 0,0-3 9 15,3-3 4-15,3-2 3 0,1-1 2 16,3-6 6-16,0-3 3 0,4-2-7 0,2-2-1 16,0-5 3-16,2-1 1 0,-1-1-2 0,1-4-3 15,1 0 0-15,0-1-3 0,-1-2-6 0,1-3-4 16,-2 3-4-16,1-2-1 0,-2 4-2 15,0 2 0-15,-5 2 0 0,2 5 6 0,-5 2 6 16,-2 8 4-16,-1 4 4 0,-2 2 2 16,-1 4 0-16,0 4-6 0,-2 1-7 0,1 2-9 15,-4 3 0-15,1 2 0 0,1 1 0 0,-1 0 0 16,2 2 0-16,-3 1 0 0,3 1 0 16,-1 2 0-16,1 4 0 0,0 4 0 0,2 4 0 15,0 2 0-15,0 5 0 0,1 5 0 16,-2 3 0-16,1 7 0 0,0 1 0 0,0 7 0 15,0 2 0-15,-2 1 0 0,1 4 0 0,-1 0 0 16,-3 2 0-16,2 0 0 0,-2 0 0 16,-2 1 0-16,2-4 0 0,-3 1 0 0,-1-4 0 15,2-2 0-15,-1-2 0 0,0-5 0 16,1-3 0-16,-1-3 0 0,2-3 0 0,-3-3 0 16,1-5 0-16,1-2 0 0,2-4 0 0,-1-2 0 15,-1-4 0-15,1-1 0 0,-2-3 0 16,3 0 0-16,-2-3 0 0,1-1 0 0,-1 1 0 15,1 0 0-15,1-2 0 0,-4-1 0 0,4 2-163 16,-3-2-196-16,0 0-265 0,1 2-337 16,-1 4-418-16,1-2-383 0,1 2 15 0,-1 1 797 15</inkml:trace>
  <inkml:trace contextRef="#ctx0" brushRef="#br0" timeOffset="13993.03">14462 5913 126 0,'3'0'1430'0,"-5"0"662"15,-4 0-385-15,2 0-465 0,-5 0-368 0,0 0-495 16,-2 0-187-16,3 0-79 0,-2 0-77 16,1 0-36-16,4-2 0 0,-1 2 0 0,3-1 0 15,1 1 0-15,-1-3 0 0,3 3 0 0,2-2 0 16,1 1 0-16,2 0-10 0,-1-1-135 0,1-2-126 15,1 4-256-15,-3 0-319 0,1-2-404 16,-1 4-463-16,0-2-117 0,-1 2 612 16</inkml:trace>
  <inkml:trace contextRef="#ctx0" brushRef="#br0" timeOffset="14935.62">15395 5041 23 0,'6'-10'332'0,"2"1"226"0,0-2 205 16,-4 3 70-16,0-3-174 0,0 0-112 16,-2 2-65-16,1-3-47 0,-1 2-31 0,0 1 9 15,-2 0 11-15,1 0-27 0,-1 1-43 0,-1 2-39 16,-1-2-41-16,0 1-65 0,-3 1-65 0,2 2-41 16,-2-1-28-16,1 2-16 0,-4 0-12 15,3 2-11-15,-3-1-8 0,0 4-9 16,-1-1-5-16,-1 4-5 0,-1 2-3 0,-1 5-2 15,-1 2-2-15,-1 9 0 0,0 3-2 0,-2 7 0 16,2 6 2-16,-2 9 0 0,3 6 4 0,2 4 2 16,0 9 2-16,3 2 0 0,5 6-1 15,1 0-3-15,5 0-2 0,6-2-2 0,4-6-4 16,4-5 0-16,5-8-2 0,4-7 0 16,4-10-1-16,5-7 1 0,2-11 0 0,2-8 0 15,5-11 1-15,-1-9 2 0,1-7 1 0,1-11 0 16,-4-7 2-16,1-3 0 0,-5-8 2 15,-4-1-2-15,-1-1 0 0,-7-3-2 0,-3 3 0 16,-8-3 2-16,-1 1 0 0,-9 0 1 0,-2-3 1 16,-7-2 0-16,-5-3 1 0,-5-3-2 15,-4-1-2-15,-4 1-1 0,-1 1 1 0,-5 5 4 16,-1 6 1-16,-2 8 3 0,-1 5 1 0,-3 8 0 16,2 8-1-16,-3 5-2 0,1 8-3 0,-1 9-2 15,2 8-2-15,4 5 0 0,-1 7 0 16,4 7-1-16,2 4-1 0,4 5-1 0,6 5-1 15,2 1-1-15,3 4-1 0,6-1 0 16,4 0 1-16,4 2-7 0,3-2-11 0,4-1-17 16,4 1-30-16,0-4-71 0,4 0-79 15,-2-5-121-15,4-2-195 0,-1-4-309 0,3-4-333 16,3-4-229-16,2-4-116 0,3-4 372 0,0-5 634 16</inkml:trace>
  <inkml:trace contextRef="#ctx0" brushRef="#br0" timeOffset="15641.96">16811 5016 433 0,'-3'-5'892'0,"-3"1"294"0,-2-2 0 0,3 2-310 16,0-3-231-16,-1 3-107 0,1-1-87 15,-1 1-67-15,0-1-57 0,1 0-47 0,0 3-72 16,0 0-71-16,1-1-45 0,-4 3-27 0,3-1-19 16,0 2-15-16,1 2-12 0,-3 3-9 15,2 3-3-15,-4 5-4 0,3 5-1 0,-4 5 3 16,1 8 2-16,3 4 1 0,-2 6 0 15,-1 3 1-15,2 6 1 0,1 3-2 0,-1 4-2 16,4 2 0-16,1 2 0 0,2-1-2 0,5 1-2 16,2-1 0-16,5-5-2 0,2-1 0 15,5-3-1-15,2-7-1 0,4-1 0 0,4-7 1 16,2-3-1-16,3-7 1 0,2-7 0 0,3-2 0 16,1-10 0-16,0-3 0 0,0-6 0 0,0-7 1 15,-2-7 0-15,0-4 0 0,1-5 1 16,-6-4-2-16,1-6 1 0,-4-4 1 0,-2-4-1 15,-4-3 1-15,-2-4-1 0,-3-1 1 16,-1-4-1-16,-4-2 1 0,-1-6 1 0,-4-3 5 16,-3-2 4-16,-3-4 10 0,-1-1 9 0,-5-2 10 15,-4 3 8-15,-5 2 4 0,-6 4 0 0,-7 7-13 16,-5 5-39-16,-5 6 0 0,-7 8 0 16,-6 6 0-16,-4 8 0 0,-5 10 0 15,-1 8 0-15,-2 10 0 0,0 7 0 0,4 9 0 16,2 6 0-16,6 6 0 0,5 5 0 0,6 3 0 15,7 3 0-15,5 3 0 0,6 0 0 0,3 3-62 16,5 0-112-16,5 0-172 0,4 0-270 0,2-1-343 16,4 1-430-16,0-2-412 0,1 1 68 15,-4 1 841-15</inkml:trace>
  <inkml:trace contextRef="#ctx0" brushRef="#br1" timeOffset="23594.94">12835 6211 256 0,'1'-2'511'0,"-1"0"209"15,0 0 101-15,2 0-209 0,-2 2-158 16,0-2-78-16,0 2-33 0,0 0-22 0,0-2-20 16,2 2-39-16,-2 0-47 0,0 0-48 15,0 0-42-15,0 0-32 0,0 0-22 0,0 0-13 16,0 0-7-16,0 0-7 0,0 2-6 0,0-2 3 15,0 2 1-15,-2-1-1 0,2 2 14 16,0 0 24-16,-2 0 16 0,2 1 28 0,-3 2 9 16,2-1 0-16,-1 2-13 0,-2 0-25 0,2 3-9 15,-1-3-15-15,1 3-9 0,-1 1-5 16,1 1-4-16,1 0-3 0,-1 3-12 0,-1 0-14 16,1 2-10-16,1 2-4 0,-1 1-4 0,0 1-1 15,2 3-1-15,-1 0 0 0,-1 1 0 16,2 2 4-16,-1 2 12 0,1 0 4 0,0 2 4 15,0-2 2-15,0 2-1 0,0-1-6 16,0-1-10-16,0 0-5 0,0 0-3 0,0-3-1 16,0 0 1-16,0 1 0 0,0-1-1 0,-3 1 0 15,3-2 1-15,-2 1-1 0,2 0 1 16,-3 1 1-16,2-1 0 0,-1-2 7 0,0 1 3 16,-1 0 1-16,2-2 1 0,-1 0-1 0,0 0 0 15,1-2-8-15,-1-2-3 0,2 1-3 16,0-2 0-16,0-3-2 0,0 1 0 0,0-3 0 15,2 1 0-15,-2-2-1 0,1-1-1 16,-1-1 1-16,2-1 0 0,0-2 0 0,-2 0 1 16,1-2-1-16,-1 2 0 0,0-2 1 0,2-2 0 15,-2 0 0-15,1 1 0 0,-1-1 1 16,0-2 0-16,0 1-1 0,0-1 0 0,0 1 0 16,0-2 0-16,0 1 1 0,0-1 0 0,0 0 1 15,0 2 1-15,0-2-1 0,0 0 0 16,0 1-1-16,0-1 1 0,0 0 0 0,0 3-2 15,0-3 0-15,0 2 0 0,0-1 1 16,0 1-1-16,0 0-1 0,0-2 1 0,0 1 1 16,0 0-1-16,0 1 2 0,0-2-1 0,-1 0 8 15,1 1 8-15,0-1 7 0,0 0 5 16,0 0 6-16,0 0 4 0,-2 0-6 0,2 0-6 16,-1 0-7-16,1 0-4 0,-4 0-7 15,3 0-2-15,-1 0-2 0,-1 0 2 0,1 0 1 16,-2 0 1-16,2 0 0 0,-1 0 0 0,2 0 1 15,-1-1-4-15,0 1-1 0,-1 0-2 0,2 0 0 16,-3-2 0-16,1 2 2 0,1-1 3 16,1 1 1-16,-1 0 1 0,-2-1 0 0,2 1 0 15,-1 0-2-15,0-2-3 0,1 2-1 16,-1-2 0-16,1 2 2 0,-1 0 4 0,0-1 0 16,0-1 1-16,-2 2 0 0,1-3 0 0,1 3-4 15,-1-1-2-15,-1 1-1 0,1-2 1 16,-1 1 2-16,0-1 1 0,-3 1 0 0,2 1 0 15,1-2 0-15,-3 2-2 0,1-1-2 16,-1 0-2-16,1 1 0 0,-3-2 0 0,1 0 2 16,3 0 2-16,-4 2 3 0,2 0 0 0,-1-3 0 15,1 2-9-15,0 0 0 0,-3 0 0 16,3-2 0-16,-1 1 0 0,-1 2 0 0,-1-2 0 16,0-1 0-16,-1 1 0 0,0 1 0 15,0 0 0-15,-4-2 0 0,3 1 0 0,-2 1 0 16,0-1 0-16,0 0 0 0,0 0 0 0,-2 0 0 15,2-1 0-15,0 1 0 0,-1 1 0 0,-1 0 0 16,1-1 0-16,-2 1 0 0,2-2 0 16,-1 2 0-16,0-3 0 0,3 3 0 0,-4-2 0 15,2 0 0-15,-1 0 0 0,1 0 0 16,-3 0 0-16,3 0 0 0,-1-1 0 0,1 1 0 16,-3 1 0-16,2-2 0 0,-1 2 0 0,-2-1 0 15,2-1 0-15,-2 2 0 0,0-1 0 0,0 0 0 16,-2-1 0-16,2 3 0 0,-1-2 0 15,-1 1 0-15,0 1 0 0,0-1 0 0,1 1 0 16,-1 0 0-16,0 1 0 0,0 0 0 16,-2-2 0-16,0 2 0 0,1-1 0 0,0 1 0 15,-2 0 0-15,-2-2 0 0,2 1 0 0,-3 0 0 16,-1-3 0-16,2 1 0 0,-1-1 0 16,1 1 0-16,-2-2 0 0,1-1 0 0,-1 1 0 15,3 3 0-15,0-4 0 0,0 4 0 16,0 1 0-16,1-1 0 0,-1 0 0 0,0 1 0 15,-1 1 0-15,0 1 0 0,0 1 0 16,0 1 0-16,0-1 0 0,2 0 0 0,1 2 0 16,-1-2 0-16,3 1 0 0,1-1 0 0,2 0 0 15,-1 1 0-15,1-2 0 0,0 1 0 16,1-1 0-16,1-1 0 0,1 2 0 0,-3-2 0 16,2-2 0-16,1 2 0 0,0-1 0 0,0 1 0 15,-1 0 0-15,1-2 0 0,1 2 0 0,0 0 0 16,-2-1 0-16,2 0 0 0,-2 1 0 15,1 0 0-15,-1-2 0 0,-1 2 0 0,-2 0 0 16,1 0 0-16,1 0 0 0,-2 0 0 16,1 0 0-16,3 0 0 0,-1-2 0 0,1 2-1 15,0 0 1-15,0-2 0 0,2 2-1 0,0 0 1 16,0-3-1-16,3 2 0 0,-1 0 1 16,-1 1 0-16,3-1 0 0,-1-2 0 0,0 3 0 15,1-2-1-15,-1 2 1 0,0 0 0 0,2 0-1 16,-1 0 1-16,-1-2-1 0,3 2 1 15,-1 0 0-15,-1-1 0 0,2 1 0 0,0 0 0 16,0 0 0-16,1-2 0 0,0 2 0 16,1 0 0-16,-1 0 1 0,0 0-1 0,1-2 0 15,-1 2 0-15,1-1 1 0,-1 1-1 0,-2-1 0 16,1 1 0-16,0-2 0 0,0 1-1 16,-3-1 1-16,3 1 0 0,-1-1 3 0,-1 0 0 15,1 1-3-15,-1-2 0 0,1 1 0 0,1 1 0 16,0 0 0-16,1-1 0 0,0 1 0 0,1-1 0 15,1 1 0-15,0 1 0 0,0-2 0 16,3 1 0-16,-1 1 0 0,-1 0 0 0,2-1 0 16,1 1 0-16,-1 0 0 0,2 0 0 15,0 0 0-15,-1 0 0 0,1 0 0 0,0 0 0 0,0 0 0 16,0 0 0-16,0 0 0 0,0 0 0 16,0 0 0-16,0 0 0 0,-2 0 0 15,2 0 0-15,0 0 0 0,0 0 0 0,0 0 0 16,0 0 0-16,0 0 0 0,0 0 0 15,0 0 0-15,0 0 0 0,0 0 0 0,0 0 0 16,0 0 0-16,0 0 0 0,0 0 0 0,0 0 0 16,0 0 0-16,0 0 0 0,0 0 0 0,0 0 0 15,0 0 0-15,0 0 0 0,0 0 0 16,0 0 0-16,0 0 0 0,0 1 0 16,2-1 0-16,-2 3 0 0,1 0 0 0,2 0 0 15,-1 4 0-15,2-1 0 0,-1 3 0 0,2 1 0 16,0 0 0-16,0 2 0 0,0 0 0 0,2 1 0 15,-2 2 0-15,3-1-3 0,-1 1 2 16,-1 2 0-16,2-5 4 0,-2 4-1 0,0-5-2 16,-1 2 0-16,0-3 0 0,-2-1 0 15,3-1 0-15,-3-1 0 0,-1-2 0 0,1-3 0 16,-3 2 0-16,2-1 0 0,-1-2 0 0,-1 1 0 16,0-2 0-16,0 0 0 0,0 0 0 15,-3-2 0-15,0-1 0 0,0-2 0 0,-2 1 0 16,-3-3 0-16,2 0 0 0,0-3 0 15,-2 3 0-15,0-3 0 0,0 1 0 0,0 0 0 16,0 1 0-16,0 0 0 0,2-1 0 0,0 2 0 16,-1-1 0-16,2 1 0 0,-1-1 0 0,3 1 0 15,-2 1 0-15,1-2 0 0,0 1 0 16,-1-3 0-16,2 2 0 0,-1-1 0 0,-1 0 0 16,2-4 0-16,-2 2 0 0,0-1 0 15,2-1 0-15,-2 1 0 0,2-1 0 0,-3 1 0 16,3-1 0-16,-2 2 0 0,2-1 0 15,0 0 0-15,-1 3 0 0,0-1 0 0,-1 2 0 16,2 1 0-16,0 1 0 0,1-1 0 0,2 5 0 16,-1-3 0-16,-1 2 0 0,2 1 0 15,-2 1 0-15,2 0 0 0,0-1 0 0,0 2 0 16,0-2 0-16,0 2 0 0,0-1 0 16,0 1 0-16,0 0 0 0,0 0 0 0,0 0 0 15,0 0-1-15,0 0 0 0,2-1 0 0,0 1 1 16,1-2 0-16,0 1 1 0,3-1 0 0,0 1 0 15,2-3-1-15,-1 0 0 0,2 1 0 16,1-1 0-16,-1 0 0 0,1-2 0 0,2 0 0 16,1 0 0-16,1-1 0 0,-1-2 0 15,1 1 0-15,0 0 0 0,0 0 0 0,-2 1 0 16,-1-2 0-16,0 3 0 0,-2-1 0 0,-1 2 0 16,0-1 0-16,1 1 0 0,-4 2 0 15,0-2 0-15,0 3 0 0,1-2 0 0,-4 2 0 16,4-2 0-16,-3 3 0 0,0-2 0 0,-1 2 0 15,1-2 0-15,0 0 0 0,-1 0 0 16,1 0 0-16,0 0 0 0,-1 1 0 0,2-1 0 16,-2 2 0-16,-1-2 0 0,-1 3 0 0,2-2 0 15,-2 2 0-15,0 0 0 0,0 0 0 16,0 0 0-16,0 0 0 0,-2 0 0 0,2 0-1 16,0 0-6-16,0 2-8 0,0-2-18 0,2 3-25 15,0 0-70-15,-1 0-100 0,1 1-231 16,1 1-294-16,2 1-367 0,3-1-448 0,-1 0-219 15,2-4 343-15,0 1 916 0</inkml:trace>
  <inkml:trace contextRef="#ctx0" brushRef="#br1" timeOffset="24741.66">8103 7938 101 0,'-2'0'662'16,"-3"0"453"-16,2 1 125 0,0 1-128 15,0 2-384-15,1 2-304 0,-1 3-90 0,3 5-23 16,3 3-11-16,-1 3-20 0,-1 4-22 0,2 4-40 16,2 6-56-16,-2 3-53 0,2 4-31 0,0 1-14 15,-2 4-14-15,2 3-7 0,-1 0-9 16,-2 3-6-16,1 1-6 0,-1 0-7 15,1 2-3-15,-3-3-4 0,2 2-2 0,-2-3-2 16,-2 0-2-16,2-1-1 0,-1-4 0 0,-1-2-2 16,0-4-1-16,2-2 0 0,-3-7-1 15,3-2 0-15,0-7-2 0,0-3 0 0,0-3-1 16,3-4 2-16,-1-3-1 0,1-6-2 0,2-3-6 16,0-8-18-16,2-6-34 0,0-4-58 15,-1-7-62-15,2-2-59 0,1-10-86 0,-2-4-120 16,-1-5-135-16,1-3-174 0,-1-3-218 0,0-3-212 15,0-4-31-15,2-2 302 0,-3-4 429 16</inkml:trace>
  <inkml:trace contextRef="#ctx0" brushRef="#br1" timeOffset="24991.93">8308 8154 252 0,'11'-44'639'15,"-3"6"350"-15,0 7 141 0,-2 6-226 16,-1 2-263-16,-2 5-168 0,1 3-132 0,-1 5-90 16,0 1-63-16,1 4 36 0,1 4 22 0,0 4 5 15,1 3-21-15,1 6-13 0,2 3-17 16,-3 6-61-16,2 6-46 0,0 5-28 0,0 6-10 15,-2 4-12-15,-1 5-8 0,-2 1-6 0,-1 6-4 16,0-1-10-16,-1 2-9 0,-1 1-5 16,0-1-3-16,-1-1-4 0,1 0-3 0,-2-5 8 15,2-2 4-15,0-4 3 0,0-2 2 16,0-4-1-16,0-7 0 0,0-3-5 0,0-4-10 16,0-5-18-16,0-5-34 0,-2-2-74 0,-1-6-79 15,-2-3-140-15,-1-6-218 0,-3-5-312 16,-1-5-325-16,1-4-207 0,-4-3-35 0,-1-4 481 15,-3-5 572-15</inkml:trace>
  <inkml:trace contextRef="#ctx0" brushRef="#br1" timeOffset="25227.79">7820 8478 154 0,'-4'7'642'0,"4"1"340"0,0-4 96 15,5-1-25-15,3-3-416 0,8-3-244 0,3-3-105 16,5-2-7-16,4-3 54 0,5-1-27 16,5-4-8-16,3-3-23 0,4-2-34 0,3-3-59 15,0-3-67-15,6-1-36 0,-2-4-40 16,0 1-23-16,-1-1-12 0,-2 1-3 0,-5 1-2 16,-6 2-1-16,-3 3 1 0,-5 4 6 0,-6 2 3 15,-6 6 0-15,-5 3-13 0,-5 4-64 0,-5 5-74 16,-7 4-160-16,-6 4-276 0,-6 6-319 15,-4 6-382-15,-7 1-277 0,-8 3 6 16,-5 3 682-16</inkml:trace>
  <inkml:trace contextRef="#ctx0" brushRef="#br1" timeOffset="25428.15">7906 8763 356 0,'7'15'948'0,"-1"-5"299"16,2-2-55-16,1-5-178 0,4-2-469 0,3-2-181 15,3-4-93-15,3-2-16 0,5-2 10 0,1-3-14 16,2-3-45-16,5-2-57 0,2-1-30 16,1-1-38-16,4-4-38 0,1 2-20 0,3-1-12 15,-2-1-10-15,-3 2-50 0,0 0-76 16,-3 4-143-16,-3 0-274 0,0 4-300 0,-5 0-381 16,0 4-318-16,-2 3-32 0,-1 0 636 0</inkml:trace>
  <inkml:trace contextRef="#ctx0" brushRef="#br1" timeOffset="26094.4">9191 8569 175 0,'7'5'735'0,"-4"2"379"0,2 3 87 0,-2 0-110 16,1 7-425-16,1 2-211 0,-1 6-65 0,5 4-29 15,-2 4-37-15,1 1-37 0,-2 7-41 16,3 1-68-16,-2 3-61 0,1 2-40 0,-2 0-24 15,2 1-18-15,-3 0-10 0,1 0-7 16,-3-6-5-16,2-1-4 0,-2-7-3 0,2-1-1 16,-2-8 0-16,-2-5 0 0,1-2 4 0,-2-4 8 15,0-5 7-15,0-1 5 0,-2-2 1 16,-1-5-1-16,-3-6-5 0,0-1-7 0,-4-7-9 16,1-4-6-16,-4-4-3 0,0-7-1 0,-2-4-1 15,0-3 1-15,-3-7 0 0,-3-4 2 0,0-6 1 16,-1-7-1-16,0-4 0 0,1-1-1 15,1-2-3-15,7 3 1 0,1 3-2 0,5 4 0 16,6 5 0-16,2 8 2 0,6 3 0 16,4 6 0-16,3 4 1 0,6 2 1 0,1 6 0 15,6 2-1-15,3 4 0 0,0 4 0 16,2 5-1-16,-2 4 1 0,2 3-1 0,-2 3 0 16,-2 4 0-16,0 3 3 0,-2 1 0 0,-4 0 1 15,-5 6 3-15,0-1 2 0,-7 5 3 0,-3 4 0 16,-6 0 1-16,-4 5 1 0,-3 2-1 15,-6 3 1-15,-7 5-2 0,-4-1-2 0,-4 4-1 16,-5 0-2-16,-1-2-2 0,-2-1-1 16,-1-1-1-16,1-7-1 0,3 0-1 0,2-8 0 15,4-2 0-15,5-6 0 0,3-3-2 0,5-3-1 16,3-4-4-16,5-6-8 0,5-3-14 16,5-6-36-16,3-3-68 0,7-5-65 0,2 0-92 15,3-6-156-15,4-1-285 0,1-1-292 16,5-1-217-16,2-1-181 0,2-2 141 0,-1 0 561 15</inkml:trace>
  <inkml:trace contextRef="#ctx0" brushRef="#br1" timeOffset="26521.13">9769 8376 53 0,'5'-13'654'0,"-2"5"653"0,-6 0 275 0,-2 5-171 16,-3 2-407-16,-3 1-387 0,-5 3-201 0,0 2-144 15,-1 5-101-15,-2 1-63 0,0 0-39 0,0 6-24 16,0 2-15-16,0 4-7 0,2 3-6 15,3 3-3-15,-2 3-3 0,6 1-3 0,1-1-3 16,2 2-2-16,3-5-3 0,2-1-3 16,4-5-2-16,2-3-1 0,4-5-2 0,0-3 1 15,4-4 2-15,2-7 2 0,-2-3 0 0,4-9 0 16,0 1 1-16,1-7-5 0,-4-6-6 0,3-2-7 16,-3 2-7-16,-1-2-14 0,-4 1-18 15,-2 0-27-15,-1 2-36 0,-5 2-48 0,0 0-43 16,0 1-33-16,-3 2-12 0,1 3 14 15,-1 0 45-15,2 2 63 0,-3 1 59 0,3 5 37 16,-1 0 22-16,0 2 16 0,2 2 9 0,-1 1 21 16,1 2 51-16,0 5 59 0,1 1 53 15,-1 5 32-15,2 1 7 0,1 5-15 0,1 3-34 16,-1 1-42-16,2 3-40 0,1 1-33 0,0-1-19 16,2 5-13-16,-2-4-13 0,2-1-9 15,2 1-5-15,-1-3-3 0,1 0-4 0,2-4-1 16,-2-1-2-16,1-3-40 0,1-2-78 0,-4-3-122 15,1-2-227-15,0-2-297 0,-3-4-373 16,-1-4-365-16,1-4-117 0,-2-5 474 0,-1-3 716 16</inkml:trace>
  <inkml:trace contextRef="#ctx0" brushRef="#br1" timeOffset="26868.31">9953 8526 206 0,'6'0'794'0,"-3"0"389"0,3 0 41 16,-3 3-151-16,2 1-386 0,0 1-222 0,0 2-113 15,1 1-62-15,2 2-19 0,-2-1-15 16,2 1-47-16,-1 2-57 0,2 1-37 0,-1 2-21 16,0 1-26-16,3 1-28 0,-5-1-14 15,2 2-11-15,-3-1-5 0,1-4-5 0,0-1 0 16,-3-1 5-16,-1-4 6 0,1-2 8 16,-3-4 3-16,0-1 1 0,0-4-1 0,0-5-5 15,-1-5-8-15,-1-4-7 0,0-1 1 0,2-6 2 16,-3-3 1-16,2-2 1 0,-2-2 0 0,0-1 2 15,1-4-3-15,-1 1-5 0,1 2-1 16,1-1-2-16,-1 3 0 0,4 3-1 0,-1 3 0 16,1 4 0-16,-2 5-2 0,3 2-2 15,0 4-1-15,2 3 0 0,-1 2-1 0,3 4 0 16,-1 2 0-16,2 5 2 0,3 0-1 0,0 3 0 16,-1 1 1-16,2 5-6 0,-2-2-12 0,1-1-28 15,0 4-60-15,0-2-73 0,0 0-87 16,-1 0-155-16,-1 3-263 0,-1-1-313 0,3 2-244 15,0-3-181-15,2-1 76 0,-2 2 553 16</inkml:trace>
  <inkml:trace contextRef="#ctx0" brushRef="#br1" timeOffset="27181.67">10544 8346 207 0,'3'-9'993'0,"-3"3"672"0,-3 1-42 15,0 3-332-15,-4 0-486 0,-1 4-305 16,-4 0-194-16,-1 4-130 0,-1 3-67 0,-3 1-37 15,-1 6-21-15,2-1-15 0,-1 6-8 0,3 0-7 16,0 4-4-16,2 2-4 0,4 2-5 16,2 1-4-16,0 0-3 0,6-3-2 0,0 0-3 15,6-5-1-15,0-4 0 0,2-6-2 16,5-4 2-16,1-7 0 0,1-5 0 0,0-6-1 16,1-6-1-16,0-3-1 0,0-4 0 0,-2-1 0 15,-3-2 1-15,2 3 2 0,-4 1 3 16,-2 3 2-16,-3 4 3 0,0 2 0 0,0 4 0 15,-4 3-1-15,0 4 0 0,0 2-1 0,-3 8-1 16,0 3 0-16,0 4-1 0,0 5 0 16,1 3-1-16,0 4-12 0,1 2-28 0,-1 2-70 15,2-1-76-15,0 1-159 0,0-2-285 16,0 2-332-16,3-2-377 0,1-2-245 0,0-4 26 16,4 2 701-16</inkml:trace>
  <inkml:trace contextRef="#ctx0" brushRef="#br1" timeOffset="28594.59">10950 8874 140 0,'-3'2'662'0,"-2"0"389"0,2 0 103 0,-2-2-94 16,2-4-424-16,2 0-268 0,-1-5-140 16,0-3-70-16,4-6-27 0,1-3-23 0,2-4-7 15,1-5 35-15,5-3 35 0,-3-4 26 16,4-1 5-16,-2-1-6 0,0 0-22 0,-2 3-29 0,-2 4-30 15,2 4-22-15,-3 4-9 0,-2 4-7 16,-1 7-2-16,-1 1-16 0,1 3-11 16,-1 3-13-16,-1 3-14 0,-1 4-7 0,-1 7-7 15,1 3-3-15,-1 6-2 0,0 7 1 0,2 2 0 16,0 5 1-16,0 4-5 0,2 2-4 16,1 3 5-16,0-2 2 0,-1 1 1 0,3-2 0 15,1-1 5-15,-2-5 2 0,1-4-4 0,3-3-4 16,-1-5-3-16,4-4 0 0,-3-6 0 15,1-3 0-15,5-6 1 0,-3-7 0 0,2-5 2 16,1-6-1-16,-1-6 0 0,1-5 0 16,-1-4-1-16,-1 0 0 0,0-2 0 0,-4 1 1 15,-2 4-1-15,1 0 2 0,-3 3-1 0,-1 6 2 16,-1 4 4-16,-1 1 2 0,1 7 1 0,-2 1 1 16,0 4 0-16,0 5-1 0,-2 8-3 15,1 2-3-15,-1 7-1 0,0 6-1 0,1 2 0 16,-1 6-1-16,2 2 0 0,0 2-1 15,0-2-1-15,3-1 1 0,-1-2-2 0,1-2 0 16,2-3-2-16,1-6 0 0,2-2-1 0,0-5 0 16,3-7 1-16,3-6 1 0,1-6 2 15,0-9 0-15,5-8 1 0,-3-7 0 0,0-3 1 16,2-4 0-16,-2-2-1 0,-1 0 2 0,0-1-1 16,-3 5 1-16,-2 3-1 0,-2 4 1 15,-1 4 1-15,-3 4 0 0,0 5 0 0,-2 3 0 16,0 5-1-16,0 3-1 0,-3 2 0 0,0 6-1 15,0 5 0-15,-3 6 0 0,2 4-1 16,-1 6 1-16,0 2-1 0,2 1 0 0,0 4 0 16,0-1 0-16,2 2-1 0,0 0-1 15,2-1-5-15,2-1-15 0,-1-3-39 0,3-2-70 16,0-2-70-16,1-6-86 0,1-4-121 0,1-5-147 16,3-5-135-16,-1-5-89 0,1-4-147 15,1-2-146-15,0-3 22 0,-2-5 256 0,1 1 370 16,-1-1 303-16,-2-2 202 0,3 0 222 15,-3 1 256-15,-3 1 209 0,3 1 48 0,-3 1-108 16,-1 1-119-16,0 1-101 0,-1 1-86 0,-1 0-80 16,2 1-76-16,-1-1-60 0,3-1-23 15,-1-2 2-15,0 1 16 0,5-1 29 0,-4-3 8 16,1-2-12-16,2-4-30 0,-2 2-26 16,0-3-30-16,-2 2-30 0,-1-3-18 0,-4 2-6 15,-1 1-5-15,-4 2-10 0,-2 0-3 0,-6 3-5 16,1 1-7-16,-3 3-7 0,-3 3-5 0,0 4-5 15,0 5-5-15,0 5-6 0,-2 4-3 16,3 6-3-16,0 4 0 0,1 3 1 0,2 8 1 16,5 2 0-16,-1 4 1 0,4 3-2 0,2 2-1 15,1 2-1-15,3-1-1 0,2 0-3 16,1-1-1-16,3-2-1 0,2-3-1 0,2-2-9 16,1-7-26-16,2-3-67 0,0-6-72 0,-2-6-130 15,2-4-215-15,0-8-316 0,1-2-346 16,0-10-245-16,-2-4-111 0,-1-6 444 0,2-8 633 15</inkml:trace>
  <inkml:trace contextRef="#ctx0" brushRef="#br1" timeOffset="28798.2">12036 8181 375 0,'0'-50'929'0,"0"7"336"0,-3 8 18 0,1 7-243 16,-1 8-314-16,-1 8-225 0,-1 5-133 15,2 7-82-15,0 7-69 0,0 7-62 0,-1 5-60 16,3 6-42-16,1 6-23 0,0 3-12 0,3 4 0 15,0 2-1-15,2 5 1 0,1 3 3 16,0 3 0-16,-1 4 0 0,2 3-7 0,-1 3-4 16,-1 2-6-16,2 0-4 0,0-2-19 15,-1-3-58-15,-1-4-71 0,1-5-103 0,-2-5-183 16,0-5-306-16,-1-6-334 0,-1-6-277 16,-1-6-146-16,-1-9 273 0,0-7 639 0</inkml:trace>
  <inkml:trace contextRef="#ctx0" brushRef="#br1" timeOffset="29020.17">11937 8501 74 0,'-13'-27'676'15,"4"2"513"-15,1 4 164 0,0 6-120 0,2 2-321 16,1 4-352-16,2 0-176 0,1 3-107 0,0 2-70 16,2-1-56-16,4 1-60 0,0 3-46 15,4 1-24-15,3-1-10 0,2 1-5 0,3 1-4 16,0-1-3-16,2 1-17 0,0 3-68 0,1-2-66 15,-3 1-131-15,1 1-220 0,0 3-309 16,-4 1-335-16,0 1-227 0,1 1-66 0,-4 2 460 16,-1 3 591-16</inkml:trace>
  <inkml:trace contextRef="#ctx0" brushRef="#br1" timeOffset="29509.83">12204 8569 156 0,'3'5'790'0,"-3"-1"560"0,0 0 162 0,0 0-170 16,0-2-445-16,0 2-334 0,2-3-177 15,-2 0-127-15,3-1-94 0,-2-1-69 0,2-1-44 16,2-3-26-16,0-1-13 0,3-2-7 0,1-1-3 16,1-1-2-16,1 0-1 0,0-1 1 15,0 1-1-15,2-1-1 0,-1 1 1 0,-2 5 0 16,0 0 0-16,0 4 0 0,-2 1 6 0,2 4 7 16,-2 3 5-16,-2 8 4 0,1 2 2 15,-4 4 0-15,0 5-5 0,0 2-6 0,-1 1-3 16,-1 1-5-16,1-2-4 0,2 1-1 0,1-4-1 15,0-4 0-15,1-1-2 0,1-4 0 16,4-4 2-16,-3-4 0 0,1-1 1 0,4-5 0 16,-4-5 0-16,4-5 1 0,1-3-1 15,-1-5 1-15,-1-3-1 0,1-2 0 0,0 0-1 16,3-2 1-16,-5 3-1 0,1-2 0 0,-1 6 0 16,-1 2 1-16,-1 1-2 0,-2 5 0 15,-1 1 0-15,-1 4 2 0,0 0 0 0,1 4 2 16,-5 4 1-16,-1 1 1 0,2 4 1 0,-2 5 0 15,-2 0 0-15,2 2-1 0,-1 6-1 16,1-3 0-16,-4 2-3 0,4-3 0 0,0 2 0 16,0-3-2-16,4-1 2 0,-3-3-2 15,1-3 2-15,1-1-1 0,0-3 0 0,2-2 1 16,1-3 1-16,2-2 1 0,-2-3 1 0,-1-1-1 16,3 0-1-16,-3-1 1 0,3 0-2 15,-4-1-1-15,1 3-1 0,2 1-2 0,-4 2 0 16,2 2-6-16,-2 4-18 0,-3 3-44 0,0 4-79 15,-3 2-121-15,-2 6-235 0,0-1-306 0,-3 4-364 16,0 2-348-16,-6 4-101 0,0 1 473 16,-4 3 727-16</inkml:trace>
  <inkml:trace contextRef="#ctx0" brushRef="#br2" timeOffset="36193.16">13352 5935 57 0,'0'-1'345'0,"-3"1"215"0,3-2 170 0,0 2-31 16,0 0-194-16,0 0-114 0,0 0-50 16,0 0-24-16,3 0-18 0,-3 2-21 0,1-2-39 15,1 1-44-15,-2-1-43 0,1 0-29 16,-1 1-19-16,0 1-13 0,2 0-8 0,-2 0-7 15,0 2-8-15,2-2-14 0,-2 3-4 0,1 1 11 16,1 0 14-16,0 1 30 0,-1 0 12 16,2 0 13-16,-1 2-3 0,-2 0-23 0,3 2 11 15,-1 1-2-15,-1 3-5 0,1 0-6 0,1 1-7 16,-2 2-1-16,1 0-29 0,-1 3-27 16,-1-1-11-16,2 1-2 0,0 0 5 0,-1 0 1 15,1 1 2-15,-2 2-2 0,2-1 1 0,-1-1-8 16,2 1-9-16,-1 1-6 0,0 0-3 15,-1-1-1-15,1 1-1 0,-1 1-1 0,1-1-2 16,-2-1 0-16,4 0 0 0,-4 0-1 16,2-2-1-16,0 0 1 0,-1 0 0 0,-1-2-1 15,2 1 1-15,-1-2 0 0,-1 0 1 0,0-2-2 16,2 1 1-16,-2 1-1 0,0-2 1 0,0 2 0 16,0-2 0-16,0 2 8 0,-2-2 3 15,2 0 4-15,0-1 1 0,-3 2 0 0,3-2 0 16,-1 0-6-16,1 0-5 0,-2 0-2 15,0 0 0-15,2 2 0 0,0-1 0 0,0 0-1 16,-2-1 1-16,0 2-1 0,2-2-1 0,0-2-1 16,0 2 1-16,0-1 0 0,0-2 0 15,2-1-1-15,0 1 0 0,-2-4 0 0,0 1 0 16,4 0-1-16,-4-2 1 0,1 3 1 16,-1-3 1-16,3 2-2 0,-3 1 1 0,2 0 1 15,0 2-1-15,-1-1 0 0,1 5-1 0,-1-5 1 16,1 4-1-16,0-1-1 0,1-2 0 15,0 0-1-15,-1 0 1 0,2-4 0 0,-2 3 1 16,1-3-1-16,-2 0 1 0,3-2-1 16,-3 0 1-16,2 0 0 0,-1-2 0 0,1-1-1 15,-1 1 1-15,0 0 1 0,-1-1-1 0,1 1 0 16,-1-1 0-16,2 0 0 0,-1-1 0 0,-1 0-1 16,2 2 0-16,-1-2-1 0,1 1 1 15,0-3 1-15,1 2-1 0,-1 0 1 0,2 0 1 16,1-2 0-16,0 0 2 0,-1 1-3 0,1-1 1 15,2 0 1-15,0 0 0 0,-2-1 0 16,2 1-1-16,2-2 0 0,-1 0 1 0,2 0-1 16,-3 2 1-16,5-3-1 0,-2 2 1 15,0 0-1-15,3-3 2 0,-1 2-1 0,1 0 0 16,2-1 2-16,0 1-2 0,0 0 1 16,1-1-1-16,-1 1 0 0,4 1-1 0,-1-1 0 15,0-1-1-15,2 2 1 0,-1-1 0 0,0-1-1 16,1 1 0-16,1 0 1 0,-1-1 0 0,3 1 0 15,-2 0 0-15,2 0 2 0,-4-1-1 16,4 1 0-16,-2 1 0 0,-1-1 0 16,3 1 7-16,-1-1 5 0,-1 2 3 0,3 0 3 15,-2 0 0-15,0 2 0 0,3-2-6 0,-1 1-5 16,-1 2-2-16,1 0-4 0,2 1 1 0,-2-3-2 16,0 2 0-16,1-2 0 0,-2 2-1 15,3-2-1-15,-2 1 0 0,0-1 0 0,0 1 0 16,2-2 0-16,-3 0-1 0,1 0 1 15,0 0-2-15,-1 0 2 0,3 0-1 0,-3 2 1 16,1-2 0-16,2 1 1 0,-2-1 1 0,2 1-1 16,1 1 1-16,2 0 0 0,0-2 1 15,1 1-1-15,0 1 1 0,2-2-1 0,2 0 1 16,0 1-1-16,2 1-1 0,-1-2-1 16,2 0 1-16,-4 1-1 0,3-1 1 0,-2 1-2 15,1 1 1-15,-1-1-1 0,1 1-1 0,-3 0 1 16,2 0-1-16,-2 1 0 0,1-1 1 0,-3-1 0 15,1 2 0-15,-1-1 1 0,0 2 1 16,-1-3 0-16,0 0 1 0,0 1 0 0,0 1-1 16,-2-2 1-16,0 1-1 0,1-1 0 15,-1 2-1-15,-2-1 0 0,2 1 2 0,-2-1-2 16,0 0 0-16,-2 1 1 0,1 0-1 0,-1 0 0 16,-2-2-1-16,2 3 1 0,0-3-1 15,-3 2 0-15,-1-1 0 0,0 1 0 0,1-2 0 16,0 1 0-16,-1-1 0 0,-1 0 1 15,2 1 0-15,1-1-1 0,-3-1 1 0,3 0-1 16,-2-1 0-16,1-1 1 0,1 1 0 0,-2 0 0 16,0-1 0-16,0 1 1 0,2-1 0 15,-2 1 0-15,0-1 0 0,0 0 0 0,0 2 0 16,2 0 0-16,-2 0 0 0,-1 0-1 0,2 0 1 16,-3 0 0-16,0 2-1 0,1-2 0 15,-1 2 1-15,0-2-1 0,-2 0 1 0,3 1 0 16,0-1 0-16,-3 0 1 0,1-1-2 0,-1 1 1 15,1-2-2-15,-4 2 1 0,1-2 0 16,-1 2-1-16,1-1 1 0,-4 1 1 0,-1 0-1 16,-2 0 0-16,0 0 0 0,0 0 0 0,-2 0 0 15,-2 0 0-15,0 0 0 0,0 0 0 16,-1 0 1-16,-1 0-1 0,1 0 1 0,-2 0-1 16,0 0 1-16,3 0 0 0,-3 0 1 0,1 0-1 15,-1 0 4-15,0 0 4 0,0 0 3 16,0 0 1-16,0 0 0 0,0 0 1 0,0 0-3 15,0 0-4-15,0-1-3 0,0 1-2 16,-1 0-1-16,1 0-1 0,-3 0 0 0,3 0 0 16,0 0 0-16,-2-2-2 0,1 2 1 15,-1 0-2-15,1 0-5 0,-3 0-9 0,1 2-14 0,2-2-33 16,-4 1-67-16,0-1-74 0,-3 0-116 16,2 1-193-16,-1-1-310 0,1 2-322 15,1-2-237-15,-1-2-131 0,3-2 351 0,2-1 628 16</inkml:trace>
  <inkml:trace contextRef="#ctx0" brushRef="#br2" timeOffset="36848.98">16978 7159 231 0,'-5'-6'876'0,"-2"0"445"0,1 1 74 0,-2 3-116 15,0-2-440-15,0 2-289 0,0-1-153 16,-1 1-99-16,4 1-76 0,-1-1-79 0,3 1-54 15,-1 1-33-15,1 0-21 0,2 0-13 16,-1 0-9-16,2 0-6 0,0 0-3 0,0 1-1 16,2-1-2-16,-1 2 0 0,2-2 1 15,1 1-1-15,-3 1 0 0,2 1 1 0,2-2 0 16,-2 0 4-16,1 1 4 0,2 0 3 0,-2 0 1 16,1 0 1-16,2 1-1 0,-1-1-3 15,2 1-5-15,0-1-1 0,1 3 0 0,1-3 0 16,2 3-1-16,1-3 0 0,1 2 0 0,1 0 0 15,2 0-2-15,-1 0 0 0,3-2-2 16,-2 1 1-16,4 2-1 0,-1-2-1 0,2 1-1 16,-3 1 1-16,0-2-1 0,0 1 1 15,0 0 0-15,-2 3 0 0,-1-3 1 0,0 1 0 16,-5 0 0-16,0 0 0 0,0-1-1 0,-3 2 1 16,0-1 0-16,-3 0 0 0,1-1 1 0,-3 3-1 15,0-2 2-15,-1 1-1 0,1 0-1 16,-1 2 0-16,-1-1 0 0,-1 0 0 0,0 2-1 15,2-2 1-15,-2 2 0 0,0 0 0 16,2 0 0-16,-2 0 0 0,0 0 0 0,0 1 0 16,0-2 0-16,0 1 0 0,0 0 1 15,0 0-1-15,-2-2 0 0,2 0 2 0,-2 1 0 16,-1 0 6-16,0-3 6 0,-2 2 6 0,2 1 4 16,-4 1 3-16,0-1 4 0,-1 1-1 15,-3 0 0-15,0 2-1 0,0-1 0 0,-2 1-2 16,-1 0-18-16,-2 2-9 0,4-1 0 0,-4 1 0 15,2-1 0-15,-4 2 0 0,4-3 0 16,-2 2 0-16,0 1 0 0,1-3 0 0,0 1 0 16,4-2 0-16,-3 1 0 0,4-1 0 0,2-2 0 15,-1-1 0-15,4 0 0 0,1-3 0 16,-1 0 0-16,3 1 0 0,0 0 0 0,1-2 0 16,1 1 0-16,1-1 0 0,3-1 0 0,1-1 0 15,1 0-94-15,0-2-106 0,4 1-142 16,-2-1-263-16,1-1-321 0,2 2-401 0,0 2-367 15,1-1-22-15,-2 2 705 0</inkml:trace>
  <inkml:trace contextRef="#ctx0" brushRef="#br2" timeOffset="38374.8">19082 7322 305 0,'3'-6'1014'0,"-3"1"495"0,0 2-68 16,1 1-274-16,-1 2-500 0,0 3-236 0,4 5-130 15,-3 3-94-15,-1 6-45 0,3 5-24 16,1 8-13-16,-1 5-33 0,0 5-22 0,0 1-18 16,2 4-16-16,-4 1-9 0,1 3-6 0,-1-1-7 15,1 0-6-15,0 0-4 0,-1-2-2 0,1-1-2 16,0-3-1-16,-2-1 0 0,1-5 0 16,-1-5-1-16,0-2 0 0,0-3 1 0,-1-6-5 15,-1-2-12-15,0-5-31 0,-1 0-74 16,-2-6-85-16,-1-5-154 0,-2-4-251 0,0-5-328 15,0-6-357-15,-1-3-213 0,1-5 35 0,0-6 590 16</inkml:trace>
  <inkml:trace contextRef="#ctx0" brushRef="#br2" timeOffset="38592.62">19018 7066 376 0,'-9'-27'996'0,"1"1"364"0,-2 4 2 0,0 5-169 15,3 2-510-15,1 3-228 0,1 1-129 0,0 3-91 16,4 2-76-16,1 1-66 0,0 1-45 16,4 2-26-16,1 2-14 0,5 2-5 0,2 1-2 15,0 2 1-15,2 1-2 0,2 3-11 0,-2-1-53 16,2 5-68-16,-3 0-69 0,-1 2-126 16,1 3-201-16,-4 1-319 0,4 3-255 0,-2 1-197 15,0 2-66-15,-2 0 390 0,3 2 532 16</inkml:trace>
  <inkml:trace contextRef="#ctx0" brushRef="#br2" timeOffset="38991.83">19603 7188 459 0,'-4'-10'1321'0,"-1"-1"392"15,-3 3-227-15,-3 1-336 0,-3 1-512 16,-1 1-247-16,0 4-159 0,-1 2-96 0,0 4-52 15,-1 2-30-15,-1 6-21 0,4 3-15 0,-2 3-7 16,5 5-5-16,0 4-3 0,5 0-3 0,1 2 0 16,4 0-2-16,2-2 0 0,6 0-3 15,-1-5 1-15,6-5 0 0,3-3 1 0,4-5 0 16,-2-5 1-16,5-6 2 0,2-7 1 16,1-9 1-16,4-3 0 0,-3-8 0 0,0-5-2 15,1-2 0-15,-4-3 0 0,-1 3 0 16,-4-1 1-16,-4 4 1 0,-3 3 1 0,-4 7 1 15,-1 1 1-15,-3 2 1 0,-2 6 2 0,-4 3 2 16,2 4-2-16,-4 4-1 0,-1 4 1 16,0 4-3-16,-1 7-2 0,1 2 0 0,-3 5-2 15,2 3-1-15,2 3 0 0,0 3-1 0,1 1 1 16,-1 1-1-16,1 1-1 0,2 0 0 16,0 2-1-16,1-2 0 0,-1 0-2 0,4-2-1 15,-1-2-4-15,3-3-17 0,0-6-43 16,2-3-76-16,1-3-77 0,-1-7-136 0,2-3-207 15,1-8-318-15,-1-3-298 0,2-7-191 16,1-1-59-16,0-8 419 0,-1 0 562 0</inkml:trace>
  <inkml:trace contextRef="#ctx0" brushRef="#br2" timeOffset="39492.83">19874 6716 49 0,'3'-5'516'16,"2"5"413"-16,-4-2 216 0,2 2-34 15,1 0-367-15,-3 0-269 0,1 2-135 0,-1 4-22 16,3-1 8-16,-1 3-2 0,0 1-18 0,0 2-24 16,3 2-43-16,-3 2-58 0,1 1-52 0,-1 3-38 15,0-1-26-15,0 3-17 0,1-1-14 0,-3 2-11 16,4-1-6-16,-1 0-6 0,-1 0-3 15,1-2-4-15,1-1-1 0,-1-1-1 16,0-2-2-16,0-3-2 0,2-1 0 0,1-3 0 16,-1-2-1-16,2-3 0 0,5-4 1 0,-4-4 2 15,3-4 0-15,3-3 1 0,0-1 0 0,-2-4 0 16,4 0-1-16,-4 1 1 0,0 0-1 16,1 0 0-16,-4 3 1 0,0 3 0 0,-4-1 2 15,0 4 1-15,-3 1 2 0,-1 1 2 16,-2 2 1-16,-2 2 1 0,-1 1-2 0,-5 4 1 15,-1 4-1-15,-3 3-3 0,-1 7 0 0,-4 6-2 16,-3 2 0-16,1 6 0 0,2 8 3 0,-4 3 5 16,4 4 3-16,-4 3 4 0,4 2 1 15,3 2 0-15,1 2-5 0,0-4-3 0,5-3-5 16,3-3-4-16,4-8-2 0,2-2-2 0,3-10 0 16,4-4-1-16,3-6 0 0,3-5 0 15,2-7 0-15,1-4-2 0,4-6-6 0,-4-3-14 16,4-5-26-16,-1-1-66 0,-4-3-76 15,1 1-120-15,-1-2-195 0,0 0-308 0,-2 0-340 16,2 3-252-16,-2 0-121 0,-1 0 358 0,1 3 639 16</inkml:trace>
  <inkml:trace contextRef="#ctx0" brushRef="#br2" timeOffset="40426.9">21616 7079 430 0,'-6'-8'867'0,"-3"0"283"0,-3-2 9 16,3-1-301-16,-4 1-299 0,1 0-102 15,-4 1-33-15,2-1-41 0,-5 3-45 0,-1-1-43 16,-1 2-53-16,-1 2-69 0,1 1-65 0,-5 2-36 16,3 2-24-16,-1 2-14 0,1 3-8 15,0 1-9-15,3 2-6 0,-1 2-4 0,5 0-4 16,1-1-1-16,3 2-1 0,1 0-1 15,4-1-1-15,4 3 0 0,1 2-1 0,4-2 0 16,2 3 0-16,5-1 1 0,1 1-1 0,3 1 1 16,3 0 0-16,1 1-1 0,-1-1 1 0,2 1-1 15,-1 0 0-15,1 0 1 0,-2-1 0 16,2 1 1-16,-5-2-1 0,-1 1 2 0,-3 1 1 16,-2 0 1-16,-4-1-1 0,-1-1 1 15,-4 0 0-15,-1 2 0 0,-4-3 0 0,-4-1 0 16,-1-1-1-16,-3 1 0 0,-3 0-1 0,-2 1-1 15,0-3-1-15,-4 1 0 0,-1-1-1 16,3 1 1-16,-2-2-2 0,4-2-8 0,4 0-32 16,2-5-69-16,6-1-67 0,3-4-90 0,6-2-147 15,6-4-215-15,4-6-301 0,5-4-219 16,6-2-186-16,-1-4 24 0,5-3 436 0,4-5 492 16</inkml:trace>
  <inkml:trace contextRef="#ctx0" brushRef="#br2" timeOffset="40724.97">21637 7132 24 0,'1'-8'558'0,"-1"1"486"16,-1 0 212-16,1 1-94 0,-5 1-339 0,5 0-367 15,0 3-206-15,0-4-104 0,5 4-61 16,1-1-33-16,2 0-21 0,3 0-15 0,5 2-5 16,0-1-1-16,3 2-3 0,1 2-2 15,-1 2 64-15,2 2 63 0,-1 1 28 0,-2 1 39 16,-1 3 18-16,-4 1 8 0,-2 2-47 0,-3 3-40 15,-5 2-20-15,-3 3-31 0,-3 3-19 16,-5 3-16-16,-3 0-10 0,0 3-9 0,-5 1-9 16,2-1-5-16,-2 1-7 0,3-2-4 0,2-4-2 15,0 0-3-15,3-3-3 0,0-4-2 16,5-2 0-16,1-4-2 0,2-2 1 0,4-3-1 16,2-4 1-16,2-4-3 0,3-3-12 15,3-5-29-15,-1-2-58 0,3-3-70 0,-3-3-90 16,0-2-158-16,0-1-273 0,0 0-308 15,-4 0-250-15,-1 2-179 0,-3 1 107 0,-2 0 568 16</inkml:trace>
  <inkml:trace contextRef="#ctx0" brushRef="#br2" timeOffset="41290.99">22081 7084 67 0,'3'-3'620'0,"1"1"483"15,-3 1 163-15,1 1-113 0,-2 1-370 16,1 4-250-16,-1 2-117 0,0 1-63 16,0 6-43-16,-1 2-39 0,-1 4-37 0,1 3-64 15,-3 5-65-15,1 0-42 0,2 2-23 0,-1 0-16 16,0-1-10-16,2-1-7 0,2-4-4 15,1-1-1-15,2-5-3 0,1-3 0 0,5-5-1 16,-3-3 1-16,5-3 1 0,-1-6 2 0,3-4-1 16,0-6 2-16,2-4-1 0,1-3 0 15,-2-6-2-15,3 0 1 0,-2-3-1 0,-1-2-1 16,-2 4 0-16,-1-3 2 0,-2 4-2 0,0 1 0 16,-1 4 1-16,-4 1 0 0,1 3 2 15,-1 3 1-15,-3 5-1 0,-2-1 0 0,1 7-1 16,-2 1 0-16,0 3 0 0,-2 4-2 15,1 5 1-15,-2 3 1 0,1 2 1 0,-2 3-1 16,0 2 0-16,4 3 0 0,-3 3-1 0,2 2 0 16,1 1 0-16,-4 4 0 0,3 2 0 0,-2 1 0 15,-1 4 0-15,1 0 1 0,-3 1 1 16,1 1 1-16,-1 2 1 0,-4-1 4 0,0 0 5 16,-2 2 1-16,-1-1-1 0,-4-2 1 15,1-2-3-15,-3-2-2 0,1-3-4 16,2-7-2-16,-3 0-1 0,3-8-1 0,0-3-3 15,3-5-3-15,3-3-12 0,2-5-29 0,3-9-68 16,2-5-66-16,3-4-102 0,3-8-168 0,5-3-270 16,3-8-310-16,1-5-232 0,6-7-172 15,-1-6 178-15,5-5 572 0</inkml:trace>
  <inkml:trace contextRef="#ctx0" brushRef="#br2" timeOffset="41641.68">22578 6706 174 0,'15'-37'770'0,"-3"7"435"15,-4 7 70-15,-4 4-146 0,2 7-396 16,1 5-229-16,-6 7-110 0,3 6-67 0,-3 5-49 16,-1 9-40-16,-1 4-55 0,1 7-62 15,-4 8-45-15,3 2-28 0,-3 6-17 0,3 8-11 0,-2 3-7 16,-2 6-3-16,2 4-4 0,0 3-4 16,1 1-2-16,-1-2 0 0,3-3 0 0,0-7-2 15,3-7 1-15,1-9 0 0,0-7 1 16,4-9 0-16,-2-6 0 0,1-7 2 0,-2-6 1 15,1-8 1-15,0-6 0 0,-1-5 1 16,0-3 2-16,-4-3 3 0,2-4 2 0,-3-1 1 16,0-5 0-16,0 0 3 0,-1 0 0 0,-1-3-2 15,1 2-2-15,-3 2 2 0,3 0-1 0,-1 6-2 16,0 2-3-16,1 6-1 0,-1 0-4 16,2 4-1-16,-1 1-2 0,1 4-1 0,1 6-2 15,-1 0 1-15,0 5 1 0,0 3-2 16,-1 1 1-16,1 2 0 0,-3 3-4 0,1 2-9 15,1-1-20-15,-1 2-39 0,1-1-67 0,-1 0-67 16,0-4-81-16,1-2-134 0,1-1-180 16,1-4-263-16,4-5-208 0,3-5-196 0,0-6-30 15,1-4 375-15,5-8 485 0</inkml:trace>
  <inkml:trace contextRef="#ctx0" brushRef="#br2" timeOffset="42094.72">22933 6711 169 0,'7'-54'756'0,"-4"4"423"0,-2 7 77 16,-1 5-128-16,-3 6-361 0,3 5-204 0,-1 8-121 16,-3 3-74-16,1 3-61 0,2 5-57 0,-4 3-75 15,2 5-74-15,2 3-46 0,-3 6-25 16,3 5-8-16,-3 2 1 0,1 5 2 0,2 4 5 16,-1 6 3-16,0 0 3 0,1 7-1 0,-1 2-5 15,-1 2-2-15,0 4-3 0,0 4-4 0,-2 1-5 16,2 5-2-16,-2 1-1 0,2 3-6 15,0 1-2-15,1-4-2 0,1-2-2 0,2-3-3 16,2-9 0-16,2-4 0 0,2-9-1 16,2-5 0-16,2-8 1 0,2-6 2 0,1-11 0 15,0-5 0-15,5-9 0 0,0-4 1 16,0-9-2-16,1-4 1 0,1 0 0 0,-2-2-1 16,2-2 0-16,-5 2-1 0,1 3 1 0,-3 4 0 15,-1 1 1-15,-4 6 1 0,-2 2-1 16,-1 4 3-16,2 2-2 0,-7 4 1 0,2 0-1 15,1 5 0-15,-4 0 1 0,0 4-2 16,0 2 2-16,-4 6-1 0,1 2 0 0,-3 2 0 16,2 5 1-16,-3 4-1 0,1 3-1 0,-2 2 0 15,-1 3 0-15,0 4-1 0,1-1-1 0,2 3-1 16,2-1-3-16,0-3-8 0,4-5-15 16,4-3-35-16,2-3-75 0,0-9-80 0,4-5-134 15,-1-7-202-15,7-6-321 0,3-3-331 16,-2-7-203-16,5-5-70 0,2-2 429 0,2-4 586 15</inkml:trace>
  <inkml:trace contextRef="#ctx0" brushRef="#br2" timeOffset="42390.93">23441 7144 353 0,'8'-8'899'0,"0"3"339"15,-7 2 45-15,2 6-262 0,-3 1-271 16,0 7-214-16,0 2-133 0,-1 2-84 0,-1 5-79 16,2 2-56-16,0 4-75 0,0 1-50 0,2 1-26 15,3 3-17-15,-2-3-7 0,3 0-7 16,1-2-19-16,2-3-51 0,0-4-67 0,1-4-58 15,2-8-49-15,1-5-45 0,1-6-14 16,-1-7 48-16,0-4 94 0,-1-3 71 0,0-3 49 16,-3-4 37-16,-5 0 44 0,1-2 67 0,-3-1 72 15,-2-2 59-15,-2 0 26 0,-3-2 3 16,-2 2-27-16,-1 3-46 0,-3 2-51 0,-3 4-47 16,-1 6-34-16,-3 4-24 0,-2 8-15 15,-2 6-13-15,3 4-8 0,2 8-4 0,0 2-9 16,2 5-38-16,1 4-78 0,5 1-80 0,0 3-151 15,5 2-237-15,-1-1-336 0,5 3-328 0,5 0-193 16,3 1 20-16,1-1 549 0</inkml:trace>
  <inkml:trace contextRef="#ctx0" brushRef="#br2" timeOffset="43475.3">25088 7249 78 0,'7'2'519'0,"-4"2"332"0,2 5 179 0,-2 6 9 16,2 6-356-16,1 8-263 0,0 5-121 16,1 7-56-16,-3 4-17 0,1 6-5 0,3 2-5 15,-5 1-3-15,0 4-10 0,0-1-16 16,-1-1-32-16,0-3-42 0,-1-3-39 16,1-5-32-16,-1-6-21 0,1-7-8 0,0-5 7 15,-1-8 32-15,-1-3 26 0,0-3 12 0,0-9 3 16,-1-6 1-16,-1-6-16 0,0-9-26 0,1-6-24 15,-1-6-12-15,1-7-7 0,-3-3-5 16,3-8-3-16,-1-3 1 0,0-6-1 0,-1-2 2 16,2-6-1-16,-2-4 0 0,1-3 1 0,4 1-4 15,1-1-1-15,1 7-2 0,3 5 0 0,-1 9-2 16,4 5 1-16,1 7 0 0,0 6 1 16,3 7-1-16,0 5 1 0,2 3 1 0,2 3 1 15,-1 3 2-15,1 5-2 0,2 4 2 16,0 0 1-16,0 4 0 0,-2 2 0 0,2 4-1 15,-2 2 0-15,-2 2 2 0,-3 2 2 0,-3 3 7 16,-3 1 9-16,-5 3 11 0,-4 5 6 16,-7 4 3-16,-4 4 1 0,-6 1-4 0,-4 5-8 15,-5-1-8-15,-2 5-7 0,-1-2-4 16,-4 2-6-16,5-5-4 0,3-1-1 0,3-6-3 16,2-3 0-16,6-6-3 0,6-3-14 0,2-4-35 15,4-5-77-15,4-6-86 0,7-5-159 0,2-7-285 16,7-5-332-16,4-7-349 0,4-3-186 15,5-6 110-15,3-2 643 0</inkml:trace>
  <inkml:trace contextRef="#ctx0" brushRef="#br2" timeOffset="43849.59">25741 7016 214 0,'2'-5'841'0,"-5"3"423"15,-4 2 65-15,1 4-123 0,-2 2-415 16,-1 3-272-16,1 2-142 0,-5 3-83 0,4 2-67 15,-4 1-63-15,5 7-54 0,-1 0-39 0,1 1-26 16,-1 1-15-16,4 0-8 0,0-1-9 16,3 2-7-16,1-5-4 0,1-1-3 0,3-3-2 15,2-3-2-15,1-1 1 0,3-4 0 16,2-2 0-16,1-5 2 0,2-5 1 0,-1-4 1 16,0-4-2-16,4-4 2 0,-2-6-1 0,1 0-1 15,-2-4 0-15,-1-1 1 0,-2-1 1 0,-2 0 2 16,-1 3 0-16,-3-1 1 0,0 4 0 15,-3 2 1-15,-1 1 1 0,-1 4-2 16,0 4 0-16,-1-1 1 0,-1 6-1 0,-1 0-2 16,0 4-1-16,-1 1 0 0,0 4-3 0,0 2 0 15,-2 5 1-15,2 7-1 0,-1 0 3 0,0 5-2 16,0 4 1-16,4 2-2 0,-3 2-1 16,4 1-29-16,-1-2-64 0,2-1-65 0,3-2-85 15,-1-2-152-15,3-5-238 0,1-1-301 16,3-7-236-16,2-2-189 0,2-6 49 0,2-3 490 15</inkml:trace>
  <inkml:trace contextRef="#ctx0" brushRef="#br2" timeOffset="44141.66">26034 7234 218 0,'12'-19'704'0,"-4"-1"384"0,1 5 91 16,-3 2-223-16,0 2-333 0,-1 5-226 16,0 3-135-16,-2 5-43 0,2 3 3 0,-1 8 14 15,1 2-8-15,-2 4-20 0,2 4-29 16,-4 2-44-16,3 2-45 0,-1 3-37 0,-2-1-24 15,3 1-10-15,-3-3-9 0,2 0-2 0,-1-5-3 16,2-2-4-16,-1-5 5 0,-3-3 23 16,4-5 16-16,-3-3 6 0,-1-6 2 0,4-4 10 15,-3-5-1-15,1-2-15 0,-1-5-8 0,1-3-5 16,0-2-3-16,-2-1-8 0,-2-3-6 16,0 1-6-16,1-5-7 0,-1 1-1 0,1 1-3 15,-1 1-1-15,0 3-1 0,2 1 0 16,0 3 0-16,0 3-4 0,4 3-3 0,-3 5-19 15,4-1-40-15,-2 4-64 0,4 5-59 0,2 0-61 16,-3 4-98-16,2 0-123 0,3 3-138 16,-1-1-204-16,1 2-219 0,3-1-184 0,2 1 42 15,1-1 364-15,2-1 423 0</inkml:trace>
  <inkml:trace contextRef="#ctx0" brushRef="#br2" timeOffset="44458.94">26515 7049 326 0,'8'-10'870'0,"-5"3"376"0,-2-1 159 0,-1 1-195 15,0 1-364-15,-3 4-266 0,-2 2-164 16,-1 2-101-16,-4 3-111 0,0 3-82 0,-2 4-47 16,-3 5-21-16,0 4-12 0,-2 2-9 0,1 6-6 15,1 4-7-15,-2 0-5 0,0 3-6 16,4-1-5-16,3-2-4 0,2-5-2 0,4-2-1 16,3-5 0-16,4-6 0 0,3-4 0 0,5-9 2 15,4-4 0-15,2-9 0 0,4-4 0 0,1-6-2 16,1-5-2-16,2-2 0 0,-2-4 0 15,-1 1 0-15,-2 1 1 0,-4 1 1 0,-2 5 3 16,-2 3-1-16,-4 5 2 0,1 4 1 16,-6 3 0-16,-1 3 0 0,-2 4-2 0,-4 6 2 15,1 5-3-15,-4 5 0 0,0 4 1 16,1 5-2-16,-1 1-7 0,3 3-23 0,-2 4-49 16,1 1-77-16,2 1-106 0,-1 1-193 0,4-1-303 15,4 0-342-15,0-1-310 0,7-6-143 16,2-1 285-16,4-3 682 0</inkml:trace>
  <inkml:trace contextRef="#ctx0" brushRef="#br2" timeOffset="45357.74">26786 7488 321 0,'4'4'608'0,"-3"-2"229"0,4-2 127 15,0-3-235-15,1-3-192 0,3-3-112 0,-1-4-70 16,2-3-46-16,1-3-60 0,2-4-51 15,-2-4-30-15,3-1-21 0,0-4 17 0,0-1 15 16,-1-1 21-16,1-1 4 0,-3 3-11 0,-3-2-21 16,2 4-31-16,-6 3-27 0,1 5-26 0,-2 2-22 15,1 5-15-15,-4 3-8 0,1 4-13 16,-1 3-6-16,0 3-10 0,-1 6-4 0,-3 5-6 16,1 7-1-16,2 3 0 0,-3 8-2 15,4 2 2-15,-1 4-1 0,1 1-1 0,1 3-1 16,1 1 0-16,0-1 0 0,2 1-2 15,0-2 0-15,-1-5-1 0,2 0 3 0,1-7-1 16,2-2-1-16,0-7 1 0,0-1 1 0,4-9 2 16,1-5-1-16,4-5 0 0,1-10 1 15,4-6 0-15,1-6 1 0,-2-6 0 0,5-7-2 16,-5 1-1-16,1-3 1 0,-2 3 0 16,-3-1-1-16,-6 5 2 0,1 4 1 0,-3 4 9 15,-5 5 5-15,0 5 3 0,-3 5-1 0,-2 5 1 16,-3 5-2-16,0 8-7 0,-1 5-5 0,-3 6-3 15,-3 8 0-15,3 3 0 0,-2 3-1 16,1 0-2-16,3 2 0 0,-1 1 0 0,2-2-2 16,4-4 0-16,-1-1 0 0,4-3-1 0,3-4 0 15,-1-4-1-15,3-4 2 0,4-6 0 16,0-5 1-16,3-5 1 0,4-6 0 0,0-8 1 16,5-7 0-16,0-4-1 0,3-5-1 15,-1-4 0-15,-1-2-1 0,1 1 1 0,-3-1 0 16,-2 3 0-16,-3 3 2 0,-2 5 1 15,-4 5 0-15,-1 2 1 0,-2 8 0 0,-4 1-1 16,1 6 0-16,-5 6-1 0,-1 4 0 0,-3 4 0 16,-2 7 0-16,-2 3 1 0,0 6 0 15,0 4-1-15,0 3-1 0,-1 2 0 0,3 3-1 16,-2 0-2-16,1 2 0 0,0 0-1 16,4-1-10-16,-2 2-31 0,3-6-76 0,1-2-78 15,1-5-145-15,3-2-232 0,0-6-326 0,5-7-344 16,4-4-208-16,1-6-17 0,4-4 527 0</inkml:trace>
  <inkml:trace contextRef="#ctx0" brushRef="#br2" timeOffset="45640.64">27741 7302 278 0,'15'-11'685'0,"-1"1"307"0,-1 3 107 16,1-4-226-16,-2 1-287 0,1-1-179 0,3 0-125 16,0-3-53-16,0 0-14 0,2-1 12 15,-2-4 13-15,3 3 6 0,-4-3-8 0,2-1-18 16,-4 0-33-16,-1-2-44 0,-2 1-40 15,-2-1-28-15,-2-1-13 0,-1 2-9 0,-1 2-6 16,-4 0-3-16,0 6-2 0,-4 0-3 0,-1 3-7 16,-3 5-9-16,-2 0-7 0,-2 5-7 0,-1 3-3 15,-1 3-3-15,0 5-2 0,-2 2 1 0,2 4-1 16,-1 4 1-16,1 1 0 0,3 6-2 16,-1 3 2-16,2 2-1 0,2 3 1 15,2 3-2-15,0 1 0 0,1 2-1 0,3-2-1 16,6 1-1-16,0-4-1 0,5-1 0 0,3-5-1 15,3-6-5-15,1-2-21 0,3-5-60 0,-1-5-74 16,1-4-114-16,1-6-202 0,-2-5-309 16,0-2-346-16,2-3-273 0,-1-8-128 0,-1-4 358 15,-2-4 653-15</inkml:trace>
  <inkml:trace contextRef="#ctx0" brushRef="#br2" timeOffset="45875.93">28279 6559 58 0,'11'-67'540'15,"-3"9"443"-15,-2 9 196 0,-2 11-76 16,0 8-395-16,0 8-282 0,-3 9-164 0,4 9-90 16,-1 6-15-16,0 10 42 0,0 7 24 0,0 9 32 15,1 5-5-15,-1 4-3 0,4 7-35 16,-3 6-45-16,-1 1-33 0,0 6-41 0,-1 5-21 16,-1 1-23-16,-1 4-12 0,-1 2-15 15,-1 0-7-15,1-1-4 0,0 1-5 0,0-5-6 16,0-2-2-16,0-5-28 0,0-7-70 0,0-8-72 15,0-7-124-15,-4-6-178 0,4-8-280 0,0-6-329 16,0-7-234-16,-1-6-139 0,-1-4 307 0,-1-6 550 16</inkml:trace>
  <inkml:trace contextRef="#ctx0" brushRef="#br2" timeOffset="46080.61">28154 7039 83 0,'-5'-26'631'0,"4"4"443"16,-1 5 134-16,2-2-119 0,2 5-386 15,3 0-329-15,3 0-175 0,2 4-87 0,3-1-42 16,3 1-20-16,0 0-13 0,3 1-15 16,0 2-12-16,1 1-10 0,1 2 0 0,0 2 1 15,-3 4-6-15,3 2-21 0,-7 2-89 0,3 1-172 16,-5 2-294-16,-3 4-269 0,0 0-249 0,0-1-137 16,-1 3 274-16,-2-2 497 0</inkml:trace>
  <inkml:trace contextRef="#ctx0" brushRef="#br2" timeOffset="46399.14">28528 6936 504 0,'4'-8'1000'0,"1"1"254"0,-2 2-78 16,-2 0-326-16,4 5-267 0,-2 2-141 0,2 4-69 15,-1 3-47-15,0 4-32 0,2 3-40 0,-3 5-63 16,2 4-60-16,-2 6-46 0,1 2-27 16,1 5-18-16,-1-1-11 0,2 3-6 0,-1-3-11 15,2-1-4-15,1-5-5 0,-2-4-1 0,3-2-1 16,-2-9 0-16,1-5-1 0,-2-7 0 15,2-6 1-15,0-5 1 0,0-6-1 0,0-5 1 16,1-5-1-16,-3-5-1 0,1-3 2 16,-3-1-1-16,6-4 1 0,-6-2 4 0,4 1 6 15,-1-1 6-15,-1 1 4 0,3 2 3 0,-2 4 1 16,-1 4-4-16,1 0-5 0,2 4-6 16,1 4-4-16,-1 0-4 0,3 6-2 0,1 1-1 15,3 5-2-15,0 1 1 0,3 3-1 0,-2 3-1 16,5 2 1-16,0 0-1 0,1 3-5 15,2 1-11-15,2 1-13 0,0-1-43 0,0 1-84 16,-1 3-147-16,-5-3-268 0,-2 3-307 0,-6 3-387 16,-4 0-365-16,-6 3-12 0,-6 4 686 15</inkml:trace>
  <inkml:trace contextRef="#ctx0" brushRef="#br2" timeOffset="47312.66">21668 8772 152 0,'8'-6'763'16,"-3"0"495"-16,-2 1 168 0,-4 1-113 0,-2 2-421 15,-6-3-324-15,0 4-164 0,-3 0-107 0,-6 0-90 16,1 1-69-16,-5 1-48 0,-4 0-30 16,-2 2-19-16,0 2-8 0,0-1-9 0,-2 1-8 15,0 3-4-15,2 0-5 0,1 3-2 16,0 2-3-16,0 3-1 0,2 0-2 0,4 2-1 15,3 0-1-15,5 0 1 0,0-3-2 0,5 4 0 16,7-2 0-16,1-3-1 0,4 3 0 0,6-3 0 16,7-1 1-16,4-1 0 0,1-3 1 15,5 0 1-15,5 0 0 0,1-2 0 0,0 1-1 16,5-3 1-16,-5 1 0 0,-1 0 1 16,-2 0 1-16,-5 0 0 0,1-1 0 0,-8 3 1 15,-2 0 1-15,-2 0 0 0,-4 2 1 16,-4 2 1-16,-6 0 0 0,0 0 1 0,-4 3 0 15,-4 1 0-15,-4-1 1 0,0 4-2 0,-3-2 1 16,-2 3 0-16,0-1-1 0,-2 0-1 0,-2-4-1 16,5 2 0-16,-2 0-2 0,1-5-1 15,5-2-3-15,1 0-9 0,4-5-27 0,3-3-68 16,-1-2-69-16,5-6-107 0,6-6-168 16,1-2-273-16,2-4-321 0,7-3-239 0,0-2-161 15,4-3 192-15,0-3 561 0</inkml:trace>
  <inkml:trace contextRef="#ctx0" brushRef="#br2" timeOffset="47494.58">21822 8976 352 0,'14'4'769'0,"-4"3"328"16,-3 6 64-16,-4 5-289 0,1 6-289 15,-4 4-141-15,0 3-87 0,-4 6-46 0,3 0-42 16,-2 4-35-16,-2-1-39 0,2 3-52 0,2-5-45 16,-1 1-43-16,2-4-29 0,2-5-18 15,-1-5-30-15,2-5-51 0,2-7-51 0,-1-5-70 16,0-10-131-16,1-4-187 0,-4-11-288 15,2-3-241-15,-1-4-214 0,0-7-25 0,-1-1 395 16,-1-5 481-16</inkml:trace>
  <inkml:trace contextRef="#ctx0" brushRef="#br2" timeOffset="47642.07">21703 8794 160 0,'-14'-31'557'16,"3"2"296"-16,0 8 124 0,2 3-119 0,1 5-371 15,3 2-221-15,0 7-124 0,2 0-65 0,3 8-35 16,1 3-20-16,4 1-14 0,0 5-60 15,3 0-106-15,3 5-242 0,-2 2-255 0,3 3-196 16,2 1-97-16,0 1 147 0,2 2 318 0</inkml:trace>
  <inkml:trace contextRef="#ctx0" brushRef="#br2" timeOffset="48035.06">22226 9174 386 0,'5'-8'958'0,"-3"-2"324"0,0-1 47 0,-4-2-182 16,2-1-398-16,-2-1-240 0,2-1-130 0,-1-2-83 16,-3-2-78-16,1-1-76 0,-3 0-49 15,2 1-30-15,-5 0-15 0,1 0-11 0,-1 2-8 16,0 3-6-16,-3 2-6 0,0 6-5 16,-1 5-4-16,2 4-2 0,-1 5-4 0,0 5-3 0,4 4-2 15,-1 4-1-15,6 5-2 0,3 0 1 16,3 1 0-16,4 4 2 0,3-2 0 15,5 2 2-15,2 2 0 0,2-1 1 0,5-2-1 16,-1 1 0-16,4 0 0 0,-2-2 0 0,0-2 0 16,0-2-1-16,-2-1 1 0,-1-4 1 0,-4-1-1 15,-2 0 1-15,-3-2 2 0,-4-3 1 16,-3 0 3-16,-4 0 0 0,-4-1 0 0,-4 1-1 16,-3-2 1-16,-4 2-1 0,-4-1-2 15,-1 0-1-15,-3-2 1 0,-2 5-2 0,2-4 0 16,-3 1-1-16,1-1-1 0,-1 2-1 15,3-4-3-15,-1-1-10 0,4 3-26 0,0-5-57 16,2 3-71-16,5-1-92 0,1-1-160 0,4 1-303 16,3 1-317-16,5-2-264 0,5 1-176 15,1-2 155-15,5-4 615 0</inkml:trace>
  <inkml:trace contextRef="#ctx0" brushRef="#br2" timeOffset="48440.11">23123 8901 331 0,'11'-8'622'16,"0"-1"254"-16,0-1 136 0,2-1-250 0,4 1-223 15,-1-2-126-15,5 1-63 0,1 0-66 16,1 1-71-16,0 0-28 0,0 4-35 16,-1 1-25-16,-1 4-16 0,0 2 57 0,-3 5 51 0,-3 1 8 15,-3 5-5-15,-4 4-7 0,-3 4-20 16,-5 2-51-16,-5 6-43 0,-3 1-33 0,-2 2-17 15,-3 4-14-15,-4-1-5 0,-1 2-9 0,1 0-3 16,-1 1-3-16,1-2-4 0,0 0-2 16,4-1-2-16,2-1-4 0,1-4-4 0,6-4-2 15,0-2-1-15,8-2-2 0,0-5-12 0,7-4-50 16,2-5-78-16,4-5-128 0,1-4-251 16,5-2-314-16,4-5-382 0,3-3-339 0,4-1-67 15,-3-2 559-15</inkml:trace>
  <inkml:trace contextRef="#ctx0" brushRef="#br2" timeOffset="49290.64">23744 9241 270 0,'4'3'652'0,"-3"-1"267"15,3-2 75-15,0-3-190 0,4-5-273 0,2-3-164 16,-1-6-87-16,7-3-39 0,-3-4-16 0,4-4-39 16,0-6-38-16,4-1-37 0,-1-3-28 15,0 1-27-15,-2-1-19 0,-3 3-17 0,0 3 4 16,-3 2 57-16,-3 3 65 0,-1 5 65 0,-3 5 22 15,-4 2-3-15,-1 6-24 0,0 0-52 16,-3 7-52-16,-2 4-50 0,-1 4-25 0,-3 6-13 16,1 4-7-16,-1 6-3 0,0 6-3 0,1 2-2 15,2 4-1-15,3 4-2 0,-1-1 2 0,3 1-1 16,2-2-1-16,3-2 3 0,0-3-1 16,1-1 1-16,3-7-2 0,3-2 0 15,-1-6 0-15,-1-3 2 0,5-6 1 0,-1-6 0 16,4-6 0-16,-1-7 3 0,5-7 1 0,-1-5-1 15,0-4 1-15,1-4 1 0,-2-1 0 16,1-1-3-16,-3 3 1 0,-3 2 0 0,-2 5 1 16,-3 6 10-16,-3 1 4 0,-1 5 5 0,-2 6 0 15,-1 1-1-15,-2 6-3 0,-4 6-9 16,1 3-6-16,-2 7-3 0,1 3-2 0,0 3-3 16,-1 5 2-16,2 1-1 0,3 1 2 0,-1 0 0 15,2-2 2-15,2-3-1 0,1 0 0 16,1-3 0-16,1-3-1 0,0-4 0 0,5-3 0 15,-1-2 0-15,1-5 1 0,3-8 0 0,1-5 0 16,2-4 2-16,0-7 1 0,4-5-1 16,-1-5 1-16,-1-4 1 0,3 0-1 0,-1-2-1 15,-2 3 1-15,-2 2 0 0,-2 6 0 0,-3 2 2 16,-2 6 4-16,-5 4 2 0,-1 2 1 16,1 7 0-16,-5 1-1 0,0 6-1 0,-2 3-5 15,-2 6-3-15,1 5-1 0,-2 2-2 0,1 3 1 16,1 3-2-16,2 3-1 0,1 0 1 15,0 1 0-15,1 1 0 0,2-2 1 0,1-2 0 16,-1 2-1-16,3-2-1 0,0-5-24 16,2 0-70-16,-1-5-74 0,-1-3-146 0,3-5-282 15,-1-4-330-15,0-4-375 0,5-2-237 0,-4-8 1 16,3-3 654-16</inkml:trace>
  <inkml:trace contextRef="#ctx0" brushRef="#br2" timeOffset="49465.6">24894 8871 132 0,'5'10'732'0,"-2"5"455"16,-6 2 93-16,0 5-112 0,0 2-338 0,-4 5-286 15,1 1-152-15,-1 1-90 0,0 1-56 0,-1 0-58 16,1 4-70-16,2-4-57 0,2 3-36 16,0-5-72-16,0-2-82 0,3-2-168 0,0-7-280 15,3-2-306-15,0-7-379 0,-1-5-272 0,1-7 39 16,-1-5 693-16</inkml:trace>
  <inkml:trace contextRef="#ctx0" brushRef="#br2" timeOffset="49625.68">24761 8451 202 0,'-1'-27'787'0,"-4"7"379"0,0 4 31 0,-1 7-153 15,1 4-461-15,0 7-303 0,4 2-144 0,-1 4-66 16,2 4-32-16,3 0-20 0,2 1-17 0,3 4-64 15,0-2-148-15,-2 3-307 0,2 1-262 16,1 0-251-16,-1 3-182 0,0-1 155 0,-1 1 490 16</inkml:trace>
  <inkml:trace contextRef="#ctx0" brushRef="#br2" timeOffset="49924.57">25144 9004 272 0,'16'11'614'0,"-4"-5"313"16,6-5 158-16,-4-2-235 0,3-5-234 16,-1-6-161-16,3-3-121 0,-2-5-85 0,1-2-57 15,-1-2-27-15,-2-2-7 0,-2 1 20 0,-3 3 37 16,-3-3 14-16,-4 4-14 0,-3 1-28 16,-3 3-27-16,-5 2-37 0,-1 2-40 0,-3 5-32 15,-1 3-16-15,-1 5-11 0,-2 6-11 16,1 5-7-16,-1 5-4 0,0 7-1 0,2 1-2 15,1 3 1-15,4 1-1 0,2 4 1 0,4 0 1 16,1-1-1-16,4 2 0 0,3 0-1 0,1 1 0 16,7-2-2-16,-1-2-21 0,6 0-69 15,-1-3-70-15,5-5-127 0,5-2-216 16,0-7-318-16,4-2-345 0,1-4-232 0,0-3-85 16,-1-4 452-16,4-2 611 0</inkml:trace>
  <inkml:trace contextRef="#ctx0" brushRef="#br2" timeOffset="50609.94">25526 9324 218 0,'7'1'553'0,"-1"-1"255"0,3-4 155 16,3-2-133-16,-3-6-257 0,7-3-144 0,-2-6-84 15,3-5-38-15,1-2-47 0,1-5-27 16,0 0-12-16,-2-2 17 0,2 1 13 0,-4 2-12 16,0 1-19-16,-4 3-38 0,-1 0-37 15,-1 4-34-15,-2 2-31 0,-3 3-15 0,1 3-9 16,-2 4-3-16,1 3-3 0,-3 2-15 0,-1 2-7 15,3 3-7-15,-3 3-8 0,-3 5-5 0,3 2-4 16,0 6-2-16,-1 5-2 0,1 2-1 16,1 2 0-16,2 1-1 0,0 4 0 0,0-2 0 15,4 2 1-15,-1-3 0 0,1-3 0 0,2-1 0 16,0-1 0-16,0-5 0 0,3-2 0 16,1-4 0-16,-2-3 1 0,1-6 0 0,3-4 1 15,0-6 2-15,-2-3 0 0,3-3 0 0,-2-7 1 16,2-2 0-16,-2-2-2 0,0-2 1 15,-1 3-1-15,-2-2-1 0,0 4 1 0,-1 3-1 16,-2 3 1-16,-2 4-1 0,-2 2 0 0,0 4-1 16,-3 3-1-16,3 2 3 0,-4 6-1 15,3 2 1-15,-3 5 0 0,0 5 2 0,1 0-1 16,-1 6 0-16,2 0-2 0,0 5-1 16,-1-2 0-16,2 1-2 0,3 1-1 0,-3-2 1 15,4 1-2-15,-1-1-5 0,1-3-38 0,0 0-79 16,0-2-98-16,-1-5-186 0,2 0-296 15,1-7-353-15,1-1-345 0,0-5-157 0,-1-3 255 16,5-5 692-16</inkml:trace>
  <inkml:trace contextRef="#ctx0" brushRef="#br2" timeOffset="50766.76">26567 8888 113 0,'8'3'714'15,"-2"0"477"-15,-4 8 106 0,-2 4-155 0,-4 5-398 16,1 2-331-16,-3 5-149 0,-2 2-82 15,0 2-46-15,0-2-29 0,2 0-21 0,-3 1-37 16,2-4-74-16,2-2-78 0,2-3-172 0,-2-4-296 16,4-7-284-16,-3-4-312 0,4-6-204 15,0-6 96-15,2-5 602 0</inkml:trace>
  <inkml:trace contextRef="#ctx0" brushRef="#br2" timeOffset="50924.78">26506 8547 18 0,'-4'-28'576'0,"-4"9"491"0,0 6 181 16,-2 4-102-16,1 6-323 0,1 6-412 0,0 2-204 16,3 8-100-16,1 2-47 0,2 4-28 0,4 1-13 15,1 4-15-15,3 1-36 0,4 1-118 16,2 2-216-16,3-1-284 0,0 1-261 0,5 1-251 16,2 0-76-16,0 1 377 0</inkml:trace>
  <inkml:trace contextRef="#ctx0" brushRef="#br2" timeOffset="51307.81">27130 8908 179 0,'-4'-12'910'0,"-2"2"642"16,-6 0 40-16,-1 5-291 0,-6 0-471 16,0 2-321-16,-5 2-182 0,-3 4-124 0,2 1-72 15,-3 5-37-15,-1 1-22 0,2 3-13 0,-1 5-12 16,4 0-10-16,0 1-7 0,4 4-10 15,5-2-6-15,3 3-7 0,6 1-3 0,2 0-1 16,4-2-1-16,5-1-2 0,6-2 1 0,2-3-1 16,6-4 0-16,2-6 0 0,5-5-1 0,3-5 0 15,2-9-1-15,4-4 1 0,2-7-1 16,-1-5 1-16,-2-5 1 0,0-2 1 0,-6 0 0 16,-4 1 1-16,-3 3 0 0,-6 4 1 15,-4 2 0-15,-6 7 3 0,-5 5 1 0,-1 3 2 16,-7 7 0-16,-2 4 0 0,-6 7 0 15,-1 5-1-15,0 5-3 0,-2 4-3 0,-1 4-1 16,3 3-2-16,3 2-2 0,0 1 1 0,6-2-1 16,3 2-1-16,3-5-3 0,6 2-9 0,0-2-18 15,5-2-44-15,1 0-81 0,2-4-114 16,2 0-195-16,2-3-303 0,-4-2-362 0,7 0-351 16,-4-3-140-16,3 0 344 0,0-1 708 15</inkml:trace>
  <inkml:trace contextRef="#ctx0" brushRef="#br2" timeOffset="59254.13">18203 11841 59 0,'-3'9'617'0,"-1"0"489"16,-1-2 173-16,-2 0-99 0,2 1-322 0,0-2-291 16,2 0-134-16,2-2-81 0,-3 2-57 0,4-2-54 15,-1-2-56-15,-1 1-59 0,2-1-48 16,2 0-26-16,1-2-13 0,0 0 0 0,4 0 3 15,-1 0 3-15,3-4 2 0,4-5 0 16,1-3 1-16,2-3-2 0,3-5 0 0,0-4-2 16,6-5-3-16,-1-4-2 0,1 0-2 0,0-1-4 15,-2 1-1-15,0 0-4 0,-1 3-3 16,-4 4-4-16,-2 4-4 0,-3 4-3 0,-3 3-4 16,-2 4-4-16,0 4-2 0,-1 2 0 0,0 5-1 15,-2 3 1-15,0 5-2 0,-2 4-2 16,-1 5 0-16,-1 2 0 0,-1 3 0 0,-3 2 0 15,3 3 0-15,-2 2 0 0,-1 1 0 0,0 1 0 16,-2 1 0-16,1 0 0 0,-1-1 0 16,0-1 0-16,0 1 0 0,-1-3 0 0,0 2 0 15,-2-5 0-15,2-2 0 0,1-1 0 16,2-5 0-16,-2-2 0 0,2-3 0 0,-2-1 0 16,2-2 0-16,1-3 0 0,1-1 0 0,-1 0 0 15,1-3 0-15,-1 1 0 0,2-1-7 16,-2-2-12-16,1 1-13 0,-1 0-22 0,2-1-40 15,-1 2-77-15,-3-2-89 0,4-2-161 16,-3 4-286-16,2-2-335 0,-1 2-350 0,0 1-191 16,2-3 125-16,-2 1 677 0</inkml:trace>
  <inkml:trace contextRef="#ctx0" brushRef="#br2" timeOffset="59555.3">18710 12077 203 0,'6'-7'1081'15,"-1"3"640"-15,0-3-106 0,-2 4-342 0,-1-4-464 16,0 3-302-16,-2-1-196 0,-2 1-105 16,0-1-55-16,2 2-33 0,-1-2-24 0,-1 3-22 15,0 0-42-15,2-1-30 0,-1 1 0 16,-1 0 0-16,1 0 0 0,1 1 0 0,-2 1 0 15,2-1 0-15,0-1 0 0,-2 2 0 16,2-2 0-16,0 2 0 0,0-1 0 0,0 1 0 0,0 0 0 16,0 0 0-16,2 1 0 0,1 1-23 15,0 1-87-15,-1-2-83 0,1 1-134 16,-1 0-250-16,1-1-313 0,2 0-393 0,2 2-355 16,-2-3-64-16,3-1 606 0</inkml:trace>
  <inkml:trace contextRef="#ctx0" brushRef="#br2" timeOffset="59978">19178 11764 240 0,'-2'0'938'0,"-1"2"451"16,-3 1-33-16,2 3-184 0,-1 2-414 15,2 0-272-15,-2 4-157 0,1 1-87 0,3 4-40 16,1 3-45-16,1 0-55 0,4 2-36 0,0-1-20 15,3 0-13-15,3-2-13 0,0-1-10 16,4-3-5-16,2-4-2 0,2-5-2 0,-2-3-1 16,4-3 2-16,-1-6 0 0,-1-6 2 15,2-1 1-15,-4-3-2 0,2-5 2 0,-2-4-1 16,-4-2 0-16,-2 0-1 0,-1-4 0 0,-6 0 7 16,-2 1 7-16,-4 2 4 0,-2 1 2 15,-7 1 2-15,0 1-1 0,-7 2-8 0,1 0-5 16,-4 1-4-16,-2 2 1 0,0 4 0 0,-2 1 0 15,1 4 1-15,-1 3-2 0,4 4-1 16,-1 6-3-16,4 5-3 0,-2 3 0 0,3 3 0 16,3 5-1-16,0 5 1 0,2 2 0 15,3 3-1-15,1 5 0 0,3 0-1 0,2 0-1 16,5 4-1-16,1-3 0 0,4-1-3 0,2-3-14 16,3-2-38-16,6-3-77 0,-2-6-82 0,4-6-153 15,1-3-278-15,4-4-335 0,4-5-332 16,-1-6-191-16,2-3 56 0,3-3 616 0</inkml:trace>
  <inkml:trace contextRef="#ctx0" brushRef="#br2" timeOffset="60320.31">19891 11517 104 0,'-1'1'742'15,"-3"3"542"-15,-3 5 104 0,-1 3-113 0,-2 3-367 16,-1 2-344-16,0 5-186 0,0 4-111 0,0 2-64 15,2 4-68-15,1 3-53 0,1 0-39 16,4 2-19-16,1-1-10 0,2 2-7 0,4-6-3 16,0-2-4-16,4-3 0 0,4-6 0 0,2-4 0 15,0-2-1-15,3-7-1 0,1-6 2 0,1-4 1 16,-1-4-1-16,0-7 1 0,-1-1-1 16,-1-6 1-16,-2-2-2 0,-1-5 2 0,-5 1 2 15,1-1 2-15,-4 0 6 0,-3 0 8 16,-4 1 6-16,-3 0 3 0,-1 3 2 0,-5-1 2 15,-2 0-4-15,-1 1-4 0,-2 4-4 16,-1 1-4-16,-1 3-3 0,-2 4-4 0,-2 4-3 16,1 5-3-16,-1 7-3 0,0 2 0 0,3 8-1 15,0 2-2-15,5 3-1 0,1 5-6 0,5 0-25 16,3 0-58-16,2 5-73 0,3-2-103 16,3 0-183-16,4 1-308 0,1 1-328 15,4 0-271-15,3 0-148 0,4-2 258 0,1 0 645 16</inkml:trace>
  <inkml:trace contextRef="#ctx0" brushRef="#br2" timeOffset="61003.84">20856 11737 172 0,'-3'2'777'0,"-1"1"453"0,1 0 142 16,0-1-98-16,0 2-401 0,1-4-300 15,1 5-157-15,-1-4-100 0,-1 0-87 0,3 0-79 16,0-1-62-16,0 3-38 0,3-3-24 0,0 4-12 15,4-1-6-15,-1 1-3 0,5 1 6 16,2 1 2-16,1-1 4 0,5 0 1 0,1 1 0 16,3-1 1-16,0-1-7 0,4-1-4 0,0-1-3 15,0-1 0-15,1-1-2 0,1-1-1 16,-5-1-1-16,1-1 0 0,-1 0-1 0,-2 0 0 16,-6-2-1-16,1 3-1 0,-6-1 1 15,-1 1-1-15,-1 0 1 0,-4 2 0 0,0-2 0 16,-4 2-4-16,-1 2-19 0,-1-2-52 0,-4 2-72 15,-3 1-104-15,-1-1-177 0,-4 0-305 16,0 1-338-16,-1-1-301 0,-2 0-168 0,2-1 247 16,-2-1 654-16</inkml:trace>
  <inkml:trace contextRef="#ctx0" brushRef="#br2" timeOffset="61391.26">21063 11620 466 0,'3'2'917'0,"-1"-1"242"15,1 2-47-15,0-1-320 0,0 3-319 0,3-1-196 16,-1 0-104-16,5 1-45 0,-1 2 13 16,7 1 6-16,-2-1-18 0,5 1-19 0,2 3-8 15,0-1-10-15,0-1 14 0,5 1 17 0,0 0 13 16,1 1-4-16,1-2-6 0,-2 1-7 0,1-2-40 15,0 1-39-15,-2 1-17 0,-1-3-9 16,-2 1-5-16,-3 0-4 0,2 0 11 16,-5 0 22-16,-2 1 13 0,-5-3 13 0,-1 2 11 15,-1 0 5-15,-3 3-4 0,-2-3-16 0,-7 1-10 16,0 1-11-16,1 0-10 0,-6 1-7 0,-2 0-6 16,-1 1-6-16,-4 1-3 0,1 0-2 15,-5-2-1-15,3 4-2 0,-2-4-1 0,0 1-1 16,4-1-1-16,-3-2-1 0,4 0-2 15,1-2 0-15,3-1-6 0,3 1-17 0,1 0-45 16,0 0-78-16,2-2-94 0,2 1-169 0,3-1-301 16,0 0-338-16,3-1-319 0,2 3-167 15,2-3 191-15,2 1 653 0</inkml:trace>
  <inkml:trace contextRef="#ctx0" brushRef="#br2" timeOffset="62486.97">23574 11887 106 0,'-3'6'649'0,"1"2"461"0,-1-3 144 0,1-2-110 16,1 2-385-16,-3-3-213 0,4 2-109 0,0-2-74 15,0-1-50-15,0-1-44 0,0 0-52 16,4-1-67-16,-3-2-54 0,4-4-32 0,3 1-15 16,0-7-7-16,3 0-5 0,1-3 2 0,4-7-2 15,3-2-4-15,2-2-9 0,3-4-4 16,-1-4-3-16,4-1-2 0,0 0-2 0,0 3 1 15,-2-4 5-15,1 6 3 0,-4 1 2 16,-2 3 1-16,-4 2 1 0,0 4-1 0,-4 4-1 16,-3 2-1-16,0 3-1 0,-3 3-3 0,-3 2-4 15,2 2-2-15,-3-1-4 0,1 4-1 16,-1 2-4-16,-1 2-1 0,-1 5-1 0,0 3-1 16,2 0-1-16,-1 6 1 0,-1-1 0 15,0 4 0-15,0 3 1 0,0 1 1 0,0 1 3 16,0 4 3-16,0-2 1 0,0 5 0 0,0-1 1 15,-3 3 0-15,2-2-3 0,-3 2-3 0,1-1-2 16,-2 0-1-16,0-2-1 0,1 1 0 16,-2-4-1-16,1-1 0 0,0-1-2 0,0-3 0 15,-1-3-1-15,1 1-1 0,-1-2 0 0,1-3-1 16,2-1 0-16,1-3-8 0,-1-1-10 16,2-3-17-16,1-2-31 0,0 0-70 0,0-4-82 15,0-1-138-15,0 0-243 0,4-3-322 16,0 1-363-16,1 1-238 0,-1 0-44 0,2 1 554 15</inkml:trace>
  <inkml:trace contextRef="#ctx0" brushRef="#br2" timeOffset="62803.24">24415 11822 95 0,'3'-14'663'0,"0"2"473"15,-3 1 159-15,0 2-43 0,-3 2-330 16,0 2-297-16,-2 3-178 0,-3-1-100 0,0 6-73 16,-1 1-80-16,-4 3-76 0,4 5-50 15,-4 1-29-15,1 4-17 0,0 5-11 0,1 0-5 16,-1 3-4-16,2 3-1 0,-1 1 0 0,5 0-1 15,1-1-1-15,0-1-1 0,5-3-1 0,0 0 0 16,5-4-1-16,0-2-1 0,4-5-10 16,1-4-43-16,-1-1-67 0,5-5-64 0,-1-6-91 15,3-1-148-15,-2-6-187 0,2-3-223 16,0-3-213-16,-1-1-192 0,1-2 5 16,-3 0 351-16,1-1 434 0</inkml:trace>
  <inkml:trace contextRef="#ctx0" brushRef="#br2" timeOffset="63220.03">24508 11914 119 0,'5'-8'526'0,"-2"-1"391"15,-1 3 228-15,-1 2-114 0,-1 1-308 0,0 0-221 16,0 3-153-16,0 0-104 0,0 2-60 0,0 2-26 16,-1 0-23-16,1 6-16 0,0 1-20 0,-2 0-16 15,0 1-21-15,2 1-27 0,-1 1-14 16,1 0-11-16,1-1 0 0,-1-1-4 0,4-3-7 16,-3 0-2-16,3-2-2 0,0-2 2 15,5-2 0-15,0-4-1 0,0-2 4 0,2-4 4 16,0-2-13-16,4-2-30 0,0-3-23 0,0-3-17 15,0 1-10-15,0-1-11 0,-1-2 10 16,-1 0 30-16,0 1 21 0,-1 1 17 0,-3-1 10 16,2 4 3-16,-4 2 6 0,-1 4 2 15,-3 2 11-15,0 4 11 0,2 2 15 0,-4 5 28 16,1 4 12-16,-1 3 19 0,-1 3 18 0,-1 4 1 16,1 4 20-16,-2 0-2 0,1 6-11 15,-2-2-17-15,1 3-23 0,-2 2-11 0,0-3-30 16,1 3-17-16,-2 1-7 0,-3-1-6 15,1 1 16-15,-1-2 6 0,-4-1 4 0,0 1 2 16,-1-3 0-16,-2-3 0 0,0-1-15 0,0-4-11 16,-1-4-5-16,-2-2-2 0,2-2-4 0,-1-5-2 15,1 0-3-15,1-2-13 0,-2-3-39 16,2-2-70-16,0-2-61 0,1-4-98 0,5-3-150 16,1-3-197-16,3-2-281 0,2-1-212 15,3-2-179-15,6 0 87 0,1-2 426 0</inkml:trace>
  <inkml:trace contextRef="#ctx0" brushRef="#br2" timeOffset="63803.21">24896 11573 41 0,'9'-28'540'15,"-3"3"464"-15,-1 3 226 0,-2 7-42 0,-1 1-307 16,0 3-245-16,-2 4-159 0,-2 5-102 0,0 2-64 15,1 7-55-15,-3 1-68 0,0 6-60 16,0 4-45-16,0 4-22 0,-2 5-13 0,-1 3-12 16,2 2-7-16,2 2-5 0,-2 1-3 0,2 3-9 15,0-5-4-15,0 3-4 0,2-7-2 16,2-4-2-16,4-2 0 0,-1-7-2 0,3-2 1 16,3-5 1-16,0-5 0 0,3-6 0 15,3-3 0-15,-2-7 1 0,3-3 1 0,1-3-2 16,1-5 1-16,-2 1-1 0,2-1 0 0,-3-2 1 15,3 1-1-15,-3 2 0 0,-2 3 1 16,-3 0-1-16,2 4 1 0,-5 2 1 0,-2 4-1 16,-1 3 0-16,-1 3 0 0,-1 3 0 0,-3 6 1 15,0 1-1-15,-3 8 0 0,2 3 1 16,-4 5-1-16,2 1 0 0,0 4 1 0,1 4-1 16,-1-1-1-16,2 2 1 0,1 0 0 15,0-2-1-15,1 0-1 0,2-5-1 0,2-3 1 16,3-3-1-16,1-7 1 0,1-4-1 0,2-7 1 15,3-5 0-15,2-8-2 0,-3-4-3 16,5-6-2-16,-1-6-1 0,1-4 0 0,-2-5 0 16,4-3 3-16,-3-2 4 0,0-2 1 0,-1-1 1 15,-1-2 0-15,-2 5 1 0,-1 1 2 16,-2 1 4-16,-3 5 6 0,-2 8 7 0,-1 3 1 16,-1 6 3-16,-1 4-3 0,-3 6-3 15,-2 5-6-15,1 5-6 0,-3 6-2 0,-1 4-2 16,1 4 0-16,-1 4 1 0,0 3-1 0,-3 6 1 15,2 3-1-15,-2 3-1 0,-2 5 0 16,-2 2-1-16,1 4-1 0,-2-1-1 0,4 2-1 16,1-3 0-16,1-1-4 0,3-6-23 0,2-4-69 15,4-4-82-15,2-8-164 0,3-2-282 16,1-5-338-16,1-3-389 0,5-5-245 0,2-4 77 16,6-2 728-16</inkml:trace>
  <inkml:trace contextRef="#ctx0" brushRef="#br2" timeOffset="64988.05">26609 11564 256 0,'-1'2'797'16,"-1"0"372"-16,1-1 30 0,1-1-217 0,0 2-419 15,1-1-251-15,2 0-120 0,2 2-46 16,3 1 25-16,5-1 15 0,3 1 4 0,-1 1-3 16,6-2-22-16,1 1 5 0,2-2-33 0,3 3-24 15,-1-3-15-15,1-2-10 0,2 1-9 16,-4-2-36-16,2 1-19 0,-2-1-10 0,1 0-7 16,-4-2-3-16,-5 1-4 0,-1 2-1 15,-3-2-1-15,-4 2 0 0,0-2-8 0,-5 2-47 16,-3 0-66-16,-4-1-87 0,-6 1-159 0,-2 0-290 15,-4 0-324-15,0 0-287 0,-1-1-189 16,-5 1 158-16,-1-3 602 0</inkml:trace>
  <inkml:trace contextRef="#ctx0" brushRef="#br2" timeOffset="65234.02">26739 11414 72 0,'9'0'579'0,"-4"1"413"15,2 0 155-15,-3 2-84 0,3 1-357 16,-1 3-296-16,3 2-164 0,-1 1-66 0,-1 3-13 16,-1 4 4-16,2 2-29 0,-3 4-18 0,-2 3-20 15,-2 0-16-15,-1 4-31 0,0 2-22 16,-3 3-9-16,-2-1-9 0,1 2-6 0,-2-3-8 16,-1 0-12-16,2-2-39 0,2-2-38 15,-2-4-92-15,4-4-145 0,-2-2-236 0,-3-3-284 16,2-4-246-16,3-1-179 0,-2-5 158 0,-1 2 469 15</inkml:trace>
  <inkml:trace contextRef="#ctx0" brushRef="#br2" timeOffset="65853.2">26651 12073 112 0,'1'4'608'15,"-1"-3"399"-15,2-1 135 0,1 3-102 0,-2-1-399 16,2-1-251-16,1 2-154 0,2 0-68 15,2 0-17-15,1 0-1 0,4-1-11 0,2 2-13 16,2-1 25-16,2-2 21 0,1-1-10 16,2 2-13-16,4-4-17 0,-3 2-11 0,1-1-39 15,3-2-36-15,-2-1-21 0,2 2-10 0,-2-1-8 16,1 0-4-16,-4 2-2 0,0-3-1 16,-3 3-2-16,-3 0-10 0,-2 1-44 0,-4 0-53 15,-2 1-51-15,-5 2-97 0,-3 0-153 16,-2 1-235-16,-4 0-251 0,-2 3-225 0,0-3-175 15,-6 1 160-15,2 1 471 0</inkml:trace>
  <inkml:trace contextRef="#ctx0" brushRef="#br2" timeOffset="67561.78">28374 11393 35 0,'-1'-6'509'0,"-3"3"439"0,1 1 233 16,-3-4-36-16,-1 4-362 0,0 0-275 0,-3-1-99 16,2 1-15-16,0 2-27 0,-3-2-36 15,2 1-38-15,-1 1-47 0,-2 0-66 0,0 1-70 16,3 1-40-16,-4-1-21 0,2 2-12 16,0 0-10-16,2 1-6 0,1 1-7 0,-3 1-4 15,5 2-4-15,1 1-3 0,-2 1 0 0,6 2-2 16,1 2 0-16,0 1 0 0,3 0 1 0,3 3-1 15,1 1-1-15,2 0 0 0,2 3 0 16,0-1-1-16,5 1 0 0,-3 3 0 0,2-3 0 16,1 2-1-16,2 1 2 0,-6 0-1 0,4-2 2 15,-3 2-1-15,1-3 2 0,-5-1-1 16,0 0 1-16,0 0-1 0,-5 0 0 0,0-2 1 16,-3 1 0-16,-2-1 0 0,-3 1 0 0,0-2-1 15,-5 1 1-15,0-1-1 0,1-1 1 16,-4-1-1-16,-1-1 0 0,4 0 1 0,-5-2-1 15,2-3 0-15,2-1 0 0,-2 0 0 16,3-5-1-16,-4 1 0 0,5-3-2 0,-1-2-1 16,1 0-8-16,-1-2-24 0,1-3-58 0,-1-2-72 15,0-4-99-15,1-1-170 0,2-1-299 16,-1-2-327-16,1-2-270 0,-1-3-161 0,-2-3 205 16,1-2 616-16</inkml:trace>
  <inkml:trace contextRef="#ctx0" brushRef="#br2" timeOffset="67771.34">28154 11447 148 0,'14'-8'743'16,"-3"0"433"-16,1 2 68 0,-2 2-162 0,2 1-421 16,-3 0-299-16,5 2-107 0,-2-1-22 0,5 2-12 15,-3 0-5-15,3 0-17 0,1 0-29 16,1 0-52-16,1 0-49 0,0 0-29 0,2-2-18 15,-2 2-9-15,1-1-7 0,-2 1-3 16,-1-1-3-16,-2 1-12 0,2 1-63 0,-7 0-64 16,-1 3-133-16,-1-2-230 0,-5 3-300 0,0 0-333 15,-3 3-228-15,1 1-53 0,-1-1 492 16</inkml:trace>
  <inkml:trace contextRef="#ctx0" brushRef="#br2" timeOffset="68119.14">28961 11391 120 0,'3'-4'771'0,"-3"4"642"15,-3 0 96-15,-4 4-207 0,-1 3-410 16,-1 3-347-16,-5 1-177 0,1 1-135 0,-1 3-68 16,-1 1-55-16,3 0-40 0,1-1-27 0,1 0-18 15,3-1-12-15,2-2-6 0,2 1-4 0,3-2-2 16,1-3-1-16,2-1 0 0,5-4 1 15,2-1-1-15,-2-4 0 0,2-3 0 0,2-2 1 16,-1-3 0-16,0 0-1 0,-3-3 1 16,0 0 0-16,-3 0 1 0,-2 1 1 0,-2 0-1 15,-2 1 4-15,-2 3 3 0,-1 2 0 0,-2 1-1 16,-2 5 1-16,-1 2-2 0,-3 4-3 16,3 3-2-16,-5 2-3 0,3 4 1 0,-1 3-2 15,3 1-4-15,0 1-17 0,2 1-47 0,2 2-73 16,-1-2-98-16,5 0-179 0,1 0-302 15,0-3-334-15,1 6-315 0,5-3-171 16,-1 1 233-16,2 1 668 0</inkml:trace>
  <inkml:trace contextRef="#ctx0" brushRef="#br2" timeOffset="68403.72">29092 12150 47 0,'1'12'512'0,"1"-2"391"0,-2 1 188 0,1-1-15 16,-1-2-353-16,0-1-274 0,0-1-166 16,2-1-84-16,0-2-21 0,-1-2 21 0,1-1 34 0,1-3 41 15,0-1 18-15,2-3-4 0,-2 0-28 16,2-4-53-16,-4 0-52 0,-1 0-52 16,0-2-34-16,-1 1-22 0,-5 0-14 0,3 0-11 15,-2 1-7-15,0-1-4 0,-2 4-4 16,3 0-4-16,-4 4-2 0,2-1-2 0,-1 2-3 15,1 3-17-15,-3 0-46 0,2 1-77 0,1 1-97 16,-4 1-174-16,-1 0-303 0,3 0-339 16,2 1-322-16,-2 2-163 0,-1 0 222 0,1 2 664 15</inkml:trace>
  <inkml:trace contextRef="#ctx0" brushRef="#br2" timeOffset="68653.57">28513 12396 489 0,'11'-17'1000'0,"5"-4"249"0,2-6-64 16,5-4-234-16,4-4-267 0,5-2-171 0,2-7-104 16,4-3-65-16,5-1-55 0,-2-7-72 0,0-1-85 15,3-2-57-15,-4 0-33 0,1-4-20 0,-2 2-12 16,0 1-7-16,-5 0-2 0,-4 3-1 15,-1 5 0-15,-6 6-2 0,-5 6-25 0,-2 5-85 16,-10 4-108-16,-4 4-195 0,-5 5-294 0,-2 4-362 16,-6 4-400-16,1 1-160 0,-3 5 324 0,0 0 737 15</inkml:trace>
  <inkml:trace contextRef="#ctx0" brushRef="#br3" timeOffset="89485.14">14131 8376 20 0,'-1'-2'352'16,"-1"0"290"-16,-1-2 289 0,1 2 114 0,-2-2-262 16,1 1-191-16,-2 1-112 0,3 0-67 15,-1 0-33-15,0 0-24 0,0 1-31 0,-1 0-34 16,0-1-39-16,-1 2-43 0,1-1-52 0,-3 1-53 15,1 1-36-15,-1-1-21 0,1 2-13 16,0-1-10-16,-1 2-8 0,-1 1-6 0,4 1-4 16,-4 1-3-16,0 2 0 0,3 1-1 0,-1 3-2 15,1-1 0-15,-1 5 1 0,1 2 1 16,0 2 0-16,2 1-1 0,2 2 3 0,1 3-2 16,0 2 2-16,1 3-2 0,2-2 1 0,2 2 0 15,4 0 2-15,-1-3 1 0,0-1 0 0,4-1 2 16,0-4 1-16,3-1 1 0,0-6 0 15,1-1-1-15,1-4 1 0,1-2-1 0,-1-5 0 16,3-3-1-16,-2-6 0 0,-1-1 1 16,1-6-1-16,-2-4 3 0,-2-3 3 0,0-3 3 15,-1-3 4-15,-5 1 0 0,1-1 5 0,-3 0 1 16,-4 0-2-16,0-1-1 0,-6 1-4 16,0 0-3-16,-4-1-5 0,-1 1 2 0,-3 2-1 15,-2 1-1-15,1-1 0 0,-1 5 0 16,-2 1-1-16,0 4-3 0,1-1-4 0,0 5-1 15,1 3-1-15,1-1-2 0,1 4 1 0,1 1-2 16,1 1 0-16,0 2 0 0,1 2-1 0,3-1 0 16,0 2 0-16,-2 0 0 0,3 1-1 15,2 1 1-15,-2 1-1 0,2 0 0 0,1 0 0 16,1 0-1-16,-1 2 1 0,4-1-1 16,-1-1 0-16,1 1 1 0,1 1-1 0,2 0 1 15,2-1 0-15,-3 0-8 0,5 2-13 16,-1-2-24-16,1 1-66 0,1-2-82 0,-2 2-162 15,0-1-274-15,0 3-330 0,1 0-390 0,0 0-266 16,-3 3 39-16,2 4 713 0</inkml:trace>
  <inkml:trace contextRef="#ctx0" brushRef="#br3" timeOffset="89750.28">14756 8872 221 0,'5'3'1239'0,"-2"-2"575"16,-1-2-218-16,-4 0-383 0,2-2-438 0,-2 1-335 15,-1-2-211-15,2-1-92 0,-3 1-47 16,3-1-28-16,-2 1-23 0,1-2-17 0,0 2-8 16,-1-1-8-16,1-1-3 0,2 4-3 0,-3-1-2 15,3 1-2-15,0 0-3 0,-1 2-1 16,1-1-3-16,1 2-13 0,-1-1-24 0,0 2-59 15,2 0-70-15,-2 3-125 0,0-1-212 0,-2 1-309 16,2 1-345-16,0 2-277 0,0-4-127 16,0 0 412-16,0-1 677 0</inkml:trace>
  <inkml:trace contextRef="#ctx0" brushRef="#br3" timeOffset="90363.82">15143 8410 184 0,'0'-2'612'0,"0"0"386"15,-1-1 173-15,-1-1-184 0,0 0-304 0,0 0-185 16,0 1-94-16,2 0-42 0,0-2-36 16,0 1-33-16,0 0-34 0,2 1-47 0,0 0-58 15,2-2-54-15,0 0-32 0,1 0-19 0,0 1-5 16,1 0 1-16,5-1 4 0,-1-1 3 15,1 2-6-15,3 0-2 0,1-2-7 0,0 2-5 16,0 0-6-16,2 1 0 0,0 1-5 16,1-2-3-16,-2 4-2 0,2 0-1 0,0 0-3 15,-2 3-3-15,-1 0-1 0,1 2-1 16,-2 1 1-16,-1 0-1 0,-2 1 0 0,0 2-2 16,-3 2 1-16,0 1-1 0,-5 1-1 0,2 4 1 15,-5-2-2-15,-3 3 1 0,-2 3 1 0,0 0-1 16,-3 2 1-16,-1 3 3 0,0 0 2 15,-3 0 2-15,3 4 2 0,-4-1 4 0,4 0 2 16,-4 2-1-16,5-3-2 0,-1 2-2 16,1-2-2-16,0-3-5 0,3 0-2 0,2-2-4 15,1-2-1-15,2-2 0 0,2-1-1 0,1-3-1 16,2 0 0-16,3-1-1 0,0-4 0 16,1 0-1-16,5-3-1 0,-1-3-1 0,3-2 0 15,1-4 0-15,2-2-2 0,2-1-9 0,3-3-17 16,-1 0-39-16,1-1-80 0,-2-4-127 15,0 4-220-15,0-2-305 0,-1-1-379 0,0 5-396 16,-3 0-115-16,0 1 475 0,-1 1 731 0</inkml:trace>
  <inkml:trace contextRef="#ctx0" brushRef="#br3" timeOffset="90894.01">16138 8512 16 0,'3'-7'450'0,"-3"1"439"0,0 1 286 0,-2 1 1 15,-2-1-329-15,-1 3-205 0,-2 1-108 0,-2 2-90 16,-2 1-73-16,-3 1-57 0,1 0-57 16,0 3-72-16,-1 2-69 0,1 0-46 0,1 5-26 15,1 0-12-15,1 2-7 0,1 5 0 16,3 5 1-16,-1 4 3 0,4 4 3 0,1 6-4 16,1 3-4-16,1 3-6 0,3 1-5 0,5 1-7 15,2-1-4-15,5-4-4 0,1-6-1 16,6-3-2-16,4-7 1 0,0-8 0 0,3-5 0 15,1-8 2-15,1-7 2 0,-1-7 0 0,0-7 2 16,-1-7 0-16,-5-5-1 0,-2-4 2 16,-2-2-1-16,-5-3 1 0,-3-1 0 0,-7 1 1 15,-5-1 1-15,-2 2 5 0,-7-2 0 0,-2 2 1 16,-5 2 0-16,-4-2-1 0,-6 3-1 16,1 3-4-16,-5 3-2 0,0 4-2 0,-5 7-1 15,2 7 0-15,-2 5-2 0,0 11-1 16,5 6 0-16,0 8-3 0,5 8-11 0,3 5-47 15,4 7-86-15,1 5-170 0,8 5-266 0,1 3-332 16,2 5-424-16,2 2-384 0,1 3 59 0,0 3 812 16</inkml:trace>
  <inkml:trace contextRef="#ctx0" brushRef="#br3" timeOffset="98050.44">18582 12947 166 0,'-8'-6'580'0,"-3"-1"384"15,-1 1 196-15,0-1-132 0,1 2-351 16,-3 1-178-16,1 1-80 0,0 3-49 0,0 1-39 16,-1 4-44-16,1 2-40 0,0 4-40 0,1 3-60 15,2 8-54-15,2 2-33 0,2 7-12 16,4 5-5-16,4 3-5 0,2 5-2 0,4-1-2 15,4 1-9-15,3-2-10 0,3-2-6 0,4-5-4 16,1-4-3-16,3-4-1 0,-1-5 0 16,4-8-1-16,-1-2 0 0,-1-6 2 0,0-6-1 15,0-4 1-15,-4-7 0 0,-2-6 0 16,0-2 1-16,-3-5 0 0,-3-2 5 0,-4-4 6 16,-2 0 8-16,-4 2 6 0,-5-1 2 0,-5 3 7 15,-6 0-3-15,0 3-4 0,-8 3-7 16,0 2-4-16,-5 4-4 0,-1 3-7 0,0 5-3 15,1 5-3-15,-1 2-2 0,1 7-2 0,4 3 0 16,2 6-1-16,4 2 0 0,6 3 0 16,2 2 0-16,4 5-2 0,5-1-13 0,4 0-44 15,2-2-78-15,4 1-131 0,0-3-265 0,4 0-314 16,-1 0-387-16,3-3-369 0,-2-2-67 16,4-3 607-16</inkml:trace>
  <inkml:trace contextRef="#ctx0" brushRef="#br3" timeOffset="98220.25">19112 13416 293 0,'6'-2'922'15,"-3"2"361"-15,-1-3-10 0,-2 1-139 0,0 2-449 16,-2 2-241-16,-1 1-131 0,1-3-72 0,-2 2-51 16,-1 1-60-16,2-2-57 0,2-1-44 0,-3 2-56 15,3-1-72-15,-1-1-83 0,-1-1-169 16,0-1-293-16,-1-2-315 0,1-1-291 0,2-1-187 15,-1-3 154-15,-1-3 623 0</inkml:trace>
  <inkml:trace contextRef="#ctx0" brushRef="#br3" timeOffset="98532.73">19224 13033 15 0,'8'-5'489'16,"3"1"415"-16,-5 2 212 0,3 0-17 0,1-2-306 15,0 3-316-15,1-2-189 0,3 0-87 0,1 0-42 16,2 3-39-16,0-1-40 0,2 1-24 16,3 1-23-16,-1 2-10 0,1 0-8 15,0 3-3-15,-3 2 53 0,0 0 46 0,1 3 23 16,-3 0 38-16,-2 1 39 0,-4 0 17 0,-1 3-35 16,-2-1-29-16,-5 5-17 0,-3-1-32 0,-3 2-31 15,-7 5-23-15,1 2-16 0,-4 1-13 16,-4 3-9-16,1 0-7 0,-5 0-8 0,4 1-5 15,3-4-3-15,-2 0-4 0,6-5-1 16,4-2-3-16,4-3-3 0,2-5-22 0,5-3-64 16,3-6-71-16,5-4-113 0,1-7-185 0,6-4-313 15,1-3-338-15,6-4-258 0,0 0-138 16,5-3 323-16,-2 2 624 0</inkml:trace>
  <inkml:trace contextRef="#ctx0" brushRef="#br3" timeOffset="98816.91">19925 13312 79 0,'18'12'591'0,"-5"5"457"15,-2 0 188-15,-1 3-54 0,-2 4-306 0,-2 1-222 0,0 3-165 16,-1-3-115-16,1 1-75 0,2-4-66 16,-1-1-86-16,1-4-68 0,2-2-39 15,2-6-18-15,2-5-10 0,0-4-3 0,3-4-1 16,-1-7-2-16,3-4 0 0,-3-6 0 0,3-3 1 16,-5-4 0-16,2-1 4 0,-5-2 7 0,-3-3 6 15,1 2 4-15,-5 0 4 0,-6-1 2 16,-3 2-4-16,-2-2-7 0,-1 3-5 0,-4-2 1 15,-3 5-2-15,0 3-2 0,-2 3-2 0,1 6 0 16,-4 5-3-16,-1 4-4 0,4 4-5 16,-4 6-2-16,4 7-2 0,1 2 0 0,3 4-2 15,4 3-2-15,4 2-18 0,2 4-58 16,5 1-74-16,-1 1-104 0,6 1-178 0,3 1-311 16,3-2-346-16,6 2-284 0,5-1-150 15,1-3 268-15,10-1 643 0</inkml:trace>
  <inkml:trace contextRef="#ctx0" brushRef="#br3" timeOffset="99234.71">20892 13446 171 0,'-4'2'770'15,"-1"3"411"-15,2-2 55 0,1 3-160 16,2-2-420-16,3 2-282 0,5 2-86 0,4 1-44 16,1 0-28-16,5-3 26 0,2 0-7 15,6-1-35-15,0-2-58 0,4-2-30 0,2-2-20 16,5-3-40-16,-3-1-25 0,1-2-13 0,1 0-8 16,-4 1-41-16,-2-3-78 0,-6 1-125 15,-4 1-238-15,-2 3-294 0,-6-2-360 0,-4 3-355 16,-4-3-96-16,-6 1 480 0,-1 1 705 0</inkml:trace>
  <inkml:trace contextRef="#ctx0" brushRef="#br3" timeOffset="99457.36">21248 13290 229 0,'6'1'771'0,"-1"-1"343"16,4 2 36-16,3-1-98 0,-1-1-468 15,6 2-253-15,1-1-115 0,4 0-61 0,3-1-29 16,3 2-43-16,2 0-32 0,0-1-20 0,4 1-18 15,-1-1-5-15,-2 4-3 0,3 0 2 16,-3 1 1-16,-1 2 0 0,-3 3 2 0,-3 0 1 16,-5 1-5-16,-2 1-4 0,-7 1-3 0,-4 4-1 15,-1 0 0-15,-10 3-3 0,-3 1 5 16,-1-1-3-16,-7 3-2 0,0 0-1 0,-3 1-1 16,-2-2-3-16,1-1-19 0,0 1-55 15,2-5-128-15,1-2-244 0,1-2-280 0,3-4-275 16,5-1-220-16,3-3 32 0,4-2 456 0</inkml:trace>
  <inkml:trace contextRef="#ctx0" brushRef="#br3" timeOffset="99965.08">23608 13525 229 0,'2'0'851'0,"-4"0"404"0,1-2 11 16,-2 1-168-16,1-3-420 0,4-2-237 0,1-4-81 16,1-1-53-16,5-8-34 0,2-3-34 0,4-6-50 15,1-4-56-15,3-6-54 0,3-2-31 16,2-3-16-16,0-4-8 0,0 2-3 0,1-1-1 16,-4 1-2-16,-1 3 0 0,0 3-6 0,-2 3-4 15,-2 6-5-15,-3 5-2 0,-4 5-1 16,0 7 0-16,-2 3 0 0,-2 7 0 0,-2 6 2 15,0 9 0-15,0 3 2 0,-3 8 1 0,0 3 1 16,0 5 1-16,0 2-2 0,0 4 2 0,-5 2-2 16,2 3-1-16,2 1-2 0,-4 3 0 15,1 0-2-15,0-1 0 0,-3 2-3 0,1-2 0 16,2-2-1-16,0-3-2 0,1-2-23 16,1-3-72-16,-1-3-80 0,0-6-162 0,1-2-281 15,1-4-339-15,1-2-384 0,0-5-229 0,1-4 76 16,1-3 703-16</inkml:trace>
  <inkml:trace contextRef="#ctx0" brushRef="#br3" timeOffset="100801.34">24543 13298 179 0,'-3'-7'922'0,"-4"3"618"0,-3 2 3 15,-3 4-262-15,-4 2-458 0,-1 3-324 0,-3 4-186 16,-1 6-121-16,2 1-67 0,-2 4-47 0,0 2-30 16,5 5-19-16,0-2-14 0,8 1-6 15,2 0-5-15,4-2-4 0,5-3 0 0,2-2-1 16,8-6-1-16,2-4 1 0,5-3-6 16,5-6-20-16,2-5-42 0,3-6-61 0,1-4-60 15,0-6-56-15,1 0-56 0,-2-5-34 0,-1-2 15 16,-2 1 71-16,-2-1 64 0,-2 2 56 0,-5 1 65 15,-3 4 67-15,-1 3 46 0,-4 2 46 16,-1 5 60-16,-3 2 38 0,-2 2 21 0,-1 4 18 16,-2 2 6-16,-2 5-18 0,1 2-40 15,-2 1-37-15,1 3-37 0,-1 1-34 16,1 1-30-16,0 0-19 0,2 2-9 0,0-1-6 0,2 1-2 16,0-1-1-16,1 0-1 0,0 0-1 15,0 2-4-15,1-2 3 0,0-1-1 0,1 2-2 16,-2 0 3-16,0 0 0 0,-1-2 2 15,-2 3-1-15,0-1-1 0,-4 0 0 0,1 3-1 16,-3-1 2-16,-3 1 1 0,-1 0 0 0,-4 1 1 16,1 1 14-16,-2 0 5 0,-1-1 7 15,-2 1 3-15,2-5 2 0,2 2 1 0,2-8-12 16,0 0-7-16,5-5-8 0,2-4-5 16,3-4-4-16,6-7-2 0,2-3-2 0,5-8-1 15,3-3 0-15,3-6 3 0,4-4-2 0,3-5 2 16,1-4 0-16,2-3 1 0,1-4-2 0,1-6 0 15,2-1-1-15,1-5 0 0,0 1 2 16,-1-2-1-16,1 3 2 0,-2 1 1 0,-3 5 2 16,-5 7 1-16,-1 4 9 0,-6 7 11 15,0 8 6-15,-6 5 1 0,0 7 2 0,-4 6 3 16,-3 5-5-16,-2 8-3 0,-2 7-5 0,-1 7 0 16,-3 5 0-16,-2 7-3 0,0 5-4 15,2 7-3-15,-2 3-3 0,-1 5-3 0,2 2-3 16,1 1-3-16,2-1 0 0,1-1-3 0,5-5 1 15,1-6-1-15,2-7 0 0,1-4 1 16,5-8 0-16,0-9 1 0,1-5 1 0,3-6 0 16,0-9 1-16,3-4-1 0,0-7 1 0,4-5 0 15,0-5-1-15,2-3 0 0,-2-2 0 16,0 2-1-16,0 2 1 0,-3 4-1 0,-1 3-1 16,-4 4 1-16,-2 5 1 0,-2 5 0 15,-2 2 1-15,-1 7 1 0,-3 4 0 0,-3 5 1 16,-1 3 0-16,0 4-1 0,0 4-1 0,0 5 0 15,0-1-2-15,0 3-1 0,2 0-1 16,1 0-11-16,2-1-31 0,0 3-82 0,2-3-111 16,-2 1-220-16,3-2-304 0,0-2-374 15,6 1-420-15,1-2-144 0,2-2 412 0,2-2 796 16</inkml:trace>
  <inkml:trace contextRef="#ctx0" brushRef="#br3" timeOffset="101268.22">26772 13221 32 0,'5'-3'538'16,"3"1"446"-16,-2 0 194 0,2-3-71 0,5 2-326 16,-2-1-337-16,3 0-178 0,7 0-78 15,-1 1-43-15,4 1-22 0,1-3-29 0,2 3-26 16,3-2-20-16,-1 2-22 0,1 0-10 15,0 0-11-15,-3 2-3 0,-2 0 0 0,-4 0-23 0,1 2-37 16,-7-2-116-16,-4 0-196 0,-2 0-289 16,-6-2-280-16,-3 2-254 0,-3 0-96 15,-6 0 362-15,0-2 523 0</inkml:trace>
  <inkml:trace contextRef="#ctx0" brushRef="#br3" timeOffset="101508.24">26951 13000 156 0,'8'2'547'0,"0"1"329"16,0 0 203-16,1 1-94 0,2 4-330 15,-1-1-178-15,-2 5-129 0,0-3-77 0,1 3-74 16,-1 1-55-16,-2 4-41 0,1-2-31 0,0 5-19 16,-4-1-18-16,2 2-14 0,-3 3-11 15,0 1-6-15,-1 1-17 0,-2 0-35 0,-3 2-114 16,1-1-179-16,-3 0-288 0,0-2-275 0,-2-1-261 15,1-1-124-15,-1 0 324 0,1-4 516 16</inkml:trace>
  <inkml:trace contextRef="#ctx0" brushRef="#br3" timeOffset="101734.97">26946 13624 429 0,'8'4'875'0,"0"0"257"0,3-2 1 16,-1 3-282-16,4-5-340 0,2 2-195 16,4-2-107-16,-1-2-53 0,5-1-45 0,1 0-33 15,2-2-25-15,1-1-25 0,4 0-14 0,1-1-11 16,4 0-15-16,-2-1-50 0,-2 3-156 15,-2-1-300-15,0 0-267 0,-5 4-266 0,0 0-225 16,-5 4 69-16,-1 0 552 0</inkml:trace>
  <inkml:trace contextRef="#ctx0" brushRef="#br3" timeOffset="102610.96">28314 13593 105 0,'-2'3'662'16,"2"-1"451"-16,0 2 125 0,-1-3-133 0,1 1-403 16,-2-2-303-16,4 0-114 0,-1-3-34 15,3-1 6-15,2-3 4 0,3-3-13 0,1-5-28 16,5-4-52-16,2-5-40 0,3-2-38 15,3-6-27-15,4-2-9 0,1-6-5 0,2 1-3 16,1-4-13-16,2 3-1 0,-1-2-1 0,-2 4-2 16,-5 1 2-16,-3 5 7 0,-1 7 8 15,-7 3 1-15,-1 7 2 0,-4 1-5 0,-2 4-4 16,-2 3-10-16,-2 2-8 0,-3 5-8 16,0 4-5-16,-3 3-4 0,-2 5-1 0,-2 5-2 15,2 1 1-15,1 4 0 0,-2 4-1 0,-1 2 0 16,4 2-1-16,-2 3-1 0,2-1 1 15,0 1-1-15,0-2 0 0,-2 2-1 0,0-1 0 16,2-4 0-16,2 1-1 0,-3-4 0 16,3-1-1-16,-1-1 0 0,1-4 0 0,-3-2 0 15,4-3 0-15,0 0-1 0,-1-4 1 0,1-2-2 16,0-2-5-16,0-1-9 0,0-1-14 0,0-1-23 16,0-3-45-16,0 0-73 0,0 0-68 15,0-1-108-15,0-1-167 0,0 1-274 0,0-1-275 16,0 2-202-16,0 0-137 0,0 0 245 15,0-1 548-15</inkml:trace>
  <inkml:trace contextRef="#ctx0" brushRef="#br3" timeOffset="102849.88">29213 13054 313 0,'3'-22'1174'0,"-3"5"507"15,-9 7-177-15,0 5-333 0,-6 5-483 0,-2 6-259 16,-3 6-185-16,-1 4-97 0,-4 6-45 0,1 2-26 16,2 3-22-16,3 1-20 0,0 1-11 15,8-2-11-15,3 1-6 0,3-4-3 0,10-1-3 16,3-5-3-16,5-4 1 0,4-1 0 0,4-8-1 16,2-1 0-16,4-4-3 0,0-5-19 15,0-4-58-15,-4-1-73 0,0-2-97 0,-4-2-164 16,-3 2-274-16,-6-1-330 0,2 1-271 15,-8 2-176-15,1 2 157 0,-2 2 583 0</inkml:trace>
  <inkml:trace contextRef="#ctx0" brushRef="#br3" timeOffset="103267.69">29504 13824 516 0,'-8'6'1407'0,"-2"-3"328"0,2 0-262 15,-2 0-375-15,2-2-461 0,0 2-245 0,4-1-170 16,-1 0-88-16,3-2-45 0,1 0-25 0,1-1-18 16,0-4-11-16,1 1-6 0,1-2-5 15,-1-3-2-15,1 1-9 0,0-4-4 0,-2 1-3 16,1 3-2-16,-1-3-1 0,2 4 0 16,-2 0-1-16,0 2-1 0,0 1 1 0,-2 1-2 15,2 1 0-15,-1 2-1 0,-1 2 0 0,-1 2 0 16,0 2-1-16,-2 2 1 0,0 0-2 15,-1 3 1-15,1-3-5 0,0 3-11 0,1 1-23 16,-3-2-61-16,1-3-81 0,-2 2-156 16,2-3-277-16,-1 1-330 0,1-1-395 0,-2 1-295 15,2 0 28-15,-2-1 711 0</inkml:trace>
  <inkml:trace contextRef="#ctx0" brushRef="#br3" timeOffset="103532.9">28871 13915 355 0,'-10'-10'1080'16,"2"-4"393"-16,5 0-29 0,3-4-219 15,8-1-503-15,5-3-246 0,5-5-142 0,11-5-72 16,6-4-65-16,9-7-48 0,7-4-29 0,5-5-24 16,6-4-20-16,5-3-18 0,2-2-17 15,4-3-14-15,0 0-13 0,-4-1-6 0,2 0-5 16,-8 5-3-16,-3 1-2 0,-4 8-1 0,-13 2-11 15,-7 10-21-15,-11 5-60 0,-13 7-111 16,-11 6-235-16,-11 5-301 0,-10 9-392 0,-10 4-497 16,-10 8-303-16,-7 4 510 0,-10 5 961 0</inkml:trace>
  <inkml:trace contextRef="#ctx0" brushRef="#br4" timeOffset="131752.2">14114 9959 416 0,'2'-8'847'0,"-1"1"303"16,-4 0 18-16,2 1-303 0,-3 0-208 15,0 2-99-15,-3-1-92 0,2 2-72 0,-4 2-58 16,-1-1-51-16,2 1-79 0,-4 1-73 0,2 1-44 16,-1 1-25-16,0 1-18 0,0 1-13 0,0 3-9 15,-1 1-5-15,0 4-5 0,2 1-3 16,0 4-1-16,4 6 2 0,-1 2 2 0,4 5 3 15,1 6 2-15,4 5 1 0,1 4 0 0,4 5-1 16,-1 2-3-16,6 1-4 0,1-4-2 16,4-1-2-16,1-2-2 0,6-7 0 0,1-3 1 15,3-4 0-15,2-8-1 0,2-5 0 0,1-9 0 16,4-3-2-16,-1-11 1 0,2-7-1 16,1-6 1-16,-4-5 0 0,-2-7 0 0,-4-3-1 15,-4-3 0-15,-4-5 1 0,-4 1 2 16,-6-2 4-16,-3 2 5 0,-8 1 3 0,-3 1 3 15,-6 1 0-15,-7 2-1 0,-5 0-3 0,-7 3-6 16,-4 1-12-16,-3 3 0 0,-4 3 0 16,3 2 0-16,-3 6 0 0,3 3 0 0,1 4 0 15,5 3 0-15,0 3 0 0,5 5 0 0,3 0 0 16,3 3 0-16,1 2 0 0,6 4 0 16,2 1 0-16,4 1 0 0,4 4 0 0,2-1 0 15,5 3 0-15,2-1 0 0,3 4 0 0,3-3 0 16,4 2 0-16,1-1-61 0,4 1-78 15,2-2-117-15,1-1-235 0,1-1-307 0,2-2-389 16,1 1-449-16,1-2-162 0,0 1 477 16,-2-2 855-16</inkml:trace>
  <inkml:trace contextRef="#ctx0" brushRef="#br4" timeOffset="131959.22">14711 10337 423 0,'-7'-3'1500'15,"1"3"322"-15,-2 3-338 0,-4-1-369 0,-2 2-446 16,3-2-334-16,-1 2-163 0,2-3-72 16,2 2-37-16,3-2-26 0,-1 1-18 0,6-2-12 15,5-2-14-15,-1 1-40 0,4-3-83 16,2-1-126-16,2 0-250 0,1-1-307 0,4-1-391 16,0 5-402-16,0-4-86 0,-1 1 565 0</inkml:trace>
  <inkml:trace contextRef="#ctx0" brushRef="#br4" timeOffset="132493.45">15064 10078 134 0,'5'-10'710'0,"0"1"448"0,-1 3 114 0,-2 0-40 16,-1 2-320-16,-1 2-277 0,-1 0-162 0,-1 2-101 16,-4 2-69-16,3 1-85 0,-3 4-84 15,-1 2-50-15,1 5-26 0,-2 4-10 0,2 6-7 16,-1 3-3-16,4 6-1 0,0 3-2 0,5 3-6 15,1 4-6-15,3 0-6 0,2 0-6 0,6-1-4 16,2-3-4-16,3-5-2 0,3-3-2 16,5-6-1-16,0-4 0 0,6-9-1 0,-1-6 1 15,1-8 0-15,0-8 1 0,2-6 1 16,-2-9 0-16,-1-6 0 0,-4-1 0 0,-1-7 1 16,-6-2-1-16,-2 0 2 0,-8 0-1 15,0 3 1-15,-8-2 1 0,-5 5 2 0,-6-1-1 16,-4 5 0-16,-4 0 3 0,-4 6 5 0,-6 0 4 15,-2 6 3-15,-2 0 2 0,0 7 0 16,0 5-2-16,0 4-5 0,1 6-4 0,2 3-3 16,3 5-3-16,2 4 0 0,4 4-2 15,3 4-1-15,4 1 0 0,2 3-1 0,4 1-1 16,5 1 0-16,3 4-1 0,4-2-1 0,3-1-1 16,5 0 0-16,2-1-5 0,2-2-14 0,5-5-20 15,1-1-47-15,0-8-81 0,2-5-136 16,2-2-243-16,1-4-314 0,1-4-389 0,1-2-360 15,-1-4-74-15,-1-2 562 0,2-4 731 16</inkml:trace>
  <inkml:trace contextRef="#ctx0" brushRef="#br4" timeOffset="132834.6">15943 9940 351 0,'3'-15'1437'0,"-3"3"409"0,-1 6-319 0,-2 5-393 16,-2 4-445-16,0 4-327 0,2 5-182 0,2 4-78 15,-1 8-36-15,2 4-20 0,2 2-16 0,1 10-12 16,3 1-6-16,3 3-6 0,-1 5-2 16,5-3-4-16,3-1-2 0,3-3-2 0,-2-4-1 0,7-8-1 15,-1-5-8-15,4-8-3 16,-1-7-2-16,2-8-1 0,3-8-6 0,-5-6-7 16,3-9 4-16,-2-7 2 0,-4-4 1 0,-2-5 2 15,-1-4 7-15,-7-1 11 0,-2-1 13 16,-5-1 14-16,-4-1 14 0,-7 0 11 0,0 1 10 15,-7 1 8-15,-2-1 6 0,-4 5 1 0,-3 3-6 16,-5 8-9-16,-4 4-9 0,-4 10-10 16,-5 8-14-16,-2 7-12 0,1 11-7 0,-2 6-4 15,4 10-2-15,3 6-1 0,3 2-1 0,7 8 1 16,6 1-3-16,3 5-12 0,5 2-25 16,6 0-61-16,1 2-95 0,7 1-204 0,3 0-293 15,5-1-361-15,5-1-451 0,0-3-288 16,1 0 244-16,2-4 908 0</inkml:trace>
  <inkml:trace contextRef="#ctx0" brushRef="#br4" timeOffset="134751.28">15428 11172 64 0,'6'-8'487'16,"2"3"325"-16,0 4 160 0,-2 1-1 16,2 4-317-16,0 4-230 0,3 6-105 0,-1 0-46 15,-2 5-15-15,2 1 3 0,0 7-1 0,1-1-8 16,0 4-13-16,-3 5-19 0,2 1-1 15,-1 4-25-15,-1 4-43 0,0 3-44 0,-1 4-23 16,2 7-19-16,-3 2-17 0,0 2-14 0,3 6-6 16,-3 0-4-16,3 2 0 0,-1 1-1 15,0-1-9-15,0 2-4 0,0 2-2 0,-2 1-2 16,2 0-1-16,1 1-1 0,-2-2-1 0,-1 1 2 16,1-3 1-16,-1-3 1 0,2-2 0 15,-2-1 1-15,0-3 1 0,2-1 0 0,0-2-4 16,-2-1-1-16,2-4-1 0,-1 0-3 0,-1-2 0 15,2-1 0-15,-2-3-1 0,-1 1-1 16,0-1 2-16,0-5 0 0,1 1 2 0,-2-2-1 16,1 0 1-16,-2-1 0 0,2 0 1 15,0-1-1-15,0-3-1 0,2 1-1 0,-2-2 0 16,3-1 0-16,0 1-2 0,1-3 1 16,1-4 0-16,1 0-1 0,3-3 1 0,-2-3 1 15,3-3-2-15,0-3 1 0,0 0 0 0,1-3 0 16,1-1 0-16,0-1 1 0,-2-2 0 0,0 1 0 15,0 0 1-15,-4 1 0 0,3 1 0 16,-2 2-1-16,-3 2 2 0,2 3-2 0,-1 1 1 16,-4 4 2-16,2 3-1 0,1-1-1 15,-2 2 0-15,-1 1 1 0,2 0 0 0,1 1-1 16,-1-2-1-16,2 4 1 0,1-3-1 0,-2 3 1 16,3-2-1-16,-2 5-1 0,0-2 1 15,0 1-2-15,0 3 2 0,-2 3-1 0,0 0-1 16,0 2 0-16,2-1 1 0,-2 1 1 0,-2 0 0 15,2-4 1-15,3-2 0 0,-2-1 2 0,1-5 3 16,2-2 0-16,1-7 0 0,1-3 1 16,1-2 0-16,2-4 1 0,-1-3 1 0,1-5 2 15,1-1 2-15,1-5 2 0,1-4 2 16,-1 0 2-16,3-2 1 0,0-2 0 0,2 0 0 16,-2 1 0-16,4 1 0 0,0-3-3 15,0 3 2-15,2 2-1 0,-1 0 2 0,3 1 0 16,2 1 1-16,2 1-3 0,0 1-1 0,2 0-1 15,2 1-1-15,2 1-1 0,4-1-1 0,0 2-3 16,3-3-2-16,3 0-2 0,0-3-2 16,4-1-1-16,1-3-1 0,-1-1-1 15,3-2 1-15,0-3-2 0,-2-1-1 0,0-2-1 16,-4 1 0-16,-2-1 1 0,-3 1-1 0,-4-1 2 16,-3 3-2-16,-5-1 1 0,-4 4 0 0,-3 3-2 15,-6 1 0-15,-4 1-3 0,-3 4-5 16,-4 1-8-16,-4 1-15 0,-1 2-24 0,-5 2-51 15,0 1-79-15,-5-2-111 0,-1 2-186 16,-1 0-302-16,-3-1-341 0,0-1-310 0,0-4-131 16,0 0 318-16,-2-3 674 0</inkml:trace>
  <inkml:trace contextRef="#ctx0" brushRef="#br4" timeOffset="135068.07">17860 14734 320 0,'-5'-15'1121'0,"0"5"461"0,-1 3-138 16,4 2-304-16,4 4-462 0,2 1-256 16,3 1-166-16,2 4-93 0,7 1-44 15,2 2-23-15,2 5-32 0,4-2-27 0,1 6-16 16,2-1-10-16,3 1-4 0,0 2-4 0,3 1 0 16,1 0-1-16,2 2 0 0,-3-2 2 0,0 2 6 15,2 0 5-15,-2-1 6 0,0 0 6 16,-1 1 4-16,0 1 3 0,-4 0-3 0,-3-2-1 15,-4 4-4-15,-2-3-4 0,-3 1-4 0,-7-1-3 16,-2 0-3-16,-6 0-3 0,-2-1-2 16,-6 2-2-16,-1-3-1 0,-4 3-2 0,-3-2-1 15,0 0-2-15,-1-3-3 0,-1-1-10 0,2-2-25 16,0-3-67-16,2-3-77 0,0-2-149 16,7 0-277-16,3 0-325 0,3 0-377 0,5-1-260 15,4-1 3-15,0 3 661 0</inkml:trace>
  <inkml:trace contextRef="#ctx0" brushRef="#br4" timeOffset="137050.31">20075 14904 304 0,'4'-14'922'0,"0"-1"367"0,-3 2 56 0,-1 3-107 16,-3-1-465-16,1 3-253 0,-6 1-133 0,-1 1-79 15,-4 2-79-15,-4 2-82 0,0 0-57 0,-5 4-30 16,-4 0-22-16,2 3-12 0,-4 3-8 16,-1 1-6-16,1 1-3 0,0 2-2 0,-1 2-2 15,2-1-1-15,1 2-1 0,2 1-2 16,3 0 1-16,6-1-3 0,0-1-2 0,4 0 0 15,7 0-1-15,4-1 0 0,4 1-1 0,9-1 1 16,3 1 0-16,4-1 0 0,9 1 0 0,-1-1 1 16,5-1 1-16,2 0 1 0,2-1 0 15,3-2 1-15,2-1 2 0,-4 1-1 0,1-1-1 16,0 0 0-16,-4-1 1 0,-1 3 0 16,-4-3 0-16,-5 2-1 0,-4 0 2 0,-1-1-1 15,-4 3 2-15,-7 0 0 0,-1 3 0 0,-4-1 1 16,-8 2-1-16,-1 0 0 0,-3 4 0 15,-4 1-1-15,-1-1 1 0,-4 3-2 0,-1 0 0 16,0 0-1-16,-2 2 0 0,0-1-1 0,1 1-3 16,5-3 1-16,0-1-6 0,4-3-24 15,0-2-56-15,6-3-71 0,-1-3-93 0,2-6-162 16,5-1-294-16,-1-5-325 0,5-6-271 16,1-5-175-16,-1-4 141 0,4-5 606 0</inkml:trace>
  <inkml:trace contextRef="#ctx0" brushRef="#br4" timeOffset="137325.56">20459 14453 355 0,'5'-12'901'0,"-1"4"300"0,-4 6-17 16,2 5-214-16,-2 4-422 0,1 7-173 0,3 4-49 15,1 6-18-15,-1 5-25 0,4 3-29 0,1 3-40 16,1 5-61-16,0 3-59 0,2 2-42 0,1 2-23 15,-1 3-14-15,1 0-6 0,0 0-8 16,1 2-3-16,-1-3 1 0,-1-2-1 0,-1-2 2 16,1-4-3-16,-2-2-3 0,-2-3-31 15,-1-4-61-15,-1-4-54 0,-4-3-68 0,1-4-119 16,-8-5-183-16,1-3-279 0,-5-2-224 16,1-3-217-16,-5-5-78 0,0-4 338 0,-4-3 504 15</inkml:trace>
  <inkml:trace contextRef="#ctx0" brushRef="#br4" timeOffset="137501.57">20256 14959 122 0,'-3'-21'717'0,"3"4"456"15,0 1 84-15,0 4-152 0,0 3-411 16,3 0-337-16,2 2-169 0,0 1-83 16,5 2-38-16,0 0-24 0,5 2-12 0,0 2-3 15,3 0-11-15,3 2-6 0,1 2-6 0,0 1-4 16,3 1-1-16,2 5-5 0,2-3-16 0,-1 3-56 15,0-1-146-15,-2 4-270 0,-1-2-271 16,1 2-275-16,0-1-221 0,-1-3 68 0,-1 2 506 16</inkml:trace>
  <inkml:trace contextRef="#ctx0" brushRef="#br4" timeOffset="137875.54">20971 14891 214 0,'-8'-7'873'0,"-1"4"516"0,-4 2 82 15,2 2-174-15,-5 4-462 0,3 0-304 0,-2 5-165 16,2 2-113-16,-1 2-83 0,4 0-67 0,2 3-43 16,4 1-26-16,2 2-16 0,2-1-7 15,2 0-6-15,4-1-3 0,2 1-1 0,2-2-2 16,4-3 0-16,0-4-1 0,3-1 1 16,3-4-2-16,0-5 3 0,0-4-3 0,4-5-3 15,-1-2-9-15,-3-4-11 0,2-6-14 0,-3 1-14 16,-2-2-6-16,-1-3 2 0,-2 2 5 15,-2 1 13-15,-4 1 17 0,-1 2 14 0,-2 4 6 16,-2 2 7-16,-1 4 4 0,-1 0 1 16,-1 4 1-16,0 4-3 0,-3 2-3 0,2 5-1 15,1 4-3-15,0-1 0 0,0 5 0 0,0 2-1 16,0 1 0-16,3 2 0 0,0-1-1 0,0 1-2 16,2 0-1-16,3-2 1 0,-2-3 0 15,0 2 3-15,3-5-3 0,0 0 1 0,-1-3-2 16,-2-2-30-16,2-3-62 0,1-2-58 15,-2-1-74-15,-2-4-134 0,-1-2-208 0,1-2-290 16,-2-3-218-16,3 0-204 0,-3-1-7 0,2-2 408 16,0-1 490-16</inkml:trace>
  <inkml:trace contextRef="#ctx0" brushRef="#br4" timeOffset="138219.25">21379 14863 278 0,'4'0'574'0,"-4"-3"237"0,0 1 106 16,1-4-226-16,-1 1-212 0,0-1-113 16,2-1-59-16,-2-1-34 0,1 0-29 0,2-1-36 15,-1 2-36-15,-2-2-37 0,1 1-26 0,1 4-20 16,-1 0 7-16,3 0 55 0,-1 4 47 16,2 0 22-16,1 4 20 0,3 0-5 0,-1 4-28 15,2 2-54-15,2 5-42 0,0 3-26 16,0 4-30-16,2 4-18 0,1 1-10 0,0 3-6 15,0-1-8-15,2 3-8 0,-1-1-2 0,1-3-2 16,2-2-1-16,-3-4 0 0,3-5-1 16,-3-2-1-16,1-4-1 0,-2-7 0 0,-3-4 0 15,-2-4 0-15,-1-7 0 0,0-4 0 16,-4-3 1-16,2-5-8 0,-6 0-15 0,2-1-30 16,-4-1-51-16,-1 0-58 0,-3 0-54 0,1 1-59 15,-6 0-92-15,-1 0-115 0,0 0-116 0,-5 2-190 16,-1 1-231-16,-4 0-163 0,-4 1 95 15,0 0 366-15,-4 1 369 0</inkml:trace>
  <inkml:trace contextRef="#ctx0" brushRef="#br4" timeOffset="138385.12">21241 14609 314 0,'-30'-7'780'0,"2"1"350"0,1 0 55 0,5 0-246 16,6 3-358-16,1-1-214 0,5 1-134 16,2-2-87-16,5-2-30 0,3-1-27 15,4-3-15-15,5-2-7 0,3-3-4 0,6-4-7 16,4-1-24-16,2-1-8 0,4-2-13 0,2-1-6 15,3 0-5-15,3 3 3 0,-2 2-7 0,-1 3-41 16,-2 4-50-16,-1 3-136 0,-3 5-224 16,-3 2-291-16,-2 6-289 0,0 2-220 0,-6 3-9 15,2 5 462-15</inkml:trace>
  <inkml:trace contextRef="#ctx0" brushRef="#br4" timeOffset="138901.29">21849 14686 398 0,'7'23'1236'0,"-7"5"408"16,0 1-174-16,0 1-298 0,0-2-511 0,0 2-239 15,2-1-171-15,1-3-90 0,2-1-52 0,2-3-40 16,3-2-25-16,3-5-20 0,2-2-10 16,3-4-6-16,1-6-4 0,2-4-1 0,3-5-1 15,-2-5 0-15,1-5-1 0,-2-4-1 0,0-4-1 16,-3 0 1-16,2-2-3 0,-5 1 1 15,0 3 1-15,-3 1 0 0,-2 3 1 0,-2 3 0 16,-2 2 1-16,2 5 2 0,-7 0-1 0,2 2 1 16,1 1 0-16,-4 3-1 0,0 0 0 15,0 4 0-15,0-1-1 0,0 5-1 0,1 0 0 16,-1 4 0-16,3 3 0 0,-1 2-1 16,1 1 0-16,2 5 0 0,0 0 1 0,2 5-1 15,2-1-1-15,-1 4 0 0,4 0 0 0,-1 1-1 16,6 2-1-16,-1 0 1 0,3-2 0 15,0-2-1-15,2-2 0 0,1-2 1 0,-1-3 2 16,2-2 0-16,-1-1 1 0,0 0 0 0,-1-3-1 16,1-1-8-16,-1-1-5 0,-5 1-2 15,-1-2-1-15,-4 0-1 0,1 1 3 0,-3 1 11 16,-4 2 8-16,0 3 9 0,-4 0 6 0,-1 5 6 16,-1 2 9-16,-4 5 6 0,-2 2 1 15,-2 3 0-15,-1-1 0 0,-2 5-4 0,-6-1-8 16,-2 1-7-16,-1 0-7 0,-4-2-6 0,-5-1-6 15,-3-3-3-15,-5-3-6 0,-6-2-15 16,-2-4-31-16,-6-4-82 0,-7-5-114 0,-6-3-241 16,-1-5-306-16,-7-7-376 0,-3-4-431 0,-6-8-125 15,-6-7 479-15,-9-4 816 0</inkml:trace>
  <inkml:trace contextRef="#ctx0" brushRef="#br4" timeOffset="148518.99">12631 10187 11 0,'-10'4'354'0,"1"0"313"0,-2 1 313 0,5-2 120 16,-1-2-279-16,1 1-211 0,1-1-84 15,1 1-38-15,0-1-45 0,4-1-65 0,-3 2-56 16,2-2-49-16,1 0-60 0,0 0-66 0,0 0-56 16,0 0-32-16,0 0-14 0,1-2-6 15,2 1-2-15,1-1 1 0,2-2 5 0,1 1 4 16,3-2-2-16,3-1-1 0,1 0-2 0,2-1-2 15,4 0-5-15,2 1-5 0,-1-1-4 0,3 0-5 16,0 1-7-16,-1 0-4 0,1 0-3 16,-2 1-3-16,2 3-2 0,-1-2-1 0,-3 4 1 15,0 0-1-15,-1 2 1 0,-3 2 1 16,-1 1 0-16,-2 2 2 0,-3 2 0 0,-1 3-1 16,-4 3 1-16,-2 2 0 0,-1 2 0 15,-4 3 0-15,-1 3 2 0,0 3 3 0,-4 2 0 16,-2 0 3-16,3 3 1 0,-4 1 3 0,1 0-2 15,1 1-8-15,1-4-7 0,-1 1 0 16,4-1 0-16,-2-3 0 0,3-3 0 0,-1 0 0 16,1-6 0-16,1 1 0 0,2-4 0 15,2 0 0-15,-2-5 0 0,3 1 0 0,1-3 0 16,0 0 0-16,2 0 0 0,1-2 0 0,-1-4 0 16,2 2 0-16,4-1 0 0,-2-4 0 15,1 0 0-15,2 0 0 0,1-4 0 0,0 2 0 16,-1-3 0-16,3-1 0 0,-2-1 0 0,0 0 0 15,0 0 0-15,-1-1 0 0,0 2 0 16,-4-1-96-16,-1-2-118 0,1 0-209 0,-4 1-294 16,3 1-374-16,0 5-458 0,3-5-287 0,-3 2 293 15,0-1 922-15</inkml:trace>
  <inkml:trace contextRef="#ctx0" brushRef="#br4" timeOffset="149400.97">14628 10374 434 0,'0'0'944'0,"-2"-2"296"16,2 1 15-16,-3 1-212 0,1 0-269 15,2 0-220-15,-3 1-140 0,2 1-88 0,1-1-80 16,-5 0-87-16,5 4-70 0,-1 0-32 16,-1 1-14-16,2 3-4 0,-2 2 2 0,2 1 1 15,0 2 0-15,2-1-3 0,-2 3-8 16,2 0-4-16,-1 0-7 0,4-3-5 0,-4 0-5 16,4-1-2-16,-2-3-3 0,2 1 0 0,2-4-1 15,-3-2-1-15,5-2 0 0,-1-4-1 0,2-5 1 16,1-3-1-16,0-5 1 0,-1-4 0 15,0-3-1-15,-1-3 0 0,-3 1 1 0,-1-1 11 16,-4 2 11-16,-1 1 14 0,-3 2 13 16,-2 3 6-16,-1 4 5 0,-4 0-55 0,0 3-8 15,-3 5 0-15,-3 2 0 0,2 4 0 0,-2 2 0 16,2 5 0-16,-2 2 0 0,3 1 0 16,2 6 0-16,0-1 0 0,5 0 0 0,1 2 0 15,2-2 0-15,3 1 0 0,1 0 0 16,4-3 0-16,2 0 0 0,1-2 0 0,2-1 0 15,3-4 0-15,1-2 0 0,-1-2 0 0,1-2 0 16,0-2 0-16,1-2 0 0,-3-2 0 16,0 1-117-16,-3-4-234 0,-3 1-264 0,1-1-335 15,-4-1-416-15,-2 0-395 0,1 2-11 16,-2-1 779-16</inkml:trace>
  <inkml:trace contextRef="#ctx0" brushRef="#br0" timeOffset="163063.76">20704 2153 63 0,'2'7'550'0,"-1"-1"449"0,-1-2 205 16,0-1-60-16,0-1-390 0,0 0-254 15,2 0-98-15,-2 0-32 0,3-2-28 0,-3 1-30 16,0-1-38-16,1-1-49 0,1-3-67 0,1 0-64 16,0-2-33-16,2-4-22 0,3-3-9 0,1-3-6 15,3-5 0-15,0-1-1 0,6-6-6 0,-1-4-9 16,2-4-7-16,5-2-4 0,-2-4-3 0,0 0 3 16,2-1 6-16,-1-1 12 0,1 2 5 15,-2 0 5-15,-1 3-3 0,-1 2-6 0,-4 4-3 16,1 4-1-16,-4 4 0 0,0 4 3 0,-5 3 8 15,-2 4 3-15,1 4-3 0,-3 1-3 0,1 3-3 16,-2 1-6-16,0 1-3 0,0 4-2 0,1 4 5 16,-3 4 3-16,4 4 0 0,-2 3 1 0,4 4 2 15,-1 5-5-15,-2 5-8 0,1 1-3 16,0 4-2-16,0 5-1 0,0 2-2 0,1 2 3 16,-2-1 2-16,1 4 1 0,0-3 4 0,-2 1 2 15,2-3 1-15,-2 0-1 0,3-4-1 0,-3-1 0 16,2-3-5-16,-2 0-2 0,-1-3-2 15,1-4-1-15,-1-1 2 0,0-1-1 0,-2-5 1 16,0 1-1-16,-2-3 2 0,0-2 0 0,-1-2 0 16,1-3-2-16,-1 1 1 0,2-2-5 0,-3-3-7 15,1 0-13-15,2-3-20 0,-4 0-49 0,2-1-76 16,-2-2-90-16,0-2-140 0,2-1-220 0,-2-1-325 16,2-1-290-16,2 1-193 0,-1-3 11 15,-1 2 478-15,6 0 548 0</inkml:trace>
  <inkml:trace contextRef="#ctx0" brushRef="#br0" timeOffset="163672.07">21479 1602 109 0,'4'-8'584'0,"-4"0"435"15,2 1 193-15,-2 1-116 0,0 2-318 0,0-1-179 16,0 2-95-16,0 2-91 0,0 1-67 0,0-2-59 16,0 1-64-16,1 1-71 0,-1 1-66 15,0 1-38-15,2-1-22 0,-2 2-10 0,0 3-3 16,0 1 3-16,0 3 2 0,0 2 1 0,0 0 1 15,0 3 5-15,0 1 1 0,0 2-4 0,2 2-3 16,-1 1 2-16,1-1 2 0,0 3-4 16,-1 0-2-16,2 1-2 0,1-1-2 0,-3 2-2 15,2-1-4-15,1-2-3 0,2 0-2 0,-3-3-1 16,2-1 0-16,-1-2-1 0,3-2-1 0,-1-4 0 16,3 0-1-16,1-2 1 0,-2-3 0 0,4-2 0 15,1-2 1-15,1-4 0 0,1-3 2 16,2-2-1-16,1-4 2 0,0-6 0 0,0 0-1 15,2-1 0-15,-1-1 0 0,-1-2-2 0,1 0 1 16,-3 1-1-16,-1 0 2 0,0 2-1 0,-1 2 0 16,-5 3 1-16,1 2 0 0,-3 2-1 15,-2 0 4-15,0 4 2 0,-2 2 2 0,1 1 1 16,-3 3 3-16,-1 1 2 0,2 4 0 0,-2 2-1 16,0 7-1-16,-2 2-1 0,1 1-1 0,-3 5-4 15,0 4-2-15,0 1-1 0,-1 6-1 16,-2-3-2-16,1 3 0 0,-1 2-2 0,-1 0-1 15,-1 3-1-15,-1-2-1 0,2 2-1 0,0-2-1 16,-1-2 2-16,3 1-1 0,-1-2 1 0,2-2 0 16,1-2-8-16,-2-2-17 0,2-2-31 15,1-2-72-15,0-3-81 0,0-6-151 0,1 0-247 0,1-5-323 16,-1-3-352-16,4-4-222 0,-1-4-17 16,4-3 582-16</inkml:trace>
  <inkml:trace contextRef="#ctx0" brushRef="#br0" timeOffset="164304.97">22151 2428 268 0,'-2'1'714'0,"2"-1"369"0,-1-1 105 16,-3 0-254-16,4-5-291 0,0 4-165 0,0-5-93 15,0 1-44-15,2-5-32 0,1 1-27 0,1-2-40 16,0-4-46-16,5-3-45 0,-1-2-46 16,4-2-30-16,2-5-19 0,0-3-9 0,3-2-8 15,4-5-6-15,-2-2-3 0,5-6-8 0,1-3-4 16,2-2-4-16,-3-1-2 0,1-3 0 0,0 3 1 15,-1 2 6-15,-3 0 5 0,-1 2 9 0,-1 7 6 16,-5 5 3-16,0 2 5 0,-1 6-1 0,-5 4 2 16,1 5-4-16,-2 6-6 0,-4 1-7 0,2 5-7 15,-4 0-8-15,3 3-6 0,-3 7-3 0,-1 5-1 16,2 2 1-16,-2 5 1 0,0 3 2 16,0 3-8-16,-2 3-2 0,2 2 0 0,-1 5 0 15,-3 0 0-15,4 0 0 0,-1 6 0 0,-3-1 0 16,1 1 0-16,2-1 0 0,-3 3 0 15,1-3 0-15,2 2 0 0,-4-3 0 0,4 1 0 16,-1-4 0-16,1-1 0 0,1 0 0 0,-2-3 0 16,0 1 0-16,2-4 0 0,0 1 0 0,-1-3 0 15,-1-3-16-15,0-2-45 0,-1-1-53 0,2-3-83 16,-4-4-133-16,2-1-231 0,-3-2-310 0,2-2-380 16,3-1-328-16,-1-1-78 0,2-2 535 15,2 1 707-15</inkml:trace>
  <inkml:trace contextRef="#ctx0" brushRef="#br0" timeOffset="164593.88">22868 2395 23 0,'-4'3'889'16,"1"-1"863"-16,-2-1-25 0,0 0-385 0,2 3-414 15,0-4-400-15,-1 1-259 0,3 0-123 0,-1-1-58 16,2 2-31-16,-1-2-21 0,2-2-16 0,-1 1-11 16,3-2-6-16,2-1-4 0,0-1-9 0,0 1-21 15,0-2-63-15,0 0-78 0,-3 0-158 16,-2 2-277-16,2-1-329 0,0 0-396 0,-1 3-287 15,-1 2 21-15,2-3 723 0</inkml:trace>
  <inkml:trace contextRef="#ctx0" brushRef="#br0" timeOffset="165471.65">23710 1686 8 0,'-4'-9'332'0,"1"1"309"16,0-3 290-16,-1 4 124 0,-1 0-245 15,2-1-199-15,-2 0-117 0,0 3-64 0,2 1-23 0,0-1-26 16,-3 2-46-16,2 0-47 0,0 2-44 16,-3 1-57-16,2 0-63 0,-3 2-54 0,-1 4-37 15,1 3-18-15,-2 6-13 0,0 3-7 0,-1 8-4 16,-1 5 0-16,2 4 5 0,0 7 4 15,0 5 8-15,1 0 3 0,3 4 2 0,-1 1-1 16,6-5-2-16,1 1-2 0,3-4-4 0,3-5-2 16,7-5-2-16,-1-4-1 0,7-4 2 0,2-7 1 15,6-5-2-15,1-8 1 0,7-6 0 0,0-6 2 16,4-9-1-16,1-7 1 0,0-3 1 0,-2-6 0 16,-1-2 0-16,-4-2-1 0,-3-1 0 15,-7 1 0-15,-3-2 1 0,-6 1 9 0,-6 2 8 16,-8-1 3-16,-3 2 5 0,-8 0 3 0,-5 3-1 15,-7-3-7-15,-6 6-6 0,-2-1-4 0,-6 4-6 16,-2 3-3-16,-4 4-2 0,0 5-1 0,-1 7-2 16,5 5 0-16,-1 5 0 0,3 7 0 15,4 5 0-15,3 5 0 0,3 5 0 0,5 5-1 16,5 3-2-16,6 2 1 0,5 1-1 0,6 4-1 16,4-4 0-16,8 1-1 0,3-3-10 0,10-1-43 15,4-6-71-15,4-1-80 0,5-8-143 16,3-3-260-16,7-7-328 0,-1-2-318 0,2-5-206 15,3-4 14-15,1-3 552 0</inkml:trace>
  <inkml:trace contextRef="#ctx0" brushRef="#br0" timeOffset="165837.57">24778 1677 332 0,'-6'0'1290'16,"-5"5"460"-16,-2 3-239 0,-5 4-363 0,-1 6-481 15,1 3-281-15,-1 7-188 0,2 1-86 0,-2 6-32 16,2 2-18-16,2 4-10 0,0 2-12 0,5 1-9 16,2-1-8-16,5 1-13 0,1-5-7 0,5-2-3 15,7-4-2-15,4-7-1 0,4-7-1 0,5-2 2 16,2-10-1-16,5-7-3 0,2-6-5 16,1-6-3-16,1-9-3 0,-3-4-1 0,-1-7-2 15,0-1 2-15,-5-5 7 0,-5-1 5 0,-3-1 3 16,-6-2 6-16,-3 2 8 0,-7-1 8 15,-5-1 6-15,-4 3 3 0,-5-1 0 0,-6 2-2 16,-6 4-5-16,-3 2-7 0,-7 5-6 0,-5 6-2 16,-1 8-3-16,-8 5-2 0,-3 8-1 0,0 8-2 15,-4 7-1-15,3 6-1 0,2 6-4 0,5 5-19 16,3 6-74-16,3 4-77 0,3 3-166 0,2 3-279 16,4 3-338-16,2 0-402 0,1 3-237 15,3 0 55-15,-1 2 736 0</inkml:trace>
  <inkml:trace contextRef="#ctx0" brushRef="#br0" timeOffset="168094.81">22010 1099 176 0,'-2'3'427'0,"1"-2"201"16,-4 4 155-16,4 0-154 0,-2 1-167 0,-1 0-69 16,1 1-31-16,0 5-28 0,0-4-23 0,1 4-41 15,-1 0-48-15,1 1-58 0,1 4-46 0,1 1-30 16,0 0-21-16,0 4 4 0,1 0 1 0,2 1 2 16,1 3-4-16,0 0-6 0,1-1-18 15,2 3 38-15,2 2 35 0,-1-1 19 0,2 2 7 16,-1 3 6-16,-1-1-1 0,1 3-10 0,1 1-19 15,-1 1-15-15,1 0-11 0,-2 1-9 0,1 0-6 16,-3 2-36-16,1-1-11 0,-1 2-4 0,1 0 3 16,-1 2 2-16,-2-1-3 0,1 2-2 15,-2-2-5-15,2-4-6 0,0 3-7 0,1-4-4 16,-3-1 0-16,2-2-1 0,-2 0-1 0,4-4-2 16,-4 1-1-16,2-2-1 0,1 0 0 0,-2-3 0 15,0 0 1-15,0-4-1 0,1 3-1 0,-1-2 0 16,0-3-1-16,1-2 0 0,-1 1 1 15,0-2 0-15,-1-3 0 0,0 2 0 0,0-3-1 16,1-1 1-16,-3-1 0 0,1 0-1 0,-1-4 1 16,1 3 1-16,-2-4 0 0,3-1 2 0,-3 2-2 15,0-2 1-15,-3 0-1 0,3 0 1 0,-2 0 0 16,-1 1-1-16,2 1-1 0,-3 0 0 16,1-1 1-16,-2 1-1 0,2 1 0 0,0-1 0 15,-3 0 0-15,1 1 2 0,0 0-2 0,0-2 5 16,1 3 6-16,-3-1 5 0,4-2 7 0,-3-1 5 15,1 0 5-15,-1 0 0 0,-1-1-2 16,3-1-1-16,-5-1-4 0,0 0 0 0,0 0-4 16,-2-1-2-16,0-1-3 0,-2 1-3 0,-3-2-2 15,0 0-5-15,-2 0 3 0,-3 0 0 0,0-2 1 16,-1 2-1-16,-3-1 1 0,0-1 5 16,-2 1-2-16,1-2-1 0,-1 0-2 0,-3 0 0 15,2 0 0-15,-2-2-6 0,-2 1-1 0,-1 1-1 16,1 0 0-16,-2-1 0 0,-2 0 0 0,1 2 0 15,0-3 0-15,-1 3-1 0,-1 2 0 16,1-5 0-16,-2 4-1 0,2-2 0 0,-2 0-1 16,-1 2 0-16,0-3-1 0,1 0 1 0,0 0-1 15,0-2 0-15,-1 0-1 0,-1-2 1 0,2 1-2 16,0 1 1-16,3-1-1 0,4 1 1 0,-2 2 1 16,6-1 1-16,0 3 0 0,2-2 0 15,3 3 1-15,2 0 0 0,2-1-1 0,5 0 0 16,-3 1 0-16,6 0 0 0,1 1 0 0,1 0 0 15,3-2-1-15,2 0 0 0,0 2-1 0,0-1 0 16,1-2 0-16,1 0 0 0,1-1 1 0,0-2 1 16,0 0-1-16,0-2 1 0,0 0 0 0,0-3 0 15,0 0 0-15,0-1 0 0,1-1 0 16,-1-1 0-16,0 0 0 0,2-5 0 0,-1 2 0 16,-1-2 0-16,0-1-1 0,2 0 0 0,-2-1 0 15,0-1-1-15,0-1 2 0,-2 0-2 0,-1-1 2 16,2 0-1-16,-5 0 0 0,3 0-1 0,-2-1 0 15,0 0 1-15,2 3 1 0,-2-1 0 16,2-1 1-16,-2 1 0 0,2 1-3 0,2-3-3 16,1-2-1-16,0 2-2 0,0-4-1 0,3 0 0 15,1-3 3-15,-1-1 2 0,4-2 2 0,-3-2-1 16,1-2 1-16,0-2 1 0,0 1-1 16,-1-1 6-16,3 0 1 0,-3 4 0 0,0-1 1 15,1 4 0-15,-1 3 0 0,1 2-3 0,-4 1-1 16,2 0-4-16,-1 5-2 0,1-1-2 0,-1 3-1 15,0 0-2-15,-2 1 1 0,1 1 3 0,-1 2 2 16,0-2 1-16,0 2 2 0,-1 1 1 0,-1-2-1 16,-1 0 0-16,-1 0 0 0,1-1-1 0,-3-1 1 15,2-2 0-15,-3 2-1 0,2-1 1 0,0-1-1 16,-2 3 1-16,1 1-1 0,1 2 0 0,-2 1 1 16,2 1-2-16,1 3 1 0,-1 1 0 0,2 2 1 15,2 3-1-15,-3-1 0 0,4 3 0 0,-1-2-1 16,1 4 0-16,-2 0-1 0,2-1 0 15,2 0 1-15,-2 2 0 0,1 0 0 0,1 2 2 16,0 0-1-16,1-2 1 0,1 1 0 0,-1 0 0 16,4 1 0-16,-3-2-1 0,1 2 1 0,2-1 0 15,3-1-1-15,-2-1 1 0,2-1 0 0,2 0 0 16,1 0 0-16,1-3-1 0,-1-1 0 0,2 4 1 16,0-5-1-16,1 1 1 0,1 0 1 0,2 0-1 15,-3 1 1-15,5 1-1 0,-2-1 0 0,1 2 0 16,2 0 0-16,-2 0 1 0,3 1 0 0,-1 0-1 15,2 0 0-15,-2 1 1 0,4 1-1 0,-3 0 0 16,4 0 0-16,-2 1 0 0,2-1 0 0,-3 2 0 16,3 0 0-16,-2-1 0 0,4 0 0 0,-3 1 1 15,3-1 0-15,-1 2-1 0,1-2 1 0,1 1-1 16,-5 0 0-16,5-2 0 0,-3 1-1 0,2 1 1 16,-3-1 1-16,1 1 0 0,-2-1 0 0,1 2 0 15,-2-1 0-15,-1-1 0 0,-1 2 0 0,0-1 0 16,-2 0-1-16,-3 0 1 0,-3 0-1 15,0-1 1-15,-3 3-1 0,-2-4 1 0,0 1 0 16,-5 0 2-16,0-1-1 0,-3 1 0 0,2-1 2 16,-3 0-1-16,0 2-1 0,-3-2 0 0,0 3 0 15,-3-3-1-15,-2 0-1 0,2 2 0 0,-1-2 0 0,2 3 0 16,-1-3-1-16,0 1-1 0,1-1-1 0,2 3-3 16,0-1-7-16,1 1-13 0,-1 3-17 15,1-1-45-15,-1 3-71 0,2-2-129 0,-3 3-211 16,4-1-299-16,0-1-363 0,4 2-352 0,-1-1-157 15,3-2 467-15,2-2 723 0</inkml:trace>
  <inkml:trace contextRef="#ctx0" brushRef="#br0" timeOffset="169886.04">22307 1233 179 0,'-1'0'364'16,"1"1"155"-16,1-1 43 0,-1 0-123 15,0-1-91-15,4 1-65 0,-4 0-29 0,1-1-6 16,4-1-15-16,-1-1-24 0,3 0 8 0,1 0 10 15,4-2-20-15,1 1-30 0,4-2 26 0,4-2 12 0,4 1-37 16,2-2-39-16,3-2-25 0,7 1-9 0,-1-1-47 16,8-1-28-16,1 1 20 0,5-2 16 15,2 1 3-15,2 0 7 0,3 0 0 0,1 3-1 16,4 1-31-16,0-2-7 0,1 3-9 0,2 1 76 16,1 3 37-16,4 0 14 0,3 1 4 0,-1 0-15 15,4 1-5-15,0-2-65 0,5-1-34 0,1-1-16 16,-1-1-9-16,2 2-2 0,1-2-5 0,-1 1 0 15,0-3-3-15,-1 1-1 0,-2-1-4 0,-3 1-2 16,-4 0 0-16,-4 1 2 0,-5 0 0 0,-7 0 1 16,-5 0 0-16,-5 1-1 0,-8 2 10 15,-4-1 2-15,-6 2 1 0,-4 2 2 0,-6-2 0 0,-3 2 2 16,-5-3-7-16,0 3-3 0,-5 0 6 0,1 0 7 16,-4 0 5-16,2-1 2 0,-4 1 1 0,-1 1 0 15,2-1-9-15,-2 5-6 0,-2-5-4 0,2 2-4 16,-1 2-2-16,1 1-1 0,-4-2 0 0,4 3 0 15,-3-3-1-15,3 1 0 0,-1 2 1 0,-1-1-2 16,0-1-1-16,1 4 0 0,1-2 1 0,-2 2 0 16,2 3 0-16,2-3 1 0,-1 4-1 15,4 0 1-15,0 1-1 0,1 4 0 0,4 1 0 16,-1 0 0-16,4 3 0 0,-1 3 2 0,5 3 0 16,0 3 0-16,-1 4 0 0,2 2 0 0,1 3 8 15,-1 3 0-15,1 1-2 0,-2 0-3 0,1 2-1 16,-2 0 0-16,-1 4-7 0,-2 1-3 0,-2-1 3 15,-2 2 3-15,-2-1 1 0,-2-1 0 0,1 1 0 16,-6 0 6-16,0 0 2 0,0-3 1 0,-5 1-1 16,4-2 0-16,-4 1 2 0,0-1-5 15,0 1-2-15,0-3 0 0,2-3 1 0,-3 0-1 16,5-4 0-16,-3-1-1 0,1-4 0 0,2 0-1 16,-1-3-1-16,0-2 0 0,-1-1 0 0,0-4-1 15,1-2 0-15,1-3 0 0,-1-2 0 16,-1-2 3-16,0-1-1 0,2-2 1 0,-3-1 0 15,1-1 1-15,0 0-2 0,-2 1-1 0,0-2 0 16,1 0 0-16,-6 1-1 0,4 1 0 0,-2 1 6 16,-2-1 3-16,0 2 2 0,-2-1 1 15,0 2 1-15,1 0 1 0,-2 0-7 0,-3 0-2 16,2 0 1-16,-2-2 3 0,0 3 2 0,-1-1 1 16,-3-3 5-16,0-1 2 0,-2 2 0 0,-1-2-3 15,-1-1-1-15,-5-2-2 0,-1-3-3 0,-3-1-4 16,0 2 0-16,-5-6-2 0,0 2 3 15,-3 0 2-15,-3 0 0 0,-2-4 0 0,-3 5-1 16,0-2 0-16,-5-1-6 0,-1 1-1 0,-2 1 0 16,-2 1 1-16,-4 0 0 0,-2-1 2 0,-6 1 0 15,-5-2-2-15,0-1 0 0,-4 0-1 0,2-1-1 16,-1-1-2-16,6-1 1 0,-1 0 1 16,6 0 0-16,3-1 2 0,0 1-5 0,5-1-1 15,2 1-4-15,3 1-2 0,2 0-1 0,4 2-3 16,2 0 0-16,3 1-7 0,6 1-24 0,1 2-75 15,5 1-106-15,2 1-234 0,4 0-292 0,2 0-356 16,2 1-420-16,4-1-168 0,-2-1 398 0,2 2 831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10-11T07:04:29.84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2681 1830 74 0,'3'-3'403'0,"-1"0"302"0,1 0 243 0,-3 3-4 16,2 0-244-16,-2-2-161 0,3 2-117 0,-3-3-92 16,3 1-66-16,-2 2-36 0,1 0 7 0,-2 2 31 15,1 1 7-15,1 2-7 0,1 1-17 0,1 3-32 16,0 3-48-16,0 1-48 0,0 5-28 0,4 3-18 16,-2 6-12-16,1 3-8 0,-1 5-9 0,3 3-9 15,-4 5-8-15,0 2-3 0,0 1-6 0,-2 2-3 0,-1 1-4 16,-1 3-2-16,1 1-3 0,-2-3-3 15,0-2-3-15,0-1-2 0,0-4-1 0,0-4-2 16,1-3-1-16,1-5-1 0,-2-6-5 0,4-6-11 16,-4-2-17-16,0-3-32 0,0-7-57 0,-4-3-70 15,2-5-113-15,-1-5-178 0,-2-4-295 0,1-9-310 16,-3-2-262-16,1-4-152 0,-3-5 317 0,-1-5 619 16</inkml:trace>
  <inkml:trace contextRef="#ctx0" brushRef="#br0" timeOffset="538.79">2665 1975 62 0,'2'-4'548'0,"-4"2"450"15,2-1 210-15,0 1-68 0,0 1-387 0,3 1-278 16,-3 0-167-16,2-1-97 0,-1 1 0 0,3-2 24 16,-1 0 6-16,0 1-10 0,5-2-16 0,0 0-24 15,1 2-46-15,1-3-49 0,4 2-32 0,-1 0-21 16,2-1-13-16,0 0-8 0,2 3-9 0,-1-1-4 15,3 1-3-15,-3 1 2 0,1 2 3 16,-2 0 1-16,0 3 2 0,0 3 1 0,-2 0 0 0,-3 2-2 16,0 2-2-16,-1 4-1 0,-3-1-1 0,-2 5-1 15,-3-1 0-15,1 4 4 0,-4 0 2 0,2 0 0 16,-3 1 0-16,1 1 0 0,-1 0-1 0,0-3-5 16,1-1-8-16,1 2-5 0,-2-4-3 15,3-1-2-15,-2-1-2 0,4 0-1 0,-2-2 5 16,4-1 3-16,-1-1 6 0,4 0 6 0,-2-1-4 15,3 0-2-15,1 0-1 0,1-1 0 0,1 0-4 16,3 0-5-16,0 0 5 0,2-1 2 0,-2-1 1 0,5 1 1 16,-3-1 0-16,1 1-1 0,1-3 1 0,-1 3-1 15,2-2 1-15,-3 1 1 0,1 0 0 0,-4 0 0 16,1 1 1-16,-4-3 1 0,-2 3 0 0,-2-2 0 16,-3 2 1-16,0-1 1 0,-6 1 0 15,0-1 4-15,-5 2 6 0,0 0 5 0,-6-2 6 0,-2 3 0 16,-3-1 2-16,0-2 1 0,-5 1-2 15,-1-1-4-15,-2-1-3 0,-1-1-3 0,-2-1-6 16,0-1-10-16,3-2-3 0,1-2-3 0,-1 1-2 16,4-1-1-16,1-1 3 0,4 1 3 0,-1-2 0 15,5 0-1-15,3 1-3 0,2-1-1 0,2 2-2 16,4-2-5-16,3 0-13 0,3 0-20 0,4-3-48 16,1 1-70-16,4-2-99 0,1-2-177 15,4-4-294-15,2-1-327 0,3 2-298 0,3-3-178 16,4-3 217-16,1 1 673 0</inkml:trace>
  <inkml:trace contextRef="#ctx0" brushRef="#br0" timeOffset="1070.57">3843 2599 305 0,'2'8'782'0,"-1"-2"351"15,1 1 68-15,-1-1-262 0,1 3-219 0,1 0-133 16,-1 4-121-16,3 0-79 0,-2 2-65 0,1 2-42 16,-2 2-75-16,-1 4-75 0,1-1-39 0,0 1-26 15,-2 2-18-15,1-1-19 0,-1 0-13 0,0-2-7 16,-1 2-6-16,1-1-1 0,-2-1-2 16,2-1-1-16,0-3 0 0,0 0-2 0,0-2-7 15,0-3-24-15,0-3-57 0,0-1-71 16,-3-4-120-16,1-4-183 0,-4-2-307 0,2-5-336 15,0-5-279-15,-1-1-146 0,2-3 337 0,-3-8 624 16</inkml:trace>
  <inkml:trace contextRef="#ctx0" brushRef="#br0" timeOffset="1293.59">3802 2517 546 0,'0'-10'1103'0,"-3"-1"322"0,1 4-16 0,1 0-301 16,-2 1-421-16,-1 0-222 0,3 2-135 0,-1 1-95 15,2 0-85-15,-1 0-69 0,-1 0-39 16,2 1-18-16,0 2-12 0,0-1-13 0,0 1-8 16,0 0 1-16,0 0 6 0,2 1-1 0,-1 1 3 15,1 2-3-15,1 1-21 0,2-1-49 0,-2 0-72 16,0 2-71-16,2 0-116 0,-2 0-174 0,2 1-300 16,-2 1-254-16,3 1-210 0,-1-2-128 0,4 2 284 15,-1-2 546-15</inkml:trace>
  <inkml:trace contextRef="#ctx0" brushRef="#br0" timeOffset="1826.59">4324 2657 8 0,'12'-4'397'0,"-5"3"415"16,-1-2 343-16,-4 0 29 0,1 1-286 0,-3 2-178 15,0-3-122-15,-3 1-123 0,-4 2-100 16,1 2-67-16,-2 1-63 0,-4-3-70 0,0 2-59 16,-3 2-35-16,0 0-21 0,-2 1-15 0,1 0-11 15,-1 1-9-15,1 0-7 0,-1 0-5 0,2 0-1 16,0-2-1-16,2 2 0 0,0-2-1 0,2 1 0 16,3 0-2-16,-1-3-2 0,4 3-2 15,-1-3-2-15,1 1-1 0,3-1-1 0,-1-1-1 16,0 0-2-16,1 3 0 0,2-2 0 0,-4 0 0 15,4 2-1-15,0 0 2 0,0 0-1 0,0 0 1 16,4 2 0-16,-2-1 1 0,-2 1-1 0,3 1 1 16,2-1-1-16,-2 0 0 0,2 2 1 15,1-2-1-15,2 1 1 0,0 1-1 0,0-2 1 16,0 0 0-16,1 0 0 0,-1-2 0 0,0 2 1 16,-3-1 0-16,1-1 0 0,-3-1 2 0,-1 2 1 15,-2-3 0-15,-2 5 0 0,-1-2 1 16,-6 1 0-16,1 1 4 0,-5 2 3 0,-1-2 0 15,-2 2 2-15,-3-2-2 0,2 3-1 0,1-3-4 16,-1 1-4-16,2-2-2 0,0-1 0 16,2 1 0-16,0-2 0 0,2 0 0 0,3-1-1 15,0 0 1-15,1-1-1 0,2 1 0 0,0-3-1 16,2 1-1-16,1 1-3 0,1-2-5 0,-1 0-10 16,5 0-22-16,-1-2-48 0,1 1-72 0,0-1-84 15,0-1-143-15,3 2-258 0,1-1-315 16,-1-1-291-16,2 3-193 0,3-2 27 0,0 2 548 15</inkml:trace>
  <inkml:trace contextRef="#ctx0" brushRef="#br0" timeOffset="2405.75">4694 2721 46 0,'-2'-2'563'0,"-1"-3"483"0,0 4 219 0,-5 1-45 15,1-1-271-15,0 1-247 0,-1 0-188 0,0 0-119 16,0 1-73-16,-3-1-67 0,3 1-82 16,-2 4-62-16,1-5-35 0,3 2-20 0,-2 3-23 15,0 1-13-15,0 0-12 0,0 2-8 0,2 3-5 16,-1 2 4-16,1 4 10 0,0 3 6 0,1 5 3 16,2 3 2-16,1 1-1 0,2 3-5 15,2 1-4-15,1 1-3 0,2-1-2 0,3 0-2 16,1 0 0-16,2-3-2 0,5-5-3 15,-1-3-1-15,3-2 0 0,0-6 1 0,4-5 1 16,0-3 1-16,2-6 0 0,-2-3 2 0,0-5-1 16,2-4 0-16,-4-2 0 0,-1-4 0 0,-2-1-1 15,-2-1 2-15,-1-3 0 0,-6 2 2 0,0 0 2 16,-5-1 4-16,-1 0 3 0,-4 1 1 16,-3 1 0-16,-1-3 0 0,-4 2-2 0,-4-2-2 15,-2-1 1-15,-1 2 2 0,1-1 5 0,-3 4 0 16,-1 1 2-16,2 5 0 0,-2 5-4 0,-2 2-5 15,1 4-4-15,1 6-3 0,-1 2-3 0,5 6-1 16,-1 2-1-16,2 3-1 0,3 1-2 16,2 1-1-16,4 1-3 0,3 1-7 0,3 0-13 15,3-1-18-15,2 2-39 0,3-1-79 0,1-3-109 16,2 1-199-16,4 1-294 0,2-2-362 16,5 0-369-16,-1 1-153 0,7-2 335 0,4 1 747 15</inkml:trace>
  <inkml:trace contextRef="#ctx0" brushRef="#br0" timeOffset="3884.58">7184 2560 64 0,'-3'3'344'16,"3"-2"236"-16,-2 4 218 0,-1-3 21 15,3 1-137-15,-1 0-103 0,-1-2-87 0,0 0-74 16,2-1-70-16,0 0-87 0,0 0-58 0,0 0-19 15,0 3 3-15,0-3 20 0,2 0 12 16,-2 0 3-16,0 0-20 0,2 0-37 0,-1 0-45 16,-1 0-27-16,3-3-24 0,2 1-2 15,-2-4-4-15,5-2 3 0,0-3 7 0,0 0-12 0,4-3-8 16,1-2-16-16,-2-1-4 0,5 0-7 0,-3 0-4 16,2 1-5-16,-2 0-1 0,3 4-2 15,-5 2-4-15,2-1 0 0,1 4-5 0,-1 2-2 16,1 4-1-16,-1 1 1 0,2 3-2 0,0 3-2 15,2 3 5-15,-1 3 1 0,3 1 1 16,-2 4-1-16,2 1-1 0,0-1 0 0,0 5-1 16,0-4-2-16,1 3 0 0,-4-3 0 0,3 1 0 15,-1 0 0-15,-1-3-1 0,1-1 0 0,-1-2 0 16,-3-1 0-16,4-1-1 0,-4-3 1 0,0-3 0 16,0 0 0-16,0-2 0 0,-2-3 0 15,0-2 1-15,-1-2 0 0,-1-2-1 0,1-3 2 16,-2-2-1-16,1-4 0 0,1 0-1 0,-2-1 0 15,1-2 5-15,-1 1 1 0,1-2 1 0,-1 1-1 16,-1-1-1-16,3 0 0 0,-1 0-7 0,1 1-8 16,1 0-16-16,-2 3-48 0,2 1-80 0,-2 0-142 15,1 6-266-15,3 0-321 0,1 4-402 0,3 2-361 16,0 2-41-16,2 2 676 0</inkml:trace>
  <inkml:trace contextRef="#ctx0" brushRef="#br0" timeOffset="4782.63">10544 2439 186 0,'-2'3'561'0,"-1"1"343"0,0-1 194 0,1 0-146 16,-1-1-280-16,0-1-179 0,1-1-122 0,2 2-89 15,-1-2-48-15,1 1-47 0,0 1-35 16,1-2-23-16,-1 1-25 0,0-1-25 0,2 2-27 16,3-2 46-16,0 0 25 0,1-2 20 0,3 1 9 15,1-2 2-15,1 0 1 0,3-2-50 16,1 0-22-16,2-1-20 0,0-3-12 0,5 1-3 15,0-1-7-15,2-3-5 0,0 0-8 0,3 0-6 16,0-3 3-16,1 0-3 0,-1 1-2 0,1 1-1 16,-1-1-5-16,-3 1 1 0,-2 0-9 15,-5 5-6-15,0-1-3 0,-4 3-3 0,-3 0 13 16,-3 1 3-16,-1 2 10 0,0 0 11 0,-3 0 6 16,-1 3 5-16,-1-1-3 0,-2 1-7 0,-3 1-5 15,-3 1-7-15,-1-1-7 0,-2 4-5 16,-4-1-4-16,-2 2-2 0,-1 0-2 0,-2 3 0 15,-3-1-1-15,-2 1 0 0,-1 1 0 0,1 1 0 16,-3-1 0-16,0 2 1 0,0 0-2 0,1 1 2 16,-1 3 0-16,0-1 0 0,1 0 2 0,1 1-1 15,1 2 2-15,1-1-1 0,2 1 0 0,2 0-4 16,0-2-1-16,5 1-2 0,0-1-2 16,3-1 0-16,3-2-1 0,1 5 5 0,1-5 0 15,2 2 2-15,2-2-1 0,2 1 2 0,3-1 3 16,0 1 2-16,3-1 0 0,1 1 1 0,1-1 1 15,1-1-2-15,2 0-3 0,2 0-1 16,3 0-2-16,-2-1 0 0,3-3 0 0,3 2 1 16,0-4-1-16,3 1 1 0,0-5 0 0,2 3-2 15,2-5 1-15,1 0-1 0,2 0-1 0,2-5-2 16,1 5-12-16,2-2-14 0,-2-3-36 0,1 3-78 16,-3-2-136-16,-1 3-259 0,0 1-312 0,-1 0-407 15,-2 3-440-15,-1 0-89 0,-2 0 660 16</inkml:trace>
  <inkml:trace contextRef="#ctx0" brushRef="#br0" timeOffset="5182.17">11698 2959 432 0,'-6'8'895'16,"-2"-4"272"-16,6 1-27 0,-2-2-320 0,2 0-308 15,2-2-194-15,0-1-98 0,6-1 9 16,2-4 50-16,2-1 25 0,2-2-13 0,4-3-26 15,0-3-30-15,4-4-56 0,2 0-55 0,1-2-39 16,1-5-18-16,1 1-7 0,0-2-12 0,0 0-8 16,2-3-11-16,-3 1-8 0,1-2-5 0,-1-1-2 15,-1 0-2-15,0 1-1 0,-3 2-2 16,-1-1 1-16,-3 4-1 0,0 1-6 0,-5 4-3 16,-1 2-1-16,-3 2-1 0,-2 2-7 0,-3 5-16 15,-4-3-46-15,-3 5-73 0,-4 1-102 0,-4 3-174 16,-4 3-297-16,-1 1-348 0,-4 3-329 15,-3 4-181-15,-2 1 216 0,-1-1 672 0</inkml:trace>
  <inkml:trace contextRef="#ctx0" brushRef="#br0" timeOffset="5432.62">11758 2511 108 0,'5'0'694'0,"-2"3"461"15,0-2 104-15,-1 1-143 0,1 0-393 0,0 2-293 16,3 2-118-16,1 1-46 0,-1 3-8 0,4 2-7 16,0 4-18-16,0-1-42 0,1 1-46 0,2 2-38 15,-2 0-33-15,3 2-25 0,-1-1-16 0,1 2-9 16,2-1-11-16,1 3-6 0,-1-4 2 16,1 1-2-16,1 0 0 0,2 1-9 0,-2-3-45 15,2-2-72-15,-2-1-83 0,-2 0-143 0,1-4-242 16,-3-2-325-16,3-3-298 0,-2-1-198 15,0-5-3-15,-2-2 513 0</inkml:trace>
  <inkml:trace contextRef="#ctx0" brushRef="#br0" timeOffset="5915.62">12454 2149 33 0,'6'-1'464'0,"-3"-1"430"15,0 0 276-15,-1 2-9 0,1-2-378 0,-3 2-256 16,2 0-172-16,-1 0-116 0,-1 0-63 16,2 0-34-16,0 0-15 0,1 2-7 0,0-2 51 15,0 1 17-15,3 0-2 0,-1 1-14 0,0-1-15 16,1 2-15-16,-1 2-47 0,3-2-26 0,-2 1-7 16,2 1-8-16,-3 1-1 0,1-2-6 0,2 2 0 15,-3 0-4-15,0 2-7 0,-1 0-3 16,-2-1-6-16,1 2-2 0,-1 0-6 0,-1 1-3 15,-2 2-5-15,-1-2-2 0,1 3-3 0,-1 0-1 16,0-1-2-16,-1 0-1 0,3 0 0 0,-1 0-2 16,1-1-1-16,0-3-1 0,0 2-2 0,1-1 0 15,2-3-1-15,2 0 0 0,3 0-1 16,1-4 0-16,1 2-7 0,5-4-10 0,0 0-29 16,2-4-61-16,2 2-69 0,0-3-103 0,2 1-177 15,0-2-302-15,1 0-318 0,1 0-260 0,-2-2-168 16,1 3 233-16,-2 1 649 0</inkml:trace>
  <inkml:trace contextRef="#ctx0" brushRef="#br0" timeOffset="6715.47">13396 2242 73 0,'0'-3'554'0,"-1"0"447"0,-1 2 214 16,2-1-61-16,-2 1-386 0,2-1-227 0,0 0-116 15,0 2-67-15,0 0-49 0,2 0-41 0,-2 2-46 16,0-2-55-16,3 2-35 0,0-1-31 0,2 2-18 16,0 2-7-16,4 0 0 0,2 1 1 15,2 2-12-15,4 3-6 0,1-3-6 0,1 5-5 16,3-1-4-16,1 1-7 0,0 1-5 0,2-1-7 15,2 2-5-15,0-1-6 0,1 1-3 16,-1-1-4-16,1 3-3 0,1-4-1 0,-1 1-1 16,-4 1-2-16,3-1 0 0,-3 0-1 0,-2 0 1 15,-3-2-1-15,2 2 0 0,-7-4 2 0,2 1 0 16,-5-1 4-16,1 1 3 0,-5-3 5 0,-1 2 5 16,-1-1 1-16,-4 1 3 0,-1-1-1 0,-1 1 0 15,-4 2-3-15,0-1-3 0,-1 2-7 16,-5-2-8-16,3 1 0 0,-2 2 0 0,-4-2 0 15,3 0 0-15,-3 2 0 0,-4-1 0 0,1 0 0 16,0 2 0-16,-4 0 0 0,2 0 0 0,-3 3 0 16,0-1 0-16,-2 1 0 0,3-1 0 0,-2 3 0 15,-1-2 0-15,5 0 0 0,-3 0 0 0,3 0 0 16,2-1 0-16,-1-1 0 0,2-1 0 16,1 0 0-16,2 0 0 0,1-1 0 0,2-1 0 15,0 0 0-15,1 1 0 0,4-2 0 16,0 0 0-16,2-1 0 0,0-3 0 0,1 2-42 15,1-6-158-15,1 2-172 0,1-3-272 16,1-3-341-16,1 0-430 0,-3-5-350 0,3 1 54 16,-3-2 856-16</inkml:trace>
  <inkml:trace contextRef="#ctx0" brushRef="#br0" timeOffset="14028.94">15584 2548 242 0,'0'-2'728'16,"-1"2"369"-16,-1-1 66 0,2 1-217 0,0 0-390 16,0 0-225-16,0 0-153 0,3 1-89 0,-1-1-21 15,5 4-9-15,0-3-1 0,1 0-1 16,3 3 18-16,3-2 6 0,-1 2-19 0,6-2-9 0,-1 3-4 15,4-3 73-15,1 1 23 0,4-2 8 16,-3 1-2-16,3-1-8 0,-2-1-9 0,0 0-70 16,0 0-38-16,-4 0-23 0,1 0-9 0,-3-1 2 15,-3 1 2-15,1-2 7 0,-5 2 4 16,-3 0-3-16,0-1-46 0,-4 1-57 0,-2 0-104 16,-3 1-179-16,-4-1-298 0,-3 0-310 0,0 0-262 15,-3 0-173-15,2-1 268 0,-4-2 600 0</inkml:trace>
  <inkml:trace contextRef="#ctx0" brushRef="#br0" timeOffset="14303.81">15880 2396 44 0,'10'-4'380'0,"-4"1"240"16,4 0 224-16,0 2 71 0,5 1-299 0,2 1-161 15,-1 1-84-15,6 1-23 0,0 1-53 0,-1 1-37 16,4 1-72-16,-1-2-36 0,3 5-22 0,-4-4-35 15,0 3 9-15,0 2 22 0,-1-1 7 16,0 1-16-16,-4 0-4 0,-1 1-3 0,-1 1 9 16,-2 1 3-16,-3-3 12 0,-3 2 5 0,0-2-2 15,-5 2-7-15,-3 0-35 0,-1 2-30 0,-3-1-25 16,-3 1-16-16,-3 1-9 0,0-1-6 0,-3 3-4 16,-2-2-3-16,0 2-3 0,0-3-20 15,0 3-68-15,0-2-63 0,0-1-122 0,3-2-200 16,1-2-312-16,0-1-335 0,6-1-235 0,2-2-130 15,3-2 392-15,2 1 614 0</inkml:trace>
  <inkml:trace contextRef="#ctx0" brushRef="#br0" timeOffset="15454.09">17657 2100 289 0,'6'-2'621'0,"-2"0"257"0,-3 2 83 15,2 2-256-15,-3 2-223 0,0 1-109 0,2 4-63 16,-2 3-37-16,-2 2-24 0,2 1-30 15,0 3-35-15,0 3-37 0,4 2-40 0,-1 0 11 16,0 4 9-16,2-1 4 0,1 4 30 0,2-2 17 16,-2 4-4-16,1 2-37 0,-1-4-21 0,2 2-17 15,-2 0-40-15,0-3-26 0,1-2-13 0,-1-1-8 16,0-1-5-16,-1-1-2 0,1-4-1 16,-1 1-2-16,-1-4-1 0,-1 2-1 0,-2-4-3 15,4 0 1-15,-5-3-1 0,1-2-1 0,-1-2-32 16,-1-1-58-16,1-1-48 0,-5-4-63 0,1-2-121 15,-3-2-171-15,1-5-230 0,-2-3-226 0,0-3-227 16,0-2-116-16,-2-2 271 0,1-2 464 16</inkml:trace>
  <inkml:trace contextRef="#ctx0" brushRef="#br0" timeOffset="15750.93">17524 2108 33 0,'5'-1'401'16,"-1"0"281"-16,-1-1 181 0,3 0 78 16,0 1-312-16,2 0-184 0,2-1-94 0,2 0-39 15,-1 1-22-15,3 0-46 0,-1-1-54 0,4 2 8 16,3-1-13-16,-2-1-20 0,3 1-17 0,3 1-16 16,-1-2-12-16,1 1-47 0,0 1-30 15,1-2-19-15,1 1-13 0,-1-3 5 0,2 3 4 16,-4-2-4-16,4 0 4 0,-3-1 0 0,1 1 2 15,-1-2-9-15,0 1-6 0,-7-1-5 0,4 1-3 16,-7 2-8-16,2-1-22 0,-7 1-40 16,-2 2-42-16,-1 0-107 0,-6 2-178 0,-5 1-296 15,-3 2-269-15,0 3-242 0,-6-1-142 0,0 0 320 16,-5 2 537-16</inkml:trace>
  <inkml:trace contextRef="#ctx0" brushRef="#br0" timeOffset="16119.41">17853 2407 233 0,'11'12'465'16,"2"-2"217"-16,1 1 138 0,2-2-215 0,1 0-97 16,1-3-52-16,-1 0-35 0,4-3-46 0,1-1-48 15,-1-6-47-15,2 0-81 0,1-2-54 0,1-4-44 16,-2-2-21-16,0-3-14 0,-1-1-14 0,-3 0-6 15,0-2 23-15,-2 1 27 0,-1-1 45 0,-4 4 61 16,-2-3 30-16,-5 4 1 0,-2 0-31 16,-4 2-33-16,-4 0-47 0,-1 2-49 0,-7 3-32 15,0 0-18-15,-4 5-7 0,-1 2-5 0,-2 4-3 16,-2 1-4-16,4 4-2 0,-4 4 1 16,2 2-8-16,2 2-3 0,1 5 0 0,3 0-1 15,-2 5-1-15,5 3 0 0,0 1 6 0,2 2 1 16,2 2 2-16,2 0 1 0,4 1 0 0,1-5 0 15,1 1-2-15,4-4 1 0,5-3-2 16,2-2 6-16,3-2 3 0,2-5 0 0,2-3 0 16,3-3-7-16,3 0-41 0,2-4-75 0,0-4-81 15,1-3-154-15,0 0-295 0,0-3-328 0,2 0-316 16,0-1-200-16,0 1 82 0,-1 0 635 0</inkml:trace>
  <inkml:trace contextRef="#ctx0" brushRef="#br0" timeOffset="17035.99">18448 2807 280 0,'1'-3'584'0,"-1"2"236"0,2-1 87 16,0 0-254-16,1-3-193 0,2-1-108 0,2 0-38 15,0-3-20-15,-1-1-15 0,2-4-25 16,3 1-36-16,0-4-39 0,2-4-48 0,2 0-19 16,0-2-17-16,2-2-8 0,0 0-14 0,-1-1-10 15,2 0-10-15,-2 3 19 0,-2 1 43 16,-5 2 21-16,3 3 24 0,-3 2 5 0,-5 4 1 15,1 3-34-15,-2 0-41 0,1 4-27 0,-3-1-25 16,1 5-16-16,0 0-10 0,-4 2-4 0,0 5-5 16,2 4-1-16,0 4 1 0,-1 1-1 0,1 3 0 15,0 3-1-15,1 2-1 0,-1-2-1 16,4 0 1-16,-4 0 0 0,3-2-2 0,3-2 1 16,-3 0 1-16,0-2-1 0,3-3-1 0,-1-3 0 15,0 0 1-15,4-6 0 0,-2 0 1 0,2-4 1 16,-1-1 0-16,5-5 1 0,-2-5-1 0,3-2 1 15,0-3-1-15,-1-2-1 0,4-4-1 0,-4-1 7 16,3 1 3-16,-3 0 2 0,1 1 1 16,-3 1 1-16,0 4-1 0,-5 1-5 0,1 4 2 15,-3 3 3-15,0 2 3 0,-3 3 1 0,-1 1 1 16,0 4 1-16,-1 5-12 0,-3 2-7 0,0 6-3 16,-1 3-3-16,0 2-1 0,-1 3-3 0,1 2 6 15,0-1 2-15,2 1 2 0,0-1-1 16,1-1 0-16,1-2 0 0,1-3 1 0,0-2-1 15,1-2-1-15,2-2-1 0,1-3 7 0,1-5 2 16,4-1 4-16,-1-4 1 0,1-5 2 0,5-6 1 16,-1-5-7-16,4-4-4 0,-1-3-2 15,3-1-2-15,-4-4 1 0,2 2 0 0,-3 1 0 16,0 0 2-16,-3 3-1 0,-1 4 2 0,-2 1-1 16,-2 4 1-16,-3 3 4 0,1 3 1 0,-3 2 1 15,1 1 0-15,-1 4-1 0,-1 1-1 16,-1 3-3-16,-1 3-2 0,-1 1-1 0,0 5 0 15,-1 3-1-15,0 4 0 0,-2 0 0 0,3 3-1 16,-2 1-1-16,0 1 2 0,2 1-2 0,-2 1 1 16,2-1-1-16,-2 0 0 0,4-1-2 0,-1-2-7 15,4-3-23-15,-2-3-57 0,4-3-70 16,-1-2-78-16,0-4-130 0,2-6-200 0,2-2-307 16,-1-6-252-16,6-4-195 0,-2-3-62 0,1-4 381 15,3-4 543-15</inkml:trace>
  <inkml:trace contextRef="#ctx0" brushRef="#br0" timeOffset="17545.83">19327 2452 365 0,'1'9'708'0,"2"3"286"0,-3 3 84 0,2 4-306 16,0 0-223-16,-1 3-139 0,1 1-119 0,0 5-78 16,-2 0-59-16,1 4-44 0,2 0-28 0,-1 3-23 15,0-1-16-15,-1 2-9 0,1-2-4 0,-1 0-10 16,-1 1-13-16,2-5-5 0,1-2 1 0,-3-3-5 15,0-5 2-15,-3-3 2 0,1-2 3 16,1-4 2-16,-2-4-3 0,-1-2 0 0,1-5 0 16,-2-5-1-16,0-2-1 0,1-6 0 15,-4 0 4-15,5-8 3 0,-2 0 2 0,0-4-3 16,2-4-6-16,0-2-1 0,1-3-1 0,2-3-2 16,2-1-4-16,1 1 3 0,3-2 3 0,3 3-1 15,0 2 0-15,2 2-4 0,0 5 3 16,6 0-1-16,-1 5 0 0,2 2-2 0,-1 2 4 15,2 2-2-15,1 2-1 0,0 2-1 0,0 2 1 16,2 3 3-16,2-1-2 0,-3 3 0 0,-1 2 6 16,0 1-1-16,0 4 0 0,-3 1-4 0,-1-1 2 15,-1 1 1-15,-2 1 1 0,0 0 1 0,-4 2 6 16,-1 0 29-16,0 2 33 0,-2 0 37 0,-3 1 27 16,1-1 15-16,-3 3 1 0,-1-3-15 15,0 3-26-15,-1-3-26 0,-1 0-25 0,0 1-14 16,1-3-15-16,-1 1-9 0,-2-1-8 0,1 0-6 15,0 0-3-15,-2 2-3 0,0-1-1 0,-2 1 1 16,3 0 0-16,-5 0-1 0,2 3 3 16,1-3-1-16,-1 2-3 0,1-2-3 0,2-1-3 15,-1 0-13-15,1-1-46 0,1-2-51 0,3-3-44 16,0-1-71-16,0-5-150 0,3-1-204 16,1-6-250-16,1 0-235 0,4-3-211 0,-5 0 25 15,4-2 466-15</inkml:trace>
  <inkml:trace contextRef="#ctx0" brushRef="#br0" timeOffset="17917.03">19814 2327 252 0,'-2'14'755'16,"-1"2"366"-16,0-2 75 0,0 4-206 16,0 1-379-16,1 5-214 0,0-1-96 0,2 3-48 15,-1 2-31-15,1 1-27 0,1-3-25 0,1 4-32 16,1-3-49-16,2-2-36 0,0-1-30 0,1-3-12 15,3-5-9-15,-1-2-1 0,1-1 3 0,1-5 0 16,-2-4 1-16,4-4-2 0,-3-2 4 0,2-6 1 16,-1-2 19-16,0-6 25 0,0 0 26 15,0-4 15-15,-4-1 5 0,1 0 0 0,-2 0-17 16,0-1-22-16,-2 2-17 0,1-4-13 0,-3 3-4 16,-1 4-2-16,2-2-4 0,-2 1 1 0,-2 5-4 15,2-2-5-15,0 5-3 0,0-1-4 16,0 4-2-16,0 3-4 0,0 0-2 0,0 0 0 15,0 3 0-15,2 2 1 0,-1 3 0 0,-1 0 2 16,2 2 1-16,0 2 0 0,0 2 0 0,0 2-2 16,0-1-2-16,1 2-7 0,2-1-25 15,-4 0-48-15,4-2-63 0,-2 1-57 0,2-2-71 16,4 2-99-16,-2-4-136 0,1-1-167 0,1-2-213 16,4 1-221-16,0 1-139 0,2-3 144 0,1 0 441 15</inkml:trace>
  <inkml:trace contextRef="#ctx0" brushRef="#br0" timeOffset="18219.5">20364 2434 147 0,'3'-13'747'0,"-1"2"487"15,-4-1 237-15,-2 2-99 0,-1 2-449 0,-2 2-322 16,-3 3-176-16,-3 1-111 0,-2 3-106 0,-2 3-80 16,0 2-44-16,1 3-28 0,-3 3-17 0,5 3-13 15,-2 1-8-15,3 4-6 0,2-1-5 16,0 4-4-16,5-3-1 0,1 2-1 0,2-2-2 15,3-2-1-15,3-2 0 0,3-4 0 0,2-1 0 16,6-5 0-16,1-5 1 0,4-5-1 0,3-4 0 16,-1-4-3-16,2-2-3 0,1 1-2 0,-1-5 0 15,-2 3 0-15,0 0 0 0,-5 3 3 16,-1 2 2-16,-3 0 1 0,-3 6 3 0,-1 1 0 16,-5 4 1-16,-2 4 1 0,-1 3 2 0,-1 5 0 15,-2 4 0-15,-4 2 0 0,1 5-1 0,0-1 0 16,-1 4-2-16,3-2-1 0,-1 2-3 0,3-2-15 15,1 0-38-15,1-4-75 0,0-2-78 16,1-4-147-16,2-2-249 0,2-3-325 0,0-6-325 16,3-4-206-16,1-4-8 0,1-6 550 0</inkml:trace>
  <inkml:trace contextRef="#ctx0" brushRef="#br0" timeOffset="18436.93">20753 2019 102 0,'10'-37'636'15,"-4"5"455"-15,2 8 154 0,-7 5-114 16,-1 6-413-16,0 2-248 0,0 10-104 0,-1 4-43 16,1 6-28-16,-5 4-26 0,2 6-34 0,1 1-48 15,-1 5-59-15,0 3-44 0,1 4-27 0,-1 2-19 16,2 3-8-16,-3 5-3 0,0-1-2 0,0 2-11 16,0 4-4-16,-1 3-4 0,4-1-2 0,-3 1-6 15,0-1-36-15,2-1-77 0,-1 2-70 16,-1-5-115-16,0-4-186 0,-2 0-322 0,-1-3-316 15,3-4-199-15,-1-2-107 0,1-5 335 0,0-2 571 16</inkml:trace>
  <inkml:trace contextRef="#ctx0" brushRef="#br0" timeOffset="18686.82">20574 2545 22 0,'-6'-31'516'0,"0"6"467"0,-2 3 232 0,3 4-66 15,0 3-346-15,1 5-349 0,0 0-201 0,4 3-113 16,0 1-63-16,2 3-36 0,1 1-19 0,4 1-9 16,-1 2-7-16,6-1-3 0,0 0-1 0,3 2-3 15,0-2-1-15,2 2-5 0,-1-2 2 16,3 0 3-16,-2 0-5 0,2 0 2 0,-2 0 3 16,1 1 1-16,-1 2-7 0,-1 0-25 0,0 2-44 15,-3 2-82-15,-1-2-114 0,-2 0-160 0,-1 4-263 16,-1-1-243-16,0 1-135 0,-2 0 90 0,1-2 318 15</inkml:trace>
  <inkml:trace contextRef="#ctx0" brushRef="#br0" timeOffset="19133.59">20868 2500 155 0,'3'7'439'0,"1"0"307"0,-3 0 243 16,1 1-54-16,0 1-216 0,-2-2-191 0,-2 4-134 15,0-1-93-15,2 2-81 0,-1 2-66 16,1-2-51-16,0 3-39 0,0-2-21 0,1-1-19 16,3 1-8-16,0-5-7 0,1-2-8 0,4-1 3 15,1-4 0-15,1-4 2 0,3-4-3 0,2-3-1 16,1-3 2-16,1-5-1 0,1 0-2 15,0-1-2-15,-2-1 1 0,0-1 0 0,-2 3 0 16,0 1-3-16,-3 0 0 0,-3 4 5 0,0 3 3 16,-4 3 8-16,-1 1 12 0,-3 4 21 0,-1 4 23 15,0 2 22-15,-3 3 9 0,0 4-4 16,-1 3-6-16,0 3-13 0,-2 2-19 0,3 1-21 16,-2 5-15-16,2 0-3 0,-1 0-10 0,-1 5-5 15,4-5-4-15,-1 3-3 0,1 0-6 16,-2-2-24-16,3-2-33 0,3-1-32 0,-3-4-23 0,3-4-19 15,0-3-7-15,2-5 2 0,-2-2 26 0,4-5 27 16,-3-6 18-16,5-1 17 0,0-7 12 16,-1-1 18-16,0-5 15 0,2 0 9 0,-2-4 5 15,2-3 0-15,2-2 2 0,0-2 1 0,2-1 7 16,-2-2 9-16,1 1 10 0,3 1 4 0,-5 4 4 16,1 5 2-16,-3 0-3 0,-1 6-8 15,-4 3-11-15,2 3-4 0,-3 3-5 0,1 6 1 16,-1-1 0-16,-1 6 1 0,-1-1 2 0,1 6-3 15,-2 2-2-15,1 3-5 0,-1-1-4 16,2 5-2-16,0-2-7 0,-1 2-12 0,1-1-40 16,1 0-92-16,1 1-139 0,1-1-214 0,2-2-280 15,1 1-253-15,1-2-136 0,5-1 174 0,1 0 415 16</inkml:trace>
  <inkml:trace contextRef="#ctx0" brushRef="#br0" timeOffset="19479.27">21706 2507 19 0,'4'-11'625'0,"-4"3"792"16,-5 1 301-16,-2 3-250 0,-2 2-426 0,-4 2-414 0,-1 4-214 16,-2 2-165-16,-2 3-93 0,1 4-53 15,-1 0-30-15,2 5-22 0,-3 0-16 0,2 3-10 16,2 1-8-16,2 4-7 0,3-1-4 0,-2 1-3 16,4-1-1-16,2 0-2 0,2-5-2 0,4 0-1 15,0-4-2-15,4-4-3 0,2-3-7 16,6-5-6-16,-3-2-8 0,7-8-15 0,0-3-28 15,1-4-36-15,-1-4-41 0,4-2-26 0,-2-2-22 16,-2-1-2-16,-1 2 26 0,0 2 82 0,-1 0 101 16,-5 3 73-16,-1 1 43 0,-1 4 28 0,-2 2 11 15,-1 3-19-15,-2 1-31 0,-2 6-33 16,0 1-14-16,-2 4-18 0,-2 5-13 0,-3 1-10 16,2 4-7-16,1 3-5 0,-3-1-6 0,2 4-4 15,-1-2-4-15,3 1-2 0,2 0 0 0,1 1-1 16,3-3-7-16,3-1-12 0,0-1-32 15,4 0-77-15,1-5-86 0,5-5-167 0,-2 1-289 16,6-4-343-16,2-1-373 0,5-2-195 0,5-2 110 16,3-3 703-16</inkml:trace>
  <inkml:trace contextRef="#ctx0" brushRef="#br0" timeOffset="21086.83">11915 3484 168 0,'1'2'764'0,"-1"2"426"16,0-1 62-16,0 3-160 0,2 4-444 15,-1-2-251-15,1 6-96 0,3 1-28 0,0 4-18 16,1 2-10-16,-2 2-19 0,1 0-43 0,2 2-60 16,-1 0-49-16,-1 0-28 0,4-2-23 15,-4 1-12-15,1-2-5 0,-1-2-3 0,0 0-2 16,1-1 1-16,-3-2-3 0,0-1-18 15,-1 0-62-15,-2-4-58 0,-2 2-81 0,-1-3-148 16,0 0-221-16,-5-1-310 0,0-3-237 0,2 1-209 16,-4-2 33-16,1-3 478 0</inkml:trace>
  <inkml:trace contextRef="#ctx0" brushRef="#br0" timeOffset="21403.83">11758 3586 168 0,'6'-12'497'15,"-2"1"273"-15,1-1 179 0,1-4-105 0,1 2-249 0,0 0-142 16,1-1-98-16,0 0-71 0,1-2-64 16,-1 2-66-16,2 0-55 0,0 0-36 15,2 1-29-15,-3 1-12 0,5 0-10 0,-4 2-3 16,1 1-4-16,0 4-3 0,0 0 3 15,-3 3 12-15,1 0-8 0,-1 5-3 0,1 0 0 16,-3 4 13-16,1 2 8 0,0 2-12 0,-2 2 7 16,0 6 6-16,-1-3 2 0,2 3-14 15,-3 1-4-15,1 3-12 0,-1-2-30 0,0-1-110 16,-1-1-168-16,-1-1-295 0,1 0-268 16,0-2-258-16,-1-1-114 0,1-2 306 0,-1-2 484 15</inkml:trace>
  <inkml:trace contextRef="#ctx0" brushRef="#br0" timeOffset="22517.01">11584 4376 59 0,'4'-13'504'0,"-3"0"429"16,1 1 244-16,-4 2-21 0,1-1-405 0,-3 1-199 15,1 1-78-15,-2 2-46 0,0 1-60 16,-1 2-53-16,-3-2-47 0,1 2-55 0,-2 3-75 16,-4 1-64-16,3 0-32 0,-3 3-16 0,1 3-13 15,0 1-4-15,-1 3-6 0,1 5-1 16,0 6-1-16,3 1-3 0,0 6-1 0,1 3-2 16,1 0 0-16,5 1 2 0,0-2-1 15,3 0 2-15,0-6 0 0,3-2-1 0,0-2 0 16,2-5-1-16,1-3-1 0,2-3 0 15,0-6 1-15,0-2 1 0,0-5 2 0,3-5 2 16,-2-3 1-16,1-7 1 0,2-1 2 0,-2-3 0 16,0 0 0-16,-1-3 0 0,-3 2 0 0,1 1 1 15,-4 2 0-15,0 4-1 0,-3 3 0 16,0 0 1-16,0 3 0 0,-1 5-3 0,-3 1-1 16,1 1-2-16,0 4-1 0,-2 4-3 15,3 3-1-15,-2 4-1 0,2 3 1 0,-1 3-1 16,2 3 1-16,2 1 0 0,2 4 3 0,-1-1-1 15,2 2 2-15,1-2 1 0,2 0 0 0,-1 1 1 16,3-5-3-16,1 1 0 0,0-5-27 16,0 0-63-16,0-3-60 0,0-4-73 0,0-3-128 15,0-3-218-15,-2-3-298 0,0-2-231 16,1-2-214-16,-1-2-49 0,0-2 398 0,-3-1 542 16</inkml:trace>
  <inkml:trace contextRef="#ctx0" brushRef="#br0" timeOffset="23059.28">11696 4752 347 0,'5'7'747'0,"0"-2"283"0,-2-2 35 0,0 0-272 16,1-3-273-16,0-3-168 0,-1-3-109 15,0-2-55-15,2-4-27 0,0-4-38 0,0-2-36 0,1-5-26 16,3-2-10-16,-1-2-10 0,1-2-5 16,1 2 20-16,-2-1 37 0,0 1 24 0,-3 4 23 15,3 1 13-15,-4 5 18 0,0 2-16 16,-1 3-28-16,-1 5-22 0,-1 0-31 0,-1 3-20 16,2 4-18-16,-2 3-9 0,-2 5-7 0,2 2-3 15,0 6-5-15,0 1-1 0,0 4-8 16,2 0-2-16,1 1-1 0,0 0 0 0,0 2 1 15,3-4 3-15,-1 0-1 0,0-3 0 16,1-1-2-16,-1-2 0 0,0-3-1 0,3-3 0 16,-2-2-2-16,0-3 0 0,2-4 1 0,0-5-2 15,0-4 0-15,2-6 0 0,-1-3 3 16,0-2 0-16,1-3 2 0,-2 0 2 0,1-1 4 16,-4 1-1-16,2 4-1 0,-3 1 1 0,-2 2 1 15,1 4-2-15,0 3 5 0,-3 1 6 16,2 5 1-16,-2-1 0 0,0 5 5 0,0 2 5 15,0 4-8-15,-2 4-3 0,2 3-2 16,-1 4-3-16,-1 1-7 0,1 5-1 0,1 1-1 16,-2 0-1-16,2 3 0 0,0 0 1 0,0-1-1 15,0 2-2-15,2-1 0 0,-1-3-1 16,1-2-7-16,-1-2-44 0,1-2-66 0,2-5-65 16,-1-4-107-16,1-2-186 0,-3-3-318 0,3-6-281 15,0-2-217-15,0-4-132 0,0-4 291 16,2-1 586-16</inkml:trace>
  <inkml:trace contextRef="#ctx0" brushRef="#br0" timeOffset="23703.71">12101 4500 30 0,'3'6'395'0,"2"3"300"16,0 2 230-16,1 2 95 0,0 1-316 0,-1 3-194 15,2 1-112-15,-1 3-77 0,3-2-63 16,-1 1-69-16,0 1-55 0,0 2-50 15,1-2-27-15,1 1-16 0,-2 0-10 0,1-1-5 16,-2-1-4-16,-2-1-3 0,-1 0-6 0,1-1-5 16,-2-4 14-16,-1-1 32 0,-2-3 44 0,0 0 50 15,0-5 20-15,0-2 2 0,-3-1-16 16,-2-4-31-16,0-4-40 0,0-1-40 0,-1-4-23 16,-2-2-10-16,0-5-7 0,2-2-3 0,-1-7-4 15,3 0 0-15,-2-5-1 0,4 1 0 16,1-2 1-16,1 0 0 0,1 2 4 0,2 2 0 15,3 1-1-15,-1 1 0 0,2 6-1 16,-1-1-1-16,2 3 0 0,1 2 2 0,1 4-3 16,-1 1 1-16,2 1 2 0,-3 4 1 0,3 2-4 15,0 0 1-15,0 0 4 0,-1 4-1 16,2-1 0-16,-2 2 1 0,1 2 4 0,-2-1-4 16,-1 4 4-16,-1 1 23 0,-1 1 18 0,0 4 16 15,-3 2 11-15,-1 3 3 0,-2 0-1 16,-2 3-19-16,2 0-17 0,-3 2-14 0,-1 1-9 15,2-1-8-15,-1-4-2 0,2 2-5 16,-1-6-1-16,0-1 0 0,2-3-2 0,-3-1 1 16,3-5 1-16,-2-2 2 0,2-4-2 0,0-4 2 15,0-5 0-15,0-3 1 0,0-4-3 0,0-3 0 16,2-4 1-16,0-4 0 0,-1-2 0 16,1-5 1-16,1 0 0 0,2-2 1 0,2 0-2 15,2-2-1-15,-1 2 2 0,2-1-2 0,0 1 0 16,0 3-1-16,2 2 0 0,-2 2 0 0,-1 4-1 15,4 1 1-15,-5 5-1 0,-2 3 1 16,0 4 0-16,-1 2 4 0,1 4 3 16,-4 2 2-16,-1 1 3 0,1 6 2 0,-2 2 2 15,2 6-2-15,-2 5-3 0,-2 3-1 16,2 5-1-16,0 7-1 0,-2 2-1 0,2 4-2 16,-1 5 0-16,-1 3-1 0,1 2-2 0,-1 1-2 15,2-1-2-15,-3 0-2 0,3-4-1 0,3-1 1 16,0-3-2-16,0-4-26 0,2-4-77 15,0-3-84-15,0-3-168 0,0-4-286 0,-1-3-345 16,2-3-368-16,1-3-195 0,-1-3 133 16,2-2 698-16</inkml:trace>
  <inkml:trace contextRef="#ctx0" brushRef="#br0" timeOffset="23901.9">12841 4578 409 0,'2'7'1309'0,"-4"0"411"0,1 2-225 16,-3-1-344-16,0-2-506 0,0 1-256 0,0-3-177 16,1-1-95-16,1 0-50 0,-1 0-32 15,3-2-20-15,3 1-12 0,-1-2-37 0,1 0-77 16,3-2-86-16,-3 0-165 0,2-2-289 16,0 2-342-16,1-3-363 0,1 2-199 0,3 1 133 15,-2 1 686-15</inkml:trace>
  <inkml:trace contextRef="#ctx0" brushRef="#br0" timeOffset="24538.14">13891 4350 13 0,'-2'-11'541'0,"1"0"504"15,-4 0 234-15,0 1-43 0,-1-1-229 0,-2 5-305 16,0 0-197-16,0 1-115 0,-4 2-78 0,1 2-66 16,-2 2-84-16,0 4-66 0,-1 0-37 0,-2 5-19 15,3 1-14-15,-4 5-9 0,3 3-7 16,-2 6-6-16,0 3-3 0,2 5-2 0,0 0 0 15,2 4 1-15,0 1 0 0,4-2 1 16,1-1-1-16,3-7-2 0,3-3-1 0,2-3-2 16,1-6 0-16,6-5 0 0,-2-6 2 0,2-6 1 15,2-8 0-15,2-9 0 0,1-5 1 16,2-6 1-16,-2-8 2 0,4-3 1 0,-4-6 0 16,1 0 2-16,-1-2 0 0,-3 2-1 15,-1-2-1-15,-3 3-2 0,-1 1 1 0,-2 5-1 16,-3 3 2-16,0 5-1 0,-1 4 1 0,-1 5 0 15,-1 5-1-15,1 3-2 0,1 5 0 16,-1 5-2-16,1 4 0 0,-1 6 0 0,0 4 0 16,2 6-1-16,0 6 1 0,2 3 1 0,0 5-1 15,1 4-1-15,2 3 0 0,-1 2-1 16,3 3-5-16,-2 1-27 0,1 0-66 0,-2 0-71 16,3-3-110-16,-2-2-179 0,-1-5-314 0,4-5-329 15,2-6-242-15,-2-5-148 0,4-6 292 16,-2-7 608-16</inkml:trace>
  <inkml:trace contextRef="#ctx0" brushRef="#br0" timeOffset="24851.79">13988 4396 210 0,'4'-10'654'0,"2"0"376"0,-2 1 116 16,-3 3-220-16,2 2-327 0,1 3-206 0,-1 2-140 16,0 3-93-16,0 4-43 0,2 2-19 0,1 4-14 15,0 3-20-15,-1 1-18 0,3 2-11 16,-1 4-17-16,0-1-6 0,1-1-2 0,-3 4-1 15,2-2-2-15,-3-3 1 0,2 0 2 0,-3-4 0 16,1-4-5-16,-1-1 8 0,-1-3 32 16,-1-3 29-16,-1-5 20 0,2-1 8 0,-2-6 1 15,0-2-6-15,0-6-13 0,0-2-3 0,0-5-1 16,0 0 1-16,0-5 0 0,0-1-5 16,0 0-15-16,1-2-20 0,-1-1-15 0,0 1-14 15,2 0-4-15,1 2-6 0,0 2-2 16,3 2-4-16,-3 2-2 0,2 3-2 0,0 3 1 15,0 3-1-15,1 1-13 0,0 5-44 0,1 1-49 16,-2 1-41-16,-1 6-80 0,1 0-132 16,0 4-193-16,1 1-251 0,-3 2-229 0,4 2-211 15,-1-1 21-15,2 4 404 0</inkml:trace>
  <inkml:trace contextRef="#ctx0" brushRef="#br0" timeOffset="25351.84">14483 4261 477 0,'-2'-6'1031'15,"-3"2"257"-15,0 2-78 0,-1 1-262 0,-2 2-406 16,0 4-206-16,2 1-107 0,-2 4-58 16,0 2-36-16,0 2-33 0,2 5-34 0,1 1-35 15,0 1-15-15,4 2-9 0,-4 2-9 16,5-3-3-16,3 0-3 0,0-2 1 0,0-3-2 15,1-4-1-15,2-2 2 0,1-4-2 0,0-4-16 16,1-3-27-16,-2-3-24 0,3-4-21 16,0-2-12-16,-1-5-11 0,-2-2 12 0,2-3 31 15,1-1 26-15,-2-1 22 0,-1-3 13 16,-1 4 7-16,1-1 4 0,0 4 1 0,-3 0-2 16,-1 2 2-16,1 5 4 0,-1 2 5 0,0 0 2 15,-2 5 3-15,1 2 2 0,-1 3-1 16,0 6-2-16,2 4 0 0,-2 3 2 0,0 3 7 15,0 6 4-15,-2 2 4 0,2 2 17 0,-1 4 9 16,-3 1 25-16,1 1 36 0,-2 2 44 16,-1 3 42-16,-2-1 6 0,-1 2-1 0,-4 1-20 15,-1 1-30-15,-3-2-35 0,-1 1-32 0,-2-3-22 16,-2-3-16-16,2-3-12 0,-2-4-10 16,0-3-8-16,3-5-7 0,0-4-5 0,3-5-3 15,1-5-4-15,3-4-2 0,2-4-2 16,5-4-4-16,2-4-9 0,4-3-20 0,3-6-49 15,3 0-70-15,4-2-68 0,1-6-110 0,5 1-177 16,0 0-301-16,5-4-265 0,4 1-202 16,0 1-136-16,1-3 260 0,2 0 573 0</inkml:trace>
  <inkml:trace contextRef="#ctx0" brushRef="#br0" timeOffset="25684.8">14758 4341 11 0,'14'-21'556'0,"-5"3"571"0,-4 2 402 0,-2 5-47 16,-3 2-380-16,-5 4-409 0,-1 4-224 15,-2 1-137-15,-4 4-120 0,-1 5-86 0,-3 2-48 16,0 3-28-16,1 5-19 0,-2 2-11 0,4 2-8 16,-2 2-4-16,1 2-5 0,3 0-2 15,1-2 0-15,4-1-2 0,1-3-2 0,2-3 1 16,3-1-1-16,2-5-1 0,1-2 1 0,0-4 0 16,6-4 1-16,-2-2 1 0,3-7 0 0,0-1 1 15,0-5 0-15,1-2 0 0,3-4 0 16,-1-2 0-16,-1 1 0 0,1 0-1 0,0 0 0 15,-1 2-1-15,-2 2 1 0,0 2 0 16,-3 3 1-16,0 4-1 0,-3 1 1 0,-2 3 0 16,1 5 0-16,-3 2 0 0,0 4 0 0,-3 5 0 15,1 2 1-15,-1 3-2 0,-2 1 0 16,2 4 0-16,2-2 0 0,-3 3 0 0,0 0-3 16,4 1-6-16,0-3-18 0,0 1-45 15,0 1-78-15,0-4-91 0,0 1-166 0,2-2-296 16,0-3-337-16,2-1-323 0,-1-3-167 15,3-1 147-15,-1-1 660 0</inkml:trace>
  <inkml:trace contextRef="#ctx0" brushRef="#br0" timeOffset="26134.58">14941 4718 218 0,'-3'2'912'16,"0"-2"528"-16,-2 2 49 0,1-2-221 15,0-2-465-15,-1-1-308 0,2-1-173 0,3-5-111 16,0 0-78-16,3-7-56 0,2 0-35 0,1-4-17 16,4-1-10-16,1-4-5 0,3 0-4 0,0 0-1 15,2-3-3-15,0 4-1 0,1-1-1 16,-4 3 0-16,1 3 0 0,-1 3 0 0,-2 2 0 16,-3 4 0-16,0 3 3 0,-2 3 4 15,-1 5 1-15,1 4 4 0,-3 6 5 0,0 3 2 16,1 2-1-16,-4 5-2 0,1 1-2 15,2 2-3-15,-1 0-4 0,-2 2-3 0,5-2-2 0,-2-2 0 16,3 1-2-16,-1-5 1 0,1-2-1 16,-1-4-1-16,3-3 0 0,1-4 0 0,-1-5 0 15,0-6-1-15,5-5 0 0,-4-5 1 16,3-2 0-16,0-4-2 0,-1 0 1 0,2-1 1 16,-1-1 1-16,0 2-3 0,0 3 2 0,-2 1 0 15,-2 1 0-15,-2 5 0 0,3 2-1 0,-2 2 2 16,-3 5 1-16,0 3 1 0,-1 3 0 15,0 5 1-15,-3 3 0 0,2 6-1 0,-2 2-1 16,-2 1-2-16,2 1-15 0,-2 2-63 16,-1-1-76-16,0 0-158 0,-2-1-272 0,2-2-327 15,0-4-390-15,0-2-287 0,3-4 17 16,-2-5 702-16</inkml:trace>
  <inkml:trace contextRef="#ctx0" brushRef="#br0" timeOffset="26305.68">15366 4050 517 0,'-8'-30'1519'16,"-3"6"258"-16,0 6-332 0,-2 4-366 0,1 7-492 15,1 1-276-15,-2 4-162 0,5 6-75 16,4 2-37-16,-1 2-20 0,3 4-20 0,2 3-81 16,2 2-95-16,1 1-198 0,0 4-281 0,-1 0-337 15,-1 3-426-15,1 2-221 0,0 0 225 0,-2 3 787 16</inkml:trace>
  <inkml:trace contextRef="#ctx0" brushRef="#br0" timeOffset="27054.64">11541 5403 509 0,'7'-6'1018'0,"-4"0"260"0,0 1-21 16,1 1-234-16,-3 2-335 0,2 1-203 15,0 0-116-15,-1 2-78 0,-1 4-69 0,2 2-66 0,-1 8-59 16,1 6-33-16,2 6-17 0,0 7-8 16,1 10-8-16,0 2-10 0,-1 8-9 0,0 0-6 15,0 2-5-15,0-2-3 0,1-3-2 16,1-5-1-16,0-4 0 0,1-3-3 0,0-6-25 16,1-4-60-16,-4-5-66 0,0-5-77 0,-2-6-140 15,-3-1-226-15,0-5-308 0,-3-4-237 16,-2-6-202-16,-1-2-21 0,-4-4 449 0,1-4 533 15</inkml:trace>
  <inkml:trace contextRef="#ctx0" brushRef="#br0" timeOffset="27258.6">11475 5742 227 0,'2'-6'821'0,"1"4"374"0,-2-1 21 15,3 0-167-15,0 0-468 0,3 0-274 16,-1 0-135-16,3-1-68 0,3-1-35 15,2 1-12-15,0-4-16 0,5 2-16 0,-1-1-7 16,2-2-5-16,3 0-6 0,0 1-2 0,-1-1-4 16,2 1 0-16,-2 1-3 0,-1 3-3 0,-1 1-3 15,-4 3-25-15,-2 1-87 0,-4 4-175 16,-6 2-293-16,1 4-270 0,-5 4-264 0,-5 0-161 16,2 3 245-16,-5-1 534 0</inkml:trace>
  <inkml:trace contextRef="#ctx0" brushRef="#br0" timeOffset="27570.27">11837 6040 324 0,'19'7'565'15,"-2"-3"238"-15,-1-4 163 0,3-4-259 16,-3-1-147-16,1-6-94 0,0-4-68 0,1-1-66 16,-2-5-81-16,0-4-59 0,-2 0-43 15,0-1-20-15,-2-4 12 0,-2 4 28 0,-2 1 45 16,-1 1 20-16,-4 2-2 0,-1 3-20 15,-4 1-35-15,-1 4-41 0,-4 2-43 0,-3 2-37 16,0 4-21-16,-3 2-19 0,-1 6-12 0,0 3-7 16,0 5-5-16,1 2-4 0,-1 5-1 15,4 3 11-15,1 2 5 0,2 1 3 0,1 5 1 16,3-1 1-16,2 3 0 0,1-1-7 16,1 1-3-16,2 0-2 0,3-2-1 0,-1-3 0 0,3-1-14 15,0-1-39-15,4-7-62 0,-2-1-60 16,1-5-66-16,0-3-107 0,0-5-149 0,-1-4-181 15,2-5-218-15,-2-3-213 0,4-3-161 16,-3-2 134-16,2-5 443 0</inkml:trace>
  <inkml:trace contextRef="#ctx0" brushRef="#br0" timeOffset="27904.7">12218 5790 185 0,'7'-14'591'16,"-3"5"356"-16,1 2 146 0,0 2-195 15,-1 4-268-15,0 2-191 0,0 5-141 0,0 3-96 16,2 6-52-16,-1 2-40 0,1 3-39 15,3 3-29-15,-1 3-21 0,2 0-11 0,1 2-9 16,-2 0-4-16,3-1 1 0,0 0 5 0,-1-3 1 16,-1-2 1-16,2-3-1 0,-2-3 3 15,-2-4-2-15,1-1-4 0,-4-4 14 0,1-3 47 0,-1-4 54 16,0-3 46-16,-1-5 34 0,0-1 25 16,-3-8 1-16,1-1-30 0,-2-2-40 0,-2-4-37 15,2 1-30-15,-1-3-28 0,1-1-22 16,-4-2-16-16,4 1-9 0,0-2-3 0,0 4-5 15,0-2 0-15,0 4-2 0,0 5 0 16,0 3-3-16,0 3-2 0,4 1-1 0,-3 5-2 16,4 2 1-16,1 2 0 0,1 2-12 0,2 2-43 15,1 2-64-15,1 3-54 0,1-1-87 16,1 2-149-16,1-1-247 0,2 2-255 0,4-3-213 16,1 2-192-16,3-2 89 0,4-1 476 0</inkml:trace>
  <inkml:trace contextRef="#ctx0" brushRef="#br0" timeOffset="28935.83">12903 6043 285 0,'-3'4'649'16,"-1"0"295"-16,1 0 128 0,0 0-212 15,-3-2-276-15,5 1-160 0,-3 0-104 0,1-2-70 16,1 1-61-16,1-2-51 0,1 0-38 0,-2 0-27 16,2-3-22-16,2-3-18 0,-1-2-11 0,1-6-6 15,1-3 49-15,2-4 46 0,4-4 57 16,-2-3 28-16,2-2 7 0,-1 1-8 16,1-3-47-16,1 4-39 0,-3 1-33 0,-1 1-23 15,1 5-11-15,-2 2-7 0,-1 6-2 0,-1 1-5 16,0 4-11-16,-1 0-5 0,-1 4-3 15,-1 1-3-15,3 3 0 0,-3 4-1 0,0 5 1 16,0 5-3-16,0 5-1 0,0 2 0 0,0 3-1 16,2 6-2-16,-2-1-1 0,4 0 1 15,-1 1-2-15,-1 1 0 0,1-3 1 0,2-2 1 16,-2-2 0-16,2-3 0 0,0-4 0 0,-1-1 1 16,1-4-2-16,0-3-1 0,-2-4 0 0,2-1 2 15,1-6 1-15,-1-2 1 0,4-5 1 16,-4-6 2-16,3-3 0 0,-1-3 1 0,2-5-3 15,-1 1 0-15,-2-3-2 0,2 3 0 16,0 1-1-16,-3 3 1 0,-1 3 1 0,-2 5 0 16,1 2 1-16,1 1 1 0,-3 4-2 0,1 1 0 15,-1 5 0-15,1 0 1 0,1 2-1 0,-2 4-1 16,1 3 1-16,-1 3 0 0,3 0-1 16,-3 4-1-16,4 2 0 0,-2-3 1 0,-1 3-1 15,3 0 1-15,-2 0 0 0,1 1 0 0,1-3 1 16,-2-1-1-16,1-2 0 0,-1-1-1 15,0 0 0-15,0-3-1 0,0-3-2 0,1 0 1 16,0-3 0-16,-1-1 1 0,2-2 1 16,-2-3 2-16,2-3 2 0,1-4 0 0,0-1 1 15,-1-4-1-15,0-2-2 0,1-2 0 0,1 1 0 16,-1-2-2-16,0 1-2 0,2 1-1 0,-3 1-2 16,2 2-6-16,0 0-10 0,-1 5-4 15,-1-1-3-15,0 4-2 0,-2 1-1 16,2 1 7-16,0 3 6 0,-1 2 8 0,1 0 3 15,-2 2 4-15,1 4 2 0,-3 0 3 0,2 1 1 16,2 1-2-16,-3 1 1 0,1 3 2 0,0 0-2 16,0-1-1-16,-2 1 0 0,3 3 2 15,-3-2-3-15,4 2 0 0,-3 0 0 0,1 2 0 16,0-1-2-16,0 1 0 0,2-1 2 16,-1 0 1-16,-2 1 0 0,3-2-11 0,-2-2-48 15,0 1-65-15,-1-3-81 0,1-2-157 0,-1-1-289 16,-1-3-324-16,1 0-277 0,2-4-195 15,0-1 117-15,-3-1 596 0</inkml:trace>
  <inkml:trace contextRef="#ctx0" brushRef="#br0" timeOffset="29149.53">13602 5800 130 0,'4'2'732'0,"3"0"445"16,-2 5 83-16,-2 2-155 0,0 3-396 0,0 3-302 0,2 1-152 15,-2 5-74-15,0 0-34 0,-1 3-27 16,1 0-28-16,0 1-35 0,0-3-29 0,1 0-16 16,0-1-43-16,2-1-43 0,-1-5-95 15,-2-2-168-15,0-4-297 0,1 0-291 0,-3-7-256 16,3 1-166-16,-4-6 246 0,0-4 558 16</inkml:trace>
  <inkml:trace contextRef="#ctx0" brushRef="#br0" timeOffset="29304.17">13624 5520 206 0,'-2'-26'806'0,"-1"7"394"15,0 3 31-15,0 4-165 0,-2 1-465 0,3 4-288 16,-1 5-151-16,2 0-76 0,1 4-38 0,0 2-23 16,3 5-10-16,0 4-12 0,3 1-41 15,1 3-102-15,-1 2-158 0,0 6-293 0,1 0-275 16,-1 3-257-16,2 4-112 0,1-1 280 15,1 3 480-15</inkml:trace>
  <inkml:trace contextRef="#ctx0" brushRef="#br0" timeOffset="29887.8">13872 5980 169 0,'3'0'765'0,"0"-1"433"15,-3 0 86-15,-1-3-100 0,1 2-383 0,0 2-256 16,1 0-135-16,-1-2-84 0,0 2-65 15,2 2-67-15,-1-2-64 0,1 4-55 0,1 0-35 16,2 4-19-16,2 1-9 0,-3 1-5 16,5 2-3-16,0 0-3 0,-1 1-1 0,2-2-1 15,0 0 1-15,0-2-3 0,4-2 2 0,-5-4 0 16,4-2 0-16,-1-2-1 0,1-5-10 0,0-5-14 16,-1-2-20-16,0-3-22 0,0-4-16 0,3-1-8 15,-3-3 2-15,-1 2 13 0,2-1 23 16,-2 3 22-16,-2 1 14 0,-1 2 7 0,-2 5 7 15,-1 4 3-15,0 0 3 0,-2 5 1 16,-1 3 1-16,-1 5 0 0,-1 2 0 0,0 5 0 16,0 1-4-16,-1 5 0 0,1 1 2 0,0 1 0 15,0 3-2-15,1 0-1 0,-1 2 2 16,2-1 2-16,1 2-3 0,0-2 1 0,3-1-1 16,-1 2 4-16,3-4-5 0,0-2-2 15,3-2 3-15,0 0-4 0,1-6 3 0,1 0-2 16,0-5-22-16,1-2-39 0,-1-4-43 15,0-3-31-15,3-1-32 0,-4-5-33 0,1-3-13 16,-2-1 10-16,-1-3 10 0,0 1 16 0,-2-3 15 16,-3 3 27-16,0 0 65 0,-2 2 82 0,2 1 72 15,-7 1 40-15,-1 4 19 0,-2 1 13 16,2 3-6-16,-3 1-1 0,-1 4 4 0,-1 2 8 16,-1 5 19-16,0 3 9 0,-1 2-7 15,-1 3-24-15,-2 3-29 0,-1 2-25 0,1 6-30 0,-4 0-14 16,3 3-9-16,-3 1-7 0,2 1-1 15,-2 1-3-15,4 1-1 0,0 0-14 16,-1-2-12-16,5 1-6 0,1-5-5 0,0-1-10 16,3-3-44-16,2-5-71 0,3-3-62 0,2-7-120 15,1-6-200-15,3-2-318 0,3-6-280 0,1-5-197 16,3-6-93-16,3-4 376 0,1-7 563 16</inkml:trace>
  <inkml:trace contextRef="#ctx0" brushRef="#br0" timeOffset="30418.1">14707 5672 55 0,'4'-16'821'0,"-4"7"822"15,0 3 62-15,-4 5-341 0,-4 2-430 16,2 2-392-16,-1 5-231 0,-1 1-142 0,1 3-70 16,0 3-40-16,4 0-24 0,0 3-15 0,3 0-10 15,1 3-5-15,1 0-3 0,5 0-3 16,-1-1-1-16,1-3-1 0,3-2-3 0,-2-4-5 15,1-3-3-15,1-4-4 0,-2-8-1 0,0-2-2 16,-1-4 2-16,0-5 5 0,-2-3 2 16,-2-4 4-16,0-4 2 0,2-3 4 0,-3-2 0 15,0-1 1-15,0-2 0 0,-2 1 1 16,-2 0 0-16,-2 2 0 0,2 2 2 0,-2 1 3 16,0 5 5-16,0 3 6 0,-1 1 4 0,1 6 2 15,1 2 0-15,-3 5-3 0,5 3-4 16,-1 3-5-16,1 3-4 0,2 3-3 0,1 1-1 15,1 4-2-15,3 1 0 0,0 1 0 16,2 1 0-16,0 0-2 0,3 1 0 0,0 0 2 16,2 0-1-16,1-2 0 0,1 2 1 0,0-2 1 15,1 1 0-15,2 0-1 0,-4 1 0 16,3 0-2-16,0 1 2 0,-4 2-2 0,0 2-1 16,-1 1 2-16,-2 0 0 0,-2 1 2 0,-2 1-1 15,-3 1 2-15,-3-3 1 0,0 4 0 16,-1-2-1-16,-7 2 0 0,3 1 10 0,-1-1 8 15,-1 1 5-15,-1 5 6 0,-1-2 1 0,3 3 1 16,-1-3-8-16,2 4-7 0,1-3-5 16,1 0-6-16,1-2-3 0,2-5-3 0,5-2-2 15,-1-4-3-15,1-2-3 0,3-6-8 0,0-3-11 16,3-3-17-16,0-5-34 0,-1-1-61 16,4-1-68-16,-1-4-74 0,-1 0-126 0,-1 1-186 15,1 1-286-15,0 1-228 0,3 3-206 0,0-2-67 16,0 3 372-16,0 1 536 0</inkml:trace>
  <inkml:trace contextRef="#ctx0" brushRef="#br1" timeOffset="40116">18988 7399 302 0,'0'0'529'15,"2"0"196"-15,-1 0 60 0,-1 0-261 0,0 0-185 16,2 0-96-16,-2 0-54 0,0 0-31 0,3 0-5 15,-3 0 25-15,4 2 19 0,-3 1 1 16,1 0 16-16,1 1 9 0,0 4-16 0,0-1-31 16,3 2-31-16,-1 3-22 0,-2 2-34 15,2-1 1-15,0 4 1 0,-2 0-1 0,2 3-7 16,1 1 45-16,-3 0 34 0,2 1-11 0,-2-1-9 16,0 4-11-16,-1-3 8 0,3 2-23 15,-3-1-26-15,-1 1-14 0,1 0-9 0,-1 0 3 16,-1 1-13-16,3 2-16 0,-3 2-7 0,-3-1 1 15,3 3 1-15,-3 3-7 0,2-1-5 16,-1 1-3-16,-1 1-3 0,1-1-7 0,0 1-4 16,1-2-4-16,-1 0 0 0,2-1-1 0,0 0 0 15,2-2 0-15,-1-1 0 0,-1-1 0 16,2 0 0-16,1 2 1 0,-3-3-1 0,2 2 0 0,0-1 0 16,-2 1-1-16,1 2 1 0,1-2-1 15,-1 3 1-15,-1-3 0 0,5 5 0 0,-4-2 1 16,1-1-2-16,-1 1 1 0,3-1-1 15,-3 0 0-15,2 1 0 0,-1-2 0 0,1 0 0 0,1 0-1 16,-3 0-1-16,2-2 0 16,2-1 2-16,-5 2-1 0,1-4 1 0,2 3 1 15,-1 0 0-15,-2 0 1 0,0 2-1 0,0-1 0 16,0 2 0-16,0 1 1 0,0 1-2 0,0 3 0 16,-2 0 0-16,1 0-1 0,-1 3 1 15,1-2-1-15,1 2 1 0,-5-1-1 0,5 1-1 16,-1-1 1-16,-1-1-2 0,1 1 0 15,1-1 0-15,0 1 1 0,-2-1 2 0,0-2 1 16,2 3 0-16,-1-1 1 0,-1 3-1 0,2-2 0 16,0-1-1-16,-2-2 1 0,2 3-1 0,0-3 0 15,-1 1 5-15,-1 0 3 0,2-2 1 16,0 2 1-16,-1-3 2 0,-1 0-1 0,0 1-5 16,1-1-3-16,-1 3-2 0,2-3-1 15,-1 0 0-15,-1 2 1 0,-1-1 0 0,3 1 1 16,-3 1 0-16,2-1 0 0,-1 0-1 0,0 2-1 15,-1 0 1-15,1-1-1 0,2 2 0 16,-3-1 0-16,2 1-1 0,-3 1 0 0,3-1 0 16,-2 2 0-16,1-2-2 0,-2 4 1 15,0 0 0-15,1-1 0 0,0 5 2 0,-2-2 1 16,0 4 0-16,1 1 1 0,-2 1 0 0,1 3-1 16,0-3-1-16,0 3 0 0,0-2-1 15,0-1-1-15,-2-1 0 0,4 1 0 0,-2-1-1 16,0-1 2-16,4 0 0 0,-4 1 1 15,1 1 1-15,0 1 0 0,-1 1 1 0,2 0-1 16,-2 2 0-16,2-2-2 0,-2 2 0 0,0 0 0 16,2-1 0-16,-3-2-2 0,2-2-1 0,0-1 1 15,-1-1-1-15,2-4 1 0,0-1 2 16,1-1 0-16,-1-4 2 0,2 1 0 0,-1-1 1 16,-1 1-1-16,0 1 0 0,2 0 0 15,-1 1 0-15,0 2-1 0,1 0 0 0,-1 0 0 16,0 2-1-16,1-1-1 0,-1-1 0 0,1 2-1 15,-1-1 0-15,0 1-1 0,1-1 1 16,-1 2 2-16,1 0 1 0,1-1 0 0,-2 0 2 16,-1 3 0-16,3 1-1 0,-1 2 0 15,-1 2-2-15,0 4 1 0,1 1-2 0,-1 1-1 16,-1 2-1-16,1 1 0 0,-1 0 2 0,0 1 0 16,1-3 1-16,-1 1 2 0,0 0 0 15,0-4-1-15,0-3-1 0,3-3-1 0,-2-3 0 16,2-5-2-16,0-6-4 0,0-8-10 15,0-6-18-15,-1-8-45 0,-1-6-73 0,-1-10-82 16,-3-8-155-16,-1-11-272 0,-5-8-323 0,-3-11-307 16,-2-10-199-16,-4-13 52 0,-4-10 621 0</inkml:trace>
  <inkml:trace contextRef="#ctx0" brushRef="#br1" timeOffset="41032.8">18799 7469 178 0,'4'0'638'15,"-4"0"418"-15,0 0 153 0,2 0-196 16,-2 0-310-16,2 0-171 0,-2 0-112 0,0 0-71 15,1 0-52-15,1 0-24 0,-1-1-27 0,3-4-50 16,0 1-44-16,1-5-35 0,3-1-18 0,3-5-24 16,0-3-12-16,3-3-11 0,2-5-10 15,1-2-6-15,1-2-6 0,3-2-6 0,-3-2-6 16,2 1-3-16,0 2-3 0,0 1-4 16,-4 2-3-16,2 6 0 0,-6 2 1 0,1 4 2 15,0 4 4-15,-4 4 1 0,1 6 4 0,-1 3 0 16,-1 5 1-16,-1 6 0 0,-1 2-2 15,0 5-2-15,-1 5-3 0,-2 2-2 0,0 1-2 16,0 4-3-16,1-1-3 0,0 0 0 16,1-2-2-16,-2 1-1 0,2-2-2 0,0-4-1 15,-1 2-1-15,0-3-8 0,0-1-14 0,0-1-34 16,2 0-78-16,-5-1-107 0,1 0-211 16,-1 2-297-16,-2 0-367 0,-1 4-405 0,1 1-160 15,-5 3 340-15,-1 0 791 0</inkml:trace>
  <inkml:trace contextRef="#ctx0" brushRef="#br1" timeOffset="43449">18459 14169 356 0,'-3'2'688'0,"1"-2"276"16,1 0 99-16,-1 0-282 0,0 0-232 0,2-2-142 15,0 2-101-15,-1 0-69 0,1-3-59 16,0 3-37-16,0-2-19 0,1-1 11 0,3 1 36 16,-1 0 23-16,2-2 27 0,2 2-2 0,0-3-22 15,1 2-24-15,1 0-39 0,4 0-29 16,0 0-27-16,2 2-14 0,4-1-11 0,0 2-13 15,3 0-8-15,3 0-2 0,-1 2-5 16,2-1-5-16,2 2-1 0,2-1-3 0,0 0-2 16,2 2-6-16,1-2-3 0,0 3-1 15,1-2-2-15,0 1 0 0,1 1 1 0,-1 0 2 16,1-1 0-16,2 0 0 0,-1 3 1 0,4-1 0 16,1 0 1-16,2 0-2 0,1 0 1 15,-2 1 1-15,6 0-1 0,-4 1-1 0,2 1-2 16,1-2 0-16,1-1-1 0,-1 2-1 0,1 1 1 15,-2-1-3-15,1-1 3 0,-1 2 0 16,1 0 0-16,-2 0 1 0,2 1 0 0,-1-2 1 16,1 3 0-16,1-1-1 0,-1 1-1 0,2-1 0 15,0 1 1-15,0 0-1 0,-3 0-1 0,5 0 0 16,-5 1 0-16,2-2 0 0,-1 0 0 16,1 1 1-16,0-1 6 0,-1 1 4 0,4 1 4 15,-2-1 0-15,3 1 2 0,0 0 0 16,2 1-5-16,3-3-3 0,0 3-3 0,1-1-1 15,1 0-2-15,-1-1-1 0,2 1-1 16,0 2-3-16,2-2 2 0,0 0 1 0,-1 0 0 16,1 1 1-16,1-2 2 0,2 2 1 0,3-3-1 15,0 2-2-15,0-1 1 0,2 0-2 16,-1 1-1-16,3 0-2 0,-3-2 2 0,4 3 0 16,-2-3 2-16,0 1 1 0,5-1 0 15,0 1 2-15,3-2-1 0,1 0 0 0,-2 0-3 16,2-2-1-16,-2 2-1 0,1-1 0 0,-1-1 1 15,1 1 1-15,-2-1 2 0,2 0 1 0,3 2 0 16,1 0 0-16,0-3-1 0,1 1-3 16,-1 0-1-16,0 2 0 0,-1-2 1 0,-1 2 0 15,1-1 2-15,0 3 1 0,3-3 1 0,2 3-2 16,-4-2-1-16,2 2-1 0,1 0-3 16,-4 0 2-16,0 1-1 0,-2 1 3 0,0 0 0 15,2-1 1-15,-1 1 2 0,3-1-2 0,-2 2-1 16,-1-1-2-16,-1 1-1 0,2-1 0 0,-2-1 0 15,-2 2 1-15,-1-3 2 0,1 0 2 16,0 0 1-16,1-1 0 0,-1-1 0 16,1-2-3-16,-1 1 0 0,-3 0-2 0,-1-3 0 15,0 1 0-15,-1-1 0 0,-1 1 3 0,-2-2 0 16,2 0 2-16,1-1 1 0,1 0 0 0,-1 2-2 16,-1-1 0-16,-1 0-3 0,1 1-1 15,-3-1-1-15,0 1 1 0,0-1 0 0,-5 2 1 16,1-1 2-16,0-1 1 0,2 0 2 0,-1 1-2 15,-1-1 1-15,-2 2-2 0,0-2 0 16,-3-1-1-16,-1 0 0 0,-4 2-1 0,1-1-1 16,-4 0 0-16,-2 2 0 0,-2 2 2 0,-3-2 0 15,0 1 0-15,-2 1 2 0,1 3 1 16,-3-3 1-16,1 1-3 0,0-1 1 0,-1 2-1 16,1-2 0-16,0 1-1 0,-1-2 0 0,1 0 0 15,-2 2 1-15,0-2-1 0,0-1 0 16,-2 0 0-16,0 0 0 0,1 1-2 0,0-1 1 15,-3 2-1-15,1-2 0 0,-3 1 0 16,0 0 1-16,-1-1 1 0,-1 1 1 0,-1 2 0 16,2-3 2-16,-2 0 0 0,-1 1-1 0,0-1-1 15,1 0-4-15,-2 0-3 0,1 0-2 16,-4-2 0-16,3 0-2 0,-2 2 1 0,-2-1 5 16,-3-1 1-16,0-1 1 0,0 0 1 15,-4 1 1-15,1-1 0 0,-5 1-1 0,2-3 1 16,-3 2-1-16,-1-1 2 0,-1 0-1 0,-3 0 0 15,3 1 0-15,-3-2 0 0,-1 0 0 0,-1 1 0 16,1-1-1-16,-2 1 1 0,0 0-1 16,0-1 1-16,0 1 0 0,1-2 1 0,-3 0 4 15,2 1-2-15,-2-1 3 0,2 0 2 16,-4 0 1-16,3 0 0 0,0 0-4 0,0 0 2 16,0 0-3-16,-2-1-2 0,1 1 0 0,-2 0-2 15,-1-2 0-15,0 2 0 0,2-1 1 16,0 1-1-16,-2 0 1 0,3-2 0 0,-3 0 0 15,1 1-1-15,3-1 1 0,-3 1-2 16,2 0 1-16,1-1 0 0,-3 1 0 0,5-2-1 16,-3 2 1-16,2-3 0 0,-2 3 0 0,2-2 0 15,2 1 0-15,-1-1 0 0,-2 0 0 16,1 2-1-16,2-2 1 0,1 0 0 0,-1 1-1 16,1-3 1-16,0 3-1 0,-1-2 0 15,2 0 0-15,1 0 0 0,-2 0 0 0,1 0 0 16,-1 1 0-16,0-1-1 0,-2 0 0 0,1 1 2 15,0 1-1-15,0 0 0 0,-3-1 0 0,0 2 0 16,0 0 0-16,0-1 1 0,-3 0 0 16,4 1 0-16,-2 0 0 0,-2 1 0 0,1-4 0 15,0 3 1-15,-2-1 0 0,1-2-1 16,1 1 2-16,-2-4 0 0,-2 3 0 0,1-3 0 16,-1 1 0-16,-1-2-1 0,0 1 1 0,-3-2-1 15,-2-2 0-15,0 1 1 0,0-1 0 0,-3-2-1 16,0 1 1-16,-1-1-1 0,-2 2 1 15,3 0-2-15,-1 1 1 0,-1-1 0 16,2 2 1-16,-2 2 4 0,4-1 5 0,1 2 3 16,-1 1 3-16,2 1 3 0,2 1 1 0,0 1-5 15,4 0-4-15,-2-1-3 0,1 3-5 0,2-1-2 16,0 2-1-16,3 0-2 0,0 1 1 16,4 2 0-16,-1 1 0 0,2 0 0 15,5 2 1-15,-4 0 0 0,4 0-1 0,-4 3 0 16,3-1 0-16,0 0 0 0,-2 0 0 0,-1 1 0 15,0 1 0-15,-1-2 0 0,0 1 1 0,-1 0 0 16,0 1 1-16,-3 2 0 0,-1-3 0 16,0 2 0-16,-1 0 1 0,-2-1 0 0,0 0-1 15,-4 1 1-15,3-1-1 0,-2-1-1 16,-1 1 1-16,-2-3-2 0,2 0 0 0,-1-1-1 16,2-1 1-16,-2-2-2 0,1 2-1 0,0-2-2 15,-1 1-10-15,2-2-17 0,2 2-35 16,-3-1-75-16,3-1-102 0,1 1-198 0,0 1-292 15,1 1-361-15,1 1-386 0,0 1-187 16,1 5 260-16,3-1 779 0</inkml:trace>
  <inkml:trace contextRef="#ctx0" brushRef="#br1" timeOffset="44332.51">29710 16414 243 0,'6'-10'648'16,"1"-1"294"-16,-1 1 121 0,3 0-151 16,-1-3-306-16,4 1-185 0,1-1-104 0,0-1-33 15,4 2-25-15,1 1-19 0,1 1-1 0,-1 3-17 16,0-1-1-16,1 3-17 0,-4 1-26 0,2 2-29 15,-3 1-30-15,-1 2-13 0,0 3-20 16,-4 1-15-16,0 3-7 0,-1 0-7 0,-1 4-6 16,-4 4-4-16,-1-1-6 0,-2 4-4 0,-4 1-5 15,0 3-2-15,-5-1-2 0,0 2-1 0,0 1-3 16,-3-1-4-16,-1 4-1 0,-2-3-2 16,0 2-2-16,0-1-4 0,0-1-1 0,2 0-1 15,-1-1-3-15,2-3-1 0,3 2-3 0,-2-3-1 16,5-2 1-16,-2-2-1 0,3 0 0 0,1-1-1 15,1-2 0-15,3-1 1 0,0 0-1 16,2-2 0-16,3-1 0 0,0 0 1 0,1-2-1 16,4 1 0-16,0-3-1 0,3-2 1 0,3-2-1 15,0-1-1-15,4-1 0 0,1-2 0 0,0-4-2 16,1 1 0-16,1-1 0 0,0-2 0 0,-1 2 0 16,0-2 0-16,0 2 0 0,-1-1-1 0,-3 0-7 15,3 1-12-15,-5 0-16 0,2 1-33 0,-3 0-72 16,1 2-77-16,-5-2-118 0,-2 0-193 0,1 0-313 15,-2 2-326-15,-4-1-223 0,1-1-118 0,2 0 367 16,-3-1 620-16</inkml:trace>
  <inkml:trace contextRef="#ctx0" brushRef="#br1" timeOffset="44783.18">30550 16388 28 0,'3'0'474'0,"-2"4"419"0,-1-1 279 0,-1 1-7 16,1 2-370-16,-2 1-256 0,2 3-111 0,-1-1-55 15,1 3-36-15,0 0-35 0,0 3-36 0,0 0-41 16,1 1-63-16,1 2-51 0,1 0-41 0,2 1-24 16,1-1-15-16,0 1-7 0,1-3-6 0,1-1-8 15,-2-2-5-15,3-1-1 0,1-1-3 16,-4-2 0-16,5-4-1 0,-1 0 1 0,-2-4 1 0,0-2 0 15,1-4 1-15,-3-1 0 0,2-3 1 0,0-3-1 16,0-2 0-16,0-4-1 0,-2 1-1 0,2-5 0 16,1 1-1-16,0-4 1 0,-1 1 0 0,-2-2 0 15,1 0 1-15,0-2-1 0,-2 3 0 0,-4-1 0 16,1 2 1-16,-2 0 4 0,-2 2-1 16,-1-2 5-16,-2 5 7 0,0-1 7 0,-4 3 3 15,0 1 0-15,-1 0 4 0,-2 6-2 0,0 0-7 0,1 4-10 16,-3 1-8-16,1 5-5 0,0 3-5 15,0 2-2-15,0 4-2 0,0-1 5 0,4 3 3 16,-2 1-1-16,1 2 2 0,2-1-1 0,0 1 1 16,2 1-1-16,0-2 0 0,3 0 1 0,0 0-1 15,1-3 0-15,0 1-1 0,2-1 0 0,2 0-9 16,-2-2-21-16,2-2-34 0,-2 1-62 0,1-1-62 16,1 0-78-16,-2-1-132 0,0-1-178 0,-2 1-283 15,1 0-220-15,1-1-215 0,0 0-50 0,0 1 401 16,-2 1 511-16</inkml:trace>
  <inkml:trace contextRef="#ctx0" brushRef="#br1" timeOffset="45032.83">30502 16452 121 0,'9'-3'491'0,"1"0"305"16,-2 0 201-16,1-2-44 0,-1 2-272 0,2-1-186 15,2 2-106-15,-2-3-78 0,3 2-67 0,-2-2-59 16,1 0-46-16,0-1-20 0,2 2-15 0,-1-4-12 16,-1 2-12-16,1-1-12 0,-1 0-19 0,-1-1-26 15,1 2-12-15,0 1-6 0,-2-1-1 0,-1 0-7 16,0 1-28-16,-1 3-33 0,-1-3-84 0,-2 2-160 16,-2 2-299-16,2-4-280 0,-3 1-260 15,3-4-188-15,-2 1 190 0,1-3 553 0</inkml:trace>
  <inkml:trace contextRef="#ctx0" brushRef="#br1" timeOffset="46257.86">18161 6025 64 0,'0'-2'531'16,"0"2"434"-16,0 0 222 0,0 0-54 0,0 0-402 15,0 2-278-15,0 0-167 0,0-1-105 16,0 2-52-16,0 2-10 0,2 6 21 0,-2 1 20 15,0 4 3-15,2 0-5 0,-2 4-17 16,0 3-28-16,0 0-40 0,0-1-32 0,0 2-20 16,0-5-12-16,1 0-11 0,-1-1-2 0,2-5-50 15,0 0-53-15,-2-6-56 0,0-1-123 16,0-4-205-16,-2-5-315 0,0-3-239 0,1-3-215 16,-3-5-42-16,0-1 409 0</inkml:trace>
  <inkml:trace contextRef="#ctx0" brushRef="#br1" timeOffset="46482.84">18053 5828 99 0,'1'-8'687'0,"2"2"470"0,-1 1 109 16,-2 0-149-16,3 3-394 0,2-2-355 0,-4 4-179 15,2-1-93-15,4 2-46 0,-1-1-25 16,5 4-12-16,0-2-10 0,1 3-5 15,1 0-5-15,4-1-1 0,-2 2 2 0,0 2 3 0,0-2 2 16,1 1 4-16,1 2-8 0,-4-2-52 16,1 3-151-16,-4-2-298 0,-1 2-264 0,-1 0-267 15,-3 1-220-15,-2 1 93 0,-3 0 519 16</inkml:trace>
  <inkml:trace contextRef="#ctx0" brushRef="#br1" timeOffset="46727.74">17988 6378 114 0,'-2'12'684'0,"4"-2"422"0,-1-1 100 16,1-1-132-16,1-3-402 0,2 1-342 0,4-2-169 16,1 0-75-16,1-2-42 0,5-2-17 0,0-2-13 15,4-2-10-15,4-2-6 0,-1-1-2 16,3-1-1-16,2 0 0 0,-1-1-24 0,-2 1-93 15,2 3-183-15,-3 0-291 0,-2 4-259 16,0 1-243-16,0 4-93 0,-1 3 301 0,-4 5 483 16</inkml:trace>
  <inkml:trace contextRef="#ctx0" brushRef="#br1" timeOffset="54995.04">19632 13339 252 0,'0'2'407'0,"0"-2"154"0,0 0 11 15,0 3-173-15,0-2-110 0,0 2-60 0,0-1-21 16,0 0-4-16,-1-2 30 0,1 0 24 15,-2 2 14-15,2 0 9 0,0-2-11 16,-2 2-18-16,2-2-39 0,0 1-34 0,0-1-31 16,0 0-26-16,0 1-23 0,0-1-19 0,0 2-12 15,0-2-13-15,0 0-10 0,0 0-5 0,2 0 6 16,-2 0 5-16,0 2 2 0,2-2 1 16,-2 0-2-16,1 1-6 0,-1-1-13 15,0 1-12-15,3-1-11 0,-1 2-4 0,-1-1 47 16,2 2 37-16,2 0 14 0,-2 0 6 0,2 0 2 15,2 0 1-15,0 2-47 0,0-3-31 0,1 2-12 16,0 0-10-16,1-1-3 0,1 0-4 16,-1 1 1-16,2 1-4 0,0-3 45 0,0 1 24 15,0-2 10-15,2 2 2 0,1 1 0 16,-1-4 0-16,0 2-38 0,2 0-21 0,-2 1-13 16,4-2-5-16,-4 1-1 0,4 0-3 0,-1-1-1 15,2 0 2-15,-1 2 2 0,-1-1 1 16,1 0-1-16,1 2 1 0,-1-1 0 0,1-2-1 15,-1 2-1-15,0 0-1 0,0 0 0 16,1 0-1-16,-2 0 0 0,1 0-3 0,-1 0 2 16,0 0-2-16,0 0 0 0,-1 0 0 0,0 0 1 15,-1-1 0-15,-2-2 0 0,4 3 1 0,-5-2-1 16,2-1 1-16,1 2-2 0,-1-1 1 16,-1-1-1-16,0 2 0 0,-1-2 0 0,1 2-1 15,-1-2-1-15,3 0 1 0,-2 2-1 16,-1 0 1-16,1 1 0 0,-1-2 1 0,1 3-1 15,2-3-1-15,-5 2 2 0,5-2 0 0,-2 2 0 16,-3-2-1-16,3 3 0 0,-2-3 0 16,1 1-1-16,0-1 0 0,0 2 1 0,-1-3 0 15,2 2 0-15,-2-1 0 0,0-1 2 16,0 0-1-16,2 0 0 0,-3 0 0 0,2-1 0 16,-1-1-1-16,-1 2 0 0,4-3 0 0,-4 2 0 15,-1-1-1-15,5-1 1 0,-4 1 1 16,4 0 0-16,-4-3 0 0,3 3 0 0,-2-3 0 15,2-2 0-15,-1 2 1 0,1-1 0 0,-1-3 2 16,1-1-1-16,0 0 1 0,-1-4-1 16,2 1 0-16,-4-2 1 0,3 0-1 0,-2-3-1 15,2 0 0-15,-1-1 0 0,1-1-1 0,-1-2 0 16,1 1 0-16,0-2-1 0,-1-4 1 16,2 4 0-16,-2-2 0 0,-2 1 1 0,2-2-1 15,-3 1-1-15,0-2 1 0,3 0 2 0,-5 0-1 16,2-1 1-16,-3-4 1 0,2 0 0 15,-1 0 0-15,-2-3 0 0,1 1 0 0,0-3-1 16,-2 2 1-16,2-2-1 0,3 0 0 0,-4 0-2 16,3-1 0-16,-1 2 0 0,1-1-2 15,0-1-2-15,1 2 1 0,0-2-2 0,4 1 0 16,-3-2 3-16,0 0 1 0,3 1 2 0,-2-4 2 16,3 0 1-16,0 1 2 0,-2-1-2 15,0-2-1-15,1-1-8 0,1 1 2 0,0-2 1 16,0 2 0-16,-2 1 0 0,1 0 1 0,-1 2 4 15,-1 0-4-15,1 5 0 0,-3-3-3 16,0 3 1-16,1 2 1 0,-3-1 0 16,2-2 2-16,1 1 0 0,0-1 3 0,-1-2 0 15,-2 0-1-15,1-2 1 0,2-1 0 0,-3-2-1 16,0 1-2-16,-1-2-1 0,3 2-1 0,-2-1-1 16,1 0-2-16,-2 3 0 0,-1-1 0 15,1 5 0-15,3-3 2 0,-4 3 2 0,1 1 1 16,0 0 1-16,2-1 1 0,-3 0 2 15,4 2-1-15,-2-5-2 0,1 2 0 0,-1 0-1 16,2-3-1-16,1 1-1 0,1-2 0 0,-2 0-2 16,4 1 1-16,-2 2 0 0,0 0-1 0,0 3 1 15,0 3 0-15,1 0 1 0,0 3-1 16,-3 0 2-16,2 0 0 0,0 2 2 0,-1 1 1 16,0-2 1-16,2 2 2 0,-1-1-1 15,-2-1 1-15,2 1 1 0,-2 1-2 0,0-1-7 16,0 3-4-16,2 1-1 0,-4 2-2 0,-1 4-3 15,0 1 7-15,-2 3 12 0,-1 1 6 16,-1 4 4-16,2 1 1 0,0 2 2 0,-1 2-6 16,-2 1-5-16,1 0-3 0,-1 0-3 15,0 2-2-15,2-1-1 0,-2 1-1 0,1-1-1 16,-1 2 2-16,2 0-1 0,0 0 2 0,-2 2 0 16,1 1 0-16,2 0 1 0,-3 1 0 0,2 2-1 15,-2 3 0-15,0 2 0 0,0 2 7 16,-2 1 2-16,-1 4 2 0,0 1 1 0,-2 3-1 15,-1 3-1-15,-2 1-6 0,2 2-2 16,-1 2 0-16,-2 0-2 0,1 3 2 0,0 0 0 16,0 0 1-16,1 1 0 0,0 1 0 0,-1 1-1 15,0 2 0-15,1 0 0 0,-1 1-2 16,0 2 0-16,-1-1-2 0,0 1 0 0,0 1 1 16,2-2 0-16,-1-1 0 0,-1 2 1 0,1-2 1 15,2 0 0-15,-1 0 1 0,-2-2-1 16,3 4 1-16,-1-3 0 0,1 5-1 0,-2-3 1 15,3-1 0-15,-1 2 0 0,1-1-1 16,0-1 1-16,2 0-1 0,-3-1-1 0,3-2-1 16,1 0-1-16,-1-2 1 0,2-1-1 0,-3 0 1 15,3-2 0-15,-1 1 0 0,1-1 1 0,-1-2 0 16,0 0 1-16,2-1 1 0,-3 1-1 16,3-2 1-16,-1 2 0 0,-1-3-1 0,0 1 0 15,0 0 0-15,0 0 0 0,0-1 1 16,-1 1 1-16,2-4-1 0,-1 2-1 0,-1 2 1 15,0-4-1-15,-1 2 0 0,1 2-1 0,-2-4 0 16,1 2 0-16,-1 0 0 0,0 0 0 16,1 0 0-16,-1 0-1 0,-2 0 0 0,1 0 0 15,0 0 0-15,1-1 0 0,0 0-1 16,0 2 1-16,1-3 1 0,-2 0 0 0,1 0 0 16,2-1 0-16,-1-1 0 0,1 0 2 0,-2 0-1 15,2-2 0-15,2 3 0 0,-4-3 0 0,2 0 1 16,0-2-1-16,0-1 1 0,-1 2 0 15,1 0-1-15,-2-2 0 0,2 0-1 0,-3 2 2 16,1 0 0-16,-1 2-2 0,0 1 1 16,1-1-1-16,-2 1 1 0,1-1-2 0,2 3 1 15,-1-2 0-15,0 2 0 0,0-3 0 0,3-1 0 16,-2 1-1-16,-1 0 0 0,4-1 0 0,-2 0-1 16,1-2 1-16,-1 1 0 0,0 0-1 15,-1 0 0-15,3 0 0 0,-4 2 1 0,2-1-2 16,-2 0 3-16,2 1-1 0,2-2 2 15,-3 0-1-15,4 0 1 0,-3 2 1 0,2-1-2 16,-1-1 2-16,0 0-1 0,1 0 1 0,1-1-2 16,-2-2 1-16,2 1-1 0,-2-1 0 0,2 0 0 15,0-3 1-15,-1 0-1 0,1-1 0 16,0-1 1-16,0 0-1 0,0 1 0 16,0-3 0-16,0 3 1 0,0-1 1 0,0-1-1 15,1 1 0-15,-1 0-1 0,0-2 0 16,2 1 0-16,0 0 0 0,-2 2 0 0,1-2 0 0,-1-2 0 15,0 1-1-15,2-1 1 0,0 0-1 16,-2 3-1-16,1-3 2 0,-1 1-1 0,0 1 1 16,2-1 0-16,-1 1 0 0,-1 2 0 15,0 0 1-15,2 2-1 0,0-1 0 0,-2 2 0 16,1 0 0-16,-1 2 0 0,2-2-1 0,-1 3-1 16,1-2 1-16,-2 2 0 0,3-3 0 15,-2 2 0-15,1-1-2 0,-1 0 1 0,3-4 1 16,-3 3 0-16,3-2 0 0,-3-2-1 15,2 0 2-15,1-2-1 0,-1 2 1 0,3-3-1 16,-2 1 0-16,0-2 1 0,1 1 0 0,-1-1-1 16,1 0 1-16,0 0-1 0,1 0 1 0,-1 0-1 15,0 1 2-15,1 0-1 0,0 0 0 16,-1-1 1-16,1 2 1 0,1-1-2 0,1-1 0 16,-3 2 1-16,2-1-1 0,-1 1 0 15,-1-2-1-15,2-1 2 0,-1 2-1 0,2-2-1 16,-4-1 1-16,3-1 0 0,-2 0-1 0,1 0 0 15,2-2 0-15,-4 1 1 0,1-1 0 16,2-1-1-16,-1 2 1 0,2-1 1 0,-2 1-1 16,1-1-1-16,1-1 0 0,0 3 0 15,1-2 0-15,0 1 1 0,1 1 0 0,2-2 0 16,0 3 0-16,-3-3 1 0,5 2 1 0,-1 0-1 16,3-2 0-16,-3 1 1 0,4 1-2 0,-3-3 1 15,3 2-1-15,1-2-1 0,-1 0 1 16,2 3-1-16,-1-2 2 0,0 1-1 0,0-1 0 15,2 0 0-15,1 2 2 0,0-3-1 16,1 4-2-16,0-2 0 0,1-1 1 0,-2 0 0 16,4 1-1-16,-1 0 1 0,0 0 0 0,-2-2 0 15,3 2 0-15,1-1-2 0,-1 1 2 0,0-1 0 16,-1 1 0-16,1-2 0 0,0 1 1 16,1 1 0-16,-1 1-2 0,-1 0 0 0,1 1 1 15,0-1-1-15,1 2 1 0,-3 1 0 16,0-2 0-16,0 5 1 0,3-4 0 0,-3-1 0 15,2 2 0-15,1 0 0 0,-1-1 0 16,0 1-1-16,2-2 1 0,2 1-1 0,-3-2 1 16,1 1 0-16,1-1 0 0,0-2-1 0,1 3 1 15,-3-2-1-15,1 3 2 0,0-2-2 0,0 0 1 16,-2 3 1-16,-1-4-2 0,1 4 0 16,0-1-1-16,-1 2 0 0,0-1 1 0,-2 1-2 15,3-1 0-15,-1 3 1 0,0-1 0 16,-3-1 0-16,2 0-1 0,1 0 0 0,-1 1 2 15,-2 1 0-15,1-3 0 0,0-1 0 0,1 1 1 16,0-1-1-16,1-1 0 0,-1 1 1 0,0-3-1 16,1 2 0-16,-2 0 1 0,1-1 0 15,-2-2 2-15,1 1-2 0,0-4 1 0,-3 1 0 16,2 0-2-16,-3-4 0 0,-1 0-1 16,0 1 1-16,-3-2 0 0,0 0 1 0,-1 0-1 15,-2-3 1-15,2-2 1 0,-4 1-1 0,-1-3 0 16,1-1 0-16,-1-1-1 0,1 1 1 15,0-3-2-15,0-2-1 0,-1 2-1 0,0-3 3 16,3-1-3-16,-1 0 1 0,1 0 1 16,1-3-1-16,1 2 1 0,0-1 1 0,-1-1 0 15,0 0 2-15,2 0-1 0,-5 1 2 0,4-2 0 16,-4-2-2-16,3 2 0 0,-2-4-1 0,-2 2 0 16,2-1 0-16,1-1 1 0,-3 1-1 15,0 2 0-15,-2-4-1 0,3 4 1 0,-2-2-1 16,-1 1 0-16,1 1 1 0,-3 2-1 15,4 2 1-15,-3 1 0 0,0 0 0 0,-1 3-1 16,1 2 0-16,-2 1 0 0,1 3 1 0,0 0-1 16,-2 5 1-16,-1 0 0 0,2 2-1 15,-3 3-1-15,4-2 0 0,-4 4-1 0,1 2 1 16,1 1 1-16,-1 2 1 0,-1 1 2 16,2 1-1-16,-2 1 2 0,0 3-2 0,0 0-1 15,0 1 1-15,-2 2-1 0,2 0 0 0,-1 0 0 16,-1 3 1-16,1-1 0 0,-1 0 0 0,0 3 0 15,-1-2 0-15,0 0 0 0,-1 1 0 16,0 0 1-16,1 0-1 0,0 1 0 16,-2-1 1-16,4 0-1 0,-4 2 0 0,1-1-2 15,0 1 1-15,-2 1 0 0,3-1-3 0,-4 1 2 16,4 1-1-16,0-1 2 0,-2 2-1 0,2-3 1 16,-2 3 1-16,2 0 1 0,2-1-1 0,-1 1 1 15,0-3-1-15,2 2-1 0,0-1 0 16,0 0 0-16,2-3 2 0,0 1-1 15,-1-1-1-15,2 0 1 0,3-1-2 0,-3-1 1 16,2-1-1-16,-1 0 0 0,0-1 0 0,1-3 1 16,-2 1 1-16,3-4-1 0,-3 1 0 0,1-1 0 15,-3-4 0-15,3 0-1 0,-4 1 1 16,1-2 0-16,1-1 0 0,-1-1 1 0,-1 0 1 16,0 1-1-16,2-2-1 0,-2 3 1 15,2-3 0-15,-1 0 0 0,-1-3-1 0,3 3-1 16,-1-2 1-16,2 2-2 0,0 0 1 0,-3-1 0 15,4 1-1-15,0 0 2 0,0 0-2 16,-1 0 1-16,6 0 1 0,-4 1-1 0,0 1 2 16,3 1-1-16,0-1-1 0,-1 1 1 15,1 0 0-15,-1 2 0 0,3-1 0 0,-1 0 2 16,-2 0 0-16,2 0-1 0,0 0 1 0,-2-1-2 16,4 2 0-16,-2-2 1 0,0 0 0 0,1 0 0 15,-2-1-1-15,2 2 0 0,0-2 0 16,0 2 0-16,1-2-1 0,2 2 1 0,-3-2 0 15,1 3 1-15,3-3 0 0,-1 1 0 16,0 0 0-16,3-1-1 0,-1 1 0 0,5 3 0 16,-2-4 1-16,1 2-1 0,6-3 1 0,-4 0 0 15,3 2 0-15,1-3-1 0,0 2-1 16,1-1 1-16,0 1 0 0,1-1-2 0,-1 1 1 16,2 1-1-16,-4-2 1 0,4 2 0 15,-1 2-1-15,-1-1 2 0,-2 2-1 0,2 0 1 16,-2 0 0-16,-1 2 0 0,2-3 1 15,-3 2-1-15,1 1 0 0,-2-1 0 0,2 0-1 0,-1-1 1 16,1 1 0-16,-3 1 1 0,3 0-1 16,-2-1 1-16,0 0 0 0,-3-1 0 0,1 1-1 15,2 0 0-15,-2 1 1 0,0-2-1 16,-1 0-1-16,-2-2 1 0,2 1 0 0,-3-3 0 16,0-2 0-16,-2 0-1 0,0-1 1 0,-3-2 1 15,1-3-1-15,-3-1 1 0,0-2 0 16,0-3 0-16,-5-1 0 0,4-3 0 0,-3 0 0 15,-1-2-1-15,1-1 2 0,-1-1 0 16,-1-1 0-16,3 0 0 0,-5 0-1 0,4-1-1 16,-2 2-1-16,1-1 1 0,-1 1 0 0,-2 0-1 15,3 3 0-15,0-1 1 0,1 1-1 16,-1 2-1-16,0 0 1 0,-1 2 0 0,2 0 1 16,-4 0 1-16,4 2-2 0,-2 3 1 0,-1-2-1 15,2 5-1-15,-2-1 1 0,-1 3-1 16,1-2 1-16,0 2 1 0,-2 2-1 15,0-1 1-15,1 2 0 0,-1 2 1 0,0 1 0 16,2 1 1-16,-2 1-1 0,0 2 1 0,-2 1 0 16,2-1-1-16,0 0 0 0,0 3 0 0,-1-2 0 15,1 0 0-15,0-2 0 0,0 2-1 16,1-2 1-16,-1-2-1 0,0 2 0 0,2-1 0 16,-2-1 1-16,0 2 0 0,0 0-1 0,-2 2 2 15,2 0 0-15,-1 4 0 0,-1-1 1 16,0 3 1-16,-1 0 0 0,2 2 0 0,-4 2 0 15,2 0 0-15,3 1-2 0,-1 1-1 16,-1 0 0-16,0 0-1 0,4-1-1 0,0 1 1 16,-1 1 1-16,1-3 0 0,1 0-1 0,1-2 1 15,-1 0-1-15,1-3-1 0,1-1 1 0,-2 0-1 16,2-3 0-16,-2 1 2 0,0-4-1 16,1 1 0-16,-2-1 0 0,1-3 0 0,0 1 0 15,-3-1-1-15,4-1 1 0,-3 1-1 16,1-2 1-16,1 1 0 0,-1-1 0 0,1 1 0 15,0-1 0-15,0 1 0 0,2-1 0 16,-2 1 0-16,2-1-1 0,-1 0 0 0,5 3 0 16,-2-3-1-16,3 0 2 0,-1-1 0 0,4-1 0 15,-1 0 0-15,1-3 2 0,5 2-2 16,-1-1 1-16,0-2-2 0,2 1 1 0,-1 1-1 16,2 0 1-16,1 0 0 0,-4 1 1 0,2 1 1 15,-1 1-1-15,1 1 0 0,-2 1 0 16,-1 1 0-16,-1-2-1 0,-2 2 0 0,-2-1 0 15,0-1 0-15,-3 1 0 0,0-4-1 16,-1 1 2-16,-1-5-1 0,0-1 2 0,0-3 1 16,-1-1-1-16,2-2 1 0,-1-2-1 0,-2 0-1 15,1-1 0-15,0 0 0 0,2 0-1 0,-3 0 0 16,2 1 0-16,-1 0 0 0,0 0 0 16,1 0 0-16,-1 0 0 0,3 1 0 0,-4 1 2 15,1 0-2-15,2 0 1 0,-2 2-1 16,-1 0-1-16,2 0 1 0,-3 2 0 0,2 2 0 15,-3 0-1-15,0 2 2 0,-1-1 0 16,1 1-1-16,-1 2 0 0,-1-2 1 0,2 1 0 16,-2 1-1-16,2 0 0 0,-2 0 0 0,0 0-1 15,1-1 0-15,-1 1-1 0,0 0 1 16,2 0 1-16,-2 0 1 0,1 0-1 0,-1 1 2 16,0 1-1-16,0 0 0 0,0 1 0 15,0 0-1-15,0 1 1 0,-1 2-1 0,-1 1 0 16,2 1-2-16,-1-1 2 0,-1 4-1 0,0-2 0 15,2 0 1-15,0 0-1 0,-1 1 2 16,1-2-1-16,0-1 0 0,0 2 2 0,0 0-2 16,0 0 0-16,0 0 1 0,0 2 0 0,-2-1 0 15,2 1-1-15,-1 0 0 0,-3 3 0 16,3-2 0-16,-3 3 0 0,1 0-1 0,-1 0 1 16,-1 3-1-16,2 0 0 0,0 0 1 0,0 0-1 15,-2 2 0-15,1-2 1 0,3 0-2 16,-1 3 2-16,1-2-1 0,1-1 1 0,0 0 0 15,0-2 0-15,0-2 0 0,1 0 0 16,1-2-1-16,-1 1 1 0,3-3 0 0,-3-1 0 16,3 0 0-16,-1-1 0 0,0 1 0 0,0-4 0 15,2 0 0-15,1 1 0 0,-1-2 0 16,0 0-1-16,-1-1 2 0,1 0 0 0,2 0-1 16,-1-1 0-16,0 1 0 0,-1-1 0 0,1-2 1 15,1 3-1-15,0-2 0 0,0 2 0 16,1-2 0-16,0 2 0 0,-1-3 0 0,1 1 0 15,0 2 1-15,-1-1-1 0,2 0 0 0,-1 1 0 16,-2 0 0-16,2 0 0 0,0 0-1 16,-2 1 1-16,1 0 0 0,-2 1-1 0,-1 1 2 15,2-1-1-15,-3 3-1 0,2-3 1 0,0 2 0 16,0-2 0-16,-2 2 0 0,2-2 1 16,1 2 0-16,-1-3-1 0,0 0 0 0,1 2 1 15,0-1-1-15,2-1 0 0,0-1-1 16,0 2 1-16,2-2-1 0,0 0 0 0,0 0 0 15,1 0 1-15,2-2 0 0,-2 2 0 16,3 0-1-16,-1-1 0 0,1 1 1 0,-1 0-1 16,1 1 0-16,2-1 1 0,-4 2-1 0,4 1 1 15,-2 0-1-15,2 1 1 0,-1 1-1 0,2-1 0 16,-1 2 1-16,-2-2 1 0,2 2 0 16,1 1 0-16,-1-2 1 0,3 1 0 0,-4 0 0 15,1-2-1-15,3 0 1 0,-3-1-2 16,1 0 0-16,0-1 1 0,0 1-1 0,-4-1 0 15,0-1 1-15,-1-1-1 0,-3 1 0 0,2 2 0 16,-3-3 0-16,-1 2 0 0,-3-1-1 0,0-1 0 16,0 2 1-16,-1-2 0 0,-1-2 1 15,-1 2-1-15,-1-3 1 0,2 0-1 0,0-3 0 16,-1 0 0-16,2 1 0 0,-1-3 0 16,0 0 0-16,-1-1-1 0,2 2 0 0,-3-1 1 15,2 0 0-15,0 1-1 0,-1 0 0 0,-1-1 2 16,3 3 0-16,-1-3-1 0,-1 0 0 0,1 1 0 15,-2 0 1-15,1 0-1 0,1 0 0 16,0-1 0-16,-2 1 0 0,1-1 1 16,1 1-1-16,-1 0 0 0,-1-2 0 0,4 1 1 15,-3 0-1-15,3-1-1 0,-3 0 1 0,2 0 2 16,2 0-2-16,-4 1 1 0,4-2-1 0,-2 3 1 16,2-1 0-16,-2-1 0 0,1 1 0 15,-1 2 0-15,-2 2 0 0,4 1 0 0,-5 0-1 16,1 2-1-16,-1 1 1 0,0 0 0 15,0 1 0-15,-1 5-2 0,-4 0 1 0,4 2 0 16,-2 2 0-16,-1 2-1 0,-1 0 1 0,2 2 0 16,0 1 1-16,0-1 1 0,0 4-1 15,-2-2 0-15,2 2 0 0,2-2 1 0,-3 2-1 16,3 2 1-16,-3-2 0 0,1 1 1 16,2-1 0-16,-1 1-1 0,2-3 1 0,0 1-1 15,0-1-1-15,2-1 1 0,-1 0 0 0,2-3-1 16,1-2 0-16,-1-1-1 0,0-1 1 0,-1-1 0 15,2-1-1-15,-2-4 1 0,-1 3-1 0,2-4 1 16,-1-1 0-16,0 0 0 0,-1-1 1 16,2-4-1-16,1 3 1 0,-3-4-1 15,3 0 1-15,-3 1-2 0,2-1 1 0,2 1 0 16,-4 0-1-16,2-1 1 0,1 2-1 0,-1-2 1 16,0 1 0-16,0 1 0 0,1 0 1 15,0 0-1-15,1 2-1 0,-2-3 0 0,2 3 0 16,-2 2 0-16,2-3 1 0,1 1 0 15,2 2 0-15,0 0 0 0,0-1 1 0,0 1-1 16,3 0 0-16,-2 0-1 0,1 0 1 0,1 0 0 16,-2 1 1-16,3 4-1 0,-2-3-1 15,1 0 2-15,-2 2-1 0,1-3 0 0,0 3 0 16,0-4 0-16,-1 0 0 0,-1 0 0 0,-2 0 0 16,1-5-1-16,2-1-1 0,-5-2 0 15,1-3-1-15,0 0-1 0,-3-3 1 0,-1-2 0 16,-1 1 1-16,-1-2 2 0,1 2 0 0,-3-1 1 15,-1 0 1-15,1 3-1 0,-2 0-1 16,4 2 0-16,-4 1 0 0,2 2 1 0,2 2 0 16,1 2-1-16,-2 1 0 0,2 0-2 15,0-1 1-15,0 4-1 0,2 0-1 0,-2 0 2 16,1 2 1-16,1 0 0 0,-1 0-1 0,-1-1 1 16,5 2 0-16,-5-1 0 0,1 0-1 0,-1 1 1 15,0 0 0-15,2 2 1 0,-2-2-1 16,-2 1 1-16,2 2 1 0,0 1-1 15,-1 1-1-15,-2 1 1 0,1-1 1 0,-1 1-1 16,2 1 1-16,-1 1-1 0,0-1 1 0,1 0 0 16,-1 2 0-16,1 0 0 0,-1 0 0 0,0-1 0 15,2 0-1-15,0-1 0 0,0 1 1 16,2-3-2-16,0 1 0 0,-1 0 0 0,2 1 0 16,-1-3 0-16,1 1-1 0,0-2 1 15,3 1 0-15,-3 0 0 0,1 0 0 0,1-2 0 16,-2 2 1-16,3-1-1 0,-1-1 0 15,1 1 0-15,-1 0 0 0,0-4 0 0,-1 3 0 16,3-2-1-16,-2-2 1 0,1 1 0 0,-2 0-1 16,1-1 1-16,0-1 0 0,-2 0 0 0,0 1 0 15,1-1-1-15,-3 0 1 0,2 0 0 16,-1 0 1-16,-2 2-1 0,1-2 0 0,-1 0 0 16,2 1 0-16,-2-1-1 0,1 0 0 0,1 2 1 15,0-1 0-15,-1 1-1 0,2-1 1 16,2-1 0-16,0 1 0 0,3 1 0 0,-2 0 0 15,0-2-1-15,4 1 1 0,-1 0 0 16,3 3-1-16,0-3 0 0,2 2 0 0,-1 1 0 16,4 1 1-16,-1-1 0 0,2 1 1 0,-1 1 0 15,4 0 1-15,1 0-1 0,1 0 1 0,1 1-1 16,2-2 0-16,-1 1 0 0,2-1 1 16,1 1-1-16,0-2 0 0,2 0-1 15,0 0 0-15,-1-1 1 0,-1-1-1 0,1 1 0 16,0-1-1-16,-2-1 1 0,-2 2 0 15,2 1-1-15,-2-1 0 0,-2 1 0 0,1 1 0 16,0-1 1-16,0 3 0 0,-2-2 0 0,0 1-1 16,0 0 0-16,-2 0 0 0,1 1 0 0,1 0 0 15,-1 0 0-15,-2-1 1 0,1 0 0 16,-1 0 0-16,1 0 0 0,-3-1 1 0,0-1 1 16,1-1-2-16,-4 0 0 0,2 0 2 0,-5 0-2 15,1 0 0-15,-4-2 0 0,0 3 0 16,-1-3 0-16,-1 2 0 0,-3-1 1 0,-2-1-1 15,3-1 2-15,-4 0-1 0,1 0-1 16,-1 0 1-16,0 0 0 0,-1-1 0 0,1-1-1 16,0 1 0-16,-2-1 1 0,0 1-1 0,2-3 1 15,0 3-1-15,-1 0-1 0,1-3 1 16,0 3-1-16,0-2 1 0,0 2-1 0,1-1 1 16,-1 1 0-16,0-1 0 0,0 0 0 0,0 0 1 15,0 0-1-15,0 1 0 0,2-1 1 16,-2-1-1-16,0 3 0 0,0-1 1 0,0-1-1 15,0 1 2-15,0-1-2 0,0 2 1 16,0-1-1-16,0-1 0 0,2 1-1 0,-2 0 1 16,0-3 0-16,1 2-2 0,2-2 2 0,-3-3 0 15,4 2 0-15,-1-2-1 0,0-2 1 16,0-2 0-16,2-1 0 0,-2 0 0 0,0-1 0 16,0-2-1-16,0-1 0 0,1 0 0 0,-3 0 0 15,3 0-1-15,-4 3 1 0,1-1 1 16,-1 3 1-16,0 2 0 0,-1 2 0 0,1 1-1 15,0 0 1-15,-2 6-1 0,0 0 0 16,2 6 0-16,-1 0 0 0,-1-1 0 0,0 5 2 16,2-2-1-16,-1 1-1 0,-1 3 1 0,2-2-2 15,-1 1 2-15,1 1-1 0,-4 1-1 16,3-2 1-16,1 3 0 0,-3-2 0 0,-2 3 0 16,4-2-1-16,-2 1 1 0,1-2 1 0,0 1-1 15,1 0 0-15,-3-3 0 0,4 0 0 16,-3 1 0-16,3-2-1 0,0 0 1 0,0-2-1 15,0-1 0-15,3 0 1 0,-3-2 0 16,4 2 0-16,-1-1 0 0,0-1 2 0,0-2-2 16,2 0 0-16,-2-1-1 0,0 1 0 0,0-1 1 15,2-1 0-15,-2-1-1 0,1-1 2 16,-1 1 0-16,-2-2-1 0,4 0 0 0,-1 1 1 16,-2 0-1-16,1-2 0 0,-1 3 0 15,-1 0 0-15,3 1 0 0,-3 0 0 0,1 0-1 16,0 0 1-16,1 2 0 0,-2-1 1 0,4 2 0 15,-4 1 0-15,2-1-1 0,1 1 1 16,-3 1-1-16,3-1-1 0,0 1 1 0,0 1-1 16,0 1 0-16,2-1 1 0,-1 0 1 0,0 0-1 15,1 2 1-15,-1-2-1 0,2 1 0 16,-1-2 0-16,2 1 0 0,-4 0 0 0,3-2 0 16,-1 1 0-16,2-1 0 0,-2 0 1 0,1 1-1 15,-1-1-1-15,2 0 1 0,-4-1 0 16,1 0 0-16,2-2 0 0,-2 2 0 0,-1-2 2 15,2 1-1-15,-3-2-1 0,1 2 1 16,-1-2 0-16,0 0 0 0,-1 0-1 0,-1 0 1 16,1-2 0-16,0 0 0 0,1 2 0 0,-2-1 0 15,1-1 1-15,1 1-2 0,-2 0 1 16,2-1 0-16,-1 1-1 0,0-1 0 0,-1 2 0 16,3-1 0-16,-3 1 0 0,2 0 0 0,1-2 0 15,0 0 0-15,1 2 1 0,-1-1 0 16,1 0-1-16,2-1 1 0,-1 0 0 0,1 1 0 15,0 1 0-15,0-2-1 0,1 1 0 16,-2 1 0-16,2-1-1 0,0 1 1 0,-2 0 0 16,0 1 0-16,4-1 0 0,-4 3 0 0,0-2 0 15,1 3 0-15,-1-3-1 0,2 0 2 16,-3 3-1-16,-1-3 0 0,3 1 0 0,-2-1 0 16,1 1 0-16,-2-1 0 0,1-1-1 0,2 1 1 15,-2-1 0-15,-1 2 0 0,2-1 0 16,1-1 0-16,-2 4 0 0,-1-4 1 0,3 2-1 15,0 2 0-15,-2-2 0 0,2 3 0 0,-3-1 0 16,3 0 0-16,0 0 0 0,1-1-1 16,2 2 0-16,0 0 0 0,0-3-1 0,2 3 2 15,2-3 0-15,-2 1-1 0,1-1 1 0,3 1-1 16,0-1 2-16,1 1 0 0,0 0 1 16,-1-2 0-16,5 2 1 0,-2-2 0 0,1 2 0 15,1 1-1-15,-3-2 0 0,2 2 0 16,-1-2-2-16,-2 1 2 0,0 1-1 0,-2-1 0 15,1 0 0-15,-5 0 0 0,2 1-1 0,-3 0 1 16,2-2 0-16,-4 2-1 0,-1-2 0 0,0 1 0 16,-3-1 0-16,1-1 1 0,-1 2 0 15,-1-3 0-15,-2 1 3 0,2-1 3 0,-1 0 1 16,-2 0 2-16,0 0 0 0,0-1-1 16,-2-1-2-16,-1 1-4 0,3-2 0 0,-1 0-2 15,-2 2 0-15,1-2-1 0,0 1 0 0,1 1 0 16,-3 0-3-16,1 1-3 0,-2 0-9 15,2 0-15-15,-3 1-38 0,0 2-75 0,-2 0-77 16,0 0-146-16,-5 1-257 0,4-1-325 16,-2 2-329-16,-3 1-203 0,2 1-1 0,-2 1 580 15</inkml:trace>
  <inkml:trace contextRef="#ctx0" brushRef="#br1" timeOffset="58231.09">26889 6831 36 0,'-9'0'443'0,"2"1"369"0,-2 1 273 0,4-2 35 16,1 0-353-16,0-2-247 0,1 2-148 16,1-1-64-16,1-1-18 0,1 1 14 0,0-1 2 15,0 1-12-15,-2-1-20 0,2-1-43 16,0 2-48-16,-1-1-53 0,1 2-34 0,0 0-23 16,0 0-14-16,0 0-12 0,0 0-9 0,0 0-8 15,0 0-4-15,0 0-2 0,0 0-5 16,0 0 2-16,0 0 1 0,0 0 1 0,0 0-4 15,0 2-3-15,0-2-1 0,0 0-4 16,0 0-4-16,1 0 2 0,1 1 3 0,1 1 3 16,2-1 4-16,1 4 4 0,7-2 3 0,-4 1 0 15,7 2 2-15,2 1-16 0,4 1-12 0,0-1 0 16,5 2 0-16,3-1 0 0,3 1 0 16,5 2 0-16,0-2 0 0,1-1 0 0,3 3 0 15,2-3 0-15,-1 0 0 0,1 1 0 16,-5-2 0-16,3-1 0 0,-6 0 0 0,-2 0 0 15,0 0 0-15,-4-2 0 0,-6 2 0 0,-1-1 0 16,-2-1 0-16,-4-1 0 0,-3 2 0 16,-1-3 0-16,-4 2 0 0,-1-3 0 0,-1 0 0 15,-2 2 0-15,-2-3 0 0,-2 0 0 0,3 0 0 16,-2 0 0-16,-2 0 0 0,0-3 0 0,0 2 0 16,-2-1 0-16,-2-3 0 0,1 0 0 15,0 2 0-15,0-1 0 0,0-1 0 0,1 2 0 16,2 0 0-16,0 0 0 0,0-1 0 15,2-2-214-15,1 1-231 0,2-1-288 0,3 2-364 16,2-1-445-16,3 1-248 0,3 0 221 16,2 1 893-16</inkml:trace>
  <inkml:trace contextRef="#ctx0" brushRef="#br1" timeOffset="59714.28">28946 6836 229 0,'-1'-2'640'0,"-1"-1"373"16,-1-2 165-16,0 1-219 0,-2-1-295 0,1-1-163 16,-1 0-65-16,1 0-26 0,0 0-45 15,0-1-41-15,1 2-40 0,-3-1-52 0,5 2-61 16,-1-1-65-16,0 0-38 0,1 4-32 16,1 0-19-16,1-2-12 0,3 3-3 0,0 0 5 15,2 0 4-15,4 1 10 0,4 2 9 0,0 2 3 16,5 1-4-16,2 0-7 0,1 1-4 15,2 1-6-15,-1 1-6 0,1 1-3 0,0-1-1 16,-2 2-1-16,-3-1-1 0,2 1 1 16,-6-2 3-16,-2 2 3 0,-3-3 2 0,-4 4 2 15,-3 0 3-15,-5 1-1 0,-4 4 1 0,-2-2-3 16,-6 2 0-16,-3 2-2 0,-4 2-2 0,-1 2 0 16,-3 1-3-16,-2 1 1 0,-3 4-3 0,1-1 0 15,3 0 0-15,0 1-1 0,4 0 0 16,1-1-2-16,3-2 1 0,5-2 0 15,2-1 0-15,3-3 0 0,3-2 0 0,5-1 0 16,3-3 1-16,7-2 0 0,-1-2-1 0,2-3 0 16,7-1 0-16,2-1 1 0,-1-4-1 0,7-1 0 15,0-1-1-15,1-2 0 0,2-1-1 16,-1-1-1-16,-1-1 0 0,3 0 0 0,-4 2 1 16,-1-2-1-16,-3 3 0 0,-5 1-5 15,1-2-10-15,-7 4-20 0,0 3-53 0,-7-1-77 16,0 2-112-16,-4-2-190 0,0 4-304 0,-2-1-352 15,0-1-313-15,-1 2-149 0,2 0 313 16,-4-1 687-16</inkml:trace>
  <inkml:trace contextRef="#ctx0" brushRef="#br1" timeOffset="60415.23">29694 6964 32 0,'7'-9'486'0,"-3"1"458"0,-2 2 265 16,1-1-28-16,-3 1-357 0,1 3-206 0,-1 0-129 16,2 2-91-16,0 1-70 0,-2 0-54 0,0 2-38 15,0 3-62-15,-2 3-47 0,0 3-30 16,2 2-13-16,-1 5-6 0,-2 1-9 0,-2 6-9 16,2 4-12-16,-2 4-9 0,2 0-3 15,-2 3-5-15,0 3-6 0,1 0-1 0,-2-1-4 16,2-3-3-16,3 2-8 0,1-4-5 15,0-3-2-15,1-3-1 0,3-6-1 0,-3-1-1 16,5-4 0-16,-3-4 0 0,1-2 1 0,0-4 0 16,1-3 1-16,2-5 1 0,2-5 1 0,0-4-1 15,4-6 1-15,5-6 0 0,-1-3-1 16,0-3-1-16,2-4-1 0,0 0 0 0,2-3-2 16,1 1 0-16,-1-1 0 0,-1 0-1 15,0 2 0-15,1 1 0 0,1-1-1 0,-1 3 1 16,-2 2 1-16,1-1 0 0,-1 5 2 0,-1 1 0 15,1 3 1-15,-5-2 0 0,2 7 0 16,-5 1 0-16,0 2 0 0,-3 5 0 0,0-3 0 16,-3 5 0-16,-2 2 0 0,0 0 1 0,0 2-2 15,-3 1 1-15,0 4 0 0,-5-1 0 0,1 4 1 16,-1 5 5-16,-3 2 1 0,0 1 1 0,-3 3 4 16,0 2 4-16,-3 6 3 0,-1 0 1 0,-2 3 2 15,-1 4 2-15,0 1-2 0,0 2-3 16,-1 0-5-16,0-1-5 0,2 3-3 0,1-3-3 15,2-2-3-15,1-1-1 0,5-4 0 16,2 0 0-16,3-1-1 0,1-4 0 0,4-2-1 16,1-3 0-16,2-1 0 0,3-1-2 0,2-4 1 15,2-1-2-15,2-3 0 0,2-2 0 0,1-2-4 16,1-2-7-16,0-2-12 0,2-1-22 16,-2-2-55-16,0-2-84 0,-2-2-148 0,-2-1-271 15,2 2-331-15,-1-3-401 0,0 2-331 0,-1 0 6 16,-5 0 710-16</inkml:trace>
  <inkml:trace contextRef="#ctx0" brushRef="#br0" timeOffset="74007.69">26829 8269 145 0,'-8'2'548'0,"0"-2"340"16,1 0 189-16,-1 1-81 0,1 1-327 0,1-2-194 15,-2 0-124-15,3 0-41 0,1 0-11 0,0 0-4 16,4 0-6-16,-3 1-16 0,3-1-24 15,-1 0-45-15,1 0-52 0,0 0-43 0,0 0-34 16,0 1-22-16,0-1-10 0,0 0-6 16,0 0 0-16,0 2 0 0,0-2-2 0,0 0 5 15,0 2-3-15,0-2-2 0,0 1-1 0,0-1-5 16,0 0-4-16,1 1-5 0,-1-1 2 16,3 2-1-16,-1 0-1 0,1 0 3 0,0 2 2 15,2-2 0-15,3 1-2 0,-2 1 1 0,2 2-1 16,0-1 0-16,5 1-2 0,0 0 3 15,0-2-2-15,4 1 1 0,1 2-17 0,0-1-6 16,4 1 0-16,2-1 0 0,-1 2 0 0,1-3 0 16,3 2 0-16,0-1 0 0,0 2 0 15,-2-2 0-15,0-1 0 0,-2 1 0 0,-1 0 0 16,0 0 0-16,-2-2 0 0,-2 2 0 16,-1-1 0-16,-3 0 0 0,0 0 0 0,1-3 0 15,-6 0 0-15,1 1 0 0,-2-2 0 0,-4 1 0 16,1-1 0-16,0-1 0 0,-2 2 0 15,0-2 0-15,-1 0 0 0,1-2 0 0,-3 2 0 16,1-1 0-16,-1-1 0 0,4 1 0 0,-3-2-140 16,1 1-178-16,1 2-257 0,2 0-329 15,0 0-412-15,1 0-442 0,0 2-40 0,0 4 723 16</inkml:trace>
  <inkml:trace contextRef="#ctx0" brushRef="#br0" timeOffset="75085.02">28768 8443 13 0,'-4'-1'407'0,"1"1"358"0,2 0 268 0,-1-1 62 16,0 1-318-16,1-3-244 0,-2 3-156 16,1-1-98-16,-1 0-54 0,3 1-30 0,0-2-2 15,0 2 7-15,0 2 14 0,0-2 11 16,0 1-11-16,0-1-28 0,0 0-37 0,0 0-38 16,0 0-35-16,3 0-30 0,-1 1-21 0,-1-1-10 15,1 0-8-15,3 3 10 0,-1-2 3 0,5 0 4 16,1 0 1-16,2 4 1 0,0-3 1 15,4 4-10-15,-2-1-7 0,4 1-2 16,0 0-2-16,-2-1-3 0,3 1-1 0,-3 0-1 16,1-1 2-16,0 0 5 0,-4 3 4 0,0-1 4 15,0 1 5-15,-5-2 6 0,-3 2 2 0,-1 3-3 16,-2-2 0-16,-2 4 1 0,-2-2-3 16,-2 3-4-16,-5 0-3 0,0 1-2 0,0 0-4 15,-4 0-5-15,1-1-2 0,-1 2 0 0,-1-2-2 16,-1 0 0-16,0-1 0 0,2-1-1 15,0 1-1-15,-1 0 0 0,1-2 0 0,1-3 0 16,2 0-1-16,2 0 1 0,2-2 0 16,-2-2-1-16,3 0-1 0,2 0 0 0,2-3-1 15,-1 0-1-15,0 1 1 0,4 1 0 16,1-1-1-16,0 2 2 0,5-2 0 0,1 1 1 16,0 0-1-16,2 2 0 0,3-1 1 0,-1-1 1 15,-1 3 0-15,2-2 0 0,-2 2 1 0,2 2-1 16,-3-2 1-16,0 2-1 0,-2 0 0 15,-1 1 0-15,-3-1 0 0,-2 1 1 0,2 0 1 16,-5 0 0-16,-5 0 0 0,1-2 1 16,-5 4-1-16,1-4 0 0,-4 1 0 0,-1 1 0 15,-2-1-1-15,0-3 0 0,-2 1 0 0,1-3-1 16,-1 0 0-16,1-1-1 0,-3-2 0 16,4-3 0-16,0-2 1 0,4 1-1 0,-2-3-1 15,5 1-1-15,0-2 1 0,3-1-2 0,2 1-6 16,2-1-12-16,2 0-27 0,1 0-56 15,-1 0-71-15,4 1-84 0,-2-2-145 0,6 3-255 16,-2 1-303-16,3-1-259 0,-1 4-192 16,4-2 25-16,-4 0 527 0</inkml:trace>
  <inkml:trace contextRef="#ctx0" brushRef="#br0" timeOffset="75483.69">29283 8710 213 0,'3'8'806'0,"-1"0"383"0,-2 3 31 15,-3 3-154-15,-1 4-454 0,3 1-266 0,-1 4-88 16,1 1-34-16,1 1-18 0,0 1-22 16,3-2-23-16,-2-1-29 0,6-1-47 15,-1-3-39-15,7-2-24 0,-1-5-7 0,4-3-6 0,2-5-2 16,2-2-1-16,1-5-1 0,3-4 2 15,1-2 0-15,2-5-1 0,-2-3-1 0,-3-2-1 16,0-2 9-16,-1-2 41 0,-8-1 35 16,-1 1 21-16,-6 2 12 0,-6-3 4 0,-5 2-7 15,-5 1-36-15,-6 0-24 0,-5 4-18 0,-4 1-11 16,-3 4-11-16,-2 3-5 0,-4 5-3 16,1 2-7-16,0 6-2 0,1 2-1 0,2 3 0 15,3 4-1-15,3 3 1 0,6 1-2 16,0 3 0-16,7 0-1 0,1 4-1 0,3 1 0 15,4 1-2-15,3 1-19 0,1 1-45 16,5-3-79-16,1 0-94 0,2-4-173 0,1-1-303 16,4-4-336-16,0-3-323 0,4 0-156 0,2-4 195 15,1-5 658-15</inkml:trace>
  <inkml:trace contextRef="#ctx0" brushRef="#br0" timeOffset="75820.16">29783 8763 85 0,'3'-5'585'16,"-1"7"404"-16,-4 2 155 0,0 4-84 0,-2 2-411 15,0 4-263-15,-1 2-158 0,1 4-84 0,-4 1-45 16,3 0-21-16,4 1-12 0,-1-2-24 16,4-1-22-16,1-3-11 0,3-4-5 0,5-1-1 15,0-9-3-15,3 1-2 0,1-8 0 16,2-2 4-16,-3-5 1 0,4-3-3 15,-4-3 2-15,2-3 3 0,-4 0 5 0,0-2 12 16,-3-1 22-16,-3 0 51 0,-1 0 48 0,-3 2 44 16,-2-3 34-16,-4 3 20 0,0 0-4 0,-4 2-36 15,-5 2-40-15,-1 6-41 0,-7 1-33 16,-4 7-33-16,-2 6-25 0,-4 2-14 0,-1 8-7 16,-1 3-5-16,1 5-3 0,2 2-5 15,3 2-11-15,6 3-43 0,3 0-67 0,3 2-71 16,5 1-124-16,2 0-215 0,4 0-312 0,4 4-286 15,4 0-212-15,2 0-76 0,6 1 411 0,3 1 579 16</inkml:trace>
  <inkml:trace contextRef="#ctx0" brushRef="#br0" timeOffset="76917.63">30515 8699 373 0,'1'-4'776'0,"-1"2"303"0,-1 0 65 0,1-1-296 16,-4 2-297-16,3-1-166 0,-1 2-118 0,-2 0-53 15,2 3-8-15,-1 0 30 0,-2 1 27 16,4 1 5-16,-6 2-17 0,4 1-28 0,-2 2-46 15,-1 1-54-15,2 2-38 0,-1 2-27 0,-2 2-12 16,2 2-7-16,1 2-4 0,-4 3 0 0,2 2-3 16,1 2-3-16,-2 2-4 0,-1 0-7 15,2 2-4-15,0 1-4 0,0-2-3 0,-1-1-2 16,2 2 0-16,-1-4 1 0,2 1-1 0,0-4-1 16,3-4-1-16,-1-1-1 0,1-4-1 0,2-1-1 15,1-4-1-15,-1-4 1 0,4-1 0 16,3-6 0-16,-2-2 1 0,5-8 0 0,1 1-1 15,3-9 0-15,0 0 0 0,2-1 0 0,2-1 1 16,-2-4 0-16,4 2 1 0,-4-1 0 0,4 0 0 16,-3 1-1-16,2 3 1 0,0-3-1 0,1 3-1 15,-4 0 0-15,4 1 1 0,-1-1-1 0,-2 3 0 16,-1 1 0-16,1-1-1 0,-3 2 2 16,0 0-1-16,-1 4-1 0,-3-2 1 0,-2 3 0 15,1 2 1-15,-6 1-1 0,3 0 2 0,-4 1 0 16,0 3 6-16,-1-2 4 0,-2 3 3 15,0-1 1-15,-2 1-1 0,1 1 1 0,-4 0-5 16,0 1-5-16,-1 2-3 0,-4 2-1 0,1 1-1 16,-1 0 0-16,-2 2 0 0,-1 2 0 0,-1 0 0 15,0 3-1-15,-2 0 1 0,1 1-2 0,1 0 1 16,-2 1 0-16,4 0 0 0,-4 2-2 0,3-1 1 16,-1 1 0-16,5-1-1 0,-1 0 0 15,1 2 0-15,2-2 1 0,3-1 0 0,2-1 1 16,0 3 0-16,2-3 0 0,4-2 1 0,0 1-1 15,4-1 0-15,5 0 0 0,-2-3 0 0,5 0 0 16,0-1 0-16,2-1 1 0,2-2-3 16,0-1 2-16,4-1-2 0,-2-2-1 0,0 1 0 15,2-2 0-15,-2 0-1 0,0 2 0 0,0-1 1 16,-1 1-5-16,-4 1-12 0,4 0-27 0,-4 0-67 16,-3-1-79-16,0 3-144 0,-2 0-261 0,-1-1-327 15,0 2-371-15,-5-1-251 0,0 4-25 16,-2-3 593-16</inkml:trace>
  <inkml:trace contextRef="#ctx0" brushRef="#br0" timeOffset="99528.17">9855 7132 288 0,'11'-7'511'15,"-1"1"177"-15,0 1 107 0,0 1-240 16,2 1-164-16,-1-1-70 0,3 0-44 0,-1 2 4 16,3 2-26-16,1-3-45 0,2 3-48 15,1 0-3-15,0 0 2 0,3 0-32 0,3 3-19 16,-1-3-9-16,2 2 2 0,3-2-26 0,0 2-16 15,0 0-10-15,2-1-11 0,1 0-3 0,0 1-15 16,-1 1-10-16,1 0-12 0,-1 0-5 16,2 0-2-16,-4 0-2 0,2 0-2 0,-2 0 6 15,0 0 2-15,-3 0 4 0,3-2 6 16,0 2 3-16,0-1 2 0,0-1-3 0,1 0-1 16,-3 1-1-16,2 0-1 0,0-1-2 15,0 1-3-15,0-1 0 0,-2 1-1 0,2-1-2 16,-1 0 0-16,-2 1 1 0,-1 1-3 0,-1-1 4 15,-2 4-2-15,2-1 25 0,-3 2 66 16,2 0 37-16,-3 2 16 0,3 2 1 0,-4-1 0 16,-1-1-24-16,3 0-53 0,-1 0-30 15,-2-1-17-15,1-2-9 0,2-2-5 0,-1-1 0 16,-1-3-5-16,2 0 0 0,-1 0 2 0,1-3 0 16,2 0 2-16,0 2 0 0,-2-2-1 0,0 2 2 15,0-1-2-15,2 4 0 0,-3 0 0 16,1 1 3-16,0 3-1 0,-2 2 1 0,2 1-1 15,0 2 0-15,-2 1-1 0,2 2-4 16,-2 0 0-16,1 1-4 0,-1-2 4 0,1 2 0 16,-2-2-4-16,0 2-37 0,0-4-50 0,-2 0-61 15,0-3-132-15,0 1-226 0,-2-2-304 16,1-4-266-16,1-1-215 0,-4 0-24 0,1-2 451 16</inkml:trace>
  <inkml:trace contextRef="#ctx0" brushRef="#br0" timeOffset="102663.65">31628 8524 280 0,'5'-6'666'0,"-4"1"321"0,1 1 131 16,0 0-231-16,-2-1-284 0,1 1-162 0,1 1-100 15,-2 0-28-15,0 1-7 0,0 2-3 16,0-1-11-16,0 1-28 0,0 0-42 0,0 1-55 16,-3 2-53-16,-1 2-37 0,-1 2-25 0,1 6-11 15,-4 3-1-15,-2 3-6 0,2 6 2 0,-1 4-6 16,-2 4-3-16,1 5-2 0,1 2 1 16,-5 7 6-16,3 1-3 0,-2 1-2 0,-1 4-1 15,-1 1-1-15,0 0-7 0,2 0-3 0,-3 1-3 16,3-3-1-16,1 1-2 0,1-3-8 0,3-3-1 15,-1-1 1-15,4-6 0 0,0-2-2 16,3-7 0-16,1-4 4 0,2-3-3 0,-1-3-1 16,4-4-2-16,-1-2 0 0,-2-5-1 0,1-1 1 15,0-1 0-15,-1-4 1 0,-1-1-2 0,0-3-7 16,0-4-10-16,0-2-21 0,-1-3-44 16,-3-2-70-16,3-1-66 0,-4-3-88 0,2 0-153 15,-2-1-213-15,2-3-271 0,0 0-212 0,-1 1-195 16,2 0 56-16,2-1 487 0</inkml:trace>
  <inkml:trace contextRef="#ctx0" brushRef="#br0" timeOffset="103168.13">31762 8956 83 0,'10'-5'584'15,"-4"3"433"-15,-1-1 162 0,0 1-90 0,-1 2-421 16,0 0-257-16,-3 2-166 0,-1 1-89 0,3 3-33 16,-3 1-2-16,-3 5 34 0,3 2 36 15,-1 2 33-15,-3 4 21 0,0 2-6 0,-1 2-24 16,0 2-39-16,-1 2-48 0,-4-2-43 0,2 4-35 15,0 2-20-15,0-3-13 0,-2 4-7 0,2-3-4 16,-1 0-2-16,0-1-1 0,5-4 0 0,-3-1-3 16,2-3 0-16,2-4-1 0,0-1-3 15,0-6-12-15,0 1-27 0,1-6-59 0,1-1-58 16,1-4-54-16,-2-4-88 0,1-6-122 0,1-1-151 16,1-4-197-16,1-3-220 0,-2-2-208 0,1-1-19 15,4-2 316-15,-4-2 438 0</inkml:trace>
  <inkml:trace contextRef="#ctx0" brushRef="#br0" timeOffset="103684.11">31814 8824 28 0,'7'-3'428'16,"-2"0"364"-16,1 2 233 0,-2-3 15 15,1 3-337-15,0 1-228 0,-2-1-141 0,2-1-91 16,3 2-48-16,-4 2-31 0,1-1-32 0,2 0-33 15,-1 3-4-15,3-2-12 0,-1 3-6 0,0 1-9 16,0 1 52-16,1 0 31 0,0 0-8 16,0 0-4-16,-2 3 29 0,2-2 6 0,-4 3-40 15,-2-2-19-15,-2 2-10 0,-1 0-7 0,0 0-32 16,-1 0-17-16,-2 0-10 0,-2 1-14 0,-4 1-8 16,2-1-5-16,-2 0-5 0,0 0-1 15,-1 0-3-15,2 0 0 0,-2 1-2 0,-1-4-1 16,5 2 0-16,0-1-1 0,1-1 1 0,1 2 0 15,1-4-1-15,2 3-1 0,2-2 1 0,2 0-1 16,1 1 1-16,1-1-1 0,3-1 1 0,2 0 1 16,2 1 0-16,0-1 0 0,2 2 0 15,2 0 2-15,-2-1 0 0,1 1 0 0,-1 0 0 0,-1 0 0 16,-4-2 1-16,0 4-2 0,-2-3 2 16,-4 2 0-16,-1-1 1 0,-4 2 2 0,-1-3 6 15,-5 3 5-15,-4-1 4 0,-1-1 5 16,-5 2 2-16,1-1 2 0,-4-1-3 0,-1 2-5 15,1-2-3-15,-2-1-6 0,1 0-2 0,3-2-3 16,-2 0-2-16,2-2-2 0,3 1-2 0,2-2-1 16,3-1 0-16,1 0-2 0,1-2-1 15,5 2-1-15,-1 1-1 0,2-3-1 0,1 0-4 16,4 0-11-16,-2 2-28 0,4-2-58 0,1 0-71 16,0 3-86-16,2-3-149 0,2 1-211 0,-1-1-299 15,2 2-253-15,0-1-190 0,1 3-2 0,2 0 457 16,-1-1 510-16</inkml:trace>
  <inkml:trace contextRef="#ctx0" brushRef="#br0" timeOffset="103930.12">32196 9458 400 0,'9'7'927'0,"-4"-1"299"0,-4 3-26 16,1 1-289-16,-4 4-299 0,1 1-173 16,-3 3-58-16,0 1-40 0,-5 1-40 0,-1 5-45 15,-3-2-60-15,-1 2-60 0,0-4-62 0,0 2-35 16,1-3-20-16,0-1-10 0,4-1-6 0,-1-5-3 16,4-2-2-16,0-3-16 0,1-3-48 15,3-2-68-15,1-5-76 0,1-2-139 0,3-5-232 16,-1-3-317-16,2-2-278 0,4-5-206 0,-2-2-9 15,2-1 484-15</inkml:trace>
  <inkml:trace contextRef="#ctx0" brushRef="#br0" timeOffset="104110.2">32296 9219 172 0,'4'-9'762'16,"-3"3"418"-16,1 1 54 0,-4 5-151 15,-1 0-457-15,0 2-294 0,-5 2-160 0,0 3-80 16,0 0-38-16,0 0-24 0,-2 2-7 0,1 0-7 15,3 0-5-15,1 0-3 0,-1 0-6 0,5 0-2 16,1 0-8-16,1 2-45 0,4-3-94 0,-1 3-164 16,3-2-292-16,-1 5-272 0,2-1-254 0,3 1-96 15,0 2 281-15,2-1 479 0</inkml:trace>
  <inkml:trace contextRef="#ctx0" brushRef="#br0" timeOffset="104461.46">32474 9538 66 0,'-2'-9'623'0,"-2"2"494"0,-3-3 166 0,-1 2-100 16,-1-2-322-16,-1 2-239 0,1-2-149 15,-4 3-94-15,4-2-64 0,-4 2-58 0,2 1-61 16,0 2-73-16,1-1-49 0,1 2-28 0,3 1-16 16,-2 1-10-16,3 2-8 0,2 3-6 0,1 0-2 15,0 0-3-15,4 4-1 0,1-1 1 16,0 2-1-16,4 2 0 0,-1-1 0 0,2 1 0 15,1 4 0-15,-1-3 0 0,0 1-1 0,2 2 1 16,-4-2 0-16,0 3 0 0,-2-2 0 0,-1-1 0 16,-3 1 0-16,-2 0-1 0,-1-3 1 0,-3 4 1 15,-2-3 0-15,-5-2 1 0,-1 2-2 16,-3-1 1-16,-3-1-2 0,0-1 0 0,-4 0-1 16,1-1 1-16,-1-2 0 0,0-1 1 0,2 0 2 15,2 0-2-15,4-4 0 0,2 1-5 0,2-2-12 16,6-2-32-16,1 1-59 0,3-4-65 0,2 0-73 15,4-2-126-15,4 0-177 0,0-2-291 0,4 0-233 16,3-2-210-16,3 2-92 0,0-1 337 16,2 1 530-16</inkml:trace>
  <inkml:trace contextRef="#ctx0" brushRef="#br0" timeOffset="104727.26">32521 9685 255 0,'7'12'789'16,"-4"0"379"-16,-2-2 43 0,-1 3-225 0,-1-2-356 0,-2 0-208 15,1 0-98-15,-1-2-42 0,1-1-21 0,1-2-26 16,-1 0-28-16,2-1-37 0,2-5-42 16,1-3-30-16,0-1-23 0,3-4-14 0,4-1-7 15,-1-3-6-15,1-1-9 0,2-2-8 0,-1-3-5 16,2 0-4-16,1-2-3 0,-2 1-9 0,-2 1-4 16,0 0-1-16,-4 1-3 0,-2 3 0 0,-1 0 0 15,-3 0-1-15,-2 5-1 0,-3 0-1 0,1 3-1 16,-5 3 0-16,-1 3-1 0,2 0 0 0,-2 3 0 15,-1 2-9-15,2 2-39 0,-1 1-66 16,2-1-68-16,-1 1-101 0,-1 1-176 0,4 0-314 16,-1 0-289-16,1 0-223 0,5 1-145 0,-1-1 243 15,4 2 591-15</inkml:trace>
  <inkml:trace contextRef="#ctx0" brushRef="#br0" timeOffset="105494.12">32635 9137 272 0,'0'1'733'16,"0"0"356"-16,-2-1 86 0,1 2-245 0,1-2-348 15,0 0-204-15,0 0-150 0,0 2-88 0,0-2-58 16,0 0-30-16,0 1-21 0,3 0-3 0,-2 1 7 16,3 0 0-16,1-1 17 0,1 2 31 0,0 1 18 15,7 1 3-15,-4-1-9 0,4 4-3 0,0-2-17 16,-1 0-25-16,4 1-18 0,-2-1-12 0,0 2-1 15,1-1-7-15,-1-1-2 0,-5 2-1 0,3-3-2 16,-3 2 52-16,-3-1 41 0,-1-1 30 0,-2 1 13 16,-1-1-1-16,-2 1-2 0,-2 0-43 0,-1-1-29 15,-2 1-23-15,-1 0-15 0,-5 0-7 0,1 1-5 16,1-1-3-16,-3 2-6 0,0-1-3 0,1 0-2 16,-1-1 0-16,0 2 3 0,0-3 2 0,1 2 3 15,-1-2 1-15,2 0-2 0,0 1 1 0,2-4-5 16,2 0-2-16,-3 1-3 0,4-2-1 0,0 0 0 15,2-1-2-15,-1-1 0 0,1 1-2 16,2-1-2-16,1-1-3 0,0 1-17 0,0-2-41 16,1 0-67-16,2 0-64 0,1-2-101 0,-1 1-165 15,2-1-297-15,-2 1-283 0,3 2-216 0,2-3-164 16,-3 3 206-16,0-2 569 0</inkml:trace>
  <inkml:trace contextRef="#ctx0" brushRef="#br0" timeOffset="105929.02">32993 9193 296 0,'9'-1'738'0,"-1"0"307"15,-4 1 49-15,3 0-262 0,-1 0-275 0,0 1-195 16,-1 0-139-16,2 2-57 0,-3 0-29 0,1-1-30 16,3 2-22-16,-4 1-14 0,3 1 6 15,-1-2 9-15,1 4 11 0,0-3 3 0,0 5 7 16,1-2 38-16,-2 2 4 0,3 0-13 0,-2-1-23 16,1 4-12-16,-3-3 3 0,-1 0-27 0,1 1-6 15,1-1 0-15,-3 0 7 0,-1 0 6 0,-2-1-15 16,-2 2-11-16,1-3-13 0,-4 1-7 0,-1-1-5 15,0-1-8-15,-2 0-6 0,-4-1-3 0,2 1-3 16,-3-1-5-16,-3-1-3 0,2-1-3 0,-3-1 0 16,2 0-1-16,0 0-1 0,-2-2 0 0,4 1 0 15,0 1-1-15,0-2 0 0,4 0 0 16,1 1-1-16,0-2-1 0,0 0 0 0,3 2-2 16,0-2-10-16,4 1-26 0,-2-1-42 0,1 0-64 15,0 2-62-15,1-2-102 0,1-2-140 0,0 2-183 16,0-1-267-16,1-1-217 0,3 2-192 0,0 0 74 15,1 0 423-15</inkml:trace>
  <inkml:trace contextRef="#ctx0" brushRef="#br0" timeOffset="106343.91">33196 9460 56 0,'2'9'519'16,"-1"2"410"-16,-1 1 197 0,-1 1-6 0,1 1-379 15,0 0-263-15,-2 3-174 0,2 0-103 16,0-1-51-16,2 1-58 0,-2-1-36 0,3-1-26 16,0-2-14-16,1 1-9 0,0-2-6 0,2-3-2 15,1 0-1-15,-2-3 9 0,3 0 3 0,2-3 5 16,-2 0 4-16,4-4 3 0,0-3-3 0,-1-1 5 15,0-1 11-15,2-3 12 0,-4-3 11 0,3-2 17 16,-2 1 3-16,-2-3 12 0,1 0 11 0,-2-1 13 16,-2 0 20-16,-4-2 0 0,-1 0 1 0,0 0-20 15,-3-1-22-15,-3-3-23 0,0 3-27 0,-2-1-17 16,-3 3 0-16,0 0 5 0,0 1-6 0,-1 4-1 16,-2 1-3-16,1 4-3 0,1 1-11 15,-1 3-7-15,-1 3 0 0,5 1 0 0,-3 3-2 16,2 0-1-16,2 3-1 0,0 0-11 0,3 2-26 15,-3-2-56-15,4 1-56 0,0 0-59 0,3 0-100 16,1-1-146-16,1-1-209 0,1-1-235 0,3 0-219 16,1 0-178-16,0 1 123 0,0 1 454 0</inkml:trace>
  <inkml:trace contextRef="#ctx0" brushRef="#br0" timeOffset="107460.21">33396 8866 137 0,'-3'0'439'16,"-1"0"250"-16,3 0 170 0,-1 0-126 0,0 0-218 15,2 0-131-15,0 0-79 0,0 0-50 0,0 0-24 16,0 2-15-16,0-1-15 0,0 2-21 0,0 0-19 16,0 0-21-16,2 3-23 0,0 2-20 15,-1-1-17-15,1-1-12 0,0 3 0 0,-1 1 14 16,1-1 2-16,-1 2 30 0,4 0 26 0,-4 1 8 15,2 1 13-15,1 1-11 0,0 0-9 0,1 6-35 16,2 1-31-16,-1-4-2 0,-2 0-14 0,3 3-7 16,-1-2-5-16,1 2-1 0,0-3-2 0,0 3-13 15,-1-2-13-15,1 0-7 0,-3 0-4 16,4-1-3-16,-3 1 0 0,0 0 0 0,-2-2 6 16,0 2 5-16,0-1 3 0,-1-2 1 15,-1 2 0-15,3-2 2 0,-4 1-7 0,1-2-5 16,2 2-5-16,-1-1 0 0,-2-1-2 0,0 2 0 15,0-3-1-15,-2 1 2 0,-1-3 1 16,2 3-2-16,-3-2 1 0,3 1 0 0,-4-2-1 16,2 1 0-16,0-1-1 0,-2-1 2 0,2 1-2 15,-1-2-1-15,0 0 1 0,1-2 0 16,1 2 0-16,1 0-1 0,-1-3 0 0,0 1 1 16,2 0 0-16,0-1-1 0,0 0 0 15,0 0 0-15,0 0 0 0,0 0 0 0,2 0 0 16,0 1-2-16,-2 0 1 0,1 0 1 0,-1 4 0 15,0-3 1-15,0 3 1 0,0-1-1 16,0 2 9-16,-1 0 3 0,-1 2 5 0,0-2 0 16,1 1 0-16,-2 1 0 0,1-1-7 0,-1 0-4 15,-1 1 0-15,1 0 0 0,-1-1 1 16,1-2 2-16,1 0-1 0,-1 1-1 0,0-1-1 16,1-2-2-16,1 1-1 0,-3-2-1 0,3 3-1 15,1-3 0-15,-4 2 0 0,3-2 0 0,-1 3-1 16,1-4 1-16,-4 1 0 0,4 0-1 0,-2-2 0 15,1 1-1-15,0-1 1 0,1 0 0 16,-1 2-1-16,-1-2 1 0,0 1 0 0,-1 2 1 0,1-1-2 16,-3 0 1-16,3-1 0 0,0-1 0 0,0 1 1 15,-1-1-1-15,1 1 1 0,-2 1-1 0,1 1 1 16,-2 0 0-16,1 2 0 0,-2-2-1 0,3 0 0 16,-1 0 0-16,0 0-1 0,-1-1-1 15,0 3 2-15,-1 2 0 0,1-1 1 0,-3-1-5 16,-1 3 3-16,2-1-4 0,0-1-2 0,-1 1-3 15,1-3 0-15,0 2 3 0,0 0-2 0,0-2 5 16,-1 3 1-16,0 0 2 0,0-1 0 0,0-2 1 16,1 1 0-16,0-2-1 0,2-2 1 0,-1-1-1 15,2-1 0-15,2 2 0 0,-2-5 0 0,4 1 1 16,-2-1 0-16,1-1-1 0,-1-1 2 0,2 0-1 16,-1 0-1-16,0-1 0 0,2-1 0 0,-1-1-1 15,1 1-1-15,1-3 0 0,-1 1 0 0,2 1-2 16,0-3-7-16,2 0-15 0,-2 0-34 0,1-1-71 15,-3-2-78-15,0 0-154 0,0 2-283 0,0-4-323 16,0 4-345-16,-2-1-222 0,1 0 44 0,-1 1 640 16</inkml:trace>
  <inkml:trace contextRef="#ctx0" brushRef="#br0" timeOffset="120226.74">19374 13206 153 0,'0'0'397'15,"-1"0"193"-15,1 0 136 0,0 0-166 0,0 0-183 16,0 0-95-16,0 2-52 0,1-2-28 16,-1 1-27-16,0-1-15 0,2 0-23 0,0 1-12 15,-2-1-16-15,0 2-15 0,1-2-12 16,-1 0-7-16,0 0-1 0,3 2 2 0,-3-2 5 16,2 0 8-16,-2 0 14 0,0 0 6 0,0 0 11 15,2 0-4-15,0 1-14 0,0-1-5 16,0 0-9-16,-2 0-10 0,1 0-25 0,1 0-12 15,-1 1-7-15,-1-1-10 0,4 0-10 0,-3 2 8 16,2-1 3-16,-1 1 5 0,1 0 3 16,0 2-1-16,-1-1-5 0,1 0-11 0,2 0-2 15,-1 0-6-15,0-1-3 0,-3 2 0 16,2-2 0-16,1 0-1 0,0 1-1 0,0 0 51 0,2 0 33 16,-3-2 12-16,2 4 11 0,-1-3 1 15,1 2-5-15,0 1-40 0,3-2-29 16,-2 0-15-16,-1 1-12 0,1 0-2 0,1 0-1 15,0-1-6-15,0-1-2 0,-1 3 5 0,2-2-2 16,0 0-2-16,-2 2 0 0,2-3 1 16,-1 2 1-16,-1 0 0 0,2-1 2 0,-4 2 1 15,1-3-1-15,2 3 2 0,-3-3-2 16,2 1 1-16,-2 0 0 0,0 0-3 0,1-1 1 16,0 2 30-16,0-1 29 0,0 0 11 0,1 0 5 15,-2 0 4-15,1 0 0 0,0-1-29 16,0 0-23-16,0 0-15 0,1 1-5 0,-2-2-7 15,0-1-2-15,0 2 2 0,1-1-2 16,-1 1-1-16,0-1 0 0,2-1 0 0,-1 2 2 16,-2-1-1-16,2-1-4 0,0 0 3 0,-2 1 0 15,2-1 0-15,1 2 0 0,-3 0-1 16,0-1 1-16,2-1 0 0,0 1-1 0,-2 1 2 16,2-2-2-16,1 0 0 0,-3 2 1 15,4-2-2-15,-4 1 2 0,2-1 0 0,-1 0-2 16,2 1 2-16,-1-1-1 0,0 2 1 0,0-2-1 15,0 3 1-15,-1-3 1 0,0 1 0 0,2 1 0 16,-2 1 0-16,0-3-1 0,0 2-2 16,1-2 2-16,0 3-2 0,-2-2 0 0,3 1 0 15,-3-1 1-15,2-1-1 0,0 2 1 16,-2 0-1-16,2-2 1 0,-2 0-1 0,3 0 0 16,-1 2 1-16,0-2-1 0,-2 2 2 0,2-2 1 15,-2 0 0-15,5 2 0 0,-5-2 0 0,0 1-1 16,2-1 0-16,-2 1-1 0,0-1 1 15,2 2 0-15,-2-2 0 0,3 2 0 0,-3-2 1 16,1 0 2-16,1 1-3 0,-2 0 2 16,2-1-1-16,-4 2 0 0,4-1-2 0,-1-1 0 15,0 2 1-15,0-2 1 0,0 0-1 0,-1 2 3 16,2-2-2-16,-2 2 0 0,0 0 1 16,3-2-1-16,-3 1 1 0,4 1 0 0,-4-2 1 15,2 1-2-15,0 1-1 0,-1-1 0 16,1-1-1-16,-1 2 1 0,0-1 0 0,0-1-3 15,-2 2 5-15,3-1-2 0,-2-1-2 0,0 1 2 16,2-1 0-16,-2 0 0 0,0 2-2 16,0-2 3-16,-1 0-1 0,1 0 0 0,-1 0 0 15,1 0 0-15,0 0 2 0,0 0-3 16,2 0 2-16,-2 0-1 0,0 0-1 0,0 0 1 16,1 0-1-16,-1 0 1 0,0 0 1 0,0 0-1 15,0 2 2-15,3-2-1 0,-1 0-1 0,-2 1 1 16,2-1 2-16,-2 1-2 0,2-1-1 15,0 0 1-15,-1 2 1 0,1-2-2 0,-2 0 0 16,1 2 2-16,0-2-2 0,0 0 0 16,-1 0-1-16,0 0 0 0,0 0 1 0,2 0 0 15,-4 0 1-15,2 0 0 0,1 0 0 0,-3 0-1 16,2 0-1-16,1 0 1 0,-3 0 0 16,2 0 0-16,1-2 0 0,2 2 1 0,-5 0 0 0,4 0 0 15,-2-2-2-15,0 2 2 16,1 0 0-16,1 0-1 0,-4 0 1 0,2 0-2 15,2 0 2-15,-2 0-2 0,0 0 1 0,0 0 1 16,0 0-1-16,1 0 1 0,-1 0-1 16,0 0 0-16,2 0-1 0,-1 0 0 0,1 0 1 15,2 2 0-15,-3-2 0 0,3 0 1 16,-1 2 0-16,-2-2-2 0,3 1 1 0,-4-1-1 16,2 0 1-16,-2 0 0 0,2 0 0 0,-1 0 2 15,0 0-1-15,-3 0 1 0,2 0-1 0,-1 0-1 16,0 0 0-16,-1 0-1 0,2 0 2 15,-1 0-3-15,0 0 1 0,-1 0 0 16,2 0 2-16,-1 0-2 0,2 0 1 0,0 0 0 16,-3-1-1-16,2 1 1 0,1-2 1 0,0 2 0 15,0 0-2-15,-3-2 0 0,2 2 3 0,1 0-1 16,0-1 0-16,-1 1 0 0,0-1-1 16,2 1 0-16,-2 0 0 0,2 0 0 0,0 0-2 15,1 0 1-15,-1 0 1 0,0 0-1 16,-1-2 0-16,1 2-2 0,0 0 3 0,0 0 0 15,1 0 2-15,-1 0-1 0,-2 0-1 0,2 0 1 16,0 0-2-16,-1 0-2 0,1 0 2 16,-1-2 0-16,0 2 0 0,1 0 0 0,-2-1 1 15,2 0 0-15,-1-1 0 0,1 1 0 16,-1-1 0-16,0-1 1 0,1 2 0 0,-2-2 0 16,2-1-1-16,-2 2 1 0,0-1-1 0,3 0 0 15,-3 0 0-15,0 0-1 0,1 2 2 0,-1-3-1 16,2 2 0-16,-2 0 2 0,0-1-1 15,3 0 0-15,-3-2-2 0,2 0 0 16,-2-1 2-16,4 0-2 0,-4-1 3 0,2 0-1 16,1-1-1-16,-2-1 0 0,1 1 0 0,0-2 0 15,2 1 0-15,-3 0 0 0,1 0 0 0,-1 0 1 16,1 2-2-16,0 0 1 0,-2 0 0 16,2 0-1-16,0 0 1 0,1 0 0 0,-1 1 0 15,0 0-1-15,-1-1 1 0,1 1 0 16,3-2-1-16,-4 2 1 0,1-2 0 0,0 1 0 15,2 0 0-15,-3 0 0 0,4-4 1 0,-2 4 0 16,-1-1 1-16,0 0 1 0,0-1-1 16,0 0 0-16,1 0 0 0,-2 2-1 0,0 0-1 15,0-4 0-15,0 3 1 0,1 1 0 16,-4-1-2-16,5 1 2 0,-3-2-1 0,2 1 0 16,-2 1-1-16,0-1 1 0,2 1 0 0,0-1-2 15,-2-3 2-15,3 3-1 0,-1-1 0 0,0 0 1 16,0 0-1-16,0 0 3 0,-1 0-2 15,2 0 0-15,1 0-1 0,-4-1 0 0,2 3 1 16,0-2-1-16,-1 1-2 0,1 0 4 0,-1-1 1 16,0 1-2-16,-1-1 0 0,0 1 0 15,0-1 0-15,1 1-2 0,-3 0 2 0,2-1 3 16,-1 1-2-16,2-2 1 0,-2 1 1 0,1 3 0 16,0-6-1-16,1 3-2 0,-1 0 0 15,0-2 0-15,0 3 1 0,0-1 0 16,1-3 0-16,0 1-1 0,-1 0 1 0,0 1 0 15,1 0-1-15,-1-1 0 0,0 1-1 0,-1-2 3 16,1 1-1-16,-2 0-1 0,1 1 0 0,0 0 0 16,-1-1 0-16,-1 1-2 0,3-1 2 15,-1 0 0-15,-2-1 0 0,0 2 1 0,1 0 0 16,-1-2-2-16,0 0 0 0,3 0-1 16,-3-1 2-16,0 1-1 0,2 1 1 0,-2-3 0 15,0 2-2-15,2-1 1 0,-2-1-1 0,0 2 1 16,1 0-2-16,-1 0 1 0,0 0-1 15,2-1 1-15,-2 3-1 0,1-5 2 0,1 4-1 16,0-3 0-16,-1 1 2 0,1-1 0 0,0-1 2 16,-1 0-2-16,2 0 1 0,-3 0 3 15,3 0-3-15,-1 0 3 0,-1 3-3 0,1-2 0 16,-1 3 0-16,3 1-1 0,-3-3 1 0,1 2 0 16,-1 1 0-16,4 0-1 0,-1-2 2 15,-1 0-2-15,3 0 1 0,-2-2 0 0,5 1 1 16,-3-2 1-16,0 1 1 0,3-1-2 15,-2 1 1-15,1-1 1 0,3 2-2 0,-5 0-2 16,2 1 1-16,-1 1-1 0,-1 0 0 0,2 5 0 16,-4-4-1-16,3 3 1 0,-1-1-1 15,-1 2 1-15,3 0-1 0,-4-1 0 0,1 1 0 16,2 0 0-16,-4 1 1 0,2 1 0 16,1 0 1-16,-3-1 0 0,2 1-1 0,-2 0 1 15,0 2-1-15,0 0-3 0,1-2 1 0,-3 2 0 16,2 0 2-16,2 1 0 0,-4-1-1 0,2-1 1 15,-1 2-1-15,1-3 0 0,1 1 0 16,-1 1 0-16,0 0 1 0,0-2 1 0,0-1-1 16,3-1 0-16,1-3 0 0,-1 1 2 15,2-3-2-15,0 3-2 0,0-2 2 0,0-1 0 16,-2 1-1-16,3-1 0 0,-1 1-1 0,0 0-1 16,-1 0 0-16,-1 1 2 0,0 2 0 15,-1-1 1-15,-2 2 1 0,0 0 1 0,1 2 6 16,-3-1 8-16,3 2 3 0,-3 0 3 15,1-1-1-15,-1 0 1 0,2-1-5 0,-1-1-9 16,-1 0-3-16,2 0-4 0,2-2-1 0,-2 0-1 16,1 1 0-16,1 0 0 0,-2-1-2 15,3 1 1-15,-3 0 1 0,0 2 1 0,0-1 0 16,-1 2-1-16,-1 2 2 0,1-1 0 16,0 0-1-16,-1 1-1 0,1 1 0 0,-2-1 1 15,2 1 0-15,-2 1-1 0,0-2 0 0,0 2 3 16,0 0-1-16,0 0-1 0,0 0 0 0,0 0 0 15,1 0 1-15,-1 0-2 0,0 0 1 16,0 0-1-16,0 0 1 0,0 0-2 0,0 0 0 16,0 0-1-16,2 0 0 0,-1 0 2 15,-1 0 0-15,0 0 0 0,2 2 1 0,1-1 0 16,-2-1 0-16,1 3-1 0,1-1 1 0,-1-1 2 16,1 2-1-16,0 1 1 0,0 0 0 15,1 1 1-15,-3-2-1 0,2 4-1 0,-1 0 1 16,1 1 0-16,-2 0 0 0,1 0 0 15,-2 3 0-15,1-1 0 0,-1 0 0 0,0 3-1 16,2-3 1-16,-2 3-1 0,0-2 1 0,0 1-1 16,0 0 0-16,0 1 1 0,0-2 0 15,0 3-1-15,0-3 0 0,-2 3 2 0,2 0 0 16,-1-1-1-16,-1 1 0 0,2-1-1 16,-1 1 0-16,-4-1 0 0,4 1-1 0,-1-1 0 15,1 1 0-15,-1-2 1 0,0 1-1 0,1-1 0 16,-1 1 0-16,2 0 0 0,-1-1 0 0,1 0 0 15,0 0 1-15,-2-2-2 0,2 3 0 16,-2-3 0-16,2 0-1 0,0 1 1 0,0 0 0 16,0 0 0-16,0 0 1 0,0 0-1 15,-1-1 0-15,1 2 0 0,0-1 1 0,0-2-1 16,-2 4 1-16,2-2 0 0,-2 0-2 0,2 1 1 16,0-1 1-16,-1 1 0 0,1-2 0 15,0 2 1-15,-2-1 1 0,2 2-1 0,0-4 0 16,-1 3 1-16,1-1-2 0,-5-1-1 0,5 0 1 15,-1 0-1-15,-1 1 0 0,1-3 1 16,-1 1 1-16,0 1 0 0,2-2 1 0,-1 1-1 16,-1 0 1-16,0-2-2 0,2 3 1 0,-1-3 1 15,-1 1-2-15,2-1 1 0,-1 1 0 16,1-1 0-16,0 1-1 0,-2 1 0 0,2-2 0 16,0 1 1-16,0 0-2 0,0-1 1 15,0 4 0-15,0-4 0 0,0 0 0 0,0 0 0 16,2 1 1-16,-2 0-1 0,0-1-1 0,1-1 1 15,-1 1-1-15,0 0-1 0,2 0 2 16,-2-1 0-16,1 0-1 0,-1 0 1 0,0 1 1 16,2 0 0-16,-2 0-1 0,0-1 1 15,2 0 0-15,-2 2-1 0,1-1 0 0,-1 1 0 16,0-1 0-16,0 1 0 0,0-1 1 0,0-1-1 16,0 2-1-16,0-1 1 0,0 0 0 15,-1 2 1-15,-1-1-2 0,2 1 1 0,-2 1 2 16,1-2 0-16,-1 3-2 0,2-2 0 0,-1 1 0 15,-1 0-1-15,0 0 0 0,2 1-1 16,-3-3 1-16,3 1-1 0,0 2 0 0,-1-2 2 16,1-1-1-16,0 3 1 0,-2-3-1 0,-1 3 3 15,3-1 0-15,-1 0 0 0,-1 1-1 16,1-1-1-16,1 0 1 0,-2 1-2 0,0 0 0 16,1-1-1-16,-1 1 1 0,2-1 2 0,-2-1-1 15,-1 0 1-15,2 1 0 0,-1 0 1 16,0-1-2-16,1 0 0 0,-1-2-1 0,1 1 1 15,-1-1 1-15,-1-1-1 0,3 1 0 0,-1-2 0 16,-1 1 1-16,1 0-1 0,-1-1-1 16,0 1 1-16,1 0 0 0,1 0-1 0,-4-2 0 15,3 2 2-15,-1 2-1 0,1-1 0 16,-3 1 2-16,3-1-1 0,-1 0-1 0,1 0 0 16,1 4 0-16,0-4 0 0,0 0-1 15,0 0 0-15,0 1 1 0,0-2-1 0,0 0 0 16,0 0 1-16,0 0 0 0,0-2 0 0,0 3 0 15,1-3 0-15,-1 1 1 0,0 1-1 16,0-2 0-16,0 2 1 0,0 0 0 0,0 0 1 16,0 0-2-16,0 1 1 0,0-1 0 0,-1 2-1 15,1 1 1-15,0-4-1 0,0 3 0 16,0-1 0-16,0 0 1 0,0 0-1 0,0 1 0 16,0 0 1-16,1-1-1 0,-1 2 0 0,0 0-1 15,2 0 0-15,-1 1 1 0,1-3-1 16,0 1 1-16,-1 0 0 0,1 1 0 0,-1-2 0 15,3 1 0-15,-3 1 0 0,-1-3-1 16,2 1 0-16,0 0 0 0,-1-2 1 0,-1 0 0 16,2 1 1-16,-1 0-1 0,2-1 0 0,-1-1 0 15,-2 1-1-15,1-1 1 0,1-1-1 16,-1 0 1-16,-1 1-1 0,0 1 1 0,4-3 0 16,-4 2-1-16,1 3 2 0,-1-3-1 15,3 2 1-15,-3-2-1 0,2 2 0 0,0 2 0 16,-1-2-1-16,3-1-1 0,-3 3 1 0,2-2 0 15,2 0 1-15,-2-1 0 0,0 2 0 0,0-1 1 16,0-1 0-16,1 1 0 0,-1-2-2 16,0 0 1-16,0 1-2 0,3-2 2 0,-3 2-1 15,1-1 1-15,-3-1 0 0,3 0-1 16,-1 0 2-16,2 0-1 0,-4 2-1 0,4-3 0 16,-1 3 1-16,1-3 0 0,-2 4-1 0,2-1 0 15,0-1 0-15,0-1 0 0,0 2 0 16,1 0 0-16,0-1 0 0,0 1 0 0,1 0 1 15,-1-1 0-15,3 0 0 0,-2 2-1 0,-1-1 1 16,2-2 0-16,1 1-2 0,-1 1 2 16,-1-3 0-16,2 2 0 0,-3 0 0 0,2-1 0 15,1 1 0-15,-3-1 0 0,1 0-1 0,2-1-1 16,-5-1 1-16,4 0 1 0,-2 1 0 16,-1-1 0-16,2 1 0 0,-3-1 0 0,1-1 1 15,-2 0-1-15,3 2 0 0,-2-2 0 16,-3 0 2-16,1 0-1 0,-1 0 0 0,3 0 0 15,-4 0-1-15,0 0 0 0,1 0-1 0,-1 0 1 16,0 0 1-16,2 0 0 0,-2 1 1 16,0-1-2-16,0 0 0 0,1 2 0 0,-1-2 0 15,0 0-1-15,2 1 0 0,-2-1 0 16,2 2 2-16,-2-2-1 0,0 0 0 0,1 0 0 16,-1 0 0-16,2 0 1 0,-2 0-1 0,1 0-1 15,-1 0-1-15,0 0 0 0,2 0 2 16,-2 0 0-16,2 0 0 0,-2-2 1 0,2 2 0 15,-2-1 1-15,2 1-2 0,-2 0 1 16,2-2-1-16,-2 2 0 0,0 0 0 0,1 0-2 0,1 0 1 16,-1 0 0-16,3 0 1 0,-3 2 0 15,4-2 0-15,-2 0 1 0,2 1 0 0,3-1 1 16,-4 0-2-16,4 0 0 0,1 0 0 16,0 0 0-16,-1 0 0 0,1-1 0 0,1 1-1 15,1 0 1-15,0-2 0 0,1 2 1 16,-2-1-1-16,0 1 0 0,0 0 0 0,2 1 0 15,-4-1 0-15,2 2 0 0,0-2 0 0,0 1 1 16,-4 1 0-16,3-2-1 0,-1 0 0 16,-1 1-1-16,-1-1 0 0,3 0-1 0,-2 2 1 15,-3-2 2-15,1 1-1 0,-1-1 2 16,0 0-1-16,1 0 0 0,-4 0 0 0,1 0-1 16,-1 0 0-16,1 0 0 0,0 0-1 0,-2 0 2 15,0 0-1-15,1 0 0 0,-1 0 1 16,0 0 0-16,0 0-1 0,0 0 0 0,0 0 0 15,0 0-1-15,2 0 1 0,-2 0 0 0,0 0 0 16,2 0 0-16,-2 0 0 0,0 0 0 16,1 0 0-16,1 0 1 0,-1 0-1 0,3 2 0 15,-3-2 0-15,4 1-1 0,-1-1 0 0,3 0 0 16,-2 2 1-16,-1-2 0 0,3 1 0 16,0-1 1-16,0 0-1 0,1 1 0 0,-2 1 0 15,3 0 0-15,-1-1 0 0,0 2 0 16,2 0 0-16,-1 0 1 0,-1 0-1 0,2 0 0 15,1 0 1-15,-2 2-1 0,1-2-1 0,1-1 1 16,-2 1-1-16,3 1 1 0,-2-1 0 16,0 0 0-16,0 0-1 0,0-2 0 0,0 2 2 15,0 0-1-15,0-1-2 0,0 1 2 16,0-2 1-16,-1 2 0 0,2-1-1 0,-1 1 1 16,-4-2-1-16,5 2 0 0,-2-2 0 0,0 3-2 15,1-2 2-15,-2 2-1 0,2-3 1 0,1 2 0 16,-3 0-2-16,0-2 2 0,1 1 0 15,0 1 1-15,1-1 0 0,-2-2 0 0,1 0 1 16,-1 3-1-16,0-3 0 0,0 1 0 16,0-1-1-16,-2 2 1 0,1-1 0 0,-1 0-1 15,1 2 1-15,0-3-1 0,1 0 0 0,-1 2 0 16,-1 0-1-16,3 0 0 0,-1-1 0 16,0 0 0-16,0 1 1 0,1-2 1 0,0 0 1 15,-3 2-2-15,0-2 2 0,0 0-1 16,1 1 0-16,-4-1-2 0,0 1-1 0,-1-1 2 15,-1 0-1-15,3 2 0 0,-4-2 1 0,1 1 0 16,-1-1 0-16,2 0 0 0,-2 0 0 16,1 2 0-16,-1-2 1 0,0 1 0 0,2-1 2 15,1 0-2-15,-3 0 0 0,0 0 0 16,1 2-2-16,-1-2 1 0,0 1-1 0,2-1 0 16,-1 2 1-16,1-2-1 0,-2 1 1 0,3-1-1 15,-1 2-1-15,0-2 0 0,1 1 0 0,2 1 1 16,-4-2 1-16,6 1 0 0,-1-1 0 15,-2 0 0-15,3 2 0 0,-1-2 0 0,2 1 0 16,1-1 0-16,1 2 0 0,0-1 0 16,4 0 1-16,-5-1 1 0,5 4-1 0,-1-3 1 15,3 0-1-15,-3 1 0 0,1 0 0 0,0-1-1 16,-1-1 0-16,2 1 0 0,-3-1-1 16,2 2 0-16,-3-2 0 0,-1 0 0 0,0 0 0 15,-2 0 0-15,0 0 1 0,0 0 0 16,-2 0 0-16,1 2 1 0,-1-2 0 0,-1 1 0 15,0 0 1-15,1-1-1 0,-2 5 0 0,3-5 0 16,-2 2-2-16,1 1 1 0,2-2-1 16,0 1-1-16,-2 0 1 0,2 1 0 0,1-3 1 15,1 4 0-15,0-2-1 0,2-1 1 16,-1 0 0-16,2 1-1 0,-1-2 1 0,1 2 0 16,3-2 0-16,-2 1 0 0,3 0 1 0,-2-1-1 15,0 2 1-15,2-1-1 0,0 1 1 0,-1-1 1 16,-1-1-3-16,1 2 1 0,0-2 0 15,-1 0 0-15,-2 0 0 0,0 0 0 0,0-2 1 16,-5 2-1-16,1 0 0 0,-4-1-1 16,3 1 1-16,-4 0 0 0,0 0 0 0,-3 0 0 15,1 0 0-15,0 0 1 0,-1 0 0 0,1 0 0 16,-2 0 0-16,1 0 0 0,-1 0 0 16,0 0 0-16,2 0-1 0,-2 0-1 0,0 0 0 15,2 0 2-15,-2-2-1 0,0 2 1 0,1 0-1 16,-1-1 1-16,2 1-1 0,-1-2 0 15,-1 2-1-15,5 0 1 0,-4-1 0 0,-1 1 0 16,3-1 0-16,1 1 0 0,-3 0 0 16,3-2 0-16,-3 2 0 0,2 0 0 0,1 0 0 15,0 0 0-15,0 0 0 0,0 0-1 16,-1 2 1-16,2-2 0 0,-2 0 2 0,4 0-2 16,-4 0 0-16,2 0 0 0,1 0 0 0,-3-2 1 15,2 2-1-15,-4 0 1 0,4-2 0 0,-3 2-1 16,1-1 1-16,-1 1-2 0,-1 0 0 15,-1 0 0-15,2 0 2 0,-1 0-1 0,-1-1 1 16,3 1 0-16,-1-2-1 0,-1 0 1 0,-1 0-1 16,2-2-1-16,-1 1 0 0,3-1 1 15,-3-3-1-15,2 1 1 0,1 0 0 0,-1-1 0 16,0 1 2-16,2-1-1 0,1 1 1 16,0-1-2-16,1 1 0 0,-2 0-2 0,1-1 1 15,1 1 1-15,0 0-1 0,-1 0 0 16,-1 0 1-16,3 1 1 0,-4 1-1 0,1 1-1 15,-1-1 1-15,0 1 0 0,0 0-1 0,-3 1 1 16,2-1 0-16,1 0 0 0,-2 1 0 16,2-2 0-16,-3 0 0 0,1 0 0 0,1-1 0 15,-1-1 1-15,1 1-1 0,2-1 0 16,-4-2 0-16,6 2-1 0,-3-1 0 0,1 0 1 16,0 1 1-16,1-1-1 0,0 1 0 0,-1 0 1 15,4-1 1-15,-1 1-3 0,-1 0 1 0,2 0 0 16,-1 1 0-16,2-1-1 0,-2 2 0 15,2-2 1-15,-1 2-1 0,0-2 1 0,2 1 1 16,-1 1-1-16,-2 1 1 0,0-2 1 0,-1 3-2 16,0-2 0-16,-3 1-1 0,1 2 1 15,-2 1-1-15,1-3-1 0,-2 3 2 0,2 0 0 16,-4 0 0-16,1 3-1 0,-1-2 2 0,0 2 0 16,-1 1 0-16,1-2-1 0,0 2 0 15,-2 0 2-15,0 0-3 0,2-1 1 0,0 1 0 16,-2 1 0-16,2 0 0 0,0-1 0 15,0-1-1-15,0 2 1 0,0-3 0 0,0 0 0 16,0 1 0-16,2-2 0 0,0 1-1 0,1 0 1 16,-1-1-1-16,1 0 0 0,0-1 1 15,4 2 0-15,-3 1-1 0,4-3 1 0,-2 0 0 16,2 0 0-16,2 0 0 0,1 2 1 16,-2-2 0-16,1 3 0 0,2-2-1 0,-2 1-1 15,-2 0 1-15,4 1 0 0,-3 1-1 0,0-1 1 16,0 2 1-16,-1-1 0 0,0 2-1 0,0 0 0 15,0 0 1-15,-2-1-1 0,1 3 0 16,-2 0 0-16,-1-1 0 0,1 2 2 0,1-1-1 16,-1 1-1-16,0 0 1 0,0 0-1 15,0-1 0-15,-2 2 1 0,3-2 0 0,-3 3 0 16,2-2 0-16,-2 1 1 0,2 0-1 0,-4-1 1 16,4 1-2-16,-2-1 0 0,2 3 0 15,-2-3 0-15,2 2 1 0,-4-2 0 0,3 1 0 16,-1-1 2-16,0 0-1 0,0 0-1 15,0 0 0-15,2-1-1 0,-4-3 1 0,2 3 0 16,1-2-1-16,1 0-1 0,-2 0 1 0,0 0 0 16,0 0-1-16,5-1 1 0,-5-1 1 0,2 0-1 15,0 1 1-15,-1-2-1 0,1 0 1 16,2-1-1-16,-1 1 0 0,0-3 0 16,0 1-1-16,-1-1 1 0,2-1 1 0,-1 1 0 15,0-3-1-15,-1 3 0 0,0 0 1 0,0-2-1 16,-1 2 0-16,2 0-1 0,-3 0 0 0,1 0 0 15,-1 2 0-15,0-2 1 0,0 3-1 16,1-2 1-16,0 2 2 0,1 1-1 0,-1 0 1 16,1-1 0-16,2 2-1 0,-2-3-1 15,4 3-1-15,-1-2 0 0,1 0-1 0,1 0 0 16,2-2 0-16,1 2 2 0,3 0 0 0,-2-1 0 16,3 0 0-16,-1 2 0 0,3-3 0 15,-3 2 1-15,5-1 0 0,-3 0 0 0,0 2 1 16,3-2-1-16,1 3 0 0,-5-5-1 15,4 2-1-15,-1 1 0 0,-1-3 0 0,2 2-1 16,-4-1 1-16,4 0 1 0,-3-1 0 0,-1 1 1 16,0 2 1-16,-3-3-1 0,3 2-1 0,-4 2 0 15,1-3 0-15,1 2-1 0,-1-1 0 16,-3-1 1-16,0 0 0 0,1 2-1 0,0-1-1 16,-3-1 2-16,0-1-1 0,1 2-1 15,-2-1 1-15,0 1 1 0,-2-2 0 0,-1 1 0 16,-2 1 0-16,2-2 0 0,-2 1 0 0,-3 1 0 15,3-1 0-15,-3 2 0 0,0 0 1 16,0 0 0-16,0 0 0 0,0 0 0 0,0 0-1 16,-1 0 0-16,1-1 0 0,0 0 0 0,0 0 0 15,0 1 0-15,0-3 0 0,0 0 0 0,0 0-1 16,1 0 0-16,-1 0 0 0,0 0 1 16,2 0 0-16,-2 0 0 0,2 0 0 15,-2 0 1-15,0 0-1 0,0 0 0 0,0 0 1 16,0 0-1-16,0 0 0 0,2 0-1 0,-2 0 1 15,0 0 0-15,0 0-1 0,0 0 1 0,0 0-2 16,0 0 2-16,0 0 0 0,0 0 1 16,2 0 0-16,-2 0-1 0,2 0 1 0,-1 0-1 15,1 0 0-15,-1 0-1 0,1 0 1 16,0-3 0-16,-1 1 0 0,2 1 0 0,-1-2 0 16,1 0 1-16,0 2-1 0,1-5 0 0,-3 1 0 15,5 1 0-15,-3-2 1 0,2-2 0 16,0 0 0-16,-2-2 1 0,4 2-1 0,-1-4 0 15,-3 2-1-15,2-2-1 0,-1 2 1 0,0 1 0 16,-1 0 0-16,0-1-1 0,0 2 2 16,0 1 0-16,-1 1-1 0,-1 0 0 0,2 2-1 15,-3 1 1-15,4-1 0 0,-3-1 0 0,1 2 0 16,-1 0 0-16,3 2 1 0,-3-2-2 16,3 1 1-16,-3-1 0 0,2 2 1 15,2 0-1-15,-2-1-1 0,2 0 1 0,-4 1 0 16,4 1 0-16,-2-1 0 0,2-1 0 0,-2 2 1 15,3-2-1-15,1 2 0 0,-2-2 0 0,-1 2 0 16,1 0-1-16,2 0 0 0,0 0 1 16,0 0 1-16,-1 0-1 0,0 0 1 0,-1 0 0 15,3 0 0-15,-3 2-1 0,1-2 0 16,0 2 0-16,-1-2-1 0,1 2-1 0,1-1 2 16,-3 0 0-16,0 1 1 0,1 1 0 0,-1 0-1 15,1 0 0-15,-1 0 0 0,0 1-1 16,-1 1 2-16,0 1-2 0,0-2 3 0,1 2-2 15,0 0 0-15,1-2 0 0,-1 3 0 0,1-1 0 16,0-1 1-16,2 2 1 0,-3-2-1 16,4-1-1-16,-2 0 1 0,1 1 0 0,-1-1-1 15,2-1 1-15,-4 2 0 0,1-1 1 0,2 0 0 16,-2 1 0-16,-1 0-1 0,2-1 0 16,1 1 0-16,-2 1 0 0,-1-1-1 0,1 2 0 15,2 0 0-15,-1-1 0 0,-3 0 0 16,2 2 0-16,-1-3-1 0,1 3 1 0,2-2-1 15,-1 3 1-15,-2-4 0 0,1 0 1 0,2 2 0 16,-2-1 1-16,-1 0-1 0,4 0 0 16,-2 0-1-16,-1-2 1 0,2 2-1 0,-3 1 2 15,4-1-1-15,-3 0 1 0,1 1-2 0,1 0 1 16,-3-1-1-16,4 2 0 0,-2-1 0 16,1 1-2-16,-1-2 3 0,3 1-1 0,-1 0 0 15,0-1 0-15,0 2 0 0,3-3 1 16,-3 2 0-16,2-3 2 0,1 2-2 0,-2-2 1 15,-1 0 0-15,3-1 0 0,-1 0-2 16,-2 0 0-16,0 0-1 0,-1 0 1 0,1 0-1 16,0 0 1-16,-1 0 0 0,0 2 0 0,0-3 1 15,-1 3-1-15,1 1 1 0,-1 0 0 0,2-4 0 16,0 4 0-16,-2-1-1 0,0-3-1 0,2 2 1 16,-2-3-2-16,2 2 1 0,0-3 0 15,2 2 1-15,-4-2-1 0,0-2 1 0,3 2 1 16,-5-3 0-16,4 2-1 0,-2-3 1 0,1 2 1 15,-2-2-2-15,-1-1 2 0,1 3 1 16,-2-3-1-16,2 2 0 0,-4 0 0 0,3-1 1 16,-3 0-1-16,1 2-1 0,-1-3 0 0,3 2-1 15,-3-1 0-15,1-1-1 0,-1 1 1 16,4 1-1-16,-4 0 0 0,2 0 0 0,-3 0 1 16,4 1 0-16,-3 1 0 0,1-2-1 15,0 1 1-15,1 0 1 0,-2 2-1 0,3-3 1 16,-3 2-1-16,2-1 1 0,1-3 0 0,-2 3 0 15,3-3 0-15,-3 1-1 0,1 0 1 16,-1-2 0-16,1-2-1 0,0 1 0 0,-1-1 0 16,1 0 1-16,0-2-1 0,-1 3 1 0,0-1-1 15,0 1 0-15,0 1 1 0,-2 0-1 16,1 0 1-16,-1 1-1 0,2 1-1 0,-2 1 1 16,1-2-1-16,1 2 1 0,0 0 0 15,-1 1 0-15,2-3 0 0,-1 2 0 0,0 1 0 16,-1 0 0-16,2-1 0 0,-1 2 0 0,0-1 0 15,-1 2 0-15,4-2 0 0,-4-1 1 16,2 3 0-16,-1 0 0 0,0-2-1 0,-1 2 0 16,2 0 0-16,-1 0-1 0,0 0 1 15,-2 0 0-15,1 0 0 0,1 0-1 0,0 0 2 16,-2 0-1-16,3 0-1 0,-3 0 1 0,0 0 0 16,0 0 0-16,1 0 0 0,-1 2-1 15,0-2 1-15,3 0 1 0,-1 0-2 0,-2 3 1 16,1-1 0-16,-1 0 0 0,3 2 1 0,-3-2-2 15,4 3 1-15,-3 0 0 0,1-3 0 16,1 3 0-16,0-1 0 0,1 1 1 0,-1-1 0 16,0-1 0-16,1 1 1 0,-1 1-1 0,1 0 0 15,-3 1 0-15,3 1 0 0,-3-3 0 16,1 2-1-16,-2 1 1 0,1 1 0 0,-1-3-1 16,0 3 0-16,0-2 0 0,-1 1 1 15,1 0 0-15,0-1 0 0,0 2-1 0,0-3 0 16,0 2-1-16,0-1 1 0,0-1-1 0,1 1 0 15,-1-2 0-15,2 1 1 0,0-1 0 16,-1-1-2-16,1 0 1 0,-1 0 0 0,4 0 0 16,-4 0 1-16,1 0 1 0,1 0-1 0,-1 0 2 15,3 2-2-15,-2-3 0 0,0 3 0 16,0-3 0-16,2 3 0 0,2-3 0 0,-2 2 1 16,0-2-1-16,2 2 1 0,-1-2 0 15,2 2-1-15,-2-2 1 0,0 0-1 0,2 1 1 16,2-2-1-16,-2 1 0 0,1-2 1 0,-1 1-1 15,1-1 0-15,-1 0 0 0,-1 0-1 0,-1-1 2 16,0 1-1-16,1 0 0 0,-2 0 1 16,-1 0 0-16,1 1-1 0,3 1 1 0,-5-2-1 15,2 1 1-15,0 1-1 0,-2-1 0 16,2 1 0-16,-1-1 1 0,1-1-1 0,-1 2-1 16,1-2 1-16,2 0-1 0,-2 0 0 15,1 0-1-15,2-2 2 0,0 1 0 0,-2-2-2 16,0 0 2-16,4 1 0 0,-4-1 0 0,0 2-1 15,-1-1 1-15,2 1 0 0,0-1 1 0,-2 2 0 16,0 2 0-16,0-1-1 0,0-1 1 0,2 3-1 16,-2-1-1-16,1 1 1 0,1 0-1 15,1 0 0-15,-1 0 1 0,1 0 0 0,2-1 0 16,1 2 0-16,-3 0 0 0,1-1 0 16,3 0 0-16,-2 1 0 0,2 1 0 0,-3-3 1 15,2 3-1-15,0-2 0 0,0 2 0 0,0 1 0 16,1-1 0-16,-2 1-1 0,1-2 1 0,1 2 1 15,-2-1 0-15,2-1-1 0,-3 1 1 16,4-3 1-16,-2 2-2 0,1-3 1 0,-2 1-1 16,0-1 2-16,0-1-2 0,-2-1 0 15,0 1 1-15,0-2-1 0,-3 1 1 0,3-1-1 16,-3 0 0-16,-4 1 1 0,4 0 0 0,-3-3 0 16,-1 4 0-16,3-1 0 0,-4 0 0 15,3-1 0-15,-3 2 1 0,0 0-1 0,0-1 0 16,0 1 1-16,0-2 0 0,0 1 0 15,0-1-2-15,0 1 1 0,0 0-1 0,0-3 1 16,0 1-1-16,0 0 0 0,-2 0 0 0,1-1 0 16,1 0-1-16,0-2 0 0,0-3 0 15,0 5 0-15,0-5 0 0,0 1 1 0,0 2 0 16,1-1 0-16,1 0-1 0,-2 1 1 16,1 0 0-16,-1 0 0 0,5 1 0 0,-4-1 0 15,1 1 0-15,-1 1 0 0,3-1 0 0,-3 3 0 16,1-2 0-16,-1 3-2 0,1 0 2 0,0-1 0 15,-1 2-1-15,1 0 1 0,0 0-1 16,1 0 2-16,-3 0-1 0,1 2 1 0,-1-1 0 16,5-1-1-16,-5 3-1 0,1-1 1 15,1-1 1-15,-1-1-1 0,-1 1 1 0,2-1-1 16,0 2 0-16,-1-2 0 0,-1 3 0 0,2-3 0 16,0 0 0-16,1 0 0 0,-2 0 0 15,3 0 0-15,-3 0 1 0,2 0-1 0,2 0 0 16,-2 0 0-16,0 0 1 0,0 2 0 15,2-2 0-15,-2 5 0 0,1-3 1 0,-3 2 1 16,2-2 1-16,2 2-1 0,-1 0 0 16,0 0 0-16,-1 1 0 0,0-1-1 0,0 2-1 0,1 0 0 15,-3 0 0-15,1 2 1 0,-1-2-2 16,-1 1 2-16,2 0-1 0,0-1 0 16,-2 2-1-16,0-2 1 0,0 2 0 0,0-1-1 15,0-1 1-15,0 2-1 0,0-1 0 0,0-1 1 16,0 2-1-16,-2-2 1 0,2-1-1 0,-2 3 1 15,2-2-1-15,0-1 0 0,0-1 0 16,2 0-1-16,0-3-1 0,-2 0 2 0,2-2 0 16,-2 0 0-16,4-3 1 0,-3 1 0 15,1-3 0-15,1 2 1 0,-1 0-2 0,1-2 1 16,-2 2-1-16,3-1 1 0,-3 3 0 0,2-3-1 16,1 1 0-16,-3-1 1 0,4 0-1 15,-2 1 1-15,-2-2-1 0,3 0-1 0,0 0 1 16,0 0 0-16,-1-1 0 0,0-3-1 15,0 1 0-15,3 0 1 0,1 2-1 0,-3-2 1 16,1 0-1-16,0 2 1 0,0 1 0 0,-1 0 1 16,3 1-1-16,-4 1 2 0,0 0-1 0,-1 1-1 15,1 2 0-15,-1-1 0 0,1 2 0 16,-2-3 0-16,-1 3-1 0,2-2 1 0,1 2 0 16,-2 0-1-16,-1 0 1 0,2-2 0 15,-1 2 1-15,1 0-1 0,0 0 0 0,-2 0 1 16,1-3-1-16,1 1 1 0,0 1-1 0,-2 1 1 15,0 0 0-15,3-1-1 0,-3 1 0 16,3-2 0-16,0 0 0 0,2 1 0 0,1 0 1 16,0-1 2-16,4 0 1 0,0 0 0 15,0-2 1-15,3 2 0 0,1-1 0 0,1 0-1 16,-1 0-1-16,0 0-1 0,2-2-1 0,0 2 1 16,-1 2 0-16,0-1-2 0,0 1 1 15,0 0 0-15,-2 2 0 0,-1 0-1 0,-1 1 1 16,0-1 0-16,-1 2 0 0,-2 0-1 15,0 0 0-15,-1 0 0 0,0 2-1 0,-3-2 1 16,1 1 0-16,2 0-1 0,-3 0 0 0,-1 0 1 16,-1 0 0-16,-1 1 1 0,3-1-1 0,-3 1 1 15,1-1 0-15,-1 0 0 0,-1 0 0 16,4 1-1-16,-4-1 2 0,0-1 0 0,0 2-1 16,0-1 1-16,-2 1 0 0,0-1-1 15,2 1 1-15,-1 1-1 0,1-4 1 0,-2 3 0 16,2 1-2-16,0-4 1 0,0 4 0 0,0-1 0 15,0-1-1-15,2-1 0 0,-1 2 0 16,3-3 1-16,-1 3 1 0,2-2-1 0,-2 0 1 16,4 0 1-16,-2 0 0 0,3 0 1 0,0 0 1 15,5-1 1-15,-4 2-1 0,3-2-1 16,2 3 0-16,-2-2 0 0,2 0 0 0,1-2-1 16,0 4 1-16,2-3 0 0,0-2-1 15,0 2 0-15,4 1 0 0,-3-3-2 0,0 0 1 16,3 1-1-16,-3-1 0 0,-2 0 0 0,3 0 0 15,-3 1 0-15,0-1 0 0,-2 4-1 16,0-4 0-16,-1 4 1 0,-2-1-1 0,3 0 0 16,-2 0 0-16,-2 0 1 0,-2 1-1 0,2-1 0 15,-2 2 0-15,1-2 0 0,-1 1 1 16,-1 0-1-16,-1 1 1 0,2 0-1 0,-4-1 1 16,1 0 0-16,2 1-1 0,-2-1 0 15,-1 1 1-15,2-1-1 0,-1 3 0 0,0-2-1 16,0-1 2-16,0 0-1 0,2 1 1 0,-2-1-1 15,1 2 1-15,1-2 0 0,-2 1 0 16,-1 0-1-16,2-1 0 0,1 0 0 0,-2 1 0 16,-1-1 0-16,3 1 0 0,-1-1-1 0,-3 0 1 15,2-1-1-15,-2 2 1 0,2-3 0 16,-4 3-1-16,4-2 1 0,-3 0 0 0,-1 0 1 16,3 1-1-16,-4-1 1 0,2 1 0 15,0 1-1-15,-2 0 0 0,2-1 0 0,-2 2 0 16,0-1 0-16,1 0 0 0,-1-2 0 0,2 2-1 15,-1-1 0-15,-1 0 1 0,4-1 0 16,-3 0-1-16,1 0 1 0,-1-2 0 0,3 2 0 16,-3 1 1-16,1-3-1 0,-1 0 0 0,1 2 0 15,0 0 0-15,-1-2 0 0,4 2 0 16,-4-1 0-16,1 0 0 0,-1 0 0 0,3-2 0 16,-3 2-1-16,1-2 1 0,-1 0 0 15,1 0 0-15,0-2-1 0,1 1 2 0,-2 0-1 16,3-1 0-16,2 0 0 0,-3 1 0 0,0-2 0 15,0 2 0-15,0-1 0 0,1 1 0 16,-3-1 0-16,3 1 0 0,-1-2 1 0,-2 1-1 16,2 1-1-16,-1-1 1 0,-1-1 1 0,1 2-1 15,-2-2 0-15,1 1 0 0,1-1 0 16,0 2 0-16,-2-2 0 0,1-1 0 0,1 1 0 16,-1 1 0-16,1-2 0 0,0 0 0 15,-1-1 0-15,3 1 0 0,-3 1 0 0,1 0 0 16,-1 0 0-16,-1 0-1 0,2 0 0 0,1 2 1 15,-2-1 0-15,-1 2 0 0,2-1 0 16,-1 1 0-16,3-2 0 0,-3 2 0 0,3-1 0 16,-1-1 0-16,-2 1 0 0,3 0-1 15,-1-1 1-15,0-1-1 0,4 0 0 0,-2-2 1 16,2 1 0-16,-1-2 0 0,3-1 0 0,-1 1 0 16,0-1 0-16,0 0 0 0,2-1-1 0,-2 2 1 15,0 0 0-15,-4 2 0 0,1 1 0 16,3-2 0-16,-3 2 0 0,-4 2 0 0,4-1 0 15,-2 1 0-15,1 0 0 0,-1 1 0 16,-2 0-1-16,4 0 1 0,-2 0 0 0,-2 0 0 16,3 0 1-16,-3 0-1 0,2-2 0 0,1 2 0 15,-1-3 1-15,0 0-2 0,0 1 1 0,3 0 1 16,-3 2-1-16,1-4 1 0,1 3 0 16,-2 0 0-16,2-2-1 0,-1 3 1 15,2-2 0-15,1 2 1 0,-2-2-1 0,3 2 2 16,-2 0 0-16,5-3 2 0,-3 1 1 0,1 1 2 15,2 1 0-15,-1-1 2 0,-1-1-2 0,2 1-1 16,-1-1 0-16,0 2-2 0,-1-1-2 16,-3 1 0-16,0 0 0 0,-2 1 0 0,-1 1-1 15,-1 2 1-15,-1 2-1 0,1-2 1 16,-2 2-1-16,-2 3 0 0,2-1 0 0,-1 0-1 16,1-1-1-16,0 2 1 0,0-2-2 0,0 1 1 15,0-2 0-15,0-1 0 0,1 2 0 16,-1-3 0-16,2 3 1 0,-2-2 0 0,0 0 0 15,1 0 0-15,-1 0-1 0,0-3 0 16,0 3 1-16,0-1-1 0,0 1 0 0,-1-3 1 16,1 3 0-16,0 1 0 0,-2-1 0 0,2 0 0 15,-1 0 0-15,1 1-1 0,0-1 1 0,0-1-1 16,0 2 0-16,0 2 0 0,0-2 0 16,0 1 0-16,1-1 0 0,-1 2 0 0,2-1 0 15,-1 0 1-15,4 2-1 0,-4-2 0 16,2 0 0-16,1-1 0 0,-1 2 1 0,0-2 0 15,2-1 1-15,0 1 0 0,1 1 0 16,0-3 1-16,-1 0 0 0,1 0 0 0,1 1 1 16,0-3 0-16,0 2 1 0,1-4-1 0,-3 2 1 15,-1-2-1-15,2 0 1 0,1 0-1 16,-2-2 1-16,-1 2 1 0,1-4-1 0,2 3 1 16,-1-3-2-16,-3 2-1 0,2-2 1 0,-1 3-1 15,0-1-1-15,0 1 0 0,0 0 1 16,0 1-2-16,1 0 1 0,0 0 0 0,1 1 1 15,2-1 0-15,3 1 1 0,-2 2 2 0,1-1 0 16,4 0 1-16,-3-2 0 0,5 2 0 16,-3 2-1-16,2-3 0 0,1 3 0 0,0-4-2 15,0 4 0-15,3-1-2 0,-5 0 1 0,3 0-2 16,0 0-1-16,-2 1 0 0,0-1 0 16,-2 2 0-16,0-1 0 0,0 0-1 0,0-1 1 15,-4 2-1-15,5 0 0 0,-3-1 0 16,1-1 1-16,0 1-1 0,-1 0 1 0,3-2-2 15,-3 2 1-15,2-3-1 0,1 3 0 16,-1-2 1-16,1 0 0 0,-1 0 0 0,2-1 2 0,-3-1 0 16,1 0 1-16,1 0 0 0,-2 0-1 15,2-1 0-15,1 1-1 0,-1-2 1 0,-1 2 0 16,1 0 0-16,0 0 0 0,-1 0-1 16,3 0 1-16,-4 0 0 0,6 2 0 0,-6-1 0 15,6-1-1-15,-6 0 0 0,4 1 0 0,-5-1 0 16,3 2-1-16,-3-2-1 0,-2 0-4 15,-5 1-8-15,-1 2-16 0,-6 0-30 0,-5 2-75 16,-1 1-101-16,-9 0-196 0,1 1-294 16,-5 1-362-16,-3-2-415 0,-1-1-202 0,-2-1 258 15,1 2 807-15</inkml:trace>
  <inkml:trace contextRef="#ctx0" brushRef="#br0" timeOffset="131896.94">20962 12121 127 0,'3'-1'372'0,"-2"1"184"0,3 0 134 15,-4 0-151-15,1-2-176 0,1 2-91 16,-1-2-45-16,-1 2-11 0,2-1 10 0,0 0 6 16,-1-1 6-16,-1-1-7 0,2 2-9 15,-1-1-19-15,1 1-24 0,-2-1-23 0,2-1-20 16,-1 1-24-16,2 0-21 0,-1 0-18 0,-1-1-13 15,-1-1-11-15,3 1-8 0,1-2-2 16,-3 1-1-16,2-2 1 0,1 1 3 0,-1-1 3 16,0 0 3-16,0 1 15 0,2-1 17 15,-1 2 15-15,0-2 9 0,-1 0 7 0,0 0 3 16,2 1-4-16,0-3-6 0,1 2-6 0,-3-3-3 16,2 5-8-16,-2-7-11 0,0 5-12 15,4-2-14-15,-4 1-14 0,3-2-12 0,-2 2-7 16,1-3-4-16,-1 3-2 0,0-3-2 15,0 4 5-15,0-3 3 0,2 2 1 0,-3 0 1 16,2-1 1-16,0 2-1 0,2-1-6 0,-3 1-5 16,2-2-1-16,-1 1-4 0,2 3-2 0,-3-2 0 15,1-1 0-15,0 1-1 0,1 0 0 16,0 0-1-16,-1 1 3 0,-2 1-1 0,2 0 0 16,0 0 0-16,-2-1 1 0,3 0 0 15,-1-1-1-15,-2 2-1 0,2-1 1 0,-2 0 0 16,1-1 1-16,0 0-2 0,1 1 1 0,-2-1 1 15,0 0 0-15,0-1-2 0,1 2 0 16,-3-1 2-16,2 0 1 0,1 1-2 0,-3-1 0 16,4 0 0-16,-2 0-1 0,0-1 1 15,0 1 0-15,0 0 2 0,1-2 0 0,-3 0 0 16,4 1 0-16,-3 0-2 0,1-1 0 0,-2 1 0 16,4 0-1-16,-4 1 1 0,2-1 0 15,1 0 0-15,-1 1-1 0,0 0 0 0,0-1 1 16,1 0-1-16,-1 0-1 0,0-1 0 15,1 0 0-15,1-1-1 0,-2-1-1 0,2 0 0 16,0 1 3-16,-2-2 0 0,2 1 0 0,-2-1 2 16,3 2-1-16,-3-2 0 0,1 3-1 0,-3-3 0 15,4 2 1-15,-2-1-1 0,2-1 0 16,-2 0 1-16,2 0 0 0,-1-3 0 0,0 2 0 16,0-1 0-16,0 1 0 0,-1-1 1 15,0 1 0-15,0-1-1 0,2 1-1 0,-4 2 1 16,2 1-1-16,-1 0 0 0,0-1 1 0,1 0-1 15,-2-1 0-15,3 1 2 0,-3-1-1 16,3 1 0-16,-1-2 0 0,0 1-1 0,1-1 0 16,-1-1-1-16,2 1 0 0,-1-1 1 15,0-1-2-15,1 1 1 0,3-2 1 0,-4 1 0 16,1-1-1-16,0 0 0 0,0 1 0 0,-2-1 1 16,2 1-2-16,-1 0 2 0,0 3 0 15,-1-3 0-15,-2 1 1 0,3 2-1 0,-3-1 1 16,1 3-2-16,-1-2 1 0,1 4 0 15,0-2 0-15,-2 3 1 0,1 0-2 0,1-2 2 16,-1 1-1-16,-1 2-1 0,2-2-1 0,0 0 2 16,-1 1 1-16,-1-1-1 0,5 0-1 0,-4 1 2 15,1-3-1-15,-1 1 0 0,1 1 0 16,0-1-1-16,-1 2 1 0,-1 0 1 0,2 0 0 16,-1 0 0-16,1 0-1 0,0 0 2 15,-2 2-3-15,1-2 0 0,-1 2 1 0,0-1-1 16,2 0-1-16,-1 3 0 0,-1-3 2 0,0 1 1 15,0 2-1-15,2-3 2 0,-2 2 0 0,0-2 0 16,2 3-1-16,-1-2-1 0,-1 2 1 16,0 0 0-16,0-1-1 0,0 2 4 0,0 1 5 15,0-2 2-15,-1 2 3 0,-1 0-1 16,2 0 2-16,0 0-4 0,-2 0-4 0,2 0-3 16,0 0-2-16,0 0-1 0,0 0 0 15,0 0-1-15,0 0 0 0,0 0 1 0,0 0-1 16,0 0 0-16,0 0 0 0,0 0 0 0,0 0 0 15,0 0 0-15,0 0 1 0,0 0-1 16,0 0 2-16,0 0-2 0,0 0 1 0,0 0-2 16,0 0 1-16,0 0 0 0,0-1-1 0,0 1 0 15,2 0-1-15,-2 0 2 0,0-2-1 16,2 1 0-16,-1-1 2 0,2-2 0 0,0-2 1 16,-1 0-1-16,3-3 1 0,-2-4-1 0,2 2 0 15,0-3 1-15,-1-1-1 0,2 2 0 16,1 0-1-16,-3 0 2 0,-2 2-1 0,1 3 2 15,1 0 3-15,-4 2 4 0,1 0 3 16,-1 2 3-16,0-1 0 0,0 3 0 0,0-3-4 16,-1 2-2-16,1-1-4 0,0-1-3 0,-2-1 0 15,2-1-3-15,0 1 1 0,0-1-1 16,0 1 0-16,0 0-1 0,2-1 0 0,-2 1-1 16,0 1 1-16,0-1 0 0,1 4 1 15,-1-4 0-15,0 3 1 0,0 1-1 0,0 1 0 16,0-4 0-16,0 5 0 0,0 0-1 0,0 0 0 15,0-2 1-15,0 2 0 0,0 0 0 0,0 0 0 16,0 0 0-16,0 0 2 0,0 0-2 16,0 0 0-16,0 0 0 0,0 2 0 0,0-2 0 15,0 0-1-15,0 0 0 0,0 0 0 16,0 3 1-16,0-3 0 0,0 0 0 0,0 2 0 16,0-2 1-16,0 0 0 0,0 0-1 0,0 0 1 15,0 0 0-15,0 1 0 0,0-1-1 16,0 1 0-16,0 0 0 0,0-1 0 0,0 3-1 15,0-3 0-15,0 2 1 0,0 0-1 0,0-2 0 16,0 0-1-16,0 2 1 0,0-2 0 16,0 0 1-16,0 0 0 0,0 0 0 0,2 0 0 15,-2 0 0-15,0-2 0 0,0 2-1 16,1 0 1-16,-1-2 0 0,2 0 1 0,1 2 0 16,-3-3 1-16,1 1-1 0,1 1 0 15,-1-1 1-15,1-1-1 0,-2 3 0 0,2-2 0 16,-2 2 0-16,0 0-1 0,1 0 0 0,-1 0 0 15,0 0 1-15,0 0 0 0,0 0-1 0,0 0 0 16,0 0-1-16,0 0 0 0,0 0 0 16,0 0 1-16,0 2 0 0,0-2 0 0,0 6 0 15,0-1 2-15,-1 1-1 0,1 0-1 16,-2 1 1-16,0 3 0 0,2 0 0 0,-3 1-1 16,2 3 0-16,-4-1 2 0,4 1-1 0,-2 2-1 15,-1-1 1-15,1 2 0 0,0 0 0 16,0 0-1-16,-1-1 2 0,1 2 1 0,-3 0 0 15,3-1 3-15,-2 0 0 0,4 0 0 16,-4 2-1-16,2 0 0 0,-2-1 1 0,2 2-2 16,-2-1 0-16,0 1 0 0,2-1-1 0,-2 1 1 15,2 0-1-15,0 0-1 0,-2-1 0 16,2 4 0-16,-3-4 0 0,3-2 0 0,0 4 1 16,-1-3-1-16,1 3 0 0,-2-2 0 15,2-1 0-15,2 1 1 0,-5-1-1 0,2-2 0 16,1 2-1-16,0-2 0 0,0 2 1 0,0-2-1 15,-1 0 1-15,1 1 0 0,1-2 1 0,-1 2 0 16,2-1 0-16,-4-2 0 0,2 2-2 16,3 1 1-16,-1-4-2 0,-3 2 0 0,3-1 0 15,-1 0 1-15,2 0 0 0,-1 1 0 16,-1-2 1-16,0 2-1 0,1-3 1 0,1 2-1 16,-4-1 1-16,4-1-2 0,-1 2 0 0,-1-2 1 15,1 0 0-15,-4 0 0 0,5-1-1 16,-1-1 1-16,-1 0 0 0,1 1 0 0,-3 0-1 15,3 0 1-15,-1 0 0 0,0 0 0 16,1 1 1-16,-1-2-1 0,1 2 0 0,-3-1 0 16,3 2-1-16,-1-3 1 0,1 3-1 0,-4 0 0 15,5 1 0-15,-1-3 1 0,-1 3 0 16,2-2-1-16,-1-1 0 0,1 3 1 0,0-1-1 16,-2-2 0-16,2 0-1 0,-2-1 1 15,2 0 0-15,0-2 0 0,-1 1 0 0,1-1 1 0,-2 1-1 16,0-2 1-16,2 1-1 0,-3-1 0 15,2 2 0-15,-1 1-1 0,-1-2 0 0,1 1 1 16,-1 2 0-16,0-1 0 0,0 1 0 16,2-1-1-16,-3 1 1 0,3 0-1 0,-3-1 0 15,4 1 0-15,-3-3 1 0,3 1 0 16,-1 0-1-16,1-2 0 0,-2-1 1 0,2 0-1 16,-2-1 0-16,2-1 1 0,0 0-1 0,0-4 1 15,0 3 0-15,0-2 1 0,0-1 0 16,0-1 1-16,0-2 0 0,-1-1 1 0,1-1-1 15,0-3 0-15,0-2-1 0,0 1 1 16,1-5-1-16,-1 1 0 0,4-3 0 0,-3 0-1 16,2 0 0-16,1-4 1 0,-3 1-1 0,4-2 0 15,-2-1-1-15,3 0 1 0,1-3-2 0,-1 2 1 16,1-2-1-16,0-2 1 0,1 1-1 16,-2-2 1-16,3-2 0 0,1-3-1 15,-2 0-1-15,0-2 2 0,0 0 1 0,0-3 1 16,-2-2 0-16,2 2 1 0,-1-1 0 0,-2 2 0 15,1-1 0-15,-2 2-2 0,1 3 1 0,-2-1-1 16,1 6 0-16,-1-2-1 0,0 4 1 16,0-1 0-16,2 2-1 0,-4 2 0 0,4 0-1 15,-2-1 1-15,0 3-1 0,2 0 0 16,-2 2 1-16,1-1 0 0,0 2 0 0,-1 0 1 16,0 1-2-16,1-1 1 0,-1 2 1 0,-2 2 0 15,3-1-2-15,-3 4 1 0,3 1 1 16,-3 3 0-16,-1 1-1 0,2 1 1 0,-2 0 0 15,0 3 0-15,0 0 0 0,0 2 0 0,-2 2 0 16,2-1-1-16,-1 4 2 0,-3 1-1 16,3 1 0-16,-3 1 0 0,1 0 1 0,0 3 0 15,0 0-1-15,0-1 1 0,-2 2 0 0,0 0 0 16,1-1-1-16,0 0 1 0,0 3 0 16,-1-1 1-16,0-1-1 0,-1 1 1 0,0 1-1 15,1 2 0-15,-2 0 0 0,-1 0 1 16,1 2-2-16,0 0 0 0,-1 1 1 0,0 0 0 15,-1 0-1-15,0-1-1 0,0 2 0 0,-3-1-1 16,2-1 1-16,1 0-2 0,-2 2-4 16,0-1-10-16,0-1-24 0,-3 2-53 0,1 0-72 15,-3-3-87-15,3 0-146 0,-2-1-253 0,2 1-310 16,-1-2-275-16,3 0-189 0,-1 1 35 16,0-1 533-16</inkml:trace>
  <inkml:trace contextRef="#ctx0" brushRef="#br0" timeOffset="141150.09">4449 10964 131 0,'6'4'600'16,"-3"2"344"-16,2 1 145 0,1 4-11 0,1 3-404 15,2 2-237-15,-1 8-48 0,3 4 12 16,2 7-25-16,-2 5-60 0,0 5-58 0,1 4-43 15,-2 2-66-15,0 6-62 0,-1 1-37 0,-1 2-20 16,0-1-9-16,-2 2-9 0,2-4-6 16,-3-2-7-16,-2-5-3 0,0-5-2 0,0-4-20 15,-1-7-52-15,-2-6-57 0,0-4-61 0,-2-6-124 16,-3-6-193-16,-1-6-298 0,-2-7-245 16,-1-6-215-16,-2-7-88 0,-2-7 368 0,-1-8 530 15</inkml:trace>
  <inkml:trace contextRef="#ctx0" brushRef="#br0" timeOffset="141683.01">4466 10953 177 0,'0'-21'753'16,"0"4"425"-16,-3 3 74 0,1 3-138 16,1 2-411-16,-1 2-233 0,2 1-112 0,0 2-67 15,-2 2-53-15,2-1-43 0,0 2-45 16,0 0-53-16,2 1-51 0,-2 0-31 0,3 1-10 15,2 0-6-15,0 4-7 0,6 1 4 0,0 2 9 16,0 3 5-16,6 0 3 0,1 1 0 16,1 2-2-16,3 3-6 0,3-3-1 0,-1 3 1 15,3-2-4-15,3 2 3 0,-3-3 4 16,3 1-9-16,-2 0-6 0,-1-1-3 0,-2 3 2 16,-4-3-3-16,0 5 9 0,-4-2 11 0,-6 3 7 15,-1 4 21-15,-4 1 12 0,-4 3 6 0,-4 4-7 16,-3 1 0-16,-1 3-3 0,-4 2-16 15,-2 1-11-15,1 1-6 0,-2 1-1 0,-3-2-5 16,3 0-3-16,-1-5-1 0,1-2-2 16,1-5 0-16,4-4-1 0,0-6-1 0,3-3-2 15,-1-4-2-15,5-2 0 0,2-4 0 0,5-1-1 16,2-6 4-16,5-3 0 0,4-1 2 16,1-4 1-16,6-1 0 0,-1-2-5 0,4 0 1 15,1 0 3-15,-1-1 0 0,2 3 2 16,-4 1-1-16,-3 0 6 0,-3 3-2 0,-3 4 0 15,-2 1-5-15,-6 3-3 0,-3 3-1 0,-3 5 0 16,-6 7 1-16,-2 1-3 0,-4 5 6 0,-2 0 2 16,-3 7 0-16,0-1 1 0,-3 1-2 15,1 3 0-15,-2-1 6 0,2-2 1 0,-2 0 1 16,3-3 2-16,0 0-2 0,2-5 1 0,1-4-13 16,4-2-46-16,1-3-71 0,3-3-70 15,-1-2-121-15,3-1-195 0,3-5-322 0,0 0-284 16,3-2-209-16,3-2-95 0,0-1 366 15,4-3 566-15</inkml:trace>
  <inkml:trace contextRef="#ctx0" brushRef="#br0" timeOffset="141897.37">5321 11670 102 0,'12'6'679'0,"-3"5"450"16,-3 2 122-16,-3 2-128 0,-1 3-381 0,-2 5-316 15,0 0-164-15,-2 4-75 0,1 1-51 0,-2 4-33 16,1-3-32-16,-2 2-30 0,2-2-22 16,0-1-25-16,1-3-30 0,1-5-33 0,0-3-85 15,-2-5-156-15,-3-3-273 0,2-5-280 16,-2-4-251-16,1-4-183 0,-4-6 181 0,0-5 512 16</inkml:trace>
  <inkml:trace contextRef="#ctx0" brushRef="#br0" timeOffset="142038.25">5195 11445 15 0,'0'-24'478'16,"-2"4"431"-16,1 3 244 0,-1 5-22 0,-4 2-334 15,3 3-342-15,1 2-185 0,-1 3-115 0,1 2-67 16,1 2-43-16,1 4-24 0,3 2-15 16,2 2-35-16,1 0-62 0,2 4-108 0,0 3-186 0,3-1-289 15,0 2-259-15,3 3-179 16,0-1 38-16,2 1 347 0</inkml:trace>
  <inkml:trace contextRef="#ctx0" brushRef="#br0" timeOffset="142399.32">5666 11559 241 0,'-3'-11'871'0,"-4"4"433"0,-2-1 85 16,0 1-112-16,-1 3-455 0,-4 0-288 0,1 3-150 15,-1-2-97-15,3 3-84 0,0 0-80 0,2 1-54 16,1 1-30-16,1 1-19 0,2 1-12 16,4 0-4-16,-1 5-3 0,5-2-2 0,-1 2-1 15,3 3 1-15,3-1 1 0,1 3-1 0,1 2 1 16,-1-2 0-16,4 3 2 0,-2-3 0 16,3 3 1-16,-1-1-1 0,-2 1 0 0,1 0 0 15,-2-1 0-15,-2 3-1 0,-2 0 0 16,0 2 0-16,-6 0 0 0,0-1-1 0,-6 5 0 15,0-3 0-15,-4 3 0 0,-4-2 0 0,2 1 0 16,-6-1-2-16,4 1 2 0,-3-5 0 0,1-1-1 16,0-3-2-16,2-3-10 0,1-3-22 15,2-4-44-15,3-4-67 0,0-3-61 0,4-5-75 16,2-4-121-16,2-2-162 0,4-3-225 0,1-2-209 16,3-3-209-16,3 1-72 0,3-4 298 15,3 0 478-15</inkml:trace>
  <inkml:trace contextRef="#ctx0" brushRef="#br0" timeOffset="142667.26">5987 11697 61 0,'13'13'555'0,"-2"3"416"0,-3 3 193 16,1-2-58-16,-2 5-368 0,-1-1-292 0,-1-2-180 16,0-2-91-16,1 1-58 0,-2-5-39 15,1-1-33-15,-2-5-22 0,2-2-9 0,0-4-6 16,-1-5-2-16,0-3 2 0,-3-7 1 15,1-4 4-15,-2-3 9 0,-2-3 10 0,-1-1 6 16,-3-3 4-16,0-2 2 0,-2 2-2 0,-4 0-6 16,0 1-2-16,-1 2 1 0,1 2-5 15,-3 1 4-15,1 7 0 0,1 1-7 0,1 4-10 16,-1 4-9-16,2 4-4 0,3 7-33 16,0 1-31-16,5 4-62 0,2 2-143 0,2 2-266 15,4 2-286-15,4 1-256 0,4-1-221 0,6 1 82 16,3 0 510-16</inkml:trace>
  <inkml:trace contextRef="#ctx0" brushRef="#br0" timeOffset="143183.59">7261 10801 516 0,'-9'-7'1030'0,"1"2"248"15,-1 0-31-15,-1 5-226 0,1 0-365 16,-1 3-186-16,4 3-114 0,-1 2-72 0,3 5-68 15,1 4-64-15,3 8-56 0,3 4-30 16,3 10-13-16,0 6-5 0,4 6-3 0,0 7-8 16,2 6-6-16,2 5-6 0,4 2-5 0,-4 4-6 15,5 4-4-15,0-3-2 0,0-1-3 16,1-6-4-16,2-4-2 0,-1-7-1 0,3-6-2 16,-1-10-4-16,-2-6-9 0,0-5-28 0,-3-7-58 15,-3-5-64-15,-3-4-75 0,-2-4-133 16,-4-6-196-16,-2-4-296 0,-3-4-243 0,-4-5-207 15,0-5-70-15,-2-2 399 0,0-3 538 16</inkml:trace>
  <inkml:trace contextRef="#ctx0" brushRef="#br0" timeOffset="143782.21">7636 11170 107 0,'8'-14'704'0,"3"1"460"0,-5 6 98 16,1 2-138-16,-1 4-348 0,1 3-263 16,0 6-113-16,1 3-58 0,0 4-43 0,0 4-39 15,1 3-49-15,-2 4-69 0,1 5-55 16,-2-1-33-16,2 7-12 0,-2-1-7 0,-1 3-8 16,0 0-3-16,1 1-2 0,-4-1-5 0,2-1-5 15,-2-4-5-15,1-2-2 0,-3-5-1 16,3-6-1-16,-3 0 7 0,0-6 4 0,0-5 4 15,-3-2 0-15,0-4-1 0,-3-4-1 16,1-4-6-16,-1-5-6 0,-1-4-4 0,-1-6-2 16,1-3 0-16,0-6-1 0,1-4 0 0,3-2 0 15,-1-2 1-15,4 0 2 0,2-1-1 0,1-1 1 16,2-1 1-16,3 2-1 0,3-1-1 16,0 2 0-16,2 1 1 0,4-1-2 0,2 3 0 15,0 0-1-15,3 3 0 0,2 2 0 16,-3 3-1-16,1 3 1 0,0 4 1 0,-3 1 0 15,-2 4 0-15,0 2 0 0,-4 4 1 0,-3 3 0 16,1-1 3-16,-5 5 2 0,0 1 1 0,-4 4 5 16,0 1 5-16,-4 4 4 0,-1 3 2 15,-4 2 2-15,-2 5 2 0,-4 2 0 0,-1 1-3 16,-2 4-1-16,-4 2-4 0,-1 0-4 16,-1 5-4-16,0-1-3 0,3 1-3 0,0 0 1 15,3 0 0-15,2-3 0 0,3 3 1 0,4-4 0 16,0 0-1-16,5 0-1 0,2-4-2 0,5 2 0 15,1-5-1-15,5 0-2 0,0-5-1 16,5 1 0-16,2-5-1 0,2-4-1 16,2-4-1-16,-1-3 1 0,4-5 0 0,2-1 0 15,-2-4 0-15,0-3-6 0,2-2-10 0,0-4-21 16,-3 0-49-16,0 0-79 0,-2 1-99 0,-3-2-168 16,1 0-295-16,-2 3-335 0,-2-1-313 15,-1 0-160-15,0-1 200 0,-3-1 646 0</inkml:trace>
  <inkml:trace contextRef="#ctx0" brushRef="#br0" timeOffset="144017.1">8449 11062 330 0,'3'3'901'16,"2"0"344"-16,-2 3-17 0,0 3-217 0,0 1-295 15,0 3-194-15,2 2-112 0,-1 3-78 0,0 1-46 16,4 5-56-16,-3 3-71 0,0 3-65 0,-1 4-39 15,1 5-14-15,3 0-15 0,-4 5-9 16,3 3-8-16,-1 0-3 0,-1-2 1 0,0 2-6 16,2-5-2-16,-2-1-9 0,0-7-18 15,-2-7-43-15,-3-3-72 0,0-7-77 0,-4-5-142 16,-3-5-210-16,-2-3-309 0,-1-6-296 0,-1-4-199 16,-3-5-37-16,1-2 465 0,-4-2 538 15</inkml:trace>
  <inkml:trace contextRef="#ctx0" brushRef="#br0" timeOffset="144219.46">8223 11051 387 0,'1'-11'1029'0,"-1"2"298"16,2 3-85-16,1 1-218 0,2 4-522 0,1 1-206 16,2 1-98-16,0 3-49 0,6-2-27 15,-1 0-15-15,3-1-10 0,3-1-40 0,4-1-27 16,1-1-9-16,0-2-9 0,3 0-24 15,1-2-48-15,-1 1-62 0,0-3-146 0,0 3-273 16,-2 1-293-16,3 1-288 0,-4 0-225 16,2 0 34-16,-3 3 537 0</inkml:trace>
  <inkml:trace contextRef="#ctx0" brushRef="#br0" timeOffset="145216.04">9099 11509 29 0,'0'-1'394'0,"0"-2"277"0,0-1 194 0,4-1 72 16,-1-1-294-16,4-3-186 0,-1 0-88 0,1-1-38 16,2-3-31-16,-1 1-41 0,2-2-32 15,2 1-13-15,-1 1 8 0,-1 1 12 16,4 0 14-16,-3 2-9 0,-1 1-17 0,0 4-36 15,-2-1-36-15,1 2-36 0,1 3-28 0,-2 3-18 16,2 2-14-16,1 2-10 0,-2 3-11 0,1 2-8 16,4 1-6-16,-3 2-4 0,0-1-3 0,3 0-3 15,-1 2-4-15,1-2 0 0,-1 0-2 16,3-2-1-16,-2-2-2 0,0-1-1 16,-1-3 0-16,1-1 0 0,0-3-1 0,-1-4 1 15,-1 0 0-15,1-2-1 0,-1-5 1 0,-2-2-2 16,2 0-2-16,-3-5-10 0,0 1-33 0,-1 0-68 15,-3 0-71-15,-2 2-115 0,1-1-197 16,-4 2-314-16,-2 1-316 0,-1 4-228 0,0 1-123 16,-1 3 337-16,-2 0 620 0</inkml:trace>
  <inkml:trace contextRef="#ctx0" brushRef="#br0" timeOffset="145782.65">9665 11144 220 0,'17'-5'568'0,"-1"0"303"0,0-1 172 0,3-1-147 16,0 2-285-16,0-2-164 0,1 1-92 15,2-2-67-15,-1 4-50 0,1-3-49 0,-2 4-19 16,0 0 29-16,-1 1 20 0,-5 2 17 0,2 5-6 16,-4-2-10-16,-2 4-19 0,-4 2-42 15,-3 1-38-15,0 3-36 0,-3 3-21 0,-3 1-16 16,-2 0-14-16,-4 1-8 0,0 2-4 15,-1-3-3-15,-2 3-3 0,0-3-4 0,3-2-1 16,-4-1-1-16,4-1-4 0,1-2-3 0,1-3-3 16,0 0-1-16,4-2-2 0,1 0-2 15,2-1-1-15,2 1 0 0,4 2 1 0,3-1 0 16,2 2 2-16,3-3 1 0,1 2 0 16,2 0 1-16,1-1-1 0,0 1 0 0,0-3 0 15,-1 0 0-15,-1 1-1 0,-2-1 1 0,-1 1-1 16,-2 0 3-16,-3 2 1 0,-2 2 1 0,-2 0 1 15,-3 4-1-15,-2 1 1 0,-3 1 0 16,-2 4-1-16,-2 1 1 0,-3 1-2 0,0 3 0 16,-3 2-1-16,1 1 0 0,-1-1 0 15,-2 1-5-15,3-3-7 0,-1 0-14 0,3-6-30 16,1-4-69-16,0-3-68 0,2-6-93 0,1-4-142 16,2-6-206-16,1-3-302 0,4-3-216 15,3-5-201-15,0-3 34 0,3-3 439 0,2 1 489 16</inkml:trace>
  <inkml:trace contextRef="#ctx0" brushRef="#br0" timeOffset="146122.87">10239 11393 132 0,'12'8'638'0,"-5"5"411"0,-1 1 144 16,-1 3-124-16,1 4-381 0,-1 0-249 15,0 3-153-15,1 2-81 0,0 1-44 0,4 1-40 16,-1-1-28-16,-1-3-19 0,3-3-30 15,0-4-18-15,2-5-18 0,-1-5-2 0,-2-6 4 16,1-4-6-16,-2-6 4 0,-1-4-1 0,-1-4 2 16,-4-3-3-16,0-7 11 0,-1-1 31 15,-2-2 39-15,-3-3 47 0,-2-1 29 0,0-2 18 16,-5 3-12-16,-2-1-19 0,-1 5-31 0,-1 0-29 16,-2 4-24-16,-1 5-18 0,1 5-10 15,-1 3-12-15,1 6-8 0,0 3-7 0,2 8-8 16,1 2-2-16,2 5-3 0,3 3-3 0,3 4 0 15,4 4-1-15,1 1-4 0,3 2-22 16,0 1-51-16,5 1-69 0,0 0-71 0,3 2-125 16,-1-1-195-16,2 1-304 0,1-2-261 0,1-1-201 15,3-1-88-15,-1-5 358 0,2-3 550 16</inkml:trace>
  <inkml:trace contextRef="#ctx0" brushRef="#br0" timeOffset="146417.04">10650 11478 468 0,'3'-3'1125'0,"0"3"283"0,0 4-87 16,-3 6-240-16,2 2-418 0,0 4-225 15,-1 4-139-15,2 2-74 0,-1 0-59 0,5 3-58 16,-2-2-51-16,3-2-28 0,2-1-17 0,2-3-8 16,1-6-5-16,3-1-19 0,-2-8-38 15,0-4-40-15,1-6-45 0,-1-5-45 0,-3-6-42 16,0-3-14-16,-3-5 31 0,-4-2 40 0,0-1 55 15,-4 1 46-15,-4-1 39 0,0 1 21 16,-4 2 23-16,-2 1 38 0,1 5 38 0,-5 1 22 16,1 6 9-16,-2 3 2 0,0 5-13 0,-1 5-28 15,2 5-29-15,4 3-23 0,0 7-14 16,3 2-13-16,2 5-33 0,4 1-42 0,1 1-49 16,1 3-85-16,4 1-141 0,0 1-249 15,3 0-265-15,4 0-232 0,0 2-168 0,2-3 146 16,2 0 462-16</inkml:trace>
  <inkml:trace contextRef="#ctx0" brushRef="#br0" timeOffset="146949.54">11230 11266 35 0,'5'-23'482'16,"-2"1"432"-16,0 1 266 0,-3 5-22 0,0 0-341 16,0 4-178-16,-1 2-100 0,-1 3-86 15,0 4-78-15,-1 1-57 0,1 4-58 0,-2 4-77 16,-1 1-66-16,-1 6-40 0,3 1-21 15,-2 4-16-15,0 2-9 0,3 3-6 0,1 0-5 16,-1 4-5-16,4 0-2 0,-1 3-1 0,3 0-1 16,1 0-3-16,-1 3-1 0,4-1-1 15,0-1-2-15,-2-3-2 0,2 2 0 0,2-7-1 16,-1-3-2-16,2-1 0 0,-1-5-1 0,1-4 1 16,0-6 0-16,-1-4 0 0,2-4 0 15,-1-6-1-15,0-4 0 0,0-5 0 0,-3-1-1 16,2-3 0-16,-1-2 0 0,-1-2 2 0,-3 2 1 15,0 1 1-15,-2 1 2 0,0 4 1 16,-3 1 0-16,0 4 0 0,-3 2 0 0,0 3 0 16,-2 3-1-16,0 3 0 0,0 3-1 0,-1 3-2 15,0 3 0-15,1 4-1 0,2 5 1 16,1 1-1-16,4 3 1 0,1 4 1 0,0 2 0 16,3 3 1-16,2 0-2 0,2 5-1 15,1 0 0-15,0-2-6 0,2-1-19 0,1-2-53 16,0-5-80-16,0-4-124 0,-1-3-230 15,4-6-314-15,-4-6-372 0,4-6-320 0,-4-6-90 16,1-7 475-16,-3-5 704 0</inkml:trace>
  <inkml:trace contextRef="#ctx0" brushRef="#br0" timeOffset="147281.97">11511 10412 80 0,'-3'-18'585'16,"2"2"425"-16,-1 4 163 0,2 0-71 0,0 3-394 16,0 1-273-16,2 2-156 0,2-1-48 0,3 2 12 15,1 4 27-15,4 1 15 0,-2 3-12 16,1 2-24-16,3 6-36 0,1 1-48 0,0 5-46 16,1 3-31-16,3 3-17 0,-3 8-12 15,4 3-8-15,2 2-6 0,-1 7-6 0,3 5-8 16,1 8-2-16,-1 7-4 0,-1 10-4 15,-2 4-4-15,1 9-5 0,-3 4-1 0,0 3-4 16,0 2-3-16,-3 3-1 0,1 1-1 0,-4 1 1 16,4-5-3-16,-4-3-1 0,1-5-2 0,-3-6-1 15,2-6-3-15,-4-6-9 0,-4-8-25 0,-2-4-57 16,-3-9-79-16,-6-5-138 0,-4-8-224 16,-4-5-318-16,-2-4-369 0,-1-7-289 0,-2-2-89 15,3-6 521-15,-1-4 654 0</inkml:trace>
  <inkml:trace contextRef="#ctx0" brushRef="#br0" timeOffset="148632.74">12539 11331 209 0,'-5'-2'627'0,"2"1"370"0,-2 1 164 16,-1-2-167-16,2 2-351 0,1 0-178 0,-1 0-92 15,1 0-55-15,3 0-32 0,-2 0-33 0,2 0-30 16,0 0-37-16,0 0-49 0,2 2-49 16,-2-2-42-16,2 1-23 0,-1-1-14 0,3 0-7 15,0 0-2-15,4 0 0 0,0 0 0 16,2-1 2-16,2-1 0 0,-1-1 3 0,0 0 2 15,2 1-1-15,0-2-2 0,0-1-1 0,2 3-5 16,-1-4-5-16,0 4-63 0,-1-3-56 0,0 3-91 16,-4-3-151-16,-1 0-300 0,1 3-326 15,-2-2-238-15,-2 1-174 0,-2 1 189 0,-3 0 569 16</inkml:trace>
  <inkml:trace contextRef="#ctx0" brushRef="#br0" timeOffset="148898.06">12711 11170 135 0,'7'-1'699'16,"-1"1"410"-16,-1 0 85 0,0 0-131 0,2 1-428 15,-2-1-314-15,2 2-164 0,-1-1-80 0,5 1-34 16,-1-1-21-16,2 2-7 0,2 2-4 16,1-2-6-16,2 0 0 0,-1 1 0 0,1-1 0 15,-1 0 0-15,1 2-1 0,-4-3 1 16,-2 2 17-16,0-1 18 0,-3 0 29 0,0-1 47 15,-5 1 52-15,2 1 34 0,-3 3-5 0,-4 1-14 16,-1 2-29-16,-2 1-44 0,-3 2-43 16,-1 2-33-16,-1 1-21 0,-1-2-13 0,0 5-28 15,1-5-51-15,0 1-53 0,2 0-79 0,1-3-141 16,4 1-265-16,1-2-285 0,4-2-234 16,3 0-181-16,1-3 106 0,5 0 499 0</inkml:trace>
  <inkml:trace contextRef="#ctx0" brushRef="#br0" timeOffset="149749.14">13660 11026 57 0,'0'-6'581'15,"-3"0"471"-15,0 0 197 0,2 1-89 16,-3 1-362-16,3 4-290 0,-1-3-154 0,0 6-100 16,1-1-65-16,-1 6-39 0,2 7-11 0,2 5-8 15,-1 7-20-15,3 6-13 0,1 5-6 16,2 4-6-16,-1 0-23 0,2 4-31 0,2-4-15 16,1-3-8-16,0-5-5 0,0-3-2 0,3-7-1 15,1-7-2-15,0-3-2 0,1-4 3 16,-2-8 3-16,2-4 3 0,-2-8 14 0,-2-5 12 15,0-7 4-15,-2-5 1 0,-2-4 2 0,-2-3 5 16,0-2-5-16,-3-1-7 0,0-2 2 16,-3 1-1-16,-3 0 2 0,-3 1-8 0,-2 2-5 15,0 1-2-15,-3 3-1 0,-1 2 3 16,0 5 1-16,-2 3 1 0,2 4-1 0,-4 3 0 16,3 5-6-16,-4 4-7 0,3 4-4 0,-2 5-3 15,1 5-1-15,1 3-6 0,0 7-4 0,1 2 2 16,3 1 3-16,0 4-1 0,3 1 0 15,4 1 4-15,0 2 2 0,0-1-3 0,6 2-9 16,0-1-13-16,0-2-31 0,2 0-59 16,2-3-65-16,-1-1-66 0,5-4-93 0,-2-4-134 15,3-1-176-15,-2-3-231 0,3-5-204 0,0 0-189 16,0-2 45-16,-1-3 396 0</inkml:trace>
  <inkml:trace contextRef="#ctx0" brushRef="#br0" timeOffset="150032.49">14141 11436 416 0,'5'3'1088'15,"-4"0"398"-15,1 0-49 0,1-2-251 0,-3 0-467 16,0 1-238-16,0 0-145 0,0-2-102 15,0 0-72-15,0 0-61 0,0 2-39 0,0-2-26 0,0 0-15 16,0 0-10-16,0 0-5 16,0-2-2-16,0 2-2 0,0 0-2 0,-3-2-2 15,3 0-1-15,0 1-2 0,-2-2-8 0,2 0-15 16,0 0-37-16,2-1-71 0,1-1-72 0,-3 0-119 16,1 1-190-16,1-1-309 0,-1 0-309 15,1 0-213-15,0 2-115 0,1 0 339 16,0 2 598-16</inkml:trace>
  <inkml:trace contextRef="#ctx0" brushRef="#br0" timeOffset="150474.34">14264 11398 332 0,'4'2'759'0,"0"-2"278"0,1 0 47 16,-1-2-245-16,-2-2-284 0,4-3-194 16,-1 1-114-16,0-6-50 0,4-1-17 0,1-4 1 15,0-3 10-15,2-5 26 0,1 0 21 0,0-5 1 16,2-2-21-16,-2-2-33 0,3-2-40 16,-3-3-41-16,2 0-31 0,0-1-19 0,-3 1-13 15,-1 2-14-15,2 0-3 0,-4 6 1 16,1 2-2-16,-4 5 2 0,-1 5 1 0,2 3 1 15,-5 3-2-15,1 4-4 0,1 1-4 0,-3 4-4 16,1 2-4-16,-1 4-1 0,1 4-3 0,1 3 1 16,-3 5-2-16,3 1 0 0,-1 4-1 15,2 1-1-15,0 3 1 0,-3 3-2 16,2 1 1-16,-1 2-1 0,0 1 0 0,-1 0-1 16,-1 1 0-16,2 1 0 0,-1 1 0 0,-1-2-3 15,0 0 1-15,0 1-2 0,0-1 1 0,0 0-6 16,0-3-16-16,-1 0-47 0,-1 2-77 15,1-5-102-15,1-2-185 0,-4 0-301 0,1-2-346 16,3-3-323-16,-1-1-157 0,1-5 257 16,0-3 679-16</inkml:trace>
  <inkml:trace contextRef="#ctx0" brushRef="#br0" timeOffset="151114.54">15184 11106 98 0,'0'-3'608'15,"0"3"443"-15,-1-2 177 0,-1 2-96 16,1-1-417-16,1 1-257 0,0 0-135 0,0 0-70 16,0 0-49-16,1 0-35 0,1 0-8 0,-1 0 14 15,4 1-14-15,0-1-13 0,4 0-9 16,-1 0-9-16,4 0-16 0,-2-1-39 0,3-1-21 16,3 2-22-16,-2-3-12 0,3 2-6 15,-2-2-5-15,2-1-4 0,-1 1-1 0,0 0-2 16,-2-4-2-16,2 2 0 0,-5 3-1 0,-1-3-1 15,0 2-9-15,-3 0-44 0,-3 2-73 16,-2-3-99-16,0 3-187 0,-4-1-299 0,-3 1-342 16,0 0-318-16,-1 1-165 0,-3 0 260 0,-1-2 682 15</inkml:trace>
  <inkml:trace contextRef="#ctx0" brushRef="#br0" timeOffset="151415.25">15376 10856 152 0,'6'0'758'0,"3"1"421"0,-4 0 64 0,2 0-159 0,-1 2-425 15,2 3-324-15,0-2-160 0,1 2-74 16,-1 0-40-16,5 1-7 0,0-1 14 0,0 0 3 16,2 0-2-16,0-1 1 0,0-1-3 15,2 2-6-15,-1-2-21 0,1 1-14 0,-4-1-10 16,1 2-6-16,-1-2-1 0,-2 2 58 0,0 3 45 15,-3 0 35-15,-3 2 13 0,-2 3-3 16,-3 2-6-16,-1 0-51 0,-3 2-39 0,-4 0-29 16,0 2-17-16,-2 0-8 0,-2 1-5 0,-2-2-17 15,1-1-53-15,1 1-65 0,-6-4-79 16,6 0-153-16,-6-2-284 0,5-3-317 0,-2 1-267 16,2 0-192-16,1-3 99 0,2-3 579 15</inkml:trace>
  <inkml:trace contextRef="#ctx0" brushRef="#br0" timeOffset="152664.78">16171 11062 17 0,'2'7'444'0,"1"0"399"0,-1 0 242 15,-2-1-10-15,0-1-348 0,1-2-290 16,-1 0-149-16,3 0-87 0,0-3-46 0,0 0-16 15,0 0 1-15,1-3 21 0,2-3 14 0,1-4 33 16,2-1 32-16,0-6 10 0,1-4-13 16,1-2-34-16,2-5-36 0,-2-3-46 0,4-3-37 15,-2 0-25-15,4-2-17 0,-2-4-9 0,0 0-3 16,2 3-2-16,-2-2-4 0,0 2-3 16,0 2 2-16,0 1 1 0,-3 3-4 0,-1 1-2 15,-1 3-2-15,0 2-1 0,-1 2-5 0,-3 6-3 16,0-1 2-16,0 3 2 0,-1 4 2 15,-2 2 3-15,-1 3 2 0,0 0 1 0,-1 3-1 16,1-1-2-16,-1 2 0 0,1 1-3 16,-2 2 0-16,2 2 0 0,-1 2-2 0,2 2 2 15,-1 4-2-15,1 2 0 0,2 2 0 0,-2 5-1 16,0 1 1-16,0 5-1 0,0 0 1 16,-1 5 0-16,3 3 0 0,-3 1 2 0,-1 5-2 15,1 0 0-15,-1 4-1 0,-1-1-2 16,-1 4-2-16,-1 0-2 0,1-1-1 0,-1-1-2 15,0-1-1-15,2-1-1 0,-1-2 0 0,1-5-1 16,0-1 1-16,1-3-1 0,-1-4 0 0,0-2 0 16,2-4 0-16,-2-4 0 0,2-3 0 15,-2-2-1-15,0-2 1 0,0-3-1 0,-2-2-3 16,0-2-8-16,1-1-14 0,-3-1-18 16,1-4-42-16,-2 1-79 0,1-3-104 0,-4-1-182 15,0-3-291-15,2 2-351 0,1 0-360 16,-2 0-161-16,0 1 259 0,2 1 706 0</inkml:trace>
  <inkml:trace contextRef="#ctx0" brushRef="#br0" timeOffset="154313.98">13453 11896 443 0,'-5'5'857'0,"-2"1"273"16,0-1-11-16,2-1-290 0,1-4-392 0,0 4-187 16,3-2-104-16,2-1-73 0,1 1-42 0,4-1-22 15,4 1-8-15,7-1-2 0,4 3 32 16,4-2 21-16,11 2 11 0,2 0 45 16,8 1 18-16,6 2 8 0,5 0-19 0,3 1 55 15,5 3 27-15,3-1-24 0,2 0-17 0,4 1-13 16,2 0-13-16,3 0-61 0,0 0-9 0,5-4-7 15,0 0 1-15,1 0-1 0,1-3-2 16,1-1 2-16,1-3-22 0,1-1-10 0,-3-2-8 16,-3-2-6-16,1-1-1 0,-6 1-5 15,-3-1-1-15,-4 0 2 0,-2 4-1 0,-4-3 2 16,-3 4 0-16,-4-1 2 0,-2 2 0 0,-5 0-2 16,1 3 1-16,-5 0-2 0,2 1-2 15,-3 2 1-15,-2 0 0 0,-1 0 0 0,-1 1-1 16,-3-1 2-16,0 0-2 0,-1-1 0 0,1 1 1 15,0-2 0-15,-5 0 0 0,3 1 1 16,-4-1 0-16,2-2 1 0,-2-1-1 0,-2 1 1 16,-1-2 1-16,-1 0-2 0,0-2 1 0,-1-1-1 15,1 2 0-15,-3-2-1 0,1-1-1 16,-2 2 0-16,2-1 0 0,-3 1 0 0,3 1-1 16,-2 1 1-16,-1 0-1 0,-1 0 1 15,0 1 0-15,-1 1 0 0,0-1 0 0,-3 1 0 16,2-1 0-16,-3 0 0 0,-1-1-1 15,-2 2 2-15,0-2-1 0,-2-2 2 0,-3 2 1 16,-2-2-1-16,1 0 1 0,-2-2 0 0,-2-2 0 16,-4-1-2-16,2-1 0 0,-3-2 0 0,2 3-1 15,-2 0 0-15,0-1-2 0,0 1-1 16,0-1-5-16,0 1-21 0,0 1-39 0,0 0-57 16,2 0-56-16,-1 0-55 0,1 2-89 15,-1-2-109-15,1-1-127 0,-2 1-206 0,4 0-224 16,0-1-199-16,-1-1 0 0,2-2 317 0,-4 1 432 15</inkml:trace>
  <inkml:trace contextRef="#ctx0" brushRef="#br0" timeOffset="155530.53">17193 11712 362 0,'1'2'875'0,"-1"-4"297"0,-1 0-9 0,-3-2-243 16,1-4-400-16,0-3-220 0,0 0-112 15,-1-3-51-15,1-2-19 0,2-4 9 0,1-5 21 16,0 0 27-16,1-3 18 0,2-3 12 0,2-3-9 15,-2-4-27-15,4-1-34 0,-1-3-36 16,2-4-23-16,2-4-23 0,-2-3-16 0,2-4-9 16,0-3-5-16,0-3-4 0,2-1-7 0,-1-2-3 15,2-2 3-15,3 0 3 0,-4 0 2 16,1 4 4-16,-2-1 3 0,-1 2 0 0,0 4-3 16,-3 2-3-16,-2 3 3 0,0 3-3 0,-2 1-2 15,-2 6-2-15,1 0-2 0,1 2 1 16,-3 5 1-16,-3 3 2 0,1 2 3 0,2 5 4 15,-3 0 1-15,2 7-1 0,-3 1-2 0,1 1-5 16,1 3-5-16,-1-1-3 0,0 4-3 16,0 2 0-16,0 0 3 0,1 1 6 0,-2-1 4 15,1 5 7-15,-2-1 1 0,0-1 1 0,-2 3-4 16,1 0-4-16,-3-1-5 0,-2 2-4 16,-2 0-3-16,0 0-1 0,-1 2-2 0,-3-1 0 15,-4 1-1-15,2-1-1 0,-5 1 0 16,1-1 0-16,-4 2 0 0,-1-1-2 0,-4-1 1 15,-3 0-1-15,-3 0 0 0,-2 0 0 0,-4 1-1 16,2 1-1-16,-9-2-1 0,3 1-1 0,-4 0 2 16,-3-1 1-16,-2-1 1 0,0 0 2 15,-3-1 1-15,-2-1 0 0,-1-3 0 0,-3 2-2 16,-2-3-1-16,0 0-1 0,-2-1-1 16,-1-1-1-16,2 1 0 0,-3-1 2 0,3 2 1 15,-4-3-2-15,0 1-2 0,2 1 1 0,-3 0-3 16,1 3-1-16,-3-3 1 0,5 3 6 15,0 1 3-15,0-1 0 0,6 1 2 0,0 4 1 16,4-3-6-16,2 2-3 0,2 1-1 16,5 0 0-16,1 0-2 0,1 1-2 0,5-1 4 15,1 1 0-15,0-2 2 0,1 0 0 0,-1-1 0 16,3 2 2-16,0-3 0 0,0 1-1 0,1-2 4 16,2 0 3-16,0 0 0 0,0-2-1 15,4 0 1-15,0 1 0 0,1 1-3 0,1 0-1 16,2 2 0-16,0-1-4 0,4 1-2 15,-1-1-2-15,0 3-1 0,3 0-1 0,-1 0-1 16,-1 2 3-16,3 0 2 0,-1 0 1 0,3 2 0 16,-1 0 2-16,2-2 0 0,2 1 1 0,0 0-1 15,1 1 1-15,0-2-1 0,1 0 1 16,2 1 0-16,0 1-1 0,0-2 1 0,-1 0 0 16,1 1 0-16,0-1 0 0,-2 0-1 15,2 1 1-15,-2-1-1 0,0 0 1 0,1 0-1 16,0 2 0-16,-2-2 1 0,1 2 0 0,0-1-1 15,2-1 0-15,-2 2 1 0,2-1-1 16,0 2 0-16,1-1 0 0,2-1 0 0,-1 1 1 16,2-1 0-16,0 0 0 0,0 1 0 15,1 0 0-15,3-1 0 0,-2 2-1 0,2-1-1 16,0-1 1-16,1 2 0 0,0 1 3 0,0 1 3 16,-1 1 1-16,3 1 1 0,0 1 0 0,-2 1 0 15,3 2-3-15,-1-1-2 0,0 2-1 16,0 0-1-16,0 1 0 0,-3-1 0 0,2 1 0 15,0 1-1-15,-1 2-1 0,0 2 1 16,-1-2 0-16,-2 4 0 0,2 1-1 0,-2 1-1 16,-1 2 2-16,0 3-2 0,0 1 1 0,-1 3 1 15,1 0 2-15,-1 4 1 0,1 1 0 16,-1 3 1-16,1 1 1 0,-1 2-6 0,2 2-3 16,-1-1-1-16,3 2 3 0,-1 0 1 15,2 0 0-15,-1 2 5 0,0-4 2 0,3 2 0 16,-2 0-4-16,3-1-1 0,-1-3 0 15,0 1 1-15,-2 1 0 0,2 0 1 0,-3 1-2 16,1 3-3-16,-3 5-3 0,2 2-1 0,-5 5 3 16,3 4-4-16,-2 2-3 0,-2 3-4 0,2 2-8 15,-1 2-20-15,0-2-43 0,3 1-71 16,-1-4-71-16,-1-3-140 0,4-5-251 0,1-7-317 16,0-6-319-16,2-7-218 0,-2-5-35 15,1-11 543-15</inkml:trace>
  <inkml:trace contextRef="#ctx0" brushRef="#br0" timeOffset="196909.78">13004 11521 260 0,'3'1'567'0,"-1"1"218"0,-2 0 76 0,4 0-215 15,-4 2-289-15,2 1-118 0,0-1-34 16,-1 2-14-16,2 0 11 0,1 1 32 0,-1 1 7 16,0 2-16-16,2 1-22 0,-2 1-9 15,0 3-7-15,2 0 4 0,-4 2 12 0,2 3 14 16,-3-1 7-16,0 4-5 0,0 0-24 0,2 1-33 15,-2 0-44-15,0 1-38 0,3 0-30 16,0-2-21-16,-1-1-15 0,3 1-8 0,1-3-5 16,3 0 0-16,-1-4-3 0,4-1 1 0,0-2 0 15,3-5 1-15,2 2-1 0,0-2-1 16,4-5-2-16,1-1-48 0,-1-2-71 0,2-2-130 16,-1 0-262-16,0 0-296 0,1-2-369 0,0 1-313 15,1 0-66-15,-1-4 553 0</inkml:trace>
  <inkml:trace contextRef="#ctx0" brushRef="#br0" timeOffset="197571.74">14032 12683 274 0,'3'-5'708'16,"-2"-1"316"-16,1 0 91 0,1 1-209 0,-3 2-306 16,2-2-194-16,-2 3-108 0,1 0-28 0,-1 2-5 15,2 0 24-15,0 2 3 0,-1 3-14 16,3 0-28-16,-3 4-37 0,2 6-44 0,0 5-52 15,0 2-34-15,0 7-21 0,-1 2-15 16,1 4-9-16,-1 2-5 0,-1 4-4 0,1 0-6 16,1 5-5-16,-1 0-3 0,0 1-3 0,-1 0-4 15,2-2-5-15,-1 1-2 0,2-5-1 0,-1-2-1 16,1-4-2-16,-1-6-3 0,0-2-8 16,0-5-14-16,1-6-38 0,-3-2-72 15,2-5-83-15,-3-6-147 0,0-4-238 0,-1-7-323 16,-1-2-331-16,-1-8-208 0,0-3-5 0,-2-5 546 15</inkml:trace>
  <inkml:trace contextRef="#ctx0" brushRef="#br0" timeOffset="197901.54">13910 12702 90 0,'3'-11'633'0,"0"1"430"16,1-2 138-16,-1 0-84 0,0-4-376 0,3 0-247 16,0-1-103-16,2-2-36 0,0-4-23 0,2-2-34 15,2 0-41-15,0-2-64 0,2-3-63 16,-3-1-40-16,0 1-28 0,1 2-19 0,1 1-11 16,-2 3-5-16,-3 2-5 0,0 3-7 15,-1 3-1-15,-3 4 0 0,2 3 1 0,-3 2 1 16,1 2 2-16,-3 4 1 0,3 1-4 0,-3 3-1 15,2 5-3-15,-1 3-2 0,1 4-3 16,-1 4-1-16,-1 6-2 0,-1 2-2 0,2 3-1 16,-2 6-8-16,0 1-27 0,0 2-77 15,-2-1-99-15,2 4-190 0,0-3-290 0,0-2-355 16,2-1-404-16,2-3-198 0,-1-3 245 0,1-4 769 16</inkml:trace>
  <inkml:trace contextRef="#ctx0" brushRef="#br0" timeOffset="200630.57">13586 14014 167 0,'-2'-13'751'16,"-6"3"433"-16,-4-1 81 0,-2-1-119 0,-4 0-368 15,-3 1-210-15,-7-1-126 0,-2-1-81 0,-5 1-53 16,-7 1-56-16,-4-1-62 0,-5 4-65 0,-4 0-34 16,-1 3-22-16,-4 5-12 0,-3 2-11 15,-3 4-10-15,0 6-9 0,-3 6-8 0,3 6-7 16,1 6-4-16,5 5-4 0,3 8-2 15,5 5-4-15,9 6 0 0,5 6-3 0,10 6 3 16,6 5 2-16,9 5 2 0,7 4 1 0,10 3 2 16,9 4 2-16,9-1-4 0,8-1-1 0,8-2-2 15,7-7 1-15,5-6-2 0,7-3 1 16,3-9 0-16,5-5-1 0,1-7 0 0,3-5 1 16,1-5 0-16,3-8 1 0,0-4 2 15,4-6 0-15,1-7-1 0,3-4-2 0,-5-8-1 16,2-7-2-16,-3-5-2 0,-1-5 0 0,-3-6-1 15,-1-8 4-15,-4-4 1 0,-3-7 3 0,1-8 2 16,-9-5 0-16,2-6 0 0,-5-6 0 16,-1-3-3-16,-9-3-1 0,-3-1 0 0,-6-1 1 15,-8 1 0-15,-5 0 2 0,-7-1 1 0,-10-1 1 16,-9-1 0-16,-7 0-1 0,-10 3 0 16,-11 0 1-16,-5 5 0 0,-9 0 4 15,-7 7 6-15,-5 5 4 0,-5 7 1 0,-4 6 2 16,-7 8-2-16,0 7-4 0,-5 9-5 0,0 8-5 15,-1 9-6-15,2 10-2 0,2 8 0 0,1 6 2 16,4 10 1-16,2 5 1 0,4 10 2 0,1 5 0 16,7 8-1-16,4 6-3 0,6 7-3 15,5 3-1-15,7 4 1 0,7-1 1 0,8 2 0 16,7-3 2-16,8-1 1 0,7-5 1 16,7-3-2-16,7-9-2 0,5-8-2 0,9-7 0 15,4-9-1-15,9-9 0 0,3-10 2 0,7-12 0 16,1-9 2-16,8-14 0 0,5-11 1 0,1-11-1 15,2-9 1-15,0-9-1 0,-3-9 1 16,-1-5-1-16,-8-4 1 0,-5 0 1 0,-10 2-1 16,-11 1 0-16,-10 4-2 0,-12 5 1 15,-12 4 0-15,-13 3 1 0,-10 5 0 0,-10 6 0 16,-6 7 0-16,-5 7-1 0,-5 9 0 0,-4 9-2 16,-1 9-1-16,-4 8 3 0,2 10 1 15,-2 6 2-15,2 13 2 0,0 4 1 0,3 9-1 16,5 6-1-16,5 7-2 0,3 4-2 0,7 4-2 15,7 0-1-15,11 3 0 0,5-4 1 16,9 0 1-16,10-4 0 0,9-6 1 0,5-4 1 16,11-9-2-16,8-9-1 0,9-10-3 0,5-12 2 15,7-9 2-15,4-13 0 0,7-11 1 16,3-10 2-16,4-10 3 0,-2-9 0 0,0-4-2 16,-4-6 1-16,-6-1-2 0,-8 1-1 0,-8 3-1 15,-11 5 1-15,-10 7 0 0,-15 2 1 0,-11 8 2 16,-12 3 0-16,-13 5 1 0,-14 4-1 15,-10 9-1-15,-5 6-2 0,-9 11 1 0,-2 12-2 16,-2 14 2-16,-2 11-1 0,2 14 1 16,0 14-1-16,5 8-2 0,6 8 2 0,5 6-1 15,9 5 1-15,9 2-1 0,7 2 1 0,12 0 1 16,10-1-3-16,10-7-3 0,8-9-1 16,11-10-1-16,9-11 1 0,8-15 2 0,7-16 3 15,9-12 2-15,6-18 1 0,5-12 3 0,4-14-2 16,2-16-2-16,-2-9-2 0,-3-8-3 15,-1-8-1-15,-6-1 1 0,-11-2 1 0,-5 2 2 16,-11 2 2-16,-11 3 3 0,-12 4 1 0,-13 5 0 16,-14 7 1-16,-11 4 0 0,-16 6 0 15,-9 5 0-15,-8 12-1 0,-11 7-2 0,-4 15-2 16,-2 12-3-16,-3 11-1 0,2 14-1 0,1 10 1 16,2 10 2-16,5 10 2 0,6 8 1 0,7 3 0 15,8 4 1-15,8 3-2 0,11 0-3 16,11-2 0-16,10-2 0 0,8-5-2 0,12-8 1 15,10-6-1-15,8-12 2 0,9-11 0 16,6-13 1-16,9-13 0 0,7-14 0 0,4-15 3 16,3-12-1-16,5-13 0 0,-2-14-1 0,3-8-2 15,-4-9 1-15,-5-5-2 0,-4-3 1 0,-7 2 0 16,-9 0 2-16,-10 5 3 0,-11 8 0 16,-10 2 2-16,-12 9 0 0,-10 5 1 0,-10 8 2 15,-9 9 0-15,-7 8 0 0,-8 10 1 0,-5 10-1 16,-6 11-3-16,-6 14-4 0,-4 12-2 15,0 11 1-15,-3 9-2 0,5 10 1 0,-1 6 0 16,6 4 0-16,6 6-1 0,6-3-1 0,8 4-1 16,8-4 1-16,7 0 2 0,7-4 0 0,8-2 2 15,8-8 1-15,6-6 1 0,9-8-2 16,9-11 0-16,6-10 0 0,6-14-2 0,9-12 0 16,2-15-2-16,4-12 1 0,1-10 0 0,3-12-1 15,2-15 1-15,-1-9 0 0,1-11 1 16,-3-7-1-16,-3-6 2 0,-5-3 1 0,-8 1 3 15,-10 1-1-15,-10 4 3 0,-11 5 0 16,-14 7-1-16,-11 4 0 0,-14 8 1 0,-12 5 2 16,-12 8 2-16,-9 9 4 0,-9 12 3 0,-7 14-1 15,-2 13-3-15,-2 15-12 0,-3 13-1 0,1 16 0 16,0 11 0-16,4 14 0 0,4 6 0 16,5 9 0-16,7 5 0 0,7 4 0 0,10 3 0 15,7 2 0-15,11 4 0 0,9-3 0 0,10-4 0 16,9-6 0-16,11-9 0 0,8-8 0 15,8-13 0-15,10-13 0 0,10-12-3 0,2-10 0 16,9-15-2-16,6-10-7 0,6-12-18 0,2-9-44 16,-1-10-85-16,2-3-208 0,-1-8-276 15,0 0-358-15,-4-3-466 0,-7 2-422 0,-8-2 162 0,-2 5 1043 16</inkml:trace>
  <inkml:trace contextRef="#ctx0" brushRef="#br0" timeOffset="201680.99">16436 12685 270 0,'4'2'669'15,"-3"-2"321"-15,1 0 104 0,0 0-224 0,-2 2-288 16,1 0-175-16,-1 3-122 0,0 1-73 0,3 1-37 15,-1 5-13-15,0 1 1 0,1 5 22 0,0 2 19 16,1 4 6-16,-1 3-12 0,-1 2-28 16,1 1-35-16,1 2-39 0,-3 0-36 0,1 3-25 15,-1-1-14-15,-1 1-10 0,2-1-8 16,0-2-4-16,-1-2-14 0,-1-2-64 0,2-4-66 16,-2-4-92-16,0-4-161 0,-2-3-292 0,-1-3-321 15,1-6-234-15,-2-1-162 0,0-9 196 0,-1-1 570 16</inkml:trace>
  <inkml:trace contextRef="#ctx0" brushRef="#br0" timeOffset="201946.42">16253 12666 114 0,'3'-14'579'16,"-1"-1"356"-16,1-1 169 0,0-2-21 0,4-3-410 15,0-2-246-15,1 1-141 0,2-4-70 0,2 1-58 16,0-1-50-16,-1 0-27 0,1 3-16 16,1-1-9-16,-2 1-8 0,2 2 0 0,-2 1-6 15,0 6-17-15,-3-1-8 0,-2 4-8 16,1 2-1-16,-3 1-8 0,2 4 3 0,-3 4 2 16,1 2 2-16,-1 4-2 0,-1 2-3 0,-1 5 5 15,-1 6-1-15,0 2-1 0,0 4-17 0,-1 3-24 16,-3 3-68-16,1 1-155 0,-2 2-304 15,-1 1-274-15,2 1-274 0,-1 1-203 16,1-4 146-16,0 3 550 0</inkml:trace>
  <inkml:trace contextRef="#ctx0" brushRef="#br0" timeOffset="203091.59">16633 14536 55 0,'-3'-2'507'15,"-1"1"414"-15,1 1 243 0,0 0-25 16,-3-1-379-16,4 1-199 0,-1 1-103 0,2-1-51 16,-1 1-51-16,0 4-47 0,-1-3-47 0,1 3-60 15,1 1-61-15,-1 2-52 0,2 1-33 0,0 3-20 16,0 0-10-16,2 2-11 0,1 0-5 16,0-1-3-16,1 0-3 0,0-1-1 0,4-1-2 15,-2-1 1-15,1-1-2 0,-1-2 0 16,3-4 0-16,-1 0 1 0,0-3 1 0,2-3 1 15,-1-3 1-15,1-4 0 0,-2-5 3 0,3-1-2 16,-5-3 2-16,-1-3 4 0,-2 1 4 0,0-3 6 16,-3 4 4-16,-1-2 7 0,-3 3 5 15,0-1 0-15,-3 3 3 0,-4 1-3 0,2 4-2 16,-2 0-3-16,-2 3-6 0,2 4-5 16,-3 0-6-16,1 5-4 0,2 0-4 0,-3 5-5 15,4 0-2-15,1 6-2 0,-2 0 1 0,4 5 0 16,1 0 0-16,1 2 1 0,4 3 1 0,-1 1 0 15,4 3 1-15,-1-1-1 0,2 0-1 16,2 0 1-16,0-1 0 0,2-3-2 0,2-3 0 16,-3 0 0-16,5-4 0 0,-1-3-1 15,2-4 2-15,0-3 0 0,0-4 1 0,1-4 1 16,0-5-1-16,1-5 0 0,-2-3 0 0,-1-2 0 16,-1-2 1-16,-4-3 0 0,-1 3 0 15,-2 1 0-15,-3 0 1 0,-3 2 5 0,-2 0 1 16,-1 3 2-16,-2 1-1 0,-3 1 3 15,1 3 1-15,-1 3-2 0,0 1-3 0,0 3-1 16,0 4-2-16,0 2-3 0,2 4-2 0,0 5-2 16,0 0 0-16,5 6 0 0,-1 3 1 15,1 0 2-15,4 4-1 0,0-1 0 0,0 1 0 16,4-2 0-16,1 3-1 0,-1-3-1 16,4-3 0-16,-2 0-1 0,2-4 1 0,0-2-1 15,1-4 0-15,1-1 1 0,0-6 0 0,1-2 1 16,0-5 0-16,-2-6 1 0,2-2 0 0,-3-5 0 15,0-5 0-15,-1-1-1 0,-1 0 1 16,-5-1 0-16,-1 2 1 0,-1 1 0 0,-7 0 1 16,2 3 1-16,-2 1 2 0,-4 3 2 15,0 2 1-15,1 2 1 0,-2 4-1 0,1 0-1 16,0 7-4-16,-2 2-3 0,3 3-1 0,-3 6-1 16,4 1 0-16,2 2-1 0,-2 3 0 15,3 2 0-15,2 1 0 0,1 0-1 0,0-3-10 16,4 1-16-16,0-5-37 0,0-1-80 0,2-5-122 15,1-6-245-15,2-4-309 0,-2-6-391 16,4-5-417-16,0-10-116 0,-2-5 532 0,3-9 795 16</inkml:trace>
  <inkml:trace contextRef="#ctx0" brushRef="#br0" timeOffset="209210.02">25613 13012 178 0,'5'-4'422'0,"-2"-1"208"0,0 0 162 15,1 3-146-15,-3 0-127 0,3-1-53 0,-4 2-35 16,1 0-35-16,-1 1-50 0,-1-2-64 0,1 0-62 16,-4 1-55-16,3 1-41 0,-3 0-22 15,1 0 5-15,0 1 23 0,0 1 26 0,0 1 22 16,-3 1 21-16,1 0 4 0,-2 3-13 15,3 0-26-15,-4 1-31 0,-2 2-31 0,2 1-30 16,-1 2-21-16,-2 2-14 0,0 5-9 0,-2-1-5 16,-1 6-1-16,-1 0-2 0,-2 6-2 0,1-2-6 15,-3 2-4-15,2 3-3 0,0-2-2 16,-1 0 0-16,2-2-2 0,1-2-1 16,4-4 0-16,1-1-1 0,2-5-2 0,4-4 0 15,0-1 0-15,3-4-1 0,2-1-1 0,1-6-7 16,1-2-28-16,0-2-65 0,3-4-60 0,1-2-77 15,-2-3-136-15,3-1-199 0,-4-1-297 16,4-1-223-16,-2 1-214 0,-2 1-35 0,-1 1 392 16,0-1 517-16</inkml:trace>
  <inkml:trace contextRef="#ctx0" brushRef="#br0" timeOffset="209461.36">25366 13269 58 0,'-4'1'511'0,"-4"4"416"0,3 1 233 0,-1 0-21 16,-1-2-386-16,-2 3-258 0,3 1-139 15,0 2-73-15,-1 1-34 0,2 1-13 0,-2 1-4 16,0 3-11-16,2 0-29 0,1 2-35 16,-1 2-38-16,2-1-35 0,-2 2-34 0,5-1-21 15,0 0-13-15,5-1-9 0,-4 0-5 0,6-2-3 16,-3-2-2-16,5-2-23 0,1-1-68 15,2-1-61-15,0-4-112 0,2-1-194 0,1-3-312 16,0 0-317-16,-2-3-229 0,3 0-127 16,-3-1 348-16,2-3 604 0</inkml:trace>
  <inkml:trace contextRef="#ctx0" brushRef="#br0" timeOffset="212492.87">16581 14534 6 0,'1'-1'236'0,"2"-2"137"16,-1 1 121-16,-2 1-43 0,0 1-148 15,0-1-119-15,0-1-60 0,0 2-28 0,0-2-12 16,0 2 5-16,0-1 3 0,-2 0 6 16,-1 1 2-16,3 0 11 0,-1-2 9 0,-1 2 18 15,2-2 13-15,0 2 13 0,-1-1 21 0,1 1 11 16,0-1 14-16,-2-1 0 0,2 1-1 16,-2-1-9-16,2 2-19 0,0-1-20 0,-1-1-24 15,-1 1-18-15,2-1-25 0,-2 1-18 16,-1 1-15-16,2-2-10 0,-1 1-13 0,0 1-11 15,-1-2-3-15,2 2 0 0,-4 0-6 0,2 2-5 16,2-1 2-16,-3 2-5 0,-1 0-3 0,4 3-4 16,-2-2-2-16,1 4-1 0,0 1-1 15,2-1 4-15,2 3 4 0,0 1 6 16,1 1 5-16,2 0 5 0,1 2 4 0,2 1-1 16,1 0-5-16,-1-1-5 0,5-1-2 0,-2 2-5 15,0-5-2-15,3-2 0 0,1-1 0 16,0-4-4-16,0-4 1 0,0-5 0 0,0-2-2 15,0-6 0-15,-2-2 1 0,1-4-1 16,-6-1-6-16,0-1 12 0,-1-2 15 0,-4 1 6 16,-2 0 43-16,-2 1 25 0,-2 0 35 0,-4 3 20 15,-1-1 2-15,-3 3-4 0,-2 3-30 0,-1 1 0 16,-3 1-14-16,0 3-25 0,1 2-12 16,-2 2-7-16,2 3-7 0,-1 2-22 0,3 3-11 15,-2 2-8-15,3 1-5 0,4 2-5 16,-2 1-2-16,1 3-1 0,5-1 0 0,1 6-1 15,-1-4 1-15,4 1 0 0,1 1 1 0,1 1-2 16,4-4-2-16,-2 1-1 0,2-3-1 0,1-1 0 16,1-4 0-16,2-2 1 0,0-4 2 15,1-2 0-15,1-4 2 0,-2-3 2 0,1-5 0 16,-2 0 1-16,1-2 0 0,-2 1 1 16,-3-1-1-16,1 1-1 0,-3 2 0 0,-2 0-1 15,-2 1 0-15,-3 3-1 0,1 3 1 0,-3 2-1 16,-2 2 0-16,3 5-1 0,-4 3-2 15,0 5-1-15,0 2 1 0,0 2-3 0,0 3-3 16,1 1-35-16,3 1-63 0,-1 0-63 16,2-2-86-16,2-1-141 0,2 0-229 0,-1-4-287 15,2-1-217-15,2-2-197 0,1-3 44 0,0-1 447 16</inkml:trace>
  <inkml:trace contextRef="#ctx0" brushRef="#br0" timeOffset="-210351.74">13486 13968 182 0,'-6'0'430'0,"-2"0"180"0,0 1 103 16,-1 1-191-16,1-1-238 0,-2 2-117 0,2 2-48 15,0-4-10-15,0 2 5 0,1 0 8 16,0-1 2-16,1-1 8 0,-1 0 1 0,0-1 4 16,1 0 3-16,-1 0 10 0,2 0 24 15,-1-1 11-15,-2 1 6 0,2-1-8 0,0-1-8 16,-1 2-23-16,-2 0-28 0,3 0-25 0,-3 2-26 15,1-1-16-15,-4 2-17 0,4 0-7 0,-3 2-7 16,-2 1-3-16,2 1-5 0,0 1-4 16,-3 1-2-16,1 1-3 0,-1 1-6 0,1 2-2 15,-2 0 0-15,2 3 1 0,-1-1 3 16,-1 1-1-16,4 4 3 0,-3-1 1 0,3 4-1 16,-3 1-3-16,4 4-4 0,-1-1-2 15,2 3-5-15,1 3-2 0,0 2-1 0,3-1 6 16,2 4 4-16,1 0 4 0,0 3 4 0,4 2 0 15,2 0-2-15,0-1-2 0,4 4-3 16,0-4-5-16,3 1-3 0,2-1-1 0,3 1 1 16,0-5-2-16,2-1-8 0,2-5-20 15,3-1-45-15,1-4-81 0,1-4-103 0,4-4-146 16,-1 0-295-16,4-5-245 0,1-1-143 0,0-3 83 16,0-2 311-16</inkml:trace>
  <inkml:trace contextRef="#ctx0" brushRef="#br0" timeOffset="-209238.19">13678 14366 70 0,'-12'-10'483'0,"0"4"304"16,-2 3 155-16,-2 3-12 0,0 5-394 0,0 1-264 16,2 2-105-16,-2 4-25 0,4 3 3 15,0 4 12-15,2 0 13 0,1 2-2 0,3 4-20 16,4 0-34-16,1 3-22 0,2 2-17 0,4 1-16 16,2 1-4-16,2 1-3 0,2 0-2 15,2 2-13-15,2-2-12 0,0-1-3 0,2-5-7 16,1 3-8-16,1-8-3 0,-2-2 0 0,2-3 0 15,1-4-3-15,-2-4-1 0,3-5-1 16,-3-6 0-16,0-5 2 0,-1-7 2 0,-1-4 2 16,1-7 0-16,-4-6 2 0,0-4 4 15,-4-6-3-15,1-2-1 0,-4-2 12 0,2-2 23 16,-5-1 20-16,0 0 18 0,-3-2 18 0,-3 3 32 16,-5-3 30-16,-3 3 25 0,-5 1 7 15,-4 0-13-15,-7 5-14 0,-5 2-26 0,-2 5-38 16,-8 2-34-16,-2 5-22 0,-2 6-14 0,-1 7-10 15,2 5-7-15,-2 9-2 0,4 10-7 16,-1 8-4-16,5 7-1 0,-1 10 0 0,5 5-1 16,4 10-2-16,1 4 3 0,4 11 1 15,4 3 0-15,6 7-1 0,4 4 1 0,5 2 0 16,6 4-3-16,4-4 0 0,7-2-1 0,2-4 2 16,6-7 0-16,4-7 1 0,5-8 2 0,3-10-1 15,4-8 0-15,5-12-2 0,3-9 1 16,2-11-2-16,4-13 2 0,-1-12 2 0,4-10 1 15,-2-11 1-15,0-6-1 0,-2-9 1 16,-4-6-3-16,-2-5-1 0,-6-1-1 0,-2 1 1 16,-4 0 1-16,-6-2 2 0,-6 7 6 0,-5 1 2 15,-7 5 5-15,-7 2 0 0,-8 2-1 0,-7 3 1 16,-7 3-3-16,-10 1-2 0,-8 9-4 16,-8 1-1-16,-3 9-2 0,-5 7-1 0,-4 8-2 15,2 10-1-15,0 10-1 0,3 10-2 0,2 11 1 16,4 5 0-16,2 11 0 0,3 6-1 15,6 11 2-15,3 3 3 0,7 9 0 0,5 4 0 16,7 6 1-16,7 2-3 0,10 2-2 16,4-1-1-16,9-2-1 0,4-7 0 0,10-4 0 15,4-9 4-15,6-8 2 0,7-11-1 0,1-11 1 16,8-10-1-16,3-14-1 0,1-11 0 0,3-11 0 16,-3-12-1-16,1-11 1 0,-2-11 1 15,-4-6 1-15,-3-11 0 0,-4-5-2 0,-5-6 0 16,-4-2-1-16,-7 0 2 0,-5 0 1 0,-6 2 2 15,-7 4 2-15,-9-1 6 0,-7 2 4 16,-10 4-1-16,-11 2-1 0,-11 5-2 0,-9 3-1 16,-12 5-5-16,-6 6-4 0,-6 10-4 0,-1 10 1 15,0 10-1-15,3 16 2 0,4 14 0 16,3 13 1-16,5 14-1 0,5 14-2 0,6 11 2 16,5 7 0-16,11 8 1 0,6 10 0 0,9 1-1 15,8 3 2-15,9 2-5 0,6-4-1 16,9-5-2-16,7-7 2 0,5-10 2 0,7-10 2 15,3-12 2-15,6-11 0 0,5-13 0 0,2-13-1 16,4-14-2-16,1-12 1 0,-2-14 0 16,-1-11 1-16,-5-11 1 0,-2-10 0 0,-9-7 0 15,-3-9 0-15,-6-2-2 0,-7-3 2 16,-10 2 1-16,-10-2 1 0,-8 4 1 0,-14 4 0 16,-10 3 1-16,-14 5-3 0,-11 1-2 0,-5 10-3 15,-5 9-1-15,0 10 1 0,2 11 0 0,1 17 2 16,5 10-2-16,3 17 0 0,4 11 0 0,7 12 0 15,5 12 0-15,8 8 0 0,8 9 0 16,8 5 0-16,9 6 0 0,10 0-2 16,10 2-7-16,8-1-12 0,10-4-38 0,10-1-73 15,6-3-86-15,11-5-171 0,9-3-290 0,6-4-341 16,4-6-344-16,-2-6-194 0,2-3 145 0,-6-5 695 16</inkml:trace>
  <inkml:trace contextRef="#ctx0" brushRef="#br0" timeOffset="-199091.52">3269 11889 185 0,'-3'-5'588'16,"0"2"343"-16,0-2 189 0,-4 1-118 0,0 0-345 16,-1 0-188-16,-2-2-67 0,-1 1-1 15,0-1-31-15,0 0-40 0,-3-1-37 0,-1 4-39 16,-3-6-53-16,0 3-59 0,-2 1-39 0,-2 0-23 16,1 0-13-16,-1 1-7 0,-2 1-11 0,2 2-14 15,-2 1-10-15,0 0-8 0,-1 1-6 16,2 1-6-16,-3 2-1 0,4 2 1 0,-2 0-1 15,1 2 0-15,-1 0-2 0,5 1 0 0,-3 1-1 16,3 1 0-16,1-1 0 0,1 0 0 0,1-1-1 16,1 1 2-16,2 1-2 0,0-3 0 15,2 1 0-15,1-1-1 0,2-2 0 0,1 1 0 16,-1 0 0-16,1 1 0 0,3-3 0 0,-4 3 0 16,3 2 0-16,0 1-1 0,-1 2 1 0,1 1 1 15,-1 3-1-15,-2 2 0 0,2 6 0 0,-1 0 1 16,1 4 0-16,0 3 1 0,1 5-1 15,0 1 1-15,2 7-1 0,0-1 0 0,3 2 0 0,0 6 0 16,1-3-1-16,3 4 1 0,1-2 0 16,1 5-1-16,3 0 1 0,-1 1 0 0,0 1 1 15,3 1 0-15,0 1 1 0,2 0-1 16,-1 2 0-16,1 0-1 0,0 4 0 0,1 1-2 16,0 4 1-16,0 1 0 0,2 2 1 0,-2 1 1 15,1 1 0-15,2 2 1 0,-1 0 0 0,0 0-1 16,-1 0-2-16,1-2 0 0,2 1 4 0,-1-2 2 15,-1-3-1-15,0 2-2 0,1-3 1 0,-2 3-1 16,2 0-1-16,-3 1 4 0,3 1 7 0,-2-1 3 16,0 1 0-16,0-1 6 0,0-1-8 0,0 0-6 15,0-3-4-15,0 0-3 0,2 0 0 16,-1 0-4-16,0-4 3 0,-2 0 0 0,3-1 1 16,-2 1 0-16,2-3 0 0,-1-3 1 0,3 1 1 15,-2-3 0-15,-1-3 0 0,3 0 0 0,-3-2 0 16,3-3-1-16,-3-2 0 0,3-2-1 0,-1-4 1 15,-2-1-1-15,3-1 1 0,-3-4-1 0,0-1 0 16,-2-3 0-16,0-2 1 0,-1 1-2 0,1-3 1 16,-1-2-1-16,-2 0 1 0,0-2 0 0,0-2-1 15,-1 1 0-15,-1-3 0 0,-1-1 0 0,2-3-1 16,-4 0 2-16,3-2-1 0,-1 1 1 0,-1-1 1 16,-1-1 0-16,3 1 1 0,-2-3-2 0,-1 1 1 15,0 0 0-15,2 0-1 0,-3-1 0 0,1 0 1 16,-1-2-1-16,0-2 0 0,-2-1 0 0,0 0 0 15,2-1 0-15,-4-1 1 0,1-2 0 16,-1 0-1-16,1-1 0 0,-2 1 1 0,0-2 0 16,2 1-1-16,-1-2 1 0,-1 0 1 0,0 1 0 15,0-1-1-15,0 0 0 0,2 0 0 0,-2 0 0 16,0 0-1-16,0 0 0 0,0 0 0 0,0 0 0 16,0 0-1-16,0 0 1 0,0 0 0 0,0 0 1 15,0 0-1-15,0 0 0 0,0 0 1 0,0 0 0 16,0 0 0-16,0 0-1 0,0 0 1 0,0 0-1 15,0 0 0-15,0 0 0 0,0 0 0 0,0 0 0 16,0 0 1-16,0 0-1 0,0 0 0 0,1 0 0 0,-1 0 0 16,0 0 0-16,2 0 0 0,0-1 1 15,-1 1-1-15,4 0 0 0,1-2 2 0,-1 1 0 16,1-2 0-16,2 3 5 0,2-2 1 0,2 2 2 16,0-3 2-16,3 1 2 0,1 1 3 0,5-2-1 15,1 1 0-15,0 1 1 0,5 0-1 0,3-1-1 16,2 0-1-16,1 2 0 0,4 0-3 0,3 0 0 15,0 2-1-15,1 0-1 0,5 0-3 16,-4 2-1-16,4-3-3 0,-3 2-2 0,1 0 0 16,-1-1 0-16,-2-2 0 0,0 3 0 0,-3-2 0 15,0 1 0-15,-3-2 0 0,0 0 0 0,-4 1 0 16,1-1 0-16,-2 2 0 0,0 0 0 0,-3-1 0 16,0 0 0-16,-2 3 0 0,0-2 0 15,0 2 0-15,-2-2 0 0,-1 1 0 0,-2 1 0 16,-1 0 0-16,0-1 0 0,-3-2 0 0,1 1 0 15,-1-1 0-15,-5 1 0 0,1-2 0 0,-2 0 0 16,-2 0 0-16,0 0 0 0,-3 0 0 16,0 0 0-16,-1 0 0 0,-2 0 0 0,1 0 0 15,-3 0 0-15,3 1-3 0,-3-1-23 0,0 0-20 16,2 2-33-16,-2-1-68 0,-2-1-89 0,2 0-163 16,-3 0-281-16,1 0-330 0,-1 0-371 15,-1 0-244-15,-2-3 85 0,-4 2 712 0</inkml:trace>
  <inkml:trace contextRef="#ctx0" brushRef="#br0" timeOffset="-198726.34">4771 16660 30 0,'-5'-4'643'0,"-1"2"552"0,0 2 162 0,-2 2-161 15,2-2-294-15,1 3-365 0,0-2-147 16,3-1-90-16,2 2-56 0,0-2-33 0,5 0-44 15,3 0-61-15,3 0-50 0,5 0-25 0,3 0-18 16,3 0-12-16,2 0-5 0,4 0-3 0,2 0-3 16,2 0-1-16,1-2 6 0,-1 2 3 15,3-1 1-15,-2 1 1 0,0 0 1 0,-1 1 0 16,0 1 6-16,-2-1 4 0,0 4 2 0,-2 0 7 16,-1 1 6-16,-4 1 4 0,-2 2-3 0,0 2-1 15,-4 1 3-15,-3 1-1 0,-1 4-4 0,-4 0-1 16,-4 1-3-16,-2 3-7 0,-1-1-8 15,-4 2-7-15,-1 2-4 0,-2 2-3 0,-1-1-2 16,-2 2 2-16,2 0 3 0,-2 0-5 0,1 0-15 16,-2-4-36-16,3-1-61 0,-2-3-76 0,0-2-137 15,0-2-243-15,2-4-306 0,1-5-310 16,-1-2-242-16,1-4-26 0,-2-3 517 0</inkml:trace>
  <inkml:trace contextRef="#ctx0" brushRef="#br0" timeOffset="-198157.47">6786 16849 119 0,'0'-11'705'15,"-2"4"463"-15,2 1 107 0,-1 0-141 16,1 4-379-16,0 0-251 0,1-1-104 0,1 3-63 16,-1 1-42-16,5 3-34 0,1 3-48 0,2 3-53 15,1 5-57-15,6 3-29 0,-2 5-16 0,5 2-10 16,0 3-9-16,-2 3-7 0,2 0-6 0,0 1-9 16,0-1-7-16,0 0-4 0,-3 0-2 15,1-1-2-15,-1-3-2 0,-2-2 0 0,-1-2-1 16,-2-2-1-16,0-2-7 0,-3-2-10 0,-3-4-22 15,-2-2-63-15,-3-4-77 0,-3-1-154 0,-4-6-262 16,-1 0-314-16,-7-7-373 0,0-4-270 0,-7-4 1 16,-1-4 651-16</inkml:trace>
  <inkml:trace contextRef="#ctx0" brushRef="#br0" timeOffset="-197617.01">6515 16648 102 0,'-6'-12'681'0,"5"2"454"0,-1 1 109 0,0 0-139 16,1 0-401-16,1-2-332 0,0 2-166 15,1-2-70-15,4-1-38 0,4 1-19 0,1-3-8 16,3 0 17-16,4-4 25 0,5 2 1 0,0-2-1 16,5 2-1-16,0 1-3 0,1 2-6 0,2 2-5 15,-1 2 7-15,1 1 5 0,0 5 1 16,-2 1-3-16,-1 4-19 0,-3 4-21 0,0 3-19 15,-1 4-11-15,-2 6-4 0,-2 0 0 0,-2 6-1 16,-4 3 6-16,-1 1 0 0,-2 5 0 0,-3-1 1 16,-4 1 1-16,-2 1-8 0,-1-4-8 15,-1 2-5-15,-2-1-2 0,-1-4-7 0,0-2-4 16,0-2 0-16,-1-4-3 0,2-1-2 0,-1-4-3 16,4-2-3-16,0-2-1 0,4-1-2 0,1-1-1 15,5 0 2-15,-1-4 1 0,7 1 0 0,0-4 6 16,1-1 4-16,4-2 0 0,0-4 0 0,0-1 1 15,3-2 0-15,-3-1-6 0,4 0-2 16,-1 0-3-16,-1 0 1 0,1 2-1 0,-3 1 0 16,-1 1-4-16,1 4-1 0,-4 2 1 0,0 3-1 15,-4 2 1-15,1 2 1 0,-6 4 5 0,-1 1 3 16,-4 4 1-16,0 2 1 0,-4 1 1 0,-3 3-1 16,0 3 1-16,-4-1-1 0,-3 1 0 15,1 4-1-15,-3-2-1 0,-2 2 5 0,0-2 2 16,0-1 0-16,0 0 2 0,0-3-1 0,2-1-1 15,-1-2-4-15,3-4-3 0,1-2-1 0,1-2-4 16,2-3-9-16,1-3-19 0,0-2-45 0,0-2-74 16,1-3-92-16,2-4-157 0,1-1-293 15,0-4-330-15,2-1-316 0,2-1-190 0,3-3 126 16,0 0 633-16</inkml:trace>
  <inkml:trace contextRef="#ctx0" brushRef="#br0" timeOffset="-196934.32">7916 17098 188 0,'3'-3'784'0,"-1"-1"419"0,1 2 50 0,0 0-173 15,-1 2-396-15,2 4-215 0,-1-2-113 16,2 6-42-16,0 0-29 0,0 6-32 0,3-1-46 16,-1 3-62-16,2 4-49 0,-1 0-40 0,0 3-19 15,2 1-11-15,-2 0-6 0,0 0-4 0,3 0-3 16,-4-1-3-16,-1-2-8 0,1 0-5 16,0-5-6-16,-4 1-43 0,-1-3-68 0,-2-3-78 15,-5-2-154-15,-1-3-289 0,0-3-333 0,-4-3-319 16,-2-4-204-16,-1-6 83 0,-6-1 638 0</inkml:trace>
  <inkml:trace contextRef="#ctx0" brushRef="#br0" timeOffset="-196743.32">7682 16860 457 0,'-3'-8'1249'15,"-2"4"330"-15,2-1-188 0,0 2-275 0,1 1-499 16,-1 0-243-16,1 0-150 0,1 1-82 0,-1 1-47 15,4-2-37-15,-1 1-31 0,1 0-17 16,1 1-23-16,4-2-63 0,-1 2-67 0,0 2-123 16,2-1-198-16,2 2-306 0,-1 0-340 0,4 3-260 15,-4 0-127-15,5 1 397 0,-2 4 615 0</inkml:trace>
  <inkml:trace contextRef="#ctx0" brushRef="#br0" timeOffset="-196308.58">8436 16833 145 0,'0'-6'775'0,"-3"4"450"0,-2 1 72 16,-2 1-71-16,-1 1-318 0,0 1-318 0,-2 1-170 15,-2 0-90-15,0 1-63 0,0-1-77 16,-1 2-80-16,0 1-41 0,-1-2-21 0,1 2-14 15,1 1-2-15,-1 1-10 0,2 0-7 0,0 0-5 16,2-1-4-16,-1 2-2 0,1 0-5 16,2 0 0-16,-1 1 1 0,4-3 0 0,0 4 0 15,0-3-1-15,1 1-2 0,3-1 1 0,0-1-1 16,0 2 0-16,5-2-1 0,-1-1 1 0,2 2-1 16,2-2 1-16,2 1 0 0,2-2 1 0,0-1 0 15,3 1 0-15,1-2 2 0,3 0 0 16,-1 2 0-16,2-1 0 0,-1-1 1 0,0 1 0 15,0 2-1-15,-1 2 1 0,-1 0 0 0,-3 2 1 16,0-1 0-16,-2 6-1 0,-2 0 1 0,-2 1 1 16,0 2 0-16,-4 2-1 0,-3 1 0 15,-1-1 0-15,-1 3 0 0,-3-2-1 0,-2 2-1 16,-1-4 2-16,-5 2-1 0,1-3-1 0,-2-1 0 16,-1-3 4-16,1 0-6 0,-1-5-9 0,1-2-19 15,1-3-45-15,1-4-72 0,1-4-95 0,-1 0-162 16,3-3-274-16,2-4-325 0,1 1-306 0,2-2-192 15,0-5 120-15,-2 1 629 0</inkml:trace>
  <inkml:trace contextRef="#ctx0" brushRef="#br0" timeOffset="-195976.62">8588 16995 477 0,'13'16'958'16,"2"4"261"-16,0 3-47 0,2 0-328 0,1 4-330 15,0-1-197-15,4 0-114 0,-2-1-59 16,0-1-38-16,2-6-28 0,1-5-22 0,-1-2-24 16,-2-7-12-16,2-4-9 0,-3-6-4 0,0-4 1 15,-3-5-1-15,0-3 0 0,-3-3-3 0,-1-2 2 16,-4-2 3-16,-2-2-2 0,-4 1-2 16,0 0 26-16,-4 1 58 0,-1 1 71 0,-4 3 37 15,-1 2 17-15,-6 1-3 0,0 2-26 0,-2 5-44 16,-4-1-52-16,1 3-30 0,-3 2-18 0,0 2-11 15,1 3-7-15,0 4-12 0,1 3-7 0,2 3-6 16,1 4-5-16,3 2-4 0,1 2-2 0,5 4-1 16,2 1-14-16,4 0-41 0,1-1-73 15,2 2-120-15,4-3-209 0,2-1-302 0,5-2-344 16,1 2-341-16,2-5-138 0,3-1 409 0,2-3 690 16</inkml:trace>
  <inkml:trace contextRef="#ctx0" brushRef="#br0" timeOffset="-194957.57">10144 16669 72 0,'-10'10'541'16,"-1"-2"416"-16,-3 3 218 0,3-3-33 0,-3 3-390 16,4 1-214-16,2-4-68 0,0-1-35 0,2 1-54 15,0-2-57-15,1-2-49 0,2 1-67 0,1-2-72 16,-1-2-55-16,1 1-33 0,2-1-15 0,-1 1-11 16,1-2-6-16,0 0-6 0,0 0-5 15,0 0-1-15,1 0 7 0,-1-2 3 0,4 1 5 16,-1-2 7-16,3-2 4 0,2-1 7 0,1 1-3 15,3-3 3-15,2 0 1 0,2-1-3 0,1-2-3 16,2-2-6-16,2 1-4 0,2 0-5 0,1-1-3 16,2-1-2-16,2-3 4 0,0 3 0 15,2-1 1-15,2 0-2 0,-2-2-2 0,3 2-3 16,-1 0-3-16,1 0-3 0,-3 1-1 0,2-2 0 16,-2 2-1-16,-2 1 0 0,-1 0 0 0,-2 0 0 15,-1 0-1-15,-5 2 1 0,0-1-1 16,-3 4 0-16,-2 0 0 0,-4 2 0 0,-2 0 5 15,-1 2 6-15,-2 1 9 0,-2 0-17 0,-1 2-4 16,-2 1 0-16,-5 0 0 0,0 1 0 0,-4 2 0 16,-1 3 0-16,-2-1 0 0,-4 5 0 0,-2 0 0 15,-2 3 0-15,-4 1 0 0,-1 3 0 16,-2 1 0-16,-3 3 0 0,-1 0 0 0,-1 3 0 16,-3 0 0-16,2 1 0 0,1 1 0 0,-1 0 0 15,1 0 0-15,2 1 0 0,2 0 0 0,0-1 0 16,1-1 0-16,3 0 0 0,0-1 0 0,2-1 0 15,3-2 0-15,2-1 0 0,1-3 0 16,3-2 0-16,3-1 0 0,0-2 0 0,3-2 0 16,1 0 0-16,3-4 0 0,-1 0 0 0,4 0 0 15,2 0 0-15,1-2 0 0,4 4 0 16,1-2 0-16,2-1 0 0,3 1 0 0,3 0 0 16,0-1 0-16,4 1 0 0,0-1 0 0,2 1 0 15,1-3 0-15,2 2 0 0,2-4 0 0,-1 0 0 16,4 1 0-16,-2 0 0 0,1-1 0 0,1-1 0 15,0 0 0-15,0 0 0 0,-2 0 0 16,2 0 0-16,-1 0 0 0,-1 1 0 0,1 1 0 16,-1 1 0-16,2 1 0 0,-1 1 0 0,-1 2 0 15,-1 2 0-15,0 2 0 0,0 1 0 0,0 2 0 16,-2 0 0-16,-3 1 0 0,-1 1-29 0,-2 1-123 16,-5-3-121-16,-2-1-226 0,-4-1-304 0,-3-3-377 15,-1-3-436-15,-4-3-172 0,-4-2 460 16,-4-3 848-16</inkml:trace>
  <inkml:trace contextRef="#ctx0" brushRef="#br0" timeOffset="-194283.68">12014 16431 250 0,'-9'-10'776'0,"-4"-3"383"15,2 4 58-15,1 2-229 0,-2-1-319 0,2 4-141 16,-1 1-86-16,2 1-67 0,-1 2-51 0,-1 4-47 16,0 0-53-16,0 1-77 0,0 5-57 0,0 2-29 15,2 2-19-15,0 5-4 0,-1 3-7 0,3 5 2 16,1 5-3-16,3 5 0 0,3 6-4 15,3 1-5-15,5 7-1 0,4 4-3 0,4 4-2 0,3 4-5 16,5 4 0-16,6 6 0 0,2-2 2 16,4 0-3-16,0-3-1 0,4-6 1 0,0-6-2 15,0-8 0-15,2-7-4 0,-3-12-1 0,2-7-2 16,0-12-1-16,-2-10 2 0,0-10 0 0,-3-12-4 16,-3-7-1-16,-1-13-3 0,-2-7 1 0,-5-9-3 15,-4-5 4-15,-2-3 5 0,-5-3 2 16,-3 1 4-16,-6 1 1 0,-2 3 2 0,-4 2-3 15,-4 7-1-15,-6 2 1 0,-2 7-1 0,-6 2-2 16,-3 5 0-16,-7 3-1 0,-2 2 0 0,-4 3 0 16,-6 3 0-16,-2 3 1 0,-4 3 0 0,-1 5-2 15,-5 2-3-15,-1 4-1 0,0 9-2 16,0 4-2-16,-1 10-1 0,2 8 6 0,0 8 4 16,4 4-1-16,2 8 0 0,6 7 1 0,1-1 0 15,7 2-5-15,3 0-10 0,5-3-15 0,4-3-33 16,5-2-77-16,4-6-98 0,4-6-196 0,3-5-290 15,2-4-350-15,3-4-381 0,1-3-181 16,-1-1 235-16,0-3 765 0</inkml:trace>
  <inkml:trace contextRef="#ctx0" brushRef="#br0" timeOffset="-193341.51">7325 18587 226 0,'1'-4'393'15,"-1"0"155"-15,0-1 49 0,0 1-147 0,0 1-67 16,0 0 21-16,0 0 40 0,-3 0 19 0,1 0-7 15,-1 0-44-15,-3 0-53 0,3 2-34 0,-2-3-11 16,2 4 7-16,0 0-10 0,1 0-26 0,-1 0-40 16,1 0-52-16,1 0-55 0,-1 0-53 0,2 0-37 15,-1 0-21-15,1 0-10 0,1 0-9 0,-1 0-4 16,2 0-3-16,1 0-1 0,2 2 0 0,3 0 1 16,3-2 2-16,3 1-1 0,3 2 0 15,3-1 8-15,3-1 6 0,4 0 1 0,6 1 8 16,2-2 3-16,6 0 2 0,3 0-4 0,1-3-2 15,7-2 1-15,3-1-5 0,3-1-3 0,4-1-2 0,1-2 1 16,2-3-4-16,5 1-2 0,3-2-2 0,4-2-1 16,5-1-1-16,1 0 5 0,2-1 8 15,2 0 4-15,1 0-1 0,4 2-1 0,1-2-2 16,2 0-5-16,3 2-9 0,4 0-2 0,0 1 8 16,3 0 6-16,-1 2-2 0,5 1 0 0,0-2-2 15,2 2-2-15,4 2-9 0,2-2-5 0,-3 2 4 16,3-2 0-16,0 1 0 0,0 2 1 15,0-1 0-15,2 0-1 0,0 3-2 0,-1-1 2 16,-1 4 0-16,-3 0 1 0,-2 0-2 0,0 4 1 16,-2 2 0-16,0 1-3 0,-4 0 0 0,-2 3 4 15,-6 0 3-15,-3 0 2 0,-5-1-3 0,-4 3-1 16,-3-2-1-16,-5-2-5 0,-1 3-2 16,-7-2-2-16,-4-2 3 0,-4 0 1 0,-5 3 1 15,-8-4 1-15,-1 2 1 0,-9-3 0 0,-6 2 0 16,-3-2 1-16,-6 1 0 0,-5-1 0 0,-5 1 11 15,-1-2 12-15,-4 1 13 0,-4-1 6 0,0 0 1 16,-5 0-18-16,0 0-26 0,-3 0 0 0,-1-1 0 16,-2 1 0-16,1-2 0 0,-2 2 0 15,2 0 0-15,0-1 0 0,0 1 0 0,2 0 0 16,0 0 0-16,1 0 0 0,1 0 0 0,1-2-69 16,1 1-90-16,2-1-141 0,2 0-260 0,3 0-321 15,5-2-392-15,1 2-446 0,3 0-78 0,1 2 688 16</inkml:trace>
  <inkml:trace contextRef="#ctx0" brushRef="#br0" timeOffset="-192724.02">14741 17961 595 0,'-15'3'1611'16,"0"1"165"-16,-5 5-365 0,-2 1-365 0,3 1-460 15,-2 4-292-15,3-1-132 0,3 2-61 16,1 2-31-16,6 0-16 0,0-1-17 0,7 1-15 16,1-2-11-16,4 1-5 0,3-3-4 0,4-4-1 15,3-1 4-15,2-3 2 0,1-5 2 0,2-2 0 16,0-5 1-16,3-3 0 0,0-4-5 0,-4-2-2 15,2-2 0-15,-2-3-2 0,-4 0 1 0,0-2 0 16,-3 3 0-16,-4-1 0 0,-2 4 1 16,-2 0 0-16,-3 4 2 0,-3 2 1 0,-4 1-6 15,-3 2-2-15,-4 2-2 0,-2 3-1 0,-4 2 7 16,1 2 7-16,-5 4 8 0,2 2 4 0,2 2 1 16,0 3 0-16,0 4-8 0,4 3-8 0,2 2-3 15,3 2-2-15,2 4-1 0,5-2 3 16,3 4-1-16,2-1-1 0,4-2-1 0,4 0 0 15,1-2 0-15,1-2-5 0,3-4 1 0,2-4 1 16,0-4 4-16,3-4 3 0,-2-7 0 0,2-4 1 16,-3-8 0-16,3-5 1 0,-5-7-3 0,2-4-1 15,-5-6 2-15,0-1-1 0,-5-6 2 0,-1-1-1 16,-3 2 0-16,-4 1 0 0,-1 3 0 0,-3 3 1 16,-5 5-4-16,-2 5 4 0,-3 3 5 0,-3 6 4 15,-1 1 3-15,-4 6 1 0,2 5 3 0,-4 5-3 16,3 5-5-16,-1 7-5 0,1 4-2 15,3 3-3-15,3 8-1 0,1 1 0 0,5 0-1 16,2 2-1-16,4 2 0 0,3-3 2 0,4-3 0 16,1-1 2-16,4-5-1 0,2-2-1 0,2-4 0 15,0-6-9-15,3-2-13 0,2-5-18 0,-2-6-34 16,-1-5-74-16,-2-4-105 0,2-5-192 0,-4-5-290 16,-1-5-360-16,0-2-403 0,-5-5-194 15,-1-3 257-15,-2-3 780 0</inkml:trace>
  <inkml:trace contextRef="#ctx0" brushRef="#br0" timeOffset="-191041.8">13954 16356 90 0,'-13'-20'657'0,"4"4"478"0,0 1 162 16,1 4-65-16,1 4-308 0,1-1-271 0,3 3-183 15,0 3-110-15,1 1-77 0,-1-2-75 0,1 6-81 16,2-1-61-16,0 4-30 0,4 3-11 0,1 5-3 16,-1 1-3-16,5 4 6 0,1 4 1 15,3 2 4-15,4 5 1 0,0 2-1 0,3 2 4 16,2 4-4-16,1 2-2 0,4 1-2 0,2 3 0 15,4 1-5-15,-2 2-7 0,3 1-4 0,-1 2-3 16,0-2-4-16,0 2-5 0,1 0 1 0,-3-2 0 16,-1-1 1-16,-1 0 0 0,-3-4 0 15,-2-1 4-15,-1-3 3 0,-1-2 0 0,-2-3 0 16,-2 0 0-16,-1-5 0 0,-1 2-3 0,-2-6-3 16,-1 0 1-16,-1 0 0 0,-1-4-1 0,-3-2 1 15,3-3-1-15,-5 0 0 0,-1-4 0 0,0-2-1 16,0-2-1-16,-2-2 1 0,-1 0 1 15,-1-3 6-15,-1-1 6 0,-1 0 4 0,-1 0 1 16,-3-4-1-16,-1-1 0 0,-1 0-6 0,-2-1-4 16,1-1-4-16,0-1 0 0,0 2 2 0,2 0 3 15,0 0 1-15,1 2 2 0,3 0-1 16,-1 0 0-16,0 0-4 0,3 2-3 0,0 0-2 16,2-3-1-16,1 2-1 0,0 0 0 0,0-1 0 15,2-2 1-15,-2 4 0 0,3-2 0 0,-1-3 0 16,-2 3 0-16,2-2 0 0,-2 2 0 15,1-2 0-15,-3 3 1 0,1-2 0 0,-1 1 0 16,2 1 0-16,-3 0 0 0,3-1 0 0,-3 2 0 16,2-1 0-16,-1-4 0 0,1 2 0 0,0-3 0 15,2 0-1-15,1-1 1 0,0-3-1 16,0 0 1-16,2-3 0 0,2-1-1 0,-1-1 1 16,1-3-1-16,0-2 1 0,-1-2 0 0,0-1-1 15,3-2 1-15,-3-6-1 0,2-2 0 0,1-2-1 16,-2-3 0-16,1-3 0 0,1-1-1 0,-2-4 0 15,3 0 0-15,-2-3 0 0,1-2 2 16,1-4-1-16,-2-1 2 0,0 0 1 0,1-2 0 16,0 1 0-16,-1 1 0 0,-1 1-2 0,0 2 1 15,0 5-1-15,-3 5-1 0,-3 4 0 0,0 6 1 16,-1 4 0-16,0 2 0 0,-4 6-1 0,0 2 1 16,1 3 0-16,-4 0 0 0,0 4 1 0,0 2-1 15,-3 0 0-15,-1 2 1 0,1-1-1 16,-3 2 0-16,0 1-1 0,-2 0 0 0,-1 2 1 15,1-2 0-15,1 2 0 0,-4-2 1 0,2 1 0 16,-4 2 1-16,2-1-1 0,-2 1 4 0,-3 1-5 16,2 1 0-16,-5 0 0 0,-1 1 0 15,-2 1 0-15,-3 0 0 0,-1 1 0 0,-4 1 0 16,-3 1 0-16,-5-1 0 0,2 2 0 0,-2 1 0 16,1 0 0-16,2-2 0 0,5 2 0 0,2-2 0 15,3 2 0-15,5-1 0 0,4 0 0 0,4-1 0 16,1 0 0-16,7-2 0 0,0 0 0 0,6 1 0 15,3-2 0-15,5 3 0 0,5-3 0 16,4 2 0-16,3 0 0 0,7-2 0 0,4 2 0 16,2-1 0-16,5-1 0 0,3-1 0 0,2 0 0 15,2-1 0-15,-2-1 0 0,0-1 0 0,0 2 0 16,-5-1 0-16,0 1 0 0,-3 1 0 16,-4 0 0-16,-1 0 0 0,-6 0 0 0,-4 0 0 15,0 1 0-15,-5-1 0 0,-4 0 0 0,-2 2 0 16,-2-1 0-16,-2 0 0 0,-5 3 0 0,-5 0 0 15,-1 2 0-15,-7 2 0 0,-2 0 0 16,-4 3 0-16,-3 0 0 0,-2 3 0 0,-3-1 0 16,1 1 0-16,-1 2 0 0,0-1 0 0,2 0 0 15,3 0 0-15,1-1 0 0,4 1 0 0,4-2 0 16,2-1 0-16,4 0 0 0,2-3 0 16,3-2 0-16,5 2 0 0,2-1 0 0,4-2 0 15,4 1 0-15,2-5 0 0,4 4 0 0,3-5 0 16,3-1 0-16,1-1 0 0,0-5 0 0,6 1 0 15,-3-5 0-15,1 0 0 0,2-1 0 16,-5 0 0-16,-1 0 0 0,-1 0 0 0,-1 3 0 16,-7 0 0-16,-1-1 0 0,-1 5 0 0,-5 1 0 15,-4 0 0-15,-1 5 0 0,-4 0 0 0,-3 4 0 16,-5 4 0-16,-2 2 0 0,-4 3 0 0,-3 3 0 16,0 2 0-16,-5 5 0 0,-1 0 0 0,0 2 0 15,1 1 0-15,2-3 0 0,2-1 0 16,1 0 0-16,4-5 0 0,6 1 0 0,1-3 0 15,7-4 0-15,2 2 0 0,5-5 0 0,2-1 0 16,3-3 0-16,5-3 0 0,0-3 0 0,4-1 0 16,0-5 0-16,2-3 0 0,1-3 0 15,-1-2 0-15,-1 0 0 0,-1-2 0 0,1-1 0 16,-3 3 0-16,-1-1 0 0,-4 3 0 0,-1 1 0 16,-2 4 0-16,-4 1 0 0,-1 0 0 0,-2 4 0 15,-3 0 0-15,-2 6 0 0,-2 2 0 0,-3 2 0 16,-1 7 0-16,-6 2 0 0,3 4 0 15,-5 5 0-15,0 1 0 0,-1 1 0 0,3 3 0 16,-2 0 0-16,3 0 0 0,-1 3 0 0,5-3 0 16,2 0 0-16,2-4 0 0,1 0 0 0,4-4 0 15,1-2 0-15,2-2 0 0,4-4 0 16,-1-3 0-16,2-4 0 0,3-1 0 0,-1-3 0 16,-1-4 0-16,0-2 0 0,-1-1 0 0,1-5 0 15,-3-1 0-15,0-1 0 0,-3-2 0 0,0-3 0 16,1 1 0-16,-4 1 0 0,0-2 0 15,0 3 0-15,-4 1 0 0,1 2 0 0,-2 2 0 16,-1 3 0-16,-2 0 0 0,2 4 0 0,-1 4 0 16,-2 0 0-16,1 6 0 0,0 1 0 0,0 3 0 15,1 5 0-15,0-1 0 0,2 3 0 16,2 1 0-16,0 3 0 0,1-2 0 0,4 3 0 16,1 0 0-16,0 0 0 0,2 1 0 0,3-1 0 15,1 1 0-15,1-2 0 0,4 1 0 0,-1-1 0 16,1-1 0-16,5-1 0 0,-2-2 0 0,-1-2-99 15,1-1-189-15,-2-3-264 0,2-1-340 16,-4-1-432-16,-2-3-494 0,0 0-39 0,-5 0 796 16</inkml:trace>
  <inkml:trace contextRef="#ctx0" brushRef="#br0" timeOffset="-185957.85">10191 1153 104 0,'-11'-7'339'0,"-1"-2"186"0,-1 1 158 0,0 0-97 15,1 4-140-15,2-2-39 0,-1 3-4 0,3 0 0 16,0 0-14-16,3 0-35 0,-1 0-50 0,3 1-70 16,0 0-56-16,0 0-60 0,1 1-46 0,2 0-29 15,0-1-21-15,3-1-7 0,2 0 4 0,3-2 2 16,3-1 17-16,3 0 28 0,5-1 38 0,5 2 46 15,1 0 52-15,2 1 28 0,5 0-5 0,5 1-19 16,0 1-33-16,3 1-39 0,2 2-47 0,-2 2-29 16,-1 2-16-16,-1 0-11 0,0 3-5 0,-2 1-2 15,-1 2-5-15,-3-1-4 0,0 2-3 0,-4 0-2 16,0 0-2-16,-1 0-2 0,-4 0 0 0,0 1 0 16,-1-3-1-16,0 0 0 0,-1 2-1 0,-2-1 0 15,0 1-1-15,0 0 0 0,-2 0-1 0,-1 0 0 16,-2 0-1-16,-1-1 0 0,0 4 0 0,1-1-1 15,-3 1 0-15,0-2 0 0,-3 4 0 16,0-4 0-16,0 3-1 0,0-2-1 0,-2-3 1 16,0 1 0-16,-1-2-1 0,0 0-1 0,-1-3 2 15,-2-1 0-15,1-1-1 0,-3-2-3 0,2 0-4 16,-2-3-16-16,-2-2-29 0,2-2-62 0,-5-4-60 16,-1-1-86-16,0-4-136 0,-4-1-191 0,-4-1-292 15,2-1-228-15,-6 0-211 0,1 0 12 0,-4 2 415 16,-4 1 491-16</inkml:trace>
  <inkml:trace contextRef="#ctx0" brushRef="#br0" timeOffset="-185691.29">10754 1433 241 0,'17'13'473'0,"3"2"229"0,3 1 166 15,3-1-185-15,2 4-113 0,2 0-40 0,2 0-51 16,-1 1-59-16,4-1-55 0,-2 1-35 15,-1 0-50-15,1-2-38 0,-1 0-27 0,-2 0-28 16,-2-6-29-16,-2-3-47 0,-1-2-19 0,-2-3-17 0,-2-4-6 16,1-6 3-16,-6-3-2 15,1-6-2-15,-1-5-10 0,-5-2-12 0,-1-5-16 16,-2-2-12-16,-1 0-7 0,-3-3-8 0,-4 2-4 16,-2-1-4-16,-3 3-8 0,-4-3-36 0,-2 3-69 15,-2 1-94-15,-3 0-165 0,2 3-291 0,0 1-334 16,4 5-341-16,0 6-199 0,5 4 205 0,0 4 662 15</inkml:trace>
  <inkml:trace contextRef="#ctx0" brushRef="#br0" timeOffset="-137592.45">26919 13954 291 0,'-1'5'548'16,"-1"-2"208"-16,1 1 110 0,-3-1-255 0,4 0-161 15,-1 0-63-15,1 0-39 0,0-1-29 16,0-1-35-16,-2-1-45 0,0 0-53 0,2-1-53 15,0-2-41-15,0-2-27 0,-1 1-16 0,1-4-12 16,-2 0-9-16,2 0-6 0,0-4-8 16,0 1-6-16,0-1-4 0,-1 0-1 0,-2 0-3 15,0 0-2-15,0 3-1 0,-2-2-2 16,-2 3-6-16,1 2-40 0,-5 0-96 0,2 0-153 16,-3 3-282-16,0 0-268 0,1 0-251 0,-2 1-106 15,4 0 266-15,-3 0 459 0</inkml:trace>
  <inkml:trace contextRef="#ctx0" brushRef="#br0" timeOffset="-137346.36">26855 13677 76 0,'3'-5'530'0,"-2"4"383"0,-1-1 179 16,-1 2-27-16,1 0-392 0,-2 0-249 0,1 2-152 15,1-2-90-15,0 0-48 0,0-2-38 16,0-1-34-16,1 1-22 0,1-4-12 0,1-4-13 15,0 1-1-15,5-2-8 0,-4-1 1 0,5 1-4 16,-1-1 0-16,-2 2 1 0,3 0-2 16,-1 3 2-16,-1 5-9 0,-1-1-30 0,0 6-76 15,-3 2-127-15,-1 3-192 0,-2 4-288 16,0 4-262-16,-2 1-169 0,-3 5 94 0,-1 0 385 16</inkml:trace>
  <inkml:trace contextRef="#ctx0" brushRef="#br0" timeOffset="-131918.06">13831 14019 11 0,'-5'-11'277'0,"-1"0"171"0,-5 0 169 16,-2-3 81-16,0 2-161 0,-4 0-96 15,-2 0-37-15,-2 2-8 0,-1 0-17 0,-3 3-51 16,-5 1-47-16,-1 3-46 0,-4 3-43 0,-2 5-35 15,-1 5-35-15,-1 5-32 0,-1 7-26 16,-1 10-22-16,2 8-14 0,3 8-6 0,-1 11-8 16,2 9 7-16,7 8 6 0,3 10 10 0,5 8 6 15,6 11-1-15,6 7-3 0,5 3 16 0,10 2 5 16,2-5 2-16,8-6-2 0,9-10 0 0,5-12 3 16,10-15-19-16,4-19-11 0,10-15-11 15,4-18-4-15,4-19-8 0,3-20-10 0,-1-15 3 16,4-17-2-16,-4-13 1 0,0-10 2 0,-2-11 27 15,-2-11 45-15,-5-4 25 0,-6-1 13 16,-6-1 6-16,-9 4-2 0,-9 5-11 0,-10 8-29 16,-8 8-24-16,-14 8-16 0,-8 9-11 0,-15 7-5 15,-12 11-9-15,-13 5-5 0,-12 9-8 16,-13 7 1-16,-10 6 1 0,-7 8-4 0,-2 12-4 16,-2 7 2-16,5 12 0 0,7 11-6 0,7 11 5 15,8 11 1-15,10 12 0 0,9 7-5 16,12 10 4-16,8 7 3 0,12 2-8 0,8 4 8 15,14 3 2-15,11-2 5 0,10-2 2 0,9-9 3 16,9-10 5-16,7-12-11 0,10-17-3 0,7-14 0 16,8-20 2-16,8-16-2 0,5-19 0 15,-2-19 5-15,5-14 4 0,-2-12 1 0,-5-9 3 16,-5-6 1-16,-10-1 2 0,-10 1 5 0,-9 3 0 16,-11 4-1-16,-13 8-3 0,-9 8-2 0,-16 7-5 15,-10 7-4-15,-12 10 0 0,-15 5-1 16,-10 10-9-16,-12 5-4 0,-8 9-3 0,-6 7 4 15,-3 10-3-15,1 8-2 0,5 11 9 0,6 9 2 16,4 9 6-16,9 9-3 0,8 9 1 16,5 4 0-16,11 7-4 0,10 3-1 0,4 2-3 15,11-3 0-15,8-2 2 0,7-8 2 16,7-6 2-16,5-8-3 0,8-9-1 0,5-13-4 16,8-12 4-16,4-14-2 0,4-14-1 0,3-16 9 15,-1-14 5-15,-1-13 3 0,-1-10-5 16,-5-9-2-16,-5-7-1 0,-8-4-3 0,-3 0 0 15,-9 4 0-15,-8 4 2 0,-10 8 2 0,-10 3 2 16,-13 9-4-16,-10 8-6 0,-13 7-4 16,-9 9 2-16,-6 10-1 0,-1 10-1 0,0 14 4 15,4 10 1-15,6 14 3 0,6 9-3 0,8 10 1 16,7 4 1-16,9 6 1 0,11-1 1 16,11 1-14-16,9-7-58 0,13-3-71 0,8-9-82 15,14-9-166-15,9-5-304 0,5-11-335 0,11-9-277 16,2-6-179-16,10-6 130 0,4-8 640 15</inkml:trace>
  <inkml:trace contextRef="#ctx0" brushRef="#br0" timeOffset="-131076.3">16378 14322 5 0,'-12'-6'368'0,"-3"-1"310"15,-4-1 248-15,-1-3 80 0,-9-1-282 0,-1-2-253 16,-5-6-123-16,-4-2-73 0,-2-3-52 16,-2-3-41-16,-3-4-41 0,3 1-31 0,-1-1-26 15,3 1-31-15,3 2-17 0,2 2-17 0,1 4-7 16,5 4-9-16,0 4 2 0,5 5-1 16,-1 5-5-16,3 6-14 0,-1 9-46 0,5 5-82 15,-3 6-119-15,2 6-166 0,0 4-293 16,1 5-249-16,1 3-147 0,2-1 108 0,-3 1 346 15</inkml:trace>
  <inkml:trace contextRef="#ctx0" brushRef="#br0" timeOffset="-130893.31">15361 14205 536 0,'-8'-21'1041'0,"-4"1"210"0,2 3-104 0,-2 3-268 16,2 2-471-16,2 1-209 0,3 3-98 0,-2 1-50 15,5 3-40-15,1 4-32 0,2 0-38 0,4 7-56 16,1 4-74-16,5 2-102 0,7 4-133 16,-1 2-283-16,7 6-213 0,1 0-108 15,2 1 92-15,1 4 290 0</inkml:trace>
  <inkml:trace contextRef="#ctx0" brushRef="#br0" timeOffset="-117830.6">26001 14274 55 0,'0'1'285'0,"0"-1"156"0,0 2 141 16,-2-2-77-16,2 0-141 0,0 0-85 15,-1 0-43-15,1 0-16 0,-2 0-7 0,0 0 2 16,2 0-4-16,0 0-6 0,0 0-6 16,0 0-13-16,0 0-15 0,2 0-15 0,0 0-14 15,-2 1-14-15,0-1-13 0,1 0-11 0,-1 2-17 16,0-2-13-16,2 0-11 0,-2 0-8 15,0 0-3-15,0 0-1 0,0 0-2 0,0 0-1 16,0 0-5-16,0 0-5 0,0 0-6 16,0 0-4-16,0-3 1 0,0 1-3 0,0-1-3 15,1 0-2-15,-1-1-4 0,0-2 0 0,0 1-1 16,2 0-2-16,-2 0-1 0,2 0 2 16,-2-1 0-16,0 0-6 0,1 1 0 0,-1-2-3 15,0 1 14-15,3-1 5 0,-1-1 6 0,-1 1 3 16,-1-3 1-16,2 4 4 0,-1-4-12 15,-1 1-5-15,2 0-6 0,0-1-2 0,-2 1 12 16,0 1 11-16,1 0 6 0,-1-2-1 0,0 1 5 16,0 0 1-16,2 0-17 0,-1 2-11 15,1-2-10-15,-2 3-4 0,2 0-4 16,-2 0-3-16,0 2 5 0,1-2-4 0,-1 3 5 16,2 1-4-16,-2 0-1 0,2-2 1 0,-2 4-2 15,0-2 2-15,1-1-1 0,1 1 4 0,-2 2 6 16,0-1-4-16,0 0-2 0,1-1-5 15,2 2 2-15,-1-2-2 0,-2 1-4 0,1 1 2 16,1-1 4-16,-1 1 6 0,3-2-3 16,-3 0-2-16,1 2 0 0,1-1-2 0,-1 0 0 15,1-1-3-15,-1 0 3 0,1 1 0 0,-2 0 4 16,4-1 0-16,-2-1-1 0,-2 0 2 16,1 2 1-16,0-1-1 0,-1-1-3 0,1 2 2 15,0 1 1-15,-2-2-6 0,1 2-2 16,1 0 3-16,-2 0 4 0,1 2 0 0,1-2 17 15,0 1 14-15,-1 1 9 0,2-1 2 0,-3 1 1 16,5-1 0-16,-5 2-19 0,1-1-10 0,2-1-7 16,-1 2-2-16,0-2-6 0,-1 3 1 15,3-2-2-15,-1 3 3 0,-2-2-3 0,3 1 2 16,-3 1 0-16,2 0-1 0,-1-1 0 16,1 0 0-16,-2 2 1 0,2 0 0 0,-3-2 1 15,4 2 0-15,-4 0 0 0,1 0 0 0,-1-1 2 16,4 3-4-16,-4 0 1 0,1-1 3 15,1 1 0-15,-1 1-3 0,-1-1-2 0,2-1 4 16,0 0-1-16,-1 1 1 0,-1-1-3 16,2 1 4-16,-1-1 0 0,3 1-1 0,-2-2 1 15,0 1-1-15,0 3 1 0,1-3 7 0,-2 2 18 16,1 0 14-16,0-1 5 0,-2 2 4 16,1-1 0-16,1-2-7 0,-1 3-19 0,-1-2-12 15,2 0-7-15,0 1-3 0,-2-2-4 16,0 0-3-16,0 1 0 0,0 1 1 0,1-5-1 15,-1 2 0-15,0 1 0 0,2 1 0 16,-1-3 0-16,-1 3 1 0,2-2-2 0,0 0 0 0,-2 0-2 16,1 1 1-16,-1-1-2 0,3 2-5 15,-3-2-53-15,-3-1-69 0,2 1-100 0,-1-2-185 16,0-2-296-16,-2-1-347 0,0-1-285 16,1-3-154-16,-2 0 277 0,1-4 649 0</inkml:trace>
  <inkml:trace contextRef="#ctx0" brushRef="#br0" timeOffset="-112276.95">5695 16009 239 0,'4'4'534'0,"1"1"237"0,2 3 140 0,0 1-164 16,3 3-211-16,1 4-105 0,5 4-46 15,1 2-42-15,2 4-45 0,3 4-46 0,3 5-24 16,5 2 12-16,-1 6 20 0,4 4-4 0,0 4-9 16,2 6-25-16,2-1-39 0,-1 8-51 15,2 0-50-15,1 5-29 0,-1 3-22 0,-3 3-10 16,2 2-9-16,-4 2-6 0,0 1-4 0,-1 1 0 16,-4 1-4-16,2 0-5 0,-3 1-1 0,-2-2-2 15,-3-1 3-15,-1-2-5 0,-2-6 4 16,0 1 4-16,-3-5-1 0,-1-5-2 0,-2-5-7 15,-2-5-28-15,-3-8-51 0,0-5-57 0,-2-7-68 16,-1-5-141-16,-3-8-195 0,-2-6-286 0,-2-7-244 16,-3-4-218-16,-1-8-50 0,-5-3 435 0,-5-9 504 15</inkml:trace>
  <inkml:trace contextRef="#ctx0" brushRef="#br0" timeOffset="-110327.53">5614 15877 187 0,'-3'-1'549'0,"1"-1"292"0,-1 1 126 0,3-1-166 16,0 2-283-16,0 0-149 0,3 0-92 15,1 0-47-15,2 2-26 0,1-2-16 0,3 0-29 16,0 0-32-16,4 0-23 0,2-2-26 0,1 1-11 16,5-2-3-16,1-2-12 0,3 1-15 15,4-2-6-15,0-2 53 0,5 1 26 0,0-3 12 16,3 1 5-16,0-1-1 0,1 0 52 15,1-1-21-15,4 1-17 0,-3-2-17 0,3 1-8 16,-1-2-8-16,0 2-43 0,3-3-28 16,-2 3-19-16,3-3-9 0,-1 2-8 0,3-1-2 15,0 1-4-15,-1-1-2 0,2 2 5 0,-2 0 0 16,1 1 2-16,-2-2-1 0,4 1 7 0,-2 2 1 16,0-2 2-16,0 1 0 0,-2 2 2 15,2-2 1-15,-3 3-5 0,3-2-1 0,0 3 1 16,-1-2 1-16,0 1-7 0,0 1-5 15,3-2 3-15,-1 1 2 0,1 1 0 0,-1-2-1 16,-2 0 6-16,2-1 4 0,1-1-7 0,-5 1-2 16,4-1-3-16,-2-1-1 0,-1 1 0 15,1-2 1-15,-1 2 2 0,-1-3 2 0,3 1 1 16,0 0 0-16,0 2 0 0,0-4-2 16,2 4 0-16,-1-3 0 0,1 3-2 0,-3 0 2 15,0-1 0-15,0 3 0 0,1-2-1 0,-2 0 1 16,-1 3 1-16,1 1-1 0,-2-3 0 0,-1 5 2 15,2-2 0-15,-2 2 1 0,0-3-1 0,-1 4 0 16,1-1 1-16,-1 0-1 0,-2 1 0 16,2-2 0-16,-2 1 0 0,-1-1 0 15,0 2-2-15,-3-1-1 0,1 0 1 0,-3 0-2 16,1-1 0-16,0 3 0 0,-3-2 0 0,1 0 0 16,-1 1 2-16,-1 2-2 0,-1-2 2 0,-1 1-1 15,0 0 1-15,0 1 1 0,0 1 1 16,-3 0-2-16,3 0 0 0,-1 1 1 0,-2 1 1 15,1 0-2-15,-1 1 0 0,0-2 3 16,1 2 0-16,1-2-2 0,-2 2-1 0,1-1 1 16,-1 0 0-16,-1-2-2 0,0 2 1 15,0 1 1-15,0-1-1 0,-2 2 1 0,3-4-1 0,-3 4 0 16,3-1-1-16,-2 0 0 0,2 0 0 16,-2 0-1-16,2 0 3 0,0 0-1 0,-2 0 1 15,2 0-1-15,0 0 2 0,1 0 1 16,-1-1 2-16,0 0 0 0,1-1 2 0,2 3 0 15,-3-4-1-15,5 1 1 0,-2 1-3 0,0-1 0 16,3 1-1-16,-1-1-1 0,-1-1-1 0,3 2-1 16,-1-1 1-16,-1 2-1 0,-1-2 1 15,-1 1-1-15,0 1 2 0,0-1 1 0,-1 0-2 16,-1 1 0-16,-1-1 0 0,-3 2 1 16,1-4-2-16,1 4-1 0,-1-1 1 0,-2-2-1 15,0 2 1-15,0-1-1 0,-1-1 1 0,-1 1 0 16,1-1 0-16,-1-1 1 0,-2 2 0 15,1-2 1-15,2 0-1 0,-4-2 2 0,2 2-1 16,1 0-1-16,-3 0 2 0,0 0-2 0,0 0 1 16,-1 0-1-16,0 0 0 0,-1 0 1 15,2 0-2-15,-4 0 0 0,0-1 1 0,0 1-1 16,-2-2-1-16,0 2 1 0,1 0 1 0,-2-1-1 16,-2 1 0-16,1 0 0 0,-2 0 0 15,1 1 0-15,-2-1 0 0,-1 2 1 0,0-1 1 16,2 3-1-16,-3 0 1 0,0 0-1 15,-1 1 0-15,1-1 0 0,-2 2 2 0,1 0-1 16,0 2 0-16,-1-2-1 0,0 0 0 16,2-1-1-16,-2 2 0 0,2 0 1 0,0 1 0 15,1-2 0-15,2 1 0 0,-2 1 0 0,4-1 1 16,-1 2-1-16,2 1 0 0,-1 0 1 0,2-1 0 16,1 1-2-16,1 1 0 0,1 1 0 15,2-2 0-15,-1 3 1 0,1-1-2 0,2-1 1 16,0 0 0-16,0 0-2 0,2 0 1 15,-1 1 0-15,2 1 0 0,1-2 1 0,0 0 1 16,-1 1 2-16,2 0 1 0,-2 0 1 0,4 1 0 16,-1 1 0-16,0-1-2 0,0 0 3 0,1 3 1 15,-1-2 0-15,0 2 1 0,2-1 1 16,-2-1-2-16,2 2-1 0,-3-2 0 0,3 2 0 16,0 0-1-16,0-1 0 0,0 0 1 0,-2-2 0 15,0 0-1-15,-1 2-1 0,0-2 0 16,-1 1 0-16,1-1 0 0,-2 3 0 0,0-3 1 15,0 2 0-15,-1 1 0 0,0-1 2 0,-1 3 0 16,-1-1 1-16,0-1-1 0,1 3 1 16,-2-1-1-16,-1 2-1 0,1-2-1 0,2 1-1 15,-1 2 0-15,-3-2-1 0,3 0 1 0,0-1-1 16,0 3 0-16,1-4 2 0,-2 0-2 0,1 0 0 16,1 1 1-16,-4-1-1 0,3-1 1 15,-3-1-1-15,3 1 0 0,-4 1 0 0,2 0 0 16,-1-1 0-16,-1 2-1 0,1 1 0 0,2 1 0 15,-2-1-1-15,1 3 1 0,0-1 0 0,-3 0-1 16,4 0 1-16,-2-1 0 0,-1 4-1 16,1-4-1-16,0 3 1 0,-2-2 0 0,2 2 0 15,-2-1 0-15,2 1 1 0,-2 1 1 0,4 1 0 16,-6 0 0-16,4 1 1 0,-2 1-1 0,2 1 1 16,-2 1-1-16,-1-1-1 0,3 3 1 0,-5 0-1 15,3 0 1-15,-1 1-1 0,-1 0 1 16,0 2-1-16,-1-1-1 0,1-1-1 0,-1 3 0 15,2-2-2-15,0 0 0 0,0 0-1 0,0 0 1 16,0 0 0-16,3 0 1 0,-2-2 1 0,0 1 1 16,1-2 1-16,-2 0 0 0,1 1 0 15,-2-2 0-15,2-2 1 0,-1 2-1 0,0-2 0 16,-1-1 0-16,-2 0-1 0,2-1 1 0,-2 1-1 16,-2 0-1-16,3-1 1 0,-3 1-1 0,0-1 1 15,-2-1-1-15,2 4 0 0,-2-5 2 0,-1 1 0 16,0 0 0-16,-2-3 0 0,0 1 1 15,-1 0 0-15,2-1 0 0,-4-2 0 0,2 0 0 16,-1-1 1-16,-1 0-2 0,-1-2 0 0,-1-1 0 16,-2-1-1-16,1 0 0 0,-2 0 1 0,0-1-1 15,-1-1 0-15,-2 0 0 0,-3 0-1 0,1-1 1 16,-2-2-2-16,-1-1 0 0,0-1 1 0,-1 0-1 0,-2-1 2 16,1 0-1-16,-1-1 1 0,-2-1 1 15,2 1 1-15,-2-1 1 0,-3 2 0 0,3-2 0 16,-2 1-4-16,1-1-3 0,0 2-2 0,-3-4-2 15,0 2 0-15,1-3 0 0,-2 2 3 0,-3-3 3 16,0 1 0-16,-3-2 1 0,-1 1 0 0,0-2 0 16,-2 1 0-16,2 0 0 0,0 1 0 0,0 0 0 15,3 1 1-15,0 0-1 0,2 2 0 0,0 3-1 16,1 0-1-16,2 0 3 0,-2 3-5 0,4 2-14 16,-1-2-20-16,2 4-28 0,0-1-64 0,3 1-75 15,-1-1-129-15,4 2-201 0,2-1-300 0,3 2-329 16,2-2-250-16,-1-1-128 0,3 2 426 0,-1 0 650 15</inkml:trace>
  <inkml:trace contextRef="#ctx0" brushRef="#br0" timeOffset="-106797.09">18755 17142 9 0,'-5'0'333'0,"0"1"271"0,-1 1 275 0,0-2 148 16,1 1-248-16,0-1-166 0,0 0-111 16,2 0-53-16,0 0-20 0,1 2-38 0,-1-2-53 15,2 0-47-15,-1 1-45 0,2-1-54 0,3 2-58 16,0-2-46-16,2 0-28 0,1 1-13 0,2-1-3 15,5 2-2-15,0-1-3 0,4 0 0 0,0 1-5 16,5 1-4-16,-1-3-4 0,3 1 1 0,-1-1-2 16,3 0-4-16,-1 0-3 0,-1-1-3 15,0-2-1-15,-1-1-6 0,-1-2-3 0,-1 0-1 16,-1-2-1-16,1 1-1 0,-3-2 0 0,-3 0 0 16,0 1-2-16,-2 0 0 0,-3 2 0 0,-2 4-2 15,-3-2-3-15,1 3-10 0,-3 2-19 0,0 3-45 16,-3 2-69-16,-1 0-79 0,-3 1-137 15,1 1-212-15,-3 1-312 0,2 0-293 0,-1-2-211 16,2 2-62-16,-2 1 455 0,1 0 573 0</inkml:trace>
  <inkml:trace contextRef="#ctx0" brushRef="#br0" timeOffset="-106395.61">19430 17113 438 0,'8'-3'959'0,"0"2"268"0,-1 1-41 16,1 4-273-16,4 2-322 0,-2 5-125 0,3 4-72 15,3 2-46-15,-2 5-43 0,3 2-34 16,1 3-63-16,1 1-78 0,0 1-46 0,3 1-28 16,0-3-19-16,2-3-16 0,-3-4-9 0,2-4-6 15,-1-6-3-15,2-5-1 0,-2-6 0 0,0-7 0 16,-1-9 0-16,-4-4-1 0,0-7 0 15,-4-7 1-15,0-4-1 0,-7-3-1 0,-1-3 1 16,-4-1 0-16,-2 1-1 0,-4 2 2 0,-6 0 0 16,-2 5 3-16,-7 0 3 0,-2 5 4 0,-7 3 4 15,-3 3 5-15,-2 3 3 0,-5 4 2 0,2 6-1 16,-1 6-3-16,2 5-2 0,-2 4-1 16,3 5-2-16,5 7-2 0,3 3-1 0,5 3-2 15,3 2-2-15,5 6-3 0,1-1-3 0,8 2-2 16,4 1-6-16,2-1-3 0,4 0 3 0,8 2-5 15,-1-2-4-15,4-3-11 0,2 1-12 0,2-5-34 16,2-1-79-16,-3-1-90 0,3-2-171 16,-1-3-289-16,0-2-333 0,2 0-362 0,-1-3-187 15,-1-1 160-15,-1-2 702 0</inkml:trace>
  <inkml:trace contextRef="#ctx0" brushRef="#br0" timeOffset="-106165.48">20079 17213 136 0,'2'4'859'0,"-4"2"642"15,-1 1 33-15,2 0-249 0,-6 1-421 0,1 1-347 16,0 0-193-16,1 1-126 0,0-3-65 0,0-1-50 16,4-2-35-16,-1 1-24 0,4-4-12 15,1-1-13-15,2-1-32 0,1-1-74 0,-1-1-74 16,3-1-151-16,0-1-259 0,-2-1-326 0,2 2-345 15,1 0-216-15,-1-1 3 0,2-1 599 0</inkml:trace>
  <inkml:trace contextRef="#ctx0" brushRef="#br0" timeOffset="-105738.52">20361 16825 129 0,'-14'-10'730'0,"-4"1"454"16,2 1 93-16,2 1-137 0,1-3-371 0,4 3-284 16,3 0-101-16,1-1-56 0,5-1-46 0,0-1-44 15,7 1-50-15,-1-1-55 0,6-3-54 16,1 1-37-16,4 2-17 0,3-1-10 0,-2 1-5 15,4 1-4-15,2 1-2 0,-1 3-2 0,0 3 0 16,2 2 3-16,-1 2 1 0,-2 3 4 0,0 3 2 16,0 3 5-16,-4 2 1 0,2 3 3 0,-4 2 1 15,-2 3-1-15,-2 2 1 0,-2 2 2 16,-2 4 2-16,-3 2 2 0,-1 2 2 0,-3 3 3 16,-2 3 4-16,-3 0 1 0,1 2-2 0,-2 1-2 15,-1-2-4-15,-2 1-5 0,4-3-6 0,0-1-6 16,1-3-5-16,3-2-4 0,0-4-2 15,3-2-2-15,1-2-2 0,5-5-1 0,-1 1-1 16,1-5 0-16,5-2-2 0,-1-1 0 0,4-3-1 16,1-4-9-16,2-1-13 0,0-2-26 0,2-2-44 15,1-2-76-15,2-2-80 0,2-1-139 0,2 0-218 16,-2 0-303-16,5-3-290 0,4-1-198 0,0 2-34 16,2-1 475-16,3-1 566 0</inkml:trace>
  <inkml:trace contextRef="#ctx0" brushRef="#br0" timeOffset="-105213.48">21890 16954 269 0,'-4'5'878'0,"0"-2"376"0,-2-2-21 0,4 3-164 16,2-3-438-16,3 0-168 0,5 3-76 0,0-3-53 15,2-1-34-15,4 1-40 0,2-1-57 16,2-1-72-16,2 0-49 0,3-3-31 0,3 0-16 16,-1-1-10-16,3-1-6 0,1-1-9 0,1 1-4 15,-2 0-4-15,-2 0-2 0,1 0-2 0,-2 1 0 16,-2 2-7-16,-3 1-32 0,-2 1-80 0,-5 2-96 16,-2 1-186-16,-5 1-293 0,-1 0-349 15,-5 3-375-15,-1-2-173 0,-4 2 239 0,-2-1 721 16</inkml:trace>
  <inkml:trace contextRef="#ctx0" brushRef="#br0" timeOffset="-104922.34">22235 16743 191 0,'8'-6'757'0,"-2"0"388"16,1 4 68-16,2-1-138 0,0 3-451 0,4 3-257 15,-1-3-108-15,1 5-52 0,4-1-14 0,2 1 11 16,-3 2 11-16,5 1-8 0,-4-1-33 15,4 2-22-15,-1 0-30 0,-1 4-36 0,0-3-34 16,2 5-25-16,-4 0-11 0,0 1-6 0,-2 0-6 16,-3 3-1-16,-1-1 0 0,-4 1 0 15,-2 0-1-15,-4 3-2 0,-1-1 1 0,-3 1 1 16,-3-1-2-16,-2 2-1 0,0-4 0 0,-3 1-2 16,1-5-21-16,-4 2-59 0,5-6-61 0,-3-3-86 15,-2-4-145-15,6-1-232 0,-1-4-306 0,2-4-247 16,1-1-197-16,2-4 64 0,0 0 482 0</inkml:trace>
  <inkml:trace contextRef="#ctx0" brushRef="#br0" timeOffset="-104563.64">23314 16692 127 0,'9'24'720'0,"0"3"463"0,-5 6 135 0,1 6-50 16,2 4-343-16,-1 7-309 0,3 5-169 0,-1 4-102 16,4 4-78-16,-2 0-85 0,3 1-77 0,3-2-44 15,0-5-26-15,3-8-16 0,-2-6-8 0,5-11-4 16,3-8-4-16,1-11-2 0,-2-11-1 16,1-7 0-16,0-10 2 0,-3-4-1 0,-1-9 2 15,-4-8 1-15,-2-6-1 0,-5-5-1 0,-2-4 0 16,-4-4-2-16,-6-1 0 0,-4-1-3 0,-4-2 1 15,-6 3 5-15,-4-3 3 0,-2 4 6 0,-9-1 5 16,0 6 4-16,-5 1 3 0,-2 6 1 0,-3 8-2 16,-1 8-2-16,-3 7-4 0,0 12-3 0,0 8-2 15,2 7-1-15,2 12-4 0,5 4 0 0,2 5-2 16,4 8 0-16,8 1-2 0,5 3-1 16,1 2 0-16,8 2-2 0,5 1-7 0,4-2-17 15,4 1-39-15,8-1-78 0,-2-2-116 0,6-1-238 16,2-1-303-16,6-3-371 0,2-3-387 15,3-4-133-15,2-2 465 0,1-5 785 0</inkml:trace>
  <inkml:trace contextRef="#ctx0" brushRef="#br0" timeOffset="-101277.39">17985 16440 227 0,'0'-11'389'0,"1"-1"160"0,-1 3 31 16,3-1-131-16,-3 2-82 0,0 1-20 15,2 1 53-15,-2 2 35 0,0 0 10 0,2 2-25 16,-2-2-50-16,0 3-54 0,0-1-60 0,0 2-32 15,0 2-13-15,0-1 6 0,0 3 3 0,-2 0 0 16,2 2-21-16,-2 4-35 0,2 4-37 0,0 1-34 16,0 3-28-16,0 3-26 0,0 4-8 0,2 1-5 15,0 5-4-15,-2 0-4 0,1 6 2 16,1 0 3-16,-1 4-5 0,1 0-10 0,-2 5-2 16,3 1-4-16,-2 0-4 0,-1 4-4 0,0 1-1 15,2-2 4-15,-1 3 1 0,1 1 2 16,1-2 6-16,2 1 4 0,0-1 1 0,1-2 3 15,4-2 0-15,-2-3-3 0,0-1-9 0,4-1-4 16,-2-3-3-16,2-1-3 0,-1-3-1 0,2-1 4 16,-2-3 3-16,0-1 0 0,0-3 2 0,2 1 1 15,-4-1 0-15,1-1 6 0,-2-3 4 0,1 0-6 16,-1-2 4-16,0 1-4 0,-1-4-3 0,0 0-2 16,0 0 0-16,-1-1 5 0,0-3-2 15,0 0 4-15,2 0-4 0,0-2-8 0,0-2-4 0,2 2-3 16,-1-3 0-16,3-1 0 0,-2-2 4 15,3-1 5-15,3 0 1 0,-3-1 2 0,4-1 0 16,0-1 0-16,2-2 0 0,2 1 1 0,1-2-1 16,5-2 0-16,0 1 1 0,1-4 0 0,4 1 0 15,-1 1-1-15,3-1 0 0,0-2 0 16,3 0-2-16,-1 0 2 0,3 2 0 0,1-5 5 16,0 4 4-16,1-3 2 0,0 0-4 0,0 2-1 15,3-1-3-15,-3-2-6 0,7 2-3 0,-4-2-3 16,3 0 5-16,1 0 2 0,1 1 1 15,0-3 2-15,2 3 1 0,-4-1-2 0,5 1 1 16,-3-1-1-16,0 4 0 0,0-3 4 0,2 1 4 16,-5 4 2-16,3-2-4 0,-5 0-2 0,3 1-1 15,-1 2-5-15,3 0-4 0,-3 1-2 0,5 2 3 16,-4-1 4-16,2 2 0 0,0 1 0 16,-1 0 0-16,0 2 1 0,0-2 1 0,-1 1-1 15,1 0 6-15,3 2 7 0,-5 0 5 0,2-2 3 16,0 0 2-16,-2 2-5 0,3-1-6 0,-2-2-8 15,4 1-4-15,1-1-4 0,-1 0-2 0,1-2 4 16,0 3 2-16,0-3 0 0,2 0 0 0,-1 1 7 16,0 0 1-16,1-1 3 0,-2-1 0 15,0 1 3-15,-1 1 1 0,1 1-4 0,1-3-7 16,0 0-5-16,2 0-3 0,2 0-1 0,0 0-2 16,-1 0-1-16,5 0 5 0,-6 0 7 0,2 0 4 15,2 0 0-15,-3 0 1 0,3-3-1 0,-2 3 2 16,-5 0-4-16,5 0-2 0,-2 0 2 15,1 0-8-15,0 0-1 0,3-2-3 0,-1 2-2 16,0-1-1-16,-1 0 4 0,-2-1 8 0,0 0 3 16,-1 0 2-16,-3 0-1 0,-1-1 0 0,-1 2-5 15,-2-1-1-15,2 0 0 0,-3 2 0 0,0 0 1 16,0 0 1-16,0 2 0 0,0 0 0 16,-1-1-6-16,0 2-3 0,-1-1-1 0,0 0 3 15,-1 0 2-15,0 1 1 0,-4 0 5 0,3 0 3 16,-3-3 1-16,-1 0-5 0,-2 0-1 15,1 0-2-15,-2-3-1 0,-1-1 0 0,1 0 1 16,-2-2 1-16,-1 0 1 0,-1 1 1 0,1-3 1 16,-1 2 0-16,1 0 1 0,0-1-1 0,-1 2 0 15,3-1 1-15,-3 2-2 0,4-1-3 0,-2-1 0 16,1 3 2-16,-1-1 1 0,-1-1-1 16,-1 0-1-16,1 1 5 0,-2-3-1 0,-2-1-2 15,1-2-1-15,-3 0 0 0,0-3 1 0,-3-2-1 16,-2-1-1-16,1-1 1 0,-2-1-1 15,-3-2 0-15,0 0-1 0,-3 1 0 0,0-4 0 16,-1 3 0-16,-2-1 0 0,0 4-1 0,-1-2 1 16,-4 2 0-16,2 3 0 0,-4 0 0 0,1 3 0 15,-2-2 0-15,-1 1 1 0,0 0-1 0,-2 0 1 16,0-3 1-16,-2 0-1 0,-1 0 1 0,0-4 0 16,-4-3-1-16,-2 1 1 0,-1-3 1 15,-1-2-1-15,-3-4 1 0,-2-3 0 0,-3-4-1 16,1-4-2-16,-2-4 1 0,-2 1-2 0,0-4 1 15,1 1-2-15,-1-3 0 0,1 1 2 0,-2 4-1 16,1-2 2-16,-2 2 1 0,1 4 1 0,-1-1 0 16,0 3 0-16,-1 1-1 0,0 1-1 0,-1 1-1 15,0 3 0-15,2 2 0 0,-3-1 0 0,2 3-1 16,-2 2 0-16,0 1 1 0,0 0-1 16,0 4 1-16,2-1 0 0,-4 4 0 0,2-1 1 15,-1 3-1-15,-1 0 2 0,1 3 1 0,-2 1 0 16,0 1 1-16,-2 2-1 0,1 1 1 15,-1 2 1-15,0 1-3 0,-2 2 1 0,0-1-1 16,-2 4 0-16,-2-2-1 0,0 3 1 0,0 0-1 16,0-2 1-16,-3 2-2 0,3 0 0 0,-1 0 0 15,-4 0-1-15,4 0 1 0,1 0 1 0,-4 0 2 16,2 2 0-16,-2-2 2 0,-1 1 0 0,-1 1 0 16,1 1 1-16,-2-2 0 0,-1 2-1 15,-1 0 0-15,-3 2-1 0,-2-3-2 0,0 3 0 16,1-1-2-16,-1-1-2 0,-1 2 0 0,-3 0 2 15,4-1 1-15,-3 1 0 0,-1 1 1 0,0 1 2 16,-1-1 0-16,-2 2-1 0,2 1-1 0,-3 1 0 16,-2-1-1-16,0 2-1 0,1-1-1 15,-1 1-2-15,0-1 0 0,2 1 2 0,0-1 1 16,-1 1 1-16,2-2 2 0,-1 0 1 0,2 0 0 16,-2 0 0-16,1-2-2 0,-1 1-1 15,0-2-1-15,0 1 0 0,0-2-1 0,3 2-1 16,-3-1-1-16,1-1 2 0,2-1 1 0,1 1 1 15,-3 0 1-15,4 1 2 0,1-2-1 0,-2 1 1 16,1 2-2-16,-2-1-1 0,2-1 0 0,-2 1 0 16,3 0-1-16,-1-1-1 0,0 3-1 15,1-2 1-15,2 0-2 0,0 0 2 0,0 1 1 16,1-1 0-16,-1 0 2 0,1 0 0 0,3 0 2 16,0-1-1-16,-2-3-1 0,2 3 0 15,-1-1 0-15,1-2-2 0,-1 1 0 0,1 0 0 16,0-3-2-16,2 0 1 0,2 0-1 0,-3 0 0 15,5-3 0-15,-1 0 0 0,4 1 1 0,-4-3 1 16,5 0 2-16,-2-1 0 0,4 0 0 0,-2-1 1 16,2-2-1-16,1 0-1 0,0-2-5 15,0 2-2-15,2-2-2 0,0 1-1 0,0 1-1 16,3 0 0-16,0 2 5 0,0 3 0 0,1 0 1 16,1 6 1-16,1 1 4 0,2 5 3 0,1 3 1 15,3 1 0-15,1 3 1 0,4 2-8 0,3-2-13 16,2 1-18-16,4-3-35 0,3 4-74 15,3-4-86-15,2-1-152 0,1-1-282 0,6-3-334 16,1 0-359-16,3 0-217 0,5 0 71 0,-1 1 670 16</inkml:trace>
  <inkml:trace contextRef="#ctx0" brushRef="#br0" timeOffset="-98651.53">26790 18270 31 0,'-4'1'390'16,"1"1"307"-16,-3 1 250 0,3-2 93 0,0 1-330 16,0-1-208-16,1-1-112 0,0 1-89 0,2-1-67 15,-1 0-61-15,1-1-38 0,1-2-24 16,3-1 2-16,2-4 21 0,5 1 50 0,0-3 41 16,5-2-8-16,0-1-15 0,1 0-20 0,2 1-29 15,2-2-48-15,-1 4-43 0,1 0-14 0,1 2-10 16,0 6-8-16,0-1-7 0,-1 6-3 15,1-1 5-15,-5 6 1 0,1 5 1 0,0 0-3 16,-2 2 2-16,-2 2-2 0,1 0-3 0,-2 2-5 16,1-3-2-16,-5 1-2 0,5 0-6 0,-3-2-2 15,-1-2-3-15,2-1 1 0,-2-4-2 0,0 0 0 16,2-2 0-16,-2-2 1 0,-1-2 1 0,4-2-1 16,-5-2 1-16,1 0 0 0,2-4 4 0,-1-2 2 0,-2-1 1 15,3-1 0-15,-3-2-1 0,0-1 1 16,0 3-6-16,-2-3-6 0,0 1-17 0,-3 1-47 15,2 1-72-15,-3-2-100 0,-1 2-169 0,1 0-298 16,0 1-339-16,1 2-316 0,-2-1-183 0,5 4 207 16,-1-1 650-16</inkml:trace>
  <inkml:trace contextRef="#ctx0" brushRef="#br0" timeOffset="-98189.98">28228 18249 14 0,'0'-10'539'0,"2"2"489"15,-2 3 213-15,0 1-89 0,1-1-329 0,-1 0-377 16,5 4-189-16,0-2-73 0,2 3-5 0,2-2 46 15,0 2 20-15,3 2-6 0,0-2-24 16,1 0-41-16,1 2-44 0,0-2-56 0,2 0-35 16,1 0-18-16,1-2-8 0,-1 0-3 0,0 0-2 15,1-1 0-15,-1-2-3 0,-1 1 0 0,2-2-1 16,-2 1-2-16,-1 1-5 0,0 0-41 0,-5 0-67 16,2 2-66-16,-4 2-128 0,1 0-195 15,-4 2-320-15,-1 3-283 0,1 1-216 0,-1-2-87 16,0 4 400-16,1 1 553 0</inkml:trace>
  <inkml:trace contextRef="#ctx0" brushRef="#br0" timeOffset="-97629.6">29283 18369 21 0,'6'-13'488'0,"3"3"419"0,-6-2 226 0,1 2-41 16,-1-1-309-16,-1-1-323 0,-2-2-166 15,0 3-74-15,0-3-2 0,1 1 23 0,-1 0 13 16,4-1 14-16,-4-3-8 0,1-1-26 0,-1-2-52 16,3 0-47-16,-1-4-43 0,0 0-32 0,1-2-22 15,2-2-13-15,1 0-3 0,-2-3 0 0,1 0 0 16,2-1-4-16,-1 2-2 0,2-1-3 16,-4-1-2-16,3 4 3 0,-2 0 1 0,1 2 0 15,-1 2-2-15,1 4 1 0,-1 1-1 0,-2 2-5 16,0 4-4-16,0 0-2 0,1 5 0 0,-3 3 1 15,2-2 3-15,-1 3 6 0,2 4 4 16,0 2-4-16,0 2 0 0,3 6-1 0,-2 0 0 16,3 5-3-16,-2 3-3 0,0 4 5 0,0 3 0 15,-1 5-2-15,2 1-2 0,-1 4-2 0,-3 1-1 16,2 3-3-16,-1 0 0 0,0 3 0 0,-3-1-1 16,1-2 4-16,0 3 3 0,-1-5-3 15,-1-1-1-15,0-2-1 0,0 0-1 0,0-3-5 16,0-2-3-16,-1-1 1 0,1-3-3 0,-2-3-8 15,0 2-14-15,1-5-33 0,-3-3-59 0,0 0-67 16,-1-2-102-16,-4-3-167 0,1-1-281 0,-2 0-296 16,-1-5-256-16,0 0-171 0,-3-3 221 0,-2-2 593 15</inkml:trace>
  <inkml:trace contextRef="#ctx0" brushRef="#br0" timeOffset="-94921.74">26339 17462 260 0,'2'-8'505'0,"-1"-1"220"0,-1 1 137 16,2 2-202-16,-2 2-108 0,0 1-63 0,2 0-58 16,-2 1-55-16,0 0-60 0,0 2-62 15,2 0-75-15,-2 0-55 0,0 0-35 0,2 0-24 16,-2 0-16-16,2 0 24 0,1 2 44 0,2 2 16 15,-1-2 8-15,4 3-1 0,5-1-6 0,0 0 0 16,1 1-22-16,0 0-19 0,3-1-11 16,1-1-8-16,2-2 9 0,2 1-22 0,-1-2-17 15,4 0-8-15,1-3-1 0,0 0-3 0,3 0-13 16,1-1-6-16,1-3-2 0,3 0-3 0,1 0-6 16,1 0-5-16,1-4-1 0,2 3-3 15,0 1-3-15,3-1 1 0,0 1 3 0,-1-1 3 16,1 2 2-16,-2-1-1 0,2 2 8 0,-3 3 2 15,4 0 2-15,-5 0 1 0,0 4-2 0,0 0 0 16,1-2-4-16,-3 1-3 0,3 0 0 0,-5-1 1 16,4-1 0-16,-3 0 3 0,4-3-8 0,0 2-3 15,-3-3-3-15,4-1-2 0,-1 4 0 16,0-4-2-16,0 3 6 0,1 0 3 0,-2 0 2 16,0 1 1-16,2 2 5 0,-1 0 4 0,-2 0 1 15,1 2 1-15,-2 0 0 0,1-2-1 0,-1 1-6 16,-2 0-2-16,1-1-1 0,0-1 1 15,-2 0 0-15,2-1 2 0,0-1-6 0,0 0-4 16,1-1-2-16,0-1-2 0,1 1-1 0,-1 1-1 16,1-2 6-16,-1 2 3 0,3 0 2 0,-1 2 1 15,-3-2-1-15,3 1 2 0,-2 2-1 0,1 0 6 16,-2 0 3-16,0 0 1 0,-1 0 1 16,1 2-2-16,2-2 0 0,-1 0-3 0,-3 0-4 15,2 0 1-15,-2-2-1 0,0 1-4 0,0 0-3 16,2-3-4-16,-1 2 0 0,0-2-1 0,0 1-1 15,-3-1 6-15,5 2 3 0,-4-3 2 16,1 1-1-16,-1 1 2 0,-1 0-1 0,-1 0 0 16,4 0-1-16,-3 0-1 0,-1 2 2 0,4-1 4 15,-3 2 4-15,1-1 3 0,-1-1 0 0,3 1-1 16,-3 1 2-16,-1-2-7 0,0 1-2 0,0-1-1 16,0 2-1-16,-3-1-5 0,2 1-3 0,-3 0 0 15,1 1-2-15,-3-1-1 0,0 2-1 0,0-1 6 16,-1 2 3-16,0-1 1 0,-1 1 1 15,-2-2 1-15,-1 2-1 0,2-1-1 0,-1-1 1 16,-1 0-1-16,-1-1 0 0,-2 2 0 0,1-2 1 16,-3 0 0-16,2 0 0 0,-3 0 0 0,1 0 0 15,-5 0 1-15,1 0-2 0,-1 0 1 0,-2 0-1 16,-1 0 1-16,0 0 1 0,-1 0-1 0,-2 0 2 16,0 0 0-16,-1 2 0 0,-1-2 1 0,-1 0 0 15,2 0 0-15,-2 1 0 0,0-1-1 0,0 1 0 16,0 1-1-16,-2 1 0 0,2 0 0 0,0 2-1 15,-1 1 1-15,-1-1 0 0,0 2-1 0,2 0 0 16,-3 0 0-16,3 3 5 0,-1-2 1 0,-2 4 2 16,1 1 2-16,1 0 0 0,-1 2 1 0,1 0-5 15,-3 2 3-15,4 1 0 0,-1 0 1 0,-1 1 0 16,1 1-3-16,1 1-4 0,0 1-4 0,-2 2 1 16,2 2 1-16,0 2 1 0,0 1 4 0,0 3 3 15,0-3 1-15,2 3-2 0,-2 1-3 0,1-1 0 16,1 3-1-16,1-2 2 0,0 4 3 15,0-2-1-15,2 1 0 0,-1 0 0 0,1 2-2 16,-1-2-2-16,0 0 2 0,1-2-3 0,0-1 0 0,-1-1-1 16,1-1 0-16,-2-1 0 0,1-1-4 0,-1-1 1 15,0-1 2-15,0 0 0 0,-1-2 0 16,1 0 1-16,-1-1-1 0,-1-1 0 0,4 0 0 0,-4 0 0 16,1-4-1-16,-2 1 1 0,0 0-1 0,0-3 1 15,0 1-1-15,-2 2 2 0,1-2 0 0,-4 1 0 16,2 1-2-16,0-2 1 0,-2 2-1 0,0-2 0 15,-1 1-1-15,1 0 0 0,-3 0 0 0,4-5 0 0,-4 2 0 16,1-1 0-16,-2 1 0 0,1-1 1 0,0-2 0 16,0 1-1-16,-1-3 5 0,1 4 2 0,-4-4 2 15,3 3 0-15,0-1-1 0,-3-1 0 0,-1 4-4 16,0 0-4-16,-1-1-1 0,-1-2 0 0,0 1 1 16,0-11 1-16,1-3-1 0,-3 0 1 0,1 0 0 15,2 0 0-15,-4 0 0 0,2 0-1 16,-1 0 0-16,1 0 1 0,-3 0-1 0,3 0 0 15,-3 0 0-15,3 0 0 0,-2 0-1 0,-1 0 0 16,4 0 1-16,0 0 1 0,0 0 1 0,0 0 0 16,-1 0 3-16,-1-3 0 0,0-5 2 0,-1-1-2 15,0 2 0-15,-1-2 0 0,-1 1 0 0,0 1-1 16,-2 0-4-16,1-4-3 0,0 3-2 0,-1 1-1 16,-4-3-1-16,4 2-1 0,-2 0 4 15,-1 1 3-15,-2-1 2 0,2 2 1 0,-2 0 0 16,-1-1 2-16,-1 5 0 0,1 0 1 0,1 1 0 15,-3 2 6-15,-2 1 2 0,2 0 0 0,-3 4 1 16,4-4-2-16,-1 3 0 0,0 0-5 0,-1-2-2 16,1 1-1-16,0 1 0 0,0-2 1 0,-1 2 0 15,1-4 1-15,-1 2-1 0,1 0 0 0,-2-2 0 16,1 2-1-16,-1-3 1 0,0 1-1 0,1 1 1 16,-4 0-2-16,2-1 2 0,-2 0-2 0,0 1 0 15,2 1-1-15,-2 0-1 0,-1 0 1 0,1 0-2 16,-1 2 0-16,3-3 0 0,-2 3-1 0,2-1 1 15,-1 2 0-15,1-4 1 0,0 3 0 0,1-2 1 16,1 0 0-16,-3-1 1 0,3 0 1 0,-1 0-1 16,0 0 1-16,-1-1-1 0,2-1-1 0,-4 0 0 15,4 0 1-15,-3-1-1 0,1-3-1 16,-2 2 2-16,2-2-1 0,-2 0 0 0,2-1 1 16,0-1-1-16,-2 1-1 0,2-1 0 0,-3-1 0 15,3 1 0-15,-1 0-1 0,3 0 0 0,-1-1 1 16,0 1 1-16,1 0 1 0,-1 0 0 0,0 3 1 15,1-2 0-15,-1 3-1 0,2 0-4 0,-2 0-3 16,2 0-2-16,-1 2-2 0,1-3 1 0,-2 3-1 16,1-1 5-16,0 0 1 0,1 0 3 0,-1-2 0 15,-1 1-1-15,2 2 1 0,0-2 1 0,0 0 4 16,2-1 3-16,-1 1 1 0,2-1 0 0,1 0 2 16,1-1-3-16,0 2-3 0,2-2-3 0,-2 1-1 15,4 1-2-15,-3-1 1 0,2 0-1 0,2 0 2 16,-1 0-1-16,0 0 2 0,1 1 0 0,1-1 0 15,-2 0 1-15,4 0-6 0,-2 1-2 0,0-2-2 16,1 2 0-16,0-1-2 0,0 2 0 0,1 0 5 16,1 0 2-16,-3 1 2 0,2-3 0 0,2 3 0 15,-2 0 1-15,3 0-1 0,-3 3 1 16,2-3 1-16,-1 1-2 0,4-1 1 0,-2 0 0 0,1 1 0 16,0 0 0-16,1 2-1 0,0-3 1 15,3 0-1-15,-4 2 1 0,5 0 0 0,0-2-1 0,-1 2 2 16,3-2-2-16,-1 0 1 0,1 0-1 0,1 0 0 15,-1 0 1-15,1 0-1 0,0 0 1 0,2 0-1 16,2 0 1-16,-3 0 0 0,1 0-1 0,0 0 0 16,-1 0 0-16,2 0 0 0,-1 0 0 15,0 0 0-15,3 0 0 0,-4 0 0 0,4 0 0 16,-1 0 0-16,1 0-1 0,-2 0 1 0,2 0 0 16,0 0-1-16,0 0 0 0,0 0 0 0,0 0 0 15,2-2 1-15,-2 0-1 0,1 0 2 0,1-3-1 16,0-1 0-16,-1-2 1 0,1-3-1 0,-1 1 2 15,3-5-2-15,-3-1 1 0,2-3 1 0,0-2-1 16,-1-1 0-16,1-1 0 0,-1-3 0 0,2-1-2 16,-2-2 1-16,1-5 0 0,1 1 0 0,-1-2 4 15,1-3 2-15,-1 0 2 0,2-1-3 16,-2-2-2-16,4-1-1 0,-4 0-4 0,2 2-2 0,1-3-2 16,-2 0 3-16,0 1 1 0,1 0 1 15,-1 2 0-15,0-1 0 0,-1 1 0 0,0 2 1 16,1 1 0-16,-2 1 5 0,-1 1 2 0,-1 2 1 15,0 4 0-15,0-1 0 0,0 4 0 0,0 1-4 16,0 1-3-16,-1 4 0 0,-1 2 0 0,1 0 0 16,-4 3 0-16,2-1 1 0,2 2-1 15,-3-1 0-15,1 0 0 0,-2-2 0 0,2 2-4 16,-2-2-2-16,-1 2-1 0,2-2-2 0,0 2 0 16,3 1-1-16,-3 2 4 0,4 2 1 0,-3 1 2 15,3 3 0-15,2 0 1 0,-1 1 0 16,1 2 0-16,1 1-1 0,2 2 2 0,3 0-1 15,-2 2 1-15,2 1 0 0,0-1 0 0,4 1 0 16,0 0 1-16,-3-2 0 0,5 1-1 0,-1-2 0 16,1 0 1-16,-1-2 0 0,3 1 4 0,-4-2 1 15,4 0 2-15,-2 1 0 0,-1-4 0 16,3 3 1-16,-2 0-5 0,0 0-2 0,-1 0-2 16,3 0 0-16,-5 0-1 0,1 2-1 0,0-1 0 15,-3 1-1-15,-1 1 1 0,0 0-2 16,-3 4-2-16,-2 2-15 0,-2 1-36 0,-4 6-81 15,-2 0-152-15,-1 1-261 0,-3 4-327 0,-1-2-418 16,1 2-439-16,-2 1-32 0,3-3 765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10-11T07:11:37.656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00B050"/>
    </inkml:brush>
    <inkml:brush xml:id="br2">
      <inkml:brushProperty name="width" value="0.05292" units="cm"/>
      <inkml:brushProperty name="height" value="0.05292" units="cm"/>
      <inkml:brushProperty name="color" value="#FF0000"/>
    </inkml:brush>
    <inkml:brush xml:id="br3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1921 1339 176 0,'1'-4'414'0,"1"-3"187"0,-2 5 145 0,0-3-143 16,3 3-111-16,-3 0-29 0,-3-1-11 0,0 0-13 15,1 0-25-15,-3 2-4 0,-1-3-13 0,1 1-36 16,-3 2-36-16,-1-2-42 0,-1 3-35 0,-4-2-57 0,0 2-53 16,-3 0-39-16,1 0-26 0,-3 0-14 0,1 0-10 15,-2 2-7-15,-2 2-7 0,1 1-5 0,-1 1-7 16,-2 3-6-16,1 3-4 0,2 1-6 0,-1 4-4 16,0 3-2-16,4 1-2 0,-1 5-1 0,3 3 1 0,4 5 1 15,2 6 0-15,4 3 2 0,4 6 1 0,2 4 0 16,5 2 0-16,1 2 0 0,6 3 0 0,3-2-2 15,1 1-1-15,6-5 0 0,5-3 0 0,2-3 1 16,2-7 5-16,2-7 4 0,2-4 3 0,2-6 3 16,2-8 4-16,-1-3 2 0,0-6-3 0,0-7-4 15,1-6-1-15,-1-3 0 0,-1-8-8 0,-1-2-5 16,-1-5-1-16,-3-4-1 0,-1-4-2 0,-4-3 0 16,-2-2 3-16,-3-2 0 0,-4-3 2 0,-4 0-1 15,-3-1-1-15,-6-1 0 0,-3 1-1 0,-4-4 4 16,-6-3-1-16,-5 1-2 0,-6-5 0 0,-3 0 1 15,-2-2-1-15,-4 1-3 0,-1 3 0 0,-2 3 2 0,1 8 1 16,-2 3-1-16,2 8 0 0,-2 8 0 0,1 6-2 16,1 5 1-16,0 7-1 0,0 9-1 0,0 5 1 0,3 4-2 15,2 6 1-15,3 2-2 0,4 2-1 0,3 4-2 16,3-1-8-16,6 1-12 0,4 0-30 0,4 1-51 16,1-3-71-16,3-1-111 0,3-3-175 0,3 2-297 15,-1-1-309-15,6-3-281 0,-4 3-148 0,4-4 300 16,-1-2 618-16</inkml:trace>
  <inkml:trace contextRef="#ctx0" brushRef="#br0" timeOffset="348.59">3108 1441 145 0,'8'-9'760'0,"-5"2"477"0,-3-1 141 0,-5 1-100 0,-1 0-395 15,-2 2-317-15,-6-1-165 0,-2 2-85 0,-3-2-80 16,-4 2-72-16,-3 3-53 0,-1 1-31 0,-3 3-21 16,-2 3-19-16,-4 4-10 0,0 5-7 0,-2 5-7 15,-4 7-4-15,-1 6-3 0,-2 9 1 0,-2 6 0 16,4 7 1-16,-1 4 2 0,6 5-3 0,6 1-2 15,4-1-2-15,10-2-4 0,4-4 4 0,8-3 1 16,9-5-3-16,5-5-2 0,8-4-2 0,4-7 0 16,6-3-5-16,7-3-9 0,3-7 0 0,2-7-11 15,3-3-34-15,5-5-77 0,0-6-80 0,1-5-138 16,1-3-227-16,-1-7-329 0,1-2-333 0,-1-3-200 16,1-2-29-16,-1 0 509 0,-1-2 572 0</inkml:trace>
  <inkml:trace contextRef="#ctx0" brushRef="#br0" timeOffset="606.04">3843 1345 329 0,'-3'-17'1239'0,"-8"8"462"16,-2 1-205-16,-4 2-327 0,-2 0-481 0,-5 3-261 15,-1 3-181-15,-5 3-80 0,0 1-39 0,-2 4-23 0,-1 4-18 16,-3 1-17-16,-1 5-15 0,-4 3-13 0,3 5-4 15,0 4-7-15,0 6-4 0,3 4 1 0,1 6-1 16,4 6-1-16,4 5-3 0,3 2-3 0,4 6-2 16,6 0-3-16,5 1-8 0,4-5-6 0,5 0 0 15,7-5 0-15,6-3 0 0,5-5 0 0,5-5 0 16,3-3 0-16,7-5-7 0,3-3-31 0,1-7-29 16,0-5-69-16,4-4-90 0,-2-4-176 0,3-7-285 15,1-1-344-15,-1-4-403 0,2-3-235 0,0-1 117 16,-1-4 778-16</inkml:trace>
  <inkml:trace contextRef="#ctx0" brushRef="#br0" timeOffset="1204.91">4268 1586 416 0,'-1'5'964'0,"-4"0"280"0,4 1-53 15,-2-1-280-15,1 2-360 0,2 0-159 0,2 5-57 16,1 3-28-16,3 6-18 0,0 2-27 0,2 5-34 15,2 5-64-15,4 6-53 0,0 5-30 16,2 5-22-16,0 4-6 0,4 1-11 0,-1 0-6 16,0 1-5-16,3-3-8 0,2-3-3 0,-2-6-4 15,4-4 0-15,-1-7-4 0,2-7 0 0,-2-5 1 16,2-8-2-16,-3-8-3 0,1-7-2 16,-1-6-1-16,-2-10 2 0,-3-4-1 0,1-8 1 15,-4-9 1-15,0-5-6 0,-3-4 1 0,-1-5-3 16,-4-1 3-16,-3-5 2 0,-2-1-1 0,-4 0 3 15,-4-2 1-15,-2-2 2 0,-1 4-6 0,-4 0-1 16,2 5-2-16,1 7-1 0,-4 6-1 0,4 7-4 16,-1 10-10-16,1 7-15 0,1 6-35 0,3 9-71 15,0 7-77-15,2 5-141 0,1 5-254 0,0 3-319 16,4 5-340-16,2 5-220 0,0 2-25 16,3 0 556-16</inkml:trace>
  <inkml:trace contextRef="#ctx0" brushRef="#br0" timeOffset="1673.21">5214 1624 308 0,'9'3'1341'16,"-4"2"439"-16,0 4-270 0,-2 1-354 16,-1 5-434-16,-1 7-311 0,-1 3-181 0,0 6-72 15,0 3-36-15,-1 7-22 0,-1 4-23 0,2 2-24 16,0 5-19-16,2 1-13 0,-1 2-5 0,3-1-7 15,-1 0-5-15,4-6-1 0,-2-4-1 0,0-5 1 16,0-5-2-16,-2-8 0 0,0-5 1 16,-3-5-1-16,-1-4 2 0,-3-7-1 0,-2-5 0 15,-1-8-1-15,-2-4-2 0,1-6 0 0,-1-7 0 16,-2-5 1-16,3-7 1 0,0-6 1 0,0-5-4 16,0-6-4-16,2-6 2 0,4-4 0 15,2-3 0-15,4 0-1 0,3 1 2 0,4 5 6 16,2 0-3-16,4 9-1 0,4 3 1 0,0 5-1 15,2 5 1-15,4 0-1 0,1 5-2 0,1 4 0 16,1 4-1-16,0 5 1 0,0 2 0 0,-2 5 0 16,-2 6 0-16,1 6 2 0,-2 3-1 0,-3 7 1 15,-3 5-1-15,-3 5-1 0,-3 5 0 0,-1 2 0 16,-4 7 1-16,-3 0 1 0,-5 6 2 0,-5 1 2 16,-3 2 2-16,-6 4 0 0,0 0 0 0,-7 0 1 15,-1 0 0-15,-2 0 2 0,-3-3-1 16,-3-2 1-16,-3 1-2 0,0-5-1 0,-3-2-2 15,4-2-2-15,2-7-2 0,3-2-4 0,3-5-11 16,4-3-25-16,4-6-61 0,0-3-86 0,7-4-163 16,2-4-281-16,3-2-343 0,10-2-410 0,0-2-303 15,7-2 71-15,1 3 751 0</inkml:trace>
  <inkml:trace contextRef="#ctx0" brushRef="#br0" timeOffset="2024.88">6190 2483 124 0,'4'20'851'0,"-4"-4"643"15,-1-6 37-15,-4-6-232 0,0-7-418 0,0-7-350 16,-2-7-195-16,0-5-120 0,1-8-63 16,1-7-51-16,0-4-34 0,-1-7-22 0,5-8-17 15,1-6-16-15,1-5-4 0,4-6-4 0,1-4-5 16,2-2-4-16,3 1 0 0,5 2 7 0,0 1-2 15,1 6-1-15,2 8 0 0,-5 9 1 0,0 10-2 16,-4 7-1-16,1 11 4 0,0 7 5 0,-3 6 8 16,3 9 9-16,-3 4 8 0,1 13 7 0,1 6 1 15,-3 8 2-15,-1 5-4 0,3 7-4 0,-4 6-6 16,1 8-6-16,-1 3-5 0,0 4-6 16,1 5-4-16,-3 0-4 0,2 2-3 0,1-3-1 15,-1-1-2-15,3-5-7 0,-2-5-17 0,1-5-31 16,-1-4-74-16,-3-7-95 0,-1-6-190 0,-1-4-292 15,-2-6-351-15,-2-1-398 0,-4-4-205 0,1-3 197 16,-8-3 781-16</inkml:trace>
  <inkml:trace contextRef="#ctx0" brushRef="#br0" timeOffset="2206.88">6081 2158 594 0,'-2'-7'1643'0,"2"2"159"16,4 5-384-16,-2 2-377 0,4 2-466 0,2 1-302 15,5 2-134-15,3 0-56 0,1 3-25 16,4-3-12-16,4-1-7 0,2 0-9 0,5-3-7 16,1 1-8-16,3-4-5 0,2 0-3 0,3 0-5 15,2 0-14-15,1 0-51 0,-1 0-81 0,0 0-166 16,-1 0-268-16,-1 0-327 0,-1 0-410 0,-4 0-366 16,-1 0 7-16,-5 0 779 0</inkml:trace>
  <inkml:trace contextRef="#ctx0" brushRef="#br0" timeOffset="2405.81">6972 1626 572 0,'-3'-7'1489'0,"0"3"244"16,0 6-293-16,0 1-357 0,1 5-455 0,0 5-251 16,2 3-149-16,2 5-69 0,0 4-40 0,-1 5-29 15,4 7-23-15,0 5-20 0,2 4-16 16,0 7-9-16,-1 5-11 0,4 2-6 0,-1 5-8 15,2 1-13-15,0 0-26 0,3 0-74 0,-4-8-116 16,-2-1-246-16,1-7-307 0,-2-7-402 0,-1-7-489 16,-1-8-172-16,-3-8 553 0,-4-9 886 0</inkml:trace>
  <inkml:trace contextRef="#ctx0" brushRef="#br0" timeOffset="2639.7">6686 1620 565 0,'-3'-12'1557'0,"1"4"192"0,1 4-342 16,4 2-355-16,3-3-473 0,5 3-290 0,2 1-138 15,6-3-55-15,2 3-26 0,4-3-12 16,3 0-11-16,4 1-9 0,1-1-10 0,4-1-9 16,3 1-8-16,-2-1-6 0,4-1-4 0,0 2-1 15,-1 1-2-15,-1 0-2 0,1 0-10 0,-5 3-65 16,1 1-78-16,-4 3-152 0,-3 0-273 0,-2 3-327 15,-4 4-412-15,0-1-294 0,-2 2 12 0,-2 2 700 16</inkml:trace>
  <inkml:trace contextRef="#ctx0" brushRef="#br0" timeOffset="2856.35">7712 1450 284 0,'-3'15'1092'0,"0"2"555"0,1 1-81 15,1 3-314-15,-1 6-482 0,2 2-269 0,-2 5-170 16,2 6-104-16,-1 5-59 0,-1 5-39 16,2 6-31-16,-3 6-27 0,3 2-22 0,0 2-43 15,3 1-6-15,0 0 0 0,2-1 0 0,0-3 0 16,4-3 0-16,-1-3-18 0,-1-6-85 0,-1-5-87 16,-1-3-166-16,1-6-278 0,-5-4-343 0,1-4-413 15,-5-7-347-15,-3 0 56 0,-4-8 794 16</inkml:trace>
  <inkml:trace contextRef="#ctx0" brushRef="#br0" timeOffset="3354.64">8536 1696 400 0,'-10'-10'1127'16,"-2"2"393"-16,2 4-82 0,-1 1-243 0,-1 7-515 15,0 3-235-15,1 3-140 0,1 8-86 16,1 5-62-16,1 9-44 0,-1 7-32 0,3 6-18 15,4 8-16-15,-1 5-12 0,3 3-9 0,3 4-6 16,2 0-5-16,6-2-6 0,2-3-3 0,2-5-3 16,5-7-5-16,3-9-6 0,2-7-4 0,4-13-6 15,-1-7-3-15,1-10-1 0,-1-8-2 0,-2-6-3 16,-1-9-4-16,-3-7-1 0,-2-4 0 16,-2-6 2-16,-6-4 4 0,-2-3 7 0,-5-3 10 15,-7 0 8-15,-3-3 5 0,-9 2 5 0,-2-2 5 16,-7 3 6-16,-4 0 3 0,-3 5 2 0,-5 8 2 15,0 6 3-15,-5 11-2 0,0 7-3 16,0 11-3-16,2 10-5 0,2 8-5 0,2 8-6 16,4 5-4-16,3 6-5 0,7 4-3 0,4 4-5 15,7 2-14-15,4 3-35 0,5 1-80 0,5 0-111 16,4 0-237-16,5-1-305 0,5-4-368 0,5-1-393 16,5-6-124-16,4-3 453 0,6-6 790 15</inkml:trace>
  <inkml:trace contextRef="#ctx0" brushRef="#br0" timeOffset="4157.22">9386 1705 378 0,'5'-13'894'0,"-3"1"322"16,-1 1-3-16,-1-2-250 0,-1 2-264 15,-1 2-161-15,1 0-108 0,-1 2-74 0,-1 0-51 16,0 1-53-16,-2 1-74 0,2 2-58 0,0 0-31 16,0 3-20-16,-1 0-15 0,0 0-12 0,-1 4-10 15,0 1-9-15,-1 1-8 0,3 3-5 16,-2 3-8-16,0 1-2 0,2 5 0 0,-2 5 1 16,2 2 2-16,0 5 0 0,-2 5 5 0,2 2 7 15,0 5 2-15,1 3-1 0,2 5 0 0,-3 2-1 16,3 3 0-16,0-2-5 0,0 3-2 15,0-1-2-15,0-2-1 0,2-2 0 0,1-5-2 16,0-4-1-16,2-6-1 0,1-6-1 0,0-2 2 16,2-8 1-16,-1-5 1 0,0-3 1 0,1-6 2 15,-1-3-1-15,-1-8 0 0,2-5-2 16,0-6-2-16,-2-7-1 0,2-4-3 0,-1-6 2 16,2-6 0-16,-3-4 0 0,1-4 3 0,-1-4 0 15,-3-5 0-15,2-5 0 0,-4-2 0 0,-1-3-2 16,-1 0-1-16,-1 0-1 0,-4 3 0 0,1 4 0 15,0 4 1-15,-3 7 1 0,2 6 0 0,0 5 2 16,1 7 0-16,0 6-1 0,1 4-1 0,2 3-2 16,0 7-1-16,2 2 0 0,2 7-2 0,1 4 0 15,2 8 2-15,3 5 0 0,4 7 3 0,1 5 0 16,1 8 1-16,4 5 1 0,1 4 0 16,0 6-2-16,1 3-1 0,2 3-1 0,-2 0-1 15,0 1-1-15,2-4-1 0,-3-2 0 0,2-7 1 16,-1-4 0-16,-1-7 2 0,2-3 1 0,-3-9 0 15,0-2 3-15,1-7-1 0,-3-7 1 16,0-3 2-16,-3-7 0 0,0-7 2 0,0-6 0 16,-3-5 0-16,2-6 0 0,-4-2-1 0,0-6 0 15,-2-5 0-15,-1-4-2 0,-2-3 1 0,-3-3-2 16,-3-5-1-16,0 0-2 0,-3-4-1 16,-2 0 1-16,0-1 0 0,0 3 1 0,-3 3 0 15,1 5 1-15,2 5-1 0,-1 8-1 0,1 5-1 16,0 8-1-16,3 5-2 0,-1 7-3 0,2 6-5 0,0 6-13 15,3 5-19-15,-1 4-39 0,2 5-78 16,0 6-96-16,0 1-181 0,2 6-292 0,3 1-349 16,2 4-356-16,0 2-178 0,2 4 189 0,4 2 729 15</inkml:trace>
  <inkml:trace contextRef="#ctx0" brushRef="#br0" timeOffset="5993.66">1870 3166 119 0,'6'3'434'0,"-3"-3"261"0,1 0 173 16,-1 0-112-16,0 2-218 0,0-2-141 0,2 0-99 16,-2 2-67-16,-2 1-14 0,3-3-9 0,-1 2-21 15,3-1-27-15,-1 2-10 0,4-1 18 16,-1-2-17-16,2 2-32 0,4-2-18 0,0 0-9 15,5 0 79-15,2 0 9 0,4 0 1 0,2-2-1 16,3 2 15-16,3-2-6 0,2-2-68 0,4-1-37 16,3 3-19-16,2 0-12 0,3-4-22 0,1 3-10 15,2 0-8-15,2 0 7 0,1 0 4 0,2 0 0 16,0 1 6-16,2 1 2 0,0 0 1 0,2-1-6 16,-2 1-11-16,6-2-4 0,-3 0-9 15,6 0-2-15,1-2-4 0,1-1-3 0,0 0 18 16,4 0 9-16,-2 0 4 0,3-1 0 0,-1 0 3 15,1 1 1-15,0 2-12 0,4 0-5 0,0 0-3 16,3 3 0-16,2-2-3 0,-1 3-2 16,1 0-2-16,-1 0-2 0,1 0 1 0,0 0-1 15,-1 0 2-15,4 0 3 0,-1 0-1 16,3-1 1-16,1-1-1 0,-2-1-1 0,1-1-2 16,0-1-3-16,-2-1 2 0,2 0 2 0,-3-2 0 15,3-1 2-15,1 0 1 0,1-1 1 16,1-2-2-16,-2 2-1 0,1-3-3 0,-2 1 0 15,-1 1 0-15,-1 2 0 0,-2-1-3 0,3 3-2 16,1 1 0-16,3 2-2 0,-1-1 3 0,-1 4 1 16,-1 1 5-16,0 0 3 0,-3 1 3 0,1 2 1 15,1 0-3-15,0 0-1 0,0 0 0 16,3 1-2-16,-2 0-2 0,-2-2-1 0,0 3-2 16,-2-2 0-16,-3 0 1 0,-1 3 1 0,-3-4 1 15,-1 0 1-15,0 3 0 0,1-1 0 0,-2 2-2 16,-4-2 0-16,0 3-1 0,-4 1-1 0,0-2 1 15,-4 1-2-15,-2 2-1 0,-3-1 1 0,-3 1 1 16,0-2 2-16,-4 1 1 0,-2 0 2 0,-1-3 1 16,-3 3 0-16,2-2 0 0,-5-2-1 15,-3 0-1-15,0 2 5 0,-6-1 3 0,-2-2 2 16,-3 1 2-16,-2 1 0 0,-5-3 0 0,-3 3-4 16,-2-3 3-16,-4-1 4 0,-3 2 7 15,-2-3 8-15,1 2 8 0,-4-2 11 0,0 2 6 16,-1-4-39-16,-1 2-18 0,-2-2 0 15,-2 2 0-15,-1-4 0 0,-2 3 0 0,-2-3 0 16,2 0 0-16,-2 1 0 0,-2-1 0 0,1-1 0 16,1 2 0-16,-2 0 0 0,1 0 0 0,1 0 0 15,0 2 0-15,0-1 0 0,2-1 0 16,0 3 0-16,1 0 0 0,0-1 0 0,0 1-174 16,-1 0-292-16,-1 1-308 0,3 2-398 0,1 5-492 15,1-1-261-15,1 0 443 0,1 2 994 0</inkml:trace>
  <inkml:trace contextRef="#ctx0" brushRef="#br0" timeOffset="7089.29">4017 5393 136 0,'-6'-4'750'16,"-2"3"508"-16,-5-1 142 0,-1 2-93 0,1 2-393 15,-6-1-334-15,-1 3-163 0,-1 4-107 16,-1 1-78-16,-3 6-75 0,0 2-53 0,1 5-27 16,-2 5-19-16,3 4-8 0,-1 4-9 0,5 7-2 15,3 3-4-15,3 4-7 0,6 5-6 0,2 1-8 16,5-1-3-16,5 0-4 0,6-3-5 15,2-5-2-15,5 0 0 0,6-8 1 0,2-5 0 16,5-7 0-16,4-5 0 0,4-8 1 0,4-8 1 16,6-10-1-16,3-7-1 0,-1-7 0 0,4-8 1 15,-3-8 0-15,-1-3-1 0,-4-5 0 16,-4-2 1-16,-5 0-1 0,-5-2-1 0,-7 2 0 16,-6 1 0-16,-7 3 1 0,-7 4 1 15,-6 1 0-15,-11 1 0 0,-5 3 1 0,-9 0-1 16,-7 3-1-16,-6 4 0 0,-7 0-1 0,-3 8-1 15,-4 5-1-15,0 6 0 0,-1 8 0 0,1 6 1 16,0 9 0-16,6 8 1 0,2 4 1 16,4 6 0-16,7 5-1 0,6 0-2 0,7 2-3 15,6-1-10-15,6-1-14 0,6-5-36 0,7 1-75 16,3-6-97-16,6-4-169 0,3-4-289 0,7-1-347 16,4-6-370-16,6-2-197 0,4-5 179 15,7-5 691-15</inkml:trace>
  <inkml:trace contextRef="#ctx0" brushRef="#br0" timeOffset="7438.89">5287 5548 235 0,'-11'-10'993'0,"-2"1"586"0,-1 0 1 16,-2 0-292-16,-1-2-476 0,-1 1-289 0,-4 1-177 16,0 0-116-16,0 1-73 0,-4 4-44 15,0 1-29-15,-3 3-22 0,-1 4-16 0,0 2-11 16,0 6-9-16,-3 5-7 0,-4 7-8 16,1 6-6-16,-2 6-1 0,0 7-3 0,2 6-1 15,1 1-1-15,5 6 0 0,6 2 1 16,4 1-1-16,7 1 0 0,8 0 0 0,2-2 1 15,8-2-1-15,5-2-1 0,5-5 0 0,6-3 1 16,6-7-1-16,4-5-2 0,9-7-7 0,4-7-13 16,6-7-22-16,5-8-51 0,2-10-78 15,3-6-132-15,1-7-224 0,1-4-309 0,0-5-376 16,-1-3-342-16,-1-3-110 0,-1-1 497 0,-2 2 716 16</inkml:trace>
  <inkml:trace contextRef="#ctx0" brushRef="#br0" timeOffset="7763.2">6180 5385 74 0,'-6'-24'1058'0,"0"7"800"0,-6 2-124 0,-2 2-405 16,-2 2-415-16,-1 4-402 0,1-1-236 16,-4 4-107-16,0 2-56 0,0 2-33 15,-2 0-25-15,0 2-36 0,-2 7-19 0,-3 1 0 16,0 3 0-16,0 7 0 0,-4 3 0 15,-1 11 0-15,-1 5 0 0,0 9 0 0,-1 9 0 16,1 9 0-16,5 3 0 0,1 6 0 16,7 0 0-16,5 2 0 0,6-2 0 0,6-4 0 0,4-1 0 15,10-9 0-15,2-7 0 0,6-4 0 16,6-11 0-16,5-7 0 0,3-9 0 0,5-9 0 16,4-8 0-16,0-8 0 0,2-7-14 15,-1-7-159-15,0-4-187 0,-2-6-274 0,1 0-357 16,-2-4-449-16,1-2-413 0,-1 0 99 0,1-2 959 15</inkml:trace>
  <inkml:trace contextRef="#ctx0" brushRef="#br0" timeOffset="8589.61">7927 5482 29 0,'0'4'577'15,"0"1"495"-15,0-2 187 0,0-1-105 0,5 0-287 16,-1 3-253-16,5 1-146 0,0-4-74 16,7 4-46-16,-2-1-38 0,5 1-53 0,0 0-75 15,3-1-49-15,3 1-29 0,2 0-22 16,5-1-13-16,-2-1-14 0,3 1-12 0,2-3-10 15,0 2-9-15,1-2-8 0,0 2-5 0,-1-3-5 16,-2-1-3-16,-1 1-2 0,-2 1-1 16,-2-2-1-16,-2 0-1 0,-4 0 0 0,-3 0-2 15,-3 0-1-15,-2 0-10 0,-3 0-15 16,-4 0-28-16,-3 0-73 0,-4 3-94 0,-6-3-181 16,-2 2-286-16,-2 2-351 0,-5 1-406 0,-3-1-223 15,-4 4 170-15,-1-2 775 0</inkml:trace>
  <inkml:trace contextRef="#ctx0" brushRef="#br0" timeOffset="8906.95">7810 5920 175 0,'3'2'804'16,"-3"1"447"-16,2 0 53 0,-1 0-153 16,1-2-383-16,-2 2-243 0,3-2-122 0,-1 3-73 15,1-2-52-15,2 3-43 0,4 0-54 16,-1 2-58-16,3-2-31 0,3 1-22 0,1-2-11 16,3 2-9-16,0 0-6 0,7 0-8 0,1-1-9 15,2-2-6-15,4 0-3 0,1 0-6 16,3-3-4-16,-1 0-3 0,6 0-2 0,-3-2-2 15,3 1-3-15,-1-2-7 0,2 3-26 16,-4-2-81-16,-1 2-152 0,-2 2-249 0,-4-1-315 16,-1 2-423-16,-6 0-501 0,1 3-75 0,-4 0 774 15</inkml:trace>
  <inkml:trace contextRef="#ctx0" brushRef="#br0" timeOffset="11306.45">10168 5723 70 0,'-4'0'362'0,"1"0"241"16,-2 0 213-16,2-1 31 0,0 1-180 0,-3-1-107 15,4 1-75-15,-1 0-65 0,0-2-61 16,1 2-60-16,1 0-38 0,-1 0-22 0,2 2-17 15,-1-2-13-15,1 0-12 0,0 0-36 16,0 0-34-16,1 1-35 0,-1-1-30 0,0 0-25 16,2 1-17-16,-1-1-6 0,-1 0 12 15,2 0 6-15,1 2 3 0,2-2 3 0,-2 2-1 16,3-2-1-16,-1 0-15 0,1 0-9 0,-1 1-3 16,3-1 3-16,0 0 7 0,-2 0 3 15,4 0 2-15,-1 0-1 0,2 0 0 0,-1 0-5 16,2-1-7-16,-2 1-3 0,3-2 5 15,1 0 5-15,-1 1 2 0,1 0 1 0,0-1 1 16,0 0-2-16,0 1 3 0,-1 0 2 0,4-1 1 16,-1 2 0-16,-2 0-1 0,4 0 0 0,-2 0-8 15,1 0-7-15,-1 2-5 0,3-1-2 16,-2 0-1-16,1 1-1 0,-1 0-1 0,0-1 1 16,2 0 0-16,-3 1 2 0,3 0 0 15,-1-2 0-15,-1 1 0 0,3-1 0 0,-4 0 0 16,2 1 0-16,-1-1-2 0,0 2 1 0,0-2-1 15,0 0 1-15,0 3 0 0,0-3-6 16,1 0-4-16,-1 0 1 0,0 0-2 0,1 2 0 16,1-2 0-16,0 0 4 0,0 0 3 0,1 0 1 15,-2 3 1-15,1-2 0 0,0 1 0 16,-2 1 0-16,0-1 5 0,1 0 3 0,-1 2 1 16,-1-2 1-16,3 2-1 0,-3-2 1 0,1 1-6 15,1 1-1-15,-1 0-3 0,0-1 0 16,-2 0 0-16,2 0 0 0,-1 0-1 0,1-1 0 15,1 0 1-15,-1 1-1 0,-1-2 0 16,1 3-1-16,1-2 0 0,-1 2 0 0,-1-2 1 16,0 3 1-16,1-3 0 0,-1 2 0 15,1 1 2-15,-1-1 0 0,0 1-1 0,0-2 1 16,1 1-1-16,-1-1-1 0,0 1 0 0,1 0 1 16,-3-1-1-16,1 0 2 0,1 0-2 15,-2-2 2-15,0 2-1 0,-1-2 1 0,1 1-2 16,-3 0 2-16,3-1-1 0,-3 2 0 0,0-1-1 15,2-1 1-15,0 0-1 0,-1 3 0 0,1-3 0 16,-2 0 0-16,5 4 1 0,-3-5-1 16,2 2 1-16,-2-2-1 0,2 3 0 15,0-2 1-15,1 1 0 0,-2-2-1 0,3 0 0 16,-1 0 0-16,1 0 0 0,0 0 0 0,1-2 0 16,0 1 0-16,1-2-1 0,-1 3 0 15,2-2 0-15,0-1 0 0,-1 1-2 0,2 1 2 16,-1 0 0-16,1 1 1 0,-2-2-1 0,1 0 0 15,-2 2 0-15,2 0 0 0,-1 0 1 16,-1 0 0-16,-1 2 0 0,-1-2 0 0,1 2 1 16,2-2 0-16,-3 1 0 0,1-1 0 0,-1 0 1 15,1 0-1-15,1 0 1 0,-1 0-1 0,-1-1 0 16,2 1 1-16,-1-2-1 0,0 0 0 16,1 1 0-16,-2 0-1 0,2-3 2 0,-3 3-1 15,2 0-1-15,-1-1 1 0,1 2 0 16,-2-2-1-16,0 2 0 0,1-1 1 0,0 1-1 15,-1 0 0-15,0 1 0 0,0-1 1 0,0 2-1 16,-2-2 0-16,4 0 0 0,-4 0 0 16,4 0-1-16,-2 0 1 0,0 0 0 0,1 0 0 15,1-2-1-15,0 1 1 0,0 1-1 16,-1-1 0-16,2-1 1 0,1 2-1 0,-1-1 0 16,1 1 0-16,0 0 1 0,1-2-1 0,-1 2 1 15,0 0 0-15,0 0 1 0,0 0 7 0,0 0 2 16,2-1 4-16,-2 1 1 0,3-2 1 15,-2 1-1-15,0-1-5 0,0-1-3 16,0 0-3-16,0 0-1 0,0 0 0 0,0 1 0 16,-2-2-1-16,3 2 1 0,-3-2-2 0,-2 2 0 15,3 0 2-15,-3 0 1 0,1 2 2 0,-2 0-1 16,0 0 2-16,-2 0 1 0,1 2-2 16,-3 0-2-16,-1-2 0 0,-1 0-1 0,-2 2-1 15,-2-2 0-15,-2 0 1 0,0 0 0 16,-3 0 4-16,0 0 0 0,-2 0 0 0,-1-2 0 15,-2 2-1-15,-3-2-2 0,-4 0-3 0,2 1-3 16,-4-1-8-16,1 1-14 0,-1 1-26 16,-2 0-73-16,-1 0-121 0,1-3-251 0,-1 6-304 15,-1-3-392-15,1 0-476 0,1 3-168 16,-3-2 575-16,3 1 865 0</inkml:trace>
  <inkml:trace contextRef="#ctx0" brushRef="#br1" timeOffset="16354.58">3566 9430 189 0,'0'-1'452'15,"-3"-2"241"-15,2 3 185 0,-1 0-98 0,-2 0-93 16,2-2-102-16,-1 2-72 0,1-3-45 0,1 3-52 16,1-2-69-16,-2 2-52 0,2 0-30 15,0 0-35-15,0 0-41 0,0-1-41 0,2 0-30 0,-2-1-32 16,1-1-27-16,1 0-15 0,-1 1-8 16,1 0-4-16,2 0-6 0,0-1 1 0,0-1 2 15,3 1 4-15,1-2-2 0,6-1-1 0,0-1 3 16,5 0 4-16,3-1 0 0,4-1-2 0,2 1-3 15,2-1 5-15,2 0-2 0,1 2-9 16,3-1-4-16,-3 4-1 0,2-1-2 0,-2 3-4 16,-3 2-5-16,0 1-2 0,-3 3 0 15,-3 2 1-15,-2 5 0 0,-3 0 0 0,-3 6 6 16,-2 2 3-16,-6 4 3 0,-3 5 2 0,-5 4 0 16,-5 4-20-16,-3 3-3 0,-6 4 0 15,-2 4 0-15,-6 5 0 0,-1-1 0 0,-6 5 0 16,-1 2 0-16,-2 2 0 0,-1-2 0 0,-2 0 0 15,2-1 0-15,1-4 0 0,1-4 0 16,2-4 0-16,4-4 0 0,3-7 0 0,1-4 0 16,4-5 0-16,4-6 0 0,4-5 0 0,0-2 0 15,2-1 0-15,4-3 0 0,1-3 0 0,5-1 0 16,2-1 0-16,6-2 0 0,2-1 0 0,3-1 0 16,3-2 0-16,1-1 0 0,3 1 0 15,0 0 0-15,2-2 0 0,2-2 0 0,-2 1 0 16,2 0 0-16,-1-1 0 0,1 1 0 0,0-1 0 15,-2-1 0-15,-2 3 0 0,1-1 0 16,-5 0 0-16,0 1 0 0,-3 2 0 0,-2 0 0 16,-1 1 0-16,-1 2 0 0,-2 0 0 15,1 0 0-15,-2 0 0 0,-1 2 0 0,-1 4 0 16,1-1 0-16,-2-1 0 0,2 0-71 0,-3 2-121 16,-2-3-99-16,0 0-175 0,0-1-291 15,2-2-350-15,1 0-337 0,-1-3-172 0,0-3 205 16,1-1 710-16</inkml:trace>
  <inkml:trace contextRef="#ctx0" brushRef="#br1" timeOffset="17004.34">5002 10236 241 0,'21'-12'667'0,"-4"0"327"0,-3 0 145 0,0-1-174 16,-1 0-296-16,-3 0-129 0,2 1-38 15,-4 0-37-15,0 1-63 0,-1 3-60 0,-1-3-54 16,-2 3-69-16,1-3-62 0,-3 3-38 0,-1 0-19 16,1 2-10-16,-2 0-9 0,-2 0-6 15,1 1-9-15,-1 0-8 0,-1-2-46 0,-2 3-12 16,2 0 0-16,-5-1 0 0,2 0 0 15,-2 1 0-15,0 1 0 0,-3 0 0 0,-2 0 0 16,-2 2 0-16,0 1 0 0,-2 0 0 0,-1 1 0 16,0 2 0-16,0 0 0 0,-4 2 0 15,2 2 0-15,0 1 0 0,-2 3 0 0,2 2 0 16,1 2 0-16,0 1 0 0,0 4 0 16,3 4 0-16,-1 1 0 0,6 6 0 0,1 1 0 15,4 4 0-15,1 2 0 0,5 1 0 0,2-2 0 16,4 1 0-16,3-2 0 0,4-5 0 15,1-2 0-15,4-2 0 0,4-8 0 0,3-2 0 16,3-5 0-16,4-8 0 0,1-5 0 16,1-6 0-16,0-9 0 0,1-5 0 0,0-6 0 15,-3-2 0-15,-2-8 0 0,0 0 0 0,-5-2 0 16,-1 2 0-16,-5-1 0 0,-3 3 0 0,-5 3 0 16,-2 5 0-16,-3 2 0 0,-4 0 0 15,-2 4 0-15,-2 1 0 0,-2 4 0 16,-4 2 0-16,2 2 0 0,-1 2 0 0,-3 4 0 0,1 1 0 15,1 4 0-15,0 2 0 0,2 4 0 16,0 4 0-16,1 3 0 0,0 4 0 0,5 4 0 16,-1 5 0-16,2 4 0 0,-1 3 0 15,5 1 0-15,0 3 0 0,2 1 0 0,3-2 0 16,0 2 0-16,5-2 0 0,-2-6 0 16,6-1 0-16,-1 0 0 0,4-6 0 0,1-3 0 15,2-2 0-15,2-4 0 0,3-5 0 0,-2-3 0 16,4-5-192-16,-3-3-273 0,1-3-310 15,2-3-407-15,2 1-510 0,-1-3-268 0,1 3 535 16,1-1 961-16</inkml:trace>
  <inkml:trace contextRef="#ctx0" brushRef="#br1" timeOffset="18687.65">9693 9685 8 0,'10'-27'508'0,"-5"1"478"16,-7 1 248-16,-6 3-61 0,-8 0-299 0,-3 3-319 16,-3 3-100-16,-5 4-50 0,-3 4-41 15,-1 5-47-15,-3 5-48 0,-2 5-62 0,-2 7-74 16,-1 5-57-16,1 8-31 0,1 7-19 0,4 7-11 16,3 7-1-16,6 9-1 0,5 7 4 0,3 9 3 15,7 5 2-15,4 4 2 0,5 2-5 16,6-3-4-16,4-3-6 0,7-9-5 0,6-10-2 15,5-10-1-15,5-10-1 0,5-12 2 0,3-13 0 16,5-14 1-16,5-11 0 0,1-13-1 0,0-10 1 16,0-10 0-16,-1-7 0 0,-4-4-1 15,1-5 0-15,-7-2-1 0,-5 2-1 0,-4 2 2 16,-7 3 1-16,-8 5 1 0,-7 1 1 0,-10 5 1 16,-10 1-2-16,-8 2-3 0,-11 3-1 15,-6 3 2-15,-9 3-1 0,-7 5 2 0,-4 6-1 16,-6 7-1-16,-3 9 0 0,1 11-4 15,-2 12-2-15,3 8-3 0,2 10-1 0,5 8 1 16,9 7 1-16,5 6-2 0,12 7-8 0,7 3-20 16,10 2-61-16,10 2-80 0,10-3-159 15,8-4-278-15,9-2-324 0,10-4-392 0,6-11-281 16,8-4 29-16,5-7 717 0</inkml:trace>
  <inkml:trace contextRef="#ctx0" brushRef="#br1" timeOffset="19243.04">11690 9851 264 0,'-6'-22'771'0,"-5"1"381"15,-4 5 66-15,-2 2-212 0,-2 8-313 0,0 5-138 16,-3 5-92-16,-1 8-78 0,0 8-62 0,-1 6-47 15,1 9-63-15,1 7-69 0,4 10-51 0,1 10-25 16,4 6-13-16,2 7-12 0,5 7-11 16,3-2-8-16,4 0-5 0,4-2-5 0,7-6-5 15,3-7-2-15,7-15-1 0,8-10-2 16,6-14-2-16,10-16 0 0,3-14-2 0,8-16 0 16,3-14-2-16,4-13-1 0,-1-10-2 0,-2-9-2 15,0-5 0-15,-6-4-4 0,-6 2 1 16,-5 1 2-16,-8 3 2 0,-9 6 3 0,-9 7 3 15,-6 3 3-15,-10 5 1 0,-7 5 1 16,-10 3 0-16,-6 6 0 0,-5 5 0 0,-5 7-2 16,-4 6 0-16,-3 11-2 0,-3 8-1 15,1 10-2-15,-2 10-1 0,2 9 0 0,4 3 0 16,4 12 1-16,6 2 0 0,4 7 1 0,7 4 2 16,7 3-3-16,5 2-1 0,8 0-15 0,6 2-52 15,3-6-84-15,8-4-137 0,5-6-270 16,6-7-323-16,2-7-402 0,8-9-345 0,1-6-11 15,6-10 651-15</inkml:trace>
  <inkml:trace contextRef="#ctx0" brushRef="#br1" timeOffset="19586.8">13511 9959 201 0,'21'16'1047'0,"-7"8"644"16,-7 7-87-16,-6 10-338 0,-1 6-466 15,-3 6-309-15,0 7-204 0,0 6-111 0,-1 2-58 16,1 1-37-16,3-3-26 0,3-4-19 0,2-7-13 16,5-10-10-16,5-8-7 0,3-12-4 0,4-12-3 15,3-10-2-15,1-11-3 0,-1-8-2 16,2-8-2-16,-2-11-1 0,1-5 1 0,-4-9 1 16,-3-4 2-16,-2-5 3 0,-6 0 2 15,-6 0 2-15,-5-1 1 0,-5-1 2 0,-3 0 2 16,-9-1 2-16,-2 3 1 0,-6-1 1 0,-7 1 2 15,-6 6 1-15,-4 4-1 0,-8 9-1 0,-3 9-2 16,-4 12-4-16,-3 11-2 0,-2 12-3 16,4 14-2-16,-3 9-1 0,7 10 0 0,1 8-7 15,6 7-16-15,4 7-52 0,6 4-82 16,5 5-162-16,6 4-273 0,5 2-328 0,5 6-409 16,2 1-347-16,3 5 25 0,0 4 760 0</inkml:trace>
  <inkml:trace contextRef="#ctx0" brushRef="#br1" timeOffset="26723.62">11360 4684 102 0,'0'-2'412'0,"0"2"248"16,0-3 194-16,-2 2-32 0,2 1-179 0,0 0-111 16,0 0-82-16,0 0-58 0,0 0-55 0,0-1-67 15,0 1-60-15,0 0-35 0,0 1 0 16,0-1 12-16,0 0 17 0,0 1 10 0,0-1-13 15,0 0-26-15,0 0-35 0,2 0-35 16,-2 0-30-16,1 0-23 0,-1 0-12 0,0-1-6 16,2 1-4-16,-1-2-2 0,1-1-5 0,1-1-5 15,-1-2 2-15,3 0 1 0,-2 0-1 16,4-3 3-16,0 2 4 0,-1-4 2 0,2 2-4 16,1 1-4-16,-2-3-2 0,3 0-1 15,0 1 0-15,-2-1-2 0,2 1 0 0,2 1-1 16,-2 0-1-16,0 1 0 0,-1 1-3 0,2 2 0 15,0-1 0-15,0 3 1 0,0 0 0 16,-1 2 0-16,2 1-2 0,-1 0 1 0,1 1-1 16,0 2 0-16,-1 1-1 0,-1 1 0 0,2 2 1 15,-2 2-2-15,2-2 0 0,-2 2 2 16,-2 0 0-16,0 2 1 0,1 0 0 0,-2 1 1 16,-1 0 3-16,0 2-1 0,-2-1 3 0,0 0 1 15,-1 3 2-15,0 1 0 0,-3-1-17 0,0 2-3 16,-3 1 0-16,0 0 0 0,-3 5 0 15,1-1 0-15,-3 3 0 0,-1 0 0 0,-1 0 0 16,-1 2 0-16,2-1 0 0,-4-1 0 16,2 1 0-16,-3-3 0 0,4 2 0 0,-3-3 0 15,3 1 0-15,-2-2 0 0,1-1 0 16,-1-2 0-16,2 0 0 0,-4-2 0 0,3-1 0 16,1 1 0-16,-4-2 0 0,2-1 0 0,0-1 0 15,-2 1 0-15,3-2 0 0,-1 0 0 16,-1-2 0-16,3 2 0 0,-2-1 0 0,2-1 0 15,1 0 0-15,-2 0 0 0,3-1 0 16,0 2 0-16,0 1 0 0,0-3 0 0,2 2 0 16,1 1 0-16,0-1 0 0,-1-2 0 0,3 3 0 15,0-3 0-15,1 0 0 0,-1-2 0 16,3 1 0-16,-2-4 0 0,2 1 0 0,-1-3 0 16,1 0 0-16,0 0 0 0,0-1 0 0,0 0 0 15,1-1 0-15,1-1 0 0,0-2 0 0,1 0 0 16,2 0 0-16,-1-3 0 0,2 2 0 15,-1-2 0-15,0 0 0 0,2 0 0 0,-4 0 0 16,1 0 0-16,2 0 0 0,-2 0 0 16,-1 1 0-16,0 1 0 0,2-1 0 0,-2 0 0 15,2 1 0-15,-1 1 0 0,-1 0 0 16,2 0 0-16,0 0 0 0,-2 0 0 0,2 0 0 16,0 1 0-16,2 1 0 0,0-2 0 0,-1 2 0 15,2 1 0-15,0-2 0 0,0 1 0 0,0 1 0 16,0-1 0-16,3 1 0 0,-2 0 0 15,3 0 0-15,0 1 0 0,1-1 0 16,-1 3 0-16,1-2 0 0,1 2 0 0,-3 0 0 0,2 2 0 16,-1 1 0-16,1-1 0 0,-3 3 0 15,4 1 0-15,-4-1 0 0,2 4 0 0,-1 0 0 16,0 1 0-16,0 0 0 0,0 4 0 16,-1 0 0-16,2-2 0 0,0 3 0 0,-3-2 0 15,4 1 0-15,-2-2 0 0,1 0 0 0,-2-2 0 16,1-2 0-16,1-3 0 0,0 0 0 15,-1-3 0-15,3-2 0 0,0-6 0 0,4-4 0 16,-4-3 0-16,5-6 0 0,-2-3 0 16,2-6 0-16,0 0 0 0,-3-4 0 0,3 2 0 15,-3-1 0-15,-2 2 0 0,-1 4 0 0,-2-1 0 0,-5 4 0 16,0 1-85-16,-4 3-411 16,-4 1-354-16,-1 4-456 0,-5 0-559 0,-3 5-160 15,-3 5 829-15</inkml:trace>
  <inkml:trace contextRef="#ctx0" brushRef="#br2" timeOffset="31810.87">3715 11485 35 0,'1'0'422'16,"1"0"356"-16,-2 0 258 0,0 0 31 15,0-1-304-15,0 1-228 0,0-1-138 0,2-1-67 16,-1 0-25-16,-1 1 6 0,2-2 0 0,-2 0-17 16,3 0-24-16,-3 0-40 0,2-1-40 0,-2 0-50 15,3 2-35-15,-3-3-21 0,2 3-16 0,-2 0-7 16,1 2-8-16,-1-1-4 0,0 1-4 15,0 0-3-15,0 1-1 0,0-1-4 0,0 2-3 0,0 0-6 16,2 0-4-16,-2 3-4 0,1 3-3 16,1 4-1-16,2 4-1 0,-2 5 2 0,1 5 0 15,2 4-13-15,-2 6-4 0,0 3 0 16,2 2 0-16,-2 3 0 0,2 3 0 0,1-1 0 16,-3 2 0-16,2-1 0 0,0-2 0 0,0-1 0 15,-2-3 0-15,3-3 0 0,-1-3 0 0,1-3 0 16,-3-5 0-16,2-5 0 0,-1-2 0 0,-1-3 0 15,1-5 0-15,-1-2 0 0,-1-1 0 16,1-3 0-16,0-1 0 0,-1-4 0 0,3-1 0 16,-2-2 0-16,3-5 0 0,2-1 0 15,0-3 0-15,0-1 0 0,3-2 0 0,-2-1 0 16,1 0 0-16,0 0 0 0,0 0 0 0,0 0 0 16,-2 0 0-16,1 3 0 0,-1 0 0 15,-3 3 0-15,0 1 0 0,1 3 0 0,-3 1 0 16,2 0 0-16,-2 3 0 0,0 1 0 15,2 3 0-15,0 1 0 0,0 2 0 0,2 5 0 16,-2 1 0-16,0 2 0 0,3 4 0 0,-3 1 0 16,2 5 0-16,0 0 0 0,-1 4 0 0,-1 2 0 15,-2 3 0-15,2 2 0 0,-1-1 0 16,-2 2 0-16,1 1 0 0,-3-2 0 0,2 0 0 16,-2-2 0-16,0-4 0 0,0 2 0 15,0-5 0-15,-2-3 0 0,0-2 0 0,1-4 0 16,1-3 0-16,-2-2 0 0,1-1 0 0,-2-5 0 15,1-1 0-15,1-1 0 0,-1 0 0 16,1-3-4-16,-3-1-165 0,3-3-142 0,-2-1-261 16,1-3-330-16,4 1-406 0,-1 0-415 15,4-1-63-15,0-1 688 0</inkml:trace>
  <inkml:trace contextRef="#ctx0" brushRef="#br2" timeOffset="32643.97">4653 12458 31 0,'3'4'374'16,"2"0"269"-16,1 1 242 0,-2-3 78 0,1 5-228 15,3-3-179-15,-1-1-113 0,0 1-62 0,1 0-70 16,2 0-46-16,2-1-27 0,1-2-24 0,0 2 16 15,3-2-8-15,0-2-12 0,-1-3-32 16,1 1-23-16,2-3-22 0,0 0-42 0,-2-3-22 16,3-3-4-16,-3 0-4 0,1-1-16 15,-1-4-8-15,2-1 0 0,-4-1 1 0,3-2-10 16,-2-2-4-16,0 2 1 0,-2 1 4 0,-2-1-3 16,-1 1 4-16,-2 2 6 0,-2 3 8 0,-2 1 4 15,1-1 1-15,-5 3 0 0,0 0-4 16,-2 3-5-16,-1-1-6 0,-3 2-5 0,2 1-3 15,-3-1-7-15,1 3-19 0,-2 1 0 16,-1 2 0-16,-1 1 0 0,0 1 0 0,-2 1 0 16,2 3 0-16,-1 1 0 0,-3 1 0 15,3 2 0-15,-3 1 0 0,1 3 0 0,-3 3 0 16,2 1 0-16,0 3 0 0,-2 4 0 0,-1-1 0 16,2 1 0-16,0 5 0 0,0 0 0 0,-2-2 0 15,4 5 0-15,-1-2 0 0,3-1 0 16,1-1 0-16,2 0 0 0,-1-1 0 0,4-1 0 15,4-1 0-15,1-1 0 0,0 1 0 0,6-2 0 16,1 3 0-16,3-5 0 0,3 1 0 16,3 0 0-16,0-4 0 0,6-1 0 0,0-2 0 15,2-4 0-15,3-3 0 0,3-2 0 16,0-4 0-16,2-2 0 0,1-5 0 0,0-1 0 16,1-5 0-16,-2-2 0 0,1-2 0 0,-1-1 0 15,-2 1 0-15,0-2 0 0,-2 1-101 16,-2 2-218-16,-1 2-266 0,0 2-346 0,-1 2-431 15,0 2-451-15,-2 4-13 0,0 3 836 16</inkml:trace>
  <inkml:trace contextRef="#ctx0" brushRef="#br2" timeOffset="33419.15">8765 12622 419 0,'0'5'976'0,"0"-2"287"16,0-2-64-16,3-1-250 0,0 0-313 16,4-3-166-16,1 0-95 0,1-1-49 0,2-2-32 15,2-1-39-15,3-3-59 0,1-2-60 16,2-2-28-16,3-2-19 0,3-1-15 0,-1-6-14 16,3-2-13-16,3-2-12 0,-1-5-10 0,2-4-9 15,-1-2-5-15,2-1-4 0,-2-3-2 16,0 2-2-16,-2 0 0 0,-1 5-1 0,-5 0-1 15,-4 6-1-15,-3 4-2 0,-3 5-6 16,-4 6-19-16,-7 1-47 0,-2 6-83 0,-7 3-148 16,-5 4-270-16,-3 4-327 0,-4 3-407 0,1 4-377 15,-3 1-12-15,-2 3 721 0</inkml:trace>
  <inkml:trace contextRef="#ctx0" brushRef="#br2" timeOffset="33652.21">8918 12153 391 0,'0'1'1250'0,"0"1"413"0,0 0-206 15,2-1-317-15,-2 2-489 0,3 1-256 16,0 3-162-16,2 4-86 0,3 2-37 0,-1 6-23 16,3 2-21-16,0 1-14 0,4 8-13 0,-1 2-9 15,0 5-8-15,1 2-7 0,0 5-6 0,2 1-6 16,-2 0-3-16,5-2-10 0,0-1-38 15,2-5-83-15,1-1-133 0,0-5-261 16,2-6-309-16,1-1-394 0,0-6-411 0,2-2-64 16,0-5 630-16</inkml:trace>
  <inkml:trace contextRef="#ctx0" brushRef="#br2" timeOffset="34256.55">10544 12312 482 0,'-8'-17'1194'15,"0"3"280"-15,0-2-160 0,2 1-236 0,1 0-446 16,2 0-221-16,1 3-142 0,2-1-71 0,0-1-39 15,2 4-47-15,3-1-39 0,0 3-18 16,2 1-4-16,3 3 2 0,-1 4 3 0,4 6-1 16,-2 3-2-16,3 6-5 0,-1 5-5 0,-2 5-7 15,3 9-6-15,-3 5-6 0,-1 3-5 16,2 5-6-16,-2 1-4 0,2-2-4 0,-2-2-3 16,1-7-2-16,3-6-1 0,-3-3-2 15,5-9 1-15,-2-5 1 0,-1-8 0 0,3-8 1 16,-2-7 1-16,0-8 0 0,-1-3-1 0,-1-9 0 15,0-2-1-15,-1-5-1 0,0-2-1 16,-2 0 0-16,-1-2 0 0,0 5 1 0,0-2 0 16,-2 7 1-16,-1 0 1 0,0 8-1 15,1 1 0-15,-3 7-1 0,2 5 0 0,-2 5 0 16,2 4 1-16,0 4 0 0,0 5 2 0,1 5 1 16,0 7 1-16,2 3 0 0,0 6 0 0,1 2 0 15,-1 9 0-15,2 1-1 0,-2 5 0 0,1 3-1 16,-2 5-1-16,-1 2-1 0,0 5-1 15,-1 0 2-15,-4 0 2 0,-1 2 1 16,-4 1 2-16,-2 1 3 0,-2-2 1 0,-4-1 1 0,-3-3 1 16,-3-3-1-16,-1-3 0 15,-6-4-2-15,1-5-2 0,-4-5-3 0,1-4-2 16,-2-6-3-16,1-6 0 0,-1-6-3 0,4-6-5 16,0-6-11-16,3-6-20 0,4-8-50 0,1-3-78 15,6-9-118-15,1-2-207 0,4-7-303 16,6-3-362-16,5-5-334 0,3-1-130 0,3-5 384 15,4 1 713-15</inkml:trace>
  <inkml:trace contextRef="#ctx0" brushRef="#br2" timeOffset="34751.94">11681 12306 213 0,'6'-8'570'0,"3"1"286"16,-1 0 175-16,2 1-139 0,2-1-258 0,0-2-166 15,2 2-85-15,0-2-24 0,5 0-10 16,-1 0-15-16,2 0-23 0,2-1-26 0,-1 2-35 16,1 0-46-16,1 1-50 0,-2 1-46 0,3 1-26 15,-2 2-18-15,0 2-11 0,-3 1-8 0,2 2-6 16,-1 3-4-16,-4 1-5 0,1 1-1 16,-4 3-1-16,1 1 1 0,-3 2 1 0,-3 2 2 15,0 1-1-15,-2 2 2 0,-3 2-2 0,-1 2 0 16,0 1-3-16,-4 2-1 0,0 1-3 0,-1 0-3 15,0 3-4-15,-3-1-2 0,1 1-4 16,2 2-4-16,-2-3-1 0,2 0-4 16,0 1-1-16,1-1-1 0,-1 1 0 0,3-2-2 15,0-1 0-15,3 2 0 0,0-3-2 16,2 0 0-16,3-3 0 0,0 0-1 0,3-2 1 16,0-1-3-16,3-4-5 0,-1-1-10 0,0-2-17 15,4-5-31-15,-4-4-69 0,1-2-87 0,-3-2-158 16,0-5-269-16,0-1-332 0,-3-4-377 15,0-1-243-15,-2-1 52 0,-4-4 687 0</inkml:trace>
  <inkml:trace contextRef="#ctx0" brushRef="#br2" timeOffset="34980.81">11889 12514 481 0,'-16'14'1619'0,"2"-1"231"15,1 2-390-15,1-1-391 0,4-1-434 0,3-1-363 16,5-1-146-16,4-2-65 0,4-2-29 0,5-1-15 16,7-3-8-16,3 0-3 0,7-6-3 15,2-3-3-15,5-1-3 0,3-2-27 0,0-2-82 16,0 2-102-16,-1-3-195 0,2 1-289 16,-1 3-359-16,1 0-406 0,1 2-171 0,-2 3 295 15,1 2 747-15</inkml:trace>
  <inkml:trace contextRef="#ctx0" brushRef="#br2" timeOffset="35435.65">14263 12023 96 0,'3'-5'788'0,"-1"1"710"16,-4-1 150-16,-3 0-270 0,0 2-439 15,-4 0-366-15,-2 2-200 0,0-1-138 0,-5 2-81 16,3 2-48-16,-4 1-30 0,1 1-22 0,-3 6-14 16,0 2-12-16,-1 7-8 0,-1 2-6 0,3 7-4 15,-2 5 0-15,0 8-1 0,0 5 1 0,2 8-1 16,2 6-1-16,0 6-2 0,3 2-4 15,2 3-3-15,3-1-1 0,5-3-2 0,2-3 0 16,2-3-1-16,4-4-5 0,1-6-14 0,5-2-23 16,0-5-78-16,1-1-124 0,0-9-254 15,-1 1-307-15,3-3-389 0,1-4-483 0,0-2-142 16,1-4 609-16</inkml:trace>
  <inkml:trace contextRef="#ctx0" brushRef="#br2" timeOffset="36218.43">14873 12603 296 0,'-10'-14'1029'0,"-2"-1"455"0,2 5-39 16,1 2-207-16,0 0-483 0,2 4-277 0,2 1-163 16,0 3-98-16,2 5-66 0,-3 2-58 15,3 5-36-15,1 5-22 0,-1 4-12 0,0 6-6 16,1 2-4-16,2 5-6 0,-3 4-4 16,3-1-2-16,0 1-1 0,2 0 0 0,-1-1 0 15,4-6-1-15,0-3 0 0,3-2 1 0,1-7-1 16,-1-4-1-16,3-6 0 0,2-6-1 15,-2-6 1-15,3-6 0 0,1-6 1 0,-2-6-1 16,2-4 2-16,0-6 0 0,0-5 0 0,-1-1 1 16,-3-3-1-16,0-1 1 0,0 2 0 15,-4 1 0-15,-3 2 3 0,-2 9 0 0,1 2 1 16,-4 4-1-16,-1 6 1 0,0 3-2 0,-1 6-2 16,-2 6-1-16,2 5 0 0,0 8 0 15,-3 5-1-15,4 8-1 0,-1 5 1 0,2 7 0 16,-1 4-2-16,2 3 2 0,-2 3 1 0,1 3 0 15,-2 0 3-15,-1 5-1 0,1 1 1 16,-4 4 0-16,-1 1-3 0,0 1 1 0,-5-1-2 16,0 0-1-16,-3-4 0 0,-1-1 1 0,0-3 1 15,-1-3 2-15,-2-6 0 0,1-3 2 16,-3-7 0-16,0-7 0 0,2-8-3 0,0-5-1 16,1-9-2-16,3-9-1 0,2-9-1 0,6-5 1 15,3-8 1-15,7-5 1 0,3-5 1 16,4-3-2-16,9-5 2 0,3-2-2 0,5-3 0 15,3-2 1-15,7 0 1 0,3-1 0 0,4-2-1 16,4-1 1-16,3 0 1 0,2 2-1 16,1-1 0-16,-1 2 0 0,-1 1 0 0,-2 1-1 15,-3 3-1-15,-2 1 0 0,-6 3 0 0,-5 1 1 16,-4 5 1-16,-6 2 1 0,-6 4 2 0,-4 2 0 16,-6 3 3-16,-4 5 3 0,-6 1 2 15,-4 1 4-15,-5 5 1 0,-2 0 2 0,-5 2 0 16,-2 2 2-16,-6 4-1 0,0 2-1 15,-4 6-1-15,-1-1-2 0,0 10 0 0,1 4-5 16,2 5-3-16,1 5-1 0,4 5-3 0,4 5-2 16,6 2 0-16,2 5-3 0,6-2 0 0,6 4-1 15,5 1 1-15,3-1-1 0,5 3 1 16,5-4-7-16,2-2-21 0,3-5-68 16,2-5-85-16,5-7-175 0,1-5-281 0,0-7-344 15,4-6-413-15,-2-5-267 0,1-4 98 0,-1-4 786 16</inkml:trace>
  <inkml:trace contextRef="#ctx0" brushRef="#br2" timeOffset="36902.37">15616 13065 144 0,'-2'8'637'0,"-4"2"415"0,3-3 147 16,-2-2-146-16,-1-4-377 0,1-1-258 0,0-3-145 16,2-1-72-16,0-5-23 0,3-5 18 0,3-4 36 15,2-4 14-15,0-7-11 0,6-2-26 16,-2-5-29-16,3-3-42 0,1-4-41 0,4 1-29 16,-2-2-18-16,1 3-11 0,1 4-12 0,-2 2-6 15,0 8-4-15,-5 5 2 0,1 5 3 0,-2 5 4 16,-1 6 2-16,-1 5 1 0,-1 7-2 15,0 6-6-15,-1 6-6 0,0 3-4 0,-2 7-4 16,0 2-1-16,1 5-2 0,-3 1-1 0,2 0-1 16,2 0-1-16,-4-2 1 0,2-1-1 15,2-3 0-15,-2-4 1 0,2-5-1 0,0-2 1 16,4-6-2-16,-2-3 0 0,-1-7 1 16,4-8 0-16,0-5 0 0,0-8 2 0,3-7 0 15,3-5 0-15,-4-4 1 0,6-5 0 0,-4-2-2 16,3 3 0-16,-2 1 0 0,-3 5-1 15,1 2 1-15,-5 5-2 0,1 6 1 0,-2 5-1 16,-3 2 0-16,0 4 1 0,-1 5 0 16,-2 7 0-16,-1 5 0 0,0 6 0 0,-1 6-1 15,-1 3 0-15,1 2-1 0,1 4-1 0,-2 0 1 16,2 1-1-16,0 2 1 0,2-3 0 16,-1 0 1-16,2-1 0 0,3-2-1 0,-1-5 0 15,2 1-1-15,-1-4-1 0,2-4-2 0,3-2-8 16,-2-2-18-16,1-3-52 0,2-4-77 15,-2-5-122-15,1-2-205 0,3-5-308 0,-2-3-360 16,3 0-320-16,0-4-118 0,0-2 399 0,0 2 686 16</inkml:trace>
  <inkml:trace contextRef="#ctx0" brushRef="#br2" timeOffset="37192.71">16446 12862 189 0,'3'8'806'16,"-1"-2"440"-16,0 0 60 0,-2-4-172 15,0 0-413-15,1-4-287 0,-1 0-123 0,2-8-59 16,-1-1-33-16,1-6-22 0,2 0-36 16,-1-4-36-16,2-4-32 0,-3 2-18 0,0-4-16 15,-1 1-8-15,-1 2-2 0,0 2 2 0,-1 3 2 16,-3 2-8-16,-1 4-6 0,1 3-7 0,-4 1-7 16,3 7-7-16,-1 4-5 0,-1 5-5 15,0 7-3-15,1 4-3 0,-1 4-2 0,2 7 0 16,2 2-2-16,0 4 0 0,1 1-1 0,2 3 0 15,2 0 1-15,1 2 1 0,0-2-2 16,4 3-6-16,-1-7-28 0,3-1-70 0,-2-8-74 16,1-5-109-16,0-4-177 0,2-4-278 0,-1-5-324 15,-1-8-233-15,2-4-149 0,0-9 228 16,-2-5 569-16</inkml:trace>
  <inkml:trace contextRef="#ctx0" brushRef="#br2" timeOffset="37452.72">16601 12722 382 0,'3'-16'947'0,"-1"6"310"15,-2 5-14-15,2 5-196 0,-2 7-292 16,1 6-232-16,-1 3-132 0,3 5-79 0,-3 2-65 16,5 3-77-16,-2 2-76 0,0 2-44 15,4-1-22-15,-3 2-12 0,3-1-6 0,0 0-1 16,0 0-3-16,-1-5-2 0,1-1-1 0,-1-3-1 16,2-3-2-16,-4-3 0 0,0-4 5 15,-3-5 4-15,2-3 3 0,-3-6 4 0,2-6 4 16,-2 0 2-16,2-5-3 0,-2-4-4 0,1-3-1 15,-1-3-5-15,2-3-2 0,1-3-1 16,1-3-2-16,1-3-1 0,3 2-3 0,3-2-1 16,0-1-4-16,2 5-12 0,4 0-34 0,-1 4-71 15,1 6-68-15,-2 3-127 0,4 6-204 16,-3 3-313-16,3 8-316 0,-3 3-223 0,2 4-102 16,1 1 398-16,1 2 597 0</inkml:trace>
  <inkml:trace contextRef="#ctx0" brushRef="#br2" timeOffset="37785.3">17102 12739 585 0,'-4'-3'1627'0,"-4"1"202"0,0 1-359 16,-5 1-369-16,2 0-474 0,-3 0-280 15,3 1-141-15,-2 1-67 0,1 1-39 0,-1-1-28 16,2 2-22-16,1 1-16 0,2-1-30 0,3 2-4 16,2 2 0-16,3 1 0 0,2 1 0 15,1 2 0-15,2 3 0 0,1 2 0 0,2 2 0 16,1 1 0-16,1-1 0 0,1 1 0 15,0-2 0-15,0 0 0 0,-1-4 0 0,2 2 0 16,-4-2 0-16,0-1 0 0,2-3 0 0,-6 0 0 16,3-2 0-16,-4 1 0 0,2-4 0 15,-2-1 0-15,0 0-1 0,2-3-7 0,-2-1-3 16,2-1-3-16,-4-3-5 0,4 0-5 0,2-1-7 16,-3-1-7-16,2 0-9 0,-1 1-13 15,1 1-11-15,-1 2-10 0,0 4-9 0,1 2-10 16,-3 4-13-16,0 3-21 0,-3 4-34 0,2 1-37 15,-2 3-30-15,-2 4-43 0,2-3-110 16,-1-1-162-16,-1 0-239 0,2-2-220 0,0-4-220 16,2-5-39-16,-1-4 409 0</inkml:trace>
  <inkml:trace contextRef="#ctx0" brushRef="#br2" timeOffset="38051.81">17275 12420 444 0,'4'-51'1116'0,"-2"5"431"15,-2 7-43-15,2 7-345 0,-2 5-427 16,0 4-242-16,0 4-157 0,0 4-110 0,0 3-79 16,1 4-48-16,-1 5-28 0,2 3-17 0,-1 8-8 15,-1 5-6-15,0 8-3 0,0 6 1 0,0 5 0 16,0 9 0-16,0 6-2 0,-3 10-1 16,3 8-32-16,-3 8 0 0,1 6 0 15,2 4 0-15,-1 3 0 0,1 1 0 0,0-2 0 16,1-2 0-16,1-7 0 0,3-10 0 0,1-9 0 15,0-11 0-15,2-11 0 0,-1-8 0 0,1-10 0 16,-1-11 0-16,-2-9-84 0,3-8-236 16,-3-4-266-16,1-6-344 0,3-2-433 0,-1-2-440 15,1 0-7-15,0 1 793 0</inkml:trace>
  <inkml:trace contextRef="#ctx0" brushRef="#br2" timeOffset="39094.29">18418 13084 96 0,'6'-11'677'0,"1"4"481"15,-1 0 155-15,-2 2-108 0,0 3-348 0,-1 0-283 16,-2 4-142-16,1 4-89 0,1 2-63 0,-1 7-52 15,-1 6-56-15,4 6-51 0,1 8-39 0,-1 5-21 16,1 7-12-16,1 7-11 0,-1 3-6 16,0 3-10-16,-1 1-5 0,0-3-3 0,-2-3-6 15,4-6-3-15,-3-7-1 0,1-5-1 16,-1-6-1-16,-2-9-1 0,0-4 2 0,-1-7-1 16,-2-7-1-16,-1-8 0 0,-1-8-1 0,0-10 2 15,-2-6-1-15,2-8 0 0,0-6 0 16,1-6 2-16,-1-6-1 0,0-2-1 0,1-6-1 15,1-3-1-15,-1 0-2 0,4 0 1 0,-1-2 0 16,2 8 1-16,2 2 1 0,3 5-1 16,0 9 2-16,-2 6-2 0,2 5-1 0,0 9 0 15,0 1 0-15,0 7 1 0,-2 4-1 16,2 3 2-16,1 3 0 0,1 4 0 0,-2 2 0 16,3 4 0-16,-3 3 0 0,0 0 0 0,0 3 0 15,0 2 0-15,0 0 0 0,-2 3 0 16,-1 0 0-16,-2 2 1 0,3-1 0 0,-3 2 0 15,0-4-1-15,-1 2 0 0,1-1-5 0,0-4-10 16,-1 0-29-16,1-1-56 0,1-4-68 16,0-2-70-16,1-4-85 0,-2-2-110 0,0-5-96 15,0-2-10-15,2-3 38 0,2 1 63 16,-3 1 118-16,2 0 204 0,1 3 191 0,-1 3 127 16,-1 3 66-16,1 3 12 0,3 3-17 0,0 4-17 15,-1 4 13-15,4 3 20 0,1 2-2 0,0 2-18 16,2 1-29-16,0 3-44 0,3-3-56 15,0-1-56-15,3-3-35 0,1-3-20 0,1-6-8 16,0-5-5-16,2-4-6 0,-2-5 0 16,-1-4 0-16,-1-6 1 0,-2-3 1 15,-2-3 2-15,-4 0 1 0,-3-4 18 0,-3 0 20 16,-2 1 18-16,-5-2 10 0,-3 4 7 0,-5-1 8 16,-3 0-10-16,-2 0-13 0,-2 1-12 0,-6 3-6 15,2 0-5-15,-3 2-6 0,-2 7-6 16,0 4-5-16,-3 4-5 0,2 9-6 0,0 4-7 15,2 6-2-15,2 4-2 0,3 5-1 0,4 0-1 16,2 3 0-16,5 2-1 0,6 1-5 16,2 0-14-16,2 2-38 0,5-5-80 0,3-2-122 15,2-2-240-15,4-4-307 0,3-6-381 0,1-5-401 16,5-5-112-16,2-8 508 0,5-6 782 16</inkml:trace>
  <inkml:trace contextRef="#ctx0" brushRef="#br2" timeOffset="39386.62">19468 12786 415 0,'-15'-9'1534'0,"-4"3"324"0,-4 4-361 0,-6 4-379 15,-1 4-432-15,0 4-344 0,3 2-158 16,-1 0-72-16,2 2-34 0,4 0-26 0,6-1-20 16,4-1-15-16,6 1-9 0,2 1-5 0,8-1-2 15,0 2 0-15,4-1 0 0,6 0 0 0,1 3-1 16,2-4 1-16,1 1-1 0,0 3-1 15,3-3-3-15,-3 3-3 0,0-2-3 0,-2 2-2 16,2-1-1-16,-4 0 0 0,2 1 2 16,-7-2 3-16,4 0 4 0,-5 0 0 0,-2-2 3 15,0 3 0-15,-4-4 1 0,0 1 0 0,-2-2 1 16,-4 0 0-16,1 0 1 0,-3 1-2 16,-4-3 1-16,-1 3 0 0,-1-1-1 0,-4 2-1 15,2 4 0-15,-4-2-3 0,1 6-11 0,0 0-32 16,0-1-77-16,0 4-99 0,4-3-199 0,0 1-295 15,4-3-358-15,5-2-398 0,0-4-187 16,6-1 267-16,1-4 786 0</inkml:trace>
  <inkml:trace contextRef="#ctx0" brushRef="#br2" timeOffset="39536">19724 13416 786 0,'-2'0'1847'0,"-4"7"-17"0,-4-1-451 0,1 2-389 15,-4-4-467-15,7 1-301 0,1-3-140 0,0-3-111 16,4-3-110-16,2-2-187 0,2-4-281 16,4-1-337-16,3-2-409 0,-1 1-322 0,-1 1 71 15,1 0 802-15</inkml:trace>
  <inkml:trace contextRef="#ctx0" brushRef="#br2" timeOffset="40071.73">19770 12160 106 0,'11'-19'552'15,"1"2"387"-15,-1 5 209 0,5 5-33 0,0 0-403 16,4 9-148-16,1 4-46 0,1 4-62 16,4 7-72-16,0 4-54 0,1 5-55 0,3 8-83 15,-1 0-65-15,-1 9-42 0,-1 6-22 0,0 5-18 16,0 6-13-16,-3 5-7 0,-4 5-11 0,-4 0-4 15,0 5-5-15,-7 5-1 0,-1-3 0 16,-3 7-1-16,-5 0 0 0,-1 1-2 0,-6-1-2 16,-1-3-3-16,-4-3-4 0,-1-6-20 15,-4-8-52-15,-1-4-77 0,-2-13-130 0,-6-5-229 16,4-11-313-16,-3-7-361 0,-4-7-315 0,-2-8-88 16,-3-7 504-16,-4-7 679 0</inkml:trace>
  <inkml:trace contextRef="#ctx0" brushRef="#br2" timeOffset="42736.67">11601 6240 223 0,'0'-4'480'0,"0"3"200"15,0-2 122-15,2 2-187 0,-2-2-151 0,2 1-80 16,-1 1-35-16,-1 1-13 0,2-2-20 0,-2 2-34 16,2-1-43-16,-2-1-47 0,0 1-33 15,0 1-5-15,1 0 16 0,-1 0 21 0,0 0 26 16,0 1 21-16,2-1-6 0,-2 0-22 0,0 0-36 16,0 0-37-16,0 0-33 0,0 0-31 15,0 0-16-15,0 0-10 0,-2 0-3 0,2 0-4 16,0 0-2-16,0 0-2 0,0 0-4 15,0 0-1-15,0 0-5 0,2 0-2 0,-1 0-2 0,-1 2-3 16,0-2-1-16,0 1-1 0,0-1-2 16,2 0-2-16,-2 2-1 0,0-2 0 15,0 0-1-15,0 1-2 0,0 1-1 0,0-1 3 16,0 2 3-16,0 3 2 0,-2 0 1 16,2 2 1-16,0-1 0 0,-1 2-3 0,-1 3-4 15,2-1-1-15,0 2-3 0,0 2 0 0,-1 0-1 16,-1 4 0-16,0-2-1 0,2 4 1 0,-1-1-1 15,-1 3-1-15,0-1 0 0,2 1-2 16,0 1 0-16,0-2-1 0,0-1 1 0,2 0-2 16,-2-3 1-16,3-2 1 0,-1-1 0 15,1-2 0-15,2 1 1 0,0-3 1 0,2-2-1 16,-2 0 0-16,3-2 0 0,0-1 1 0,1 0-1 16,1-1-1-16,0-3 1 0,-1 2 0 15,2-3 0-15,0 0 0 0,0-1-1 0,-3 0 1 16,3 0-1-16,-3-1-1 0,3 0-1 15,-3-1 0-15,0-2 0 0,3-1 0 0,-3-1 0 16,2-1 0-16,0-4 0 0,0 1 0 0,-2-4 0 16,2 0 0-16,0 1 0 0,-3 0 0 15,-1-1 0-15,1 3 0 0,-1 0 0 0,-2 0 0 16,0 3 0-16,-1 1 0 0,0 0 0 16,-1 1 0-16,-1 0 0 0,2-2 0 0,-1 4 0 15,0-2 0-15,2-1 0 0,-2 1 0 0,1-1 0 16,0-2 0-16,0 1 0 0,0 1 0 0,-1 0 0 15,1 1 0-15,1 0 0 0,-3 0 0 16,1 1 0-16,-1 3 0 0,-1-2 0 0,3 2 0 16,-3-1 0-16,0 3 0 0,2-1 0 15,-2 0 0-15,0 1 0 0,0 0 0 0,0 0 0 16,0 0 0-16,0 0 0 0,0 0 0 0,0 0 0 16,0 0 0-16,0 0 0 0,0 0 0 15,0 0 0-15,0 0 0 0,0 0 0 0,0 0 0 16,0 0 0-16,0 0 0 0,0 0 0 0,0 0 0 15,0 0 0-15,0 0 0 0,0 0 0 16,0 0 0-16,0 0 0 0,0 0 0 0,0 0 0 16,0 0 0-16,0 0 0 0,0 0 0 0,0 0 0 15,0 0 0-15,0 0 0 0,0 0 0 16,0 0 0-16,0 0 0 0,0 0 0 0,0 0 0 16,0 0 0-16,0 0 0 0,0 0 0 15,0 0 0-15,0 0 0 0,0 0 0 0,0 0 0 16,0 0 0-16,0 0 0 0,0 0 0 0,0 0 0 15,0 0 0-15,0 0 0 0,0 0 0 16,0 0 0-16,0 0 0 0,0 0 0 0,0 0 0 16,0 0 0-16,0 0 0 0,0 0 0 15,0 0 0-15,0 0 0 0,0 0 0 0,0 0 0 16,0 0 0-16,0 0 0 0,0 1 0 0,0-1 0 16,-2 1 0-16,2 2 0 0,0-3 0 15,-3 4 0-15,3-1 0 0,-1 0 0 0,-1 3 0 16,1-2 0-16,1 2 0 0,-2 2 0 15,0-3 0-15,1 3 0 0,-1 1 0 0,0-1 0 16,2 3 0-16,-1-1 0 0,-1-1 0 0,2 3 0 16,0-2 0-16,0 2 0 0,0-1 0 15,0 4 0-15,0-2 0 0,0 4 0 0,0-2 0 16,0 3 0-16,2 2 0 0,-1-1 0 0,-1 1 0 16,0 4 0-16,2-2 0 0,0 1 0 15,-1 2 0-15,1 0 0 0,0-1 0 0,-1 1 0 16,2-2 0-16,0-1 0 0,-1 1 0 0,-1-4 0 15,2 0 0-15,-1-1 0 0,0-2 0 16,-1 0 0-16,1-2 0 0,-1-1 0 0,1-2 0 16,-2-4 0-16,0 3 0 0,2-3 0 0,-2-5 0 15,1 5 0-15,-1-3 0 0,0-2 0 16,0 2 0-16,0-3 0 0,0 0 0 0,0-1 0 16,0 2 0-16,0-2 0 0,0 0 0 0,0 0 0 15,0 0 0-15,0 0 0 0,0 0 0 16,0 0 0-16,0 0 0 0,0 0 0 15,0 0 0-15,0-2 0 0,0 2 0 0,0 0 0 16,0 0 0-16,0-1 0 0,0 1 0 0,-1-1 0 16,1-1 0-16,-2 0 0 0,2 0 0 0,0 2 0 15,-2-3 0-15,2 2 0 0,-3 0 0 16,3-3 0-16,-3 2 0 0,1 0 0 0,-1-1 0 16,0 1 0-16,-3 1 0 0,1 0-166 15,0-1-378-15,-3-1-344 0,2 2-446 0,-5-3-528 16,3 4-91-16,0 0 836 0</inkml:trace>
  <inkml:trace contextRef="#ctx0" brushRef="#br3" timeOffset="50588.12">14493 5806 460 0,'0'0'1036'16,"-1"3"361"-16,-2-3 2 0,1 2-254 0,1 2-427 15,-1-1-233-15,1 1-130 0,-3 0-100 16,3 0-85-16,-1 0-65 0,2-2-46 0,-2 0-23 16,2-1-18-16,0 1-6 0,0-1-3 15,0-1-8-15,2 0 8 0,-2 0-2 0,0-1 10 16,0-1 0-16,2 1 5 0,-1-2 6 0,-1 0-1 15,0-1-2-15,0-2-6 0,0 1-3 16,0-1-5-16,0 1-5 0,-3 2-1 0,3 0-4 16,-2 0-1-16,2 2-2 0,-3-1-3 15,3 2-9-15,0 2-22 0,0-2-65 0,0 2-76 16,0 0-150-16,0 0-277 0,3-1-328 0,2 2-391 16,0 0-277-16,3-3-2 0,0 0 686 0</inkml:trace>
  <inkml:trace contextRef="#ctx0" brushRef="#br3" timeOffset="51065.07">15540 5361 173 0,'10'-14'792'16,"-4"3"557"-16,-3 3 197 0,0 0-184 0,-3 1-471 16,-1 3-319-16,-4-1-166 0,0 2-125 0,-1 1-102 15,-5 2-64-15,1 2-39 0,-1 2-24 16,-3 2-18-16,1 3-9 0,-2 3-8 0,0 4-3 15,0 4 1-15,0 5 1 0,-2 7 5 16,3 7 4-16,-4 8 3 0,4 5 2 0,-2 5-2 16,4 5-3-16,-4 3-5 0,6-1-5 0,4 3-3 15,1-3-4-15,2 0-2 0,3-4-2 16,3-4 0-16,4-6-1 0,-1-3-2 0,4-5-1 16,2-3-1-16,-1-5-1 0,2-5-1 15,-1-4 1-15,0-2-1 0,0-4 0 0,-4-2 0 16,0-4 0-16,1 0-2 0,-2-2-5 0,-3-2-9 15,1-3-14-15,-1 0-21 0,-4-1-48 16,0-4-78-16,-2-2-126 0,0 0-217 0,-1-3-304 16,0 0-365-16,0-3-350 0,-1-1-117 15,1-5 481-15,0 3 718 0</inkml:trace>
  <inkml:trace contextRef="#ctx0" brushRef="#br3" timeOffset="51563.93">15989 5835 305 0,'0'-15'967'0,"-5"1"419"15,1-1 31-15,-1 2-162 0,0-1-482 16,-3 3-266-16,2-2-145 0,1 4-92 0,0 0-76 15,1 2-67-15,-1 2-44 0,2 1-28 16,0 4-17-16,0 3-12 0,-1 4-10 0,0 6-7 16,0 7-5-16,0 7-1 0,0 6 1 15,0 8 1-15,1 2 3 0,-2 5 0 0,5 2 1 16,-2-1 1-16,4 2-2 0,1-3-3 0,2-3-1 16,3-4-3-16,3-5 0 0,2-5-1 0,2-6 0 15,6-6 0-15,-4-8 0 0,7-4 0 16,-1-8 1-16,0-8-1 0,1-6-1 0,-1-4 0 15,-1-6-1-15,-1-4 1 0,-1-2-1 16,-2-4 4-16,-4 1 0 0,-1-3 1 0,-2 0 2 16,-5-1-1-16,1 0 0 0,-6-4 0 15,-1-2 0-15,-3-1-2 0,-2 0 2 0,-5 1 2 16,0 5 5-16,-3 2 4 0,-3 7 2 0,-1 4 0 16,-5 8 0-16,-2 7-2 0,-2 3-5 0,-1 9-6 15,-1 9-2-15,1 2-2 0,0 7 0 16,4 2-3-16,-1 5-1 0,7 2 0 0,-1-1-1 15,4 3-1-15,3 1-11 0,3 1-18 0,2-2-55 16,4 0-82-16,2-2-156 0,3 0-274 16,2-3-329-16,6 1-410 0,0-3-329 0,4-1 23 15,3-3 731-15</inkml:trace>
  <inkml:trace contextRef="#ctx0" brushRef="#br3" timeOffset="55555.88">16648 6025 331 0,'-6'0'650'15,"3"-2"292"-15,-2 1 133 0,4 0-266 16,-1 1-245-16,1 0-137 0,-3-2-95 16,4 2-69-16,-1-2-46 0,1 2-11 0,0 0 4 15,1-1 9-15,-1 1 5 0,0 0-10 0,2 0-27 16,-2 0-39-16,2 0-40 0,-2 0-33 0,1 1-30 16,2-1-20-16,2 4-11 0,0-3-3 15,2 0 5-15,2 4 6 0,-1-2 2 0,4 2 1 16,-1 1 1-16,2-1 5 0,3 1-3 15,-2 0-4-15,3-1 1 0,-1 1-2 0,1 0 5 16,2 0-5-16,-1-2-2 0,1 1 0 0,-2 0-1 16,1-1 3-16,0-1-2 0,-2 0-3 15,2 0-1-15,-4-3 3 0,2 2 0 0,-4-2-1 16,-2 0-4-16,1 0 1 0,-1 0-2 16,-4 0-3-16,-1 0-2 0,1 0-2 0,-2 0-2 15,-2 0 0-15,1 0-1 0,-1 0-2 0,0 0-1 16,-2 0-1-16,0 0-1 0,0 0 1 0,0 0-2 15,0 0-1-15,0 0 1 0,0 0-1 16,-2 0-4-16,2 0-9 0,-2 0-16 0,2 0-40 16,-3 0-70-16,1 0-82 0,-1 0-144 0,-1-2-263 15,1 2-321-15,0 0-325 0,-2-3-222 16,2 1 21-16,-2 0 576 0</inkml:trace>
  <inkml:trace contextRef="#ctx0" brushRef="#br3" timeOffset="55853.05">17047 6006 47 0,'6'0'515'16,"1"-2"406"-16,-3 2 191 0,0 0-49 0,2 0-341 15,0 2-258-15,0-1-164 0,2 3-47 16,0 2 12-16,3 0 28 0,2 2-29 0,-2 1-32 16,3 0-27-16,-1 1-44 0,3-2-20 0,-2 4-34 15,2-3-20-15,0 1-11 0,1 1-7 16,-3-3-10-16,4 1-27 0,-6-3-14 0,2 1-6 15,-2-2-2-15,-3-1 4 0,-1 1 5 0,-2-2 10 16,-1-2 9-16,-2 2 12 0,-1-2 5 16,-2 1-5-16,-2 1-4 0,-3-2-11 0,-3 3-8 15,-1-2-12-15,-2 2-7 0,-2-2-4 16,-2 3-7-16,0-3-10 0,-2 2-24 0,2-2-61 16,-2-1-75-16,1-2-143 0,-1 1-258 0,4-3-318 15,-1 0-371-15,3 1-293 0,0-3-42 16,0 1 609-16</inkml:trace>
  <inkml:trace contextRef="#ctx0" brushRef="#br3" timeOffset="56768.74">17784 6278 412 0,'-3'8'872'0,"0"1"307"0,-1-1 7 0,1-2-322 16,1 0-263-16,1 0-150 0,-1-2-82 0,4-1-52 15,-1 0-36-15,-1 0-24 0,2-3-38 16,3 0-47-16,1-5-40 0,3-1-25 0,1-4-16 15,3-2-14-15,3-4-9 0,2-5-6 0,0-2-7 16,6-4-3-16,-1-3-4 0,1-1-4 16,3-3-5-16,0 0-2 0,0-2-4 0,0 2-3 15,-1-1-2-15,0 2-2 0,-4 3-1 0,0 3-1 16,-2 3-2-16,-3 3-11 0,-4 5-11 16,-1 1 0-16,-3 4 0 0,-1 2 0 0,-2 3 0 15,-2 0 0-15,0 2 0 0,0 2 0 16,-3 4 0-16,2 1 0 0,3 4 0 0,-2 2 0 15,-1 3 0-15,0 3 0 0,0 3 0 0,0 3 0 16,-1 2 0-16,-2 5 0 0,2 0 0 0,-2 2 0 16,-2 4 0-16,2-1 0 0,-3 0 0 15,0-1 0-15,-1 3 0 0,1-1 0 0,-2 0 0 16,-1 0 0-16,3-3 0 0,-2 0 0 16,2 0 0-16,-2-2 0 0,1-4 0 0,0 1 0 15,0-2 0-15,1-3 0 0,0-2 0 0,1-3 0 16,0-3 0-16,2-3-113 0,-3-2-169 0,3-5-199 15,0-3-298-15,0-5-364 0,3-2-410 16,1-5-161-16,0-6 306 0,2-2 790 0</inkml:trace>
  <inkml:trace contextRef="#ctx0" brushRef="#br3" timeOffset="57134.06">18595 5155 352 0,'0'-13'1007'0,"-2"0"338"16,4 3-82-16,-1 1-189 0,3 2-447 15,0 1-213-15,4 0-115 0,2 1-62 0,2 1-13 0,1 2-26 16,4 2-44-16,4 4-36 0,0 0-16 16,2 6-8-16,3 2-15 0,0 4-10 0,1 5-10 0,0 0-7 15,-1 8-6-15,-1 3-5 16,-2 2-3-16,-1 6-2 0,-1 1-1 0,-2 4-3 15,-2 5-2-15,-4 3-3 0,-2 8 0 0,-1 0-1 16,-6 7-1-16,0 4 0 0,-4 3 3 16,-4 3-20-16,0 3-8 0,-6 1 0 0,1 5 0 15,-4 3 0-15,-3 3 0 0,0 2 0 0,-2 1 0 16,0 0 0-16,-1-1 0 0,-1 2 0 16,-1-5 0-16,2-1 0 0,-1-7 0 0,4-9 0 15,-3-5 0-15,3-10 0 0,-1-9 0 0,-4-11-9 16,3-9-194-16,-2-11-183 0,-2-9-282 15,1-9-356-15,1-7-436 0,-4-10-325 0,-3-8 115 16,-4-9 865-16</inkml:trace>
  <inkml:trace contextRef="#ctx0" brushRef="#br3" timeOffset="57942.7">17110 3595 16 0,'2'-2'431'0,"-1"1"370"0,2-3 253 15,-3 0 49-15,4-1-303 0,-3-3-258 0,4 2-112 16,-2-2-3-16,1-1 6 0,0 0-52 0,1 1-58 15,-2 0-46-15,0 1-54 0,0 2-69 16,-1 1-56-16,-1 1-20 0,1 1-16 0,0 1-15 16,-1 2-10-16,1 2-2 0,0 5 0 15,-2 5-8-15,0 7 0 0,0 4-1 0,-4 7-2 16,1 6-10-16,0 1-5 0,-2 4-2 0,0 3-2 16,-2 2-1-16,0 0 1 0,1 3-1 0,-1 0-1 15,-2-3-2-15,3 0-1 0,-1-3-1 16,-1-7-1-16,4-2-1 0,-4-7 0 15,5-2-1-15,-2-7-2 0,3-2-8 0,-1-6-14 16,-2-1-32-16,2-6-74 0,-3-2-77 0,-3-5-122 16,1-5-193-16,-1-2-316 0,-3-4-330 0,-1-3-212 15,-1-5-113-15,0-2 365 0,-2-3 604 16</inkml:trace>
  <inkml:trace contextRef="#ctx0" brushRef="#br3" timeOffset="58196.47">16829 3940 91 0,'-2'13'590'0,"-1"1"405"16,2 1 198-16,1 4-57 0,0 3-377 0,3 3-184 16,0 5-83-16,6 2-72 0,-2 4-64 15,2 3-57-15,2-1-49 0,0 5-78 0,2-2-63 16,-1-2-33-16,3 1-24 0,0-5-13 0,2-2-13 16,1-2-11-16,0-7-6 0,2-4-6 15,1-4-1-15,2-6-2 0,1-4 1 0,0-6 0 16,3-7 0-16,-2-5 1 0,2-7 1 0,0-4-1 15,-2-7-2-15,1-5 0 0,-1-2 0 16,0-5-6-16,-1-3-26 0,-5-2-76 0,-2-2-90 16,-2-4-185-16,-5 0-288 0,-3-3-344 0,-1-3-396 15,-4-1-208-15,-2 0 187 0,-2-1 761 16</inkml:trace>
  <inkml:trace contextRef="#ctx0" brushRef="#br3" timeOffset="59127.81">16233 1926 249 0,'-2'6'695'16,"2"-2"326"-16,-1 2 70 0,-1 0-195 0,2 4-287 16,2 3-201-16,-1 5-90 0,2 4-26 0,4 6 27 15,0 4-5-15,1 4-40 0,2 3-20 0,-2 3-40 16,3 2-43-16,-2-1-54 0,3-1-38 0,2 0-22 15,-3-5-25-15,1-1-15 0,3-7-9 0,0-5-4 16,1-6-4-16,3-4 1 0,-1-5-1 16,2-6 3-16,0-8 1 0,-2-5 0 0,3-8 1 15,-1-7-2-15,-1-2 0 0,0-7-1 0,-1-5 2 0,0 0 2 16,-5-3 7-16,1 2 4 16,-6-1 2-16,-3 3 8 0,-2 1 5 0,-6 1 2 15,-2 2-6-15,-4 2 0 0,-4 2 0 0,-3 2-6 16,-1 4-4-16,1 2-3 0,-3 8-6 0,0 2-5 15,-3 4-6-15,0 8-4 0,0 2-3 0,1 7-2 16,1 5 4-16,-1 3 2 0,4 7 1 16,0 2 1-16,2 4 5 0,1 4 2 0,4 2 1 15,1 2 0-15,2-2 0 0,3 0-1 0,4-4-13 16,0 0-19-16,8-4-45 0,-2-6-71 0,2-3-67 16,6-4-103-16,0-10-151 0,5-4-201 0,-3-7-270 15,6-6-203-15,0-4-182 0,1-6 70 16,0-6 434-16</inkml:trace>
  <inkml:trace contextRef="#ctx0" brushRef="#br3" timeOffset="59537.2">16742 1573 104 0,'8'-41'494'0,"-2"4"366"0,-1 6 273 16,-2 5-56-16,-3 4-309 0,2 5-155 16,-2 6-97-16,0 1-107 0,0 6-102 0,0 1-64 15,-2 7-46-15,1 4-50 0,-3 5-37 0,4 4-17 16,0 7-8-16,0 3-16 0,0 7-6 0,4 6-12 15,-1 3-12-15,3 8-6 0,-3 1-7 0,0 5 3 16,2 2-6-16,-2 1 0 0,4 0-4 0,2-2-4 16,-1-4-3-16,3-4-1 0,4-7 0 0,2-4-7 15,1-7-2-15,0-7-1 0,2-4 0 16,-1-6 0-16,1-3 0 0,-2-7 1 0,3-5 1 16,-4-5 0-16,0-6 1 0,0-2 1 0,1-5 1 15,-3-2 1-15,0-5-7 0,-2 0-3 0,-2 0-2 16,-1-1-2-16,-6-2-2 0,-2 2 0 0,-2-3 6 15,-5 2 2-15,-1 0 3 0,-5-1-1 16,-2 1 1-16,-4 2 1 0,1 3 1 0,-4 3 0 16,0 3 0-16,-3 5 2 0,-1 3-2 0,1 5-1 15,2 6-1-15,-5 5 0 0,4 5-1 16,2 5-1-16,1 1 0 0,0 6 1 0,4 3-2 16,-2 4 5-16,4 1 3 0,3 1-1 0,0 2 0 15,4 0 0-15,2-3-1 0,3 0-5 0,2-5-9 16,4 0-20-16,3-6-50 0,0-3-68 0,6-6-79 15,-2-2-137-15,3-7-212 0,3-4-313 0,1-7-270 16,-1-1-207-16,0-7-39 0,2-3 433 16,-2-3 549-16</inkml:trace>
  <inkml:trace contextRef="#ctx0" brushRef="#br3" timeOffset="59822.03">17110 1750 158 0,'2'-6'759'0,"-4"0"452"0,-2 3 85 0,0 0-104 15,1 3-343-15,-2 1-286 0,2 3-162 0,-2-2-92 16,1 3-63-16,0-3-75 0,-2 4-66 16,3 0-46-16,-2 0-29 0,2 1-15 0,2 2-6 15,-3 2-4-15,1 0-2 0,1 1-2 0,-1 2-1 16,3 2 1-16,0 0-2 0,0 0 1 0,3 2 0 16,-1 2 1-16,1 1-1 0,1 1 1 15,-1 3 0-15,0-2 6 0,0 3 5 0,2-2-1 16,-3 1 0-16,0-1 1 0,0 0-1 0,-2 0-6 15,-2-3-5-15,0 0 0 0,-2-1 0 0,0-4 0 16,-1-1 1-16,-2-2-9 0,-1 0-33 0,-1-6-67 16,0 1-64-16,-3-5-111 0,-2-3-171 15,1 0-302-15,0-3-297 0,0-1-224 0,0-1-152 16,2-3 266-16,3-1 558 0</inkml:trace>
  <inkml:trace contextRef="#ctx0" brushRef="#br3" timeOffset="62544.68">17483 1733 233 0,'3'-6'749'0,"-3"-1"393"0,0 1 82 0,-3-1-192 15,2 1-276-15,-3 1-163 0,2 1-125 0,-2 0-93 16,-2 0-61-16,1 2-52 0,-3-2-80 0,-1 3-71 16,3 1-40-16,-6 1-20 0,4 3-15 0,-2-2-11 15,-2 4-8-15,-2 2-4 0,3 1-3 0,0 1-2 16,-1 0-2-16,0 2 0 0,1 2-3 0,0 0 0 16,2-3-1-16,1 3-2 0,-2 0-6 15,4-4 2-15,1 1 1 0,2 1 0 0,1-3 0 16,1 1 0-16,2-1 5 0,3 1-3 0,2 1-1 15,2 0-1-15,6-1 0 0,-1 0 0 16,2-1 1-16,2-1 1 0,1 1 1 0,0-2 0 16,1 1 2-16,-1-4-1 0,-1 3 1 0,-3-3 0 15,-2 1-1-15,-4-1 2 0,2 1-1 0,-6 0 2 16,-2 0 0-16,-4-1 1 0,-2 3 0 16,-6 0-2-16,-1 1 0 0,-2-1 3 0,-5 5 1 15,-1-4 5-15,-2 4 0 0,-3-2 2 0,1 4-1 16,-3-1-2-16,1-1-4 0,4 0-4 0,-1-1-2 15,5-1-3-15,1-1-2 0,5 0-4 0,3-2-15 16,4-2-43-16,4 0-76 0,3-4-102 16,4-2-189-16,6-3-299 0,3-2-350 0,3-2-341 15,5-3-164-15,1-2 265 0,3-1 708 0</inkml:trace>
  <inkml:trace contextRef="#ctx0" brushRef="#br3" timeOffset="62931.74">17921 1721 77 0,'-5'-4'999'0,"-4"-2"768"0,-4 2-84 0,-1 0-370 16,-3 0-419-16,-2 1-386 0,1 2-240 15,-2 1-109-15,1 0-56 0,1 3-35 0,0 1-23 16,3 1-18-16,1 2-11 0,3 4-8 0,3 1-3 16,2 4-8-16,0 1-4 0,4 2-2 0,2 0-1 15,3 0 3-15,3-1 1 0,2-2 5 16,2-2 4-16,2-4 2 0,1-1 1 0,3-4-5 15,-2-4 0-15,2-1-2 0,0-4-1 0,-1-4 0 16,1-3 0-16,2-2 0 0,-4-3-1 0,2-2 2 16,-2 0 0-16,-3 1 1 0,2-1 1 15,-7 4 1-15,1 0 0 0,0 2 1 0,-4 1 0 16,0 4 0-16,-3 1 0 0,2 3-2 0,-4 1-1 16,1 4-1-16,-2 5 1 0,-5 2-1 0,3 4 0 15,-3 6 1-15,0 0 0 0,-1 4 0 16,1 2-1-16,2 2-1 0,-2 3-2 0,0-1-7 15,3-1-14-15,0-3-34 0,2 0-70 0,2-4-80 16,1-4-142-16,0 0-248 0,1-8-324 0,4-1-348 16,3-5-228-16,1-3-24 0,1-5 550 0</inkml:trace>
  <inkml:trace contextRef="#ctx0" brushRef="#br3" timeOffset="63908.89">18438 1471 70 0,'2'-10'769'0,"-4"2"797"0,1-1 125 0,-5 3-311 15,1-1-438-15,-2 1-379 0,-1 1-207 0,2 2-151 16,-5 2-78-16,3 1-44 0,0 1-29 0,-3 3-20 16,2 4-15-16,-1 1-9 0,-2 6-6 0,2 3-2 15,-3 5-2-15,3 4 1 0,-3 3 0 0,3 1 0 16,-1 6 1-16,3-4-2 0,0 4 0 0,5-5-2 15,1-3 0-15,2-2-1 0,4-4-1 0,0-4 2 16,3-6 0-16,1-3 1 0,3-7 1 16,0-4-1-16,0-4-1 0,3-7 0 0,1-3-2 15,-2-5-1-15,0-2 0 0,1-4-1 0,-1-2 0 16,0-2 1-16,1 0 2 0,-3 0 1 0,0 0 1 16,-1-2 2-16,-4 1 1 0,2-1 1 0,0 0-4 15,-4-1-4-15,0-2-3 0,0 0 1 0,-2 4-2 16,1-1 0-16,1 5 4 0,-4 2 3 0,0 6 3 15,1 0 0-15,-1 6 1 0,0 1-1 0,0 2-1 16,0 5-1-16,0 1 0 0,-1 4 0 16,1 4-1-16,-4 1 2 0,1 8-1 0,0 2 1 15,-2 3 0-15,0 3 5 0,-1 3 3 0,0 3 1 16,-1 4 0-16,1 3 0 0,-2 1 2 0,-1 5-5 16,1 0-1-16,0 3 0 0,0-1-1 0,0 2 1 15,2 1-2-15,1-3-3 0,2-2 0 0,3-1-2 16,1-4-2-16,3-7 0 0,0-2-3 0,1-7-4 15,4-4-4-15,-2-2-6 0,2-7-4 16,-1-5-5-16,3-1 1 0,-1-5 2 0,-1-1 5 16,1-1 5-16,-2-1 6 0,-2-3 5 0,1 1 1 15,-3-2 0-15,4 1 3 0,-3-3-5 0,-1 0-7 16,5-1-16-16,-3-3-20 0,1 0-22 16,3-1-17-16,0-2-12 0,0-2-2 0,3 3 11 15,0-2 20-15,-2 3 26 0,0 1 15 0,2 3 14 16,-2 1 8-16,-2 2 5 0,2 1 3 0,0 1 1 15,-1 2 0-15,2 1 16 0,-2 1 6 0,1 2 7 16,2 0 15-16,-4 0 8 0,1 1 15 0,-1 3 3 16,-1-1-1-16,0 2 2 0,0-1-7 0,-4 3 3 15,1 1-11-15,-1-2-1 0,-3 4 1 0,-1 0-2 16,-1 5-3-16,-3-1-7 0,-1 2-1 0,-4 3-10 16,1 0-6-16,-1 3-3 0,-2 3-4 15,0 0-4-15,1 2-3 0,-1 1-2 0,3-2-3 16,0 3-3-16,3-3-2 0,2 0-2 0,2-1-2 15,1-1 0-15,1-4-3 0,4-1 0 0,1-3 0 16,3-1 0-16,1-2 0 0,0-1-1 16,3-3-5-16,1-1-11 0,0 3-15 0,3-4-21 15,-1 0-36-15,2-2-66 0,-1 1-64 0,2-4-56 16,0-1-73-16,-1-3-99 0,0-3-71 16,3-2 16-16,-4-3 27 0,2-3 30 0,0-2 92 15,0 0 166-15,-2-4 153 0,1 2 131 0,-1-2 107 16,-1 3 79-16,-2-5 35 0,-3 3 15 0,-1 1 58 15,-2 1 55-15,-2 3-15 0,-3 3-50 0,-3-1-53 16,-1 3-51-16,-3 1-74 0,0 5-75 16,-5 0-44-16,0 5-26 0,-2 3-13 0,1 3-11 15,-2 4-6-15,-2 3-6 0,1 5-5 0,1 1 1 16,-2 6 3-16,-3 3 4 0,2 4 1 0,-1 4 2 16,-1 4 2-16,1 0-4 0,-2 1-4 0,4-1-7 15,0-3-4-15,4-2-5 0,6-7-3 0,-1-2-5 16,8-6-12-16,0-4-22 0,0-6-58 15,4-3-78-15,-1-6-151 0,1-1-275 0,0-4-325 16,3-2-389-16,0-4-304 0,-1 1-7 0,-3-2 693 16</inkml:trace>
  <inkml:trace contextRef="#ctx0" brushRef="#br3" timeOffset="64766.73">19363 2014 90 0,'-5'11'675'15,"4"-3"480"-15,-4 3 129 0,2-6-137 0,2-1-389 16,-1 0-289-16,2-4-134 0,2 0-43 0,2-4-27 15,1-3-29-15,-1-4-30 0,5-3-43 16,0-2-52-16,5-5-45 0,1-3-30 0,0-3-14 16,1-1 0-16,1-2-1 0,0 0-1 0,0-1 3 15,-1 3 3-15,-2 3 1 0,-1 1-8 0,-3 3 1 16,0 1 0-16,-2 7-2 0,-2 1-1 0,0 1 1 16,-2 5 0-16,-1 0-4 0,-2 3-3 15,3 2 1-15,-4 2 0 0,1 4 0 0,-1 1-5 16,0 4 1-16,0 4 3 0,0 2-1 0,-1 5 1 15,-1 1 1-15,0 6 5 0,1 0-1 0,-1 1-2 16,-1-1 4-16,1 1-3 0,-2-3-1 16,4-5-2-16,0 1-1 0,0-3-2 0,2-6-6 15,0 0-2-15,3-5-2 0,-2 0 0 0,4-5 0 16,-1-4 0-16,5-5 2 0,-1-3-2 0,1-5 1 16,3-1-3-16,-1-6-4 0,2 0-8 0,0-3-14 15,0 0-16-15,-2-2-34 0,3 3-51 0,-3-1-55 16,-2 1-47-16,1 1-32 0,1 2-12 15,-1 4 18-15,0 1 67 0,-3 3 74 0,-1 3 55 16,1 6 37-16,-2 1 29 0,-1 7 46 0,-2 1 47 16,0 2 54-16,1 5 38 0,-4 0 14 0,1 2-7 15,-1 0-32-15,3 0-35 0,-3 0-43 16,1 0-32-16,1 0-24 0,-1-2-14 0,1 0-7 16,0-1-5-16,0-2-3 0,2 0-3 0,-1 1-1 15,1-3-3-15,0-1-11 0,0 1-52 0,1-2-62 16,0-2-73-16,-1-1-145 0,2 0-256 15,-3-2-313-15,4 1-265 0,1-2-200 0,1-2 36 16,1 0 530-16</inkml:trace>
  <inkml:trace contextRef="#ctx0" brushRef="#br3" timeOffset="64900.78">20174 1999 60 0,'-12'30'547'0,"-1"0"408"16,0-3 168-16,4-1-70 0,-4-6-395 15,5-3-322-15,2-5-257 0,-2-6-210 0,5-3-232 16,2-4-298-16,-1-5-244 0,4-6-138 0,-1-3 116 16,7-7 347-16</inkml:trace>
  <inkml:trace contextRef="#ctx0" brushRef="#br3" timeOffset="65082.53">20192 1594 183 0,'4'-48'756'0,"0"2"437"0,-4 3 132 0,1 0-90 16,1 4-350-16,-1 6-268 0,-1 6-162 0,-1 6-103 15,-1 2-82-15,1 4-87 0,-1 4-70 0,0 2-45 16,-1 3-28-16,0 4-18 0,-1 2-11 0,0 4-7 16,1 2 2-16,0 4 1 0,1 2-1 0,-1 3-2 15,2 0-13-15,-3 4-37 0,4-4-83 0,-3 3-101 16,2 0-189-16,-1 1-297 0,2 0-349 0,2 0-364 16,-1 4-170-16,2-3 244 0,2 4 723 0</inkml:trace>
  <inkml:trace contextRef="#ctx0" brushRef="#br3" timeOffset="65368.04">20483 1994 582 0,'1'20'1544'0,"-1"-2"228"0,2-4-338 16,0-3-389-16,-2-4-453 0,1-6-265 0,2-3-157 16,3-8-73-16,1-4-35 0,1-4-19 15,1-4-15-15,2-6-9 0,0-1-9 0,-1-4-4 16,2 0-2-16,-2-1-3 0,-2-1 1 0,-2 1 2 15,-3 0 3-15,-1 3 6 0,-2 5 5 0,-3 0 3 16,-5 5 0-16,-2 5-2 0,-1 5-4 16,-4 6-2-16,-2 9-4 0,0 3 0 0,0 7-1 15,-2 8 1-15,0 3 0 0,5 3-2 0,-2 7-3 16,3 4-1-16,4 3-1 0,-2-1-3 0,3 2 0 16,1 0-2-16,4 3-3 0,3-5-7 0,3-1-19 15,2-5-61-15,3-3-83 0,3-5-176 0,3-6-278 16,4-2-338-16,3-5-422 0,2-3-300 15,7-5 83-15,0-3 815 0</inkml:trace>
  <inkml:trace contextRef="#ctx0" brushRef="#br3" timeOffset="66649.09">18333 2627 6 0,'-4'4'390'0,"1"0"339"0,1 0 260 15,-1 1 67-15,2-3-296 0,-1 2-251 0,0 0-140 16,2-1-86-16,-1 3-62 0,-1 0-47 0,1 1-36 16,1 3 2-16,1 4 25 0,2 2 28 15,2 4 8-15,-2 4-2 0,2 1 14 0,0 4-26 16,3 2-41-16,-4 2-33 0,0 3-20 0,1 1-13 16,-4 0-26-16,2 2-15 0,-1 0-7 0,0 2-10 15,-2-3-8-15,0 1-4 0,-4-3 0 16,3-3 3-16,-2 0 5 0,-1-5 2 0,1-3 6 15,-2-4 3-15,4-4 3 0,-5-3-3 0,3-3-4 16,-1-6-4-16,1-5-5 0,-2-5-5 16,0-8-6-16,2-6-4 0,0-6-3 0,-1-7 0 15,2-7-2-15,1-3 2 0,1-4 1 16,1-4 1-16,1-1 0 0,-1 2 1 0,5 1 2 16,-3-1-2-16,2 6-1 0,2 4 0 0,-1 2 0 15,2 4 0-15,0 3-2 0,0 5-5 0,1 1-3 16,2 5-2-16,-1 3 0 0,1 0-2 0,1 5 1 15,0 0 5-15,-2 3 3 0,2 2 1 0,-3 2 1 16,4 3 2-16,-5-1 1 0,1 2 0 0,-1 3 0 16,1 0 1-16,-2 3 0 0,-1 1-1 15,1 4 0-15,0-1 1 0,-2 5 0 0,-2-2 0 16,2 1-1-16,0 2 2 0,-2-1 4 0,0 2 2 16,2-3 1-16,-4 1 0 0,2-1 0 15,1-2-2-15,-1 0-11 0,0-3-13 0,2-2-22 16,-2-1-37-16,0-1-55 0,-1-1-59 0,2-1-45 15,-1 2-37-15,1-1-9 0,1 0 27 0,-1 2 67 16,1 1 73-16,4 4 44 0,-2-1 29 16,1 3 11-16,1 2 8 0,2 0 8 0,2 1 0 15,3 0 2-15,-2-1 0 0,3-1 7 0,-1 0 5 16,3-3-2-16,-1-3-2 0,1-1-1 16,-1-3 5-16,2-4 6 0,-3-4 11 0,0-4 23 15,1-1 45-15,-4-9 58 0,3 0 71 0,-4-4 45 16,-1-1 7-16,-3-2-15 0,-1 0-33 0,-7 0-38 15,-1 1-48-15,0 4-35 0,-5-3-21 0,-3 2-12 16,-1 1-12-16,-7 3-9 0,2 0-8 16,-7 0-7-16,2 4-6 0,0 1-6 0,0 2-4 15,-1 4-4-15,6 2-3 0,-4 2-8 0,6 4-5 16,-1 3-3-16,0 4 3 0,5 1 1 0,0 3 2 16,-1 3 4-16,4-1 2 0,2 2-5 0,1-1-16 15,2 0-19-15,2-1-49 0,0 1-75 0,3-4-84 16,-4-2-147-16,7 0-268 0,-2-3-326 15,0-1-306-15,4-1-195 0,1-5 47 0,0 0 581 16</inkml:trace>
  <inkml:trace contextRef="#ctx0" brushRef="#br3" timeOffset="67324.2">19064 2683 312 0,'9'-1'564'0,"-5"-1"238"0,5 1 155 0,-1 1-225 16,1 0-185-16,1 0-101 0,-2 0-54 0,0-2-59 16,0 2-55-16,3 0-12 0,-1 0 2 15,1 2-10-15,0-2-20 0,-2 1 1 0,1 1-20 16,-1-1-38-16,-2 1-44 0,-1 1-29 0,0 1-12 16,-2 0-19-16,2 1-8 0,-5 1-11 0,-1 3-7 15,0 2-7-15,-1 1-6 0,-4 3-9 16,0 2-10-16,-3 3-6 0,0 3-5 0,-2 1-5 15,0 1-2-15,0 0-1 0,1 0-1 0,0-3-2 16,1-3 0-16,3-2-2 0,1-2 1 0,4-5-1 16,0 0 1-16,2-6 2 0,3-4 1 0,1-3 3 15,4-4 0-15,1-4 1 0,3-5 0 0,0-3-1 16,2-3-1-16,3 0 0 0,-1-2 0 16,0 1-1-16,1-1 0 0,1 2 0 0,-3-1 0 15,0 4 1-15,-3 1-1 0,-1 3 1 0,0 1 0 16,-4 5 0-16,-2 0-1 0,-3 5-1 15,0 0 1-15,-3 6 0 0,-1 1 0 0,-1 4 0 0,-3 3 0 16,0 4 1-16,-1 0-1 0,-2 5-1 16,3 1 0-16,-4 3 0 0,2 1 1 0,-1 1-3 15,2 1 2-15,0 1 0 0,2 1-1 0,2-5 0 16,-4 1 2-16,7-2-1 0,1-3 0 16,1-2-1-16,1-3 0 0,3-4-1 0,2-2-1 15,2-6-5-15,1-2-4 0,1-2-5 16,1-6-5-16,0 1-4 0,-2-2-1 0,3-2 2 0,-4 1 6 15,0 0 4-15,0 0 6 0,-4 1 3 16,2 2 3-16,-3-1 1 0,1 4 1 0,-3-1 2 16,-2 2 1-16,1 0 2 0,-3 3-1 0,-1 0 0 15,0 2 0-15,-1 2 0 0,-4 2-2 0,2 3 0 16,-4 3 1-16,1 1-1 0,-3 4 2 16,-3 3-1-16,0 2 1 0,-3 3 0 0,-2 4 1 15,-2 4 0-15,-3 2 0 0,-2 2 0 16,2 1 2-16,-3-1 0 0,1 1 0 0,1-4 0 15,2-4 0-15,-1-2-3 0,5-3 0 0,0-7-2 16,3-3-2-16,3-5-16 0,3-4-46 16,3-6-74-16,1-6-86 0,8-4-173 0,1-5-299 15,5-6-331-15,4-4-312 0,7-3-175 0,2-2 155 16,7-3 665-16</inkml:trace>
  <inkml:trace contextRef="#ctx0" brushRef="#br3" timeOffset="67531.89">19934 2796 346 0,'-5'-2'1362'0,"-3"7"443"16,-6 3-281-16,-3 2-377 0,-4 3-466 0,-2 3-295 15,0 4-187-15,-2 2-86 0,1 0-42 0,2 0-22 16,3 3-17-16,4-3-14 0,2-1-8 0,0 0-4 16,9 0-4-16,-1-2-2 0,3-1-2 15,5-1-5-15,1 1-18 0,5-5-48 0,-3 1-77 16,5-5-106-16,-1-2-192 0,2-4-304 15,3-1-349-15,0-2-321 0,1-5-146 0,3 0 294 16,0-3 688-16</inkml:trace>
  <inkml:trace contextRef="#ctx0" brushRef="#br3" timeOffset="67683.14">20078 2957 106 0,'1'4'698'0,"-1"4"478"15,-3 2 127-15,3 0-95 0,-1 3-347 0,-3 4-280 16,3 0-158-16,-1 2-95 0,1 3-63 0,-4 3-65 15,2 2-64-15,2 2-59 0,-3 7-35 16,1 1-21-16,1 2-10 0,-1 4-16 0,0 1-51 16,0-3-77-16,0 2-104 0,-3-6-182 15,3-4-302-15,-1-6-343 0,3-4-306 0,-3-8-147 16,3-7 281-16,-1-10 646 0</inkml:trace>
  <inkml:trace contextRef="#ctx0" brushRef="#br3" timeOffset="67889.77">20045 2807 233 0,'1'-36'1037'0,"-1"7"562"16,-1 6-52-16,-1 4-303 0,-1 4-481 0,0 4-307 15,-2 6-188-15,2 0-111 0,2 4-68 0,-3 2-39 16,4 4-23-16,0 2-12 0,2 2-9 16,0 2-4-16,2 5-4 0,2 0-36 0,1 2-76 15,-3 3-76-15,1 3-150 0,2 4-246 0,0-2-335 16,0 5-325-16,-1 0-205 0,1 0 11 0,2 0 564 15</inkml:trace>
  <inkml:trace contextRef="#ctx0" brushRef="#br3" timeOffset="68076.73">20363 3192 279 0,'0'15'1135'0,"-5"3"500"0,0-4-154 16,2 1-321-16,-2 0-467 0,1-5-283 0,0-1-191 15,1-2-95-15,2-4-46 0,1-3-25 16,1-2-28-16,1-3-57 0,-1-2-79 0,3-4-82 16,-2-1-150-16,2-3-233 0,-3 1-323 15,1 1-298-15,-1-1-197 0,1 3 21 0,-2-1 518 16</inkml:trace>
  <inkml:trace contextRef="#ctx0" brushRef="#br3" timeOffset="86511.35">20461 5884 348 0,'1'2'1139'0,"-1"1"470"0,0 1-133 0,0 0-308 16,0-2-502-16,2 2-255 0,1-2-165 0,-3 0-101 16,1 2-49-16,1-1-27 0,3 0-16 15,0 2-9-15,3-1-7 0,2 1 0 0,2-1-3 16,2 2-3-16,3-3-5 0,4 1-4 15,1 0-4-15,2-3-6 0,1-1-5 0,2 0-2 16,-2-1-2-16,-1-3 0 0,0 2-2 0,1-3 0 16,-2 2 2-16,1-3-2 0,-5 2 0 0,3-1-1 15,-6 0 1-15,2 1-1 0,-6 0-2 16,1-1-3-16,-4 3-9 0,-1 0-15 0,-2 0-32 16,-1 0-68-16,-5 2-69 0,0 2-106 15,-3-2-173-15,-5 4-304 0,0-2-304 0,0 4-228 16,-1 0-143-16,-4 0 270 0,0-1 600 0</inkml:trace>
  <inkml:trace contextRef="#ctx0" brushRef="#br3" timeOffset="86777.82">20421 6284 170 0,'-5'5'785'0,"0"3"443"0,1-2 63 16,-1 0-171-16,2-2-431 0,3 0-286 15,-2 0-103-15,4 0-54 0,0-1-38 0,2 3-24 16,1-4-22-16,1 4-15 0,6-4-35 0,1 1-29 16,4-1-17-16,3-2-7 0,3 0-6 15,4-2-25-15,1-2-12 0,3 0-9 0,4-1-3 16,-1-1-1-16,3-1-3 0,-1-1-46 0,1 2-75 15,-1-1-119-15,0 2-246 0,1-1-296 16,-2 3-371-16,-4 1-329 0,4-2-95 0,-3 3 486 16,-2 1 709-16</inkml:trace>
  <inkml:trace contextRef="#ctx0" brushRef="#br3" timeOffset="87826.82">23198 5772 145 0,'-5'-8'751'0,"-2"3"481"0,-1 0 175 0,-4 2-94 15,1 1-413-15,-5 6-329 0,2 2-166 16,-4 3-104-16,2 8-89 0,-1 7-79 0,3 6-46 16,-2 10-28-16,7 9-8 0,-1 7-6 0,2 7-4 15,5 5 0-15,3 3-5 0,3 4-4 16,6-2-9-16,1-7-8 0,7-5-5 0,4-8-7 15,8-6-3-15,2-13-2 0,7-8 1 0,3-11 2 16,4-12 1-16,0-11 2 0,3-8 2 16,2-13 2-16,-2-7-2 0,-2-7-1 0,-3-7-1 15,-7-1 6-15,-6-2 7 0,-6 1 12 0,-9 3 10 16,-10 0 6-16,-8 2 2 0,-10 2-6 16,-8 0-8-16,-5 2-10 0,-8 5-9 0,0 1-7 15,-7 6-3-15,0 6-2 0,-1 4-1 0,2 7 0 16,0 5-1-16,3 6 0 0,2 6 0 0,5 3-1 15,5 3-1-15,2 5-1 0,7 2 0 16,2 2-2-16,4 2 1 0,7 2-1 0,3 1-1 16,6 1-7-16,4 1-10 0,5 1-18 15,2-1-44-15,3 1-84 0,0-4-122 0,1 2-232 16,4-3-308-16,2-1-385 0,0 1-377 0,0-3-87 16,0 0 482-16,-5-3 758 0</inkml:trace>
  <inkml:trace contextRef="#ctx0" brushRef="#br3" timeOffset="88029.16">23857 6422 205 0,'4'2'1158'16,"1"2"604"-16,-3-2-183 0,-2 3-373 0,0-1-461 16,-2 4-314-16,-1-1-217 0,0 0-103 15,0 3-47-15,-1 0-24 0,0 1-15 0,2-2-11 16,1-1-9-16,1-1-3 0,1 0-6 0,5-1-8 15,-2-1-49-15,2-4-77 0,0-1-133 16,1-3-254-16,4-1-306 0,-2-7-379 0,3 1-332 16,-2-5-68-16,3-5 576 0</inkml:trace>
  <inkml:trace contextRef="#ctx0" brushRef="#br3" timeOffset="101388.77">24641 5964 13 0,'0'-3'482'0,"2"3"456"0,-6 0 272 0,3 0-40 16,-2 0-336-16,-1 0-291 0,0 3-130 15,-2 1-51-15,-2 0-27 0,0 2-34 16,0 0-32-16,-5 1-50 0,4 0-57 0,-3 1-59 16,0 1-44-16,2-1-24 0,1 3-16 15,0-2-7-15,0 3-6 0,5 0-3 0,0 3-3 16,4 0 0-16,0 2 0 0,5 1-1 0,2 0 0 16,2 1 1-16,4 2 2 0,1 0 0 0,3 0 0 15,3 3 1-15,0-2-1 0,2 0 0 16,2-1-2-16,-2 0 0 0,0 0-1 0,-2-2 1 15,-2 1-1-15,1-4 2 0,-6 1 1 0,-1-2 2 16,-5 1 9-16,-3 2 7 0,-4-1 4 16,-3 1 5-16,-2 1 1 0,-4-1 0 0,-4 4-7 15,-1-3-7-15,-3 0-5 0,-4 1-4 16,4-1-4-16,-4-4-1 0,4 0-2 0,-4-3 0 16,2-3 0-16,2-4-2 0,0-5-12 0,-1 0-28 15,1-8-69-15,2-5-72 0,0-7-129 0,3-3-203 16,2-5-314-16,-2-3-336 0,4-4-237 15,-1-4-111-15,1-2 416 0,0 2 614 16</inkml:trace>
  <inkml:trace contextRef="#ctx0" brushRef="#br3" timeOffset="101603.03">24420 6063 353 0,'1'1'1193'0,"1"1"432"15,-2-1-185-15,1 2-320 0,3 0-501 16,-3-1-241-16,4-2-170 0,3 1-77 0,1 1-33 15,4-2-7-15,4-2-5 0,4-1-13 0,4 0-16 16,5-3-14-16,2 2-10 0,4-3-14 16,2 1-8-16,2-2-6 0,4 0-4 0,-1 0 0 15,3 2-2-15,-1 0-3 0,0 2-37 16,0 0-83-16,1 1-121 0,-2 0-261 0,-1 3-301 16,1 0-384-16,1 3-388 0,2 0-75 0,-3 0 555 15</inkml:trace>
  <inkml:trace contextRef="#ctx0" brushRef="#br3" timeOffset="102470.67">27327 5573 103 0,'5'-26'590'0,"-2"1"440"16,-6 0 191-16,-3 3-61 0,-1 2-347 0,-2 4-233 15,-2 4-96-15,0 0-93 0,-4 4-67 16,1 4-57-16,1 1-71 0,-4 6-59 0,1 4-54 16,2 6-30-16,0 11-25 0,-2 5-10 0,5 12-7 15,0 7-2-15,2 7 4 0,2 10 0 0,2 5 5 16,4 5-1-16,1 5 0 15,0 5 0-15,0 2-7 0,0 4-4 0,-2 1-1 0,1 0-5 16,1-1-3-16,0-5 0 0,1-4 0 16,2-7 0-16,2-9 2 0,3-6 0 0,0-8 1 15,6-6-5-15,-2-8-16 0,3-7-31 16,0-9-57-16,-2-4-66 0,2-7-78 0,-3-7-147 16,3-7-233-16,-4-4-291 0,1-6-241 0,0-6-197 15,-4-3 19-15,1-4 492 0</inkml:trace>
  <inkml:trace contextRef="#ctx0" brushRef="#br3" timeOffset="104336.76">27719 6186 338 0,'0'0'726'0,"-3"-2"306"0,0-1 97 16,-2 1-270-16,-2 1-294 0,0 0-165 0,-1 1-98 15,2 1-30-15,-5 2-14 0,3 2 8 0,-2 3-4 16,2 3-19-16,-1 1-30 0,0 6-53 16,0 3-45-16,0 5-45 0,5 3-30 0,-5 7-16 15,5 2-10-15,0-1-5 0,1 1-3 16,3-4-3-16,3-2-2 0,2-5-1 0,3-2 0 0,2-8 2 15,2-3 1-15,3-6 1 0,-1-4 2 16,2-8 2-16,3-4 0 0,-1-9 3 16,2-6-3-16,-2-5-2 0,0-4 0 0,-1-5 3 15,-1-3 1-15,1-1 1 0,-4-3 0 16,1 0 3-16,-4 0 2 0,-2-2-4 0,-2 0 0 16,-1 1 3-16,-5-4 4 0,0 3-2 0,-2-1 3 15,-1 2 3-15,-3 5 3 0,3 1-2 16,-4 7 2-16,4 5 1 0,-2 5-2 0,4 6-5 15,-3 2-4-15,3 5-5 0,1 9-7 0,0 6-2 16,1 9-3-16,3 7-1 0,1 8 0 16,-1 3 0-16,3 6-1 0,-1 5 2 0,2 3 1 15,-2 3 1-15,1 3 1 0,1 1 0 0,-1-2 2 16,1 2-2-16,0-4-1 0,0-4 1 16,5-7-2-16,-2-5 0 0,3-4 0 0,-1-8-1 15,1-7 2-15,0-5-1 0,2-7 1 16,-3-10 0-16,4-5 1 0,-1-9 1 0,-1-6-2 15,0-6 1-15,-2-4-2 0,1-6 0 0,-5-2 1 16,-2-3 1-16,0-3 2 0,-5-3 1 0,-2-3 1 16,-2 0 1-16,-4-1-1 0,1 3 1 15,-1 6 3-15,0 4 4 0,1 9 2 0,-4 8 2 16,4 4-2-16,-2 7-3 0,3 7-3 16,-3 4-7-16,2 9-2 0,-1 6-1 0,2 6-2 15,-1 5 1-15,2 5 0 0,1 6 1 0,2 2-2 16,0 3-1-16,2 3 0 0,1 2 1 15,0 2-1-15,0 1 2 0,0 0 0 0,3-1 1 16,-1 1 1-16,2-5-1 0,-1 1-1 0,0-5-1 16,4-3-1-16,-1-5-7 0,2-3-13 15,2-4-16-15,-4-5-37 0,3-5-64 0,-3-4-70 16,0-4-76-16,0-5-120 0,0-3-164 0,-1-3-233 16,0-2-217-16,0-2-203 0,-1-1-91 15,1-1 270-15,0-3 477 0</inkml:trace>
  <inkml:trace contextRef="#ctx0" brushRef="#br3" timeOffset="104704.09">28456 5972 51 0,'0'-5'613'0,"2"-1"523"16,-5 4 298-16,-1-1-57 0,-2 6-369 0,-3 2-362 16,-1 3-204-16,-1 2-119 0,-5 5-103 15,3 3-77-15,0 3-54 0,-4 4-29 0,2 2-17 16,0 4-8-16,1 0-5 0,3 3-7 0,2-2-4 15,-1-2-5-15,7-4-3 0,3-1-7 16,3-6-2-16,7-6-3 0,2-3-2 0,4-9 2 16,2-5 0-16,4-5 1 0,3-8 1 0,2-4 0 15,-2-4 0-15,4-3 1 0,-2 1 0 16,-5-1 0-16,-5 3 2 0,-3 4 0 0,-4 1 0 16,-4 5 1-16,-1 3-2 0,-5 3-1 0,0 3-2 15,-6 3-1-15,-1 6-1 0,-1 5 0 16,2 2 0-16,-5 5 1 0,1 3 1 0,1 6 0 15,0 1 0-15,1 6-1 0,1 0-1 0,2 3-6 16,2 3-20-16,2-1-55 0,1 0-74 16,0-3-127-16,3 0-238 0,5-4-314 15,1-1-362-15,7-6-300 0,2-4-102 0,5-6 493 16,6-4 704-16</inkml:trace>
  <inkml:trace contextRef="#ctx0" brushRef="#br3" timeOffset="105104.18">29392 6034 127 0,'-3'20'692'0,"-3"4"436"16,1 1 105-16,0 6-124 0,0 1-396 0,-1 5-263 15,2 1-129-15,2 1-73 0,0-3-42 16,2-3-30-16,4-4-39 0,0-4-43 0,5-6-9 16,0-6 4-16,3-6 7 0,1-5 7 15,1-7 2-15,2-4-3 0,-3-6-25 0,2-4-19 16,0-4-15-16,-3-3-12 0,-2-4-4 0,-2 1 1 16,-3 0 1-16,-4-2-2 0,-4 2-2 0,-4-1-1 15,-2 3-6-15,-7 0-5 0,2 3-4 16,-3 0 1-16,1 6 0 0,-2 3-1 0,2 2 0 15,2 5-1-15,1 5-1 0,0 6-6 16,0 3-3-16,0 9-1 0,4-2 0 0,-3 7 1 16,3 4 0-16,1 2 1 0,3 2 0 0,1 0-12 15,0 4-43-15,4-2-79 0,0-4-107 0,2 2-195 16,0-4-303-16,2-3-355 0,5-8-347 16,0 0-145-16,3-9 316 0,6-4 705 0</inkml:trace>
  <inkml:trace contextRef="#ctx0" brushRef="#br3" timeOffset="105485.9">29746 5616 518 0,'2'-39'1013'0,"-4"5"252"0,-1 6-75 16,-2 7-318-16,-2 6-345 0,-1 8-178 0,0 5-72 16,1 8-32-16,-2 6-17 0,1 6-21 0,2 8-14 15,-2 3-30-15,0 7-39 0,2 2-34 16,1 7-25-16,-2 2-17 0,3 2-24 0,0 5-13 15,0 0-5-15,2-2-3 0,4 0-1 0,0-1 1 16,4-6 0-16,2-5 0 0,1-4-1 0,5-6-2 16,1-4 1-16,0-7-1 0,1-6 0 15,3-5 1-15,-1-5 1 0,-1-3-1 16,2-7 1-16,-5-3 0 0,1-4 4 0,-3-1 3 16,-2-4 7-16,-4-2 8 0,0-1 4 0,-4 0 5 15,-7-3 1-15,0 2-1 0,-4-1-4 0,-2 1-2 16,-7-1 1-16,2 2 0 0,-4 4-1 15,0 1-1-15,-1 4-2 0,0 4-5 0,-1 4-5 16,3 4-6-16,0 5-5 0,0 5-3 16,2 5-2-16,1 4-1 0,3 1-2 0,-1 5 2 15,5 2 0-15,2-1-1 0,2 3-3 16,4 2-12-16,-1-4-37 0,5 3-81 0,1-3-123 16,4-4-246-16,1-1-308 0,5-6-379 0,2 2-396 15,6-10-102-15,0-3 526 0,4-4 774 0</inkml:trace>
  <inkml:trace contextRef="#ctx0" brushRef="#br3" timeOffset="105812.71">30007 5893 269 0,'-4'-24'938'0,"-6"2"477"16,-1 3 21-16,-3 2-196 0,-1 4-468 16,-2 6-273-16,1 2-156 0,-1 4-107 0,0 2-72 15,4 4-60-15,2 2-46 0,-2 4-26 0,7 2-13 16,-2 1-9-16,5 1-6 0,3 0-1 15,1 3-2-15,2-3-1 0,4 2-1 0,1-2 1 16,3 1 0-16,1-2 0 0,0 3-1 0,3-3 0 16,-2 0 1-16,1 1-2 0,-3-2 2 15,2 2-1-15,-4 0 1 0,-1 0 1 16,-3 2 1-16,-3-2 1 0,-2 4 1 0,-3 1-1 16,-5 1 0-16,-4 0 1 0,-3 1-1 0,-1 2 0 15,-6-3-2-15,0 2 2 0,-2-2-2 0,2-2 0 16,0-2-1-16,0-2-1 0,2-2-3 15,3-4-19-15,3-3-54 0,0-3-74 0,4-3-101 16,4-4-183-16,0-2-307 0,4-2-333 16,4 0-289-16,4-4-148 0,0-1 268 0,4-4 646 15</inkml:trace>
  <inkml:trace contextRef="#ctx0" brushRef="#br3" timeOffset="106170.4">30240 5838 288 0,'6'-16'1124'0,"-4"5"582"0,-2 2-140 16,0-1-344-16,-5 6-497 0,-3 1-272 0,-1 3-180 15,-4 3-112-15,-4 3-53 0,1 4-28 0,-5 6-15 16,-1 2-14-16,-2 3-9 0,-3 4-8 16,4 5-9-16,-3 0-8 0,2 4-4 0,6-1-5 15,0 0-5-15,7-2-2 0,5-4-2 0,6-1-1 16,1-9-3-16,9-2-4 0,5-6-7 0,2-6-3 15,5-6-6-15,4-6-6 0,3-4-4 16,-1-5-2-16,2-5 1 0,0 1 3 0,-4-3 5 16,-1 0 6-16,-3 0 7 0,-6 1 8 0,0 3 5 15,-6-1 4-15,-3 5 1 0,-2 2 5 0,-5 2 5 16,0 0 4-16,0 6 4 0,-5-1 0 16,-1 5 3-16,0 2-3 0,-2 3-2 0,0 4-5 15,-2 2-4-15,-1 3-2 0,2 1-3 0,-4 2-2 16,4 3-3-16,-3 4-2 0,0 1-1 0,2 0-1 15,1 1 0-15,-4 3 0 0,5-2-8 16,3 0-27-16,-2 1-74 0,2-6-83 0,2 0-174 16,3-2-288-16,2-4-344 0,2 1-391 0,4-5-222 15,2-2 112-15,1-2 749 0</inkml:trace>
  <inkml:trace contextRef="#ctx0" brushRef="#br3" timeOffset="107140.23">30893 5766 27 0,'1'-7'497'0,"-1"1"450"0,-1-4 246 15,1 1-41-15,-2 0-353 0,0 0-211 0,2 0-96 16,-1 0-57-16,1 2-55 0,-2 1-43 0,1 0-47 15,-3 1-75-15,3 3-76 0,-4 2-52 16,-1 0-29-16,0 2-18 0,1 6-8 16,-3 2-3-16,-1 5-5 0,-3 3-1 0,3 4-2 15,-4 4-1-15,1 4-3 0,0 5-5 0,-2 0-2 16,1 3-1-16,1 1-3 0,3-1-3 0,0-3-1 16,5 1-2-16,1-5 0 0,6-4-1 0,0-3-1 15,2-4-1-15,4-3-1 0,-1-6 0 0,6-3-1 16,-2-8 1-16,3-3-2 0,-2-5-1 15,1-3-1-15,0-4-1 0,-2-4 2 0,2-3-1 16,-3-1 2-16,0-5 3 0,-2-1 2 0,-1-4 1 16,-1-3 0-16,-1-3 0 0,-3-2 0 0,-2-4 1 15,1-2-1-15,-2 0 0 0,-2-4-1 0,1-1 0 16,-2 2 0-16,-2 0 1 0,4 5 1 0,-2 3 2 16,-2 6 7-16,1 6 6 0,0 7 3 0,-1 3 1 15,0 6-2-15,-1 5-2 0,0 5-5 0,1 7-6 16,-2 3-3-16,3 6 0 0,-2 3-1 15,-1 4 1-15,2 4 1 0,4 3 0 0,-2 4-1 16,1 1 0-16,2 1 1 0,2 2-2 0,2-1-1 16,1-2-1-16,6-3-2 0,0 0 1 15,4-6-2-15,2-4 1 0,2-3 2 0,0-3 0 16,3-4 1-16,2-4 1 0,-4-2-1 0,6-4 1 16,-4 0-1-16,0-4 0 0,-3-2 0 0,1 0 0 15,-4-1 0-15,2 0 1 0,-6 2-1 0,1-1 1 16,-4 3-1-16,-2 1 0 0,0 1-1 15,-3 2 1-15,-1 2-1 0,-2 1 0 0,-1 2 0 16,0 4 0-16,-1 1 1 0,-2 1 0 0,-1 2-1 16,0 4 1-16,1 1-1 0,-2 1-1 0,2 2 1 15,0 0 0-15,-1 0-2 0,4-1-4 16,0-1-5-16,4 0-4 0,-1-5-6 0,3-5-4 16,1-1-3-16,3-3 3 0,3-4 3 0,4-1 5 15,3-5 7-15,2-3 2 0,0-1 6 0,3-4 1 16,2-2 1-16,-3-1-1 0,1-1 2 15,0-3 0-15,-1 1 0 0,-6 1 0 0,0 1 2 16,-3 0 0-16,-1 3 0 0,-8 1 0 0,-1 4 2 16,-3 2-1-16,-2 2 0 0,-4 5 4 0,0 1 2 15,-5 4 5-15,-1 4 0 0,0 2 2 16,-1 2 0-16,-1 2-3 0,2 3-3 0,0-2-4 16,0 5-2-16,1-2-2 0,1 2 0 0,2-1-2 15,0 1 0-15,3-1 0 0,1 1 0 0,2-1-1 16,3-1 0-16,2 0 0 0,4-5 0 15,3 0 0-15,3-1 0 0,1-5 1 0,5-2 0 16,1-4-1-16,2-4-1 0,3-1 1 0,3-6 0 16,0-3-1-16,-2 0 2 0,-1-2-1 0,-2-3 1 15,-4 2-1-15,-2 1 1 0,-6 1-1 0,-3 3-1 16,-2 0-1-16,-4 4-3 0,-1 3-8 0,-3 2-9 16,-3 2-22-16,-1 3-34 0,0 1-51 0,-5 4-57 15,0 1-54-15,1 2-64 0,0-1-97 0,0 4-131 16,-1-4-211-16,3 2-218 0,-1-1-215 15,2 2-117-15,4-5 262 0,1-3 488 0</inkml:trace>
  <inkml:trace contextRef="#ctx0" brushRef="#br3" timeOffset="107315.09">31750 5878 496 0,'8'-25'1091'0,"-2"-4"371"16,2-3-37-16,-4 0-336 0,0-3-401 0,-1-1-236 16,-2-1-140-16,-2-1-106 0,-1 2-77 0,-1 5-49 15,0 2-28-15,-4 5-15 0,1 6-9 0,0 6-6 16,0 3-5-16,-3 8-5 0,-1 4-4 15,2 4-3-15,0 5-3 0,3 3 0 0,-3 5-4 16,5 3-15-16,2 0-53 0,1 4-75 0,1-2-103 16,4-2-186-16,4-1-305 0,1 2-346 0,3-4-301 15,4 1-150-15,3-4 275 0,1 2 661 16</inkml:trace>
  <inkml:trace contextRef="#ctx0" brushRef="#br3" timeOffset="107561.9">31993 5767 49 0,'18'-10'576'0,"-6"0"503"0,-4-1 291 0,-5 2 20 16,-3-1-358-16,-1 2-328 0,-4-1-216 15,-6 1-129-15,-3 1-95 0,-1 2-91 0,-4 4-57 16,-1 1-26-16,-1 3-12 0,-1 3-7 0,-1 3-8 16,-3 1-7-16,4 2-10 0,0 3-9 0,0 0-9 15,3 2-8-15,1-1-5 0,5 2-4 16,3-1-4-16,2 1-3 0,5-3-1 0,6 0-2 16,2-2-1-16,5-2 0 0,5-1 0 0,0 0 1 15,5-3-1-15,2-1 1 0,1-3 1 0,0 0-1 16,4 0 0-16,-2-2 0 0,2 1 0 0,-1-1-2 15,0-1 0-15,-4 1-7 0,-2-1-13 16,1 2-22-16,-8-4-52 0,-4 2-78 0,-3-1-127 16,-4 1-207-16,-2 0-311 0,-3 0-370 0,-3 3-326 15,-4 1-136-15,-4 4 419 0,-4 1 705 0</inkml:trace>
  <inkml:trace contextRef="#ctx0" brushRef="#br3" timeOffset="108004.7">29895 6874 441 0,'-2'5'988'16,"2"0"294"-16,-1-3-49 0,2 1-193 0,2 0-324 15,4 0-218-15,3 0-117 0,0-1-76 16,5 1-47-16,2-3-76 0,1 0-62 0,4 0-34 16,3-2-23-16,0-1-13 0,1 0-13 0,4-3-9 15,0 2-11-15,-2-2-5 0,2-1-5 0,-1 1-2 16,-3-1-2-16,1-2-3 0,-3 0-2 16,-5 3-21-16,-2-1-60 0,-9 2-81 0,-1-1-166 15,-7 2-275-15,-3 2-334 0,-5 4-398 0,-5-1-304 16,-5 5 47-16,-2 0 756 0</inkml:trace>
  <inkml:trace contextRef="#ctx0" brushRef="#br3" timeOffset="108170.36">30031 7178 438 0,'14'4'1155'0,"-1"-1"377"0,0 0-106 15,1-3-291-15,2-2-457 0,2 0-239 0,3-3-156 16,1-2-94-16,2-2-61 0,0 0-51 0,1-1-31 15,0 1-17-15,-1-2-14 0,1 0-8 16,-1 2-10-16,-2-2-47 0,-3 2-81 0,-2-3-131 16,-1 3-233-16,-2 0-305 0,1 0-380 0,-1 2-351 15,-3 1-90-15,0-2 522 0,0 3 703 16</inkml:trace>
  <inkml:trace contextRef="#ctx0" brushRef="#br3" timeOffset="108693.22">30959 7138 390 0,'5'-4'976'0,"1"-5"316"0,-1-2-28 15,3-4-181-15,1-3-387 0,7-4-207 0,2-5-114 16,0-3-70-16,4-2-54 0,4-4-64 0,-2-1-61 16,3-1-41-16,-1-2-18 0,1 2-15 0,-2 2-9 15,1 2-8-15,-7 7-4 0,0 3-5 0,-6 6-5 16,0 3-2-16,-4 4-3 0,-3 5 1 16,0 6 1-16,-1 5-2 0,-5 5-2 0,0 6-3 15,-5 6-1-15,4 3-3 0,-6 3-5 0,3 3-1 16,-1 0 0-16,0 1-1 0,-1-1 1 0,3 2-1 15,1-1 0-15,2-2 0 0,3 0-2 16,2-4-8-16,1-1-17 0,1-7-42 0,1-2-80 16,1-6-110-16,-1-4-198 0,1-2-302 0,1-8-363 15,1-2-358-15,2-5-148 0,-1-4 330 0,1-3 716 16</inkml:trace>
  <inkml:trace contextRef="#ctx0" brushRef="#br3" timeOffset="109420.27">32210 4765 318 0,'4'5'668'0,"1"-1"291"0,2 4 132 0,2-1-245 0,-1 4-272 15,2 2-143-15,2 2-21 0,2 2-22 16,3 4-15-16,3 1-45 0,0 4-22 0,2 1-37 16,-1 1-61-16,3 4-43 0,1 1-35 15,2 3-16-15,-2 3-17 0,1 1-10 0,-1 2-10 16,-2 1-9-16,-1 1-14 0,-2 4-10 0,-2 4-8 16,0 4-7-16,-5 2-8 0,-5 7-3 0,1 1-1 15,-8 3-3-15,-1 5-2 0,-6-1 0 0,-2 2-1 16,-1 2-1-16,-5 2-4 0,-2 4-6 0,-3 4 0 15,0 1 0-15,-3 3 0 0,-2 0 0 0,0 2 0 16,3-4 0-16,0 3 0 0,-1-2 0 0,4 0 0 16,-1-1 0-16,3-6 0 0,2-3 0 0,3-5 0 15,2-5 0-15,1-3 0 0,3-9 0 0,0-2 0 16,2-8 0-16,1-5 0 0,-1-7 0 16,1-6 0-16,0-4 0 0,0-7 0 0,0-4 0 15,1-2 0-15,1-5-7 0,-3-2-2 0,3-3-5 16,-4-1-4-16,3-2-5 0,-1-3-8 0,1-2-11 15,-3 0-17-15,3-1-26 0,-3 0-47 16,0-1-68-16,-1 1-76 0,1 0-138 0,-1 0-221 16,2 0-295-16,-2 2-272 0,1-1-203 0,0 1-19 15,-1 1 501-15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10-11T07:20:48.886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  <inkml:brush xml:id="br2">
      <inkml:brushProperty name="width" value="0.05292" units="cm"/>
      <inkml:brushProperty name="height" value="0.05292" units="cm"/>
      <inkml:brushProperty name="color" value="#00B0F0"/>
    </inkml:brush>
    <inkml:brush xml:id="br3">
      <inkml:brushProperty name="width" value="0.05292" units="cm"/>
      <inkml:brushProperty name="height" value="0.05292" units="cm"/>
    </inkml:brush>
    <inkml:brush xml:id="br4">
      <inkml:brushProperty name="width" value="0.05292" units="cm"/>
      <inkml:brushProperty name="height" value="0.05292" units="cm"/>
      <inkml:brushProperty name="color" value="#7030A0"/>
    </inkml:brush>
    <inkml:brush xml:id="br5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1201 1028 238 0,'3'-2'532'0,"-3"2"279"0,0 0 198 0,0 0-183 16,0 0-180-16,4-5-106 0,-3 3-28 15,-1 2-13-15,0 0-59 0,0 0-76 0,0 0-54 16,0 0-56-16,0 0-66 0,0 0-64 0,0 0-35 16,0 0-19-16,0 0-14 0,0 0-6 0,0 0-5 15,2-5-3-15,-2 5-2 0,0 0-2 16,0 0-1-16,0 0 1 0,0 0-2 0,0 0-1 16,0 0-2-16,0 0 0 0,0 0-5 0,0 0-3 15,0 0-4-15,0 0-4 0,0 0-4 0,0 0-3 16,0 0-3-16,0 9-2 0,0 0-1 15,0 1 0-15,0 2 0 0,0 3-1 0,1 0 1 16,1 3-1-16,-2 1 1 0,4 4 0 0,-1 0 3 16,1 2 0-16,1 2 3 0,1 3 1 0,0 3 1 15,4 2 4-15,-4 0 1 0,0 2 2 0,1-1-18 16,-2 3-1-16,4-3 0 0,-1 2 0 0,3-5 0 16,0 3 0-16,3-4 0 0,0-2 0 0,-1-3 0 15,4-3 0-15,-4-3 0 0,4-1 0 0,-2-5 0 16,2-2 0-16,1-2 0 0,-1-3 0 0,-1-2 0 15,4-1 0-15,-4-5 0 0,3 0 0 0,0-5 0 16,-3 1 0-16,3-4 0 0,-3 0 0 0,1-3 0 0,-3-1 0 16,0 0 0-16,-1-3 0 0,1-2 0 0,-3 0 0 15,1-3 0-15,0-1 0 0,-2-4 0 0,-2-2 0 16,1-1 0-16,-3-1 0 0,-1-1 0 0,0 0 0 16,-3-1 0-16,-1 0 0 0,-2 1 0 0,-1 0 0 15,-1 0 0-15,0 2 0 0,-1-1 0 0,-2 2 0 0,0 2 0 16,1 0 0-16,0 3 0 0,-1 0 0 0,-1 2 0 15,3 1 0-15,-4-1 0 0,3 3 0 0,-1 0 0 16,1 1 0-16,0 0 0 0,2 4 0 0,-3 0 0 16,3 4 0-16,1 0 0 0,-1 2 0 0,1 1 0 0,1 0 0 15,-1 3 0-15,-1 1 0 0,0-3 0 0,1 4 0 16,2 0 0-16,0 0 0 0,0 4 0 0,5-1 0 0,-3 2 0 16,-1 1-181-16,1 1-189 0,1-1-264 0,2 1-330 15,1 0-421-15,2 1-394 0,0-2 33 0,0 1 840 16</inkml:trace>
  <inkml:trace contextRef="#ctx0" brushRef="#br0" timeOffset="1670.04">2235 1027 206 0,'0'-4'464'0,"0"1"238"0,0 0 177 16,0 1-145-16,0 1-116 0,0 0-87 0,0-3-74 16,-3 2-55-16,3-3-31 0,0 2-21 0,0 0-21 15,3 1-20-15,-3 2-26 0,2-5-34 0,-1 4-48 16,-1-1-48-16,0-1-43 0,2 1-30 0,-2 0-19 15,0-1-10-15,0 0-7 0,0 1-5 0,0 1-4 16,1 0-4-16,-1-1-3 0,2 1-2 0,-2-1-3 0,0 1-1 16,2 1-3-16,-2-2-2 0,1 2-1 15,-1 0-2-15,2 0 1 0,-1 0 0 0,1 2 1 0,3-1 1 16,-2 1 1-16,0-1 0 0,3 2-1 0,-1 2 1 16,3 1 0-16,-3 0 0 0,4 3-1 0,-1-2 0 15,-2 4-2-15,3-1-1 0,1 1-2 0,-2 0-1 16,2 5-1-16,1-3 0 0,0 4 2 0,2 1-1 15,-1 1 1-15,3 2 0 0,0 2 0 0,1 0-10 16,0 5-2-16,0-3 0 0,3 5 0 0,-3 0 0 16,1 0 0-16,-3 2 0 0,2-1 0 0,0-1 0 0,-2 2 0 15,-1-2 0-15,2 0 0 0,-2-2 0 0,1-3 0 16,-1 1 0-16,-2-2 0 0,2-1 0 16,-4-2 0-16,4-2 0 0,-4-2 0 0,-1-3 0 15,0 0 0-15,1-3 0 0,-2 0 0 0,-1-3 0 16,1-2 0-16,-1 0 0 0,-3-1 0 0,2-1 0 15,-2-1 0-15,0-1 0 0,-1-1 0 0,1-1 0 16,0 0 0-16,-1-3 0 0,1-1 0 0,3-3 0 16,-3-1 0-16,0-3 0 0,1-2 0 0,-1-2 0 15,0-2 0-15,2-2 0 0,-2-1 0 0,0-3 0 16,0 1 0-16,0-3 0 0,-1-1 0 0,-1-1 0 16,1-1 0-16,1-1 0 0,-1-2 0 0,-1 3 0 15,1-5 0-15,0 4 0 0,-1-1 0 0,-1 0 0 0,0-1 0 16,0 1 0-16,0 2 0 0,0-2 0 15,-1 2 0-15,1-2 0 0,-2 0 0 0,2 1 0 16,0 1 0-16,-2 2 0 0,1 1 0 0,1 3 0 0,0 3 0 16,-2 3 0-16,2 1 0 0,0 2 0 0,0 5 0 15,-1 0 0-15,1 1 0 0,-2 2 0 0,2 1 0 16,0 0 0-16,0 3 0 0,-2 0 0 0,2-1 0 16,-1 2 0-16,1 0 0 0,0 2 0 0,0-1 0 15,0 2 0-15,0 2 0 0,0-1 0 0,0 3 0 16,0 4-32-16,0 1-287 0,-2-1-251 0,2 1-324 15,0-2-417-15,0 2-478 0,0-1-64 0,3 0 751 16</inkml:trace>
  <inkml:trace contextRef="#ctx0" brushRef="#br0" timeOffset="2816.62">3554 1032 101 0,'2'-5'433'0,"0"1"309"0,0 1 239 0,-2 0-51 15,2-1-205-15,-1-2-154 0,-1 1-56 16,2-1-10-16,-1 1-36 0,1 2-61 0,-2-2-63 0,2-1-53 15,-1 0-72-15,1-1-67 0,-1 1-46 0,1-1-27 16,1 0-13-16,-1 1-8 0,-1 0-5 0,1 1-3 16,0-1-3-16,-1 4-1 0,-1 0-3 0,0-1-3 15,3 2-4-15,-3 1-3 0,0 0-5 0,2 0-5 16,-2 0-3-16,0 0-3 0,0 0-3 0,0 0-2 16,0 0-2-16,0 1-10 0,1 4-1 0,-1 3 0 15,0 4 0-15,0 4 0 0,0 4 0 0,0 4 0 16,0 3 0-16,0 1 0 0,0 6 0 0,0-1 0 0,2 5 0 15,-1 1 0-15,3 1 0 0,-1-3 0 0,3 1 0 16,-1-3 0-16,4-1 0 0,-2-3 0 0,1-3 0 16,1-2 0-16,2-4 0 0,-1-3 0 0,-1-3 0 15,4-2 0-15,-2-6 0 0,1-1 0 0,0-5 0 16,0-4 0-16,2-5 0 0,-1-3 0 0,3-7 0 16,-2-2 0-16,0-4 0 0,1-1 0 0,-1-3 0 15,-2 0 0-15,0-1 0 0,0 3 0 16,-1 3 0-16,-3 5 0 0,1-1 0 0,-2 5 0 15,-2 4 0-15,0 2 0 0,1 4 0 0,0 4 0 0,0 4 0 16,1 3 0-16,1 4 0 0,-1 5 0 0,1 3 0 16,0 1 0-16,2 2 0 0,-1 5 0 0,1-3 0 15,1 2 0-15,0-1 0 0,0-2 0 16,0-2 0-16,3 0 0 0,-2-3 0 0,0-3 0 16,1 0 0-16,1-3 0 0,-3-1 0 0,0-3 0 15,2-2 0-15,-2-1 0 0,-2 0 0 0,2-3 0 16,-1 0 0-16,0-1 0 0,-1-2 0 15,-1-2 0-15,-2-1 0 0,2-3 0 0,0-1 0 16,-2-4 0-16,1-2 0 0,-1-6 0 0,-1 0 0 16,1-5 0-16,-3-3 0 0,0-3 0 0,-3-6 0 15,0-3 0-15,-3-6 0 0,0-3 0 0,-5-3 0 16,0 0 0-16,-2-4 0 0,-2 1 0 0,1 1 0 16,-2 5 0-16,1 3 0 0,0 6 0 0,0 6 0 15,2 5 0-15,2 3 0 0,0 6 0 16,1 2 0-16,0 6 0 0,3 2 0 0,0 1 0 15,4 4 0-15,0 4 0 0,2 4 0 16,3 4-26-16,1 3-54 0,3 2-79 0,-1 3-116 16,2 0-203-16,4 2-299 0,0-1-372 0,5 0-404 15,1 3-149-15,3-3 363 0,1 3 767 0</inkml:trace>
  <inkml:trace contextRef="#ctx0" brushRef="#br0" timeOffset="3251.65">4871 1346 16 0,'0'2'549'0,"0"0"539"0,0-1 266 0,2-1-89 15,-1 1-316-15,1 1-324 0,1 0-200 0,1-2-124 16,-2 0-62-16,1 0-42 0,2 0-45 0,3 0-35 15,0 0-22-15,4 0-10 0,0-2-17 0,3 0-13 16,3 1-10-16,2 0-12 0,2-1-9 0,-1 0-6 16,4 1-6-16,-1-2-4 0,0 2-4 0,0-1 0 15,-1 2-3-15,1-1-1 0,-2-1-3 0,-1 2 1 16,-2 0-7-16,-2 0-21 0,-3 2-71 16,-3-1-90-16,0 2-181 0,-6 1-283 0,-3-2-343 15,-2 1-406-15,-4 0-239 0,-2-1 164 0,-2-1 774 16</inkml:trace>
  <inkml:trace contextRef="#ctx0" brushRef="#br0" timeOffset="3517.58">5203 1196 218 0,'14'-1'499'0,"0"-2"230"0,1 3 181 0,2 0-159 16,-1 3-149-16,3-2-103 0,1 3-87 0,1 0-64 15,-1 0-50-15,2 2-44 0,-1 1-14 0,1 4-10 16,0-3-7-16,0 3-7 0,-2 1-14 0,0 0-21 16,-2 1-42-16,-1 2-32 0,-3 1-21 0,0-2-16 15,-4 3-15-15,-2-3-13 0,-1 5-2 0,-2-1-2 16,-3-2-4-16,-4 4-2 0,-1-2-7 0,-2 1-7 16,-4 1-9-16,-2-1-4 0,0 2-10 0,-3-2-37 15,-1 1-69-15,-2 1-72 0,1-7-156 0,-1-1-283 16,-2-2-326-16,3-4-329 0,2-1-220 15,0-3 30-15,2-3 648 0</inkml:trace>
  <inkml:trace contextRef="#ctx0" brushRef="#br0" timeOffset="4582.81">6618 964 103 0,'6'-4'448'0,"1"1"307"0,-2-1 225 16,1 3-54-16,-3-2-205 0,-2-2-170 0,1 0-78 16,0-1-4-16,1 1-11 0,0 1-58 0,-3-1-55 15,3-1-50-15,-3 0-56 0,0 0-66 0,0-1-50 16,-3-1-25-16,3 2-15 0,-3 0-8 0,0 1-11 16,-1-1-8-16,1 1-9 0,-2 2-10 15,-2 0-6-15,2 0-8 0,-1 0-6 0,-1 3-5 16,-2 0-3-16,1 3-3 0,0-2-2 0,-2 2-2 15,0 3-1-15,0 0 0 0,2 0-1 0,-3 3 0 0,3 2-1 16,0 2 1-16,0 2 0 0,-1 5 0 0,2 1 0 16,1 5 1-16,1 2-1 0,-1 4 0 15,3 4 0-15,0 1 0 0,1 2 0 0,1 3 0 16,2-2 0-16,1 2 0 0,1-1 4 0,0-1 1 16,5-1-1-16,-2-3-1 0,4 0-1 0,1-2-1 15,0 0-4-15,2-5-3 0,1 0 3 16,0-3 0-16,3-2 1 0,-1-3 1 0,3-2-1 15,2-2 1-15,-2-4 0 0,3-2 0 0,3-4 0 16,-3-1 0-16,2-4 0 0,-2-2 0 0,2-2 0 16,-3-4 1-16,-1 0 0 0,0-1 0 0,-5-4 0 15,2 0 0-15,-4 0 1 0,-1-1 0 0,-2-4 0 16,-2 3 1-16,-2-2 0 0,0 0 1 16,-4 2-1-16,-2-1 6 0,0-1-3 0,0 3 0 15,-3 0-1-15,-2 2 0 0,-1-1 0 0,1 2-5 16,-1 3 2-16,-1-2 0 0,-2-1 1 0,3 2 0 15,-4 1 0-15,2 2 0 0,-1 1 0 0,-1-2 0 16,2 2 0-16,-4 0-1 0,4 1 1 0,0 0-1 16,-3 0 1-16,3 1 0 0,0 1 0 0,0-1 0 15,-1 1-1-15,2 0 0 0,1 0-1 0,-1 0-1 16,3 1 0-16,-2-1 1 0,1 0 0 0,3 1 0 16,-1-1 0-16,0 0-1 0,1 0 0 0,2 0-1 15,-1 0-1-15,1 0-1 0,0 0 1 0,0 2-1 16,0 0 1-16,1-1 1 0,2 0 0 15,1 2 1-15,-1 0 0 0,3 0-1 0,0 2-2 16,1-2-6-16,-1 1-13 0,2 0-17 0,1 1-30 0,-1 0-72 16,0 0-77-16,0-2-136 0,3 2-217 0,-3-3-311 15,2 2-354-15,2-1-223 0,-1 1-85 16,2-3 497-16,1-1 622 0</inkml:trace>
  <inkml:trace contextRef="#ctx0" brushRef="#br0" timeOffset="5008.67">7276 1356 194 0,'-2'-6'897'0,"-3"1"613"0,-1 1 83 15,-2 2-276-15,-1 1-476 0,-1 1-326 0,-1 1-178 16,-3 2-125-16,1 1-85 0,-1 2-49 0,1 3-29 16,-1-1-16-16,3 3-10 0,0 1-9 0,0-1-5 15,3 3 0-15,0 2 1 0,2 0-1 0,1 0 1 16,2-1-1-16,0 0 0 0,3-2-6 15,3 0-2-15,0-2-2 0,3-3-1 0,-1 0 0 16,3-4-2-16,2-1 0 0,-1-3 0 0,2-2 0 16,0-3 0-16,3-4 2 0,-1-2 2 0,1-3 1 15,-1-4 2-15,1 0-4 0,0-2-2 0,-1-2-2 16,1-1-2-16,-2 2-1 0,0 0-1 0,-4 4 5 16,-2 1 4-16,1 2 3 0,-3 4 1 0,-1 3 1 15,0-1 1-15,-1 3 0 0,0 2-1 0,-1 1-2 16,-1 2-2-16,-1 2-2 0,-1 3-1 0,0 6-1 15,1-1 0-15,-1 3 0 0,-1 3 6 0,0 2 3 16,0 1 2-16,0 3 0 0,1 0 1 0,2 1 0 16,0 0-5-16,0-1-2 0,0 2-1 15,0-3-1-15,2 0-1 0,1-1-1 0,3-2-6 16,0-3-19-16,-1-2-47 0,2-1-76 0,-1-1-86 16,-1-4-172-16,2-2-285 0,0-3-335 0,1-2-308 15,0-1-186-15,1-5 117 0,1-1 654 16</inkml:trace>
  <inkml:trace contextRef="#ctx0" brushRef="#br0" timeOffset="5423.65">7606 1299 155 0,'0'-5'841'0,"-1"5"614"16,-1 0 96-16,0 2-236 0,-1 1-459 0,0 3-327 15,1 2-189-15,-2 0-127 0,1 3-75 0,1 2-51 16,-1 4-25-16,3 1-16 0,-2 3-3 0,2 3-7 15,0 1-8-15,0 3-6 0,2 0-9 0,-2 0-5 16,3-1-9-16,0-2-1 0,3-3-1 0,-1-4-2 16,3-3 1-16,0-4-1 0,5-3 2 15,-4-5 0-15,4-3 1 0,-1-6 1 0,1-3 5 16,0-4 4-16,-1-5 0 0,1-3 1 0,0-4-3 16,-2 0-2-16,0 0-7 0,-2 0-2 0,-1 5 0 15,-3-1-1-15,0 2 4 0,1 2 2 0,-3 1 2 16,0 5 1-16,-1 1 2 0,-2 2-1 15,3 3 0-15,-3-1 1 0,2 4-1 0,-2-2-1 16,1 4-1-16,-1 4-1 0,0-1 0 0,-1 4-1 0,-1 5 0 16,2 1 1-16,-3 1 3 0,1 3 3 0,-1 2 1 15,0 2-3-15,1 0-3 0,1 2-1 16,-2-1-5-16,1 2-2 0,2 0-3 0,-1-2 3 16,2 1 2-16,1-4 1 0,1-1-2 0,0 1-9 15,3-6-19-15,-1-1-39 0,2-2-72 0,-1-4-73 16,3-4-147-16,-1-2-245 0,2-4-311 15,2 0-310-15,1-5-208 0,1-3-29 0,0-1 543 16</inkml:trace>
  <inkml:trace contextRef="#ctx0" brushRef="#br0" timeOffset="5782.92">8254 1214 62 0,'-6'-3'777'16,"1"-1"787"-16,-4 3 104 0,1 1-306 15,-3 0-429-15,-3 1-376 0,3 3-210 0,-3-2-144 16,2 1-70-16,-1 2-39 0,1-1-28 0,1 3-19 0,3-3-19 16,-3 0-9-16,3 1-8 0,0-1-6 0,3 0-3 15,-2 3-2-15,2-1-1 0,0-1-2 0,3 1 0 16,1 0 0-16,-1 0 0 0,2 4 0 16,0-2 1-16,2 2 0 0,1 0 0 0,0 1 2 15,2 3-1-15,1 0 0 0,0 3 1 0,1-1-1 16,1 2 0-16,-2 1 0 0,5-2-1 0,-3 1 1 15,0 0 1-15,1-1 0 0,1 1 1 0,-2 0 0 16,-2-2 2-16,2 1 0 0,-3-1-1 16,-2 0 1-16,-1-2-1 0,-4 3 1 0,0-3 0 15,-2 3 1-15,-4-3-2 0,0 1 1 0,-2 0-2 16,-2-2 1-16,-1 0-1 0,0 1-1 0,1-3 0 16,-1-1-1-16,1-1-1 0,2-1 0 0,2-3-5 15,0 1-14-15,2-2-33 0,3-3-77 0,0-2-83 16,3-4-174-16,1-1-290 0,4-4-337 15,4-1-374-15,1-2-198 0,1-2 111 0,3 1 719 16</inkml:trace>
  <inkml:trace contextRef="#ctx0" brushRef="#br0" timeOffset="6137.72">8563 1185 692 0,'-10'-12'1686'0,"-2"3"82"16,-4 3-386-16,-3 5-351 0,0 1-464 0,-2 4-285 16,-1 4-124-16,0 0-57 0,1 4-28 0,3 1-22 15,1 4-20-15,4 0-15 0,1-1-4 0,4 3-2 16,4 1-2-16,2 2 0 0,4-2-1 0,4 3 1 16,2-2-6-16,5 0-3 0,4-2-2 0,-1 0-2 15,6-3-5-15,3-1-8 0,0-4-15 0,1 2-18 16,1-4-12-16,0-2-8 0,1 0 0 15,-1 0-1-15,-2-3 14 0,-1 3 19 0,-5-3 14 16,-2 4 8-16,-2-1 7 0,-3 2 24 0,-4 0 19 16,-3 1 16-16,-2 2 9 0,-6 2 5 0,-2 0 4 15,-3 3-8-15,-3-1-5 0,0 3-7 0,-3 2-9 16,-2-2-6-16,2 2-8 0,-2 2-7 0,0-1-9 16,2 2-6-16,1-1-3 0,2 1-7 15,2-3-19-15,1-2-59 0,1-4-82 0,1-1-164 16,3-5-274-16,5-3-339 0,1-3-413 0,1-6-324 15,4-2 46-15,0-2 777 0</inkml:trace>
  <inkml:trace contextRef="#ctx0" brushRef="#br0" timeOffset="6649.05">9861 578 260 0,'3'-9'1122'0,"-1"4"570"0,-2 0-127 0,-3 2-325 16,-1 0-473-16,-4 2-289 0,0-1-186 15,-1 4-102-15,-1 1-54 0,-1 3-31 16,-3 3-21-16,1 4-13 0,-4 5-10 0,1 6-5 15,-1 8-2-15,1 3-36 0,-3 8-18 0,0 5 0 16,3 5 0-16,-4 6 0 0,4 4 0 0,-3 5 0 16,5 1 0-16,-2 3 0 0,5-1 0 0,0-1 0 15,3-3 0-15,3-3 0 0,4-2 0 0,2-5 0 16,4-4 0-16,1-7 0 0,5-2 0 16,4-7 0-16,0-2 0 0,1-7 0 0,1-5-198 15,1-3-245-15,1-4-297 0,1-3-377 0,1-1-468 16,3-3-252-16,-1-4 264 0,3-2 969 0</inkml:trace>
  <inkml:trace contextRef="#ctx0" brushRef="#br0" timeOffset="7283.23">10721 1296 261 0,'-2'-2'893'16,"-1"-4"460"-16,-2 4 70 0,-1-3-166 0,-5 1-427 16,2 0-294-16,-3 1-148 0,-5 0-103 0,0 0-77 15,1 3-79-15,-3 0-45 0,1 0-25 0,0 3-19 16,-3 3-13-16,2 2-12 0,0 2-2 15,0 7-5-15,0 2-5 0,0 5 2 0,0 5 1 16,2 5-2-16,1 2-1 0,0 5-2 0,5 1 1 16,3 0-5-16,0 0-3 0,5-5 1 0,5-3 0 15,1-6 0-15,6-6 0 0,2-3 0 0,5-7 2 16,0-7 5-16,4-5 3 0,0-7 2 16,3-8-1-16,1-6 2 0,1-8-2 0,-2-4-1 15,0-1-2-15,-1-5 1 0,-4 3 1 0,-1-3-5 16,-1 3 0-16,-5 1-3 0,-3 5 0 0,-2 2-1 15,-4 5 5-15,2 0 9 0,-5 7 11 0,-2 3 6 16,0 1 2-16,-2 3-1 0,0 4-6 0,0 2-5 16,-3 4-9-16,1 4-6 0,-1 4-2 0,0 3-2 15,1 3 0-15,-2 5 0 0,3 1 0 0,-1 4-1 0,2 0 1 16,1 4 0-16,-1 1 1 0,2 2 1 16,2 0 0-16,-1 1 0 0,4 1 0 0,-1-3-3 15,5-2-1-15,-1-1-7 0,1-4-15 0,2-3-27 16,2-4-72-16,1-4-78 0,-2-4-153 15,4-3-282-15,-2-4-332 0,0-5-379 0,3-3-229 16,-3-5 15-16,3-2 674 0</inkml:trace>
  <inkml:trace contextRef="#ctx0" brushRef="#br0" timeOffset="7765.65">10898 1303 21 0,'2'-7'577'0,"1"2"513"0,0 2 187 15,0 2-117-15,0 2-336 0,2 5-296 0,1 3-151 16,1 5-62-16,1 2-37 0,0 3-20 0,1 4-25 16,0 3-47-16,1 2-63 0,1 2-42 0,-2 5-23 15,1 3-19-15,1 1-12 0,-3 7-15 0,0 1-2 16,0 5-3-16,-1 1-2 0,-2-1-1 0,0-2 6 16,0 2 0-16,-2-4 1 0,0-5 0 15,1 0-1-15,-2-6 1 0,2-4-6 0,-4-3-2 16,0-5 8-16,0 0 7 0,-2-8 4 0,-2-3 2 15,0-2 0-15,1-5 1 0,-3-4-8 0,-1-6-7 16,1-3-4-16,-3-6-1 0,1-4-1 0,0-8-7 16,0-5-3-16,-3-9-2 0,4-5-2 15,-1-9-1-15,-1-7-3 0,6-2 10 0,2-5 5 16,2 0-2-16,2 1-1 0,5 2-1 0,0 6 1 16,2 3-4-16,3 3-2 0,-1 6 3 0,3 2 2 15,1 5 0-15,2 2 1 0,-1 3-1 0,4 6 0 16,-4 3 1-16,2 3-1 0,0 5 1 0,-3 2-1 15,1 5 1-15,-4 3 1 0,2 3 0 0,-3 5 1 16,-1 2 1-16,-2 5 2 0,-4 3 0 0,1 5 1 16,-4 3-1-16,-4 3 6 0,-1 6 2 0,-5 2 0 15,-1 5 0-15,-4 4 2 0,-1 3-5 16,-3 0-7-16,-1 4-4 0,1-2-3 0,-2-2-4 16,4-3-1-16,3-2-6 0,-1-5-22 0,5-5-69 15,1-8-68-15,2-3-119 0,2-9-190 0,3-3-310 16,1-8-336-16,6-1-231 0,0-7-136 15,4-4 352-15,2-1 603 0</inkml:trace>
  <inkml:trace contextRef="#ctx0" brushRef="#br0" timeOffset="8414.75">11573 1270 107 0,'6'-15'919'0,"-1"4"747"0,-3 3-13 15,-4 2-324-15,-1 1-440 0,-3 4-349 0,-1 1-218 16,-2 1-123-16,-1 6-63 0,-1 0-42 0,1 5-29 15,-3 3-21-15,-1 2-17 0,1 5-9 0,-2 1-6 16,1 6-4-16,1 2-2 0,1 1-1 0,1 3 0 16,4 1-2-16,-2 0-2 0,6-2 0 0,2-1-3 15,2-6-2-15,4-2-1 0,2-7-1 0,3 0-6 16,1-8-8-16,3-3-12 0,1-7-21 16,0-3-39-16,1-4-70 0,-2-7-65 0,1-3-68 15,0-3-76-15,-2-4-62 0,1-3-7 0,-3-2 78 16,-1-1 77-16,-1-2 71 0,-1 5 87 0,-3-4 73 15,0 1 52-15,-2 0 49 0,0 2 48 0,-3 1 36 16,0 0 22-16,0 6 25 0,-1 1 54 0,-1 4 45 16,4 4 9-16,-2 4-11 0,1 0-25 0,-1 3-38 15,0 1-58-15,2 2-58 0,-2 3-39 0,0 2-26 16,3 1-13-16,-2 4-6 0,2 1-2 0,-1 4-2 16,1 0 5-16,-1 3 7 0,1 0 4 15,0 4 2-15,2 1-1 0,-2 3 0 0,3-1-6 16,-1 2-9-16,0-1-7 0,1 0-2 0,2-3-1 15,3-1-1-15,0-4 0 0,1-1-8 0,0-3-19 16,3-2-37-16,-2-6-54 0,2-2-57 0,0-4-47 16,-2-2-38-16,3-6-10 0,-2 1 29 0,0-6 68 15,-1 0 66-15,0-1 47 0,-1 0 28 0,-2 0 19 16,0 2 10-16,-1 1 8 0,-3 2 4 0,2 3 0 16,-3 2 13-16,1 1 13 0,-1 4 36 0,0 2 48 15,-1 5 49-15,1 3 36 0,0 3 22 16,0 4-6-16,1 3-31 0,-3 5-39 0,4 1-35 15,-4 4-30-15,2 0-24 0,-1 4-15 0,2 0-10 16,-1-2-8-16,0 1-6 0,1-6-7 0,-1-1-7 16,3-1-5-16,-4-8-1 0,1-4-2 0,0-3-1 15,0-7 1-15,1-3 0 0,-2-5 0 16,2-6 1-16,-2-1-1 0,1-7-1 0,-2-1-1 16,2-3-4-16,0-4-12 0,1 2-15 0,-1-2-24 15,1-1-27-15,-1 2-41 0,2-1-54 0,0 2-39 16,1 2-52-16,0 0-90 0,2 3-145 0,0 2-212 15,0 2-228-15,1 3-226 0,3 0-90 0,-1 4 281 16,1 3 467-16</inkml:trace>
  <inkml:trace contextRef="#ctx0" brushRef="#br0" timeOffset="8750.03">12506 1251 272 0,'-5'-5'1383'0,"2"3"546"16,-3 0-298-16,-4 0-418 0,-1 4-449 0,2 1-336 15,-5 1-187-15,2 4-88 0,-3-1-47 0,0 4-35 16,0 2-71-16,-1 2 0 0,0 3 0 0,2 2 0 16,1 2 0-16,2 3 0 0,1 0 0 0,4 1 0 15,0 2 0-15,3-1 0 0,1-2 0 0,6-4 0 16,0-1 0-16,5-5 0 0,1-7 0 16,4-3 0-16,0-7 0 0,4-7 0 0,-1-4-27 15,0-6-62-15,1-5-9 0,-1-5 1 0,-1 1 10 16,0 0 20-16,-3-1 23 0,-2 4 29 0,-5 1 26 15,0 5 22-15,-4 4 17 0,0 4 8 0,-4 1 3 16,0 3-6-16,-2 5-9 0,-1 2-11 0,-3 5-12 16,2 3-7-16,-1 4-6 0,-1 1-3 0,2 5-4 15,0 1-4-15,1 2-1 0,4 3-2 0,-1 1 1 16,2 3-1-16,2 0-5 0,-1 2-10 0,4 2-18 16,3 0-48-16,-4 0-81 0,4 1-147 0,2-3-267 15,4 0-320-15,1-5-403 0,3 1-365 0,4-5-35 16,1 0 697-16</inkml:trace>
  <inkml:trace contextRef="#ctx0" brushRef="#br0" timeOffset="9210.04">13081 846 128 0,'5'-30'744'0,"-2"4"480"15,-1 5 122-15,1 3-101 0,-3 5-356 16,4 2-316-16,-4 5-174 0,0 2-97 0,0 6-68 16,1 3-63-16,-1 9-58 0,0 4-38 0,2 8-12 15,-1 0-4-15,-1 10-5 0,3 2-5 0,-3 5-5 16,0 9-3-16,-3 6-9 0,0 3-10 0,2 7-7 16,-4 1-3-16,1 3-5 0,1 0-3 15,0 0-2-15,1-2 0 0,2-6-2 0,0-2-1 16,2-8-1-16,1-7-6 0,0-4-9 0,1-8-21 15,-3-6-35-15,3-6-72 0,-4-5-73 0,-4-10-131 16,1-5-186-16,-2-5-297 0,0-5-308 0,-4-7-217 16,1-2-112-16,-5-4 382 0,-2-5 570 15</inkml:trace>
  <inkml:trace contextRef="#ctx0" brushRef="#br0" timeOffset="9397.82">12741 1266 113 0,'2'-9'709'0,"1"3"448"0,1 0 89 0,-1 3-143 16,3-1-394-16,3 2-316 0,-1 0-118 0,5 1-25 16,1 2-12-16,1-1-19 0,3 2-12 0,2-2-32 15,3 0-48-15,2 2-52 0,1-2-28 0,2 1-15 16,2-1-17-16,0 1-7 0,0 3-8 0,2-2-3 16,-2 1-21-16,0 3-64 0,-2 0-68 0,-2 0-151 15,2 3-281-15,-4 2-310 0,1-2-331 0,-3 6-214 16,-1-2 46-16,0 1 612 0</inkml:trace>
  <inkml:trace contextRef="#ctx0" brushRef="#br0" timeOffset="9950.1">13461 1338 367 0,'-10'1'1372'0,"-4"4"412"0,-2 2-269 0,-1 3-364 16,-1 0-469-16,1 2-287 0,1 4-180 0,-1 2-83 15,4 2-41-15,-1 2-26 0,5 2-18 0,1 4-14 16,2 0-8-16,3 0-5 0,3 4-5 15,1-4-3-15,2-1-4 0,6-3-4 0,1-3-2 0,3-3-3 16,4-4-2-16,2-6 2 0,2-3-1 16,1-10 0-16,1-2-1 0,3-4-2 0,-4-5-2 15,2-3-1-15,-2-3 0 0,-3 2 0 0,-2-3 0 16,0 2 5-16,-4 0 1 0,-2 3 2 16,-1 2 3-16,-6 3 0 0,3 0 3 0,-4 2-1 15,-1 3-1-15,-1 3 0 0,-1 1-2 0,0 2 0 16,-1 4-2-16,-1 2 0 0,0 2 0 0,1 6 0 15,-1 0 1-15,-1 5-1 0,1 2 2 0,2 3 0 16,0 3-1-16,0 2 1 0,0-2-2 0,4 4 0 16,-1 1-2-16,2-3 1 0,-1 3-3 0,1-4-10 15,4 0-14-15,-2-3-33 0,-1-5-58 16,2-2-68-16,1-5-65 0,-1 0-75 0,1-9-97 16,0-2-94-16,-1-6-42 0,1-3-20 0,-1-6-36 15,3-1 19-15,0-1 88 0,-1-4 150 0,2 2 153 16,-4-4 135-16,2-1 110 0,1 0 78 15,-2-3 69-15,-1 1 72 0,3-4 61 0,-3 2 57 16,2 0 31-16,-1-2-8 0,-1 2 16 0,0 3 30 16,-1 3 10-16,0 4-43 0,-2 3-58 0,-2 3-54 15,2 4-68-15,-2 2-73 0,0 5-59 0,-1 2-41 16,0 5-21-16,-1 2-12 0,2 4-6 16,-1 1-7-16,1 2-5 0,-2 1-3 0,2 3-2 15,2-4-1-15,0 1 0 0,-2-1-2 0,2-1-1 16,3-1-1-16,-4-4 1 0,3-1-1 0,-2-2-1 15,0-2-4-15,-1 1-7 0,2-4-13 0,-1 0-24 16,-2-2-43-16,2-2-59 0,0 0-59 0,0-4-52 16,2 0-78-16,-2-4-105 0,3 1-112 0,0-3-148 15,3 1-225-15,0 0-204 0,1 2-27 0,1-2 268 16,4 1 403-16</inkml:trace>
  <inkml:trace contextRef="#ctx0" brushRef="#br0" timeOffset="10349.74">14471 1396 874 0,'-3'-7'1799'0,"-2"0"5"0,-2 0-408 15,-3 3-416-15,-1-1-413 0,-1 3-264 0,-3 1-119 16,-2 2-59-16,-1 4-35 0,1 0-24 0,-1 3-63 16,0 2-3-16,0 1 0 0,1 5 0 0,1 1 0 15,3 2 0-15,2 2 0 0,0 1 0 0,5 4 0 16,1-1 0-16,3 2 0 0,2 0 0 15,2-2 0-15,4-2 0 0,4-3 0 0,4-5 0 16,2-5 0-16,1-4 0 0,1-6 0 0,4-4 0 16,0-6 0-16,0-7-35 0,-1-3-3 0,1-5 3 15,0-5 8-15,-3 1 6 0,-2-2 9 0,-1 1 10 16,-3 1 6-16,-4 2 9 0,-4 4 9 0,0 3 7 16,-5 5 9-16,0 0 5 0,-2 2-22 15,-2 6-21-15,-3 2 0 0,-1 3 0 0,-1 4 0 0,-1 4 0 16,-1 5 0-16,3 3 0 0,-3 5 0 15,6 0 0-15,-1 6 0 0,3 3 0 0,1 0 0 16,4 6 0-16,-1 0 0 0,4 3 0 0,3 0 0 16,0 1 0-16,5-4 0 0,1-1 0 15,3-5 0-15,1-3 0 0,6-6 0 0,-1-1 0 0,1-8-102 16,-2-2-205-16,2-5-253 0,-1-5-325 16,3-3-404-16,-3 0-425 0,1-4-89 0,-2-3 635 15</inkml:trace>
  <inkml:trace contextRef="#ctx0" brushRef="#br0" timeOffset="11099.02">15018 313 4 0,'-1'-13'416'16,"-1"2"399"-16,2 0 281 0,0 6 33 15,0 1-330-15,0 0-264 0,0 3-183 0,0 1-106 16,2 0-24-16,-1 0 21 0,4 1 10 15,1 1 9-15,-1 2-9 0,3 1-15 0,1 0-45 16,-1 3-48-16,4 0-33 0,0 1-26 16,3 2-13-16,0 0-11 0,3 1-3 0,2 3-6 15,2 2-5-15,-1 3-7 0,3 5-5 16,-1 0 0-16,-1 7-1 0,-1 4-2 16,0 3-4-16,-1 4-3 0,-2 3-1 0,0 2-5 15,-3 2-5-15,0 2-5 0,0 2-2 0,-1 0-2 16,-3 2-3-16,0 1 0 0,2 3-2 0,-4-3 1 15,1 2 2-15,-1 0 1 0,1 0 5 0,-2 0 3 16,-1 0 3-16,0 2-2 0,-1-1-1 0,-3 1-1 16,2-1-4-16,-2-2-2 0,-1-2-3 0,2-3-1 15,-2-2-2-15,-2-6 0 0,0-2-1 16,-2-4 1-16,0-3 0 0,-2-4 0 0,0-2 5 16,-1-2 5-16,-2-4 3 0,-1 0 3 0,-1-3 3 15,0-1-19-15,0-4 0 0,-3 2 0 0,3-4 0 16,-1 1 0-16,-1-3 0 0,3 0 0 15,0-3 0-15,3-1 0 0,-2-2 0 0,4 0 0 16,-2-1 0-16,1-3 0 0,1 1 0 0,2-2 0 16,-1 1 0-16,2-2 0 0,0-2 0 0,0 1-11 15,2-2-58-15,-1-2-51 0,-1 1-80 0,0-2-133 16,-1 0-230-16,1 1-310 0,0-2-369 16,0 1-329-16,-2 1-84 0,0-1 538 0,-1 0 698 15</inkml:trace>
  <inkml:trace contextRef="#ctx0" brushRef="#br1" timeOffset="16685.13">1029 3838 35 0,'0'6'394'15,"0"-6"324"-15,0 7 286 0,0-7 43 0,4 2-249 16,-4-2-197-16,0 0-71 0,0 0-28 15,0 0-70-15,0 0-67 0,0 0-63 0,0 0-49 16,0 0-72-16,0 0-65 0,0 0-33 0,5-1-19 16,0-5-3-16,3 1-6 0,-3-4-1 15,6-2 3-15,0 0 5 0,0-4 1 16,5-4-3-16,0-1 2 0,4-4-2 0,2-5-1 16,-1-3-4-16,3 0-10 0,-1-6-8 0,1-2-8 15,3-1-22-15,-2-1-7 0,2-1 0 0,2 2 0 16,-1-1 0-16,-1 3 0 0,0 0 0 0,-2 3 0 15,0 2 0-15,-4 1 0 0,1 3 0 0,-2 2 0 16,-2 2 0-16,-1 2 0 0,-1 1 0 0,-2 4 0 16,-4 0 0-16,1 5 0 0,-2 0 0 0,-2 4 0 15,-3 0 0-15,1 4 0 0,-3 2 0 0,1-1 0 0,-3 1 0 16,2 1 0-16,-2 2 0 0,0 1 0 16,0-2 0-16,0 0 0 0,-2 2 0 0,0 0 0 0,-1 0 0 15,0 2 0-15,-2 0 0 0,2-1 0 0,-2 2 0 16,2 0 0-16,-1 3 0 0,0-4 0 0,0 3 0 15,-3 1-53-15,1-2-17 0,-1 2-19 0,3-2-29 16,-2 2-55-16,1-1-59 0,0-1-79 0,-3 1-134 16,-1 0-180-16,1 0-271 0,1 0-227 0,1-1-201 15,3 2-13-15,-3-1 416 0,1-3 485 0</inkml:trace>
  <inkml:trace contextRef="#ctx0" brushRef="#br1" timeOffset="17282.82">1190 2995 23 0,'0'0'375'0,"0"0"336"0,0 0 345 0,0 0 64 16,0 0-257-16,0 0-111 0,0 0-97 15,0 0-116-15,0 0-120 0,0 0-89 0,0 0-70 16,0 0-87-16,0 0-64 0,0 0-37 0,0 0-24 16,0 0-12-16,0 0-10 0,0 0-2 15,0 0 5-15,0 0 6 0,3 6 14 0,4 1 12 16,2 4 8-16,3 2 3 0,1 1 1 16,5 3-2-16,-1 2-11 0,2 6-5 0,3-2-29 15,2 4-26-15,5 2 0 0,-1 2 0 0,2 0 0 16,2 3 0-16,-2-2 0 0,0 2 0 0,-2-1 0 15,1-1 0-15,-3-3 0 0,1 0 0 0,-3-1 0 16,-2-2 0-16,0-3 0 0,-1-1 0 0,-4-3 0 16,-1-4 0-16,-3-2 0 0,-4-1 0 0,2-2 0 15,-4-3 0-15,-3-1 0 0,1-1 0 0,-3-2 0 16,1 0 0-16,-1-3 0 0,-2 1 0 0,-2-2 0 16,-1 1 0-16,-2-3 0 0,0 0 0 0,-3 0 0 15,-1 1 0-15,1-1 0 0,0 0 0 0,0 2 0 16,-3-1 0-16,3 1 0 0,-2-1-39 0,0 1-289 15,3 1-260-15,1 1-326 0,-1 1-407 0,1 1-425 16,2 0-86-16,0 1 730 0</inkml:trace>
  <inkml:trace contextRef="#ctx0" brushRef="#br1" timeOffset="20750.04">3043 3296 86 0,'-5'-1'634'0,"2"-2"473"16,-3 2 171-16,3-1-60 0,0 1-312 16,1 1-267-16,0-2-167 0,1 2-109 0,1 0-76 15,0 0-71-15,0 0-84 0,1 0-59 0,1 0-35 16,1 0-13-16,-1 2-2 0,7-2 5 0,-1 1 8 16,3 2 6-16,5 0 8 0,0 0 0 0,3 1 1 15,0 0-4-15,3 0-1 0,2 2-1 16,1-1-7-16,2 0-3 0,1-3-4 0,-1 2-3 15,3-2-7-15,0 0-3 0,-1-2-4 0,1-2-2 16,0 0-5-16,-2-2-1 0,2-1-1 0,-4 1-2 16,-1-3-2-16,-4 1 0 0,-1-2-2 0,-3 2-1 15,-4 2-1-15,-2 0 3 0,-2-1 2 16,-2 2 0-16,-4 1-6 0,0-1-20 0,-4 3-25 16,-4-2-70-16,-3 0-85 0,-3 2-178 0,-3-2-286 15,-2 4-331-15,0 0-401 0,-1-1-262 0,1 0 70 16,0 1 773-16</inkml:trace>
  <inkml:trace contextRef="#ctx0" brushRef="#br1" timeOffset="21048.97">3429 3194 11 0,'9'-4'387'15,"-2"3"335"-15,-1 1 302 0,4 0 126 0,2 0-301 16,1 3-215-16,1-1-72 0,4 0-104 0,0 4-69 15,0-1-81-15,4 1-53 0,0 1-50 16,3 0-64-16,-4 0-27 0,4 0-29 0,-3 0-17 16,2 2-14-16,-2-1-14 0,2 1-2 0,-2-1 0 15,-3-1-13-15,0 2-1 0,0 0 0 16,-5 0-2-16,2 1-4 0,-6-2-3 0,-1 2 11 16,-4-2 2-16,-1 3-1 0,-4 1-2 0,-1 0-5 15,-7-1-3-15,0 4-9 0,-3-1-5 16,-3 1 0-16,-2 0-3 0,-1 1-1 0,-4 0 0 15,2-1-13-15,-1-2-29 0,0-1-67 0,-2-2-78 16,2-1-166-16,1 0-288 0,0-2-325 0,6 0-372 16,-1-1-254-16,3 1 44 0,3-2 723 15</inkml:trace>
  <inkml:trace contextRef="#ctx0" brushRef="#br1" timeOffset="21846.91">5394 3227 436 0,'-3'-2'881'0,"0"0"317"0,-2-1 6 16,-1-3-236-16,0 3-185 0,1-1-185 0,-3-1-142 16,1 1-97-16,1 0-58 0,-3-1-82 15,-1 0-84-15,2 3-45 0,-4-3-21 0,2 4-15 16,-1 1-19-16,-1 1-12 0,-3 4-7 15,1 2-5-15,0 3-4 0,-2 4-4 0,2 4 0 16,-2 2-1-16,2 5-1 0,0 1 0 0,4 4 0 16,0 1-1-16,4-3 0 0,0 1-1 0,3-4-1 15,3-1 0-15,0-4-1 0,3-2 0 16,3-5-1-16,2-1 1 0,0-5-1 0,3 0 2 16,3-7 1-16,1-5 0 0,2-2 2 15,3-7 0-15,0-4-1 0,0-5 1 0,4-4 4 16,-4 1 3-16,1-4 0 0,-1 3 1 0,-2 0-1 15,-1 1 1-15,-4 2-5 0,-1 5-1 16,-4 3-1-16,-1 3 2 0,-1 0 0 0,-4 3 0 16,4 5 0-16,-5 0 0 0,-1 3-2 15,0 0 0-15,-1 5-2 0,-5 3 0 0,3 3-1 16,-2 3-4-16,0 3-3 0,0 3-1 0,2 1 0 16,-3 5-1-16,4 1 0 0,-1 1 5 0,0 4 2 15,3-3 7-15,0 2 2 0,0-1 1 16,2-4 0-16,1-1-1 0,0-2 0 0,3-4-6 15,0-3-2-15,2-3-2 0,2-4 0 16,-1-2-9-16,2-5-16 0,-1-5-47 0,2-2-75 16,-4-4-87-16,0-3-165 0,3-3-288 0,-4 0-335 15,-1-1-320-15,2-1-182 0,-2-2 107 0,-1-2 646 16</inkml:trace>
  <inkml:trace contextRef="#ctx0" brushRef="#br1" timeOffset="23231.86">4583 3421 78 0,'-5'5'450'16,"-1"-2"337"-16,0 2 260 0,1-4 22 16,0 2-295-16,0-2-183 0,-1 1-64 0,0-1-52 15,1-1-60-15,0 1-80 0,1 1-56 0,0-2-55 16,1 1-69-16,0-1-51 0,1 0-40 15,-2 0-23-15,4-1-14 0,-2-2-11 0,1 0-6 16,1-4-5-16,1-1-3 0,1-3-1 0,2-1-1 16,-2-4-1-16,4 0 0 0,-1-2-1 15,0-1 1-15,1 0-1 0,2-2 1 0,-2 3 0 16,1 1 1-16,-1 1 0 0,-1 2-1 16,-2 3 1-16,2 2 1 0,-2 1 8 0,-2 3 3 15,1 0 3-15,0 2 1 0,-1-1 0 0,-1 4-1 16,0-3-7-16,2 2-5 0,-2 1-1 15,0 0-2-15,3 1 0 0,-1 2 1 0,-1 1 2 16,3 0 3-16,-1 2 3 0,1 2 2 16,1 1 2-16,-2 1 5 0,2 4 2 0,0 0-2 15,-2 4-1-15,0-1-1 0,2 3 0 0,-1 2-6 16,-2 1-3-16,3-3-1 0,-4 3-3 0,3-2 5 16,-1-1 1-16,0-4 0 0,0 1 1 15,0-6-1-15,2 2 1 0,-2-6-6 0,0 3-4 16,0-5-1-16,1-2-1 0,-1 0 1 15,0-3 0-15,2-2-3 0,-2-2-2 0,3-3 0 16,0-4-1-16,-1-3-1 0,2-2 0 0,-1-4 3 16,0 3 4-16,0-5 0 0,-2 3 2 0,0 0-1 15,0-1 1-15,-1 3-1 0,0-1 0 16,3 2 1-16,-4 4-1 0,1 2 0 0,-2 1-2 16,1 3 2-16,-2-1-3 0,2 4 0 15,-1 0 0-15,1 3-1 0,1 4 1 0,0 1 1 16,-1 3 2-16,3 3 0 0,-1 2 1 0,1 2 1 15,1 0-1-15,-1 2 1 0,2 2-1 16,-3-1-1-16,4 0 0 0,-2 0 0 0,-1-1 0 16,3-2-2-16,1-2 0 0,-1-1 0 0,0-1-1 15,2-2-12-15,2-3-35 0,-2 0-75 16,-2-2-107-16,1 1-207 0,-1-2-300 0,-3-3-356 16,1 1-377-16,-1-2-171 0,1 0 342 15,-3-1 756-15</inkml:trace>
  <inkml:trace contextRef="#ctx0" brushRef="#br1" timeOffset="24157.25">5801 3307 230 0,'1'5'687'16,"1"2"319"-16,2 0 161 0,-1 3-172 15,2 5-334-15,0 4-176 0,3 5-62 0,3 3-34 16,0 6-75-16,0 3-55 0,2 5-34 16,-2 2-43-16,-3 0-54 0,1 4-36 0,-1 0-26 15,-3-1-16-15,0 0-13 0,-2-5-18 0,-1-1-13 16,-1-7-8-16,-1-4 8 0,0-5 9 0,0-6 9 15,0-4 4-15,-1-3 2 0,-3-7 0 16,1-4-5-16,-2-6-2 0,2-4-7 0,-2-9-4 16,1-3-3-16,-2-6 1 0,1-4 1 0,0-4-9 15,-1-5-7-15,-1 0-1 0,2-6-1 16,-2-1-3-16,5-1-3 0,-1-1 5 0,5 0 3 16,-1 4 2-16,4 0 0 0,4 7 0 0,-1 2 1 15,2 5-2-15,1 3 0 0,0 5 1 16,0 4-1-16,3 3-1 0,-3 6 2 0,3 3 1 15,-4 4 1-15,3 2 1 0,-3 4 2 16,0 4 0-16,-2 2 1 0,1 5 1 0,-4 4 2 16,-2 2 2-16,-3 3 4 0,-3 4 0 0,-2 4 1 15,-4 2-1-15,-2 2 0 0,0 0-4 16,-2 1-4-16,-1-1-2 0,-2-2 4 0,5-4 1 16,-1-4-1-16,2-3-11 0,2-6-34 15,2-4-74-15,-2-7-102 0,3-4-184 0,2-7-295 16,0-5-346-16,4-5-372 0,1-5-194 0,3-2 221 15,1-7 723-15</inkml:trace>
  <inkml:trace contextRef="#ctx0" brushRef="#br1" timeOffset="24935.14">6071 3246 114 0,'8'-5'524'0,"1"2"325"0,-4 2 238 16,1-1-43-16,-1 2-298 0,0 0-158 0,1 3-52 15,0 0-51-15,-1 2-83 0,2 2-81 16,-1 3-45-16,0-2-69 0,2 6-69 15,-3-1-41-15,1 5-25 0,-1 0-11 0,0 3-15 16,1 1-10-16,-1 2-11 0,-2-4-6 0,0 1-6 16,2-1-1-16,-2-4-1 0,2-1-3 0,-1-1-1 15,-1-4 1-15,2-2-1 0,-1-2-4 16,0-2-1-16,0-4 0 0,0-3 1 0,2-2-1 16,-3-2-1-16,2-2 0 0,2-3-1 0,-2 2-1 15,-1-1 1-15,2 1-2 0,-1 1 0 16,0 1-1-16,0 2 1 0,1 0-1 0,-1 3-1 15,4 2 0-15,-2 1 0 0,2 1 1 16,2 2 0-16,0 3 2 0,-1 0 1 0,4 0 1 16,0 3 1-16,2-2 1 0,-2 2 0 0,3-3-1 15,1-2 1-15,1-3-2 0,3-1-4 16,-3-1-4-16,3-5-2 0,0-4 1 0,-1-3-4 16,1-2 2-16,-3-1 4 0,0-2 3 0,-3-2 3 15,-3 1 2-15,-4 1 1 0,0 0 0 16,-7 0 1-16,-2 4 7 0,-2 1 3 0,-7 1 4 15,-2 0 3-15,0 3 5 0,-5 0 3 16,-2 3-2-16,0 1 0 0,-3 5-3 0,2 3-3 16,0-1-6-16,2 5-3 0,-1 3-5 0,4 0-2 15,3 3-3-15,0 2 0 0,5 3 0 16,0-1-1-16,4 4-1 0,2-1 1 0,2 5-1 16,4-1 0-16,0 0 0 0,2 2-1 15,2-1-1-15,2-1 0 0,1 2-1 0,2-4 1 16,-2 0-1-16,3 0 2 0,-2 0 0 0,0-2-1 15,-1 0 2-15,-2-1-1 0,2 0 0 0,-5 0 1 16,-2-1 0-16,-1-1 1 0,1 2 1 16,-4-2 0-16,-1-3 0 0,-1 2 0 15,0-5 0-15,0 0 0 0,-1-3-1 0,1-1 1 16,-2-2-2-16,2-4 0 0,0-1 0 0,2-4-3 16,-1-5 1-16,2-1-1 0,1-6 0 0,2-5 1 15,0-1 1-15,4-5 1 0,1-6-1 0,0-2-2 16,3-4 0-16,2 1-1 0,1-2-1 15,-1 0 0-15,2 4 3 0,-1 2 0 16,-1 1 1-16,1 5 1 0,-3 4-1 0,2 3 0 16,-2 3 0-16,-1 4-1 0,0 2 0 15,-2 5-1-15,1 2 2 0,-2 5 1 0,0 5 1 0,-1 2 1 16,-1 5 0-16,-2 4 0 0,-1 1 1 16,0 6 0-16,-2-2 0 0,1 3 0 0,-4 1 0 15,2 0 0-15,-4 0-1 0,2 0-2 16,-4 0 0-16,2-3-2 0,1-2-1 0,-1 0-2 15,-1-4-6-15,1-1-17 0,2-4-45 0,-3-2-77 16,0-4-129-16,1-3-237 0,2-5-311 16,2-3-380-16,0-5-370 0,2-4-100 0,0-2 530 15,0-6 737-15</inkml:trace>
  <inkml:trace contextRef="#ctx0" brushRef="#br1" timeOffset="25116.2">7046 3135 102 0,'-3'-37'964'0,"0"5"777"16,-5 5-36-16,2 7-370 0,0 1-447 0,-3 5-357 15,2 4-226-15,-1 1-124 0,3 3-65 16,-1 2-38-16,2-1-28 0,1 4-20 0,2-2-14 16,-2 3-9-16,3 3-6 0,0 0-3 0,0 4-1 15,3 1-1-15,-2 2-4 0,1 0-12 0,1 2-20 16,0 0-54-16,1 2-81 0,-3-1-151 16,-1 2-273-16,0 1-327 0,0 4-405 0,0 3-330 15,0 2-2-15,0-1 712 0</inkml:trace>
  <inkml:trace contextRef="#ctx0" brushRef="#br1" timeOffset="25407.28">7258 3602 9 0,'10'10'527'0,"-2"-3"499"16,1-5 234-16,-3-4-58 0,2-4-287 0,2-5-291 15,1-2-181-15,0-6-106 0,-1-3-60 16,2-3-51-16,-1-2-47 0,-1-1-45 0,-1-1-37 15,-1-1-20-15,-3 2-7 0,0 1-2 16,-5 1-7-16,0 5-2 0,-5 3-2 0,0 3-4 16,-3 6-7-16,-6 3-5 0,1 8-8 15,-2 4-6-15,-3 4-4 0,1 8-2 0,1 3 1 16,-1 7-2-16,2-1-4 0,1 6-4 0,3 4-5 16,1 0-2-16,1 1-4 0,4-1-2 15,1 1-2-15,2-3-2 0,5-4-2 0,2-1-6 16,3-6-17-16,3-5-58 0,-2-4-78 0,4-3-163 15,1-6-271-15,-1-5-336 0,4-2-418 0,2-5-325 16,-1-3 18-16,2-3 775 0</inkml:trace>
  <inkml:trace contextRef="#ctx0" brushRef="#br1" timeOffset="26249.51">7665 3675 377 0,'-4'4'753'0,"1"-1"335"16,0 0 89-16,-1 0-327 0,2-2-201 16,-1 1-107-16,3-2-84 0,0 0-89 15,0 0-73-15,0-3-39 0,0-3-55 0,3-3-55 16,3-3-52-16,-1-3-30 0,1-4-16 0,4-4-14 15,-1-2-8-15,2-3-10 0,1-3 6 0,1-1 3 16,-1 0 1-16,-1 2-3 0,1 0 2 16,-2 4 0-16,-2 2-5 0,1 4 9 0,-4 4 4 15,0 1 1-15,-2 5-4 0,0 2 0 16,0 2-1-16,-1 2-10 0,0 1-6 0,0 2-4 16,-2 2-7-16,2 5-6 0,-2 3-1 0,2 3-2 15,-1 4-1-15,1 3 1 0,1 3 14 16,-1 1 6-16,1 2 5 0,0 3 2 0,0 0 4 15,0-1 0-15,2 1-8 0,-2-4-4 16,2-2-4-16,0-2-2 0,-1-2-4 0,3-5-3 16,-1-1 0-16,2-5 0 0,-2-2-1 0,4-5 0 15,1-5 1-15,0-2 1 0,0-7 0 0,3-3-1 16,-1-4 0-16,2-5 0 0,-2 1 0 16,1 0 0-16,-2-1 0 0,-3 2 1 0,2 3-1 15,-3 0 0-15,-2 6 1 0,-1 3-1 16,-1 2 0-16,0 0 1 0,-1 5-1 0,0 0 1 15,-1 2 0-15,-1-1 1 0,1 4 0 0,1 2 2 16,-1 3 2-16,-1 2-1 0,1 2 1 16,0 3-1-16,-1 3-2 0,-1 4-2 0,2-2-1 15,0 4-2-15,-1 2-1 0,2-1 0 16,0 1-1-16,0-1-2 0,0 0-7 0,1-5-14 16,0 0-32-16,3-4-75 0,-1-4-92 0,3-3-176 15,-2-3-288-15,3-5-347 0,2-3-390 16,2-6-206-16,2-5 159 0,0-3 730 0</inkml:trace>
  <inkml:trace contextRef="#ctx0" brushRef="#br1" timeOffset="26432.99">8403 3300 169 0,'8'-6'872'15,"-3"6"654"-15,-4 4 106 0,1 5-289 0,-2 3-479 16,-3 5-337-16,1 4-182 0,-3 3-135 16,1 2-90-16,-3 6-48 0,2 0-30 0,-2 2-16 15,0 0-14-15,3 1-8 0,0-2-4 16,1-4-5-16,3-2-23 0,-3-6-75 0,3-4-82 15,-2-4-168-15,1-6-282 0,-2-2-346 0,3-5-403 16,-2-5-241-16,1-2 104 0,-1-5 745 16</inkml:trace>
  <inkml:trace contextRef="#ctx0" brushRef="#br1" timeOffset="26606.95">8373 3207 176 0,'-2'-21'791'0,"-1"6"431"16,-2 2 51-16,1 5-158 0,1 4-417 0,0 3-308 15,1 4-155-15,2 1-78 0,0 4-44 16,3 1-33-16,2 1-34 0,4 3-21 0,-1 2-13 16,2 1-26-16,4 2-36 0,-1 4-56 0,2-1-135 15,0 2-231-15,2 2-289 0,1 0-270 16,4 2-238-16,-1-2-11 0,5 0 460 0</inkml:trace>
  <inkml:trace contextRef="#ctx0" brushRef="#br1" timeOffset="26985.61">8996 3363 799 0,'-8'-3'1785'0,"-2"0"30"15,-4 3-409-15,-2 2-399 0,-4 2-433 0,0 3-275 16,-4 4-120-16,1 4-56 0,1 2-29 0,-3 4-23 16,3 1-32-16,3 4-39 0,2 2 0 0,2-1 0 15,3 3 0-15,4 1 0 0,3 0 0 16,2 0 0-16,5-3 0 0,1-2 0 0,3-5 0 15,6-4 0-15,1-5 0 0,5-5 0 0,-1-9 0 16,4-7 0-16,-1-6 0 0,1-6 0 16,2-7 0-16,-1-4 0 0,-1-3 0 0,-2-1-18 15,-2 0 5-15,-2 0 5 0,-4 4 5 0,-2 0 3 16,-1 7 1-16,-5 2 5 0,-1 3 1 16,-2 6 4-16,-2 2 0 0,-1 4-5 0,0 5-6 15,-2 5 0-15,0 4 0 0,-1 4 0 16,0 5 0-16,1 4 0 0,2 6 0 0,1 2 0 15,1 1 0-15,1 5 0 0,1 1 0 0,1 0 0 16,3 2 0-16,-2-2 0 0,3 2 0 0,0-3-16 16,2-1-32-16,-3-6-48 0,0 2-82 15,-2-6-146-15,2 0-260 0,-2 0-323 16,3-3-405-16,-3 2-367 0,-1-1-32 0,-2 4 679 16</inkml:trace>
  <inkml:trace contextRef="#ctx0" brushRef="#br2" timeOffset="30858.32">1676 5263 396 0,'0'-9'886'0,"0"0"322"16,-4 2 13-16,1 1-214 0,0 2-228 0,0-1-200 16,3 2-132-16,-3 1-91 0,1 1-68 0,-1 1-87 15,1 1-76-15,2 1-48 0,-3 1-30 0,0 3-15 16,2 4-3-16,-1 4-3 0,-1 4 4 0,1 6-2 16,1 3 3-16,-1 4 3 0,2 5-4 0,-2 3-1 15,1 1-5-15,1 3 1 0,0 3-4 0,0 0-4 16,0-3-5-16,0-1-3 0,0-2-4 0,0-4-2 0,1-3-1 15,1-2 2-15,1-6 1 0,-1-3 0 16,-1-2 0-16,1-5-2 0,0-2 1 16,-1-4-4-16,-1 0-2 0,0-4-2 0,0 1-1 0,-1-4-3 15,-1 0-7-15,-1-5-13 0,1 0-19 0,1-5-28 16,-3-2-58-16,3 0-71 0,-4-2-106 16,0-3-171-16,0-2-281 0,-1 0-323 0,2-1-268 15,-1-3-159-15,0 1 255 0,0-6 627 0</inkml:trace>
  <inkml:trace contextRef="#ctx0" brushRef="#br2" timeOffset="31282.6">1465 5005 34 0,'5'-10'477'0,"1"1"422"0,-1 1 277 0,0 2-12 16,-5 0-352-16,0 0-214 0,0 3-119 15,3 2-72-15,-1-2-72 0,4 3-58 0,-5-2-49 16,1 1-56-16,-1 1-53 0,1 0-38 0,-2 0-13 16,2 3-6-16,-1 0 1 0,2 1 0 0,2 5-3 0,2 1-6 15,3 4-7-15,0 3-6 0,3 1-4 0,1 2-4 16,2 5-5-16,3 0-3 0,0 3-4 16,0 0 1-16,0 0 0 0,-2 1-5 0,2-1-3 15,0-1-1-15,-3-1-5 0,1-1-8 0,-1-2-3 16,1-4-3-16,-4 0-1 0,3-4 2 0,-5-2 5 15,3-3 5-15,-3-3 0 0,-1-2 2 0,-1-5 1 16,1-3-4-16,-1-6-2 0,-2-3 0 0,3-6-1 16,-3-3 2-16,1-3 0 0,0-4-3 0,-2-1-3 15,0-5 0-15,-1 1-3 0,0-3 0 0,-2-3-2 16,-1-3 4-16,1 1 2 0,1-4 0 0,-2 2-1 16,1 1 5-16,0 4 1 0,1 4 0 0,-1 3 0 15,0 5-2-15,0 5-9 0,0 3-20 0,2 5-31 16,-2 6-70-16,0 2-73 0,0 4-139 0,1 4-248 15,2 3-317-15,0 3-353 0,5 3-238 0,-1 2-69 16,3-1 542-16</inkml:trace>
  <inkml:trace contextRef="#ctx0" brushRef="#br2" timeOffset="31965.85">3277 5425 106 0,'-8'6'768'0,"3"2"699"0,1-2 164 16,-1-2-273-16,2 1-448 0,1-2-367 16,-1 1-191-16,2-2-153 0,1-1-93 0,0 2-48 15,1-3-31-15,2 1-19 0,0 1-9 0,2-2 0 16,3 0 1-16,2 0 0 0,2-2 1 0,3 1 2 15,2-2-2-15,-1 2 1 0,4-3-1 16,1 0 0-16,-2 0 4 0,3 0 2 0,-2-1 0 16,1-1 2-16,0 4-3 0,-3-4-21 0,0 5-78 15,-1-1-78-15,-4 2-161 0,-3 0-284 0,-1 2-333 16,-4 0-379-16,-2 3-235 0,0-3 51 16,-5-2 701-16</inkml:trace>
  <inkml:trace contextRef="#ctx0" brushRef="#br2" timeOffset="32231.81">3426 5309 124 0,'-5'-5'742'15,"2"4"457"-15,1-3 77 0,2 0-168 0,0 1-405 16,3 0-351-16,4-2-178 0,2 2-84 16,1-1-47-16,4-1 33 0,3 0 11 0,4 3 10 15,0 0-1-15,2 0-1 0,4 2-1 0,-2 2-45 16,2 0-19-16,0 0-14 0,0 4 35 0,0 0 35 15,-2 4 17-15,-3 0 8 0,-3 1 1 0,0 2-1 16,-3 0-14-16,-2 4-24 0,-4 0-12 0,-4 2-10 16,0 2-4-16,-4 3-7 0,-2 1-17 15,-2-2-11-15,-1 4-8 0,-3-4-37 0,0 2-79 16,-1-1-94-16,1-1-182 0,-2-2-292 0,2-4-345 16,-1 0-345-16,4-2-180 0,0-1 219 0,1-2 699 15</inkml:trace>
  <inkml:trace contextRef="#ctx0" brushRef="#br2" timeOffset="32816.12">4640 5241 124 0,'0'-3'695'16,"0"1"449"-16,0 1 100 0,0 1-134 0,0 0-416 15,0 0-310-15,1 0-129 0,3 3-9 0,-1 1 16 16,3 4-6-16,1 3-18 0,3 4-4 16,0-1-38-16,1 6-61 0,3 1-48 0,-4 2-18 15,2 3-9-15,-2 1-19 0,0 0-8 0,-1 0-5 16,-1 0-4-16,-2-4-9 0,1 1-5 16,-4-3-3-16,2-5 5 0,-1-2 4 0,-2-1 10 15,-1-2 7-15,-1-4 4 0,0-1 3 16,0-1-5-16,-1-4-7 0,-1-1-9 0,-1-4-8 15,0-4-6-15,0-2-4 0,-2-5-2 0,2-5-1 16,1-2-1-16,-1-5 1 0,0-4-1 0,1 0 1 16,1-3 1-16,1-1 1 0,1-1 0 15,1 3 1-15,1 2 1 0,0 2-2 0,2 2 0 16,0 5-1-16,1 2-1 0,2 4-1 16,-2 1 0-16,2 5 1 0,0-1 0 0,3 3-1 15,-1 1 1-15,-1 1 1 0,5 2 0 16,-2 3 0-16,0 1 0 0,2 1 1 0,0 3-5 15,1 1-6-15,-1 0-15 0,3 0-34 0,-1 4-67 16,0-1-68-16,-3-1-95 0,1 0-162 0,-1 1-295 16,-1-1-299-16,-1-1-228 0,3 2-178 15,-4-3 163-15,1-3 590 0</inkml:trace>
  <inkml:trace contextRef="#ctx0" brushRef="#br2" timeOffset="33349.49">5173 5247 186 0,'3'19'621'15,"0"4"356"-15,2 2 161 0,1 3-159 0,2 2-298 16,2 2-227-16,1 0-137 0,1 2-87 0,3-1-73 16,2-2-49-16,-1-4-42 0,6-2-22 15,0-6-21-15,2-6-10 0,-2-5-6 0,3-8-7 16,-1-6 2-16,-2-4-3 0,-1-5 11 16,-4-5 45-16,-1-2 64 0,0-3 76 0,-7-5 39 15,-4 2 16-15,-2-2-8 0,-3 1-33 0,-5 3-44 16,-3-3-48-16,-3 4-28 0,-3-1-21 15,-2 2-13-15,-6 3-11 0,0 2-9 0,0 2-7 0,-2 4-8 16,-3 4-7-16,4 3-6 0,-1 2-3 16,5 8-5-16,-2 1-3 0,5 3-1 15,4 5-1-15,1 0-1 0,4 2-6 0,1 1-11 16,5 2-16-16,1-1-42 0,1-1-72 16,5-1-72-16,-1 0-89 0,3-1-115 0,2-3-126 15,2-1-75-15,3-4 34 0,2-5 30 0,-1 1 80 16,4-4 135-16,2-2 138 0,-1-2 112 15,4-1 81-15,-1-1 76 0,1-3 62 0,0 0 60 16,-1 1 58-16,3-2 40 0,0 2 31 16,-2-1-8-16,0 1-30 0,-2 0-35 0,-1 3-33 15,-2 1-41-15,-2 1-24 0,1 3-5 0,-5 0 21 16,3 2 28-16,-4 0 34 0,1 3 25 0,-4 0-1 16,1 3-24-16,-5 2-28 0,-1 1-35 15,-2 2-38-15,0 2-31 0,-3 2-19 0,-1 1-7 16,-1 2-5-16,-1 2-5 0,-2 2-7 15,0 2-1-15,-1 2-5 0,0 1-7 0,1 1-6 16,-1 1-4-16,1-1-3 0,0-2-7 0,2-1-4 16,0-3-2-16,3-2-2 0,3-3-3 15,0-2-11-15,3-5-33 0,1 1-79 0,1-5-95 16,1-4-201-16,2 0-297 0,2-4-361 16,3 0-395-16,0-4-175 0,4 0 269 0,1 0 782 15</inkml:trace>
  <inkml:trace contextRef="#ctx0" brushRef="#br2" timeOffset="34434.69">6340 5586 91 0,'-2'-2'368'0,"2"2"237"15,0-3 209-15,0 1-47 0,0 1-129 0,0 1-89 16,0-1-74-16,0-1-71 0,-2 0-62 16,2 1-40-16,0 1 4 0,-1-1 9 0,1 1-1 15,0 0-19-15,0 0-34 0,0-2-46 0,0-1-63 16,0-2-61-16,1 0-44 0,1-6-24 15,1-4-12-15,-1-4-6 0,4-1-3 0,2-5-1 16,0-2 1-16,2-5 0 0,-1 1 1 0,2-3 1 16,-1 2 0-16,-1 0-1 0,2 2 10 15,-3 5 3-15,-2 3 5 0,-1 3 7 0,0 4 4 16,-1 5 2-16,-2 2-5 0,0 2-3 0,-2 5-6 16,0 2-6-16,0 5-7 0,-2 8-3 15,0 2-3-15,2 6-1 0,-2 3 0 0,0 2-1 16,2 1 2-16,2 4 1 0,0-3 0 15,0 3 2-15,0 1 6 0,1-1 1 0,0-4 1 16,0-1 1-16,2-3-2 0,-2-4 0 0,2-4-5 16,1-3-2-16,0-3-2 0,1-6 1 15,1-1 0-15,1-9-1 0,2-5 0 0,2-5 0 16,1-5-1-16,1-5 0 0,2-2-1 16,-1-1 2-16,1-2-1 0,-1 1 1 0,0 3 0 15,-2 0 1-15,0 6-2 0,-4 2-1 0,-2 5 0 16,-1 2 0-16,-2 3-1 0,0 5 1 0,-2 1 0 15,2 4 4-15,-2 5 3 0,3 4 2 16,-3 4 0-16,0 3 1 0,1 2 1 0,-1 2-2 16,0 2-2-16,2 4-1 0,-2-2 1 15,0 2-2-15,3 0-1 0,-3-3-1 0,2-1 0 0,0-2-1 16,-2-3-1-16,2-4-2 0,0-2 0 16,1-2-1-16,-1-4-1 0,1-3 2 0,-1-4 0 15,3-6-1-15,1-5 2 0,1-3-1 16,-1-3-1-16,4-5-3 0,-2-2 0 0,0 0-3 15,3 0-8-15,-2 0-8 0,-2 1-6 16,1 4-10-16,-1 1-8 0,-1 2-2 0,-2 4 2 16,-1 2 6-16,-1 4 7 0,0 1 12 0,-2 5 10 15,1 1 5-15,-1 3 5 0,-1 3 2 16,0 1 2-16,-1 4 1 0,1 0 8 0,1 3 6 16,0 2 3-16,-1-2 3 0,3 3 3 15,-2 1 3-15,1-3-7 0,1 6-4 0,0-3-2 16,0 1-2-16,-2 1-5 0,2 0-3 0,2-3-3 15,-2 1-1-15,0-1-1 0,1 0-3 0,-1-4-26 16,2 2-78-16,-3-5-96 0,1 1-184 16,-2-2-286-16,0 0-355 0,-1-1-397 0,-1-1-200 15,-1 0 221-15,2 1 747 0</inkml:trace>
  <inkml:trace contextRef="#ctx0" brushRef="#br2" timeOffset="34690.82">7258 5395 262 0,'3'-17'1012'15,"-1"0"560"-15,-2 7-1 0,2 0-295 16,-2 3-512-16,0 4-288 0,0 4-184 0,-2 5-115 16,2 4-79-16,-2 6-47 0,-1 6-23 0,2 5-12 15,-4 8-6-15,4 3-6 0,-3 6-3 16,3 3-2-16,-1 1-28 0,2-1-79 0,0-6-101 15,2-1-205-15,1-9-288 0,0-4-360 0,5-6-405 16,0-6-172-16,0-6 298 0,4-8 780 16</inkml:trace>
  <inkml:trace contextRef="#ctx0" brushRef="#br2" timeOffset="34848.8">7423 5038 345 0,'-13'-13'1182'0,"-4"5"407"0,2 7-172 16,-2 5-301-16,3 2-469 0,-2 4-269 0,6 2-177 16,1 4-85-16,3-2-39 0,4 0-21 0,2 3-28 15,4 1-52-15,3 0-77 0,1-2-88 0,3 2-182 16,3-1-293-16,2 1-331 0,3 0-317 16,-1 0-172-16,5 3 197 0,1 0 664 0</inkml:trace>
  <inkml:trace contextRef="#ctx0" brushRef="#br2" timeOffset="35208.78">7897 5421 711 0,'-8'-5'1752'0,"-5"2"67"0,1 1-401 0,-4 4-375 16,0 0-465-16,0 4-290 0,-1 0-126 15,1 3-59-15,-1 3-33 0,1 3-24 0,0 3-18 16,3 1-11-16,0 4-8 0,4 2-4 0,3 2-3 15,3 2-1-15,1-1-2 0,5-1-1 16,2 0-1-16,3-4-1 0,2-4 0 0,2-5-2 16,1-7-1-16,1-3-4 0,2-8-5 0,-2-6-3 15,2-6-5-15,1-4-1 0,-4-5 2 16,3-5 2-16,-3-1 5 0,-1 0 6 0,-1-1 4 16,-1 2 3-16,-1 3 2 0,-1 5 2 0,-3 1 1 15,-2 6 2-15,0 3 0 0,1 2 0 16,-3 4 0-16,-1 5-1 0,0 4-1 0,0 5-2 15,-1 5 2-15,-1 2-1 0,0 8 0 16,2 1-1-16,0 4 0 0,0 2-1 0,2 2-1 16,1-1-8-16,0 0-20 0,-1 0-59 0,2-4-80 15,-2-4-145-15,1-3-255 0,2-3-324 16,0-7-388-16,1-4-307 0,-1-6-32 0,4-7 625 16</inkml:trace>
  <inkml:trace contextRef="#ctx0" brushRef="#br2" timeOffset="35498.62">8151 5524 190 0,'4'23'798'0,"-3"2"418"15,1 6 98-15,0-2-84 0,-1 6-383 0,2-2-290 16,-1 1-149-16,1-1-88 0,0-2-77 16,-1-1-78-16,2-7-73 0,-2-3-40 0,1-7-23 15,0-5-12-15,-1-7-7 0,1-4-3 16,0-6 0-16,-1-5-4 0,-2-3 0 0,2-3-1 15,-4-6-1-15,2-2 3 0,-2-3 1 0,-1-4 8 16,0-3 3-16,1-2 4 0,-1 0 4 16,2-1 1-16,-1 4 0 0,2 1-6 0,0 3-4 15,0 4-5-15,2 5-4 0,-1 4-4 16,2 1-3-16,2 7-1 0,0 2-1 0,5 4-13 16,0 3-44-16,0 3-80 0,1 3-81 0,3 3-160 15,2 3-277-15,3-1-338 0,6 3-325 16,5-2-162-16,4 3 77 0,2 0 611 0</inkml:trace>
  <inkml:trace contextRef="#ctx0" brushRef="#br2" timeOffset="36404.6">9431 5009 139 0,'0'-10'473'0,"0"3"340"0,0-1 233 16,0 2-113-16,0 1-230 0,2 1-168 16,-2 1-119-16,1 2-97 0,-1-1-50 0,0 2-27 15,2 0-19-15,-2 0-12 0,1 0-20 0,-1 0-4 16,3 3-17-16,0 2-20 0,0 2-22 16,2 5-14-16,-2 5-9 0,2 7-11 0,0 4-14 15,0 5-13-15,1 9-8 0,-3 3-9 16,0 4-3-16,-1 2-11 0,1 5-6 0,-1 1-8 15,-1 0-5-15,1-3-4 0,1-1-6 0,2-6-4 16,1-8-3-16,-1-2-3 0,1-9 1 16,2-4-3-16,3-6 1 0,-3-4 0 0,3-7 2 15,2-7 1-15,-1-7 0 0,4-7 2 16,-2-7-1-16,2-6 0 0,0-4-2 0,4-4 1 16,-3-3-2-16,1-2 0 0,-2 3 1 0,0-2 2 15,0 3 0-15,-2 1 1 0,-3 4 2 0,2 4 1 16,-4 3 0-16,-2 3-1 0,-2 4 0 15,-1 5 1-15,1 1-2 0,-4 4 1 0,-1 4-2 16,0 3 0-16,-3 3-1 0,-3 4-2 16,1 5-1-16,0 4 0 0,-1 2 1 0,-2 1 0 15,0 5 2-15,2 4 1 0,-2 1 1 0,2 5 1 16,-2 0-1-16,0 2-1 0,3 0-1 16,2-3-2-16,1-2 0 0,2-4-2 0,4-4-1 0,0-4-7 15,4-5-11-15,2-5-36 0,1-5-76 16,0-7-80-16,3-6-145 0,1-4-221 0,2-5-328 15,0-5-337-15,2-2-204 0,1-2-32 16,1-2 500-16,-2 1 576 0</inkml:trace>
  <inkml:trace contextRef="#ctx0" brushRef="#br2" timeOffset="36849.08">10019 5374 124 0,'3'-7'659'16,"-3"1"450"-16,-3 4 140 0,0 4-121 0,-2 4-298 16,-1 5-199-16,-1 2-156 0,0 3-99 15,0 4-71-15,1 2-63 0,-1 2-76 0,3 0-65 16,-1 2-42-16,4 1-22 0,-1-2-11 15,4-1-5-15,-1 0-4 0,5-5-8 16,1 0-4-16,1-4-3 0,4-6 0 0,1-3-1 0,1-6 2 16,3-5 0-16,2-3-1 0,-1-9 0 15,4-2-2-15,-2-3 0 0,0-1 0 0,0-2-3 16,-2 0 2-16,-3 1 1 0,1-1 0 16,-2 5 0-16,-4 2 0 0,-2 1 2 0,1 2 1 15,-4 3-1-15,-2 2 2 0,-1-1-1 16,-1 4 0-16,-1 1 0 0,-1-2 0 0,-1 4-1 15,2 1-1-15,-1 0 1 0,-1 0-1 0,2 1 0 16,-2 2-1-16,2 0 0 0,0 0-1 0,0 0 1 16,0 0 0-16,0 5-2 0,0-1 1 0,0 4 1 15,0 2 2-15,0 2 1 0,0 3 4 16,2 3 3-16,-2 4 3 0,2 0 1 0,-1 5 0 16,1 0 0-16,-1 4-3 0,-1 4 1 15,2 2 0-15,0 3 2 0,-1 1 0 0,-1 1-2 16,-3 3 1-16,1 0-5 0,1-1-3 15,-2 1 0-15,-1-1-1 0,1-5 1 0,-2 4 1 16,-1-5 0-16,0 0-2 0,1-3-1 0,0-5-2 16,0-6-1-16,-1-2-1 0,2-5-4 0,-1-5-10 15,0-6-25-15,0-4-64 0,2-8-73 16,-2-7-133-16,4-6-224 0,1-5-312 0,1-8-353 16,1-4-269-16,1-9-97 0,2-5 472 15,1-6 657-15</inkml:trace>
  <inkml:trace contextRef="#ctx0" brushRef="#br2" timeOffset="37161.9">10490 5168 331 0,'0'-4'1248'0,"-3"3"486"0,-2 4-203 16,-1 1-348-16,1 5-492 0,0 0-269 0,-1 1-194 16,0 3-99-16,4 0-50 0,-1-1-32 0,3 2-21 15,3-1-11-15,3 2-9 0,1-1-2 16,1 1-2-16,3-2 0 0,3-1-2 0,0 2 0 15,0-1 0-15,2 0 0 0,0 0 1 16,-1 0 1-16,0-1-1 0,-2 3 1 0,-1-1 1 16,-2 2-1-16,-4 4-1 0,-1 1 1 15,-3 3 0-15,-4 3-1 0,-3 1 0 0,-1 4 0 0,-2 1 0 16,-3 1 0-16,0-1 0 0,-2-1 0 16,1-3-2-16,0-1-10 0,0-9-27 0,4-4-60 15,0-6-69-15,3-6-82 0,2-7-145 16,3-5-210-16,0-9-307 0,5-1-246 0,1-3-197 15,1-6-19-15,2-4 445 0,5 0 525 0</inkml:trace>
  <inkml:trace contextRef="#ctx0" brushRef="#br2" timeOffset="37347.83">10966 4710 122 0,'3'-13'779'0,"2"8"682"0,-5 5 162 16,0 9-260-16,-3 4-452 0,1 8-357 0,-3 5-181 15,1 8-142-15,-1 5-90 0,0 5-47 16,1 4-31-16,-1 7-20 0,0 4-15 0,0 4-9 16,2 2-5-16,0 3-6 0,1 0-4 0,2-2-7 15,0-2-22-15,3-8-66 0,-1-4-85 0,1-8-162 16,0-5-281-16,-1-8-336 0,1-5-408 16,0-8-280-16,-1-7 59 0,0-6 746 0</inkml:trace>
  <inkml:trace contextRef="#ctx0" brushRef="#br2" timeOffset="37557.39">10761 5247 172 0,'-10'-27'788'0,"2"5"450"0,0 6 128 16,0 4-108-16,2 3-406 0,1 3-307 0,2 4-160 16,1-2-94-16,2 6-83 0,4 0-73 0,0 2-57 15,4 0-37-15,5 2-20 0,0 0-10 0,4 2-6 16,1-3-4-16,2 3-31 0,2 1-74 15,0-1-75-15,0 1-145 0,2 1-236 0,0-1-329 16,-2 2-330-16,3 2-213 0,0 0-4 16,-1 0 537-16</inkml:trace>
  <inkml:trace contextRef="#ctx0" brushRef="#br2" timeOffset="38156.68">11271 5335 188 0,'-6'7'1165'0,"-2"4"639"0,-3 3-184 0,1 3-378 15,-4 0-460-15,2 5-306 0,-4 2-228 0,3 1-101 16,3 0-51-16,0 1-30 0,3-1-23 0,2-4-17 16,5 0-13-16,2-4-7 0,6-4-5 15,1-2-2-15,4-6-6 0,4-5-7 0,3-4-11 16,0-8-17-16,2-3-26 0,-1-4-34 16,-1-1-38-16,1-1-33 0,-4 4-15 0,0 0-3 15,-4 2 26-15,1 5 36 0,-3 5 52 0,-2 2 44 16,-3 4 23-16,1 5 24 0,-3 5 27 15,-1 4 29-15,-3 6 10 0,0 3 3 0,0 6-2 16,0 1-9-16,2 2-17 0,-1 1-21 16,1-3-15-16,-1-3-5 0,3-3-4 0,0-5-4 15,2-5-4-15,-1-7-6 0,0-8-6 16,1-8-6-16,-1-7-6 0,4-7-3 0,-4-8-2 16,2-3 3-16,-1-6 6 0,0-7 10 0,-1-1 3 15,0-7 9-15,-1-6 2 0,1-5 4 0,2-4 16 16,-2-6 20-16,2-3 19 0,1-1 16 15,3-1 16-15,3 1 6 0,2 4-5 0,1 6-13 16,-2 9-6-16,-3 9-7 0,-2 10-8 0,-2 9-9 16,-2 10-9-16,0 10-9 0,-6 9-8 0,2 8-7 15,-4 8-5-15,2 6-1 0,0 9 3 16,-4 7 6-16,2 8 4 0,1 8 3 0,-4 9 2 16,0 7-20-16,0 8-14 0,0 4 0 0,1 2 0 15,-1 2 0-15,5-5 0 0,5-3 0 16,-1-6 0-16,6-9 0 0,0-6 0 0,4-7 0 15,-1-10 0-15,2-7 0 0,-2-8 0 16,3-9 0-16,-2-6 0 0,-3-4 0 0,3-4 0 16,-4-1 0-16,-2-1 0 0,-1 0 0 0,0 3 0 15,-2 0 0-15,-2 3 0 0,0 2 0 0,0 2 0 16,2 2 0-16,-4 3 0 0,1 3 0 16,-1 2 0-16,-1 2 0 0,0 2 0 0,2 1 0 15,-2-2 0-15,0-1 0 0,2-2 0 16,-1-2-8-16,-1-4-62 0,2-5-79 0,-2-6-142 15,0-5-251-15,3-5-325 0,0-7-413 0,-1-4-445 16,1-4-70-16,0-4 681 0</inkml:trace>
  <inkml:trace contextRef="#ctx0" brushRef="#br2" timeOffset="38315.32">11938 5128 391 0,'-7'-21'1650'0,"-1"9"333"15,-2 5-435-15,-1 7-430 0,-2 5-421 16,-1 5-376-16,0 3-160 0,1 2-72 0,2 1-34 15,3 0-21-15,2 0-16 0,4-1-12 16,4 0-11-16,4-1-19 0,-1-2-41 0,2-2-87 16,3-1-169-16,0-2-267 0,2-1-340 15,3 0-433-15,2-1-425 0,-1 1 41 0,4-4 864 16</inkml:trace>
  <inkml:trace contextRef="#ctx0" brushRef="#br2" timeOffset="38715.26">12413 4659 9 0,'1'-17'592'0,"1"4"730"15,-4 6 354-15,1 2-216 0,-2 5-397 0,-1 6-432 16,-1 3-209-16,1 6-157 0,-1 4-100 16,1 4-50-16,0 2-29 0,1 7-16 0,3 2-12 15,-1 5-7-15,-1 5-8 0,0 4-8 16,1 7-8-16,-1 5-8 0,0 3-4 0,1 5-6 15,-1 3-3-15,2 2-3 0,0 0 0 0,2 0-1 16,1-3-4-16,0-3-10 0,2-9-14 0,0-5-22 16,1-6-40-16,-1-8-78 0,-1-6-87 15,-2-8-149-15,-2-5-221 0,-2-6-324 0,2-3-329 16,-4-6-193-16,-2-8-19 0,-1-2 532 16,-1-4 571-16</inkml:trace>
  <inkml:trace contextRef="#ctx0" brushRef="#br2" timeOffset="38948.44">12204 5436 30 0,'-1'-7'591'0,"1"1"521"16,0 0 207-16,0 4-127 0,1 0-326 16,2-1-345-16,-1 2-164 0,5-1-75 0,2 2-46 15,0-1-30-15,5 1-34 0,1 0-45 0,3 0-39 16,2-2-38-16,2 2-23 0,3-1-14 15,0 1-11-15,2 1-43 0,-1 1-64 0,2-1-59 16,-1 2-75-16,-2 3-139 0,2 0-204 0,-2 1-274 16,-1 3-215-16,0 0-198 0,-1 2 11 15,-1-1 414-15</inkml:trace>
  <inkml:trace contextRef="#ctx0" brushRef="#br2" timeOffset="39356.03">12780 5538 305 0,'4'0'866'0,"-2"0"387"0,1 0 131 0,-3 0-179 16,2 0-352-16,-1 0-273 0,-1 0-153 15,-1 0-102-15,-1 1-98 0,2 1-82 0,-1 0-54 16,-1 2-32-16,2-1-18 0,-2 3-12 0,1-2-10 16,-1 2-6-16,2 3-5 0,-1 0-4 15,1 0-1-15,1 2-3 0,-1-2 0 16,2 0-1-16,1 0 0 0,0 0-1 0,0-3 1 16,2 1 0-16,-2-1 0 0,2 0 1 0,-2 1-1 15,3-3 0-15,-2 0 1 0,0 2 0 16,0-1 1-16,0 1 0 0,-1-2 0 0,0 2 0 15,2-2-1-15,-2 1 0 0,-1 0-1 0,1-3 0 16,0 0-1-16,1-2 1 0,0-2-1 0,1 0 2 16,0-4 0-16,-1-2 0 0,1-1 0 15,2-1 1-15,-1-2 0 0,-2 1 0 0,1 2-1 16,-2 1 2-16,2 2-1 0,-3 4 2 16,1 2 4-16,-1 2 5 0,-1 4 7 0,2 5 4 15,-1 4 5-15,-1 3 4 0,-1 6 2 0,0 2-2 16,0 4-4-16,0 1-4 0,0 2-4 15,3 0-7-15,-1 1-6 0,1-5-5 0,2 0-3 16,-2-2-2-16,2-5-2 0,-2-3-6 0,3-1-12 16,-1-8-18-16,0-1-31 0,-3-3-67 15,-1-3-79-15,1-3-131 0,-2 0-206 0,0 0-311 16,0 0-338-16,0 3-249 0,0 0-98 16,1 1 443-16,-1 2 633 0</inkml:trace>
  <inkml:trace contextRef="#ctx0" brushRef="#br3" timeOffset="47140.76">21643 1848 28 0,'-2'-6'277'0,"1"0"178"15,-1 2 165-15,1-3-23 0,1 3-158 0,-3 2-87 16,1-4-31-16,2 3-10 0,2 1 27 0,1 1 2 15,-3 0-14-15,0 1-29 0,0-2-37 0,1 2-43 16,-1-2-51-16,0 2-37 0,0 0-29 16,0 0-22-16,0 0-21 0,0 0-18 0,-1 0-12 15,1 4-11-15,0-2 4 0,0 4 3 0,-3 4 4 16,3 4 9-16,3 1 62 0,-3 7 56 0,3 3 18 16,0 5 22-16,0 4 20 0,1 5-6 15,-3 7-51-15,2 3-41 0,-1 5-15 0,0 5-24 16,-1 5-22-16,-1 7-6 0,3 4-2 0,-3 7-6 15,0 4-11-15,5 4 1 0,-5 1-4 16,1 3-3-16,-1 5 2 0,2 1 0 0,-4 1 2 16,2 4-8-16,-1-3-2 0,-4 3-2 0,2-5-5 0,2 1-2 15,-3 1-3-15,1 1 5 0,2-1 1 16,-3 0-1-16,3 0 2 0,-3-2 0 0,1-2 1 16,-3 2-4-16,2-1-3 0,-3 0 0 15,-1-1-4-15,-3-1-4 0,3-3 2 0,-3 0 0 16,0-1 1-16,-2-3 1 0,2 1 0 0,-3-1 2 15,1-4-3-15,1-2-2 0,1-5-2 16,-1-4-1-16,2-2 1 0,0-6 1 0,4-3 1 16,-2-7 1-16,-1-5 0 0,2-2 1 0,1-8-3 15,-1-5-6-15,4-11-7 0,-3-7-13 16,5-8-20-16,-3-8-36 0,1-7-68 0,1-12-74 16,-1-7-89-16,2-9-155 0,-3-7-229 0,3-6-299 15,1-9-212-15,1-5-164 0,-1-9 82 16,0-6 511-16</inkml:trace>
  <inkml:trace contextRef="#ctx0" brushRef="#br3" timeOffset="47982.95">21363 1885 226 0,'3'-2'675'0,"1"-2"355"0,0-4 126 0,3 1-193 15,-1-4-270-15,7 0-147 0,-2-4-60 0,4 0-67 16,0-2-65-16,2-4-57 0,2 0-71 0,2-3-59 16,1-2-64-16,0 1-33 0,3-1-22 0,-1-2-9 15,1 3-4-15,-1-3-11 0,-2 2-6 16,4 0 0-16,-4 2 2 0,-4 2 3 0,0 2 1 16,-2 4 0-16,-5 0-2 0,-1 6-4 0,-1 2 1 15,-3 4-4-15,-1 3-1 0,1 4 1 0,-1 3 0 16,0 4 0-16,-1 4-2 0,1 4-1 0,-2 4-1 15,1 2-1-15,-3 2-1 0,2 4-2 0,1 0 0 16,-3 0-1-16,-1 1-3 0,2-2 1 0,-1-1-3 16,1-1-1-16,1-1-2 0,-3-4 0 0,0 0-1 15,1-4-1-15,-1 0-3 0,0-4-7 16,0 0-18-16,-1-5-46 0,-5-2-76 0,-1-2-126 16,-2-4-210-16,-4-1-304 0,0-3-361 0,1-1-345 15,-6-4-134-15,0-1 433 0,-2-3 702 0</inkml:trace>
  <inkml:trace contextRef="#ctx0" brushRef="#br3" timeOffset="48508.13">20421 1159 234 0,'0'-1'662'0,"0"1"362"0,-2 0 125 16,2 0-226-16,0-1-295 0,0 1-196 0,2 0-138 16,-2 0-94-16,0 0-27 0,2 2 35 0,-2 4 35 15,1 2 10-15,-1 2-10 0,2 2-8 0,0 5-33 16,-1 3-59-16,-1 1-51 0,0 5-28 0,0 2-14 15,-1 0-16-15,-1 0-10 0,0 1-6 16,2-2-3-16,-3 0-6 0,1 0-4 0,1-2-2 16,-1-2-1-16,1 1-1 0,-1-2-1 0,0-2 0 15,1-2-4-15,1-2-24 0,-2-2-47 0,2-5-65 16,0-3-92-16,-1-4-164 0,1-2-279 0,0-4-307 16,1-5-293-16,-1-2-204 0,0-2 132 0,2-3 607 15</inkml:trace>
  <inkml:trace contextRef="#ctx0" brushRef="#br3" timeOffset="48715.6">20329 1054 118 0,'4'3'629'0,"-3"4"383"15,2 0 111-15,1-3-93 0,2 1-419 0,2-1-276 16,0 1-128-16,6-2-63 0,-2 1-33 0,6 2-19 15,-1-1-6-15,4-1-30 0,1 2-27 0,0-2-11 16,3 2-7-16,1 0-2 0,-1-1-8 16,0 3 0-16,-1-4 15 0,1 3 6 0,-3-1-1 0,-1 0 0 15,-4-1-12-15,-1 3-70 0,-6-2-126 0,-6 1-169 16,-4 2-295-16,-3 0-274 0,-5 3-233 0,-3 2 4 16,-3-1 334-16,-6 4 428 0</inkml:trace>
  <inkml:trace contextRef="#ctx0" brushRef="#br3" timeOffset="48932.69">20193 1645 11 0,'-3'7'500'0,"3"-1"466"0,0-1 227 16,-3-2-73-16,3 2-335 0,3-2-355 0,-1 0-201 16,2 0-118-16,3 0-59 0,1 0-22 0,4 1-11 15,3 1-8-15,3-1-6 0,0 2-2 0,4 0 1 16,0 2-4-16,3 0 1 0,1 0-1 15,4 3-21-15,-1 0-74 0,2 1-117 0,-1-1-199 16,3 3-286-16,-1-1-256 0,1 5-177 0,0 1 91 16,0 1 370-16</inkml:trace>
  <inkml:trace contextRef="#ctx0" brushRef="#br3" timeOffset="50810.36">20716 5727 55 0,'4'0'413'15,"-1"-2"269"-15,0 0 166 0,0 1-9 0,2 0-305 16,-2-1-190-16,3 0-71 0,1 2-31 0,-1 0 9 15,1 0 14-15,-1 2-27 0,3 1-20 16,-1 0-42-16,-1 1-32 0,2 1-38 0,0 0-18 16,1 3 12-16,1-2-3 0,3-2-9 15,1 2 0-15,0-1-3 0,1 0-12 0,3 0-27 16,2-1-13-16,1-1 72 0,2 0 29 16,1 0 11-16,2-2-3 0,3-1-4 0,-4 2-10 15,4 0-60-15,1-1-30 0,0 0-18 0,-1-1-7 16,3 2-5-16,-3 0 3 0,2-2 1 0,0 1 3 15,-2 2 1-15,0 0-1 0,-2-1 9 16,2 1 1-16,-1 0 2 0,-4 0-2 0,2 1 0 16,2 1 2-16,-6-2-10 0,2 1-5 15,1 1-4-15,-1-1-2 0,-1 1 0 0,0-1-1 16,2 1-1-16,0-1-1 0,-2 2-1 0,3 0-1 16,1 0 1-16,0-1-1 0,2 4-2 0,0-3 1 15,0 2 1-15,4-1-1 0,-3 0 0 16,3 1-1-16,-1-1 7 0,2 1 5 15,1-1 2-15,2 1 0 0,-3-2 1 0,3 1 0 16,0-1-5-16,-1 0-4 0,1 0 1 0,0 0-2 16,0 0 0-16,2-1-1 0,-2-1 0 0,1 0-2 15,4 0-1-15,-4 0 0 0,3 0 0 16,2 1 1-16,-5 0 0 0,4 0-1 0,0 2 0 16,-4-1 0-16,4 1-1 0,-1-1 0 15,-2 2-1-15,1-1 0 0,2 0 2 0,-4 3 0 16,1-3 1-16,2 1 1 0,-2-1 0 0,2 1 1 15,-2-1 0-15,3 2 0 0,-2-1-2 16,3-1 0-16,-1-1 0 0,3 0 1 0,-3 0-1 16,1-1-1-16,0-1 0 0,-1 0 0 0,3-1 0 15,-3-1-2-15,1 2 1 0,0-4 0 16,-3 0 1-16,3 0 0 0,-1 0 1 0,1 0 0 16,-1-2 1-16,-2 2-1 0,3 0-1 0,-1 0 1 15,1 0 0-15,1 2 0 0,-2-1 0 16,2 2 0-16,0-1 1 0,-3 0-2 0,1 1 0 15,1 2 0-15,0-2-2 0,-1 0 2 16,1 1-2-16,-1-1 1 0,0 1 2 0,-1 0-1 16,1-2 3-16,1 2-1 0,1-2 2 0,2 2-1 15,1-3-1-15,2 2 0 0,1-3 0 16,3 0-2-16,-1 0 0 0,3-2 2 0,-1 0 4 16,2-2 3-16,0 2 1 0,1-3 1 0,-1 2 2 15,2-1-2-15,-2 1-4 0,3 0-2 0,0 0-1 16,0 1-1-16,0 2 0 0,1 0-2 15,1 0-1-15,0 2 1 0,-1-2-1 16,1 3 0-16,1-2-1 0,-3 2 0 0,0 0 2 16,1 0 0-16,-1 0 1 0,0 0 0 0,1 0 1 15,3 2 0-15,-3-3-1 0,3 3-1 0,-4-3-1 16,1 2 0-16,1-1-1 0,0 1-1 16,-2-2 0-16,-1 2 1 0,-3-2 1 0,3 2 1 15,-2-3 0-15,0 0 2 0,-1 1-1 0,3-1 1 16,-3 2-2-16,1-1-1 0,-1 1 1 15,0 0-2-15,0 0 1 0,-2 1-1 0,-3-1-1 0,3 2 1 16,-7-1-1-16,4 0 2 0,-3 1 0 16,-1 1 1-16,0-1 0 0,-1-1 1 0,1 2 0 15,-1 0 1-15,1 0-1 0,1 0-1 16,1 2 0-16,-1 1 1 0,-1-2-1 0,-3 2-1 16,4 0-1-16,-6-3 1 0,1 1-1 15,-4 1 1-15,0-2-1 0,-5 2 0 0,1-2 0 16,-6-2-1-16,-3 1 1 0,0-3-1 0,-4 0 2 15,-5 1-1-15,0-3 1 0,-5 1 1 16,-2-1 2-16,-1 2-1 0,-5-2 2 0,0 0 0 16,-4-2 0-16,0 2-1 0,-2-1-2 0,-1 1 0 15,0-1 0-15,-2-1-1 0,-2 0-1 16,1 1 0-16,2 0 0 0,-1-1 0 0,-2 1-1 16,2-1 1-16,1 1-1 0,-1-2 0 0,1 1-3 15,-1 1-8-15,1-1-17 0,3-1-39 16,-2 0-71-16,1-1-70 0,-1-1-111 0,1 1-175 15,1 0-286-15,-1-1-296 0,2-1-210 16,0 1-152-16,0 1 243 0,-3-2 578 0</inkml:trace>
  <inkml:trace contextRef="#ctx0" brushRef="#br3" timeOffset="51097.22">29104 6276 280 0,'-9'-7'1045'0,"-5"3"585"15,3 0-60-15,-3-1-319 0,1 1-499 0,-2-1-274 16,5 2-173-16,0 0-125 0,3 0-68 0,3 1-43 16,4 1-25-16,0-2-20 0,4 2-10 15,6 1-8-15,1 0-4 0,3 0-1 0,4 1-1 16,2 3 1-16,4 1-1 0,1 2 0 0,1 4 1 16,1-3 1-16,-2 4-1 0,2 1 1 0,-2 1-1 15,-1 1 1-15,-5 3-1 0,0 0-1 16,-6 1 1-16,-4 1 1 0,-3 1-2 0,-4 0 1 15,-6 0 0-15,-5 1-1 0,-2 0-1 16,-3-2 1-16,-4 1 0 0,-4 1 0 0,2-3-1 16,-6 2 1-16,1-4-2 0,-2 2-11 0,1-1-26 15,-1-3-59-15,1-2-74 0,1-3-105 16,3 1-186-16,0-3-306 0,6-1-330 0,-1-1-267 16,4-1-152-16,0-1 260 0,5 1 651 0</inkml:trace>
  <inkml:trace contextRef="#ctx0" brushRef="#br3" timeOffset="51731.8">29036 7077 16 0,'8'-8'409'0,"0"2"348"16,2-1 232-16,-2 1 65 0,1-2-305 0,4 2-239 15,-1 0-143-15,1 0-86 0,6-1-10 0,0 1 40 16,2 1 35-16,2 2-15 0,1-1-26 15,1 1-31-15,-1 1-53 0,2 2-70 0,-1 0-60 16,-3 3-32-16,0 2-17 0,-5 2-9 16,2 1-4-16,-4 3 1 0,-1 2-2 15,-6 2-2-15,-4 3 1 0,0 2-1 0,-6 2-3 16,-1 3-1-16,-5 1-2 0,-6 1-1 0,-1 0-4 16,-2 1 0-16,-4 1 0 0,-1 1-3 0,-1-2-1 15,-2 1-1-15,-1-2 0 0,4 1 0 16,-3-2-1-16,-1 0 1 0,3-3-2 0,2 1-1 15,-1-1 0-15,5-2-3 0,1-2-1 16,2-1-2-16,6-1-1 0,3-2-1 0,2 0 0 16,6-4-2-16,3 2 0 0,5-3-2 0,3-3-2 15,7-2-9-15,1-4-9 0,4-1-20 0,4-2-54 16,1-4-80-16,4 1-132 0,3-4-195 0,0 0-310 16,1 0-363-16,3 0-311 0,-2-1-102 15,-2-1 453-15,2 0 642 0</inkml:trace>
  <inkml:trace contextRef="#ctx0" brushRef="#br3" timeOffset="52062.54">29982 7452 538 0,'4'-3'1370'0,"-4"4"316"0,-3 2-256 16,-1 5-368-16,-1 3-446 0,0 5-219 16,-3 0-169-16,3 4-88 0,-2 0-40 0,4 3-31 15,0 0-23-15,-1-2-16 0,6 4-12 0,1-4-6 16,5 0-5-16,0-5-2 0,5 0-3 0,4-6 1 15,0-2-1-15,7-5-1 0,0-5 1 16,2-2 0-16,4-3-1 0,-1-4 0 0,-1-3-1 16,0-1 1-16,-2-2 0 0,0-1 1 0,-3-1 0 15,-4-1 1-15,-5 1 1 0,-2-2-1 0,-6 1 1 16,-5-2-1-16,-5 1 1 0,-2-1-2 0,-6-1 0 16,-5 0-1-16,-2 1-1 0,-3 3 0 0,-5-1-2 15,-1 4 1-15,-1 4 0 0,1 1 1 16,-2 6-1-16,1 3 1 0,2 4-1 0,-1 2 0 15,2 3-2-15,1 4 0 0,3 0-11 0,1 3-28 16,2-1-73-16,1 3-78 0,2-3-144 16,0 1-254-16,5-3-329 0,0 0-360 0,0 2-227 15,3-5-18-15,1 0 581 0</inkml:trace>
  <inkml:trace contextRef="#ctx0" brushRef="#br3" timeOffset="52279.48">30033 7386 260 0,'12'-8'887'0,"-2"2"496"0,-2 1 53 16,-3 3-237-16,2 0-477 0,-2 0-237 16,0 2-130-16,-1 2-108 0,3 1-73 0,-1 0-39 15,3 2-35-15,-1-1-37 0,4 2-27 0,-2 1-15 16,2-1-9-16,2 1-8 0,0-1 0 0,1 1-3 16,3 0-6-16,0-2-37 0,-2 1-78 0,1-1-81 15,-4-1-170-15,1 1-292 0,-5-2-342 0,3 1-339 16,-3 1-180-16,-5 0 131 0,0-3 677 0</inkml:trace>
  <inkml:trace contextRef="#ctx0" brushRef="#br3" timeOffset="55766.75">22184 5351 72 0,'-1'1'418'16,"1"-1"277"-16,-2 1 195 0,0 0-21 0,1 1-278 15,1 1-173-15,0-3-87 0,0 0-46 0,0 2-39 16,0-2-33-16,0 3-38 0,0-3-42 16,1 1-43-16,-1-1-29 0,2 2-7 0,0-2-8 15,-1 1 10-15,1 1 14 0,4 1 7 0,-5-2 0 16,6 3 36-16,-1 0 47 0,1 0 5 15,2-1-5-15,0 3-8 0,-1-1 30 0,5-2-18 16,0 1-37-16,-2 0-21 0,4 1-13 0,-2 0-8 16,4-3-35-16,-1 3-21 0,2-2-11 15,-1 2-7-15,2-2-2 0,1 0 4 16,-2 0 1-16,3-1 2 0,-3 0-1 0,2 0 0 16,0 0-1-16,-1-1-5 0,2-1-3 0,-3 1-3 15,0 1 1-15,-1-2-1 0,4 0-1 0,-7 2 2 16,3-2 0-16,-1 1-1 0,0-1 6 15,-2 0 4-15,2 0 1 0,-2 0 2 0,-1 0-1 16,1-1 2-16,-1-1-5 0,3 0-3 16,-2 1-1-16,2-2 0 0,-2-1-1 0,3-1-1 15,-2-1-1-15,4 1-1 0,-3-3-2 0,2 1 1 16,0-2-1-16,1 0 0 0,1-1 0 16,1 0-1-16,-4-1 1 0,5 0-1 0,-2 1 0 15,-2-2-1-15,1 0 0 0,0 0 1 0,0 1 0 16,0-2-1-16,-3 0 1 0,1 1 0 0,-1-1 1 15,1 0-1-15,-4 0 2 0,3 0 2 16,-2-2 3-16,-2 2 3 0,2-4 0 0,-5 2 1 16,4 0 0-16,-2-2-4 0,-1 1-2 15,0-1-2-15,0-2 0 0,0 0-1 0,0-2 0 16,0 0-1-16,0-2 0 0,2-1-1 16,-1 1 0-16,0-2-1 0,2-2 0 0,0 2 0 15,1-1-1-15,-2-1 0 0,0 1-1 0,2-1 0 16,-1-1 0-16,0 2 1 0,0-4 1 15,1 2 1-15,-3 0 2 0,2 2-1 0,0-2 1 16,-4 0 0-16,4 2-1 0,-4-3 2 16,-1 3-7-16,0-1-3 0,3 1-1 0,-3-2-1 15,2 3-1-15,1-3-2 0,-3 2 5 0,1-2 3 16,-1 0 1-16,3-1 1 0,-1-1-1 0,-1-1 5 16,2 2 3-16,-1 0 0 0,-1-2 1 15,4 1 0-15,-5-1 0 0,3 2-3 0,0-2-2 16,-2 2 0-16,1 0 0 0,1-1-5 15,-2 2-2-15,-1 0-1 0,3-1-2 0,-3 2 0 16,0-2-2-16,3 3 5 0,-5 1 1 0,2-1 2 16,1 1 0-16,0 0 1 0,-1 1 0 15,0-1 0-15,1 0 0 0,0 0 1 0,1-1-1 16,1-1 0-16,0 1 4 0,-1-2 3 16,1 2 1-16,0-2 0 0,0 1 0 0,-1 1 1 15,0-2-6-15,0 2-3 0,0-1-1 0,0 2 1 16,0 0 0-16,0 0 1 0,-1 0 0 0,0 0 1 15,1 0 1-15,1 0-2 0,-1 0-3 0,-1 0-2 16,2-3-2-16,0 3-2 0,0-1 0 16,0 4-1-16,0-2 5 0,1 1 1 0,-2 2 2 15,2 0 0-15,-3 3 1 0,4-2-1 0,-2 1 0 16,1 1 2-16,-1-1 0 0,2 0-1 0,1 0 1 16,-1 1 0-16,3-1 0 0,-3-1-1 0,2 0 1 15,0 1 0-15,0 0-1 0,0-1 1 0,0 1 0 16,0-1-1-16,0 1 1 0,0 1-1 15,-1 1 1-15,-2-1-1 0,1 3 0 0,0 2-1 16,-4-2 0-16,4 4 2 0,-4 1-1 0,1-1 0 16,0 1 0-16,0 1 1 0,0 0 0 0,0 0 0 15,0 1-2-15,-2 2 2 0,4-1 0 16,-2 1-1-16,2-2 1 0,-3 1 0 0,5-1 1 16,-1 1-1-16,3 0 0 0,-3-1 0 0,0-1 0 15,0 2-1-15,1 1 1 0,-1 0 0 0,-2 0 0 16,2 1-1-16,-4 0 1 0,-1 1 0 0,2 0-1 15,-2 2 1-15,-4-1 0 0,3 1-1 16,-2 0 1-16,1 2-2 0,-2-2 2 0,1 2 0 16,2 2-1-16,-2-2 1 0,-1 2 0 0,4 0 0 15,-3-1 0-15,1 2 0 0,1 2 0 0,-3-2 0 16,2 1 1-16,1 1-1 0,-1 1 1 16,1 0 5-16,-1 0 2 0,1 1 1 0,0 1 1 15,-1-1-1-15,-1 3 2 0,4-2-6 0,-2 1-2 16,-1 1-2-16,2 1 0 0,0 1 0 0,1-3-1 15,-1 2 1-15,1 1 0 0,0-2 1 16,-1 2 1-16,0 0-6 0,0 2-1 0,1-2 0 16,-1 1 2-16,-2 2 2 0,2-2 0 0,-2 4 4 15,1-2 4-15,-1 3-3 0,1-3 0 0,-3 3-1 16,1 0-2-16,-1 0 1 0,1 3 0 16,-1-1 0-16,-1 0 0 0,0 0 0 0,-1 1 0 15,1 0 0-15,-2-1 0 0,3 1 1 0,-4 0 0 16,2 0 1-16,-2 1 0 0,0-1 0 0,0 0-1 15,0 2 4-15,-2-2 1 0,2 1 2 0,-4 0-1 16,4 0-1-16,-1-2 0 0,-1 3-5 16,1-4-3-16,-1 0 0 0,0-1-1 0,2 1 1 15,-1-2 2-15,-1 1-2 0,1-1 2 0,1 0-2 16,-2 2 0-16,0-5 1 0,1 4-1 0,1-1 1 16,-4-2 1-16,4 3-1 0,0 0 1 15,0 0 0-15,-1 1-2 0,-1-2 1 0,2 2 0 16,-1-1 1-16,1 3 3 0,-3-2 3 15,1 0 1-15,2-1 1 0,-1 1-1 0,1 0 0 16,-2-2-5-16,2-1-2 0,-1 2-1 0,1-3-2 16,-2 1 1-16,0-1 0 0,2-2 0 15,-1 2 0-15,-1-1 1 0,1-1 0 0,-3 1 2 16,3-1 1-16,-3 1 1 0,1-1 2 16,2 2 0-16,-4 0 0 0,2-1-1 0,-2 0-3 15,4 1-1-15,-3 0-2 0,3 1-1 0,-1-3 0 16,1 2-1-16,-1-2 1 0,2 1 0 0,-2 1-1 15,2-3 1-15,0 0 0 0,0 2 0 16,0-3 1-16,0 1-1 0,0 1 1 0,0-1 0 16,0-2 0-16,0 2 0 0,0 0-1 15,0-2 1-15,0 3 0 0,0-3 0 0,0 3 1 16,0-2-1-16,0 0 0 0,2-1-1 0,-2 2 1 16,2-1-1-16,-1-1 1 0,-1 1-1 15,3-1 1-15,-1 1 0 0,0-1-1 0,-1 2 0 16,3-1 1-16,-3 1-1 0,1-2 0 0,-1 2 0 15,1 0 0-15,1-1 0 0,-2 2 1 16,1-2 0-16,-1 1-1 0,1-1 0 0,0 2 1 16,-1-2 0-16,1 0-1 0,0 1 0 0,1 1 0 15,-2-3 0-15,1 0 0 0,0 1-1 16,-1-3 1-16,1 3 0 0,-1-3 1 0,4 4-1 16,-4-3 0-16,1 0 0 0,-1 0 0 15,3 1-1-15,-3-1 1 0,1 1 0 0,0 0 0 16,-2 0-1-16,1 1 1 0,1-1 0 0,-1 1-1 15,1-1 1-15,0 1-1 0,-1-2 1 16,1 3 0-16,-1-1 0 0,3-2-1 0,-4 2 0 16,2 1 0-16,2-1 0 0,-3 1 1 15,1-2 3-15,-1 2 1 0,3 0 2 0,-3-1-1 16,2-1 1-16,1 3-1 0,-1-3-1 0,0-1-2 16,0 1 0-16,2 1 0 0,-1-2 0 15,0 1-1-15,0 0 1 0,0 0-1 0,-1 2 0 16,2-1 0-16,-4-2-1 0,4 2 0 15,-2 0 0-15,2 0 0 0,-4-1 0 0,2 1 0 16,-1-1 0-16,1 0 0 0,1 1 0 0,-1 1 0 16,-2-1 0-16,4-1 0 0,-4-1 0 0,2 1 0 15,1-1 0-15,-1 0 0 0,0 0 0 16,-1 0 0-16,1-3 0 0,-1 0 0 0,-1 0 0 16,2 0 0-16,-1-1 0 0,1-1 0 15,-2 1 0-15,1 0 0 0,-1-1 0 0,-1-1 0 16,2-1 0-16,0 3 0 0,-2 0 0 0,0-1 0 15,1 0 0-15,-1 1 0 0,0 1 0 16,0-1 0-16,2 2 0 0,-2-2 0 0,2 3 0 16,-2-1 0-16,3-1 0 0,-3 2 0 15,1 0 0-15,3 1 0 0,-3-2 0 0,4 3 0 16,1-1 0-16,-1 2 0 0,0-3 0 0,1 3 0 16,0-1 0-16,3 0 0 0,-4 1 0 15,3 1 0-15,0-3 0 0,0 2 0 0,0-1 0 16,-2 1 0-16,2-1 0 0,0-1 0 15,0 1 0-15,-2 0 0 0,3 0 0 0,0 1 0 16,-1-3 0-16,0 2 0 0,-2 0 0 0,3-1 0 16,-1 0 0-16,-1 0 0 0,-1 0 0 0,3 1 0 15,-1-2 0-15,-1 1 0 0,-1 0 0 16,3 0 0-16,-2 0 0 0,-1-1 0 0,2 3 0 16,-1-3 0-16,2 1 0 0,-3 2 0 15,1-2 0-15,1-1 0 0,1 3 0 0,-3-3 0 16,2 1 0-16,3-3 0 0,-1 0 0 0,-1 0 0 15,4-2 0-15,-2 1 0 0,0-2 0 16,5 0 0-16,-5 0 0 0,3-2 0 0,-1 2 0 16,0 0 0-16,1-1 0 0,-2 0 0 0,2 2 0 15,1-2 0-15,0 2 0 0,-2 0 0 16,4 1 0-16,0 1 0 0,0 0 0 0,-1 0 0 16,3 1 0-16,-1 0 0 0,-2 1 0 0,3 1 0 15,-1-2 0-15,2 3 0 0,-1-3 0 16,-1 2 0-16,2-1 0 0,-1 0 0 0,2-3 0 15,-1 3 0-15,-1-1 0 0,3-1 0 16,-1 0 0-16,0 0 0 0,1-1 0 0,-2 2 0 16,-1-5 0-16,3 5 0 0,0-2 0 0,0 0 0 15,1-1 0-15,-1 0 0 0,0 1 0 16,-1-3 0-16,1 3 0 0,0-2 0 0,-5 2 0 16,4-4 0-16,-1 2 0 0,-2 0 0 15,1 1 0-15,-3 0 0 0,-1-2 0 0,0 3 0 16,-1-2 0-16,-1 2 0 0,-1-1 0 0,-2 1 0 15,-1-1 0-15,0 0 0 0,-2 0 0 0,-1-1 0 16,-1-2 0-16,0 1 0 0,0-1 0 16,-3 1 0-16,2-1 0 0,-1-1 0 0,-2 0 0 15,1 0 0-15,0 0 0 0,1-1 0 16,-3-1 0-16,1 1 0 0,-1 1 0 0,0-2 0 16,-3 1-99-16,-2 0-236 0,1-1-269 0,-2 2-347 15,1 0-445-15,-2 2-438 0,3 0 31 0,-1 1 872 16</inkml:trace>
  <inkml:trace contextRef="#ctx0" brushRef="#br0" timeOffset="102643.14">23819 4035 4 0,'0'0'202'16,"0"-1"116"-16,0-1 73 0,0 2-32 0,0 0-77 15,0-2-91-15,0 2-70 0,0-1-32 0,0 1-20 16,0-1-2-16,0 1-22 0,2 0 0 0,-2-2 9 16,0 2 5-16,0-2 17 0,0 2 15 15,0 0 66-15,0 0 32 0,0 0 14 0,0 0 8 16,0 0-6-16,0 0-7 0,0 0-29 15,0 2-11-15,0-2-12 0,0 0-10 0,0 2-7 16,0-2-3-16,0 0-5 0,0 0-8 0,0 0-3 16,0 0-10-16,-2 0-10 0,2 0-6 15,-2 0-11-15,2 0 3 0,0 0-3 0,0 0 1 16,-1 0 4-16,1-2-5 0,-2 2-3 16,2-2-6-16,0 2-8 0,0 0-2 0,0 0-2 15,0 0-1-15,0 0 3 0,0 0 11 0,2 0 21 16,-2 2 25-16,0 0 30 0,0-2 18 15,0 1 15-15,0-1-2 0,0 0-21 0,0 0-26 16,0 0-26-16,1 0-22 0,-1 0-24 0,0 0-15 16,0 0-6-16,2 0-3 0,-2 0-5 15,0 0-4-15,0 0-3 0,0 0 2 0,2 0-3 16,-2 0-2-16,0 0-2 0,0 0 1 16,2 0-3-16,-2 0-1 0,0 0-3 0,0 0-2 15,0 0 3-15,0 0 2 0,2 0 3 16,0 0 0-16,-2 0 0 0,0 0 4 0,0 0-1 15,0 0-2-15,0 0-1 0,0 0-1 0,0 0 0 16,0 0-3-16,0 0 0 0,1 0 2 0,1 0 0 16,-1 0 3-16,3 0-1 0,-3 0 1 15,2 0-2-15,1 0-4 0,-3 0 0 0,2 0-2 16,3 0 1-16,-2 1-1 0,-3-1 2 0,4 2 1 16,-2-2 0-16,0 0-1 0,2 0 0 15,-2 0-3-15,2 0 1 0,0 2-3 0,-2-1 1 16,2-1-1-16,-4 0 0 0,2 0 1 15,2 1-1-15,-1-1 0 0,-3 2 2 0,2-2 2 16,2 0 0-16,-4 1 0 0,2-1 1 16,1 0-1-16,-3 2-1 0,2-2-2 0,-1 1 0 15,0-1-1-15,1 0 0 0,-1 1-1 0,1-1-1 16,-2 2 0-16,4-2 0 0,-4 0 0 16,4 1 0-16,-2 1 1 0,1 0-1 0,-1-2 0 15,-2 1 0-15,3 1 0 0,0-2 0 16,1 1 0-16,-4-1 0 0,2 2 0 0,1-2 0 15,-1 1 0-15,-1-1 0 0,1 0 0 0,-2 2 0 16,3-2 1-16,-3 1 0 0,2-1-1 0,-1 0 1 16,1 2 0-16,-2-2 0 0,1 0-1 15,-1 1 1-15,1-1-1 0,0 0 1 0,-1 0 0 16,3 0-1-16,-4 0 3 0,1 0 1 16,2 0 2-16,-1 0 1 0,0 0 0 0,-1 0 0 15,1 0 0-15,1 0-2 0,-1 0-2 0,2 0-1 16,-2 0 1-16,1 0-2 0,-2 0 0 15,3 0 0-15,-1 0 0 0,-2 0-1 0,3 0 1 16,-3 0-1-16,2 0 1 0,1 0-1 16,-3 0 0-16,4 0 0 0,-4 0 0 0,1 0 1 15,-1 0-1-15,3 0 0 0,-3 0 0 0,1 0 0 16,-1 0 1-16,1 2-1 0,0-2 0 0,-1 0 1 16,3 0-1-16,-3 0 0 0,1 0 0 15,-1 0 0-15,4 0 0 0,-4 0 0 0,1 0 1 16,-1 0-1-16,1 0 0 0,0 0 1 15,-2 1-1-15,1-1 0 0,1 0 0 0,-1 0 0 16,-1 0 0-16,0 0 0 0,2 0 1 0,0 0-1 16,-1 0 0-16,-1 0 0 0,2 0 0 15,0 0 0-15,-2 0 0 0,1 0 0 0,1 0 0 16,-1 0 0-16,-1 0 1 0,2 1-1 16,1-1-1-16,-2 0 1 0,-1 0 0 0,2 0 0 15,-1 0-1-15,3 0 0 0,-4 0 2 0,1 0-1 16,3 0 0-16,-3 0 0 0,1 0 0 0,-1 0 0 15,3 0 0-15,-3 0 0 0,1 0 0 16,-1 0 0-16,4 0 0 0,-5 0 1 0,3 0-1 16,-2 0 1-16,3 0 0 0,-3 0-1 15,1 0 1-15,0 0-1 0,-1 0 1 0,1 0-1 16,-1 0 0-16,3 0 0 0,-3 0 0 0,1 0 0 16,-1 2 0-16,4-2 1 0,-4 0-1 15,-1 0 0-15,3 0 0 0,-1 0 1 0,0 0-1 16,-1 0 0-16,3 0 0 0,-3 0-1 15,1 0 2-15,-1 0-1 0,3 0 0 0,-3 0 1 16,-1 0-1-16,3 0 0 0,-1 0 0 0,0 0 1 16,0 2-1-16,2-2 0 0,-1 0 1 0,-2 0-1 15,3 0 0-15,-3 0 1 0,2 0-1 16,1 0 0-16,-3 0 1 0,2 0-1 0,-1 0 0 16,1 0 1-16,2 2-1 0,-2-2 0 15,0 0 1-15,0 0-1 0,0 0 1 0,1 0-1 16,-1 0 0-16,0 0 0 0,0 0 0 15,2 0 0-15,-4 3 0 0,4-3 0 0,-2 0 1 16,0 0 0-16,1 0 0 0,-3 0-1 0,3 0 0 16,0 0 0-16,-1 0 1 0,0 0-1 15,-1 0 1-15,1 0-1 0,-1 0 0 0,-1 0 0 16,2 1 0-16,-1-1 1 0,0 0-1 16,-1 0 1-16,3 1-1 0,-3-1 0 0,1 0 0 15,-1 0 0-15,1 0 0 0,1 0 1 0,-2 0-1 16,1 1 0-16,-1-1 0 0,1 0 1 15,0 0-1-15,-2 0 0 0,1 0 0 0,1 0 0 16,0 0 0-16,-1 3 0 0,1-3 0 0,-2 0 0 16,1 0 0-16,1 0 0 0,0 0 0 0,-2 0 1 15,1 0-1-15,1 0 0 0,-1 0 0 16,1 2 0-16,1-2 0 0,-3 0-1 0,1 0 1 16,1 0 1-16,-1 0-1 0,-1 0 1 15,4 0-1-15,-4 0 1 0,1 0-1 0,1 2 0 0,0-2 0 16,-2 0 1-16,0 0-2 0,1 0 1 15,-1 0-1-15,2 0 1 0,-1 0 0 16,-1 2-1-16,2-2 2 0,0 0-1 0,-1 0 1 16,-1 1 0-16,3-1-1 0,-3 0 0 15,4 0 0-15,-2 0 0 0,0 0 0 0,0 1 0 16,1-1 0-16,-2 2 0 0,1-2 0 0,0 0 0 16,-1 0 0-16,1 1 0 0,-1-1 0 0,3 0 0 15,-3 2 0-15,1-2 0 0,-1 0 0 16,3 1 1-16,-3-1-1 0,2 0 0 0,-1 2 0 15,1-2 1-15,-2 1-2 0,1-1 1 16,0 0 0-16,-1 2 0 0,2-2-1 0,-1 0 1 16,0 0 0-16,-1 2 0 0,1-2 0 0,-1 0 0 15,-1 0 1-15,2 0 0 0,-2 0-1 16,2 0 0-16,-2 0 1 0,0 0-1 0,1 0 0 16,-1 0 0-16,0 1 0 0,3-1 1 15,-3 0-1-15,2 0 0 0,-2 0-1 0,0 0 1 16,1 0 0-16,-1 0-1 0,0 0 1 0,2 0 0 15,-2 0 0-15,1 0 1 0,-1 0-1 16,0 0 1-16,0 0 0 0,0 0-1 0,0 0 0 16,0 0 1-16,0 0 0 0,0 0-1 15,0 0-1-15,0 0 1 0,0 0 0 0,0 1 1 16,0-1-1-16,0 0 1 0,0 0 3 0,0 0 2 16,0 0 2-16,0 0 0 0,0 0 0 0,0 0 2 15,0 0 0-15,-1 0-2 0,1 0 2 16,0 0 1-16,-2 0-3 0,2 0-8 0,0 0 0 15,-1 0 0-15,1 0 0 0,-2 0 0 16,-1 0 0-16,2 0 0 0,-1 0 0 0,-1 0 0 16,1 0 0-16,-3-1 0 0,2 1 0 0,0 0 0 15,0-1 0-15,0 1 0 0,-3 0 0 16,2-2 0-16,0 2 0 0,-1-2 0 0,2 2 0 16,-2 0 0-16,-2-1 0 0,1 1 0 15,2-2 0-15,-3 2 0 0,2 0 0 0,-1-1 0 16,-2 1 0-16,4 0 0 0,-3-2 0 0,1 2 0 15,1-1 0-15,-3 1 0 0,4 0 0 16,-1-2 0-16,-2 2 0 0,1-1 0 0,1 1 0 16,-2-1 0-16,2-1 0 0,0 2 0 15,2-2 0-15,-4 2 0 0,4-2 0 0,-1 2 0 16,-1 0 0-16,2 0 0 0,-1-3 0 0,1 3 0 16,-2-1 0-16,2 1 0 0,2 0 0 0,-4-1 0 15,2 1 0-15,0-1 0 0,0 1 0 16,-1-3 0-16,0 3 0 0,0 0 0 0,0-2 0 15,0 2 0-15,0 0 0 0,-1 0 0 16,0 0 0-16,2 0 0 0,-2 0 0 0,0 0 0 16,2 0 0-16,-3 0 0 0,2 0 0 0,-1 0 0 15,2 0 0-15,-1 0 0 0,-1 0 0 16,1 0 0-16,-1-2 0 0,2 2 0 0,-2 0 0 16,4 0 0-16,-4-2 0 0,2 2 0 0,-2 0 0 15,2 0 0-15,-3-1 0 0,3 1 0 16,-2 0 0-16,0 0 0 0,0 0 0 15,0 0 0-15,-1-1 0 0,2 1 0 0,-1 0 0 16,0 0 0-16,2-2 0 0,-4 2 0 0,4 0 0 16,-1 0 0-16,-3 0 0 0,4 0 0 0,-2 0 0 15,2 0 0-15,-2 0 0 0,2 0 0 16,-1 0 0-16,-1 0 0 0,0 0 0 0,0 0 0 16,0 0 0-16,2 0 0 0,-2 0 0 0,-1 0 0 15,2 0 0-15,-3 2 0 0,2-2 0 16,0 0 0-16,2 0 0 0,-3 0 0 0,2 1 0 15,-1-1 0-15,0 0 0 0,0 0 0 16,-1 0 0-16,0 0 0 0,1 0 0 0,0 0 0 16,0 0 0-16,0 0 0 0,2 0 0 0,-3 0 0 15,2 0 0-15,-1 0 0 0,0 0 0 0,0 0 0 16,0 0 0-16,-1 0 0 0,3 0 0 16,-2 0 0-16,2 0 0 0,0 0 0 0,0 0 0 15,-1 0 0-15,1 0 0 0,2 1 0 16,-1-1 0-16,0 0 0 0,0 0 0 0,-2 0 0 0,4 0 0 15,-1 0 0-15,-1 0 0 16,1 0 0-16,1 0 0 0,-2 0 0 0,0 0 0 16,1 0 0-16,-1 0 0 0,2 0 0 0,-1 0 0 15,1 0 0-15,0 0 0 0,-2 0 0 16,0 0 0-16,2 0 0 0,0 0 0 0,0 0 0 16,0 0 0-16,0 0 0 0,0 0 0 0,0 0 0 15,0 0 0-15,0 0 0 0,0 0 0 16,0 0 0-16,0 0 0 0,0 0 0 0,0 0 0 15,0 0 0-15,0 0 0 0,0 0 0 16,0 0 0-16,0 0 0 0,0 0 0 0,0 0 0 16,0 0 0-16,0 0 0 0,2 0 0 0,0 2 0 15,-1-2 0-15,2 2 0 0,2-2 0 0,-2 0 0 16,3 0 0-16,1 0 0 0,-1 2 0 16,1-2 0-16,1 0 0 0,1 0 0 0,-1 0 0 15,0 0 0-15,1 0 0 0,1 0 0 16,-2 0 0-16,0 0 0 0,2 0 0 0,-1 0 0 15,-1 0 0-15,2 0 0 0,-2 0 0 16,0 0 0-16,0 0 0 0,1 0 0 0,0 3 0 16,-1-3 0-16,0 1 0 0,-1-1 0 0,3 1 0 15,-4-1 0-15,2 0 0 0,1 1 0 16,-1-1 0-16,1 3 0 0,-2-3 0 0,-1 0 0 16,1 0 0-16,-1 0 0 0,2 0 0 0,0 2 0 15,-2-2 0-15,1 0 0 0,-1 0 0 0,2 0 0 16,-4 0 0-16,5 0 0 0,-5 0 0 15,1 2 0-15,3-2 0 0,-2 0 0 0,-1 0 0 16,0 0 0-16,0 2 0 0,-1-2 0 16,0 1 0-16,2-1 0 0,-3 0 0 0,2 1 0 15,-4-1 0-15,4 2 0 0,-2-2 0 0,2 0 0 16,-2 1 0-16,3-1 0 0,-1 2 0 16,-2-1 0-16,2-1 0 0,-2 2 0 0,2-1 0 15,-2-1 0-15,3 2 0 0,-3 0 0 16,2-2 0-16,0 1 0 0,-2 0 0 0,2 1 0 15,-2-2 0-15,3 2 0 0,-3-2 0 16,1 1 0-16,0 0 0 0,0-1 0 0,1 2 0 16,-2-2 0-16,0 1 0 0,1-1 0 0,-1 0 0 15,1 2 0-15,-3-1 0 0,4-1 0 0,-2 0 0 16,1 1 0-16,-3-1 0 0,2 2 0 16,2-2 0-16,-1 0 0 0,0 1 0 0,-3-1 0 15,3 0 0-15,-1 0 0 0,0 0 0 0,0 0 0 16,-1 2 0-16,1-2 0 0,-1 0 0 15,0 0 0-15,0 0 0 0,0 0 0 0,-2 0 0 16,1 0 0-16,-1 0 0 0,2 0 0 16,-2 0 0-16,0 0 0 0,0 0 0 0,0 0 0 15,0 0 0-15,0 0 0 0,0-2 0 0,-2 2 0 16,2 0 0-16,-1-1 0 0,1 1 0 16,-4-2 0-16,2 1 0 0,-3-3 0 0,2 1 0 15,-4 0 0-15,2 0-89 0,-3 2-193 16,-2-3-254-16,-2 3-328 0,0-1-425 0,-3 4-506 15,3-1-91-15,-6 1 766 0</inkml:trace>
  <inkml:trace contextRef="#ctx0" brushRef="#br1" timeOffset="114923.67">24461 4099 69 0,'0'0'245'0,"1"2"122"0,-1-2 27 16,0 2-46-16,0-2-75 0,0 0-61 0,0 1-35 16,0-1-9-16,0 0 5 0,0 1 13 0,0-1 11 15,2 2 4-15,-2-2-2 0,2 0-8 0,-2 2-2 16,0-2-2-16,1 1 11 0,-1-1 6 16,0 0 12-16,3 0 3 0,-3 0-4 0,2 0-14 15,-2 0-27-15,0 0-26 0,0 0-29 16,-2 0-25-16,2-1-21 0,-3 1-18 0,3-2-9 15,0 2-4-15,0 0 3 0,0 0 7 0,3 2 19 16,-3-2 20-16,2 1 20 0,-2-1 16 16,0 1 16-16,1 1 9 0,-1-2-1 0,0 1-9 15,0-1-15-15,0 0-17 0,0 2-24 16,0-2-21-16,0 0-21 0,0 0-15 0,2 0-10 16,-2 0-6-16,0 0-3 0,0 0-3 0,0 0 7 15,0 0 3-15,0 0-1 0,1 0 2 16,-1 0 0-16,0 0-1 0,2 0-8 0,0 0-4 15,-2 0-3-15,0 0 1 0,0 1-2 16,0-1 1-16,0 0 0 0,0 0 0 0,0 0 0 16,0 0-1-16,1 0-1 0,-1 0 2 0,0 0 6 15,0 0 4-15,3 0 3 0,-3 0 1 16,4 0 1-16,-3 0-1 0,1 0-5 0,0 1-4 16,1-1-2-16,-3 2-1 0,1-2-2 0,4 0 0 15,-4 0-1-15,2 0 1 0,-1 0-1 0,1 1 1 16,-1-1 0-16,1 0 0 0,-1 2 1 15,3-2 4-15,-4 2 2 0,2-2 3 0,3 0 0 16,-1 1-1-16,-2 1 1 0,4-2-4 16,-4 1-4-16,0 1-1 0,5-2 0 0,-4 0-1 15,1 1-1-15,-1-1 1 0,0 2-1 16,1-1 1-16,0 1-1 0,-1-1-1 0,0-1 0 16,0 2 1-16,0-1 0 0,0 0-1 0,0-1 1 15,-1 0 0-15,2 2-1 0,-1-2 0 16,-1 0 0-16,0 0 1 0,1 0 0 0,-1 0 2 15,2 0-1-15,-4 0 0 0,2 2 0 16,1-2-1-16,0 0 0 0,-2 0-1 0,1 0 0 16,-2 0-1-16,3 0 1 0,-3 2 0 0,2-2 1 15,1 0 0-15,-3 0 0 0,1 0 0 0,0 3 1 16,-1-3-2-16,1 0 2 0,-2 0-2 16,0 0 1-16,1 0 0 0,-1 0 1 0,0 0-2 15,3 0 2-15,-3 0-1 0,0 0 0 0,0 0-1 16,0 0 1-16,0 0-1 0,0 0-1 15,0 0 1-15,0 0 0 0,0 0 0 0,0 0-1 16,0-3 2-16,0 3-1 0,0 0 1 16,0 0 0-16,0 0 4 0,0 0 6 0,0 0 8 0,0-2 3 15,-3 2 5-15,3 0 3 16,-1 0-2-16,-1-4-5 0,1 3-6 0,-3-2-3 16,-1 2-5-16,1-2-2 0,-1 1-1 0,0-1-2 15,-1 2-1-15,0-2-1 0,1-1-1 16,-2 3 0-16,3-1 0 0,-4 1-1 0,2 1 0 15,-1-3 1-15,1 3-1 0,-1 0 1 16,0-1 0-16,0 1 0 0,3 0-1 0,-5-2 1 16,5 2-1-16,-4-1 1 0,2 1-1 0,-1 0 1 15,2 0 0-15,1 0 0 0,-2-1-1 0,3 1 2 16,-1 0-2-16,1 0 1 0,0 0-1 16,1 0 0-16,1 0 0 0,-1 0 0 0,0 0 0 15,2 0 0-15,-1 0-1 0,-1 0 0 0,2 0-1 16,0 0 1-16,0 0 0 0,0 0 0 15,0 0 0-15,0 0 0 0,0 0 0 0,0 0 0 16,0 0 0-16,0 0 0 0,0 0 0 16,0 0-1-16,0 0 1 0,0 0-1 0,2 1 0 15,-1-1 0-15,1 0 1 0,1 1 1 16,0 1-1-16,1-1 1 0,1-1 1 0,1 3-1 16,1-3 1-16,0 1-1 0,-1 1 0 0,2-1 1 15,1-1-1-15,1 0 1 0,0 2-1 16,1-2 0-16,-2 2 0 0,1-2 0 0,1 0 1 15,-2 0-1-15,1 0 0 0,1 0 0 16,-3 0 0-16,1 0 0 0,-1 0 0 0,1 0 1 16,-4 0-1-16,2-2 0 0,-2 2-1 0,-1 0 1 15,1 0 1-15,-1-2 0 0,-2 2 0 0,0 0 0 16,-1 0 1-16,-1 0 0 0,2 0 1 16,-2 0 5-16,-2 0 5 0,2 0 2 0,-1 0 0 15,-1 0 1-15,0 0-1 0,-1 0-5 0,2 0-3 16,-5 0-4-16,3 0-1 0,-1 0 0 15,1 0-1-15,-2 0 0 0,0 0-1 0,1 0 0 16,-4 0 1-16,3 0-1 0,-3 0 0 16,3 0 0-16,-4 0 0 0,3 0 0 0,-1 0 0 15,1 0 0-15,0 0 1 0,0 0-1 16,-1 0 0-16,2 0 0 0,1 0 0 0,0 0 0 16,0 0 1-16,0 0-1 0,0 0 0 0,1 0 1 15,0 0-1-15,1 0 0 0,0 0 0 0,-1 0 0 16,2 0 0-16,-1 0 0 0,0 0 0 15,1 0 0-15,1 0 0 0,0 0 0 16,0 0 0-16,-2 0 0 0,0 0 0 0,2 0-1 16,0 0 0-16,0 0 0 0,0 0-1 0,2 0-1 15,0 0 1-15,-2 0-1 0,0 0 1 0,0 0 0 16,1 0 0-16,3 2 1 0,-3 0 1 16,4-2-1-16,0 1 1 0,0 1 0 0,1-1 0 15,2 1-1-15,-4-1 1 0,4 1 0 0,2-1 1 16,-2 1-1-16,0-1 1 0,1 1 0 15,2-1-1-15,-1-1 0 0,-2 1 0 0,1-1 0 16,-3 0 0-16,2 2 0 0,-1-2 0 16,-1 2 1-16,-2-2-1 0,0 0 1 0,-3 0 0 15,1 0 0-15,0 0 1 0,-2 0 0 16,-2 2 0-16,0-2 1 0,1 0-1 0,-3 0 1 16,0 0-1-16,-1 0-1 0,-1-2 1 0,1 2-2 15,-1 0 1-15,-1 0 0 0,0 0-1 0,0-2 1 16,1 2 0-16,-1-2 0 0,1 2-1 15,0 0 1-15,0-1-1 0,-1 1 1 0,2-1 0 16,-1-1-1-16,0 1 0 0,1-1 1 16,0 2-1-16,2 0 0 0,-2-1-1 0,4 1 1 15,-1 0-1-15,1 0 0 0,1 0-1 0,-2 0 0 16,0 0 0-16,2 0 0 0,2 0 0 16,0 0 0-16,-2 1 1 0,3-1 0 0,0 2 1 15,0-1 0-15,2-1-1 0,0 2 1 0,2-1 0 16,-2 0 0-16,2 1 1 0,-3 0-2 0,1-2 1 15,3 0-1-15,-2 2 1 0,1-2 0 16,1 3 0-16,-2-3 0 0,2 0 0 16,0 0 0-16,-4 0 0 0,3 0 0 0,-2-3 1 15,1 3-1-15,-2 0 0 0,0-2 1 16,-3 2-1-16,1 0 2 0,-2 0 0 0,0 0 1 16,0 0 0-16,-2 0-1 0,1 0 0 0,-3 0 0 15,1 0-1-15,2 0-1 0,-5 0 0 0,3 2-1 16,1-2 1-16,-1 0-1 0,1 3 0 15,0-3 0-15,1 1-1 0,-1 0 1 0,2-1-1 16,0 1 0-16,0 2 1 0,0-3-1 16,0 2 2-16,0-2-1 0,3 2 1 0,-3-2-1 15,4 0 0-15,-3 1 1 0,1-1 0 0,1 0-1 16,-1 0 1-16,1 0 0 0,0-1 1 16,0 1-1-16,-2 0 0 0,3-2 0 0,-4 2 0 15,1 0 0-15,-1-2 2 0,2 2-1 0,-2 0 1 16,-2 0 1-16,2-3-1 0,-1 2-1 0,1 0 1 15,-4 0-1-15,1-4-1 0,2 5 1 16,-7-4 0-16,5 2-1 0,-2-1 1 0,-1 0-1 16,-1 1 1-16,1-1-1 0,2 2-1 15,-1-2 1-15,0 1 1 0,0 0-2 16,2 1 1-16,0 1 0 0,-2-2 0 0,4 2-1 16,-1 0 0-16,0 0 0 0,2 0-1 0,0 0 0 15,0 0 0-15,0 0 0 0,0 0 0 0,2 0 0 16,0 2 0-16,-1-2 1 0,4 1 0 15,-2 1 1-15,2 0-1 0,-1-1 0 0,1 1 1 16,2-1-1-16,2 1 1 0,-3-2-1 16,4 1 1-16,-2 1 1 0,3-2-1 0,-3 1 1 15,-2-1-1-15,3 0 0 0,-1 0 0 0,-3 2 0 16,2-2 0-16,-4 0 0 0,0 0 0 16,1 0 0-16,-2 0 2 0,-1 0 0 0,-1 0 0 15,0 0 1-15,0 0 0 0,0-2-1 16,-1 2 0-16,-1-1 0 0,-2-1 0 0,-1 1-1 15,0-2-1-15,1 0 1 0,-3-1-1 0,-2 0 0 16,1 0 0-16,-2 1 0 0,2-2 1 0,-1 3-1 16,1-2 0-16,2 1 0 0,-1 2 0 15,0-1-1-15,4 2-1 0,-2 0 1 0,1 0-1 16,1 0 0-16,2 2 0 0,-1-2 0 16,0 1 0-16,2-1 1 0,-1 2-1 0,1-1 1 15,0 1 0-15,1 0 1 0,-1-1-1 0,4 0 0 16,-3 1 1-16,2 1 0 0,2-2 0 15,0 1 0-15,1-1 0 0,-1 2-1 0,1-2 0 16,1 1 1-16,-1-2 0 0,3 1 0 16,-2 1 0-16,1 0 0 0,-2-2-1 0,2 0 1 15,-2 1 0-15,1-1 1 0,-3 0-1 0,1 0 0 16,-2 0 1-16,-1 0-1 0,1 0 1 16,-2 0 1-16,-1 0 0 0,0 0 0 0,0 0 1 15,-1-1-1-15,-2 1 1 0,0-2-1 0,0 0-2 16,-4 2 1-16,2-1-1 0,-1-2 1 0,-2 2-2 15,0-1 1-15,2 1 0 0,1-1 0 16,-1 1 1-16,1 1-1 0,1-1-1 0,2 1 0 16,0 0-1-16,1 0 1 0,-1 0-1 15,0 1-1-15,2-1 1 0,0 0 0 0,0 1 0 16,0 1 1-16,2-1 0 0,0-1 0 16,-1 3 0-16,1-3 0 0,1 1-1 0,0 1 0 15,2-2-1-15,-2 1 1 0,2-1-1 0,-2 0-2 16,2 0-13-16,0-1-22 0,-4 1-61 15,-1-3-86-15,0 0-190 0,-1 2-283 0,-3-2-350 16,1 2-429-16,-3-1-303 0,-2-1 128 16,-5 3 876-16</inkml:trace>
  <inkml:trace contextRef="#ctx0" brushRef="#br2" timeOffset="122155.57">24863 4138 276 0,'-2'0'500'0,"0"-1"211"15,1 1 45-15,1-2-168 0,-2 2-145 16,0 0-91-16,2 0-48 0,-1 0-23 0,1 0-8 16,-2 0-18-16,2 0-23 0,0-1-31 15,0 1-33-15,0-2-27 0,0 2-30 0,0 0-9 16,0 0 18-16,0 0 34 0,0 0 33 0,0 0 31 16,0 0 18-16,0 0-8 0,0 0-28 15,0 0-36-15,0 0-37 0,0 0-31 0,0 0-24 16,0 0-17-16,0 0-9 0,0 2-7 0,0-2-5 15,0 0-5-15,-1 0-8 0,1 0-4 16,0 1-5-16,0-1-4 0,0 0-3 0,0 0-3 16,0 0 0-16,0 0-2 0,1 0 0 15,-1 2-2-15,0-2 0 0,2 0-1 0,-2 0 0 16,1 0 0-16,-1 1 0 0,4-1 2 16,-4 0-1-16,3 2 1 0,-1-2 0 0,2 1 1 15,2-1-1-15,-1 1 0 0,0-1 1 0,1 2 0 16,1-2 0-16,0 2 0 0,0-2 0 0,1 0 0 15,-3 0 0-15,4 0 0 0,-5 0 1 16,3 0 0-16,-1-2 0 0,1 2-1 0,0-2 0 16,-2 2 1-16,-2 0 0 0,2 0-1 15,-2 0 1-15,1 0 0 0,-3 0-1 0,-1 0 0 16,3 0 0-16,-3 0 1 0,2 0 0 0,-2 0 1 16,0 0 0-16,0 0 8 0,0 0 6 15,0 0 8-15,0 0 8 0,0 0 5 0,0 0 4 16,-2-1-5-16,-1 1-6 0,2-1-4 0,-4-1-7 15,0 1-4-15,0-1-3 0,0-1-3 16,-1 2 0-16,0-2-2 0,1 0-1 0,0 1-1 16,0 0-1-16,1 1-1 0,-1 1 1 15,2-2-1-15,2 2-1 0,-1-1-2 0,0 1 1 16,1 0-1-16,1 0-1 0,0 0-1 0,0 0 0 16,0 0-1-16,0 0 0 0,0-1 1 15,0 1-1-15,1 0 1 0,1-2 1 0,1 2 0 16,0 0 0-16,2 0 1 0,-2 0 0 0,2 0-1 15,0 0 1-15,-1 0 0 0,1 0-1 16,0 0 1-16,1 0-1 0,-1 0 0 0,0 0 1 16,-1 0 0-16,0 0 0 0,-1 0 0 15,0 0 1-15,-1 0 0 0,0 0 0 0,-2 0 0 16,2-1 2-16,-2 1-1 0,0 0 1 0,0-2 0 16,-2 1-1-16,0-2 0 0,-2 1 0 0,1 0-2 15,2 0 0-15,-3-1 0 0,3 1 0 16,-2 1 0-16,1-2 1 0,-1 3-1 0,1-2 1 15,-1 1 0-15,1 1-1 0,-2-1-1 16,2 1 1-16,-1 0-1 0,0 0 1 0,1 0 0 16,1 0-1-16,-2 1 1 0,3-1-1 0,-2 0 0 15,0 1 0-15,2 1 0 0,-1-1-1 16,1 1-1-16,1-2 1 0,-1 1-1 0,4 2 1 16,-3-1 0-16,2 0 0 0,1-1 1 15,0 0 1-15,2 1-1 0,1 0 1 0,-1-1 0 16,1-1 0-16,-1 1 0 0,2-1 1 0,-4 2 0 15,1-2-1-15,0 0 0 0,-2 0 0 0,0 0 1 16,-1 0 1-16,0 0 0 0,-2 0 0 16,0 0 2-16,0-2-2 0,-2 1 1 15,-1 0-1-15,0-1-1 0,-1-1-1 0,0 0 1 16,-1-2-1-16,-2 2 0 0,0-1 0 0,0 1 1 16,1-1 0-16,-1-1-1 0,3 1 1 0,-4 0-1 15,2 1 0-15,3 2-1 0,-2-1 1 0,1 1 0 16,1-1-1-16,2 2 0 0,-4 0 0 15,4 2-1-15,-1-1 1 0,1 1-1 16,1-1 0-16,0 2 0 0,0-1 0 0,0 0 1 16,1 2-1-16,-1-3 0 0,3 3 0 15,2-4 1-15,-4 2 0 0,2 0 1 0,1 1 0 16,1-2-1-16,-1 1 0 0,1-1 0 0,3 1 0 16,-2-1 1-16,1 1 0 0,-3-1 0 0,3 1 1 15,-2 0-1-15,1-2 0 0,-3 0 0 16,2 1 0-16,-4-1 0 0,1 0 1 0,-1 0 1 15,-1 0 0-15,2-1 0 0,-2 1 1 16,-2-2-1-16,2 0 0 0,-1-1-1 0,-1 2 0 16,-1-4-1-16,0 3 0 0,0-4 0 0,-3 2 0 15,1-1 0-15,2-1 0 0,-4 2 1 0,4 0 0 16,0 1-1-16,-1 0 1 0,1 0-1 16,2 1 0-16,-4 0 0 0,4 2-1 0,-1-1 0 15,1 1 0-15,-1 0 1 0,0 0 0 0,1 1-1 16,-2-1 1-16,1 2 0 0,0 0 0 15,-1 1-1-15,1 0 1 0,-2 0 0 0,-1 1-1 16,4 0 0-16,-2 2 1 0,1 3 0 16,0-3-1-16,1 1 0 0,-1 2 1 0,0-2-1 15,2 2 1-15,0 0-1 0,0-1 1 16,0-1 0-16,2 0 0 0,-2-1 0 0,2-1 0 16,-1 0-1-16,-1-1 0 0,2-1 1 0,0-1-1 15,-1 0 0-15,-1-1 0 0,3-1 1 16,-1 0-1-16,1-1 1 0,0-1 0 0,-2-1 0 15,3 0 0-15,-1 0 0 0,0 0 1 16,-1 0 0-16,1-1 0 0,-1 0-1 0,-1 2 0 16,2-3 1-16,-3 3 0 0,0-1 0 0,0 0 0 15,0 0 1-15,0 2 0 0,-3-2 0 0,2 1-1 16,-1-1 0-16,-1 2 0 0,0-3-1 16,-1 3 1-16,-1-1-1 0,1 1 1 0,-4-2-1 15,3 2 0-15,-3-1 1 0,3 1-1 0,-2 1 1 16,1-1-1-16,1-1 0 0,0 2 0 15,2 0-1-15,1 0-1 0,0 0 0 0,1 2 0 16,1-1-1-16,1 2 1 0,1 1 0 16,1-1 1-16,0 2 0 0,2-2 0 0,3 1 0 15,0-1 0-15,-2 2 0 0,4-3 0 16,-2 0-1-16,3 0 1 0,-3-2 1 0,1 0 0 16,2 0 0-16,-1-2 0 0,-1 0 0 0,-1 1-4 15,-2-2-11-15,-1 2-22 0,-2-4-66 0,-3 1-92 16,-3-1-210-16,0-1-288 0,-2 2-361 0,-2 0-459 15,-1 0-278-15,-4 2 249 0,3 0 919 16</inkml:trace>
  <inkml:trace contextRef="#ctx0" brushRef="#br3" timeOffset="141878.43">12383 3075 16 0,'0'-4'354'0,"-2"3"258"16,1-2 204-16,-1 0 52 0,0 2-334 16,2-1-234-16,-1 1-106 0,1 1-46 0,0 0-30 15,1 0-17-15,-1 0-11 0,2 1 29 0,1 1 2 16,0-1-18-16,2 2-11 0,0 1-5 16,4 1-4-16,2 1-31 0,1 0-19 0,2 0 54 15,0 2 27-15,5-3 14 0,0 1 0 16,2-2 0-16,0 0-1 0,1-1-57 0,4 0-32 15,-2-1-16-15,1-1 14 0,3-1 40 0,2 0 16 16,0 0 10-16,1-1 3 0,0 1-4 16,1-2-19-16,-1 1-42 0,-1-1-18 0,2-1-9 15,-2 3-9-15,0-1 0 0,-1 0-7 0,-1 1 5 16,2-2 0-16,-2 2 59 0,2 0 51 16,0-2 22-16,-1 2 8 0,-1-1-4 0,2 0-5 15,-2-1-51-15,0 2-37 0,2-2-20 0,-1 2-10 16,-1-2-5-16,0 2-2 0,1 0-3 15,-2 0 0-15,-1 0 0 0,0 2-3 0,-4-2 0 16,2 2-1-16,-2-2 2 0,-3 2-1 16,1-1-2-16,-1 0 2 0,-3 1-1 0,3 1 0 15,-3-2-3-15,0 2 2 0,-2 0-1 0,2 0 1 16,-2 0-1-16,0 0 0 0,1 0 16 0,0-1 9 16,-2-1 4-16,3 2 1 0,-2-3 1 15,0 1 1-15,0-1-14 0,2 0-9 0,-2-1-4 16,1 1-2-16,1-1-1 0,-2-1 2 15,3 1-1-15,0-1-1 0,-2 2 2 0,2-1 0 16,-3-1-1-16,4 1-1 0,-1 1 0 0,0 0 1 16,0 0 0-16,1 0-1 0,0 1 1 15,-1 1 0-15,3-1-1 0,-2 2 1 0,1-1 0 16,0-1 0-16,0 2 0 0,1-1 0 16,-2 0-1-16,2 2 1 0,-1-3 2 0,-1 2-1 15,-1 0-2-15,1 0 1 0,-3 2 0 0,1 0 0 16,0-2-1-16,-1 4 0 0,-2-3 1 15,0 2 0-15,0 0 4 0,-1 1 4 0,0-2 4 16,0 1 0-16,-4 0 1 0,2 0 0 16,-1 0-2-16,-3 0-6 0,1-2-2 0,-1 1-2 15,-1-1 5-15,1 2 2 0,-3-2 1 0,0 0 4 16,1 2 1-16,-3-1 3 0,1 1-4 0,-1-2-2 16,-1 4-1-16,2-1-3 0,-2 2 0 15,0 1-4-15,0 0 0 0,0 2-2 0,0 1-1 16,0 2 1-16,0 3-2 0,0 1 1 15,0 2-1-15,0 1 0 0,3 4 1 0,-1-1 2 16,-1 2 3-16,1 3-1 0,1-1 1 0,0 4 0 16,0 1-2-16,0-2-2 0,1 5 0 15,-1-2 0-15,0 4 0 0,2-1 1 0,-2 3 0 16,5 0-1-16,-5 3 0 0,2 3-1 0,-1-2-1 16,1 1 0-16,0 2-2 0,1-1 0 15,0-1 0-15,-1 0 0 0,0 0-2 0,0-5 2 16,0 0 0-16,1 0 1 0,-2-4 2 0,1 1 0 15,0-1 1-15,0 1-1 0,-2-1 0 0,0-1 0 16,2 0-1-16,-1 3 0 0,-2-1-1 16,1 1 1-16,1 0 1 0,-1 0-2 0,0 0 0 15,0 1 0-15,0 1 0 0,3-2 0 16,-3 1-1-16,2 0-1 0,-1-2 2 0,0 0 0 16,1-1 1-16,0 1 0 0,3-2 0 15,-4-2 1-15,1 1 0 0,0-2 0 0,0 0-1 16,-2 1 0-16,3-4 1 0,-3 2-1 0,2 0 0 15,-2-3-1-15,0 0 2 0,1 2 0 16,-1-2-1-16,-1-1 0 0,-1-1 1 0,2 1 0 16,-3 0-1-16,3 0 0 0,-1-2 0 15,-1 4 0-15,1-4-1 0,-1 2-1 0,1-1 1 16,1-1 2-16,-1 0-1 0,-1 0 0 0,1-1 2 16,1-1 0-16,1 0-1 0,-3 1-2 0,2-1 1 15,-1-1 0-15,2 1 0 0,-1-1 0 16,-1-1-1-16,0 0 2 0,-1 1-1 0,1 0 0 15,0-1 0-15,-2 1 0 0,1-1 0 0,1 1 0 16,-1-1-1-16,-1 2 0 0,0-3 0 16,0 3 0-16,2-3-1 0,-2 0 0 0,2 2 0 15,-2-4 1-15,0 2-2 0,1 0 1 16,-1 0-1-16,0-2 1 0,0 1 0 0,0 0 0 16,2-1 0-16,-1 2 1 0,1-2 0 0,-2 0 0 15,3 0 1-15,-2 1 0 0,1-1 1 16,-1 1-1-16,-1-3 1 0,2 2-2 0,0 0 1 15,-2-2 0-15,1-3-1 0,-1 0 1 0,0-1 0 16,0 2-1-16,0-4 0 0,0 0 0 16,0-1 1-16,-1-1-1 0,1 0 1 0,-2-1 0 15,2-1 0-15,0-1 0 0,-2-1 0 0,2 0 0 16,0-1 0-16,-1-3 1 0,1 2 1 16,-2 0 2-16,2 1 2 0,-1-3 1 0,-2 0 2 15,0 1 1-15,0-1 1 0,-1-1 1 0,0 2 0 16,-1-2 1-16,-2-2 1 0,-2 1 0 15,1 1 0-15,-2-3 1 0,-2 2 1 0,1-3 0 16,-2 1 1-16,-3 0 1 0,0 2 2 0,-1-2-14 16,-2 2-7-16,0-1 0 0,0 4 0 15,-1-1 0-15,-1 0 0 0,1 2 0 0,-1 2 0 16,0 0 0-16,1 0 0 0,2 1 0 16,0-1 0-16,0 1 0 0,4-2 0 0,-2 0 0 15,3 1 0-15,2-1 0 0,-1 1 0 16,2-1 0-16,2 0 0 0,-1-1 0 0,4 0 0 15,0-1 0-15,1-1 0 0,0 2 0 0,1-3 0 16,2 1 0-16,-4 1 0 0,2-1 0 0,1-1 0 16,-1 2 0-16,0-1 0 0,0 1 0 15,-2 0 0-15,-1-1 0 0,-2 2 0 0,-2-2-37 16,-4 4-160-16,-2-1-151 0,-4 2-267 16,2 3-329-16,-5 4-410 0,-4 3-377 0,-2 2-10 15,-4 7 773-15</inkml:trace>
  <inkml:trace contextRef="#ctx0" brushRef="#br1" timeOffset="167921.91">3611 9863 115 0,'0'13'696'0,"0"-2"456"0,-2 3 110 15,1-2-123-15,-1 1-337 0,2 1-225 0,2 0-134 16,-1 0-95-16,1-1-63 0,0-1-50 0,-1-2-71 16,2 0-76-16,3 1-47 0,-1-5-17 15,0 1-7-15,0-3 0 0,0 0-3 0,2 0 3 16,-2-3-1-16,1-1 10 0,-1 0 3 0,2-1 3 15,-1-4 3-15,0 0 3 0,0-1-1 0,-1-1-4 16,0 0-3-16,-2-1-2 0,-1-2 0 16,-1 3-1-16,1-3 1 0,-4 1 2 0,1 0 1 15,-1-2-1-15,-1 2-1 0,-2 0-2 0,0 0-4 16,-1 2-3-16,0 1-1 0,1 0-1 0,-1 1 0 16,-1 1-2-16,2 3-1 0,2-1-3 0,-3 2-5 15,2 2-3-15,0 2-3 0,1 2 0 16,0 3-1-16,1-1 0 0,2 4 0 0,0 1 1 15,0-2 0-15,2 1 0 0,-1-1-1 0,3-2 0 16,-3-2-1-16,3 1 1 0,-1-4-2 0,1 1 1 16,-1-2 0-16,2 0 0 0,-2-3 0 0,0-5-1 15,1 3 2-15,-3-6 0 0,3 0 0 0,-3 0-1 16,1-3 1-16,-2 3 0 0,0-4 0 16,0 4 1-16,-2 0-1 0,2 0 1 0,-1 4 0 15,-1 0-2-15,0 0 0 0,2 3-2 0,0 1-5 16,0 0-13-16,2 3-17 0,0 1-37 0,-1 4-79 15,1 1-114-15,1-1-228 0,3 1-300 0,0 0-374 16,1 1-406-16,1-1-137 0,4 0 427 16,-1 0 813-16</inkml:trace>
  <inkml:trace contextRef="#ctx0" brushRef="#br1" timeOffset="168738.33">6258 9972 182 0,'1'0'807'0,"-1"0"481"15,0 2 116-15,0-2-123 0,0 2-419 0,0 1-314 16,2 2-164-16,-1-1-108 0,1 2-82 16,2 1-73-16,-2-1-56 0,3 0-28 0,0 2-18 15,-1-3-7-15,1-1-5 0,3-1-3 16,-2-2-3-16,2-1 2 0,-1-2 6 0,-1-4 3 16,3-1 9-16,-4-3 6 0,0-2 9 0,0 0 7 15,-2-1 4-15,-3 0 8 0,0 3 5 0,-2-2 6 16,-1 1-1-16,-3 4-4 0,-1 1-7 15,-2 2-10-15,-2 1-11 0,1 1-11 0,-1 2-8 16,2 3-5-16,-1 2-4 0,1 1-3 0,1 1 0 16,0 2-2-16,1 1 0 0,3 3-1 15,-1-1-1-15,4 1 0 0,1 1-2 16,1-1-6-16,5 2-14 0,-1-2-23 0,2 1-56 16,-1-2-85-16,2 1-172 0,4-2-276 0,-2 1-338 0,4-2-423 15,0 0-318-15,4 0 58 0,-1-1 798 16</inkml:trace>
  <inkml:trace contextRef="#ctx0" brushRef="#br1" timeOffset="169530.39">8950 10003 537 0,'-8'-2'1128'0,"0"4"343"0,0 0-57 16,2 2-322-16,-2 0-415 0,4 4-228 0,0 1-140 16,1 0-102-16,3 2-79 0,2 1-52 0,1 0-29 15,2 1-15-15,2-1-9 0,1 1-4 0,4-3-5 16,2-1-4-16,0-3-6 0,3-2-1 16,1-2-3-16,1-5 1 0,1-2 0 0,-1-4 1 15,0-3 1-15,0-1 0 0,-1-2 0 16,-4 0 5-16,0 0 7 0,-3 0 11 0,0 0 14 15,-5 2 14-15,-2 3 14 0,0 1 6 16,-4 0 0-16,0 3-1 0,0 1-7 0,-3 1-26 16,2 0-40-16,-3 2 0 0,1 0 0 0,0 2 0 15,-3 0 0-15,3 2 0 0,-2 2 0 16,2 0 0-16,0 0 0 0,-1 2 0 0,1 2 0 16,0-1 0-16,1-1 0 0,-2 2 0 0,4-1 0 15,-2 1 0-15,2-2 0 0,0 1 0 16,-1-1 0-16,1 0 0 0,-2-1-137 0,-1 1-157 15,0-2-261-15,-2 2-331 0,0-2-412 0,-4 4-468 16,-1 0-66-16,-4 1 730 0</inkml:trace>
  <inkml:trace contextRef="#ctx0" brushRef="#br1" timeOffset="170671.35">3498 12000 444 0,'-4'9'911'0,"1"-2"297"15,1-1-21-15,-1 0-353 0,3-3-260 16,-2 2-188-16,2-2-123 0,2-2-69 0,-2 0-49 16,2-1-27-16,-1 2-10 0,2-2 20 0,3 2 3 15,-1-2-2-15,3 0-1 0,-1 0-5 0,3-2-12 16,-2 0-38-16,2 1-19 0,2 0-13 0,-2-1-6 16,1-1-6-16,-3-1-10 0,3 0-9 0,-3 0-2 15,-1-2 5-15,-3 2 10 0,2 0 11 16,-1-1 8-16,-2-1 11 0,-1 0 6 0,-2 2 1 15,0-1-4-15,-2-1-3 0,-1 0-4 0,-2 0-3 16,-2-2 0-16,-1 2-2 0,-4-1 2 0,0 1-3 16,-2 0 0-16,-2 0-3 0,0 1-3 15,-3 1-24-15,3 4-13 0,-1 0 0 0,2 4 0 16,0 1 0-16,2 1 0 0,2 4 0 0,2 0 0 16,4 5 0-16,2 2 0 0,4 1 0 0,2 2 0 15,4-2 0-15,5 1 0 0,4 0 0 16,1-3 0-16,4 0 0 0,5-3 0 0,0-2-57 15,1-3-128-15,2-1-195 0,-1-2-281 0,5 0-356 16,1-4-444-16,0-1-378 0,3 0 151 0,2-3 940 16</inkml:trace>
  <inkml:trace contextRef="#ctx0" brushRef="#br1" timeOffset="172301.23">9261 12243 421 0,'8'9'919'0,"-1"1"279"0,1-2-19 0,-1-1-305 16,0 0-298-16,1 0-171 0,-2-3-69 16,3-1-19-16,-2-1-17 0,3-2-27 0,-2-2-48 15,1-5-57-15,-1 3-51 0,0-6-44 16,1-3-32-16,-1-3-16 0,-2 1-9 0,1-4-1 15,-2-2 2-15,1 0 7 0,-3 2 7 0,-2-1 9 16,-1 2 10-16,0 1 7 0,-1 6 2 16,-2 1-5-16,-3 3-8 0,1 3-8 0,-2 4-11 15,-1 0-10-15,2 7-9 0,-3 3-4 0,4 0-2 16,-1 3-1-16,1 2 0 0,0 1-1 16,3 1 0-16,0 0-1 0,0-1 0 0,2-1-2 15,0-1-1-15,4-1-2 0,-2-2-16 16,-2-3-41-16,2-1-84 0,-2-3-149 0,-2-2-261 15,0-2-329-15,-4-5-412 0,-2 1-405 0,-1-2-16 16,-7 0 735-16</inkml:trace>
  <inkml:trace contextRef="#ctx0" brushRef="#br1" timeOffset="173487.87">3428 14244 213 0,'1'8'738'0,"-1"-4"413"0,-1 0 83 16,1 0-238-16,0-2-328 0,0 1-250 0,1 0-175 16,-1-1-100-16,3-1-55 0,0-1-33 15,-1 0-26-15,1 0-12 0,2-1-5 0,-1-1-3 16,3-2 73-16,-1 0 35 0,3-4 19 0,1 0 6 15,0-1-1-15,-1-2-3 0,2-1-57 16,-1 1-6-16,-1 0 0 0,1 1-3 0,-4-1-3 16,0 4 7-16,0-1 8 0,-1 2-10 0,-2 1-1 15,-1 3 1-15,0-2-1 0,-2 3-5 0,-2 0-9 16,0-1-12-16,-1 2-15 0,-2 0-9 16,-2 2-5-16,-1 0-4 0,1 0-2 0,-1 2-2 15,-2 0 1-15,0 0-1 0,2 0-1 0,-1 3-3 16,1-2-4-16,1 1-1 0,1 0-2 0,3 0 0 15,-3-1 0-15,4 3-1 0,1-1 0 0,2 0-1 16,1 1 0-16,1 0-2 0,3-1-1 16,2 0 1-16,2-1-1 0,2-2-3 0,2-2-11 15,2-2-34-15,2-2-80 0,2-2-137 0,-1-2-260 16,5-1-314-16,1 0-394 0,3-3-423 0,4 3-74 16,3-2 661-16</inkml:trace>
  <inkml:trace contextRef="#ctx0" brushRef="#br1" timeOffset="174295.53">6211 14137 226 0,'0'0'800'16,"-1"2"400"-16,-1 0 43 0,2 2-206 0,0-2-373 16,2 3-222-16,-1 1-107 0,4 0-64 15,0 2-41-15,3 1-35 0,1-1-34 0,-1 0-53 16,2 0-51-16,2-4-27 0,-2 2-16 0,1-5-6 15,0 1-3-15,0-4 22 0,-1 1 13 16,1-3 12-16,-3-1 11 0,-2-1 11 0,-1 2 7 16,-2-2-11-16,-3 1-3 0,0-1-4 0,0 0-1 15,-3 2-8-15,0-1-3 0,-4 0-5 16,2 1-5-16,-4 1-6 0,1 2-6 0,-1-3-6 16,-1 4-6-16,1-1-6 0,2 1-4 15,1 0-5-15,1 0-4 0,2 0-2 0,3 1-3 16,0 1-2-16,3 1-1 0,4 0-12 0,2 1-29 15,2 1-77-15,3-3-95 0,4 1-204 16,1-1-299-16,5-1-359 0,4 0-407 0,2 0-180 16,3 2 270-16,5 3 811 0</inkml:trace>
  <inkml:trace contextRef="#ctx0" brushRef="#br1" timeOffset="175137.4">9682 14352 109 0,'8'4'677'0,"-5"2"451"0,0-2 120 16,-1 0-121-16,-2-2-350 0,2 2-241 0,-1-3-110 15,1 0-64-15,-2 1-48 0,0-2-44 0,0-2-62 16,0 1-63-16,-2-2-57 0,2-1-33 16,-1-1-20-16,-1-1-10 0,-1-1-7 0,1-1-7 15,-1 1 1-15,1-1 4 0,-2 2 6 16,2 1 3-16,-1 1 5 0,2 1 3 0,-1 0 0 15,0 0-4-15,2 1-2 0,-1 1-1 0,-1 1-2 16,1 0-3-16,-1 0-2 0,2 1-3 0,-2 1-6 16,1 0-2-16,-1-1-4 0,2 0-3 15,0 1-2-15,0 1-1 0,0-1-1 0,0 0-2 16,0 2 0-16,3-2-2 0,1 1 0 0,0 1-3 16,1-1-12-16,-2 0-38 0,3 0-81 15,-3-2-122-15,1 2-235 0,-1 0-308 0,-3-1-382 16,0-1-398-16,-2 1-99 0,-4-1 504 15,-5 1 757-15</inkml:trace>
  <inkml:trace contextRef="#ctx0" brushRef="#br1" timeOffset="176388.37">3630 16519 265 0,'1'-1'515'0,"1"-2"222"15,-1 1 56-15,1-1-160 0,-2-1-134 0,0 2-101 0,2-1-57 16,-2 0-31-16,1 1-28 0,-1-3-33 16,0 0-10-16,2 0 6 0,-2 0 8 0,0-1 24 15,0-2 17-15,-2 1-9 0,2 0-37 0,-3-3-46 16,1 3-41-16,1 2-46 0,-1-3-36 0,-1 4-19 15,3 1-12-15,-3 0-7 0,3 0-8 0,-2 2-9 16,2-1-7-16,0 2-5 0,0 0-7 0,2 0-3 16,-2 0-2-16,1 2-2 0,1 0 0 0,0 3 1 15,1 1-1-15,0 0 1 0,0 2 0 0,2 1 0 16,-2-1 1-16,3-1-1 0,-4 0 1 0,3 1 0 16,-4-4-1-16,1 1 1 0,-1-3-1 15,1 2-1-15,-2-3 2 0,2 0-1 0,-2-1 1 16,-2 0 1-16,2-1 1 0,-3-4 1 0,1 0 0 15,-3-4 0-15,2 0-1 0,-3-3 1 0,0 0-1 16,-1 1 0-16,1-1 0 0,-2 2 1 0,1-1 0 16,2 4-1-16,-2-1 1 0,4 4-2 0,0 0-1 0,1 0-1 15,2 4-2-15,0 0-1 0,0 4-1 0,3 2 0 16,2 2 0-16,3 3-1 0,3-1-6 0,2 2-24 16,1-2-46-16,2 1-70 0,4-2-78 15,0-1-147-15,3-1-252 0,2-1-303 0,5-3-285 16,2-1-196-16,3-4 10 0,3-1 530 0</inkml:trace>
  <inkml:trace contextRef="#ctx0" brushRef="#br1" timeOffset="177170.49">6294 16318 143 0,'-5'-3'741'0,"2"0"450"15,-2-1 106-15,-1 1-79 0,-1-2-338 0,1 3-290 16,0-3-167-16,1 0-97 0,-3 1-74 0,3-1-76 16,-2-1-58-16,2 1-48 0,-1-1-21 15,1 0-8-15,0 2 1 0,-1 1 6 0,1 0-4 0,4 2-1 16,-1-1-4-16,0 1-11 0,2 1-9 15,0 1-14-15,2 2-9 0,1 2-6 0,0 2-3 16,5 1 3-16,-2 0 10 0,2 2 4 0,2-1 1 16,2 0 2-16,0-2-1 0,0-1 0 15,-1-1-5-15,2-5-2 0,-1-2-2 0,-2-1 3 0,1-4-1 16,-2-2 2-16,-2 0 0 0,-1-2 0 16,-2 0 0-16,-1-1 0 0,-2 2 1 0,1 1 0 15,-2 2-2-15,0 0 3 0,0 1-2 0,-2 1-4 16,2 2-11-16,0 0-24 0,-1 3-56 0,1 0-76 15,-2 4-110-15,4 1-195 0,1 3-305 16,1 0-336-16,4 1-285 0,2 0-143 0,4 2 312 16,0-3 672-16</inkml:trace>
  <inkml:trace contextRef="#ctx0" brushRef="#br1" timeOffset="178131.61">9545 16431 21 0,'1'3'523'0,"1"-3"487"0,-4 0 247 0,-1-3-7 16,1 3-245-16,-2 0-254 0,-4 0-208 0,2 0-125 15,-2 0-80-15,-1 0-76 0,0 3-89 0,0-3-59 16,-1 1-35-16,1 1-20 0,3-1-15 16,-1 3-12-16,2-2-10 0,2 0-8 0,1 1-7 15,1 0-3-15,2 0-4 0,1 0-1 0,1 1-1 16,2-1 1-16,2 0-2 0,-1 0 2 0,1-1-1 16,0-2 0-16,1-3 2 0,0 0 0 0,-1-3 0 15,0-3-1-15,1-1 1 0,-3-3-1 16,0-2 0-16,-1 0 0 0,-1 0 1 0,0 2 1 15,-1 1 0-15,0 1 1 0,-1 2 1 0,-2 3-1 16,-1 2 1-16,0 1-1 0,2 3-1 16,-3 1-1-16,2 5-2 0,-1 0 0 0,2 3-1 15,0 2-6-15,2 3-12 0,1-3-34 0,0 4-74 16,2-2-100-16,1 1-193 0,2 0-292 0,1-2-354 16,4-2-392-16,4-1-196 0,1 0 248 15,4-2 769-15</inkml:trace>
  <inkml:trace contextRef="#ctx0" brushRef="#br1" timeOffset="178904.51">13026 16615 266 0,'11'8'563'16,"-1"-2"271"-16,-1-2 182 0,-2-2-183 15,-1-2-212-15,3-5-138 0,-4-1-45 0,0-3-11 16,-2-4 0-16,0-1-39 0,-1-2-43 0,0 0-47 15,-2 0-51-15,-2 1-60 0,0 2-61 0,1 0-35 16,-1 3-21-16,-1 2-10 0,1 3-8 0,-1-1-8 16,1 3-8-16,-1 3-9 0,-3 1-6 15,3 2-7-15,1 2-4 0,-1 2-3 0,2 1-2 16,-1 0 0-16,0 5-2 0,2-2-2 0,-1-1 0 16,1-1-3-16,0 1 0 0,0-1-2 0,1-3-1 15,1 0-4-15,1-3-14 0,0-3-31 16,-1-2-81-16,0-5-113 0,-1-2-222 0,2-6-306 15,-1-4-369-15,-1-6-418 0,-1-4-137 0,0-7 420 16,0-3 795-16</inkml:trace>
  <inkml:trace contextRef="#ctx0" brushRef="#br1" timeOffset="179637.69">13254 14202 114 0,'-2'6'375'15,"-1"-3"200"-15,-2-2 161 0,4-2-102 0,-1-1-136 16,1-1-82-16,-1-1-37 0,2-1-19 15,0-1-17-15,0-1-29 0,0 0-37 0,0 1-44 16,0 1-11-16,0 0 21 0,0 2 23 16,0 2 18-16,0-1 1 0,0 0-14 0,0 2-32 15,0 0-50-15,0 0-47 0,-2 0-41 0,2 2-32 16,-1-2-20-16,-1 3-13 0,1-2-9 0,-3 4-7 16,0-3-6-16,2 3-2 0,-1-2-3 15,2 2-4-15,-3 1-2 0,3 0-3 0,-1-1 0 16,2-2-2-16,-1 1-1 0,1-2-1 15,1-1-1-15,-1 1 1 0,3-2-1 0,1-2 3 16,0 1 2-16,4-5 0 0,-2 0 2 0,2-2-2 16,-1 0 2-16,2-3 0 0,-1 0-2 15,0 1-1-15,0-1 0 0,0 1-1 0,-2 1-3 16,0 0-8-16,-1 0-13 0,0 1-26 16,-2 2-48-16,-1-1-68 0,-2 1-66 0,-2 0-108 15,-1-2-164-15,0 2-274 0,-2-1-261 0,0-1-209 16,-1 0-135-16,-2-3 259 0,2 0 540 15</inkml:trace>
  <inkml:trace contextRef="#ctx0" brushRef="#br1" timeOffset="180314.04">13393 12120 21 0,'-5'4'503'0,"0"0"469"0,-1 2 253 15,0 1-34-15,1 4-276 0,2-3-239 0,-2 3-161 16,2-1-116-16,0 4-80 0,0-3-64 0,1-1-78 15,2 2-70-15,2-3-52 0,-2-2-30 16,4-3-13-16,-1 1-7 0,2-2-2 0,0-3 0 16,2-3 0-16,2-3 2 0,-1-2 2 15,1-4 2-15,-1-1 4 0,2-4 9 0,-2 1 8 16,-2 3 11-16,-1-1 12 0,-2 4 7 0,0-1 1 16,0 4-3-16,-3 1-5 0,0 1-11 15,-3 2-11-15,0 2-11 0,1 1-9 0,-4 3-7 16,1-1-6-16,0 6-7 0,-1 0-17 15,-2-1-45-15,2 2-81 0,0-1-147 0,-1-4-265 16,1 1-323-16,0-4-399 0,1-3-382 0,2-3-21 16,0-6 705-16</inkml:trace>
  <inkml:trace contextRef="#ctx0" brushRef="#br1" timeOffset="181098.92">13596 10033 426 0,'-2'-1'874'16,"-1"-2"310"-16,-2-2 8 0,2-2-303 15,0 1-179-15,-2-2-132 0,1 1-120 0,1-2-92 16,-1 1-65-16,-1 1-63 0,4-1-83 0,-3 2-64 16,3 2-36-16,-1 1-18 0,2 1-12 15,-1-1-7-15,1 3-7 0,0 0-4 0,-2 3-1 16,0-3-2-16,1 6 1 0,-1 1-1 0,0 1 0 16,-1 3 6-16,-3 1 3 0,3-2 3 15,-2 2 0-15,0-1 0 0,2 0 1 16,-2-4-6-16,2 0-1 0,-1-1-3 0,1-1-1 15,1-1-2-15,1-1-4 0,-1-1-2 0,0-1-2 16,2 1-4-16,0-1-20 0,0 0-75 0,2-1-80 16,0 2-159-16,1 0-281 0,4-1-341 15,1 2-401-15,2 1-239 0,5 1 71 0,0 3 715 16</inkml:trace>
  <inkml:trace contextRef="#ctx0" brushRef="#br1" timeOffset="182061.94">20106 10131 99 0,'5'-7'618'0,"0"1"433"15,-2 0 157-15,0 3-91 0,-1 1-417 16,1 0-255-16,-2 4-64 0,2 3-15 0,-1 7-21 16,1 2-35-16,-1 9-27 0,0 3-39 0,-1 8-74 15,-1 4-55-15,2 8-32 0,-1 6-13 16,-1 5-11-16,0 5-3 0,0 5-5 0,0 7-3 15,0 5-4-15,-1 6-2 0,-1 6-4 0,1 5-3 16,-3 3-2-16,1 4-2 0,-2 3-1 16,1 5-3-16,-1 2-4 0,0 5-6 0,1 1-4 15,-3 2-2-15,1-1-3 0,-2 4-4 0,0 1 1 16,2 0 2-16,-4 0-3 0,-1-2-4 0,3 1 0 16,0-2 0-16,-2 2 0 0,1-1 0 0,0-1 0 15,-2-4 0-15,5-3 0 0,-2-5 0 16,0-3 0-16,-2-7 0 0,4-6 0 0,0-9 0 15,1-9 0-15,1-12 0 0,0-8-29 16,-1-11-31-16,2-10-65 0,-3-11-85 0,-1-10-154 16,-1-8-272-16,-2-11-334 0,1-10-403 15,-2-9-266-15,-3-11 19 0,1-10 696 0</inkml:trace>
  <inkml:trace contextRef="#ctx0" brushRef="#br1" timeOffset="182754.16">19942 10285 160 0,'1'-3'662'0,"2"-3"426"16,-1-2 136-16,1-3-134 0,2 0-281 0,2-3-181 16,1-2-141-16,2-1-107 0,2-6-73 15,2-2-58-15,-2-2-77 0,6-4-71 0,-2-2-39 16,2-1-19-16,-1-2-10 0,1-3-11 0,-2 6 1 15,2-1 1-15,-4 5 1 0,-2 3-1 0,-2 5 2 16,-2 5 1-16,0 2-8 0,-4 5-5 16,0 3-3-16,-3 5-1 0,1 4-6 0,-2 6-2 15,-2 4-2-15,2 5-3 0,-1 5 0 0,-1 2-1 16,0 5 1-16,4 2 2 0,0 2-1 16,1 2-12-16,2 3-65 0,-2 0-81 0,0 2-164 15,5 1-275-15,-5 3-335 0,2 0-415 16,-1 1-286-16,0 1 49 0,1 0 750 0</inkml:trace>
  <inkml:trace contextRef="#ctx0" brushRef="#br1" timeOffset="184126.14">19477 13887 13 0,'-3'0'412'0,"3"0"356"16,-1 2 226-16,1-1 12 0,-2-1-336 0,2 1-269 15,2 1-115-15,-1 1-64 0,5 0-32 16,0 1-5-16,1 1-1 0,3-1-20 0,0 2-10 16,3-2 8-16,4 2 4 0,-1 0 40 15,5 1 11-15,2-3-6 0,1 3-29 0,3-5-35 16,2 2-5-16,2-2-41 0,3 0-22 16,0 0-14-16,6-2-7 0,-2 0-9 0,-2 1-18 15,5 0-1-15,2 1-4 0,0-1 1 0,2 4-2 16,3-1-2-16,-1 2-3 0,2 1-8 0,0 1-4 15,2 1-4-15,-2 3-3 0,1-1-2 16,1 1-2-16,1 0-1 0,0-1 2 0,2 3-1 16,0-3 3-16,1 0 2 0,4 1 2 15,-1-4 0-15,4 1 1 0,1-1-1 0,-1 0-2 16,0 0-1-16,-1 1-1 0,1-2-2 0,-4-1-1 16,2 6-1-16,-1-2 2 0,-1 0 0 15,-2 3 3-15,2-1 1 0,-1 2 0 0,2 2 1 16,1-3-1-16,0 0 0 0,0 2-2 0,2-2 1 15,-2 3-1-15,0-3-3 0,-2-1 0 0,2 1 0 16,0-1 0-16,-2 1 1 0,-2-1 1 16,1-2 1-16,0 2 1 0,2-2 1 0,-3 1-1 15,1 1 0-15,-3-2 0 0,2 0 0 16,-3 0 0-16,-1 1-1 0,-1-1 0 0,1-1-1 16,-1 0-1-16,-4-1 1 0,2 0 1 15,-1-1 0-15,1 1 0 0,-3-3 1 0,3 1 0 16,-5-1 1-16,7 1-2 0,-3-1 0 0,0 0 1 15,2 0-1-15,-2-1 0 0,4 0-1 16,-1 1-1-16,-2-3 1 0,3 0 0 0,2 1-2 16,-4-2 0-16,4-2 2 0,0-2 1 0,-1 1 0 15,0 0 0-15,2-4 1 0,2 0 2 16,1-1-2-16,1-1 0 0,-1 2-1 0,1-1 0 16,0 1 0-16,-1 2-1 0,-1-1 0 0,0 0-1 15,0 3-1-15,-4 2 3 0,0 0 0 16,-1 2 0-16,0 2 2 0,-3-2 0 0,3 3 1 15,0-1-1-15,-1-1 1 0,1 2-3 0,0-1 1 16,-1-1 0-16,1 2-1 0,-1-3-1 0,-4 2 1 16,0-2-1-16,0 2-1 0,-5-1 1 15,-1 0-2-15,-3-1 2 0,-1 3-1 0,-4-3 2 16,-1 3 0-16,-6-2 1 0,0 0 0 16,-4 3 0-16,-5-4-1 0,-1 2 0 0,-5-2 0 15,-2 0 1-15,-1-1 1 0,-1 1 2 16,-4-1 0-16,0-1 1 0,-1 2 0 0,-2-2 0 15,-2 0-2-15,1 1-1 0,-3-1 0 0,1 0-2 16,-2-1 0-16,-1 1-1 0,-2-2-1 0,2 2 1 16,-1-3-1-16,-1 2-1 0,-1-2-2 15,1 0-11-15,-1 0-22 0,1 0-41 0,-2-1-63 16,2 0-62-16,2 2-67 0,0-3-98 16,0-2-121-16,2 3-128 0,1 0-151 0,3-2-222 15,-1 1-188-15,2-1 36 0,1 1 320 0,-1-2 384 16</inkml:trace>
  <inkml:trace contextRef="#ctx0" brushRef="#br1" timeOffset="184370.11">25805 14559 14 0,'8'-5'200'0,"0"3"168"0,1-2 195 0,0 2 94 16,3-3-85-16,-2 5-83 0,3-2-27 16,3-1-26-16,-2 1-31 0,3 2-37 0,0 0-40 15,1 0-59-15,0 0-61 0,2 2-52 0,-1 1-31 16,1-1 21-16,1 0 7 0,-2 2-7 16,1 1 27-16,-3 1 28 0,-1 0 22 0,-2 1-29 15,-5 2-18-15,-1 0-14 0,2 1-32 16,-7 0-26-16,-2 3-31 0,-1 0-17 0,-1 1-10 15,-6-1-5-15,-2 2-7 0,1 1-6 0,-5 0-8 16,-1-1-3-16,-2 1-8 0,-2 1-3 0,-1-1-4 16,-1 0-2-16,2 0-3 0,0-3-1 15,2-1-9-15,2-1-35 0,2 0-80 0,0-4-112 16,2-1-219-16,2 0-301 0,3-2-368 16,2 1-397-16,3 1-137 0,3-1 406 0,2 5 768 15</inkml:trace>
  <inkml:trace contextRef="#ctx0" brushRef="#br1" timeOffset="184835.92">26546 15430 256 0,'-6'-7'878'16,"-3"-3"379"-16,2 3-7 0,2 0-188 0,4 2-471 15,1-1-216-15,1 2-72 0,4-3-30 0,6 2-26 16,3-1-16-16,4-2-12 0,2 1-49 0,4-1-54 15,4 2-38-15,3 0-20 0,2 2-13 16,0 0-18-16,0 0-10 0,2 3-6 0,-3 1 6 16,-2 3 4-16,-3 1 1 0,-2 2 5 15,-6 1 9-15,-3 4 3 0,-8 2-1 0,-2 4 1 16,-8 2-2-16,-6 3-1 0,-4 4-6 0,-9 1-4 16,0 2-5-16,-6 3-2 0,-1 2-2 15,-2 0-3-15,-2 1-2 0,2 1 0 0,0-1-1 16,4 0-5-16,-1-1-2 0,5-3-4 15,6-1-1-15,2-3-4 0,6-5 0 0,6 0-2 16,5-6-1-16,5-1 0 0,6-4-7 0,7-6-11 16,0-1-35-16,5-6-77 0,4-4-87 15,7-6-155-15,4-4-263 0,2-6-339 0,4-4-354 16,2-4-194-16,0-2 63 0,-1-1 609 0</inkml:trace>
  <inkml:trace contextRef="#ctx0" brushRef="#br1" timeOffset="185078.49">27331 15563 21 0,'15'-11'601'0,"-4"5"673"0,-3 3 336 0,-3 4-159 15,-5 7-405-15,0 2-408 0,-5 5-216 16,-1 4-148-16,0 3-104 0,-1 1-60 0,1 7-35 16,-3 1-22-16,4 0-17 0,2-1-11 15,3 2-7-15,1-4-10 0,4-2-7 0,6-2-2 0,2-6-2 16,4-3 0-16,1-4 0 0,3-5 0 16,3-6 2-16,0-6 1 0,-2-5 1 15,2-2-1-15,-1-4 0 0,1-4-1 0,-5-3-1 16,2-3 0-16,-5 0 1 0,-2-1-1 0,-3 2 2 15,-3-1 0-15,-1-1 0 0,-3 1-2 16,-4 4-6-16,-4-2-9 0,0 2-19 0,-7 1-42 16,0 1-73-16,-6 1-73 0,-4 0-131 0,-5 1-218 15,0 3-310-15,-1-1-299 0,-5 5-210 16,-1 0-67-16,0 3 444 0,-1 5 596 0</inkml:trace>
  <inkml:trace contextRef="#ctx0" brushRef="#br1" timeOffset="185278.36">27248 15516 168 0,'19'-8'699'0,"-1"-1"399"0,-2 0 117 16,1 2-116-16,0 1-425 0,1 0-234 0,2 3-134 16,-2 1-76-16,0 1-56 0,1 2-42 15,-1-1-38-15,-1 3-42 0,-2 1-26 0,0-2-26 16,-4 3-53-16,1-1-87 0,-2 0-188 0,-2-1-296 15,-3 1-284-15,2-4-301 0,-1 0-177 16,-2-2 234-16,1-1 613 0</inkml:trace>
  <inkml:trace contextRef="#ctx0" brushRef="#br1" timeOffset="186138.14">19546 9303 347 0,'2'0'1029'0,"0"1"415"16,-1 1-62-16,-1-1-216 0,0 4-472 0,0 1-236 15,0 2-141-15,0 4-94 0,0 5-57 16,-3 3-47-16,1 4-50 0,1 3-30 0,-2 1-18 16,-2 4-10-16,1 0-7 0,0 0-4 0,0 0-6 15,-1-4-50-15,1-1-78 0,0-2-125 16,-1-6-246-16,1-4-301 0,-3-2-381 0,2-4-324 15,-1-6-81-15,-5-5 524 0</inkml:trace>
  <inkml:trace contextRef="#ctx0" brushRef="#br1" timeOffset="186335.54">19292 9181 375 0,'-8'0'980'0,"-1"0"291"16,1 3-68-16,2 1-197 0,4 2-514 15,5 1-251-15,3 5-117 0,2-5-53 0,4 4-33 16,3-4-16-16,4 2-7 0,3 0-5 16,4-3-6-16,0 1-3 0,4-2 3 0,-3 0-16 15,2-2-55-15,-7 0-137 0,0-1-257 16,-5-1-275-16,-5 0-270 0,-4 3-235 0,-8 2 38 16,-5-1 476-16</inkml:trace>
  <inkml:trace contextRef="#ctx0" brushRef="#br1" timeOffset="186501.5">19181 9712 230 0,'-5'23'712'0,"4"-5"311"0,2 0 53 0,4-2-123 15,7-2-480-15,0-1-235 0,6 1-118 16,2-4-104-16,4-1-119 0,4 0-152 0,4-2-308 16,4-1-247-16,2 1-194 0,3 4-1 0,0-1 275 15</inkml:trace>
  <inkml:trace contextRef="#ctx0" brushRef="#br1" timeOffset="187407.04">22438 14296 53 0,'2'9'595'16,"1"2"471"-16,-1-3 168 0,-2 3-100 0,0 1-358 15,-2 0-300-15,0 1-164 0,-1 4-83 16,2-2-44-16,-4 0-33 0,1 2-25 0,0-2-43 16,1 0-44-16,2-2-61 0,-3 1-56 15,1-4-102-15,0 1-184 0,0-5-295 0,-5 0-298 16,5-4-246-16,-4 0-152 0,3-2 273 0,-6-3 566 15</inkml:trace>
  <inkml:trace contextRef="#ctx0" brushRef="#br1" timeOffset="189969.48">21211 13873 90 0,'2'1'466'15,"0"2"329"-15,-2-3 195 0,1 2-55 16,-1 0-286-16,2 0-199 0,-1-1-117 0,1-1-87 16,-2 0-29-16,3 1-19 0,1-1-31 15,0 2 17-15,2 0 9 0,2-1 4 0,0 2 18 16,0 1-10-16,5-1-12 0,-4 2-41 0,4-1-13 15,-2 2-13-15,2-1-35 0,2 1-19 16,-2 0-15-16,3 1-5 0,-2-2-19 0,3 3-7 16,0-2-2-16,0 1-2 0,-1 0 0 15,1 1-1-15,2-1-4 0,-5-1-7 0,7 0-4 16,-5 0-2-16,-1 0-1 0,3-1-2 0,-1-2 0 16,-1 0-1-16,1-1 2 0,1 1-1 15,-1-3 0-15,0 0 2 0,-4 0-2 0,2 0 0 16,-1 0 0-16,-2 0 0 0,2 0 0 0,-2 0 1 15,-3 0 0-15,2 0 0 0,-1 0-1 16,-2 0 1-16,1 0 0 0,-1 0-2 0,-2-3 0 16,2 1 1-16,0-1 1 0,-2 0-1 0,2-2 0 15,-1-1 0-15,0 0 1 0,0 0-1 16,-1 0-1-16,1-1 0 0,2-2 0 0,-3 2-1 16,2-3 1-16,0 1 1 0,1 3-1 15,-2-6 0-15,1 5 0 0,0-2 0 0,1 0 0 16,1-2-1-16,-2 3 0 0,1-2 0 0,4 1 1 15,-4-3-2-15,1 1 1 0,1 1 1 0,-2-2-2 16,4 1 1-16,-4-2 2 0,1 0 0 16,1-1 0-16,-2 1 0 0,1-1 0 0,0 0 1 15,-1-4-2-15,0 4 1 0,3-3 0 16,-2 1 0-16,0-2 0 0,1 1 1 16,2-1 0-16,-4 0-2 0,4 0 0 0,-4 0 0 15,3 0 0-15,-2 0 0 0,0-1 0 0,1-1 0 16,0-1 0-16,-1 1 0 0,-1-3 0 0,0 0 0 15,-1-1 0-15,2 0 0 0,0 0 0 16,-3 0 0-16,0 0 0 0,1 0 0 0,-2 2 0 16,2-3-1-16,0 0-1 0,-2 1-1 0,1-1 0 15,2 0 1-15,-1 0 0 0,0 1 1 16,-2-2 0-16,3 3 2 0,-1-4 1 0,0 0-1 16,0-1 1-16,1 0 0 0,0-2-1 0,0 0 0 15,0 1-1-15,-1-4 1 0,0 1 0 16,0-3 0-16,2 2 0 0,-2-1-2 0,0-1 2 15,-2 1-1-15,3-2-1 0,-1-1 0 0,-1 4-1 16,2-4 0-16,0 1-1 0,-1-2 1 16,1 1 0-16,0-2 2 0,0 1 1 0,1-2 1 15,1 3 1-15,-2-3 0 0,1 3-1 16,1-1 0-16,-2 3 0 0,3-1 0 0,-2 3-1 16,2-2 0-16,-3-1 0 0,5 1-1 0,-3 1 0 15,2 0-2-15,1 1 1 0,-1 0-2 16,1 0-1-16,-1 0 0 0,-1-1 0 0,1 3 1 15,-2 2 3-15,0 0 0 0,-1 2 0 0,-2 2 4 16,-1 0-1-16,1 4-1 0,-3 2 0 16,2 3 0-16,-4 0 0 0,2 2 0 0,-1 4-1 15,-1-2 0-15,0 2-6 0,1-1-4 16,0 2-1-16,1-1-2 0,0-3-1 0,3 2 0 16,0-1 6-16,-2-2 3 0,1 1 2 0,2 1 2 15,-1 1 0-15,-4 1 0 0,3 1 0 0,-1 0-1 16,-1 2 1-16,-1 1-3 0,0 2 1 15,-3 2-1-15,3-3 1 0,-3 5 0 0,2-2 0 16,1 2 2-16,-3 2 0 0,1-2 0 0,1 5 2 16,0-2-1-16,-2 0-1 0,1 4 1 15,-1-1-1-15,3 0 0 0,-3 2 0 0,-1-1 1 16,4 0 6-16,-4 2 3 0,0 1 2 16,1 1 1-16,-1 1 0 0,-1 0 0 0,1 2-7 15,-4 1-2-15,3 0-2 0,-3 3-3 16,1 2 1-16,-3 0 2 0,3 2 5 0,-2 0 1 15,2 1 2-15,0 0 2 0,0 3 1 0,-1-1-3 16,1-1-4-16,2 3 0 0,-4-2-2 0,2 2-1 16,2 1 1-16,-3 0-7 0,3 0-2 15,-3 0-2-15,3 0-1 0,-2-1 4 0,-1 1 2 16,1 0 7-16,-3 2 3 0,3-2 2 16,-2 0-1-16,2 3-4 0,-2-3-4 0,0 1 0 15,1 1-2-15,-2-3 0 0,3 1 1 0,-2-1-1 16,0-2 2-16,2 3 0 0,-2-3 0 0,2 1 2 15,-2-1-1-15,2 0 0 0,-2 0 0 16,4 0-1-16,-3-1 0 0,1 0 1 0,0-1-1 16,0 1 1-16,0-2-1 0,-1 1 0 15,2-1-1-15,-2-1 1 0,1 0-1 0,0-1 0 16,0-1 0-16,0 3 0 0,-1-1 0 0,-1-2-1 16,1 0 1-16,-2 0 0 0,3 1-1 15,-1-1 0-15,0 1 0 0,0-2-1 0,3 0 0 16,-3 0 1-16,1-1 0 0,2 0 1 15,1-3-1-15,-3 3 0 0,1-2 1 0,1-2-2 16,1 0 1-16,-2 0-1 0,2 0 1 0,0-1 0 16,-1-1 0-16,1 1 0 0,-2-2 1 0,0 2 1 15,2-1 0-15,-3 0 1 0,1-1 0 16,1 2-1-16,-1-2 1 0,-1 2 0 0,1 0-1 16,-1 1 0-16,2-1 0 0,-4-1 0 15,4 3-1-15,-1-1 0 0,1 1 0 0,-3 1 0 16,3-2-1-16,1 1 0 0,-2-1 1 0,0 0-1 15,2 1 1-15,-1 0 1 0,1 1-1 16,-2-2 1-16,1 2-1 0,1 0 1 0,-4 0-1 16,4-2 0-16,-3 3 0 0,3-3 0 15,-1 1 0-15,-1-1 0 0,-1 1 0 0,2-2 0 16,-1-1 0-16,1 0-1 0,-1 1 1 0,2-4 0 16,-2 1 0-16,2-1-1 0,0 0 1 15,-1 1 0-15,-1 0 0 0,0 0 0 0,-1 1 0 16,3 1 0-16,-1 0 0 0,-3-1 0 0,3 2-1 15,-1 0 0-15,1 0 1 0,-4 2-1 16,4-3 0-16,-1 1 0 0,0-1 0 0,2 1 0 16,-1 0-1-16,-1 0 2 0,2 0-1 0,-1 0 0 15,1-1 0-15,0-1 1 0,-2 0-1 16,0 1 1-16,2-2 0 0,-3 0 1 0,3 0-1 16,-1 1 0-16,1-3 1 0,-4 0-1 15,3 1 0-15,-1-1 0 0,1 2 0 0,-3 0 1 16,0 2 0-16,1 1 0 0,0-2 0 0,-1 2-1 15,3-2 1-15,-1 1-1 0,1 1-1 0,-1-3 1 16,0 2 0-16,1-1 0 0,-1 1 1 16,2-1 0-16,-2-1-1 0,2 1 1 15,-1 1-1-15,-1 0 0 0,2-2 2 0,0 0-2 16,-1 0 0-16,1-2 0 0,0 0 0 0,0 1 0 16,0-2 0-16,0-1-1 0,1 2-1 15,-1-3 1-15,0 3-1 0,3-2 1 0,-1 0-1 16,1 0 2-16,1 1 1 0,-3 1-1 0,2-3 1 15,1 1-1-15,-3 0 0 0,4-1 0 16,-1 0-1-16,0 3 1 0,0-3 0 0,1 3 0 16,-2-3 0-16,2 0 0 0,0 1 1 0,1-1-2 15,-1 1 0-15,0-1 1 0,-1 1-1 16,1-1 1-16,-1 0 0 0,0 0 1 0,2-2-1 16,1 3 0-16,-3-2 1 0,1-1-1 15,0 0 0-15,3 0 0 0,-4 1 1 0,1-3-1 16,0 0 0-16,2 0 0 0,-3 2 0 0,2-2 1 15,1 0-1-15,-1 0-1 0,-1 0 2 0,1-2 0 16,2 2-1-16,-2 0 1 0,2 0-1 16,-1 0 1-16,0-3-1 0,1 3 0 0,0-2 0 15,0 2 0-15,2-1 0 0,-4 1 1 16,2-1 0-16,0-1 0 0,0 0 0 16,0 1-1-16,-2 1 0 0,1-1 0 0,2 1-1 15,-5-2 1-15,3 0 1 0,-1 1 0 0,2 1 1 16,1-1-2-16,-2 1 2 0,1 0-2 0,0-2 0 15,3 2 0-15,-5-2 0 0,4 2-2 16,1 0 2-16,-3 0 0 0,1 0-1 0,-1 0 0 16,5 0 0-16,-5 0 0 0,1 2 1 0,2 0-1 15,-1-2 1-15,-1 1-1 0,4 0 1 16,-5 3 0-16,1-3 0 0,4 0 0 0,-4 1 0 16,-1 0 0-16,5-1 0 0,-5 0-1 15,1-1 1-15,0 2 0 0,0 1-1 0,-3-3 0 16,0 2 1-16,4-2 0 0,-6 0 0 0,4 3 0 15,-3-1 1-15,2-1 0 0,0 0 1 0,-2 3 0 16,0-4-1-16,0 4-1 0,0-1 0 16,-4 0-1-16,2-1-1 0,0-1 0 0,-1 0 0 15,-1 1-12-15,-2-1-45 0,1-1-85 16,-5 0-141-16,1 0-242 0,-5-1-316 0,3-1-392 16,-5 2-366-16,2-1-45 0,-3 1 610 0</inkml:trace>
  <inkml:trace contextRef="#ctx0" brushRef="#br0" timeOffset="201160.37">6346 11895 39 0,'0'-2'537'0,"-2"0"466"15,1 2 223-15,-1-1-68 0,2 0-356 0,-1 1-244 16,-1 0-152-16,0 0-85 0,2 0-56 16,-1-2-42-16,-1 2-41 0,1-1-40 0,-1-1-31 15,-1 1-22-15,2-1-14 0,-1 2-7 0,-1-1-4 16,0-3-17-16,-1 3-15 0,1-1-12 16,-2 1-7-16,2 0-4 0,-3-1-4 0,1 1-2 15,-1-1-4-15,1 2-4 0,-3 0-35 16,-1 0-70-16,1 0-65 0,-2 2-121 0,2 1-200 15,-4-2-322-15,2 0-303 0,1 4-217 16,-2-2-100-16,3 0 382 0,-2 0 590 0</inkml:trace>
  <inkml:trace contextRef="#ctx0" brushRef="#br0" timeOffset="201388.03">6039 11978 148 0,'-6'5'743'15,"1"-1"449"-15,0 0 106 0,1-1-88 16,1-2-372-16,1 2-270 0,-1-3-153 0,3 2-94 16,-2-2-69-16,1 1-74 0,-1-1-65 0,2 0-51 15,0 0-32-15,0 0-19 0,-1 0-9 16,-1 0-23-16,2 0-46 0,0 2-64 0,-2-2-65 16,-1 1-106-16,1 1-166 0,-1 1-279 0,-1 0-263 15,1 1-220-15,0 1-138 0,-1 0 242 16,1 2 527-16</inkml:trace>
  <inkml:trace contextRef="#ctx0" brushRef="#br0" timeOffset="201577.12">5951 12216 72 0,'0'7'572'0,"2"-2"433"0,-2 0 198 15,0-1-72-15,0-2-390 0,0 0-299 16,0 0-174-16,0-1-99 0,0 1-64 0,0-2-39 15,1 2-29-15,-1 0-15 0,2 1-10 16,-1 0-8-16,2 2-4 0,2 0-5 0,-2 1-14 16,0 0-31-16,-1 0-74 0,-1 1-104 0,1-3-140 15,0 3-233-15,-1-1-275 0,-1 0-208 16,2 1-17-16,0 0 262 0,-1 2 376 0</inkml:trace>
  <inkml:trace contextRef="#ctx0" brushRef="#br0" timeOffset="201780.15">6030 12472 266 0,'3'5'573'0,"2"-2"235"16,-2 0 144-16,-1-2-224 0,-1 2-208 0,1-3-158 15,-1 2-96-15,1-1-56 0,2-1-69 16,-2 0-55-16,0-1-35 0,1-1-18 0,0-1-13 16,0 0-7-16,0 0-4 0,2-2-16 0,0 0-56 15,1-1-97-15,-1-2-144 0,-2 1-294 16,2 1-247-16,1 1-175 0,-1 2 29 0,1 1 284 15</inkml:trace>
  <inkml:trace contextRef="#ctx0" brushRef="#br0" timeOffset="201927.44">6194 12475 142 0,'2'5'509'16,"1"-4"300"-16,0 2 153 0,-1-1-147 15,2-1-271-15,-2 1-208 0,-1-1-140 0,1-2-79 16,1-1-48-16,-1 1-29 0,1-4-18 0,2 1-10 15,0-1-13-15,1-2-55 0,0 0-92 16,-1-1-136-16,1-1-263 0,1 1-232 0,0 1-148 16,1 1 42-16,0 1 260 0</inkml:trace>
  <inkml:trace contextRef="#ctx0" brushRef="#br0" timeOffset="202094.06">6406 12415 266 0,'2'0'491'0,"-1"0"172"0,1 0 45 16,1 0-235-16,-1-1-192 0,1-1-134 0,1-1-66 16,-1 0-34-16,2 0-15 0,0-2-21 0,0 1-50 15,0-1-82-15,0-1-198 0,1 1-219 16,-2-1-124-16,1 0 3 0,0 2 138 0,0-2 206 16</inkml:trace>
  <inkml:trace contextRef="#ctx0" brushRef="#br0" timeOffset="202373.23">6509 12064 61 0,'-5'-12'369'0,"-1"1"259"0,-1 4 196 16,-2-1-65-16,1 3-214 0,0 2-180 0,0 1-132 15,-3 2-87-15,3 0-62 0,0 3-43 16,0 0-82-16,-1 1-133 0,1 1-302 16,2 1-217-16,1 0-147 0,-3-2-12 0,2 0 205 15</inkml:trace>
  <inkml:trace contextRef="#ctx0" brushRef="#br0" timeOffset="205769.26">903 9974 138 0,'0'-10'271'16,"-2"3"109"-16,2-1-2 0,-3 1-81 15,1-1-57-15,-1 2-21 0,-2 0 2 0,2 0 13 16,-2 2 21-16,2-1 36 0,3 5 68 16,0 0 54-16,0 0 27 0,0-6-8 0,0 6-27 15,0 0-5-15,-1-6-9 0,1 6-30 0,0 0-42 16,0 0-40-16,0 0-39 0,0-4-49 15,0 4-56-15,-2-7-36 0,-1 3-24 16,3 4-13-16,-2-4-8 0,2 4-9 0,0 0-6 16,0 0-9-16,0 0-6 0,0 0-7 15,0 0-5-15,0 0-4 0,0 0-4 0,0 0-3 16,0 0-3-16,0 0 0 0,0 0-2 16,0 0 1-16,3 4-1 0,2 0 2 0,3 5 1 15,3-1 0-15,3 3 1 0,0 1 0 16,7 1 1-16,0 1-1 0,2 4 1 0,3-2 0 15,-1 2 0-15,3 3 1 0,-4-2-2 16,3-2 6-16,-2-1 2 0,-3 0 0 0,0-4 1 16,-4-4-1-16,-1 0 1 0,-2-6-5 0,-1-4-1 15,-3-4-1-15,-3-7-1 0,-3-2 0 0,1-6 0 16,-5-3-1-16,1-2 0 0,-2 2 2 0,0-1 0 16,-2 1 2-16,-1 4 0 0,0 2 2 15,2 1-1-15,-1 6 1 0,-1 2-1 16,3 1-3-16,0 8-1 0,0 0-2 0,3-3-1 15,-3 3-2-15,6 3 0 0,-1 3 0 0,1 3 3 16,2 0 1-16,-1 2 3 0,3 2-1 0,0-1 2 16,0 0 1-16,-1-1-2 0,1-2-2 0,-1-2 0 15,-1-3-1-15,-2 2 2 0,-1-5 1 16,-2-1 2-16,0-1 0 0,-1-5 3 0,-2-2 0 16,-2-4-1-16,-1-2 3 0,0-1 1 0,-4-3 1 15,0-1 0-15,-3-2 1 0,1-1 0 0,-4-1-4 0,2 0-1 16,-2-1-1-16,-1-2-1 0,0 0-5 15,-5-3-4-15,3-2-2 0,-3 4-1 16,-1 0-3-16,4-1 0 0,-1 6 4 0,4 3 0 16,-1 3 1-16,7 3-2 0,-1 1 0 15,2 3-2-15,3 3-1 0,1 3 0 0,2 3 1 16,0 0-5-16,0 0-9 0,6 0-15 0,1 3-36 16,-1 1-75-16,1 1-107 0,0 1-189 15,0 0-291-15,1 2-343 0,-2-2-363 16,-1-1-173-16,1-1 284 0,-3-1 722 0</inkml:trace>
  <inkml:trace contextRef="#ctx0" brushRef="#br0" timeOffset="206709.51">1411 9319 13 0,'0'-3'249'0,"2"0"185"0,0 2 193 0,1-1 50 16,3 2-21-16,3-2-31 0,-4 2-41 0,-2 0-65 16,-1 0-73-16,-5-1-65 0,1 0-61 0,4 1-30 15,1 0 0-15,0 0-15 0,-1 1-18 16,-1-1-27-16,-1 0-32 0,-1 0-41 0,1 0-45 15,-2-1-28-15,-1 1-14 0,1 0-13 0,1 1-11 16,-1-1-9-16,2 1-7 0,0-1-4 0,0 4-3 16,2-1 0-16,1 3 3 0,3 5 1 0,4 3 1 15,1 3-1-15,0 3-2 0,3 3-4 0,-1 1-3 0,4 2-4 16,-1-1-3-16,1 2-2 0,1 0-2 16,-1-1-3-16,1 0-1 0,-3-5-1 0,1-1 0 15,0 1-1-15,-5-6 0 0,2-1 0 0,-4-2-1 16,-1-1 0-16,-1-3 0 0,0 0 0 0,-2-1 1 15,-2-5-1-15,-1 2 3 0,1-1 1 0,-1-1 5 16,-1 0 4-16,-1-2 1 0,0 0 1 0,-3 0-1 16,0-2-1-16,-4-1-5 0,1 1-4 0,-5-2-2 15,0-3-1-15,-3 1-1 0,1-1-1 0,-4-3-1 16,1-3 0-16,0 0 0 0,0-2 0 16,1-2 0-16,0 0 0 0,0-3 1 0,2 1 1 15,2-2-1-15,-2-2 0 0,5 1 0 0,-1-1-1 0,0 1 0 16,2 0 0-16,2-3 0 0,2 2 4 15,0 3 3-15,1-1 0 0,2-1 2 0,0 3 0 16,0 1-1-16,2 0-3 0,-2 3-2 0,3 2-1 16,-1 1 0-16,-1 2 0 0,2 2-1 0,2 2 2 0,0 1 1 15,4 1 0-15,-1 2 3 0,5 1 1 0,1 2-3 16,1 4-1-16,3 0-2 0,0 2 0 16,2 1-1-16,1 3-1 0,1 1 3 0,0 3 1 15,0 1 0-15,0 0 0 0,-2 2-1 0,0-1 0 16,0 0-1-16,0 2 0 0,-3-3-1 0,-1-1-1 15,-1-1 0-15,0-1 0 0,-3-1 0 0,-1-3-1 16,-2 1-1-16,-2-2-6 0,-1-3-7 0,-2 0-13 16,-3 1-15-16,-1-3-24 0,-3 0-49 0,0 3-71 15,-2-6-109-15,-4 2-172 0,1-2-293 0,-2 3-337 16,-2-2-310-16,2 1-162 0,-3-2 300 0,-2-2 651 16</inkml:trace>
  <inkml:trace contextRef="#ctx0" brushRef="#br0" timeOffset="206918.83">1536 9465 380 0,'5'4'930'15,"2"-2"279"-15,-3 1-46 0,2-3-276 0,-4 0-331 16,1 0-170-16,2 0-79 0,1-2-23 0,4 1-22 16,2-1-22-16,-2-2-50 0,2-3-57 0,1 2-55 15,-2-3-33-15,2 1-17 0,0-1-14 0,-1-1-6 16,1 1-5-16,-2 0-3 0,0 0-4 15,0 1-10-15,-1-1-63 0,-1 2-61 0,-3-1-119 0,-1 2-188 16,-2 1-305-16,1 1-330 0,0 0-237 0,-2 0-113 16,2 1 365-16,-4-3 583 0</inkml:trace>
  <inkml:trace contextRef="#ctx0" brushRef="#br0" timeOffset="207558.38">1736 9101 239 0,'0'-2'700'0,"3"-3"369"15,0 2 109-15,-2 0-250 0,1 0-292 0,-2 1-216 16,0 2-156-16,-2-1-88 0,2 1-47 0,2 0 26 16,3 0 29-16,0 1 31 0,1-1 14 0,0 4 2 15,2 0-11-15,0 1-37 0,0 2-37 0,2 2-34 16,0 3-30-16,0 1-20 0,2 1-13 0,1 3-16 15,-2 1-13-15,3 1-8 0,-1 1-1 0,1-1-3 16,-1 0-4-16,3 1 0 0,-3 0-2 0,-1-4-2 16,2-1-1-16,-2 0 0 0,0-4 4 0,-2-1 3 15,-2-2 1-15,-2-1 1 0,2-2 1 0,-4-2 0 16,1 0-4-16,-3-3 1 0,1 0-1 0,-3-2 1 16,2-1 0-16,-2-5-1 0,-2 0 0 0,0-4-2 15,-1-2-1-15,0-3-2 0,0 0-1 0,-2-3 0 16,-1-1-1-16,1-3 0 0,0 0 0 0,1-1 1 15,-1 0 1-15,-2 2 1 0,1-4 1 0,2 4-5 16,-1-2-2-16,2 2-3 0,-1-1-2 0,1 3 0 16,0 0 0-16,0 1 5 0,0 2 2 0,1 4 1 15,1 1 2-15,-1 1 0 0,1 1 0 16,1 4 1-16,-2 1 2 0,2 2-1 0,0 1 1 16,0 0-2-16,0 1 2 0,0 2-2 0,-2 0-1 15,1 2 1-15,1 0-2 0,0 4 1 0,-2 0-1 16,2 3 0-16,-3 3-1 0,3 0 1 0,-2 3 0 15,2 0 0-15,0 4 4 0,0-4 4 0,2 4 1 16,0-1 1-16,-1 0 1 0,4 1-1 0,-2-3-5 16,2-1-2-16,2-2-1 0,0-1-1 0,-1-1-1 15,2-3-1-15,1-2 2 0,1-1-1 0,-2-1 0 16,3-3-1-16,0-2 1 0,-1-1-1 0,2-2 1 16,-1-2 0-16,1-3 0 0,0-4 2 15,-1 1-1-15,2-1 0 0,-2-3 0 0,0 0-9 0,0-2-17 16,-3 2-42-16,0 0-74 0,0 1-77 15,-2 0-131-15,-3 4-206 0,0 1-312 0,-1 2-303 16,-2 4-203-16,3 2-74 0,-1 4 404 0,1 2 584 16</inkml:trace>
  <inkml:trace contextRef="#ctx0" brushRef="#br0" timeOffset="207909.92">2396 9216 109 0,'0'-4'705'15,"0"-3"499"-15,-1 1 232 0,-2-1-76 16,-1-1-412-16,0-2-321 0,-1-1-186 0,2-2-109 16,-3-2-97-16,1-1-80 0,-2-2-50 0,0-1-33 15,0-1-18-15,1-5-13 0,-2 1-11 0,-1-1-5 16,-1-2-3-16,2-1-5 0,-3 2-4 16,3 0-2-16,0 1-2 0,2 2-4 0,-2 3-2 15,2 4-1-15,3 1-2 0,-1 3 1 0,1 2-2 16,2 1-2-16,-1 2 0 0,2 1-2 0,0 2 0 15,0 1 0-15,0 2 0 0,2-1 2 16,-1 2-3-16,4 0-1 0,0 0 1 0,4 3-1 16,1 2 2-16,-1 0 0 0,4 3 5 0,-1 0 1 15,1 3 2-15,3-1-1 0,-3 3 1 0,2 2-1 16,0 0-1-16,0 2-1 0,0-1 4 0,-1-1 1 16,0 2 1-16,0-2 1 0,-1 0 0 15,1 0-1-15,-3 0-11 0,-1-2-12 0,1-1-20 16,-3-1-37-16,-2-2-71 0,-1-1-73 0,-3-3-121 15,-2 1-181-15,-2-3-306 0,0-1-306 16,-1-1-224-16,-2-1-132 0,0-1 334 0,-2-2 596 16</inkml:trace>
  <inkml:trace contextRef="#ctx0" brushRef="#br0" timeOffset="208141.48">2286 9016 87 0,'-5'6'691'0,"3"0"553"0,1-2 186 15,1 1-139-15,1-4-384 0,1 3-335 0,-2-3-193 16,2 0-120-16,1-1-83 0,0-2-58 0,3-2-47 16,0-3-34-16,4 0-13 0,0-5-10 15,2-1-8-15,3-1-8 0,2-3-4 0,-1 0-5 16,4 1 0-16,-1 0-53 0,0 1-63 0,2-1-110 16,-1 3-239-16,-1 1-293 0,3 2-366 15,0 2-292-15,-1 0-112 0,1 1 440 0,0 1 704 16</inkml:trace>
  <inkml:trace contextRef="#ctx0" brushRef="#br0" timeOffset="209044.32">2781 8725 84 0,'-3'-7'511'0,"-2"-1"419"0,0 4 241 16,-2-2-80-16,0 1-316 0,1 1-187 0,1 0-111 16,-2 0-75-16,2 3-58 0,1-2-49 0,-2 0-46 15,3 3-60-15,1-2-55 0,0 2-44 16,-1 0-30-16,3 0-18 0,-1 0-11 0,1 0-8 16,0 0-4-16,0 2-6 0,0-2-3 0,1 4-3 15,-1 3-3-15,3 1-1 0,-1 4-3 0,1 3 0 16,2 4 0-16,1 3-1 0,2 2 1 0,0 2 1 15,0 4-1-15,3-1 6 0,-2 0 3 16,1 2 2-16,2-4-2 0,-2-1-1 0,-2-5-1 16,1-3-6-16,-1-5-4 0,-1-1-1 0,-2-3 1 15,-2-1 1-15,1-4 4 0,-1-2 3 0,-3-2 7 16,2-4 3-16,-2-4 1 0,-2-3 2 0,-1-8-6 16,-1-1-6-16,-1-2-5 0,0-3-3 15,-3 2-3-15,2-3 2 0,-5 3 9 0,1-3 3 16,-1 2 2-16,-1-1 0 0,-1 0 1 0,-3 3-4 15,5-1-5-15,-3 5-1 0,4 0 0 0,1 3-1 16,2 5 1-16,0-1-1 0,2 4 0 16,3 1-1-16,-1 1-2 0,0 2-4 0,3 1-1 15,1 2-2-15,4 2 2 0,2 2 0 0,2 2 3 16,2 5 3-16,5-2 1 0,0 5 1 0,1-1 0 16,2 5 1-16,2-2 4 0,-1 4 2 15,1-2 0-15,1-1 1 0,-2-3-2 0,-2-1 1 16,2 0-5-16,-4-3-3 0,0-6 1 0,-3 0 1 15,-1-3 2-15,-4-1 2 0,0-1 4 0,-3-3 2 16,1-2 4-16,-4-4 2 0,-1-3 2 16,-1-2 0-16,-3-3 0 0,-1 2 0 0,-1-2-2 15,-2-2-3-15,-1 1-2 0,-4 0-3 0,1-4-3 16,-2 2-2-16,-3-1-3 0,2 3 0 0,0-1-1 16,3 6 0-16,-2 0-1 0,5 1-1 15,0 4-3-15,2 2-2 0,1 2-2 0,2-1-2 0,3 6-4 16,3 0-10-16,2 3-19 0,1 0-49 15,2 4-73-15,0-1-89 0,3 2-156 0,0-1-274 16,3 1-331-16,-1-1-296 0,4-1-186 0,1 0 93 16,2-1 601-16</inkml:trace>
  <inkml:trace contextRef="#ctx0" brushRef="#br0" timeOffset="209309.02">3293 8393 61 0,'-5'0'639'0,"-1"1"526"0,0 2 232 16,-1 0-39-16,-1 3-353 0,0 1-353 16,-1 4-203-16,-1-1-120 0,1 5-90 0,0 0-84 15,1 4-60-15,0 3-34 0,1 2-26 0,1 1-8 16,0 3-9-16,4 2-3 0,-1-2-7 0,3-1-2 16,2 0 2-16,1-2-3 0,0-2-3 15,3-2-2-15,2-5-1 0,0-1-2 0,2-3-1 16,2-1 0-16,1-4 2 0,1-5-1 0,2 1 0 15,1-6 0-15,1 1-6 0,1-5-20 0,-1-3-65 16,-3-1-74-16,2-2-143 0,-4 0-264 16,0 0-314-16,1-2-380 0,-3 1-264 0,3-1-44 15,-5-1 613-15</inkml:trace>
  <inkml:trace contextRef="#ctx0" brushRef="#br0" timeOffset="210142.2">3600 8395 113 0,'-4'-8'731'16,"3"3"527"-16,-4-1 216 0,1 2-98 0,-1 4-420 16,-2-3-356-16,1 2-181 0,0 2-112 15,-2 2-99-15,0 1-81 0,0 2-47 0,1 1-28 0,0 3-19 16,1-2-12-16,-1 3-6 0,4 1-6 15,-2 0-2-15,2 1-1 0,1-2-2 0,1 1-2 16,-2-3-2-16,3 0 0 0,3-2-3 0,-2-1 0 16,2 1-1-16,2-4 1 0,2 0 0 15,-1-1 2-15,3-4 0 0,1-1 1 0,0-3-1 16,2-1 2-16,-1-2-1 0,0 0 1 0,2-3-1 16,0 0 1-16,-1-1 0 0,-1-1 0 0,-1 1 2 15,2-3-1-15,-2 3 0 0,0-2 1 0,-1 2-1 16,-1 2-1-16,-2 1-1 0,-1 1 0 0,0 1 0 15,1 3 0-15,-3-1 1 0,0 1 1 16,0 0 7-16,-1 2 7 0,-2 2 7 0,0-2 6 16,2 3 6-16,-1-2 4 0,-1 2-2 0,0-2-5 15,0 2-4-15,0 0-6 0,0 0-5 0,0 0-5 16,0 2-5-16,0-2-3 0,0 0-2 0,0 2-1 16,0 1-1-16,2 0-1 0,-2 4 0 15,0 3 0-15,3-2 0 0,-1 4 1 0,-1 1-1 16,2 2 1-16,3 2 1 0,-1 2-1 0,2 3 1 15,-1 2-1-15,2 3 0 0,3 1-1 0,-2 4 1 16,3 3-2-16,2 3 2 0,-1 3-1 16,2 3 0-16,-2 0 0 0,2 1 0 0,-2 0 0 15,1-2 0-15,-4 0 1 0,0-3-1 0,-4-4 2 16,0-3 1-16,-4-1 0 0,-2-4 0 0,-4-3 1 16,-3 0 1-16,-3-5 2 0,-1 0 1 15,-3 1 2-15,-2-6 3 0,-3-1 3 0,3-2 2 16,-3-3-6-16,2-1-11 0,3-3 0 0,-2-2 0 15,3-1 0-15,2-4 0 0,-1-1 0 16,2-3 0-16,2-1 0 0,0-5 0 0,5-1 0 16,0-6 0-16,3-2 0 0,2-3 0 0,1-1 0 15,4-5 0-15,0-3 0 0,1-2 0 0,0-2 0 16,4-1 0-16,-2-2 0 0,1 0 0 16,1 2 0-16,0 0 0 0,0 4-13 0,-2 0-49 15,-2 4-56-15,-2 5-85 0,0 4-143 0,-1 3-244 16,0 5-319-16,-2 4-387 0,0 3-307 0,0 3-42 15,1 3 604-15</inkml:trace>
  <inkml:trace contextRef="#ctx0" brushRef="#br0" timeOffset="210549.41">3973 8868 120 0,'1'0'684'16,"-1"-3"449"-16,0-5 134 0,-1-2-64 0,1-5-311 15,-2-4-255-15,2-3-165 0,-1-3-97 0,-1-3-66 16,2-2-77-16,-2 1-78 0,1-3-55 0,-1-1-29 16,2 0-17-16,2 2-10 0,-1 0-8 15,-1 2-6-15,2-1-3 0,0 1-2 0,1 2-5 16,-2-1-3-16,3 2-1 0,-1 2 1 0,2 2-4 16,-1 2-1-16,1 1-1 0,-2 4-1 15,0 0-2-15,2 2-2 0,-2 4-2 0,-1 1-1 16,3 0 1-16,-1 4 1 0,-1-1 2 0,2 2 1 15,0 3 3-15,1 3 1 0,1 3 0 16,2 3 0-16,1 5-3 0,-1 4-2 0,2 4-2 16,0 3 0-16,-1 5-1 0,2 2-1 15,1 0-1-15,-1 4 1 0,1-1-1 0,-2-1 0 16,3-2-2-16,-1 2-1 0,1-5 0 0,-3 2-2 16,2-3-4-16,-2-1-10 0,-3-2-13 15,0-4-22-15,-3-1-44 0,1-4-76 0,-5-3-83 16,-2-2-153-16,1-4-254 0,-3-4-320 15,-3 0-319-15,1-3-197 0,-1-3 44 0,-3-1 598 16</inkml:trace>
  <inkml:trace contextRef="#ctx0" brushRef="#br0" timeOffset="210718.8">4031 8575 138 0,'-5'3'844'0,"1"0"687"0,-1 2 69 16,2 0-305-16,2-3-462 0,-1-1-346 15,4 1-175-15,1 1-132 0,1-3-75 0,4-3-34 16,0 1-17-16,5 0-12 0,1-3-17 16,2-1-11-16,3-1-7 0,-1 1-4 0,2-2-3 15,2 4-7-15,0-2-48 0,0 5-78 0,-1-3-134 16,-1 4-268-16,-2 4-308 0,2-2-384 16,-3 5-345-16,1 3-48 0,-4-2 612 0</inkml:trace>
  <inkml:trace contextRef="#ctx0" brushRef="#br0" timeOffset="-214232.21">3948 10353 96 0,'1'-2'323'0,"1"1"183"0,-2 0 172 0,3 1-112 16,-1-2-47-16,0 0-20 0,0 1-12 15,1 1-28-15,-3-1-38 0,0 1-50 0,2 0-80 0,-2 0-71 16,0 0-54-16,0 0-38 0,0 0-15 16,1 0 2-16,-1 0 15 0,0 0 15 0,2 0 6 15,-2 0-1-15,2 0-12 0,-2 0-16 16,1 0-24-16,-1 0-27 0,0 0-17 0,2 0-15 16,-2 0-14-16,0 0-12 0,1 1-5 0,-1 0-4 15,2 1-3-15,0 1 0 0,-1 1 1 16,1 1-1-16,1-2-2 0,0 1 3 0,3 1-2 15,-3 0-3-15,2 0 1 0,-2-2 2 16,2 1-1-16,0 2 1 0,1-1-5 0,0 2 5 16,-1-4 16-16,3 6 10 0,-1-2 7 15,0 2 1-15,1-2 8 0,0 3-2 0,-1 1-15 16,2 1-8-16,-1 1-5 0,-2 1-1 0,1 0 7 16,2-1-3-16,-3 1 5 0,1 1 0 15,-1-2 0-15,-1-1 0 0,-1 0-9 0,1-1 0 16,-2-3-4-16,2 0-2 0,-3-3-4 15,-1 1 0-15,1-1 1 0,0-1-2 0,-1-1 0 0,1-2 1 16,-2 3-1-16,0-4 1 0,1 1-2 16,-1 0 1-16,0-1-1 0,0 0 0 0,0 0-1 15,0 0 0-15,0 0 1 0,-1 0 0 16,1-1 0-16,0 1 0 0,-2-1-6 0,1 1-20 16,-1-4-45-16,-1 2-62 0,-2 0-57 0,2-2-84 15,-2 4-133-15,-3-4-175 0,2 3-260 16,0 0-216-16,1-2-209 0,-2 3-15 0,1-2 379 15,2 2 480-15</inkml:trace>
  <inkml:trace contextRef="#ctx0" brushRef="#br0" timeOffset="-213913.66">3987 10611 202 0,'0'0'605'0,"3"0"296"0,-3 0 95 16,3 0-200-16,-1 1-308 0,1 0-179 0,2 3-93 16,1-2-37-16,2 3 5 0,1-1 2 15,1 1-5-15,1 1-18 0,3 0-29 0,-2 0-22 16,1 0-30-16,0-1-15 0,1 1-11 0,-4-2-16 16,1 0-15-16,0 1-8 0,-1-2-8 15,-2 0-3-15,-2 0-1 0,2-1-3 0,-4-1-2 16,1 0-7-16,-2-1 3 0,2 0 2 15,-1-1 2-15,0 0-3 0,-1-4 3 0,2 0 5 16,0-2 1-16,-1-2-1 0,1-1-7 0,0-1-16 16,0-3-52-16,-1-4-148 0,1 4-262 15,0-4-279-15,3-1-270 0,3 3-232 0,0 0 42 16,2-1 504-16</inkml:trace>
  <inkml:trace contextRef="#ctx0" brushRef="#br0" timeOffset="-213046.79">6311 10368 55 0,'2'-2'358'0,"1"1"243"0,-1-1 197 16,-1 2-22-16,1-1-177 0,-2-1-113 0,2 2-77 15,-1 0-40-15,-1 0-37 0,2 0-46 0,-2 0-54 16,1 0-53-16,-1 0-45 0,0 2-31 16,3-1-20-16,-3-1-15 0,0 3-7 0,2 0 10 15,-2 0 11-15,1 3-3 0,-1 0 0 0,0 3-6 16,2-1-5-16,-2 3-20 0,1 1-18 16,-1-1-7-16,0 3-13 0,2-2-4 0,-2 1-2 15,0 2-3-15,0-1-5 0,0 2 1 0,0-1 1 16,0 0 2-16,0 0-1 0,0 0-3 15,0 0 2-15,2-3-7 0,-1 0-23 16,-1-4-33-16,2 3-28 0,-1-5-22 0,1-2-37 16,0-2-52-16,-1-6-76 0,-1 0-102 0,0-5-193 15,-1-2-262-15,-1-1-218 0,2-1-71 0,-3-2 212 16,1-2 395-16</inkml:trace>
  <inkml:trace contextRef="#ctx0" brushRef="#br0" timeOffset="-212777.79">6215 10493 14 0,'1'2'401'15,"1"3"311"-15,1-2 208 0,-1 0 60 16,-1 1-280-16,1 2-212 0,3 2-121 0,-2-1-62 16,3 0-36-16,0 4-41 0,-1-3-61 0,2 1-53 15,-1-1-44-15,2-1-27 0,-2-1-16 16,2-2-14-16,-2 1-6 0,2-1-1 0,-2-3 1 15,1 1-4-15,-1-4-2 0,2 1 0 0,0-3 4 16,-2-2-3-16,2-2 0 0,-1 0 2 0,2-4-10 16,2-1-18-16,-3 1-64 0,3-1-130 15,-3-1-234-15,2 3-283 0,0-1-262 16,2 1-221-16,0 0 58 0,2 2 436 0</inkml:trace>
  <inkml:trace contextRef="#ctx0" brushRef="#br0" timeOffset="-211715.06">8743 10359 73 0,'3'-3'458'0,"0"1"351"16,-1 1 254-16,-2-1-33 0,2 1-275 0,-1 0-213 16,-1 1-131-16,0 0-47 0,0 0-21 0,0 0-11 15,0 1-24-15,0-1-30 0,0 1-43 16,-3 2-58-16,1 0-55 0,-1 2-50 0,-2 2-32 15,-1 0-17-15,0 3-7 0,-2 0-4 0,2 1-1 16,-3 2 2-16,0 1 0 0,1-2-1 16,-1 3-3-16,-1 0-1 0,-1 0-2 0,3 0 0 15,-1 0-4-15,-2 0-1 0,3-2 0 16,0 2-2-16,-1-3 1 0,2-1-2 0,1-1-1 16,1-1-1-16,0-3 1 0,2 0-3 0,-1 0-2 15,0-4-23-15,3 4-52 0,-1-4-65 16,-1 1-78-16,1-1-136 0,1 0-221 0,-2-2-298 15,1 0-262-15,0 0-207 0,-1-4-21 16,3 4 438-16,-3-5 536 0</inkml:trace>
  <inkml:trace contextRef="#ctx0" brushRef="#br0" timeOffset="-211466.41">8435 10609 194 0,'-8'4'694'0,"-2"1"375"15,2 1 101-15,0-4-149 0,2 3-389 0,-3 1-245 16,2-2-130-16,3 2-78 0,-1 0-49 0,0 1-37 16,3 1-25-16,2 0-24 0,0 2-18 0,3-2-9 15,2 1-5-15,3 0-9 0,0 1 0 16,5-3-1-16,-2-1-1 0,5-1-1 0,0-2-10 16,2 0-11-16,-1-3-40 0,1 0-106 0,-2 0-173 15,3-2-294-15,-3 2-267 0,0 0-256 16,-3 3-110-16,-1 1 311 0,-1 4 501 0</inkml:trace>
  <inkml:trace contextRef="#ctx0" brushRef="#br0" timeOffset="-210556.71">8781 12164 130 0,'0'0'443'0,"-2"-2"245"16,1 2 163-16,-1 0-94 0,2 0-179 16,-3 0-116-16,1 2-68 0,2-2-43 0,-3 0-42 15,0 1-47-15,-1-1-53 0,0 0-15 0,3 0 13 16,-2 1 29-16,-1-1 35 0,1 0-1 0,-2 0-13 16,0 0-43-16,-2 0-44 0,-1 0-44 15,2-1-41-15,-3 1-23 0,0-1-13 16,-2 1-9-16,1 0-5 0,0-2-7 0,-2 2-5 15,1 0-2-15,-1-2-3 0,1 2 0 0,-2-1-5 16,2 1-1-16,0 0-2 0,-2 0-2 0,4 0-3 16,-1 0-1-16,1 0-2 0,1 0-1 15,3 0-1-15,0 0-1 0,2 0-1 0,0 0-1 16,1 0-1-16,1 0-1 0,-2-1-1 16,3 1 1-16,0 0 0 0,0-2 0 0,3 2 1 15,-2 0 1-15,1-2-4 0,-1 2-8 0,1-1-20 16,0 1-38-16,-1 0-66 0,1 0-68 15,1 0-78-15,-3 0-125 0,0-1-168 0,0 1-276 16,0 0-208-16,-3 1-202 0,3 0-60 16,-3 1 340-16,-1 1 500 0</inkml:trace>
  <inkml:trace contextRef="#ctx0" brushRef="#br0" timeOffset="-210231.87">8501 12270 214 0,'-1'0'763'16,"-3"1"388"-16,-1-1 73 0,-2-1-172 15,2 1-380-15,0-2-206 0,0 0-89 0,-1 2-45 16,1-2-31-16,-4 0-37 0,3-2-46 16,-4 1-56-16,2-4-52 0,-1 3-37 0,-1-1-30 15,2 0-13-15,-1-1-11 0,1-2-6 0,2 4-6 16,-1-3-3-16,2 1-2 0,-1 2-2 15,2-2 0-15,2 2-4 0,0-2 1 0,1 1-2 16,2-1-1-16,1 0 1 0,1 0 0 16,0-1 3-16,5-1 1 0,-2 0 2 0,2-1 1 15,2 1 1-15,2-3 0 0,-2 0 0 0,4 2-3 16,-3-2-1-16,2-1-2 0,-1 4 0 0,-2 1-1 16,1 1-13-16,-2 0-49 0,0 3-67 15,-5 1-65-15,1 4-124 0,-2 1-217 0,-1-1-314 16,-2 4-268-16,0 3-208 0,-2-1-87 15,-1 0 400-15,-2 1 583 0</inkml:trace>
  <inkml:trace contextRef="#ctx0" brushRef="#br0" timeOffset="-209061.93">3743 12152 86 0,'5'1'389'16,"-2"-1"250"-16,-1 0 184 0,0 0-81 0,-1 0-187 16,1 0-140-16,-1 1-101 0,1-1-72 15,0 0-6-15,1 2 10 0,0-2-22 0,3 0-29 16,-1 0-26-16,1 0-10 0,2 0-33 0,0 2-42 16,3-2-24-16,-1 1-9 0,2-1-7 15,-1 0-11-15,1 0-12 0,0 0-8 0,1 1-7 16,-2-1-2-16,1 0 0 0,-2 0-1 15,2 0-3-15,-2 0 2 0,-2 2 0 0,0-2-13 16,-2 2-26-16,-1-2-91 0,-2 0-168 0,-3 0-294 16,-2 2-272-16,2 0-257 0,-3 1-152 15,0-2 252-15,-3-1 517 0</inkml:trace>
  <inkml:trace contextRef="#ctx0" brushRef="#br0" timeOffset="-208826.02">3932 12081 301 0,'4'2'526'16,"3"-1"178"-16,-1-1 114 0,3 1-258 15,-1 1-165-15,2 0-88 0,1-2-47 0,3 1-15 16,-1 0-4-16,1 2-26 0,1-1-48 16,0 0-26-16,-2 2 15 0,1-1-1 0,-1 1-35 15,-2 1-20-15,1 1-11 0,-4-2-8 0,-1 4-31 16,0 1-25-16,-3 0-13 0,-3 1-5 15,1 1-7-15,-4 2-22 0,-1 2-60 0,-3 0-124 16,-2 0-209-16,0 0-285 0,0 0-265 0,-3 2-208 16,3-2 47-16,0 3 402 0</inkml:trace>
  <inkml:trace contextRef="#ctx0" brushRef="#br0" timeOffset="-207881.44">3868 13941 63 0,'2'3'374'0,"-2"0"258"16,0-1 224-16,0 1-2 0,1 1-207 0,1-2-146 16,-2 0-98-16,2 0-64 0,-1 0-65 0,1-2-59 15,-2 1-53-15,2-1-41 0,-1 1-40 16,-1-1-28-16,3 0-19 0,-1 0-18 0,1 0-8 15,2-1-3-15,2 0-2 0,0-3-1 16,-1 0 7-16,2-3 9 0,2-1 6 0,-1-5-1 16,1 1-2-16,2-2 3 0,-1-1-3 15,-1 0-12-15,2 0-4 0,-2-1-2 0,-2 2 1 16,3 3-8-16,-5 1-41 0,-1 1-101 0,0 3-173 16,-5 4-294-16,0 2-270 0,-2 0-260 15,-4 5-102-15,-1 0 309 0,-2 2 494 0</inkml:trace>
  <inkml:trace contextRef="#ctx0" brushRef="#br0" timeOffset="-207615.48">3995 13681 268 0,'6'-1'589'16,"-1"-2"229"-16,0 1 72 0,1-1-227 15,2 0-300-15,0-1-155 0,0 1-73 0,3-1-35 16,0-2-18-16,0 1-28 0,1-1-15 0,1 1-34 16,1-1-19-16,-1 0-10 0,2-2-7 15,-3 4 16-15,1-2 8 0,-2 2 7 0,-2 0 5 16,-2 3 25-16,-2 1 18 0,-1 1 5 16,-1 4 1-16,-3 1-16 0,0 1-54 0,-4 4-110 15,-1 1-164-15,2-1-290 0,-2 3-217 0,3-1-117 16,1 0 80-16,2 0 270 0</inkml:trace>
  <inkml:trace contextRef="#ctx0" brushRef="#br0" timeOffset="-206780.29">6280 13598 256 0,'0'-1'573'0,"0"-2"265"0,0 2 138 16,0-1-212-16,0 0-202 0,0 2-137 15,0-2-83-15,0 2-59 0,0 0-57 0,1 0-51 16,-1 0-51-16,0 0-43 0,2 2-28 0,-2-2-19 16,0 2-14-16,1 1-7 0,1 1 4 15,1 3 4-15,0 2 3 0,2 1 3 0,-2 5 0 16,2-2 1-16,-2 1-4 0,2 3-9 15,-2-1-5-15,2 1-2 0,-2 1-2 0,0-2-4 16,0 2-1-16,-1 0 1 0,-1 0 1 0,1 2-2 16,-1-4-8-16,-1 2-9 0,0-3-25 15,-1-1-61-15,-1-4-113 0,-1-2-149 0,-3-2-222 16,3-2-275-16,-4-4-238 0,3-3-65 0,-3-3 264 16,-2-4 408-16</inkml:trace>
  <inkml:trace contextRef="#ctx0" brushRef="#br0" timeOffset="-206531.01">6193 13602 64 0,'1'-6'442'0,"-1"-1"308"16,0-1 194-16,0-1-12 0,0-2-291 15,0 1-208-15,2-4-113 0,0 0-69 0,-1 0-49 16,2-4-39-16,3 3-47 0,-3-2-36 15,2 1-36-15,-1 0-18 0,0 5-9 0,1 0-10 16,-3 2-5-16,1 3 0 0,1 3-1 0,-1 3-2 16,1 3-1-16,-3 2 3 0,3 3-12 15,-1 5-50-15,-2 0-99 0,1 2-151 0,0 3-297 16,-1 0-262-16,2 2-211 0,3-2-26 0,-1 1 293 16,0-3 413-16</inkml:trace>
  <inkml:trace contextRef="#ctx0" brushRef="#br0" timeOffset="-205699">9086 13731 195 0,'5'3'500'0,"-2"0"228"0,0 1 147 15,3 2-142-15,-1 2-183 0,3 1-118 0,-1-1-71 16,-1 3-39-16,3 1-49 0,-1 2-62 16,0-1-61-16,1 1-54 0,-1 1-36 0,0 0-25 15,0 2-9-15,2-1-10 0,-2-1-6 0,0 1-4 16,-2-1 0-16,3 0-3 0,-4-1-19 15,0-1-36-15,-2-1-64 0,-1-2-98 0,-2 1-129 16,-2-2-203-16,0 1-271 0,-2-2-191 16,-1-2-31-16,-3-1 217 0,2-2 338 0</inkml:trace>
  <inkml:trace contextRef="#ctx0" brushRef="#br0" timeOffset="-205435.26">9037 13753 122 0,'-6'-19'589'0,"-1"1"388"0,1 1 170 15,0 4-102-15,-2 0-359 0,3 2-243 16,2 1-130-16,-2-1-52 0,2 0-29 0,1-1-13 0,2 0-2 16,0 0 0-16,2 1-18 0,0-3-37 15,1 0-31-15,2 2-31 0,-1 0-29 0,6 0-29 16,-1 2-20-16,-1 3-9 0,5 0-4 16,-2 3-2-16,2 4-3 0,-1 0 0 0,1 3-1 15,2 1 1-15,-3 0-1 0,-1 4-2 0,1 1-2 16,0 0-26-16,-2 2-70 0,-2-1-80 15,0 2-171-15,-3 2-288 0,-3 0-323 0,1 0-342 16,-1 3-196-16,-4-1 128 0,-1 4 672 16</inkml:trace>
  <inkml:trace contextRef="#ctx0" brushRef="#br3" timeOffset="-199865.93">23741 8837 21 0,'-5'-4'507'0,"2"1"479"0,0-1 251 0,-3 2-55 15,5-3-334-15,-3 3-298 0,3 1-153 16,1-2-107-16,0 2-38 0,1-2-20 0,4 0-32 15,3-3-21-15,0 2-31 0,1-2-21 0,5-1-33 16,2 3-25-16,1-1-14 0,3 0-25 0,2 2-13 16,0 0-7-16,0 0 2 0,2 3 4 15,-2 0 0-15,-2 3 3 0,0 0 5 16,-2 3 4-16,-2 0-3 0,-2 4 1 0,-2 1 1 16,-2 2 2-16,-5 1-3 0,0 4-2 0,-3 0-3 15,-6 1-5-15,1 1-2 0,-6 5-4 0,-1-1-2 16,-4 0 1-16,-2 2 0 0,-1 0 2 15,-4-1 0-15,1 2 2 0,1-2 1 0,-3 1-1 16,0-4-1-16,2 1-2 0,3-4 0 16,-2 0-2-16,7-3-1 0,-1-3-1 0,2-1-2 15,3-3-2-15,1 0 0 0,3-4-2 0,-1 2-1 16,4-2 1-16,-1 1-1 0,5 0 1 16,-1-2 0-16,2 0 0 0,3 1 0 0,-2 0 0 15,3-2 0-15,1 1 0 0,0-3 0 0,3 1 0 16,0 0 0-16,1-1 0 0,0-1 0 15,2-1 0-15,0 1 0 0,0-2 0 0,0 0-2 16,0 2 2-16,-2-1-2 0,3 0 0 0,-3-1-2 16,0 1 0-16,-1 1 1 0,-1 0-1 15,0 0 1-15,-2 0 0 0,-1 1 1 0,2 1-1 16,-4 0-4-16,0 2-9 0,1 0-16 16,-2-1-38-16,1 0-75 0,-2 0-74 0,0-2-119 15,-1 1-191-15,-2 1-313 0,3-3-306 0,-1 0-206 16,0 0-113-16,0-3 342 0,3 1 599 15</inkml:trace>
  <inkml:trace contextRef="#ctx0" brushRef="#br3" timeOffset="-199279.61">24660 9151 196 0,'6'-14'813'0,"-3"-4"464"0,1 4 151 16,-4-1-94-16,0 0-459 0,0 2-302 15,-4 0-155-15,1-2-98 0,-2 5-91 0,1 2-83 16,-2 0-46-16,-1 3-30 0,-1 2-21 16,0 3-17-16,-4 3-13 0,1 4-8 0,-3 5-6 15,-1 3-3-15,1 5-2 0,0 1-1 0,-1 4 1 16,1 2 1-16,5-1-1 0,1 2 0 0,2 0 0 15,1-5-1-15,3-2-1 0,4-3 0 16,3-1-1-16,1-7 2 0,2-3 0 0,1-5 0 16,5-4 1-16,1-6-2 0,0-9 2 15,5-4-1-15,-2-6 1 0,4-3 1 0,-2-4 2 16,0-4-1-16,-1-2 1 0,0-4 2 0,0 1-3 16,-3-4-2-16,-1 0 0 0,-2-2 1 0,1-1-2 15,-2 3 1-15,-3 0 0 0,-2 2 0 16,0 6 0-16,-4 5 1 0,1 7 0 15,-4 3 2-15,0 4-1 0,-2 3 0 0,0 7-1 0,-1 3-2 16,-2 2 1-16,-1 5-1 0,2 5 1 16,-3 4-1-16,1 4 2 0,-1 4 1 0,1 5 0 15,2 3 0-15,-3 6 0 0,2 3 0 16,0 4-1-16,-2 2 0 0,1 4-1 0,-1 0-1 16,1 5 0-16,1-1-1 0,2 1-1 15,-3-1 0-15,4 0 2 0,2-3-1 0,0-1 1 16,3-4 1-16,2-2-1 0,-1-4-1 0,1-5 0 15,0-2 1-15,2-5-1 0,-3-2-1 16,2-4 2-16,-3-3-3 0,1-2-3 0,-3-2-8 16,-1-3-12-16,0-2-29 0,0-2-59 15,-1-2-70-15,-3-2-75 0,0-2-127 0,-1 0-200 16,4-2-300-16,-1 0-240 0,2-2-200 0,0 1-70 16,3-2 380-16,5 0 557 0</inkml:trace>
  <inkml:trace contextRef="#ctx0" brushRef="#br3" timeOffset="-198766.53">25530 9082 396 0,'-5'-12'1404'16,"-3"4"384"-16,-6-3-268 0,-1 2-371 0,-2-1-475 15,-3 2-288-15,-1-1-177 0,-3 0-79 16,-3 2-44-16,-1 1-25 0,0 2-21 0,-2 3-11 16,-2 1-11-16,3 1-4 0,3 4-6 0,2 1-3 15,3 2-3-15,2 2-1 0,7-2-1 16,0 3-2-16,3 1 0 0,3-1 0 0,2 1-2 16,3-1 2-16,2 2-1 0,3-3 1 0,-3 2 0 15,6 0 2-15,0-1 0 0,1-2 0 16,0 1 0-16,2 1 1 0,1-1 0 0,-2-3 0 15,-1 4-1-15,3-5 1 0,-3 2 0 0,0-2-1 16,0 0 1-16,0 0-1 0,-3-2-1 16,-1-1 1-16,0 2-1 0,-1-2 1 0,-2 0 1 15,-1 1-1-15,-1 0 1 0,-2 1-1 16,-1 0 1-16,-4 2 0 0,2-5 1 0,-5 7-2 16,2-3 2-16,-5 2-1 0,1-3 0 0,-2 3-1 15,1-1 0-15,0 0 0 0,-2 3 1 16,2-2-1-16,-2 2 0 0,5-1 0 0,-1 2-1 15,0-4 0-15,4 0-1 0,-1 1 0 0,4-3 0 16,1 0-2-16,0 1-6 0,4-3-11 16,2 0-24-16,0-3-53 0,2 0-77 0,1-3-97 15,1-1-170-15,2-2-301 0,2 0-328 16,2-2-288-16,1-2-164 0,4-1 189 0,-1-2 650 16</inkml:trace>
  <inkml:trace contextRef="#ctx0" brushRef="#br3" timeOffset="-198576.1">25586 9113 154 0,'8'6'768'0,"-3"5"499"0,-2 2 167 15,1 2-96-15,-6 5-433 0,-1 3-325 16,-4 7-175-16,-1 2-108 0,-2 5-92 0,0 1-82 16,-1 3-53-16,0-1-29 0,1-1-19 0,4-5-28 15,1-2-69-15,2-9-77 0,0-7-119 0,3-3-204 16,-3-6-315-16,3-7-358 0,3-7-273 15,-2-6-132-15,1-4 389 0,-1-9 663 0</inkml:trace>
  <inkml:trace contextRef="#ctx0" brushRef="#br3" timeOffset="-198433.68">25604 8853 155 0,'3'-44'1153'0,"2"7"664"0,-5 6-173 16,-2 5-390-16,-2 6-436 0,-1 4-366 15,2 5-223-15,-4 5-100 0,2 1-52 16,-1 4-30-16,0 2-19 0,1 3-14 0,4 1-7 0,-3 0-5 15,4 4-3-15,2 2-5 0,1 2-23 16,0 1-74-16,3 0-90 0,1 3-215 0,-2 2-283 16,1 1-368-16,0 3-435 0,-1-1-218 15,1 2 249-15,-1 3 881 0</inkml:trace>
  <inkml:trace contextRef="#ctx0" brushRef="#br3" timeOffset="-197650.54">25865 9657 127 0,'0'-2'724'0,"0"1"449"16,0-2 99-16,0-2-127 0,0-1-345 0,0-2-264 15,1 0-119-15,2-6-77 0,1-1-56 16,1-4-44-16,-1-1-62 0,2-4-62 0,1-3-49 15,1-2-25-15,0 0-13 0,2-1-11 0,-1 1-7 16,0 1 0-16,0 2 1 0,-1 4 3 16,-3 4-1-16,2 0 5 0,-3 9 0 0,0-1-4 15,-2 4-3-15,0 4-1 0,0 2 3 16,-2 6 0-16,0 2-1 0,0 8 2 0,0 2 2 16,-2 4 3-16,0 2-4 0,2 3-1 0,0 2-1 15,0 1-1-15,0-3-4 0,4-2-2 0,-3-1-3 16,2-3-2-16,2-3 0 0,2-5-1 15,1-3 0-15,1-3-1 0,2-7 2 16,3-3 0-16,0-6 0 0,4-6 0 0,-1-4-1 16,4-4 1-16,-4-2-1 0,4-2-1 0,-2 0 1 15,-5 1 0-15,0 2 0 0,-4 2 8 0,-1 4 5 16,-2 3 6-16,-1 2 1 0,-3 5 2 16,0 2 0-16,-1 3-6 0,-2 5-5 0,0 2-2 15,-4 5-1-15,3 4 0 0,-1 5 0 16,-1 2 0-16,0 4-1 0,2 0-1 0,1 3-3 15,0 1-2-15,0-1-1 0,1 0-2 0,4-1-2 16,-2-3-2-16,2-1 0 0,1-3-1 16,2-2-3-16,1-2-12 0,1-5-19 0,0-5-58 15,0 1-79-15,0-8-155 0,1-4-274 16,1-5-324-16,3-2-405 0,1-5-314 0,0-4-4 16,1-7 718-16</inkml:trace>
  <inkml:trace contextRef="#ctx0" brushRef="#br3" timeOffset="-197265.02">26782 8858 18 0,'4'-8'564'0,"1"5"548"0,-2 1 335 0,-3 6-17 15,0 3-363-15,-3 3-386 0,2 5-220 0,-3 3-128 16,0 7-100-16,-2 1-84 0,1 6-45 0,-2 4-25 16,3 3-14-16,-1 5-10 0,0 4-11 15,-1 2-10-15,1 2-10 0,2 4-8 0,0 0-7 16,3-2-5-16,0-2-3 0,3-3-1 15,3-8-2-15,4-1 0 0,-1-8 0 0,6-3 0 16,0-8 1-16,0-3 1 0,2-6 2 0,2-6-1 16,-3-8 2-16,1-4 0 0,-1-7-1 15,3-5 1-15,-3-6 0 0,1-6-1 0,1-7 3 16,-3-4 0-16,0-6 5 0,-1-2 2 16,-5-5 4-16,4-5 2 0,-5-4 1 0,0-3 1 15,-3-1 2-15,-1-2 3 0,-4 1 2 0,0 5 4 16,-4 4 2-16,-3 9-25 0,-3 5-8 0,0 9 0 15,-3 6 0-15,-3 9 0 0,2 6 0 16,-3 6 0-16,-1 12 0 0,-2 5 0 16,0 5 0-16,2 6 0 0,-1 4 0 0,3 5 0 15,2 3 0-15,1 3 0 0,2 3-9 0,-2 3-66 16,5-1-79-16,-1 3-109 0,-1-4-220 0,4 0-298 16,0-4-375-16,1 2-428 0,-2-3-151 15,1-4 369-15,2 1 842 0</inkml:trace>
  <inkml:trace contextRef="#ctx0" brushRef="#br3" timeOffset="-197020.77">26673 9274 502 0,'-2'2'1506'0,"-1"-2"275"0,1 3-334 15,2-2-369-15,2 1-491 0,1-1-270 0,0 1-167 16,4-2-76-16,3 2-34 0,2-2-17 0,3-2-7 15,1 2-8-15,6-3-2 0,4 1-4 16,-1-2-1-16,10 2-17 0,-1 2-82 0,1-5-108 16,2 4-241-16,-1 0-285 0,1 1-364 15,0 1-437-15,1 2-150 0,0 0 419 0,2 3 827 16</inkml:trace>
  <inkml:trace contextRef="#ctx0" brushRef="#br3" timeOffset="-196569.46">27504 9181 157 0,'2'0'784'0,"0"0"577"16,-2 0 123-16,0 1-215 0,0 1-443 0,1-2-324 16,1 2-161-16,1-1-109 0,3 0-72 0,0 2-34 15,6-2-28-15,0 1-16 0,2 0-7 16,7 1-16-16,0-3-12 0,2 2-13 0,6-2-7 16,-1 0-6-16,2 0-10 0,0 0-5 15,0 0-4-15,0 3-2 0,-5-3-7 0,-2 1-33 16,-3 1-80-16,-6 1-105 0,-6 0-200 0,-6 2-296 15,-7 1-366-15,-6 2-389 0,-6 1-166 16,-5 3 319-16,-5 0 762 0</inkml:trace>
  <inkml:trace contextRef="#ctx0" brushRef="#br3" timeOffset="-196416.6">27454 9430 423 0,'7'5'840'0,"-2"-1"232"16,5 0 35-16,2-3-262 0,3-1-380 0,5-1-178 15,1-1-84-15,4-2-39 0,5-1-53 16,0-1-29-16,5-1-19 0,0 0-28 0,3 1-18 16,1 1-34-16,-1 1-88 0,0 1-171 0,2-1-297 15,-4 2-266-15,0 2-258 0,-2 2-146 16,-1 2 230-16,-1 1 513 0</inkml:trace>
  <inkml:trace contextRef="#ctx0" brushRef="#br3" timeOffset="-195504.18">28919 8824 68 0,'-1'-12'610'15,"1"3"476"-15,0 2 179 0,-2 1-104 0,2 1-373 16,0 2-289-16,0 2-165 0,0 1-60 0,0 0-7 16,2 4-12-16,-1 2-21 0,1 6-29 0,1 2-31 15,1 4-34-15,3 4-38 0,1 5-25 16,2 5-14-16,-2 2-14 0,4 4-4 0,-1 0-6 15,3 5-7-15,2 1-4 0,0 3-5 16,0 1 0-16,1 3-4 0,-1 2-3 0,0-2-4 16,-2 1-2-16,2-2-2 0,-3-3-3 0,-2 0-2 15,0-3-3-15,-2-4 0 0,1-2 0 16,-3-4 0-16,2-2-2 0,-3-5 0 0,-1-2 1 16,1-6 0-16,-2-2 0 0,0-2 0 0,-3-3 2 15,-1 0 1-15,0-7 7 0,0-1 3 16,-3 0 2-16,-2-4 1 0,1-3 0 0,-2-1-1 15,-1-2-5-15,1-6-3 0,-2-3-2 0,-1 0 0 16,0-5-1-16,3 0 0 0,0-4-2 16,-3-1 1-16,4-5-1 0,0 0-1 0,0-2 1 15,2 2-1-15,0-4-1 0,-2 3 1 16,4 1-1-16,-2 3 0 0,1-1 1 0,0 2-2 16,1 5 2-16,-3 0 0 0,3 3 0 0,-1 5 0 15,2 1 1-15,-1 3 0 0,-1 1-1 0,0 2 1 16,2 1-1-16,0 1 0 0,0 2-1 15,-1 0 0-15,1 2-1 0,0 0 1 16,-2 1 1-16,1 2 1 0,-4 3 0 0,4 2 0 16,-4 1 1-16,-2 3 1 0,3 3 2 15,-6 3 4-15,-1 3 5 0,2 1 3 0,-4 5 5 16,-1 1 4-16,-1 4-1 0,0 1 1 0,-1 3-3 16,-3 0-22-16,2 3-1 0,-3 0 0 0,2 2 0 15,-2-3 0-15,2 0 0 0,2-5 0 16,2-3 0-16,2-4 0 0,2-5 0 0,5-3 0 15,0-4 0-15,2-4 0 0,1-3 0 0,4-4 0 16,-1-3 0-16,3-3 0 0,-1-4 0 16,2-3 0-16,-2-1 0 0,0-2 0 0,0 0-1 15,-3 3-51-15,-5-2-50 0,2 0-80 16,-3 2-143-16,-1-1-260 0,-1 4-325 0,-1 3-397 16,-1 1-349-16,1 2-54 0,0 2 658 0</inkml:trace>
  <inkml:trace contextRef="#ctx0" brushRef="#br1" timeOffset="-187121.88">10033 16489 241 0,'-2'-2'444'16,"-1"2"194"-16,2 0 75 0,-2-1-186 0,3 1-140 16,0 0-71-16,0-1-47 0,3 1-33 0,-2 0-38 15,-1 0-34-15,2 0-34 0,-1 0-33 16,1 0 30-16,1 0 22 0,-1 0 12 0,3 1 30 16,-2-1-3-16,2 1-11 0,2-1-6 0,0 4-18 15,1-3-12-15,1 0-32 0,5 2-9 0,-2-2 90 16,3 0-3-16,1-1-8 0,3 3-14 15,0 0-9-15,2-1 7 0,2-2-63 0,2 4-30 16,4-1-17-16,-1 1 2 0,4-2-3 0,1 2-6 16,4-2-7-16,1 2 5 0,1-2 1 0,2 1-11 15,2-1-8-15,4-1-6 0,1 0 0 0,4-1-6 16,0 0-3-16,4 0 3 0,1-1 1 16,-1-2 0-16,3 0 1 0,-2 1-2 0,1-3-1 15,-1 0 2-15,0-1 3 0,-1-1 2 0,0-1-3 16,1 1-3-16,2-3-4 0,-1 2-6 0,2-3-5 15,-1 1-3-15,-2 0-3 0,0-1 4 16,-3 3 5-16,-3 1 4 0,0 2 1 0,-3 2 0 16,-4 3-1-16,0 2-4 0,-3 0-4 0,-2 4-1 15,-5 0-2-15,-2 1 1 0,-4 4 0 0,-1-4 0 16,-5 2-2-16,-3-2-10 0,-3 1-17 16,-5-5-34-16,0-2-67 0,-3-1-73 0,-5-1-107 15,-3-4-183-15,0-1-300 0,-3-3-310 0,-2-1-231 16,-1-2-144-16,-5-4 273 0,1 0 627 0</inkml:trace>
  <inkml:trace contextRef="#ctx0" brushRef="#br1" timeOffset="-186189.03">10534 14296 116 0,'0'-1'425'16,"-1"-1"282"-16,-1 0 234 0,1 1-63 0,-1 1-182 16,2-1-139-16,0 1-110 0,0 0-91 0,0 0-78 15,0 0-76-15,0 1-64 0,0-1-45 16,3 1-6-16,-1 1 20 0,3 0 1 16,-1 0-2-16,6 2 2 0,-1 0 20 0,3-1 31 15,3 3-7-15,1-4-6 0,5 3 0 0,0-2-7 16,6 0-20-16,-1 1-36 0,6-1-20 15,2 0-12-15,2 0-13 0,4-2-8 0,1 2-5 16,2 0-10-16,0-1-5 0,2-1-5 0,-2 1-2 16,0-1-1-16,1 1-2 0,-1-1-1 15,2 1 0-15,-5-1 0 0,1-1 1 0,2 0 0 16,-4-1 1-16,0-1 1 0,1-1-1 0,-2 2-2 16,0-1 1-16,-3 1 0 0,2 2-2 0,-2 1 0 15,-1 1 1-15,-2 1-2 0,-2 3 1 16,-3 3-3-16,-2 3-23 0,-1-3-71 0,-6 5-75 15,-1-1-157-15,-3 3-281 0,-3-3-333 16,-2 4-379-16,-1-2-243 0,0-1 32 0,-2-1 697 16</inkml:trace>
  <inkml:trace contextRef="#ctx0" brushRef="#br1" timeOffset="-185556.24">13186 14899 89 0,'-3'-9'489'16,"0"3"339"-16,-1 2 186 0,1 1-62 0,1 3-283 15,2 3-201-15,-1 1-129 0,-1 3-78 16,2 4-26-16,3 3 6 0,-1 3 9 0,3 2 9 16,1 5 14-16,-1 4-8 0,4 4-22 0,-1 5-43 15,-1 3-41-15,2 6-44 0,-1 3-37 16,-2 2-23-16,2 2-15 0,-3 3-12 0,0 2-9 16,-2-1-8-16,0 1-6 0,0-2-2 15,-1-2-4-15,-1-3 1 0,-1-4-3 0,0-1 1 16,0-4 1-16,0-6 0 0,-1-3-1 0,-1-2-1 15,-1-6-9-15,0 0-26 0,-2-6-54 0,-3-1-67 16,2-5-70-16,-4-4-133 0,-2-3-188 16,1-4-297-16,-3-7-252 0,1-2-203 0,-3-5-79 15,4-6 381-15,-6-1 535 0</inkml:trace>
  <inkml:trace contextRef="#ctx0" brushRef="#br1" timeOffset="-185305.32">13031 15591 121 0,'3'0'620'0,"2"6"364"0,1-1 147 16,0 6-54-16,2 5-409 0,2 1-266 15,4 3-129-15,-3 5-46 0,5 2-27 0,-2 3-24 16,2 1-30-16,-2-2-24 0,3 1-21 16,0 0-23-16,0-2-28 0,-1-5-26 0,1 0-8 15,-1-7-3-15,1-3-11 0,-1-5 2 0,1-3 1 16,-2-8 6-16,1-1-5 0,-4-9-1 15,2-2 2-15,-4-5-13 0,-2-7-32 0,1-1-35 16,-4-4-30-16,-2-4-92 0,-6-1-159 0,-2 1-277 16,-1-3-254-16,-5 0-245 0,-2 2-169 15,-4-2 212-15,-1 0 515 0</inkml:trace>
  <inkml:trace contextRef="#ctx0" brushRef="#br1" timeOffset="-184989.62">13004 15004 116 0,'5'-5'475'16,"3"-3"302"-16,-4 0 217 0,3-4-45 15,-1-1-254-15,2-4-188 0,1 0-112 0,-1-3-67 16,2-1-31-16,2-3-26 0,-2 1-15 0,1-1-10 15,2 1-14-15,-2 0-27 0,1 0-45 16,-4 2-44-16,2 1-38 0,-2 4-32 0,-1 2-19 16,0 1-12-16,-2 3-7 0,-2 2-4 0,0 2-4 15,0 2-3-15,-1 2-1 0,2 6 1 16,0 2-1-16,-3 4 0 0,2 6 0 0,-1 5-20 16,0 5-61-16,-1 3-58 0,2 7-81 0,-1 2-149 15,0 3-279-15,2 0-302 0,0 3-231 16,3-1-187-16,0 0 114 0,1-4 536 0</inkml:trace>
  <inkml:trace contextRef="#ctx0" brushRef="#br1" timeOffset="-184356.33">13850 15371 120 0,'-2'-13'747'0,"2"3"608"0,-3 0 209 0,0 2-191 16,-2-3-441-16,-1 4-354 0,1-3-174 0,-3 4-130 16,-1-3-90-16,-1 5-58 0,1-2-34 0,-2 3-22 15,1 0-17-15,1 3-11 0,-2 2-11 16,1 1-9-16,-1 3-7 0,0 3-6 16,2 2-3-16,-1 3-1 0,2 4-2 0,1 2 1 0,0 3-1 15,4 2 1-15,0 0-1 0,1 2-1 16,4-1 0-16,-1-2-2 0,4-4-1 0,2-1 0 15,0-4-1-15,3-7-1 0,1-1 0 16,1-7 1-16,1-7 0 0,4-3 0 0,-2-8 0 16,2-4 1-16,-1-6-1 0,0-2-2 15,0-7 1-15,-1-1 1 0,1-4 2 0,-2 3 0 16,-3-5 2-16,1 2 1 0,-2-2 1 0,-3 1-1 16,-2-1 0-16,-2 0 0 0,-1 2 3 15,-1 2 6-15,-2 3 9 0,-1 5 13 0,0 4 9 16,-1 7 3-16,2 2-28 0,-3 6-18 0,1 3 0 15,-2 4 0-15,1 4 0 0,-1 7 0 16,2 4 0-16,1 6 0 0,-1 6 0 0,1 3 0 16,2 6 0-16,2 2 0 0,0 6 0 0,-1 3 0 15,3 4 0-15,-1 0 0 0,0 0 0 16,3 4 0-16,0-4 0 0,2 0 0 0,0-2 0 16,1-5 0-16,3-1 0 0,-1-6 0 15,1-2 0-15,1-6-123 0,1-2-121 0,-1-7-244 16,1 1-314-16,0-8-394 0,2-2-488 15,0-4-170-15,4-4 518 0,1-4 899 0</inkml:trace>
  <inkml:trace contextRef="#ctx0" brushRef="#br1" timeOffset="-182905.7">23142 10641 243 0,'3'0'581'0,"-1"0"279"0,-1 0 131 0,1 0-219 16,-2 2-213-16,1-2-135 0,-1 2-95 15,0 2-60-15,-1 0-42 0,-1 0-33 0,2 2-30 16,-1 2-3-16,-1 1 4 0,-1-1 11 0,2 3 12 16,-2 2 0-16,-1 0-10 0,1 0-29 0,-2 2-29 15,2 1-29-15,-2-1-30 0,-1 4-22 16,1-3-15-16,1-1-9 0,-3 2-6 0,4-2-4 15,-2 0-1-15,4-2-1 0,-4-1-2 16,2-1-2-16,1-2-2 0,-1-2-3 0,2-1-3 16,1-2-16-16,-4-2-43 0,3-2-56 0,-1 0-53 15,1-4-87-15,-3-3-140 0,4-1-192 16,-3-4-259-16,3-1-217 0,-1 1-193 0,1-3 64 16,0 0 416-16</inkml:trace>
  <inkml:trace contextRef="#ctx0" brushRef="#br1" timeOffset="-182671.91">23013 10781 101 0,'1'10'459'16,"-1"0"304"-16,0 3 210 0,0 1-41 0,0 1-252 16,3 0-189-16,-1 1-118 0,1-1-82 0,0-1-71 15,2-2-62-15,0-1-57 0,-1 0-39 16,4-4-31-16,2-2-13 0,-2-3-9 15,1-2-4-15,2-2-4 0,-1-4-1 0,-1-3 0 16,4 1-4-16,-4-3-2 0,-1-1-26 0,-1 0-75 16,-1-1-142-16,-3-1-242 0,-2-1-275 0,-1 2-262 15,-1 1-167-15,-1 2 149 0,-1-1 449 16</inkml:trace>
  <inkml:trace contextRef="#ctx0" brushRef="#br1" timeOffset="-181872.56">23349 10206 131 0,'4'-5'610'0,"-3"3"415"0,-1-2 176 16,0 0-130-16,-1 0-350 0,1 1-193 15,-4 1-93-15,3 0-49 0,-3 2-45 0,1-1-44 16,-2-2-47-16,1 3-62 0,-5 0-59 0,0 3-52 16,1-2-31-16,-2 3-18 0,-2 3-11 0,0 2-5 15,-1 3-6-15,-1 2 1 0,-2 4-1 16,3 4-2-16,-1 2 0 0,2 1-1 0,-1 3-1 15,0-2-2-15,5-1 0 0,0 0-1 16,2-1-1-16,3-4 0 0,2-1 0 0,1-1 0 16,0-3-1-16,1-4 0 0,2 0 0 0,2-2 1 15,-2-4 0-15,2 2 3 0,-2-3 0 16,2-4 3-16,1-3 1 0,2 1-1 0,-2-6 0 16,1-1-1-16,1-1-2 0,1-5 1 15,-1-1-1-15,1-4 0 0,3-2 1 0,-2-1-1 16,2-4 1-16,0-2-2 0,-1-2 1 0,0-1-1 15,3-1 1-15,-4 0 0 0,1-1 1 16,-2 2 0-16,-1 2-1 0,-3 3 8 0,2 2 7 16,-4 5 5-16,1 2 6 0,-4 4 1 15,2 2 5-15,-1 1-4 0,-1 2-4 0,0 4-6 16,0-1-5-16,0 3-2 0,0 1-6 0,-1 2-4 16,1 2-2-16,-2 4-1 0,1 2 0 15,-4 4 1-15,4 0-1 0,-2 3 1 0,-1 3 1 16,3 0 1-16,-4 4 0 0,2 1 0 0,-1 2 1 15,0 0-1-15,-2 3-1 0,3 0 1 16,-2-1-2-16,1 0 0 0,3 0 0 0,-1-4 0 16,1-1-1-16,1-1-2 0,0-3 1 0,0-1-3 15,1-2 2-15,1-2-1 0,1-3 1 16,0 1-8-16,1-2-17 0,-3-3-42 0,2 0-74 16,2-2-76-16,-4-4-137 0,1 0-237 15,-1-5-315-15,1 0-303 0,1-1-202 0,0-1-47 16,1-1 483-16</inkml:trace>
  <inkml:trace contextRef="#ctx0" brushRef="#br0" timeOffset="-174405.39">4172 10676 129 0,'-3'-4'453'0,"-2"1"271"15,0 0 211-15,2 2-71 0,-2-1-198 0,2 1-148 16,0 1-98-16,-3 0-69 0,3 0-72 16,1 1-70-16,-1 1-64 0,0-1-44 0,1 2-22 0,1 0-18 15,-1 0-13-15,2 3 10 0,0 1 15 16,0 1 3-16,3 3-9 0,2 2 43 0,0 1 18 15,4 1-5-15,-1 0-16 0,2 2-9 16,-1-3-5-16,4 1-39 0,-2-1-25 0,1-2-14 16,-1-2-6-16,1 0-1 0,0-4-3 15,-1 0-1-15,-1-4-1 0,2-2 20 0,0-1 20 16,-2-4 8-16,2-2 6 0,-3-6 0 0,2 0 3 16,-3-3-13-16,0-4-16 0,0 1-6 15,-2-2 0-15,0 0 3 0,-2-1 2 0,-3 3 2 16,1 0 5-16,-4 2 4 0,1 1-1 15,-3-1-1-15,-2 4-3 0,-3-1-4 0,1 2-2 16,-2 2-6-16,-2 3-3 0,2-2-4 0,-1 6-4 16,0-2-4-16,0 5-5 0,1 2-3 0,0 2-2 15,0 1-2-15,2 2-1 0,0 2 0 16,2 3 0-16,1 3 1 0,0-1 1 16,2 6 1-16,1 0 1 0,1 2 1 0,2-2 0 15,1 5-3-15,3-2-4 0,1-3-1 0,1 2-3 16,2-3-1-16,1-3 0 0,1-2 4 0,1-3 1 15,-1-3 7-15,3-1 4 0,1-5 2 0,0-6 1 16,-2-2 2-16,2-3 0 0,-3-4-3 16,1-4-4-16,-2 1 0 0,-2-5 0 15,-2 1-2-15,-2 1 2 0,-4 0 0 0,1-2 2 16,-4 4 1-16,-1 0 1 0,-4 1 4 0,-2 2 2 16,-2 1 1-16,-2 0-2 0,-2 5 2 15,-3 0-1-15,1 2-6 0,-1 2-2 0,1 2-3 16,1 1-2-16,2 2-3 0,1 4-1 15,2 1 0-15,3 3-2 0,0 3 0 0,3 2 0 16,2 4 1-16,3-1 0 0,2 1 0 0,3 4-6 16,1-3-12-16,5 0-31 0,2 1-79 0,0-3-104 15,2-3-222-15,3 1-294 0,2-3-366 16,2-3-412-16,1 0-168 0,2-3 359 0,2-1 816 16</inkml:trace>
  <inkml:trace contextRef="#ctx0" brushRef="#br0" timeOffset="-173356.28">6283 10701 128 0,'-2'0'499'16,"2"5"359"-16,0-4 245 0,-1-1-117 15,1 1-246-15,-2-1-149 0,2 1-62 0,0-1-41 16,0 3-67-16,0-3-60 0,0 0-52 0,0 0-63 16,0 2-69-16,0-2-62 0,0 2-36 0,2-2-25 15,-2 2-16-15,1 0-13 0,-1 0-10 16,0 2-6-16,0 1-3 0,0 2-1 0,2 2-3 16,-2 0 0-16,3 2 0 0,-1-2-2 15,1 2-1-15,0-1 0 0,3-1-1 0,0-1-1 16,-1-3 0-16,3 0 0 0,-1-3 0 0,2-3 1 15,-1-2 1-15,0-3 2 0,3-4 1 16,-2-3 0-16,-1-4 1 0,0 2-1 0,0-5 1 16,-2 3 0-16,-2-6 2 0,-3 6 0 15,-1-2 0-15,-1 1 1 0,-4-1 4 0,-2 3 1 16,-2 0 3-16,0 1 4 0,-4 0 1 0,-3 0 2 16,0 6 1-16,-1-2-1 0,-2 4-1 0,1 1-2 15,1 1-2-15,1 4-4 0,2 2-4 16,1 4-4-16,1 2-3 0,2 2-1 0,2 6 0 15,2 2-2-15,-2 1 0 0,5 4 1 16,2 0 1-16,-1 3 0 0,4-2-1 0,1 0 1 16,0-2-2-16,3-3 0 0,2-1-1 0,-2-4-1 15,4 0 0-15,1-7 0 0,-2 0 1 16,1-4 0-16,2-2 1 0,-2-1-1 0,2-4-1 16,-2-2-5-16,0-1-15 0,-1-1-31 15,0 0-78-15,-2 2-95 0,1-1-182 0,-2 4-290 16,3 1-352-16,1 3-399 0,0 1-188 0,2 4 190 15,1 1 752-15</inkml:trace>
  <inkml:trace contextRef="#ctx0" brushRef="#br0" timeOffset="-172541.66">8376 10741 24 0,'-1'-1'516'0,"1"2"473"0,-2 2 240 16,-1-1-57-16,1-1-342 0,-1 3-271 0,1 1-135 15,-2 3-67-15,1 2-45 0,0-1-40 16,1 3-43-16,0 3-55 0,1-1-59 15,2 1-48-15,1 2-31 0,1-3-17 0,2 3-9 16,4-4-4-16,-1-1-2 0,2 0-3 0,4-5 1 16,-1-5 1-16,2-2 2 0,1-7-1 15,0-1 1-15,-2-5 1 0,0-5 0 0,-4-1 8 16,0 0 10-16,-4-4 13 0,-2 4 11 16,-4 1 8-16,-1 3 9 0,-7-3-2 0,0 6-6 15,-2 3-8-15,-5 2-8 0,0 3-8 0,-3 0-9 16,0 4-8-16,-1 4-5 0,-1 0-5 15,5 3-4-15,-2 2-2 0,4 3-1 0,-1 3-2 16,6 1 0-16,0 3 0 0,3 1-2 16,2 3-10-16,2-2-23 0,2 3-74 0,2-1-92 15,1 3-198-15,1-3-291 0,-1 0-354 0,3 2-424 16,0 0-222-16,-4 1 218 0,2 2 830 0</inkml:trace>
  <inkml:trace contextRef="#ctx0" brushRef="#br0" timeOffset="-171608.01">8289 12172 223 0,'-1'-3'873'0,"-3"2"511"0,1-1 97 16,0 2-184-16,0 2-472 0,0-1-305 0,1 1-164 16,-2 2-115-16,2 1-89 0,1 2-66 15,1 2-39-15,0 2-24 0,1 1-11 0,5 2-5 16,-3-1-3-16,2 2-2 0,0 0-1 15,1 0 0-15,1-3-1 0,0 0 1 0,1-4-1 16,0 0-1-16,-1-2 2 0,2-3 0 0,-1-4 0 16,0-2 1-16,0-5 1 0,3-1 6 15,-5-4 3-15,1-2 6 0,-3-4 3 0,2 2 6 16,-2-3 6-16,-3 1 2 0,-1-1 2 16,-1 1 1-16,-3 1 0 0,-3 0-2 0,0 1-7 15,-1 4-6-15,-1-2-5 0,-4 3-5 0,0 1-5 16,0 4-5-16,-2-1 0 0,1 2-2 0,0 5-1 15,-2 1-2-15,3 5 0 0,-2-2 0 16,3 8-1-16,1 0 0 0,2 2 0 0,1 2 1 16,2 0 2-16,2 5-1 0,1 0 1 15,2-1 0-15,2 4 1 0,2-2 1 0,2-1 0 16,3 3 0-16,3-4-1 0,0 1 0 0,4-6-1 16,2 2-1-16,3-6-1 0,1-3 1 15,1-5-1-15,3-7 1 0,-3-3 0 0,1-4 1 16,0-3 0-16,-4-5 0 0,-3 0 0 15,-3 1 3-15,-5-1 1 0,-4 0 2 0,-2 2 6 16,-4 0 6-16,-4 3 4 0,-2 0 2 0,-6 3 4 16,0 2 0-16,-5 1-5 0,-3 2-5 0,1 4-5 15,-3 0-4-15,-1 5-6 0,3 2-3 16,-2 3-2-16,4 3-3 0,-1 2-1 0,2 3-5 16,0 1-15-16,2 2-21 0,3 3-65 15,-4-4-90-15,4 0-206 0,-2 1-287 0,3 0-355 16,1-2-443-16,-6-2-275 0,1-5 212 0,-2 1 911 15</inkml:trace>
  <inkml:trace contextRef="#ctx0" brushRef="#br0" timeOffset="-170474.31">4281 12160 441 0,'-3'-1'958'15,"-2"-2"297"-15,0 1 8 0,-1 1-241 0,3 1-281 16,2 0-212-16,-3 1-135 0,1 1-89 0,3 0-76 15,-3 0-79-15,1 2-69 0,1 1-41 16,1 3-19-16,0 1-11 0,0 1-4 0,1 1-3 16,-1 1-6-16,2 0-5 0,1 0-1 15,0-2-3-15,-1 1 0 0,1-3-2 0,-1 1 7 16,1-3 5-16,1-2-1 0,-2 2 1 0,3-3 1 16,-2 0 0-16,3-3 6 0,1-1 4 15,2-3 3-15,-1-3 2 0,2 0-1 0,2-5 0 16,-2-1-4-16,-1-3-4 0,-1-4-1 0,1-1-5 15,-2 0-3-15,-1 0 9 0,-2 0 8 16,-3 3 11-16,-1 2 9 0,-1 1 13 0,-4 3 7 16,-2 3-5-16,-2 2-4 0,-2 3-10 0,0 4-8 15,-3 4-10-15,1 3 0 0,0 2-2 16,-1 4-4-16,4 4-2 0,-2 1-1 0,6 3 2 16,-1 1-9-16,4 4-4 0,3-1-2 15,0 1 0-15,3 0-1 0,2-1-1 0,1-3 3 16,2-1 2-16,-2-2 1 0,2-1-1 15,-1-6 0-15,0-3 0 0,0-1 0 0,-1-2 2 0,-1-4 1 16,-2-4 0-16,2-2 3 0,-1-6 5 16,-2-1 3-16,-2-4 1 0,0-1 0 15,-2-3 1-15,-2 3 0 0,-1-1-6 0,-1 4-2 16,-1 0-1-16,-1 3-1 0,-1 1-2 0,1 5-2 16,-2 1-2-16,1 4-1 0,1 2-1 0,0 5-2 15,2 4-3-15,0 3-17 0,1 3-38 16,0 1-77-16,4 4-133 0,-1 1-256 0,2 3-315 15,3-1-376-15,1 5-398 0,2-1-82 16,0 3 603-16</inkml:trace>
  <inkml:trace contextRef="#ctx0" brushRef="#br0" timeOffset="-169291.43">4180 13555 308 0,'-5'-2'747'0,"-4"2"367"0,2 0 88 15,1 0-286-15,1 2-253 0,0 1-160 0,1-2-124 16,1 4-90-16,1 0-67 0,2 3-45 0,0-1-48 16,3 5-48-16,3 1-36 0,1 2 2 0,1 2 18 15,3 4 8-15,3 0 6 0,-1-1-8 16,2 1-2-16,-2-1-23 0,3-2-27 0,-2 0-15 16,-1-4-8-16,-2-2 3 0,0-3 0 15,0-2 0-15,-3-2 10 0,0-2 15 0,-2-5 17 16,0-1 9-16,-1-4 4 0,-3-5 2 0,-2-3-3 15,-2-4-8-15,1 0-8 0,-5-3-6 16,-1 0 0-16,1 3 1 0,-4 0-5 0,-2 0-2 16,-1 6-8-16,-3-4 3 0,0 4-4 15,1 2-2-15,-1 4-1 0,-1 1-3 0,4 2 0 16,-1 2-4-16,1 0-4 0,3 2-1 16,1 4 2-16,1-1 2 0,3 3 0 0,0 1 0 0,2 2 1 15,3 1 0-15,2 4-4 0,-1 0-1 16,4 0-1-16,2 0 0 0,1 0 0 0,1-1-1 15,-1-1 1-15,1-1-2 0,2-2-1 16,-1-1 0-16,0-4 0 0,0-1 1 0,-3-2 1 16,-1-2 2-16,-1-2 1 0,0-1 1 0,-4-4 2 15,1 0-1-15,-2-1-1 0,-2-3 2 16,-1 0 0-16,-2 0-1 0,-3 0-1 0,0 2 1 16,-2-2-1-16,0 2-2 0,0 3-1 0,-2 0 0 15,1 2-2-15,1 2-1 0,-1 3-2 16,3 2-2-16,3 0 0 0,2 6-3 0,1 2-10 15,2 3-19-15,4 0-48 0,1 2-72 0,1 0-105 16,6 0-190-16,1 0-298 0,3-1-343 16,3-1-319-16,1-1-168 0,3 1 270 0,2-1 697 15</inkml:trace>
  <inkml:trace contextRef="#ctx0" brushRef="#br0" timeOffset="-168155.85">6240 13459 249 0,'-2'0'756'0,"-2"0"396"0,1 2 77 15,-2-1-201-15,3 2-272 0,-2-2-169 0,0 4-127 16,1 0-98-16,0 1-69 0,1 1-62 16,1-1-77-16,-2 1-66 0,3 3-43 0,0-1-21 15,3 1-10-15,0 2-6 0,0 2-3 0,2-1-2 16,1 1-1-16,1 0-2 0,2 0 1 16,-1 0 0-16,0-1 0 0,4-4 0 0,-4 2 0 15,2-5 0-15,0-2 1 0,0-1 0 0,-2-2 8 16,2-3 6-16,-1-3 3 0,-1-2 2 15,0-4 6-15,0-3 4 0,-2 0-2 0,-1-4 1 16,0 0 3-16,-3-2 2 0,-2 1 2 0,0-1 1 16,-4 3 0-16,1 0 0 0,-3 2-1 15,-2 1-3-15,0 0-4 0,-3 3-5 0,-3 1-7 16,1 2 0-16,-1 0-3 0,1 2-2 16,0 2-2-16,-1 0-2 0,3 3 0 0,0 2-3 15,2 1-4-15,1 1-1 0,1 3-1 0,0 2-1 16,2-1-1-16,0 5 1 0,4 1 0 0,-1 1-1 15,0 2 1-15,2 1-1 0,2 2 1 16,1-2-2-16,0-1 1 0,1 1-1 0,0-4 0 16,2 1-1-16,-1-5 0 0,2-1 0 15,1-2 0-15,1-4 1 0,-1-3 1 0,0-2 1 16,0-6 2-16,1-1 1 0,-3-4 0 0,1-1 1 16,-2-2 0-16,-2 1-1 0,0 1 1 15,-3 1 0-15,-3-2-1 0,1 4 2 0,-4 2-1 16,-1 1 0-16,-1 1-1 0,-4 4-1 15,-1 1 0-15,1 4-1 0,-3 2-1 0,1 3-1 16,3 3-2-16,0 2-1 0,0 2-8 0,6 4-14 16,0 1-23-16,4 0-55 0,1-1-81 15,3 2-149-15,2-2-269 0,3-1-321 0,4-1-390 16,1-2-321-16,6 1-11 0,1-2 680 0</inkml:trace>
  <inkml:trace contextRef="#ctx0" brushRef="#br0" timeOffset="-167090.29">9026 13450 313 0,'-3'-2'751'0,"-2"0"350"16,0 0 82-16,-2-1-261 0,0 1-277 0,2 0-118 15,-1 0-52-15,1 1-63 0,0-2-63 16,-2 3-54-16,2 0-60 0,-1 0-72 0,-1 2-67 16,2 0-42-16,-1 3-23 0,3 1-12 0,0 3-9 15,0 2-5-15,3 5-3 0,0 0-2 16,1 4 0-16,4 2 0 0,0-1-1 0,4 2 1 15,-1-2 1-15,0-2-1 0,3-2 0 0,-1 1 0 16,-1-6 1-16,2-2-2 0,0-1 0 16,-1-2 0-16,1-3 1 0,-2-3 2 0,1-4 2 15,2-3 1-15,-2-3 6 0,-2-4 3 0,0-6 4 16,1 0-1-16,-4-3-1 0,1-2 5 0,-2 1-1 16,-3-2 3-16,1 2 8 0,-4 2 2 15,1 2 6-15,-4 2-2 0,-2 1-4 0,-5 0-6 16,1 5-8-16,-4 0-4 0,0 3-2 15,-3 1-3-15,1 4-1 0,-2 0 0 0,3 3 0 16,-1 2-4-16,1 2-2 0,2 1-2 0,3 2-2 16,1 5 0-16,2-1-1 0,2 3 0 0,1 2 0 15,4 0 1-15,-1 4-1 0,5-2 0 16,-1 1-2-16,1-1 1 0,3 0-1 0,0-3-1 16,-1-1 0-16,3-4-1 0,0 1 2 15,1-4-1-15,-1-1-4 0,2-3-14 0,-2-1-31 16,1-4-80-16,-1-1-118 0,0-2-254 0,-3 1-307 15,1-3-386-15,0 1-437 0,-4-2-115 16,-2 2 538-16,-2 2 827 0</inkml:trace>
  <inkml:trace contextRef="#ctx0" brushRef="#br0" timeOffset="-161856.33">4158 10633 202 0,'0'0'404'0,"-2"0"173"0,1 0 91 0,-1 1-167 15,0-1-134-15,2 3-63 0,0-3-24 16,0 0-21-16,0 0-26 0,0 0-32 0,0 0-37 15,0 0-37-15,2 0-28 0,-2 0-18 16,0 0-15-16,0 0 2 0,2 0 0 0,-1 0 6 16,-1 0 19-16,0 0 18 0,0 0 8 0,0 0-4 15,0 0-4-15,0 0-9 0,2 0-34 16,-2 0-25-16,0 0-17 0,0 0-4 0,0 0-5 16,0 0-1-16,0 0 1 0,0 0-1 15,0 0-4-15,0 0-3 0,0 0-5 0,1 0-2 16,-1 0-2-16,2 2-2 0,-2-2 2 0,0 0-2 15,2 0 2-15,-2 0-2 0,1 0 1 0,-1 0 1 16,0 0-3-16,2 0-13 0,-2 0-5 16,3 2-6-16,0-2-2 0,2 0-1 15,-2 0-2-15,2 0 16 0,-1 2 6 0,1-2 7 16,0 0 2-16,3 1 0 0,-2-1 2 0,-1 1-1 16,1 1-2-16,2 0-2 0,0-2 2 0,0 2 1 15,0 0 16-15,0-1 9 0,1 2 3 16,1-1 1-16,-2 1 2 0,4-2-1 0,-4 2-15 15,2-1-9-15,2-1-2 0,-2 1 0 16,1-1-3-16,1 1 4 0,0-2-4 0,-3 0 2 16,2 0-3-16,0 0-2 0,0 0 2 0,-1 0-3 15,-1-2 5-15,1 1 0 0,1 1 2 16,-2-2-2-16,-1 2-1 0,1-1 1 0,1 1-2 16,-2-2 1-16,1 2 0 0,-1 0 0 15,0 2 1-15,0-2-1 0,2 1 1 0,-2-1-1 16,0 2 1-16,0-1-1 0,1 1 1 0,-1-1-1 15,0 0 0-15,1 1-1 0,-1 0-1 16,0-2 1-16,0 0 0 0,1-2-1 0,-1 0 1 16,-1 1 3-16,1 0 4 0,-1-2-1 15,1 1 2-15,-3-1 2 0,3 0 1 0,-3 0-4 16,1 2-6-16,-1-1 2 0,-2 1 0 0,2-1-4 16,-2 2 3-16,0 0-1 0,2 0 0 15,1 0-1-15,-3 0-2 0,2 0 1 0,0 2-5 16,0-2 6-16,1 0 4 0,0 1-1 15,-1-1-1-15,1 2 1 0,2-2 2 0,-1 0-1 16,0 1-2-16,1-1-1 0,0 0 2 0,0 0 0 16,1 0-2-16,0 2 0 0,-1-2 2 0,2 1-1 15,-2-1-1-15,0 0-1 0,-1 0 0 16,3 0 0-16,-1-1 1 0,-1 1 2 16,0-2 1-16,2 1 0 0,-3-2-2 0,2 0 0 15,2 0-1-15,-3 0 0 0,2-1 2 0,-1-2 1 16,1 2 0-16,-1-1-2 0,-1 1 3 0,1 1-2 15,1 0-2-15,-2 0 1 0,1 1 0 16,1 1 0-16,0 0-1 0,0-1-3 0,0 2 2 16,1 0 0-16,0 0-1 0,-1 0 1 15,1 2 0-15,1-2 3 0,-2 1 1 0,1-1-1 16,3 1 3-16,-3 1-2 0,3 0-3 0,-3-1 0 16,2 0-3-16,0 1-1 0,-2 1 0 15,3-3 2-15,-3 2 2 0,2-2-3 0,-1 2 2 16,0 1 1-16,0-3 0 0,-1 0 0 15,2 1 0-15,-2-1 1 0,0 0 2 0,0 1-2 16,0-1 1-16,2 1-4 0,-1-1 1 0,0 3 0 16,-1-3-3-16,1 0-2 0,-1 2-2 15,3 0 0-15,-2-2 2 0,-1 2-2 0,3-1 7 16,-3 0 1-16,3-1 2 0,-3 0 6 16,2 0-3-16,-2 0 0 0,2-1 3 0,-2 0-1 15,1 1-7-15,-2-2 1 0,2 0 1 0,-2 0-1 16,1 2-2-16,-2 0-2 0,1 0 8 0,0 0-3 15,0 0 0-15,-2 0 0 0,2 0 0 16,-2 2 0-16,1 0-3 0,1 1 2 16,0 0-1-16,0 1 2 0,-2-1 1 0,2 2 1 15,-1-1-3-15,-1 1 1 0,0-2 3 0,0 1-4 16,1 1-1-16,-1-4 1 0,0 2 0 0,-1 0-1 16,0-2-2-16,1 1 4 0,0 0 1 15,0-1-4-15,3-1 3 0,-3 0 0 0,2 0-2 16,1 0 0-16,-2-1-2 0,1 1 2 15,2-2 0-15,-2 0-2 0,1 2-1 0,0-1 1 16,0 0 2-16,2-1 0 0,-1 2 0 0,0-2 2 16,0 1-1-16,1 0-1 0,-2 1-2 15,1-2 1-15,1 0-1 0,0 2-3 0,-2-1 4 16,2 1-2-16,-1-1-1 0,1 1-2 16,-1 0 2-16,1 0 0 0,-2 0 0 0,3 0 1 15,-2 0 0-15,0 0 0 0,1 0 1 0,-2 0-4 16,3 0 2-16,-1 0-1 0,2 0-2 15,-2-2 3-15,3 2 2 0,-2-1 2 0,2-1 3 16,0 1-1-16,1-1 2 0,-2 1 1 0,2-2 0 16,-1 1-3-16,1-1 0 0,-1 2 3 15,1-1-2-15,-2 2-1 0,2 0 1 0,-3 2 2 16,2 1-5-16,-2 0 2 0,2 1-1 0,-2 1 3 16,0-1-4-16,-1 2 2 0,3 0 5 15,-2-1 1-15,0-1-2 0,-1 1-1 0,3-3-1 16,-2 1-4-16,0-2-3 0,-1-1-1 15,1 0-1-15,-1 0 2 0,0-1 3 0,0 1 0 16,0-5 3-16,-3 5-3 0,4-2 4 0,-4 2-3 16,0 0-1-16,-2-3-1 0,2 3-2 15,-2 0 1-15,1 3-1 0,-1-3-4 0,2 0 4 16,-1 0 3-16,-1 0 1 0,0 0 1 16,0 0-1-16,4 0 2 0,-4 0-3 0,2 0-1 15,1-3-2-15,0 0 0 0,0 2-2 0,0-3 1 16,0 0 2-16,2 1-4 0,-4 2 5 15,1-3-4-15,2 2 2 0,-4 2-4 0,2-2 2 16,-2 2 3-16,1 0-1 0,-1 2 2 0,0-2-3 16,-1 0 4-16,0 1-2 0,1 0 0 0,-3 1-3 15,3-2 0-15,0 2 5 0,-2-2 0 16,2 0 0-16,0-2-1 0,3 0-4 0,-1 0 3 16,1-1-1-16,1-2-1 0,1 1 4 0,1-2 3 15,-1 0 5-15,0-1 0 0,1 1-1 16,-1 0 0-16,0-1-4 0,-3 2-1 0,1 3 1 15,-2-2-3-15,1 4-1 0,-3 0 1 16,-1 0 2-16,0 4-2 0,0-2-3 0,-1 3 1 16,0-3 2-16,1 4 0 0,0-1-4 0,-1-1 3 15,0 0-1-15,1 1 2 0,-1-1-2 16,0 1-1-16,3-2-4 0,-4 1-16 0,0-1-42 16,-3 0-79-16,2 0-123 0,-3 0-179 0,0-1-288 15,-3 0-244-15,2 2-137 0,-1-2 119 16,-1 2 365-16</inkml:trace>
  <inkml:trace contextRef="#ctx0" brushRef="#br0" timeOffset="-159712.95">4343 12216 324 0,'1'4'598'16,"1"-2"205"-16,-2-1 63 0,0 3-300 15,0-3-254-15,0-1-130 0,0 1-54 0,0 1-11 16,0-2 15-16,0 2 21 0,0-2 10 0,0 1-1 15,2-1-25-15,-2 0-30 0,0 0-34 0,1 0 7 16,-1 0 8-16,0 1 8 0,2-1 8 16,-2 0 5-16,0 2 2 0,0-2-34 15,0 0-23-15,1 0-22 0,1 2-13 0,-2-2-11 16,0 0-20-16,2 1-12 0,2 0-5 0,-1 1-3 16,2-1-3-16,0 2-1 0,1 0 14 15,2 0 12-15,1 0 4 0,-1 0 6 0,2 0 0 16,1 0 4-16,-3 0 0 0,3-1 17 0,0 0 8 15,-1 0 3-15,-1 0 1 0,2-1-2 16,0 0 3-16,-1 2 3 0,4-2 18 0,-3-1 12 16,0 1 6-16,0-1 1 0,0 1 1 0,0 2-20 15,0-1-20-15,-1-2 69 0,2 2 33 16,-1 1 11-16,2 1 0 0,1 0 0 0,-1 0-6 16,4 0-63-16,-1 1-24 0,3-1-5 15,0 0-3-15,2 0-5 0,-1 0-3 0,2 1-3 16,1-2-10-16,0-1-11 0,1 3-4 0,1-2-3 15,0 0-3-15,-1 1 1 0,2-2-2 0,-3-1-2 16,2 4 0-16,-2-5-2 0,-1 2 1 16,2 2 0-16,-2-1-1 0,-3 1 0 0,3-2 2 15,0 3 1-15,-3 0-1 0,3-1-2 16,0-1 1-16,-3 1 0 0,3-1-1 0,0 0 0 16,-2-1 0-16,0-1 1 0,2 1 6 0,0-2 5 15,1-2 0-15,-1 2-1 0,1-3 2 16,0 0 1-16,0 0-6 0,-1 0-2 0,3 0-6 15,-1-1-4-15,-3-1-3 0,3 1-1 0,-1 1 0 16,1 0-1-16,-2-2 5 0,2 1 1 16,-1 2 3-16,1 0 0 0,0-2 0 0,0 2 0 15,1-2 1-15,-2 1 2 0,0-1-1 16,2-1 5-16,-3 1 6 0,3-1 5 0,-4 1 1 16,1-2 1-16,2 0 0 0,-2 0-4 0,-1 0-2 15,1-2-1-15,0 4-1 0,-1-3 0 16,1 1-1-16,1 0-1 0,-1 0-6 0,1 1-3 15,0-1-2-15,1-1 0 0,0 3 1 0,-2 0-1 16,3 1 1-16,-1 0 1 0,1 0 1 16,-1 0-1-16,-2 3 0 0,3-1 1 0,-1 1 0 15,1 1 0-15,-4-1 0 0,3 1 1 0,-2 1 0 16,1 1 1-16,-2-2-1 0,1 1 0 16,0 0-1-16,-1-1 0 0,-1 0-1 0,2 2-1 15,-1-1 0-15,-2-1 1 0,1 0-1 16,-2 1 1-16,1 0 0 0,1-1-1 0,-2 1 0 15,2-2 0-15,0 1 1 0,0 1-2 0,0-1 1 16,0 1 0-16,0-1 0 0,2 1-2 0,2 0 1 16,-3 0-1-16,2 0 1 0,1 0-2 15,1-2 2-15,-1 2 1 0,3-2 0 16,-2 0 2-16,2 0 0 0,1-2 0 0,2 0 1 16,0-2-1-16,0-1-1 0,2 0 0 0,-2-1 0 15,2 0 0-15,-1 1-1 0,1 0-1 0,-2 0 1 16,-2 3 0-16,1-2 1 0,-1 4 0 15,-5 0 1-15,2 4 0 0,0 0-2 0,-3 0 2 16,-1 2-1-16,1 0 1 0,0 2 0 0,-3-1 0 16,2 1 0-16,-1-2-1 0,-2 1 0 15,-1-1-1-15,1-4 0 0,-3 2 0 0,1-1 0 16,0-1 0-16,-3-2 0 0,1-2 0 16,-1 1 0-16,0-2 1 0,0 0-1 0,-3 1 0 15,2-4-1-15,-2 4 0 0,0-3-3 16,0 0-17-16,-3 0-51 0,-2 3-76 0,-4-3-137 15,-1 2-268-15,-3-1-314 0,-5 0-369 0,-3 0-321 16,-5 0-43-16,-4-1 608 0</inkml:trace>
  <inkml:trace contextRef="#ctx0" brushRef="#br0" timeOffset="-158640.67">4978 10964 100 0,'2'-5'367'0,"1"2"230"0,-1 1 194 15,-1 2-91-15,1 0-128 0,-1 0-93 0,1 0-74 16,1 2-39-16,-3-2-40 0,0 0-45 16,0 0-47-16,0 0-34 0,0-2-25 0,0 2-6 15,0 0 24-15,0 0 23 0,2 0 17 16,-2 2 0-16,0-2-14 0,0 0-35 0,0 0-45 15,0 1-40-15,0-1-31 0,0 2-24 0,-2 3-17 16,2 0-8-16,-3 2-8 0,1 3-4 16,1 3-3-16,-1 0-2 0,2 1-1 0,-1 4 4 15,-1 0 4-15,2 1 4 0,-2 3 1 16,2 0 6-16,0 0 2 0,0 4-1 0,0 1 2 16,2 1 6-16,-2 4 1 0,0 1-1 0,2 2 0 15,-2 1-8-15,0 1-3 0,0 1-8 0,0 1-4 16,0 0-2-16,1 0-4 0,-1-3 4 15,2 0-2-15,-2-2 1 0,3-2-1 0,-1-3-2 16,-1-1 1-16,1-1 0 0,1-4-1 16,-1 0 2-16,-1-2-2 0,1 2 2 0,-2-4-1 15,0 2 0-15,3-1-1 0,-3 0 0 0,0-2 0 16,0 0-1-16,0-2 1 0,0-2 0 0,0-3 4 16,0-2 2-16,0-3 1 0,0-1 0 15,0-1 1-15,0-2-4 0,0-2-7 0,0-4-2 16,1 0-2-16,-1-2 0 0,2-3-1 15,-1-1 4-15,1 0 1 0,1 0 0 0,-1-1 0 16,-1 2-1-16,1 2-1 0,-2 1-7 0,2 0-11 16,-1 2-24-16,-1 0-43 0,0 1-67 15,-1 1-71-15,-1 0-130 0,-1 2-204 0,1 0-293 16,-3 2-290-16,2-1-214 0,-3 0-88 16,2-1 427-16,-3 3 583 0</inkml:trace>
  <inkml:trace contextRef="#ctx0" brushRef="#br0" timeOffset="-158108.54">4847 11920 66 0,'-1'0'355'16,"-1"2"222"-16,1-2 182 0,-1 1-42 16,2-1-150-16,-2 0-120 0,2 2-82 0,0-2-48 15,0 0-33-15,2 0-30 0,-2 0-50 0,0 0-34 16,0 0-21-16,0 1-17 0,0-1-15 15,0 0-16-15,-2 2-10 0,2-2-8 0,0 0 4 16,0 1 2-16,0-1 4 0,2 2-3 0,-2-2 23 16,3 2 35-16,-1 0 17 0,-1 3 2 15,4 1-7-15,-2 1-15 0,0 1-32 0,0 1-37 16,2 2-33-16,-2-1-7 0,2 0-4 16,3 3 1-16,-4-1 0 0,3 1-1 0,1-1 0 15,-2 1-7-15,2 0-3 0,0-1-3 16,0-1-1-16,0 1-2 0,1-2-3 0,-1 1-4 15,0-3-4-15,0 3-2 0,1-5-1 0,-1 0-2 16,-1-1 0-16,-1-2 0 0,2 0 0 16,-3-1 0-16,-2-1 1 0,3-1 1 0,-2-1 3 15,-1-3 0-15,0 2 1 0,1-4-1 16,-2-1 0-16,1-3-1 0,2-1-7 0,-2-2-6 16,0 1-2-16,2-3-2 0,-2 1-13 0,3-3-38 15,-3 0-67-15,1 1-74 0,-3-2-161 16,1 1-288-16,-2 0-324 0,0-2-327 0,2 3-192 15,-2-2 86-15,-2-1 649 0</inkml:trace>
  <inkml:trace contextRef="#ctx0" brushRef="#br0" timeOffset="-156965.45">4792 11116 136 0,'0'6'378'0,"1"-2"217"0,1 1 159 0,-2-4-93 16,3 1-64-16,-3 0-52 0,3-1-51 0,-3 1-56 15,0-2-64-15,0 1-60 0,0 1-60 16,0-2-20-16,0 1 3 0,2-1 4 16,-1 1-4-16,1-1-26 0,-2 0-32 0,0 0-48 15,3 0-49-15,-3 0-38 0,0 0-27 0,2 0-10 16,-2 0-5-16,2 0-2 0,-1 0 0 0,1 0-1 15,1 0 1-15,1-1 4 0,1-2 4 16,0 0 12-16,1-2 6 0,1-1 5 0,2-1 0 16,1-2 0-16,-1-3-3 0,2 1-10 0,0-3 0 15,-1 0 3-15,2-1 0 0,-2 0 1 16,1 2 1-16,0-2-2 0,-3 4-7 0,0 1-5 16,1 1-3-16,-4 3-3 0,0 0-1 15,-1 0 0-15,1 3-1 0,-3 0 0 0,1 0-2 16,0 2 1-16,-1-1 0 0,2 0 0 15,-4 2 0-15,2-2 1 0,-1 2 1 0,1 0-1 16,-2 0-1-16,2 0 0 0,-1 0 0 0,1 0 0 16,-2 0 1-16,3 0 0 0,-1 0 1 0,-1 2 2 15,1-2-1-15,1 2 4 0,-1 0-1 16,1-1 1-16,0 0 0 0,-2 3 2 0,2-3 1 16,-1 2 1-16,1 0 1 0,-1 0 1 15,0 2 2-15,-1-1-1 0,1 2 0 0,-1 0-2 16,-1-2-2-16,0 4-2 0,0-1-2 0,0 2-3 15,0 1 0-15,0-2-3 0,0 3 1 16,-1-1 0-16,1 2-1 0,0-2-1 0,0 4 1 16,0-2 0-16,0 0-1 0,1 0 0 15,-1-1 0-15,0-2-1 0,2-1-1 0,0 1 0 16,-1-3-1-16,-1 0 0 0,2-2 0 16,-1-1-1-16,1-2 2 0,2 1 0 0,-4-1 0 0,3-2-6 15,1 1-17-15,-3-3-37 0,1 1-70 16,0-1-69-16,-2 1-129 0,1-2-197 0,-1 2-306 15,0 2-306-15,0 0-214 0,0 2-110 16,0 3 399-16,2 1 589 0</inkml:trace>
  <inkml:trace contextRef="#ctx0" brushRef="#br0" timeOffset="-156279.61">5416 11393 213 0,'2'-2'738'0,"-2"-2"409"0,0 1 86 16,0 2-206-16,-2-1-303 0,2-3-183 0,-1 5-112 15,-1-4-69-15,0 1-49 0,1 1-40 16,-1-1-61-16,-2 0-56 0,2 1-42 0,-1-1-27 16,0 2-17-16,1-1-10 0,-1 2-9 0,0-2-8 15,-2 2-9-15,2 2-8 0,-2 0-8 16,-1-1-5-16,1 4-4 0,-1-1-4 0,-1 3-3 16,1 2 0-16,-2 1-2 0,2 2 1 15,-2 1 1-15,2 4 0 0,-2 1 1 0,2 3-5 16,-1 1-1-16,2 1-2 0,2 1-1 0,-2-3 0 15,5 1-2-15,-2-5 4 0,2 2 4 0,2-2-1 16,0-4 0-16,1-1 1 0,0-2-1 16,2-4 0-16,0-1 1 0,3-4 7 0,1-1 3 15,-1-6 1-15,0-2 3 0,3-6-2 16,-1-3 1-16,-1-4-6 0,-1-5-4 0,1-1-1 16,-1-4 1-16,1 2 1 0,-3-3 0 0,1-1 1 15,0 1 2-15,-4-2 0 0,2 1-2 16,-2 0 0-16,-3 0-1 0,2 1 0 0,-2 1 0 15,0 3 0-15,-2 1 1 0,2 4 9 0,-1 3 9 16,-1 4 6-16,0 5 1 0,1 0 1 16,1 3-1-16,-2 2-9 0,2 1-9 0,0 3-5 15,0-2-4-15,0 3-1 0,0 1-2 16,0 3 1-16,0 0 0 0,2 5 1 0,-1-1-1 16,1 4 1-16,-2 2 0 0,3 1-1 0,-1 2 0 15,1 2 1-15,0 1 0 0,0 3-1 16,0 0 0-16,0 0 0 0,2 3 0 0,0-2-1 15,1 2 0-15,0 0-1 0,2-3 0 0,-1 2-1 16,1-2-1-16,1-2 1 0,2-3-2 16,0-1 0-16,3-1-7 0,-1-1-13 0,1-5-38 15,2-1-82-15,-2-5-133 0,-1-3-262 0,3-2-317 16,-3-2-402-16,-2-1-420 0,1 1-63 16,-4-2 645-16</inkml:trace>
  <inkml:trace contextRef="#ctx0" brushRef="#br0" timeOffset="-145276.41">24440 7511 44 0,'2'-5'319'0,"-2"-1"209"0,1-2 189 0,-1 2 2 15,0 0-166-15,0 0-95 0,2 1-41 16,-2 3-23-16,0-4-24 0,-2 4-42 16,2-1-52-16,-1 1-56 0,1 1-45 0,0 0-27 15,-2 1 10-15,2-2 39 0,0 2 29 16,0-1 21-16,0 1-4 0,0 0-23 0,0 0-40 16,0 1-46-16,-3-1-36 0,3 2-29 15,0-2-18-15,0 1-8 0,0-1-7 0,0 1-6 16,0 1-4-16,0-1-5 0,-1 1-3 0,1 0-2 15,0 0 0-15,-2 4-1 0,0-1-1 0,-1 3-1 16,3-2-2-16,-1 3-2 0,1 0-3 16,-2 0-2-16,0 1 0 0,2 1 2 0,2 2 2 15,0 1 1-15,-2 1 2 0,1-1 2 16,2 3 0-16,1 0-1 0,-3 0 1 0,4 0 0 16,-1 1 0-16,0 1 0 0,0 2-1 0,0-4 0 15,-1 4-3-15,0-3-2 0,0 2-1 16,3-3-2-16,-3 3 0 0,1-4-2 0,0 3 0 15,0-3-1-15,-3-1 0 0,3 1-1 0,-1-1 1 16,3-2 0-16,-5-1 0 0,2-2 0 16,-1-1-1-16,0-1 0 0,-1-2 0 0,-1 0 2 15,0-1-2-15,2-3 2 0,-2 0-1 16,0 1 1-16,0-2 0 0,0 1 0 0,0-2 0 16,0 0 0-16,0 1 0 0,0-1-1 0,0 0-1 15,0-1 0-15,0 1 0 0,-2-2-1 0,2 1-1 16,0-2-1-16,0 1 0 0,0 0-1 15,0-3-1-15,0 1-6 0,0 0-9 0,-1 1-14 16,-1 0-34-16,-1 0-69 0,0 0-74 16,-3-1-109-16,-2 2-182 0,1 1-310 0,-1-1-317 15,1 2-229-15,0 2-138 0,1-1 300 0,1 1 615 16</inkml:trace>
  <inkml:trace contextRef="#ctx0" brushRef="#br0" timeOffset="-144851.39">24368 7886 72 0,'-2'-1'434'0,"0"-1"327"15,1 2 249-15,1 0-28 0,-2 0-256 16,2-1-198-16,0 1-135 0,-1-1-102 0,1 1-73 16,0 0-57-16,0 1 3 0,1 0 36 0,1 1 42 15,-1 1 27-15,3 2-3 0,-3 1-16 0,2 2-45 16,2 2-54-16,-4 1-46 0,2 2-35 16,1 2-17-16,-1 1-10 0,2 0-8 0,0 1-4 15,-1 2-4-15,2-3-3 0,1-1-4 16,-1 2-2-16,2-4-1 0,0 1-2 0,1-3-2 15,-1 0 1-15,4-4-1 0,-3 1 0 0,2-2 2 16,0-4 1-16,2 1 1 0,0-6-2 16,0 0-1-16,0-4-1 0,3-3-4 0,-2-1-3 15,0-2-2-15,-1-2-2 0,-2-1 0 16,2 0-2-16,-2-1-1 0,-1 0-1 0,-1-1 0 0,-1 1-2 16,-2 1-6-16,1 2-13 0,-1 1-27 15,-5 2-71-15,1 0-82 0,-2 3-165 16,-2 2-282-16,4 1-333 0,-1 2-386 0,-1 3-237 15,4 2 65-15,0-1 716 0</inkml:trace>
  <inkml:trace contextRef="#ctx0" brushRef="#br0" timeOffset="-135578.67">26295 8232 263 0,'-7'9'726'0,"0"-1"360"16,0-3 83-16,-1-1-217 0,3 1-342 0,-2 0-191 15,2-2-74-15,2 1-24 0,1-3-8 16,1 1-23-16,1 0-30 0,0-2-32 0,1-2-55 15,6-2-55-15,0-4-40 0,3-1-22 0,3-3-8 16,2-1-8-16,3-3-5 0,1-1 3 16,3-4-3-16,-3 1-5 0,1-2-5 0,2 4-5 15,-2-3-4-15,-2 3-5 0,0 0-4 16,-5 1-1-16,-1 4-2 0,-3 0 0 0,0 3-2 16,-5 1-1-16,1 3 0 0,-3 1-1 0,-1-1-1 15,-1 4-2-15,-3-2-15 0,-2 3-51 0,-3 1-77 16,-1-1-126-16,-7 2-245 0,2 0-312 15,0-1-377-15,-2 0-333 0,-2 0-97 16,1-1 527-16</inkml:trace>
  <inkml:trace contextRef="#ctx0" brushRef="#br0" timeOffset="-135365.4">26326 7894 190 0,'8'-3'732'0,"0"0"374"0,5-3 94 0,0-2-112 15,5-2-466-15,2-1-246 0,3-1-97 0,4-1-25 16,2-2-15-16,-1 2-18 0,0-2-21 0,2 2-26 16,-3-2-43-16,-3 5-44 0,0-1-38 15,-4 6-25-15,-2 0-11 0,-2 4-7 16,-7 4-4-16,0 2 0 0,-5 5-2 0,-4 3-3 16,-8 3-44-16,-3 3-60 0,-5 0-95 0,-5 5-192 15,-2 0-291-15,-6 1-325 0,-2 3-284 0,-6-1-157 16,-1 1 265-16,-4-2 640 0</inkml:trace>
  <inkml:trace contextRef="#ctx0" brushRef="#br0" timeOffset="-123983.91">21333 13866 28 0,'0'0'374'0,"0"0"316"16,0 0 289-16,-1 0 73 0,1 0-275 15,0 0-204-15,0 0-130 0,0-2-96 0,0 2-78 16,0 0-45-16,0 0-45 0,0 2-34 16,0-2-27-16,1 3-23 0,-1-3-26 0,0 0-29 15,2 1-18-15,-1-1 21 0,1 3 37 0,0-2 16 16,1 2 10-16,2-1-3 0,-2 2 1 16,0-3-26-16,3 2-9 0,-3-1-4 0,2 0-4 15,0 0-1-15,0-1-4 0,0-1-1 16,-2 3-16-16,3-3-9 0,-3 2-3 0,2-1-3 15,-1 1 4-15,1-2 1 0,0 1-5 0,3 1-4 16,-4-1-1-16,4-1-2 0,-1 2-6 0,4-1-2 16,-3 1 2-16,1-1 1 0,4-1 0 15,-4 2 1-15,4-2-1 0,0 1 0 16,-1-1-5-16,0 0-3 0,2 1-1 0,-5-1-1 16,4 2 1-16,-4 0-2 0,-1-2 1 0,3 1 0 15,-3 0-1-15,0 1 1 0,-1 0-1 0,2-1 1 16,-3 0-2-16,1 1 1 0,-1 1 0 15,0-2 0-15,2 4 1 0,-2-5-1 0,1 2 2 16,-1-2-1-16,1 3-1 0,-1-2 0 16,0 2 0-16,0-3-1 0,-1 4 1 0,2-4-1 15,-1 0 1-15,-2 2-1 0,3 0 0 0,-1-2 0 16,-1 2 0-16,3-1 0 0,-4 0 1 16,3 1-1-16,-1 0 1 0,1-2-1 0,0 1 1 15,0 0-1-15,-3 1 2 0,3-1-2 0,-1-1 1 16,0 2-1-16,1-1 0 0,-2-1 1 15,1 2-2-15,-1-2 1 0,1 0 0 0,-2 1 0 16,3-1 0-16,-2 2 0 0,0-2 0 0,-2 1 0 16,3-1 0-16,-2 2-1 0,1-2 2 15,-1 0 0-15,0 1 0 0,0-1-1 0,0 0 1 16,0 2 0-16,2-2-1 0,-3 1 0 0,2-1 0 16,-4 0 0-16,4 2 0 0,-2-2 0 15,0 1-1-15,1-1 1 0,0 0 1 0,-1 0-1 16,0 0 0-16,1 0 0 0,-3 0 1 0,4 0-1 15,-2 0 0-15,1 0 1 0,-1 0-1 16,3 0 0-16,-5 0-1 0,4 0 1 16,-2 2 0-16,2-2 0 0,-2 1 0 0,1-1 0 15,-3 0-1-15,2 0 1 0,2 1 0 0,-2-1 0 16,-2 0 0-16,3 0 0 0,-3 2 0 16,3-2 0-16,-1 0 0 0,0 2-1 0,0-2 1 15,-1 0 0-15,1 0-1 0,0 0 1 0,0 0 0 16,0 0 0-16,0 0-1 0,1 0 0 15,-3 0 1-15,2 0 0 0,2 0 0 0,-2 0 0 16,2 0 0-16,-1-2 0 0,1 0 0 0,0 2 0 16,-2-1-1-16,2 0 0 0,-2-1 1 15,3 2 0-15,-2-1 0 0,-3-1 0 0,2 1 0 16,1-1-1-16,-3 2 2 0,1-1-1 16,-1-1 1-16,3 1 0 0,-4-1-1 0,1 1 0 15,2-2 2-15,-1 0 0 0,1 0-1 0,0 0-1 16,0-1 2-16,0-2 0 0,1 2-2 0,-1 0 0 15,2-1-1-15,-2-2 0 0,0-1 0 16,3 2 0-16,-1-1 1 0,1-1 0 0,-1-1 0 16,0 2 0-16,0-3 0 0,1 3 0 15,-2 1-1-15,1-5 0 0,0 3 1 0,2 0-1 16,-3-1-1-16,4 0 1 0,-3 0 1 16,0 1 0-16,-1 0-1 0,3-2 1 0,0 0-1 15,0 1 1-15,-2 0 0 0,-1-1 0 0,1 1 0 16,2-1 1-16,-1-1 1 0,-3 0-1 15,2 1 1-15,-2-2-1 0,2 1 0 0,-2-1 0 16,2 0 0-16,-4 3 0 0,5-3-1 0,-3 1 0 16,1 1 0-16,0 1 0 0,0-1 0 15,0 0 0-15,1-1 0 0,1 0-1 0,1 1 0 16,-3 1 1-16,1-2-1 0,2 1 1 16,0 1 0-16,0 0 0 0,-3-2 0 0,3 2 0 15,-2 0-1-15,2 0 1 0,-2 0-1 0,0 0 2 16,-2 1-1-16,2-2 0 0,-2 1-1 0,2-2 1 15,-1 3 0-15,-1-1-2 0,1 0 2 16,1 0-1-16,-2-1 1 0,2 0 0 0,-1 1 0 16,2-4-1-16,-1 1 1 0,2 0 0 15,-3 1 0-15,3-2 0 0,0 1 1 0,-2 1-1 16,3-1 0-16,-3 0 0 0,1 2 0 16,-1-1 0-16,1-1 0 0,-3 3 1 0,2-2-1 15,-2 3 1-15,-1-3-1 0,1 2 0 0,1 0 0 16,-3-1 0-16,2 1 0 0,0 1 0 15,0-4-1-15,-1 3 0 0,1 0 0 0,-1-2 0 16,-1 2 0-16,2 1 0 0,-1-1 0 0,0 1 1 16,-1-1-1-16,-1 1 1 0,4 0 0 0,-4 0 0 15,1 0 0-15,1 1 0 0,-1 1 1 16,-1 0-1-16,2 0 1 0,1-1-1 16,-3-2 1-16,1-1-1 0,1 3 1 0,-1-2 0 15,-1-1-1-15,4 1 1 0,-4-1-1 0,1-1 2 16,-1 1-1-16,4 0 1 0,-4 1-1 0,1 0 0 15,-1-1-1-15,3 0 0 0,-1-1-1 16,0 0 0-16,-1 1 2 0,2-1 0 0,-1 1 0 16,1-1 0-16,-2 1 0 0,2-1 1 15,-1 2-2-15,0-3 1 0,-1 0-1 0,3 0 0 16,-3 0 0-16,1 2 0 0,-1 1 0 16,-1 1 0-16,2-3 1 0,-2 4 0 0,2-2 0 15,-1-1-2-15,-1 1 1 0,2-1-2 0,-1 0 2 16,1 1-1-16,1-3 1 0,-3 1-1 15,1 1 0-15,2-2 1 0,-1 1-1 0,0-2 0 16,1 2 0-16,-1-1 1 0,1 2-1 0,0-2 1 16,0 1-1-16,0 0 1 0,1 2 0 0,0-2-2 15,-1 0 2-15,0 1-1 0,2 0 1 16,-2-1-1-16,2-1 1 0,-2 2 0 16,1-1 0-16,-3-1 0 0,4 0-1 0,-4 0 0 15,2 0-1-15,2-1 0 0,-3 0 1 0,1 1-1 16,-1 1 2-16,1 0 0 0,0 0 1 0,0-1 0 15,2-1-1-15,-1 1 1 0,0 1 1 16,-3 1-1-16,2 2 0 0,-1 1 0 0,0 0 2 16,-1 1-2-16,3 0 0 0,-4 0 0 15,0 2 0-15,1-1-1 0,-1 1-1 0,0 2 0 16,2 0-1-16,-1-1 1 0,-1 2-1 16,2-3 2-16,1 0 0 0,0 0 0 0,0-1 0 15,0-2 1-15,2 0-1 0,-2-1 1 0,4-1 0 16,-1-1-1-16,-3 4 1 0,2-3 0 15,-2 1 0-15,0 2 0 0,0-1 0 0,1 3 0 16,-3-2 0-16,1 4-1 0,-1-3 0 0,4 2-5 16,-4-2-3-16,2 2-1 0,1 0-1 0,-1-1 4 15,0 2 3-15,0 0 0 0,1-2 2 16,0-3-1-16,2 5 2 0,-1-2-6 0,0-2-3 16,-2 3 5-16,4-2 1 0,-6 4 1 15,4-3-1-15,-2 3 1 0,0-1 1 0,0 1-1 16,-1 1 1-16,1 0-1 0,-1 0 1 0,1 1 0 15,-2 1 1-15,3 1 1 0,-1 0-1 16,0 0 0-16,0 2 5 0,0-1 4 0,0 0 0 16,-1 2 1-16,1 0 0 0,0 1 0 15,-3 0-3-15,3 1-4 0,-1 0-1 0,0 1-2 16,-1 2 1-16,-1 0-1 0,0 0-1 16,0-1 0-16,0 5 0 0,0-2 1 0,-1 1-1 0,-1-1 1 15,0 0-2-15,-1 3 2 0,2-2 0 16,-1 0 0-16,0-1-1 0,-1 3 2 0,3-3-1 15,-1 1 1-15,1-1 0 0,-2 1-1 16,2-1 0-16,2 0 1 0,-2 0-1 0,1 1 2 16,1-3-2-16,-1 3 3 0,3-1-3 0,-3-1 2 15,2 2-1-15,-1-1-1 0,1-1 1 16,-1 1-1-16,1 2 1 0,-1-2 0 0,2 1 0 16,-2-1 0-16,-1 2 0 0,2-2 0 15,-3 4 0-15,2-2 0 0,-2 0 0 0,0 0 1 16,0 0-2-16,0 0 0 0,-2 3 1 0,1-4-1 15,-1 2 0-15,1-2-1 0,-4 2 1 16,2 0-1-16,2-1 0 0,-3 0 0 0,1 1 1 16,-2-2 0-16,4 1 0 0,-3-2 0 15,1 1 0-15,2 1-1 0,-1-1 0 0,-1-2 1 16,0 1 0-16,2-1-1 0,-1 0 0 16,-1 0 0-16,1 0-1 0,0 1 2 0,-1-3-1 15,0 1 0-15,0 0 1 0,0 0 0 0,-3 0 1 16,2-1-1-16,0 2 1 0,-1 1 1 0,0 1 0 15,0-3-2-15,0 3 1 0,1 1 1 16,-1-1-1-16,2-2-1 0,-2 3 2 0,4-2-1 16,-3 2-1-16,1-1 0 0,1-1 0 0,-1 1 0 15,2-1-1-15,-4-1 1 0,4 2 1 16,-1 0 0-16,1-3 0 0,-3 3-1 0,1-1 1 16,2-1 0-16,-3 0-1 0,3 2 0 0,1-2-1 15,-4 0 0-15,3 0 1 0,-1 0 0 16,1 0-1-16,-4 0 0 0,4-2 1 0,-1 2 0 15,1-1 0-15,-3-1 0 0,1 0 1 16,1 1 0-16,-1 0 0 0,0-2 0 0,-2-1 0 16,4 3-1-16,-5-4 0 0,3 3-1 0,-2-2 0 15,1 2 0-15,1-2 1 0,0 0-2 16,0 0 1-16,0-1 1 0,-2 2-1 0,2-2 1 16,0 1-1-16,0 0 0 0,-1-1 1 0,1 1 0 15,0-1 0-15,0 1-1 0,0-1 0 16,-2 2 1-16,0 0-1 0,2-1-1 0,0-1 1 15,0 2 0-15,0-1 0 0,-1 0 1 16,3 2-2-16,-2-3 2 0,1 1-1 0,0-1 0 16,0 0 1-16,2 1 0 0,-2-2 0 0,0 3 0 15,1-4 0-15,-1 3 0 0,1-4 0 16,1 4 0-16,-2-4 0 0,0 2 0 0,1-2 0 16,-1 1 0-16,2 1 0 0,-1-2 0 0,-1 2 1 15,0 0-1-15,-1-2 0 0,1 3 1 16,1-1 0-16,-1-1-1 0,2 2 0 0,-1-1 1 15,-2-2-1-15,1 1 0 0,1-1-1 16,1 1 1-16,-2-1 0 0,2 2 0 0,0-2 0 16,0 2-1-16,0 0 1 0,0 1 0 0,0-1 0 15,0-1-1-15,0-1 1 0,0 0 0 16,0 1 0-16,0-1 1 0,0 1-1 0,0 1 2 16,0-2-2-16,0 2 1 0,0-1-1 0,0-3 0 15,0 3 0-15,0-2 0 0,0 0 0 16,2 3-1-16,-2-4 1 0,1 2 0 0,-1-1 0 15,0 1 0-15,2 0 0 0,1 0 0 16,-3 0 0-16,1-2 0 0,-1 1 0 0,2 0-1 16,-1 0 0-16,1 2 1 0,-2-2 0 0,2 1 1 15,-1-1-1-15,1 0 1 0,0 0-1 16,-2-2 0-16,1 3 0 0,1-3-2 0,-2 2 2 16,1-1 0-16,-1-1 0 0,0 0 1 0,2 1 1 15,0 1-1-15,-2-1 0 0,0 2 0 16,0 0-1-16,1-1 0 0,-1 3 0 0,0-2-1 15,2-2 1-15,-1 0 0 0,-1 1-1 16,2 0 0-16,-2-1 1 0,2-1 0 0,-2 1 0 16,2-1 0-16,-2 1 0 0,0-1 0 0,2 2 0 15,-2-1 1-15,2-1 0 0,-2 2-1 16,0-2 0-16,1 3 1 0,1-2-1 0,-1 2 1 16,-1 0-1-16,4-1 1 0,-4 3-1 0,1-4 0 15,-1 2 0-15,3-1-1 0,-3 1 0 0,2-4 1 16,0 4-1-16,-2-2 0 0,1-1 1 15,1 0 0-15,-1 1 0 0,-1-2 0 16,2 2 0-16,-2-1-1 0,2 0 0 0,-1-1 1 16,-1 2 0-16,3-1 0 0,-1-1 0 0,-1 2 0 15,1-1 1-15,-1 1-1 0,3-2 0 16,-3 3 0-16,2-2 1 0,-1 1 0 0,1-1-1 16,-1 1 2-16,1 1-1 0,0-2 0 0,2 2 0 15,-2 0 0-15,0-1-1 0,0 0 0 16,0 2 0-16,1-3 0 0,1 2 0 0,-4-1 0 15,4 0 1-15,-1 0-1 0,1 1 0 0,-2-1 0 16,2 1 0-16,-2-1 1 0,2-2 0 16,0 1-1-16,-1 0 1 0,3 0-1 0,-4 2 0 15,0-3 0-15,4 0 0 0,-3 0 0 16,2 0 0-16,1 0 0 0,-2 2 0 0,-1-2 0 16,1 2 1-16,0-2-1 0,3 2 0 0,-4-1 1 15,1 0 0-15,2 1-1 0,-1-2 0 16,2 2 1-16,-2-1-1 0,0-1 0 0,1 1 0 15,-1-1 1-15,2 0-1 0,-2 0 0 0,2 0 0 16,-1 0-1-16,0 0 1 0,1 0 0 16,-1 0 0-16,1-1 1 0,1 0 0 0,-1-1 0 15,0 0 0-15,0 1-1 0,3-2 0 16,-5 1-1-16,2 0 1 0,1 2 0 0,-1-3 0 16,0 2 0-16,0 1 0 0,2-1 0 0,-2 1 0 15,0 0 0-15,1 0 0 0,0 1 0 16,1-1-1-16,0 0 1 0,0 1-1 0,2 2 1 15,-3-3-1-15,4 0 0 0,-4 2 0 16,4-2 1-16,-4 2 0 0,3-2-1 0,0 0 1 16,-2 0-1-16,1 0 1 0,0 0 0 0,-2-2-1 15,-1 2 1-15,3-2 1 0,-3 2-1 0,0 0 1 16,-1-3-1-16,0 2-1 0,-1 1 0 16,-1-1-1-16,-2 0-2 0,2-1-9 0,-1-1-27 15,-4 3-80-15,0-5-103 0,-5 1-220 16,0-2-296-16,-2-5-365 0,-2 1-421 0,-2-5-168 15,-2-3 359-15,-2-5 819 0</inkml:trace>
  <inkml:trace contextRef="#ctx0" brushRef="#br4" timeOffset="-108322.64">4031 13516 155 0,'-1'0'395'0,"-1"-1"198"16,0 0 136-16,2-1-179 0,0 2-165 16,0-2-93-16,0 1-59 0,2 1-48 0,0-1 0 15,-1-1 6-15,4 2-13 0,-2-2-14 16,2 0 48-16,3 2 18 0,-2 0-43 0,2 0-39 15,0-2-25-15,3 2-14 0,-1 0-30 0,-1 0-6 16,3 0 12-16,0 2 3 0,-1-2 2 16,3 0-3-16,-1 0-30 0,2 0-25 0,0 0-15 15,-1 0-10-15,0 0-1 0,2 0-2 16,-2 0-2-16,0-2-1 0,-1 0 3 0,0 1-2 16,1-1 0-16,-3 2-2 0,3 0 3 0,-3-1 1 15,5 1 86-15,-3-3 46 0,1 3 16 16,2-2 4-16,-2 2-5 0,2-3-10 0,0 1-68 15,1 2-37-15,0-1-15 0,-1 0-10 0,0-1-5 16,0 2-3-16,0-2-5 0,-2 2 2 16,2-1-2-16,-4 1-1 0,1-1-1 0,1-1 3 15,-1 2 0-15,-1 0-3 0,0-2-1 0,-1 2 1 16,0 0 1-16,-2-1 1 0,1 1 2 16,1 0 0-16,-3 0 0 0,1 0 5 0,2 0-2 15,-3 0 0-15,0 0 2 0,3 0-1 16,-1 0 2-16,1 1 1 0,0-1 0 0,-2 0 0 15,1 2 1-15,2 0-1 0,-2-2-3 0,0 1-4 16,2-1 0-16,-2 0-2 0,1 0 4 0,1-1 0 16,1-3 2-16,-1 2 0 0,1-2 4 15,0 0-1-15,3-2-4 0,-2 2-2 0,2-2 1 16,-2 0 2-16,2 0-2 0,-2-1-2 16,2 3-6-16,-2 1-3 0,2-1 3 0,-2 2 4 15,0-1 2-15,-1 1 1 0,1 2 11 0,-1 0 0 16,1 0-5-16,2 2-5 0,-2 1 0 15,0-3-2-15,2 2-2 0,0 1 1 0,0-2-1 16,1 2-2-16,0-1 0 0,1 0 0 16,-1-2-1-16,1 0 1 0,-1 0 0 0,1 0 0 15,0 0 1-15,1-2-2 0,-3-1 1 0,3 0 0 16,-3 0 4-16,3 1 2 0,-3-3 1 16,3 4 2-16,-2-4-1 0,-1 3 2 0,3 0-2 15,-3 0 1-15,1 0-1 0,-1 2 3 0,3-2 0 16,-3 2-4-16,1 0 3 0,2 2-4 15,-1-2 0-15,0 0-2 0,0 0 0 0,1 0 5 16,3 0-4-16,-3-2 3 0,3 0 2 0,2 0 0 16,-1-3-3-16,0 2-2 0,2-1 0 15,0-2-1-15,-1 0-3 0,3 0 2 0,-3-1 0 16,3 3-1-16,-1-3 0 0,1 2 0 16,0 1 0-16,0-1-3 0,1 2 1 0,-2 0-1 15,1 0 1-15,0 1-2 0,-1 1-1 0,1 1 3 16,0 0 1-16,0 0 4 0,1 0 3 0,-2 0 1 15,1 0-1-15,0 1 2 0,1-1-2 16,-1 0-2-16,1 2-1 0,2-2 3 0,-1 0 2 16,-1 0-1-16,2 0-1 0,0 0-2 15,-3 0 1-15,0 0 1 0,0 0-3 0,0 0 2 16,1-2-3-16,-1 2-1 0,0-1 0 0,0 1-3 16,0-3 0-16,-2 2-3 0,4-1 0 15,-2-1 2-15,1 2 1 0,0-2 1 0,1-1 2 16,-1 3 3-16,1 0 3 0,-1-1-1 15,-1 1-1-15,3-1 1 0,-3 2 41 0,3 2 18 16,-3-1 8-16,2 1 4 0,-1-1 0 0,2 2-8 16,0 0-30-16,0 0-17 0,2 0-7 15,-1-1-5-15,1-2-3 0,0 0 4 0,1-2-5 16,0 1-2-16,0-2-1 0,3-4-3 0,-1 3 0 16,0-3-1-16,1-2-1 0,-1 1 0 15,0-3 0-15,0 3 0 0,-1-2 1 0,-5 3-1 16,1 0-16-16,-3 1-74 0,-5 1-79 0,-2 4-171 15,-7 2-284-15,-5 2-327 0,-6 1-385 16,-4 4-216-16,-4 2 110 0,-4 1 712 0</inkml:trace>
  <inkml:trace contextRef="#ctx0" brushRef="#br4" timeOffset="-106294.65">3745 16530 176 0,'3'-5'352'0,"0"3"139"0,-1-3 38 15,0 2-155-15,-1 0-117 0,1 0-74 0,-1 0-28 16,1 1-12-16,-2 2-2 0,2-3-7 0,-1 1-8 15,-1 2-14-15,2-1-23 0,-2 1 39 0,3 0 58 16,-1 0 45-16,2 1 66 0,-2 1 23 0,1-2 3 16,0 3-38-16,0-1-56 0,2 1-54 15,0-2-62-15,1 2-37 0,2-1-24 0,-2 1-22 16,2-2-12-16,-1 1-8 0,2 0 13 0,0-1 22 16,1 2 13-16,2 0 6 0,1-2-1 0,1 1 4 15,-1-1-13-15,2 1-24 0,2-1-14 0,0-1-9 16,1-1 3-16,0 1-7 0,2-2-2 0,0 1 1 15,2 1 0-15,-3-2 5 0,3 2-2 0,-1-1-1 16,0 1 3-16,-1 0 0 0,2 0 49 0,-3 0 44 16,0 1 20-16,0-1 7 0,-3 2-2 15,1-2-1-15,-1 1-42 0,1 1-39 0,-2-1-20 16,0 0-9-16,0 1-5 0,2-2-3 16,-1 2-1-16,3-2-2 0,-2 0 2 0,-1 0-3 15,1 0 1-15,1 0-3 0,-1 0 8 0,-1 0 6 16,1 0 0-16,-1 0 0 0,2 0 0 0,-2 1 1 15,-1 1-9-15,1-1-5 0,1 1-2 0,1-1 3 16,-2 1-1-16,1-2 0 0,-3 1 2 0,2 1 1 16,0-1-1-16,1-1-3 0,-2 1 2 15,0-1-8-15,1 0-6 0,0 0 0 0,0 0 0 16,-1-1 2-16,0 1-1 0,0-1 6 0,0-1 4 16,2 2 1-16,-2-1 1 0,0-2-1 0,1 1 0 15,1-1 3-15,-2 2 0 0,0-3-2 16,0 2-1-16,2-1 3 0,-2 0-2 0,0 0 1 15,0 0-2-15,0 0 1 0,-2-1 2 0,3 0-4 16,-2 0 1-16,0-1 0 0,0 2 0 0,-1-1-1 16,1 0 1-16,-1 2 2 0,1-2-2 15,-3 3 1-15,3-2-1 0,-1 1 0 0,-3 1-1 16,2 1-1-16,1-1 1 0,-1 1 1 0,-2 0 0 16,1 0 2-16,2 0-1 0,-2 1 0 0,0-1 7 15,3 0 3-15,-3 0 2 0,3 0-1 16,-1-1 1-16,3 1-1 0,-2-2-5 0,3 2 22 15,-1-1 13-15,0 1 7 0,2-2 2 0,0 1 1 16,0-1-7-16,-1 1-26 0,4 1-13 0,-2-2-9 16,1 1-2-16,-2-1-2 0,4 2 4 0,0-2 2 15,0 1 1-15,0-2 1 0,2 2-1 16,0-1 0-16,-1 0-1 0,1-2 2 0,2 2-1 16,-1-2 0-16,0 2 0 0,0-3 0 0,-1 2 0 15,0 0 0-15,1 1 0 0,0-3 0 0,-1 3 0 16,-2-2 1-16,2 3 0 0,-2 0-1 0,2 1 1 15,-3 0-2-15,0 0 7 0,1 0 2 0,-1 1 2 16,1 0 0-16,-1 2 0 0,-2-1 1 16,3-2-7-16,-2 1-2 0,0 1 0 0,0 1 0 15,-1-3 1-15,2 0 1 0,-1 2-8 0,0-2-3 16,1 0-1-16,1 0-2 0,-1 0-3 0,-2 0 0 16,3 0 7-16,0 0 2 0,-1 0 2 15,1 0 2-15,2 0 0 0,-1 0 1 0,-2 0-1 16,4 0 2-16,-1 0-2 0,-1 0 1 0,-2 0-1 15,3 0 0-15,0-2 0 0,-1 2 0 0,-2 0 0 16,4-3 0-16,-1 0 1 0,-1 1-1 0,0-1 1 16,-1 1 5-16,3 0 4 0,-3-1-1 0,-1 0 2 15,3 0-2-15,-2 0 1 0,0 0-7 16,-1 0-1-16,0 2-1 0,0-2-1 0,-2 1 1 16,0-1 0-16,1 0 1 0,0 2 0 0,0-2 1 15,-1 0-1-15,0 0 2 0,1 0-7 0,-2 0-4 16,1 0-1-16,1 0-1 0,0-3-2 0,0 4-1 15,-1-3 6-15,3 3 3 0,-1-2 1 0,1 0 1 16,-1 1 1-16,1 0 0 0,-1 0-1 16,2 0 0-16,-1 2 1 0,0-1 0 0,0 1 0 15,1-2 0-15,-2 1 0 0,1 1 7 0,-1-3 3 16,1 3 0-16,0-2 1 0,0 2 0 16,-1-2 0-16,0 0-6 0,-1 0-4 0,1 2-1 15,-1-3-1-15,-2 3 0 0,2-2 0 0,-1 0-1 16,-1 0 1-16,1 0 0 0,-2 1 2 0,2-3-1 15,0 3 1-15,-3-2 1 0,4 3 0 0,-2 0 1 16,1-1-2-16,-2 0 1 0,2 2 0 16,0 0-1-16,1 2 0 0,-2-2 1 0,4 2 0 15,-3-2 0-15,3 0 1 0,0 0-1 0,2 0 0 16,-2 0 1-16,4-2 3 0,-3 0 4 0,2-2 3 16,-1 1-1-16,0-1 0 0,1-2 0 0,-1-1-5 15,-1 2-3-15,0-3-3 0,-1 1-1 16,0 1-1-16,-3-2-1 0,0 2-1 0,-3 1 0 15,-4 1-1-15,0 1-5 0,-3 3-22 0,-6-1-64 16,-5 2-76-16,-5-1-152 0,-3 1-279 0,-6 1-324 16,-6-2-369-16,-6-2-266 0,-10 1 18 15,-13-5 674-15</inkml:trace>
  <inkml:trace contextRef="#ctx0" brushRef="#br4" timeOffset="-104879.42">5031 13916 42 0,'0'-1'209'0,"0"-2"94"16,0 2 32-16,0-1-31 0,0 1-66 0,0 1-41 15,0-2-12-15,0 2 14 0,0 0 17 0,0 0 5 16,0-1 3-16,0 1-1 0,0 0 8 16,0-2 6-16,1 1 12 0,-1-1 31 0,0 1 38 15,0-1 14-15,0-1-22 0,-1 2-34 16,1-1-41-16,0 1-35 0,-2 0-40 0,2 1-22 16,0 0-5-16,0 0 10 0,0 1 3 0,0 0-8 15,0 1-15-15,0 1-32 0,0 3-24 16,0 1-4-16,0 4-8 0,0 2-4 0,0 2-6 15,0 5 7-15,2 2 2 0,-2 4-1 16,0 2-3-16,1 4-3 0,1 2-1 0,-2 3-3 16,3 3-2-16,-2 0-19 0,1 2-3 0,-1 0 0 15,1 0 0-15,1 1 3 0,-1 0-1 0,0-1 2 16,1-1-7-16,-2 1-4 0,1-2 2 16,1-1 2-16,0-2-1 0,2 2 1 0,-2-1-1 15,2-1 0-15,-2 2-5 0,0 0-4 16,0 0-1-16,-1 2-2 0,1-2-1 0,2 3 5 15,-1-2-4-15,-2 2-1 0,1-1-1 0,-1-2 0 16,-1 1 1-16,1-1-6 0,1-1 4 0,-3 1 0 16,2-3 1-16,-1 0-1 0,1 0 0 15,-2-4 0-15,2 1 0 0,-1-1 0 0,-1-2 0 16,0 0 0-16,2-3 1 0,-2 1 0 16,0-1 0-16,0-2-2 0,1 0 0 0,1 1 1 15,-2-4-1-15,0 0 1 0,2-2-1 0,-1 0 0 16,-1-2 1-16,3-2-1 0,-1-2-1 15,-1 3 7-15,-1-4 4 0,0 0 0 0,0-1 2 16,0 0 1-16,0 0-4 0,0 1-9 0,0-2-4 16,-1 4-2-16,-1-2-1 0,2 4-1 15,-3-2 4-15,0 3 3 0,1 0 1 0,1-1 1 16,-1 1-1-16,-1-2 1 0,1-1-1 0,1 0 2 16,-1-3-1-16,2-1-1 0,-1-2 1 0,-1-2-1 15,2 1-1-15,0-4 0 0,0-1 1 16,0 0 1-16,0-1-1 0,0-1 2 0,-2 1 1 15,2-2 1-15,0-2 1 0,-1 1-1 0,-1-2 0 16,1-2-2-16,-1-1-1 0,2-2-1 0,-2-3-2 16,2 1 0-16,0-5-2 0,-2 4-8 0,0-3-15 15,2 1-37-15,-3-1-67 0,1 2-61 16,-1 0-77-16,0 2-124 0,-2-1-190 0,0 1-277 16,0 3-207-16,1-1-209 0,1 2-45 0,0 1 376 15,-1-2 511-15</inkml:trace>
  <inkml:trace contextRef="#ctx0" brushRef="#br4" timeOffset="-104529.12">4942 16006 21 0,'0'-1'442'0,"0"-2"416"0,0 1 292 15,0 1 13-15,-1 0-347 0,1 1-244 0,0-2-139 16,0 2-92-16,1 2-70 0,2-2-37 16,-1 1-14-16,1 2-16 0,0 1-27 0,2 2-39 15,1 3-25-15,2 1-25 0,1 2-27 0,1 1-24 16,0 0-22-16,2 2-3 0,-1-1-2 0,2 0-2 16,-2 1-1-16,2-2-1 0,1-1-1 15,-3-1-2-15,1 0 0 0,-2 0-1 0,0-3-1 16,-1 1-2-16,0-5 1 0,-2 2 0 0,1-3 1 15,-2-1-1-15,0-4 1 0,-1-1 0 0,0-5-6 16,0-5-21-16,-2-5-65 0,-1-5-61 16,-2-5-80-16,0-4-166 0,-2-2-279 0,-3-5-311 15,0-1-235-15,-3-7-190 0,-2-3 103 0,-3-3 588 16</inkml:trace>
  <inkml:trace contextRef="#ctx0" brushRef="#br4" timeOffset="-103713.2">4819 14016 296 0,'3'0'679'0,"-3"-2"376"0,1 2 124 15,-1 0-283-15,-1-5-263 0,1 4-179 0,0 1-126 16,0-1-114-16,0-1-75 0,1-1-44 16,1 0-35-16,1-1-21 0,2-2 44 0,0-2 39 15,1-1 39-15,3-1 10 0,-1-4 2 16,2 0-5-16,-2 0-43 0,3-1-33 0,-2 0-33 16,-2-1-18-16,2 1-9 0,-1 3-7 0,-2 1-10 15,1 2-7-15,-2 1-4 0,1 1-2 0,-2 1 0 16,0 2 0-16,-1 0-1 0,0 3 1 15,0-1 1-15,-1 2 0 0,3 2 0 0,-1 0 1 16,1 1 1-16,-2 3-2 0,0 0-1 16,2-1 0-16,-2 3-2 0,2-1 0 0,-2 0-1 15,2 1 0-15,-2 1 1 0,0-1 0 0,0 3 0 16,2-4 1-16,-2 3-1 0,-1-1 0 16,1 2-2-16,-1-1-29 0,-2 0-64 0,1 3-60 15,-2-1-115-15,1 0-176 0,-2 1-314 16,1 0-309-16,-1-1-241 0,0 2-151 0,2-2 314 15,0-3 589-15</inkml:trace>
  <inkml:trace contextRef="#ctx0" brushRef="#br4" timeOffset="-102960.79">5566 15022 115 0,'2'-3'583'0,"1"0"431"15,-3 2 196-15,0-2-133 0,-3 1-305 16,3 1-167-16,-2 0-94 0,1-1-93 0,-1 0-72 16,1 0-53-16,-4-1-55 0,2 2-65 0,0 0-64 15,0-3-31-15,-2 4-16 0,2-2-10 16,-1 2-8-16,0 0-10 0,-1 0-8 0,-1 2-7 15,1 3-6-15,0-1-5 0,-3 4-3 16,3 3-3-16,-2 1 0 0,0 2-1 0,1 1 0 16,-1 4-1-16,4-3 1 0,-3 2-1 0,5-1 0 15,-1-1 0-15,-1-1-1 0,3-1 0 0,2-1-1 16,-1-2 0-16,1-3 0 0,-1 1-1 16,3 0 1-16,0-5 0 0,-1 0-1 0,0-1 2 15,2 0-1-15,0-3 1 0,0-3 1 16,2-1 1-16,0-3 2 0,-1-4 1 0,1-3 0 15,1-2 0-15,1-4 1 0,-1-5 0 0,0-1-2 16,1-2 0-16,-1-2 0 0,0-3-1 0,0-2-1 16,0 1 1-16,-2 0-1 0,-1-3 1 15,-2 5-2-15,0-2 0 0,-1 3 1 0,-2 2 0 16,-2 2 0-16,-1 2 1 0,0 2-1 16,-2 2 0-16,2 5 4 0,-3 1 2 0,3 0 2 15,0 6 2-15,-1-1 0 0,3 4-1 0,-1 2-3 16,2 1-3-16,-2 3-3 0,2 2-1 15,2 3 1-15,-2 6 0 0,3 1 1 0,-1 3 0 16,1 3 1-16,0 3-1 0,3 2 1 16,-1 2 0-16,0 0-1 0,3 2 1 0,-2 1 0 15,2-2-5-15,2 1-3 0,-1 1 3 0,0-3 1 16,1 2 0-16,-2-2 0 0,4-2 4 16,-2-1 0-16,0-2-3 0,2-1-3 0,-1-2-1 15,-1 0-1-15,2-2-5 0,-1-3-13 16,-1 0-31-16,1-1-77 0,-3-1-94 0,-2-1-181 15,-1-3-292-15,0-1-348 0,-1-3-388 0,-2-2-184 16,-1-2 178-16,-1-2 746 0</inkml:trace>
  <inkml:trace contextRef="#ctx0" brushRef="#br4" timeOffset="-100694.97">24524 7075 257 0,'-1'3'574'16,"-3"0"271"-16,1 0 137 0,0-1-216 0,1 0-196 16,-1 2-127-16,1-2-84 0,-1-2-66 15,2 3-52-15,-1-3-48 0,-1 0-41 0,3 0-35 16,0 0-20-16,3 2-3 0,-1-2 10 0,-2 0 5 15,1 2 10-15,-1-2 11 0,3 0 38 16,1 0 11-16,-3 0-9 0,4-2-11 0,-2 0-21 16,4 2-15-16,0-3-38 0,1 0-25 0,0-2-13 15,5-2-10-15,-2 2-5 0,0-3-6 16,5 1-7-16,-2-3-2 0,3 0-6 0,-1-1-3 16,2 0-2-16,-1-3-2 0,0 1-1 0,2-1 0 15,-1-1-1-15,1 1-1 0,-2 1 1 16,1 1-1-16,-4 0 1 0,0 3-1 0,-3 0 1 15,0 2 1-15,-3 0 3 0,-2 1 5 16,-1 2 4-16,-1-1 2 0,-1 3 2 0,1 0-1 16,-2 2-3-16,-1-3-6 0,-1 1-3 0,0 1-2 15,2 1-2-15,-2-1-2 0,0 1-1 0,0 0 0 16,0-2 0-16,0 2-1 0,0-2 0 16,-2 1 0-16,2 0-3 0,0-1-10 15,-1 0-12-15,-1 1-29 0,-1-2-57 0,-1 0-73 16,-1 0-86-16,-2 0-143 0,-1 0-230 0,-1 0-305 15,-1 0-256-15,1 2-191 0,-2-1 30 16,1 1 492-16</inkml:trace>
  <inkml:trace contextRef="#ctx0" brushRef="#br4" timeOffset="-100359.62">24714 6734 13 0,'3'1'458'0,"-3"2"453"0,1-2 270 15,1-1-27-15,-1 2-362 0,1-1-279 16,0-1-187-16,1 2-98 0,2-2-12 16,3 0 23-16,2-2 17 0,2 1 2 0,2-2-16 15,0 0-38-15,3-2-50 0,3-1-52 16,-2 0-31-16,2-1-25 0,2 2-15 0,-4 1-8 0,2-2-3 15,-1 1-3-15,-2 2-10 0,-3 0-3 0,-1 3-2 16,-1 0 1-16,-4 1 4 0,-1 3 4 16,-2 2 7-16,-4 1 3 0,-2 3 2 0,-3 5 1 15,-2-1-6-15,0 1-3 0,-4 3-6 16,-1 0-4-16,2 2-2 0,0-2-2 0,0-1-1 16,1 2-1-16,2-2-3 0,-1-1-11 0,3-1-53 15,-1-1-79-15,2-1-138 0,0-2-274 0,3-4-314 16,2 0-387-16,2 0-325 0,5-6-22 15,0-1 640-15</inkml:trace>
  <inkml:trace contextRef="#ctx0" brushRef="#br4" timeOffset="-99293.56">26518 6734 98 0,'0'-4'368'15,"0"2"228"-15,-2-4 197 0,1 3-76 16,1 0-134-16,0-2-72 0,-2 3-49 0,0-1-51 15,1 1-52-15,1 1-51 0,0 0-53 0,-2-1-33 16,2 0-20-16,-2 1 9 0,2 1 12 0,0 0-1 16,0 0-17-16,0 0-31 0,0 0-38 15,0 0-43-15,0 1-36 0,0 1-15 0,0 1-8 16,0 3-5-16,-1-2-2 0,-1 5 1 16,2-1-3-16,0 3-9 0,0-1-8 15,2 2-5-15,-1 3-1 0,1-1 5 0,1 1 4 16,1 1 3-16,-1-1 1 0,2 1 3 0,-1 2 0 15,2-1-7-15,-1 0-3 0,0-1-3 0,0 0-1 16,0 0-1-16,-1-1 0 0,0 0-1 16,0-2 0-16,-1 1 0 0,0-3 0 0,-3 1 1 15,4-4-2-15,-4 3 0 0,1-3 0 16,-1 0-1-16,-1 0 1 0,1-1-1 0,0 0 1 16,-2-1-1-16,0-4-1 0,2 2 1 0,0-2-1 15,0 0 1-15,-1 0 0 0,1-2 0 16,-2 0-1-16,1 0-14 0,-1-2-28 0,-2 0-50 15,0 0-64-15,1-2-62 0,-2 2-82 0,1-2-127 16,-4-1-155-16,0 1-240 0,2-2-212 0,-2 3-200 16,-1-1-17-16,0 0 354 0,1 2 463 15</inkml:trace>
  <inkml:trace contextRef="#ctx0" brushRef="#br4" timeOffset="-98992.96">26385 6964 102 0,'3'0'577'0,"-1"2"399"16,-1 1 155-16,-1-2-104 0,2 3-338 0,-1 0-242 16,1 2-159-16,0 1-70 0,-1 4-4 0,3 0 13 15,-1 6-1-15,1 0-10 0,-1 2-2 16,2-1-23-16,0 3-36 0,1 0-42 0,1 0-34 15,2 0-23-15,0-1-25 0,0-1-12 0,3-1-7 16,1-2-5-16,1-2 6 0,-1-2 10 16,3-1 5-16,2-3 3 0,0-2 1 0,-1-2 0 15,4-3-8-15,-4-4-10 0,4-1-4 16,-1-4-5-16,-2 0-2 0,-1-3-1 0,-3 1-2 16,0-5-16-16,-2 4-46 0,-4-5-68 15,-4 4-84-15,-4-5-167 0,-2 2-297 0,-5-2-321 16,-1 1-300-16,-2-1-185 0,-2 1 144 0,-1 1 645 15</inkml:trace>
  <inkml:trace contextRef="#ctx0" brushRef="#br4" timeOffset="-95711.64">20484 13590 334 0,'0'1'641'16,"0"2"250"-16,0-1 72 0,0-1-280 15,0-1-203-15,2 1-98 0,0 1-65 0,-1 0-45 16,2 1-26-16,2-2-21 0,-2 2-9 16,2 0-15-16,1 1 0 0,2 0 17 0,0-2 3 15,1 3-18-15,-1 0-16 0,0-3-29 0,2 3-36 16,-1 0-36-16,-1-1-17 0,5 0-10 15,-5 0-19-15,3 0-7 0,0 0-7 0,-2 0 0 16,3-1-2-16,-2-1-3 0,1 2-1 0,-1-1-1 16,2-2-2-16,0 2-3 0,-1-1-6 15,1 1-2-15,0-2-1 0,0 2-2 0,-1 0 3 16,-1 0-2-16,2 0 0 0,-1 0-1 0,-1 0 0 16,2 3 0-16,-2-4 0 0,1 1-1 15,2 1 0-15,-5 0 1 0,1-2 0 0,2 3-1 16,-1-2 0-16,-1 1-1 0,2-1 0 15,-3 0-1-15,0-1 2 0,3 1-2 0,-1 0 1 16,-1 0-1-16,2 0 0 0,-1 0 2 0,-1-1-2 16,-1 0 1-16,3 1 0 0,-3 0 0 15,0-1 1-15,1 0-2 0,-2 2 2 0,1-3-1 16,-2 2-1-16,3 0 2 0,-2-3-2 0,-1 2 0 16,1 1 0-16,-1-2 0 0,1 1 0 15,2 0 0-15,-1 1 0 0,1-1 1 0,-3 0-1 16,2 1 0-16,2-2-1 0,1 3 1 0,-3-3 0 15,0 0-1-15,0 1 1 0,-1-1 0 16,1-1 1-16,-1 0-1 0,-1 0 0 0,2 0 1 16,-4 0-1-16,1-1 0 0,0 1 0 15,2-2-1-15,-4 2 1 0,3 0 0 0,-2 0-1 16,1 0 0-16,2 0 1 0,-1 2 0 0,2-2 0 16,0 0-1-16,-2 1 0 0,2-1 0 15,1 0 1-15,-1 0 0 0,0-1 0 0,0-1 0 16,2 1 2-16,-2-2-1 0,0 0 1 15,1 0 0-15,0-1-1 0,-1 0-1 0,1 1 0 16,-2-1-1-16,-1 4-1 0,2-2 2 0,-1-1-2 16,-1 1-1-16,3 2 2 0,-1-1-1 0,-1 1 1 15,4 0 0-15,-3-1 1 0,-2 1-1 16,2-2 2-16,1 2-1 0,-1-3 1 0,0 2 1 16,-1-4 0-16,2 0 0 0,-3 1-1 15,2-2 0-15,-1-1-1 0,-1 1 0 0,3 0 0 16,-2-2-1-16,-1 1 1 0,2 1 0 0,-2-2-1 15,1 2 1-15,1-1 0 0,-3 1 0 16,4-2 1-16,-3 0-1 0,2 1 1 0,-1 0 0 16,2 0 1-16,0-4-1 0,-1 3 1 0,0-1 0 15,0 0 0-15,0-3 0 0,-2 0 0 16,2-2 1-16,2 1-2 0,-2 0 0 0,-2-2 1 16,0-2-1-16,0 2 1 0,1 0-2 15,-2-3 1-15,-1 2-1 0,0 0 1 0,-1-1 0 16,0 0-1-16,-1-1 2 0,-1 2-1 0,-1-3 0 15,5 1-1-15,-4-1 0 0,-1 0 0 16,3-2-1-16,1-1 1 0,-3 2-1 0,2 1 1 16,-1-4-2-16,1 4 1 0,1 0 0 0,-3 1 0 15,2-1-1-15,3 2 0 0,-3-1 1 0,2 1 0 16,0 0 0-16,2 0 0 0,-1 1 1 16,1-1 0-16,-2 3 1 0,3-3 0 15,-1 3 0-15,0-1-1 0,1-1 2 0,0 1 0 16,-1 0-1-16,2-2-1 0,-1 2 1 0,2-1 0 15,-2 0-1-15,1-2 0 0,-1 2 0 0,0 3 2 16,1-2-2-16,-3 2 1 0,2 0 0 16,-1 1-1-16,-1 0-1 0,0 2 1 0,2-1 0 15,-3 1-1-15,2-2 1 0,-1 1 1 16,1 1 0-16,0-1-1 0,-1-2 0 0,1 1 0 16,0 0 0-16,1-2-1 0,0-1 1 0,-1 3-1 15,0-2 1-15,1 3-1 0,-1-1 1 16,-2 3-1-16,-1-1 2 0,2 3-2 0,-2 1 2 15,-3 2-1-15,2-1-1 0,-1 2 1 16,0 2-2-16,-1-2-1 0,-1 1 0 0,2 0 0 16,-1 1 1-16,3 0-1 0,-3 1 3 0,1-2 0 15,1 1 2-15,-1-1-2 0,2 1 0 16,-2 1 0-16,1-1 0 0,-2 1-1 0,3 0 1 16,-3-2 1-16,2 2-1 0,1 0 0 15,-1-2 0-15,0 2 0 0,0-1 0 0,2 1-1 16,-1 0 0-16,0 0 0 0,0 0 1 0,0 1 0 15,1 1 0-15,-2-2 0 0,3 2 0 0,-5-1 1 16,4 0-1-16,-2 1 0 0,0-1 0 16,-1 2 0-16,1-2 0 0,-1 3 0 0,0-1 1 15,-1 1 0-15,2-1-1 0,-1 1 2 16,1 2 0-16,-2 0-1 0,-1 0 1 0,0 1 2 16,2 4-2-16,-2-4 0 0,0 3 0 0,0 1-1 15,0-2-1-15,-2 1 0 0,2 0 0 16,0 3 1-16,-1-2-1 0,1 0 1 0,-3 0 0 15,1 0-1-15,2 1 1 0,-3 1-1 16,2 0 2-16,-1-1-1 0,-1 2 1 0,1-1-1 16,-1 0 1-16,0 0 2 0,-1 1 2 0,1-3 1 15,0 3-1-15,-3 0 0 0,3-2 0 16,0 2-3-16,-1-2-1 0,1 1-2 0,2 0 2 16,-3-2-2-16,1 0 0 0,2 1 1 0,-4-1-1 15,2-1 0-15,2 2 0 0,-3-1 0 16,3-1 0-16,-3 0 0 0,1 1 0 0,2 0 0 15,-3-1 1-15,3 2-1 0,-2-1 1 0,1-3-1 16,-1 3 0-16,2 0 0 0,-1-2 0 16,0 0 0-16,1 0 1 0,-1 1 0 0,1 0-1 15,1 0 1-15,0 0 0 0,-4-1 0 16,4 4 0-16,-1-3-1 0,-1 0 2 0,1 2-2 16,-3 0 1-16,3 0 0 0,-2 1-1 15,-1 0 0-15,2-1 1 0,-2 0-1 0,3 1 1 16,-2-1-1-16,1 1 0 0,-1-1 0 0,0-1-1 15,1 1 1-15,-1 0-1 0,-1-2 1 16,3 3 0-16,-2-2 0 0,-2 0 0 0,4 0 1 16,-2-1-1-16,1 1 0 0,-1-1 0 0,1 1 0 15,1-2 0-15,-1 0 0 0,0-1 0 16,1 2-1-16,1-2 1 0,-2 0-1 0,0 1 1 16,1-1 0-16,-1-1 0 0,2 1-1 0,-1 0 1 15,-2-1 0-15,1 0 0 0,2 1 0 16,-3-3 0-16,3 1 0 0,0 2 0 0,-1 1 0 15,-1-4 0-15,0 3 0 0,2-1 0 0,-3 0-1 16,3 0 0-16,0 1 1 0,-1 1-1 16,1-2 1-16,0 1-1 0,-2 1 1 0,2-3 0 15,0 1 0-15,2 1-1 0,-2 0 0 16,1-3 1-16,-1 3-1 0,3-2 0 0,-3 2 0 16,2-4 0-16,0 2 0 0,-1 0 1 15,-1-1 0-15,2 2 1 0,-1-1 1 0,1 2-1 16,1-2 1-16,-3 0 0 0,0 1-1 0,1 1-1 15,-1-1 0-15,0 2 0 0,2 0 0 0,-2 0 0 16,1 1 1-16,-1-2-1 0,2 1 1 16,0 0-1-16,-2-2 0 0,1 1 0 0,3 0 0 15,-3-1 0-15,2-2-2 0,1-1 1 16,-3 0 1-16,2 0 0 0,2-1 0 0,-4 0 1 16,2-1-1-16,1 0 1 0,-1 0 0 0,0-1-1 15,0-1 1-15,1 3 0 0,-1-3-1 16,2 2 1-16,-3 1-2 0,3-2 1 0,2 1 0 15,-3-1 0-15,1 2 0 0,2 0 1 16,-1 0 1-16,0 0 2 0,0 1 4 0,1 0 1 16,-1-2 1-16,0 2 1 0,2-2-1 0,-1 3-3 15,-1-3-3-15,3-2-1 0,-1 3-2 0,0-2 0 16,0-1-1-16,1 2 0 0,0-2 0 16,0 0 0-16,0 0-1 0,-1 0-1 0,2 0 0 15,-4 0-2-15,4 1-5 0,-6-1-14 16,1 0-58-16,-2 1-85 0,-3 2-183 0,-3 1-274 15,-2 0-337-15,-3 2-428 0,-2 0-327 0,-3 0 106 16,-4-1 843-16</inkml:trace>
  <inkml:trace contextRef="#ctx0" brushRef="#br5" timeOffset="-67131.48">13417 11984 372 0,'-2'-1'697'0,"0"-1"240"0,2-1 88 16,-4 1-257-16,4 2-235 0,-2 0-138 0,1 0-69 16,-1 0-18-16,2-2 1 0,-1 2 2 0,-1 0-5 15,0 0-15-15,-1-2-30 0,0 2-42 16,1 0-48-16,-1-1-47 0,-2 0-35 0,1-1-24 15,1 2-10-15,-2-2-5 0,2 2-6 16,0-1-3-16,-1 1-3 0,-1-1-5 0,2 1-5 16,-1 0-4-16,-1 0-4 0,2 0-3 0,-2 0-2 15,2 1-2-15,0-1-1 0,-1 1 0 16,0 1-2-16,-1 0 1 0,1-1-2 0,-1 0-1 16,0 1-2-16,0 0-1 0,0 5 0 15,2-3-2-15,-3 0-2 0,1 5 0 0,0 0-1 16,2 0 0-16,-2 1 0 0,1 2-1 0,-1 1 0 15,4 4 0-15,-1 0 0 0,0 1 1 0,2-1 0 16,2 2 1-16,0 2 1 0,2 0 0 16,2-1 1-16,-1 4 1 0,5-4 0 0,-1 1 0 15,2 0 0-15,2-4 0 0,1-1-1 16,1-1-1-16,2-5-1 0,0-1 0 0,4-7-1 16,-1-2 0-16,1-5 0 0,1-5 0 0,0-2-1 15,-1-4 0-15,-2-5 1 0,-4-1 0 0,-2-3 1 16,-2 0 1-16,-2-1 4 0,-5-1 3 15,-3 2 6-15,-2-3 2 0,-4 5 4 0,-6-1 1 16,0 1 1-16,-5 3-3 0,-3 2-2 16,0 1-1-16,-3 2-2 0,1 3-7 0,-1 3-8 15,-1 2 0-15,2 3 0 0,-1 4 0 0,0 2 0 16,4 0 0-16,1 6 0 0,3 1 0 16,1 2 0-16,2 4 0 0,3 4 0 0,2 1 0 15,3 1 0-15,1 1 0 0,4-1 0 16,1 0 0-16,0-2 0 0,5 1 0 0,0-3 0 15,2-2 0-15,0-4 0 0,3-2 0 16,0-6 0-16,1 2 0 0,0-7 0 0,0-3 0 0,1-3 0 16,0-1 0-16,-3-4 0 0,-2 1 0 15,0-1 0-15,-5 0-43 0,-4 1-43 0,-1 1-80 16,-6 3-109-16,-4-2-193 0,-2 5-294 16,-3 1-360-16,0-1-389 0,-1 4-160 0,-1-1 298 15,-2 2 758-15</inkml:trace>
  <inkml:trace contextRef="#ctx0" brushRef="#br5" timeOffset="-66233.02">13279 12056 78 0,'2'0'513'16,"0"0"410"-16,-2 0 238 0,0 0-85 0,0 0-309 15,0 1-200-15,0-1-92 0,-2 1-47 16,2 0-44-16,-2 2-46 0,2-1-46 0,0 0-61 16,-1-2-66-16,-1 4-55 0,0-1-34 0,2 1-20 15,-1-2-11-15,-1 2-7 0,2-2-4 0,-1 2-2 16,-1-2-1-16,2 1 0 0,-2-1 1 15,2-1 0-15,-1 0 0 0,-1 3 1 0,-1-3-1 16,0 1-2-16,-2-1-1 0,2 1-2 16,-2-1-3-16,-1 1-2 0,0-1-3 0,-4-1-3 15,1 2-4-15,-1-1-12 0,-2 0 0 0,1-1 0 16,-2 2 0-16,-3 0 0 0,3-1 0 16,-2 0 0-16,0 1 0 0,-2 0 0 0,3-1 0 15,-2 3 0-15,0-3 0 0,0 0 0 16,0-1 0-16,-1 1 0 0,4-1 0 0,-4 0 0 15,4 0 0-15,-2 0 0 0,0-1 0 0,1-1 0 16,0-2 0-16,-2 1 0 0,0-1 0 16,1-2 0-16,-1-2 0 0,-2 0 0 0,2 1 0 15,-2 0 0-15,-3-2 0 0,2 0 0 16,-2-1 0-16,0-1 0 0,-2 0 0 0,-1-1 0 16,2 0 0-16,0 0 0 0,0-2 0 0,0 1 0 15,-2-2 0-15,2 2 0 0,3-2 0 0,-3-1 0 16,4 1 0-16,-2 1 0 0,1-1 0 15,3 0 0-15,-3-1 0 0,3 1 0 0,-3 1 0 16,2 0 0-16,1-1 0 0,-1 2 0 16,1-2 0-16,0 3 0 0,0-4 0 0,-1 3 0 15,1-2 0-15,-1 1 0 0,-1-3 0 0,1-1 0 16,-2 0 0-16,0-2 0 0,-1 1 0 0,-1-4 0 16,0 2 0-16,1-2 0 0,1 2 0 15,-2 1 0-15,1 1 0 0,4-1 0 0,-1 1 0 16,1 4 0-16,0-2 0 0,3 0 0 15,-1 2 0-15,3 2 0 0,-1 1 0 0,2-2 0 16,0 3 0-16,4 1 0 0,-2 0 0 0,2 1 0 16,0 0 0-16,2 2 0 0,-1-1 0 15,2 2 0-15,-1 0 0 0,2 1 0 0,-1 0 0 16,3 3 0-16,-3-4 0 0,3 4 0 16,0 0 0-16,-2-1 0 0,2 2 0 0,0-2 0 15,0 2 0-15,0-1 0 0,0-1 0 0,0 0 0 16,0 2 0-16,0-3 0 0,0 1 0 0,0 2 0 15,0 0 0-15,0-1 0 0,0 1 0 16,-1 1 0-16,1-2 0 0,0 2 0 16,0 0 0-16,0 0 0 0,0 0 0 0,0 0 0 15,0 0 0-15,1 0 0 0,-1 2 0 0,2-2 0 16,1 1 0-16,0 1 0 0,3-2 0 0,-1 0 0 16,0 0 0-16,3 0-23 0,-3-2-123 15,0 1-74-15,0-2-106 0,0 2-176 0,-3-3-295 16,1 3-338-16,-1-1-273 0,-1 1-159 15,-2-4 258-15,-1 1 664 0</inkml:trace>
  <inkml:trace contextRef="#ctx0" brushRef="#br5" timeOffset="-65772.51">11774 11125 8 0,'-3'5'441'0,"1"1"403"0,1-2 270 15,-1-1 24-15,-1 0-309 0,0 0-284 0,-1-1-118 16,1-2-28-16,2 5-2 0,-4-5-34 16,4 1-45-16,-2-1-46 0,1 0-59 0,-1-1-64 15,1-2-58-15,-1 1-30 0,1-2-23 0,-1 0-13 16,0 0-9-16,1-4-5 0,1 0-3 16,-1 0-1-16,2-3 2 0,0 1 2 0,0-2 0 15,0-1 5-15,2 0-2 0,-1 1 0 16,1-1 3-16,-1 1 3 0,1 1 1 0,1-1-7 0,0 2 0 15,1-1-4-15,-1 2-3 16,2 2-2-16,1 1-2 0,0 0-3 0,0 2 0 0,3 2 4 16,3 2 4-16,-1 0-1 0,0 4 0 15,3 2 4-15,1 2 1 0,0 2 0 0,-2 3-3 16,1 4 2-16,1-2 5 0,-1 2 1 16,-2 0 0-16,1 2-1 0,-2-3-3 0,0-1-1 15,-1 1-6-15,-1-4-2 0,-1 1-2 0,-3-1-2 16,1-4-1-16,0 2 0 0,-3-3-1 15,1-1-1-15,-3-1-1 0,1-1 1 0,-2-1-4 16,2-1-8-16,-2 0-20 0,-2 0-39 16,0-2-83-16,-1 0-161 0,-2 0-267 0,-1-2-325 15,0 0-409-15,-2-1-411 0,1-1-8 0,-3-3 797 16</inkml:trace>
  <inkml:trace contextRef="#ctx0" brushRef="#br5" timeOffset="-63966.48">11485 10814 503 0,'-2'-11'1001'0,"-3"1"259"0,0-2-27 0,-4 0-183 16,4 2-324-16,-1 0-198 0,-1-1-111 16,-2 1-77-16,1 1-67 0,0-2-88 0,-1 2-65 15,0 2-36-15,0-1-19 0,0 2-12 0,-2 0-11 16,1 2-8-16,1 1-8 0,-3 1-6 15,2 2-7-15,0 2-6 0,-1 1-2 0,3 3-2 16,0 1-2-16,0 4 0 0,-1 0 1 16,4 5 0-16,2 0 1 0,0 5-1 0,5 4 3 15,-1 0 1-15,4 3 1 0,3 2-1 0,4 0 0 16,-2 0-1-16,4-1-1 0,2-2-2 16,1-1 0-16,1-6 1 0,1-2 1 0,0-5 0 15,1-2 2-15,1-5 0 0,-2-4 0 16,0-2 0-16,0-7-1 0,-3-1 0 0,-1-7-1 15,0-5 0-15,-1 0-1 0,-3-8-1 0,-3 0 0 16,0-3 0-16,-2 2 1 0,-3-3 2 16,-3 2 1-16,-2 2 3 0,-1-1 3 0,-4 1 4 15,-3 3 1-15,0-1 1 0,-5 3-17 0,2 3-1 16,-6 2 0-16,2 0 0 0,-4 6 0 16,1 2 0-16,-1 3 0 0,-1 4 0 0,-2 1 0 15,2 5 0-15,1 3 0 0,1 5 0 0,0 1 0 16,4 3 0-16,0 3 0 0,5 3 0 0,1 2 0 15,4 3 0-15,0 4 0 0,4 0 0 16,4 2 0-16,4-1 0 0,0 0 0 0,2-3 0 16,5 0 0-16,1-7 0 0,2-1 0 15,4-5 0-15,1-3 0 0,0-5 0 0,2-5 0 16,3-4 0-16,-1-4 0 0,0-5 0 0,-1-3 0 16,1-5 0-16,-3-4 0 0,-1-2 0 15,-4-1 0-15,0 0 0 0,-4-4 0 0,-3 2 0 16,-3 1 0-16,0 1 0 0,-5 0 0 0,-4 4 0 15,-1-2 0-15,-5 3 0 0,-5 0 0 16,-1 0 0-16,-7 2 0 0,0 1 0 0,-5 1 0 16,1 5 0-16,-2 3 0 0,0 3 0 15,-3 5 0-15,3 2 0 0,0 5 0 0,1 3 0 16,3 3 0-16,1 5 0 0,5 1 0 0,2 3 0 16,3 0 0-16,4 6 0 0,3 1 0 0,2 0 0 15,5 6 0-15,1-1 0 0,3 1 0 16,5-1 0-16,0 0 0 0,2-3 0 0,6-2 0 15,0-2 0-15,2-5 0 0,0-3 0 16,3-5 0-16,3-6 0 0,-3-4 0 0,4-6 0 16,-1-7 0-16,-2 0 0 0,-1-9 0 0,0-2 0 15,-5-1 0-15,-2-4 0 0,-4-1 0 0,-5 0 0 16,-1 0 0-16,-5 0 0 0,-4 0 0 16,-5 4 0-16,-3 1 0 0,-6-1 0 0,-4 2 0 15,-4 0 0-15,-4 4 0 0,-2 0 0 16,-2 4 0-16,1 5 0 0,-3 2 0 0,3 4 0 15,-1 5 0-15,4 3 0 0,1 6 0 0,3 5 0 16,2 1 0-16,3 4 0 0,4 3 0 0,3 0 0 16,4 3 0-16,5 2 0 0,1 0 0 15,5 0 0-15,4-1 0 0,1-1 0 0,4-3 0 16,1-5 0-16,6 0 0 0,0-7 0 16,0-1 0-16,3-7 0 0,2 0 0 0,-2-10 0 15,3 0 0-15,-3-5 0 0,0-4 0 0,-2-2 0 16,-2-3 0-16,-2-3 0 0,0 0 0 0,-3-1 0 15,-1 2 0-15,-4-4 0 0,-1 4 0 16,-4 0 0-16,-1 1 0 0,-4 2 0 0,-3 2 0 16,-3 0 0-16,0 0 0 0,-6 2 0 15,0 3 0-15,-4 2 0 0,-2 3 0 0,-1 1 0 16,-1 3 0-16,-1 3 0 0,0 3 0 0,1 2 0 16,2 5 0-16,2 2 0 0,1 2 0 0,4 0 0 15,-1 5 0-15,6-1 0 0,3 4 0 16,2 0 0-16,3 0 0 0,1-1 0 0,4 2 0 15,3-2 0-15,2-3 0 0,2 0 0 16,4-3 0-16,0-4 0 0,3-2 0 0,2-5 0 16,-1-2 0-16,1-6 0 0,1-3 0 15,0-5 0-15,-3 0 0 0,-2-6 0 0,-1 2 0 16,-3-2 0-16,-4-2 0 0,1 1 0 0,-6-2 0 16,-2 2 0-16,-4 0 0 0,-2 1 0 0,-6 1 0 15,-1 1 0-15,-2 2 0 0,-4 2 0 0,-2 2 0 16,-2 1 0-16,1 3 0 0,-2 1 0 15,1 2 0-15,1 4 0 0,-1 2 0 0,5 1 0 16,1 3 0-16,2-2 0 0,2 2 0 16,0-1 0-16,5 2 0 0,1-2 0 0,1 1 0 15,1 1 0-15,3-2 0 0,0-1 0 0,0 2 0 16,2-2 0-16,-1 0 0 0,1 1 0 0,1-2 0 16,2 0 0-16,0-1 0 0,1-1 0 15,3 2 0-15,0-2 0 0,2-2 0 0,3 1 0 16,0-4 0-16,3-1-42 0,1 0-273 15,2-3-264-15,4-1-344 0,0 0-440 16,0-4-472-16,1 1-23 0,0 0 854 0</inkml:trace>
  <inkml:trace contextRef="#ctx0" brushRef="#br5" timeOffset="-62405.43">13932 11151 91 0,'2'-9'598'0,"-2"1"444"0,0 0 184 16,0 1-96-16,0 3-411 0,0-1-287 16,3 4-150-16,-2-1-81 0,1 2-5 15,1 2 36-15,2 1 18 0,0 3-3 0,1 4-18 16,3 4-22-16,1 2-47 0,1 5-51 0,0 5-32 16,-1 1-23-16,-1 3-13 0,2 1-11 0,-3-1-8 15,2 2-5-15,-2-3-6 0,1 1-3 16,-1-4-2-16,-2 0-2 0,-1-5-3 0,0 0 1 15,2-3-1-15,-3-1-1 0,-1-4-3 16,-1-3-5-16,-1-1-24 0,-1-4-61 0,-1-2-72 16,-3-5-103-16,-1-6-172 0,-4-1-298 15,1-7-325-15,0-1-259 0,-1-3-153 0,-4-2 227 16,2-5 603-16</inkml:trace>
  <inkml:trace contextRef="#ctx0" brushRef="#br5" timeOffset="-62133.35">13898 11116 70 0,'0'-4'630'0,"1"2"464"16,1 1 144-16,-1-1-122 0,1 1-382 0,4 1-327 16,-1 0-173-16,1 1-31 0,4 1 2 0,2 1 24 15,3 1 26-15,3-1-1 0,0 3-17 16,2-1-48-16,2 2-35 0,2 0-37 0,0 0-32 16,3 4-21-16,0 2-15 0,1 1-9 0,-1-2-7 15,-2 4-4-15,-1 0-4 0,-2 1-1 16,-3-1-2-16,-1 2 0 0,-4 4-2 0,-5-2-4 15,-4 2-2-15,-2 2-2 0,-4 2-3 16,-6 1-1-16,-1 4-3 0,-6-3 1 0,0 3-4 16,-5 1 0-16,1-1-2 0,-2-1-1 0,1-1-1 15,3-5-1-15,1-2-2 0,3-4-4 16,1-3-16-16,2-3-35 0,4-3-72 0,0-3-75 16,2-4-140-16,2-4-243 0,2-4-320 0,2-3-330 15,2-3-221-15,4-3-47 0,1-2 520 16</inkml:trace>
  <inkml:trace contextRef="#ctx0" brushRef="#br5" timeOffset="-61804.52">14396 11515 148 0,'1'3'762'0,"4"0"458"0,-5 0 76 0,1-1-132 15,2-2-361-15,-1-2-252 0,1-2-135 16,0-4-82-16,2-3-56 0,2-3-50 0,0-4-60 16,1-5-61-16,0-2-36 0,0-3-19 15,1-4-12-15,-1-1-9 0,-1-3-6 0,-2 0-7 16,-2-3-4-16,0 0-4 0,-3 1-2 0,0 4-2 16,-3 1-2-16,0 6-1 0,-2 1 0 15,0 5-2-15,-3 3-1 0,2 3-1 0,-2 2-3 16,0 4-2-16,0 2-9 0,2 4-25 0,-7 3-63 15,2 5-69-15,-3 1-123 0,0 3-220 16,-2 3-310-16,2 2-348 0,-2-1-260 0,2 2-126 16,1 1 432-16,-1-3 668 0</inkml:trace>
  <inkml:trace contextRef="#ctx0" brushRef="#br5" timeOffset="-61537.39">14191 11039 451 0,'0'-5'955'0,"-1"0"284"0,-1 2-47 15,2-1-307-15,-1 1-329 0,1 0-180 16,0 1-92-16,0 2-57 0,1-2-40 0,1 2-26 16,1 0-10-16,0 0-23 0,2 0-1 15,1 2-2-15,2 2 3 0,0-2 0 0,2 3-20 16,2 1-15-16,-1 2-24 0,2 1-14 0,1 2-12 16,2 3-9-16,1 0-8 0,-1-1-7 15,2 2-5-15,-2 0-6 0,2-2-3 0,0 2-2 16,-2-1-3-16,1-2-3 0,-3 0-3 0,2 1 1 15,-2-1-1-15,0-1-4 0,-2 0-20 16,-3-1-61-16,-1-1-75 0,-4 0-148 0,-2-2-276 16,-2 1-327-16,-2-1-384 0,-1-1-288 15,-3-4-6-15,2-2 674 0</inkml:trace>
  <inkml:trace contextRef="#ctx0" brushRef="#br5" timeOffset="-61133.71">14732 10949 200 0,'5'-12'867'0,"-4"1"569"0,-1 4 126 0,-4 0-231 16,1 1-476-16,-2 0-319 0,0 2-167 15,-3 1-124-15,-3 1-94 0,3 2-57 0,-3 2-37 16,-3 1-22-16,1 4-14 0,-1 4-9 0,1 1-6 15,1 3-2-15,-1 1-3 0,2 2-1 16,3 0-1-16,0 1-1 0,5 0-1 0,0 0-2 16,3 0 2-16,3-1-2 0,2-1 0 15,4 0 0-15,1-2 1 0,1-2 1 0,6 0-1 16,-1-2 1-16,1 0 1 0,2-4 1 0,2 0 0 16,0 0-1-16,-1-3 1 0,-1-1 1 15,0 0 0-15,-1-1 0 0,-3 0 1 0,-2 1 1 16,-1-1 0-16,-4 0 1 0,-1 4 0 0,-4-1 0 15,-3 3 0-15,-3 3-1 0,-4-1 0 16,-1 2-1-16,-2 2-1 0,-2 2 0 0,-2 1 0 16,-3 2-2-16,-2-1 2 0,5 3-2 15,-5-3-4-15,4 2-8 0,0-2-22 0,4-1-46 16,-2-3-72-16,4-1-76 0,-1-5-132 0,3-1-197 16,3-4-305-16,2-1-279 0,2-2-207 0,2-5-73 15,2 0 400-15,1-5 558 0</inkml:trace>
  <inkml:trace contextRef="#ctx0" brushRef="#br5" timeOffset="-60583.44">14926 10887 142 0,'0'-6'725'16,"2"0"453"-16,-2 1 148 0,0 1-58 15,0 0-346-15,0 4-288 0,0-3-177 0,0 3-110 16,0 0-84-16,0 3-89 0,0 1-77 0,0 4-45 15,0 2-23-15,0 5-8 0,0 3-3 16,0 6 2-16,0 3 0 0,0 1 1 0,2 4-1 16,-1 2-3-16,1 2-3 0,1 0-3 15,0-1-3-15,1-1-2 0,0-3-1 0,2 0-1 16,1-4-2-16,-1-3-2 0,2-1 0 0,3-6-2 16,-1-2 1-16,3-3-1 0,-1-2 0 15,2-5 0-15,3-3 1 0,0-4 2 0,0-5-1 16,2-3-7-16,0-6-19 0,0-2-51 0,-2-3-76 15,-1-2-91-15,-3-2-172 0,1 0-286 16,-5-4-335-16,-1 2-303 0,0 0-175 0,0 0 143 16,-5-1 638-16</inkml:trace>
  <inkml:trace contextRef="#ctx0" brushRef="#br5" timeOffset="-60236.16">15286 10862 425 0,'1'22'889'0,"-1"0"295"0,0 4-1 16,0 1-303-16,2 1-267 0,2 1-163 0,-1 1-101 16,2-2-72-16,0-1-53 0,3-2-42 15,3-4-56-15,-1-2-56 0,2-4-32 0,2-5-16 16,1-5-8-16,0-3-3 0,2-4-4 0,0-5-1 16,-3-4 3-16,2-5 2 0,-2 0 14 15,-2-4 22-15,-2-3 18 0,-3-2 14 0,-3 2 7 16,-2-3 2-16,-4 3-8 0,-1-2-16 0,-5 1-16 15,-3 1-10-15,-5 1-10 0,-1 1-8 16,-5 0-7-16,-4 2-5 0,0 7-3 0,-3 3-3 16,-1 4-3-16,2 6 0 0,-1 5-2 15,5 8-1-15,2 4-1 0,3 5-2 0,5 2-16 16,2 4-50-16,5 1-73 0,4 0-121 0,1 4-244 16,7-2-308-16,2-1-363 0,7 1-315 0,2-4-105 15,4-2 484-15,4-3 721 0</inkml:trace>
  <inkml:trace contextRef="#ctx0" brushRef="#br5" timeOffset="-59383.49">15668 10624 18 0,'8'-7'457'0,"-3"2"425"0,0 0 262 16,-2 3-2-16,1-2-351 0,-2 3-261 0,-1 0-139 15,1 1-56-15,0 1-22 0,1 4-15 16,-1 2-23-16,1 2-36 0,0 4-41 0,0 4-50 15,2 3-43-15,3 3-34 0,-2 7-22 0,0-3-10 16,2 5-15-16,2 1-8 0,-4 2-3 16,2-2-3-16,2-2-3 0,-1 1 0 0,0-4-1 15,0-2-2-15,1-1-1 0,-2-5 0 16,0-2-2-16,-1-6 0 0,0 1-2 0,0-5 0 16,-2-2 2-16,1-5 2 0,0-4 1 0,0-3 3 15,-1-7 0-15,2-4 0 0,-1-4-1 0,0-4-2 16,4-4-3-16,-6-1 0 0,3-4-1 15,-1 1-1-15,-1-4 0 0,-2 0 1 0,3 1 1 16,-3 2 1-16,-1 1 0 0,0 1 0 16,-1 5 5-16,-1 2 5 0,-1 4 4 0,-1 1 5 15,0 5 4-15,-1 3 3 0,0 4-3 0,-3-2-4 16,3 6-5-16,-4 0-5 0,3 4-4 16,-4 4-5-16,-2 0-2 0,4 6-1 0,-4 0-2 15,4 2 0-15,-3 4 1 0,2 2 0 0,1 2 2 16,-1 1 0-16,4 1 2 0,-3 2 0 15,6 2 1-15,-1-1-1 0,2-1 0 0,1 1-1 16,4-3-1-16,-1-1 1 0,3-1-2 0,1-3 0 16,2 0-1-16,2-4 0 0,3-1-1 15,0-1 0-15,2-4 1 0,0-1-2 0,2 0-16 16,2-3-49-16,-2-1-78 0,-1-2-127 16,-1 0-262-16,-2-2-314 0,2 1-381 0,-4 1-341 15,-2 0-67-15,0 1 568 0</inkml:trace>
  <inkml:trace contextRef="#ctx0" brushRef="#br5" timeOffset="-59067.56">16193 10989 181 0,'5'-8'777'16,"-2"-2"409"-16,0-2 53 0,-1-4-124 15,1-3-351-15,0-2-227 0,3-4-116 0,-1-4-74 16,2-5-46-16,-4-3-53 0,2 0-75 15,-1-3-65-15,1-1-40 0,-1 5-18 0,1-1-10 16,-1 6-7-16,-3 3-3 0,1 4-5 0,-1 4-5 16,1 3-6-16,0 5-7 0,-2 1-5 0,1 4-3 15,1 2-2-15,1 4-2 0,3 1 2 16,0 6 0-16,1 3 2 0,-1 2 0 16,5 6 0-16,-1 2 1 0,-1 3-1 0,4 1 0 15,-1 7-1-15,0-2 2 0,0 2-1 0,-1 4 1 16,3 0-2-16,-4 1-4 0,0-2-25 0,-1 0-69 15,-3-3-73-15,-3-2-136 0,1 0-237 16,-3-4-322-16,-1-3-354 0,0-2-251 0,-1-2-65 16,-6-4 525-16</inkml:trace>
  <inkml:trace contextRef="#ctx0" brushRef="#br5" timeOffset="-58867.16">16174 10795 24 0,'-6'-14'577'0,"3"-2"497"15,-1 6 183-15,1-1-113 0,2 4-333 0,2 1-393 16,2 1-207-16,2-1-105 0,3 2-52 0,6 0-24 16,2-1-12-16,1-1-12 0,4 1-5 15,5-1-4-15,0 2-4 0,1-1-3 0,3 0-8 16,-1 1-46-16,-1 0-118 0,-1 1-227 16,-3 0-277-16,3 0-262 0,-2 1-232 0,0 1 0 15,0-1 407-15</inkml:trace>
  <inkml:trace contextRef="#ctx0" brushRef="#br5" timeOffset="-58633.92">16824 10438 533 0,'-9'-4'1143'16,"-4"-2"320"-16,-3 4-54 0,0 2-296 0,-1 2-447 16,-2 4-225-16,3 1-134 0,-3 3-94 15,3 2-80-15,2 4-57 0,0 2-34 0,1 3-20 16,2 3-9-16,3 3-7 0,-1 3-1 0,3 2-3 15,2 0 0-15,3 4-1 0,1-6-1 16,1 0 0-16,4-2-1 0,4-3-1 0,-1-5 1 16,4-1-1-16,0-4-4 0,-1-3-16 0,4-1-36 15,0-6-67-15,-2-3-63 0,3-4-89 16,-4-2-166-16,2-4-282 0,-2-2-287 16,2-3-218-16,-2 3-175 0,0-7 141 0,0 1 582 15</inkml:trace>
  <inkml:trace contextRef="#ctx0" brushRef="#br5" timeOffset="-58142.42">16876 10418 142 0,'5'-11'597'0,"1"3"389"0,-2-4 174 16,2 0-139-16,-2 2-325 0,3-2-228 0,-1 0-109 16,1 2-31-16,0 0-11 0,1 2-14 15,0 0-27-15,0 2-36 0,0-2-53 0,-2 2-50 16,2 2-47-16,-1-1-33 0,0 1-20 16,0 1-3-16,-1 2-1 0,1-1 0 0,-1 4 1 15,1 0 6-15,0 4 3 0,-1 2-2 0,2 2-3 16,0 2-6-16,-2 6-5 0,1 1-6 0,-1 3-5 15,-1 1-4-15,3 8-3 0,-2 0-2 16,0 3-3-16,-1 4-1 0,0 2-2 16,-2 1 1-16,3 3 1 0,-3-1-1 0,1 2 1 15,-3-2 0-15,-1 0 0 0,0-5-1 0,0 0 0 16,-1-3 0-16,-3-2 1 0,0-4 4 0,-2-1 5 16,-1-3 4-16,-2-3 6 0,1 0 3 15,-5-6 4-15,4-2-4 0,-3-1-1 0,0-4-6 16,-1-3-3-16,1 1-4 0,1-5-4 15,-2-2-3-15,0-2-3 0,0-5-1 0,1-3-3 16,1-4-2-16,1-5-7 0,1-4-9 0,3-4-16 16,1-1-28-16,2-4-62 0,-1 1-78 15,1-1-109-15,3 4-179 0,0 2-307 0,2 5-335 16,1 3-254-16,2 2-144 0,1 4 294 16,2 3 639-16</inkml:trace>
  <inkml:trace contextRef="#ctx0" brushRef="#br5" timeOffset="-57851.19">17226 10937 278 0,'3'-4'1274'0,"-3"-3"510"0,3-4-222 16,-6-4-364-16,3-3-458 0,-2-5-315 0,1-4-199 16,1-2-90-16,0-5-47 0,0-3-30 15,1-5-22-15,1-3-16 0,4-1-7 0,-1-4-6 16,1 4-3-16,1-1-3 0,-1 3-1 15,2 6-1-15,-2 3-1 0,0 5 0 0,-1 6 0 16,0 5 1-16,1 2-1 0,-3 5 2 0,4 5 0 16,-3-1 1-16,3 5 2 0,-1 5 0 15,3 2 1-15,-1 5-1 0,-1 6-1 0,4 0 0 16,-5 6-2-16,2 5 0 0,0 2-1 16,1 5-1-16,-1 4-1 0,0 4-2 0,0 3 0 15,0-1-7-15,-2 1-18 0,-1-1-58 0,2-4-80 16,-6-3-152-16,2-1-275 0,-1-7-331 0,-2-3-399 15,2-3-316-15,-2-6 10 0,0-4 714 16</inkml:trace>
  <inkml:trace contextRef="#ctx0" brushRef="#br5" timeOffset="-57668.64">17348 10546 432 0,'-9'-16'1466'15,"1"5"320"-15,4 4-320 0,-2 4-375 0,2 1-454 16,4 2-313-16,2 3-166 0,1 0-73 0,5 2-37 15,1-2-15-15,1 1-14 0,6 1-9 16,1-3-5-16,1 3-13 0,2-4-55 0,-2 4-81 16,0-2-152-16,-3 2-271 0,-1 3-319 15,-3 2-394-15,-3 2-315 0,-5 3 3 0,-3 1 689 16</inkml:trace>
  <inkml:trace contextRef="#ctx0" brushRef="#br5" timeOffset="-56115.52">9013 9903 4 0,'-1'1'485'0,"1"1"482"16,-2-4 273-16,2 1 13 0,-3-2-234 16,2 0-256-16,-1-1-205 0,-1-2-128 0,0 1-83 15,-1-3-77-15,1 1-85 0,-2-3-62 16,1 2-32-16,0-3-18 0,-2-1-12 0,0 0-9 16,0-3-7-16,-2 0-5 0,-2 0-7 0,2-1-6 15,-1-2-3-15,-2 1-3 0,1 0-3 0,2-1-5 16,-1 3-2-16,0-4-2 0,0 4-3 15,1 0-2-15,2-1-1 0,-1 2-1 16,0 1-2-16,2 0 1 0,2 3-1 0,-2 3-1 16,2-1 0-16,-3 1-1 0,4 2 0 15,-1 1-2-15,2 1-4 0,-1 0-13 0,0 1-19 16,1 0-38-16,-1 2-78 0,-3 0-142 0,-1 0-261 16,0 0-319-16,-2 2-395 0,-2 0-422 0,-2 1-72 15,1-2 684-15</inkml:trace>
  <inkml:trace contextRef="#ctx0" brushRef="#br5" timeOffset="-55887.41">8621 9468 217 0,'-3'-8'870'16,"-2"1"446"-16,-1-1 94 0,0 1-134 0,3-2-439 16,-2-3-312-16,2-2-155 0,-1 1-96 0,1-2-83 15,0 0-65-15,3-1-43 0,-2 0-28 16,2 4-16-16,2-1-8 0,-2 3-7 0,3 0-13 15,2 3-5-15,0 0-6 0,1 5-1 16,5-2-1-16,2 6-1 0,1 2 1 0,3 3-2 16,2 5-1-16,2 1 0 0,1 4-34 0,0 1-80 15,1 0-129-15,0 0-261 0,2 1-299 16,-1-1-393-16,3 3-413 0,1-1-77 0,-2-1 598 16</inkml:trace>
  <inkml:trace contextRef="#ctx0" brushRef="#br5" timeOffset="-54685.22">13644 9918 166 0,'0'0'730'16,"0"-2"421"-16,-1 2 85 0,-1-1-122 0,1-1-381 15,1 1-200-15,-2 1-99 0,2-2-74 16,0 2-56-16,0 0-52 0,2 0-68 0,-1-1-71 16,1-1-54-16,1-1-28 0,4-1-15 15,3-2-5-15,0-1 1 0,3-4 3 0,2 2 3 16,0-5 1-16,4-1 6 0,-1 1 1 0,2-5-1 16,0 1-6-16,-1 0-2 0,2-1-3 15,-3-1-3-15,-1 3-5 0,-2 0-2 0,-2 2-1 16,-2 2 0-16,-3 0-1 0,-2 2 1 15,-1 3-2-15,-2 0 1 0,-3 4-2 0,-1-1-7 16,-3 1-19-16,0 2-59 0,-5 2-71 0,-3 2-141 16,-2 2-275-16,-3 1-310 0,0 2-371 15,0 0-293-15,0-1-51 0,-1 1 628 0</inkml:trace>
  <inkml:trace contextRef="#ctx0" brushRef="#br5" timeOffset="-54451.58">13795 9553 49 0,'11'-12'567'0,"1"-1"453"16,-1 1 192-16,-1-3-74 0,2 1-361 0,-2 2-323 15,1 0-175-15,0 0-92 0,0 4-57 0,2-2-38 16,0 3 47-16,-1 5 21 0,2 2-5 0,-1 0-1 16,1 2-7-16,-3 7-4 0,1 0-57 15,-2 5-30-15,-2 2-17 0,-3 2-14 0,0 4-9 16,-3 1-5-16,-2-1-6 0,-2 2-21 15,-3-1-64-15,0-1-67 0,-4-1-149 0,-2-1-285 16,0-2-304-16,0-2-335 0,-5-2-220 0,3-5 34 16,-1 0 613-16</inkml:trace>
  <inkml:trace contextRef="#ctx0" brushRef="#br5" timeOffset="-53306.41">8706 9038 153 0,'0'17'745'15,"0"-2"418"-15,0 0 63 0,-1 1-130 0,2-1-397 16,-1-1-247-16,4 1-126 0,-1-2-62 16,2 0-37-16,0-3-36 0,1-3-19 0,1-1-38 15,0-1-23-15,1-3-9 0,2-4-1 0,0-1 0 16,0-5-18-16,0-2-16 0,0-3-12 0,-2-3-5 15,-1-3-5-15,-1-2 2 0,-3 0 3 16,-1 1 0-16,-4-2 3 0,-2 2 0 0,-3 2 0 16,-1 1-4-16,-6 2-5 0,1 1-6 15,-3 5-7-15,-2 2-9 0,-3 2-10 0,3 5-9 16,0 0-6-16,2 5-3 0,0 2 2 0,3 3 0 16,1 3 5-16,5 5 2 0,1 1 2 15,1 2-1-15,5 2-3 0,0-1-1 0,3 2 0 16,1-1 0-16,0 1 0 0,3 0 1 15,-1-4 0-15,2-1 0 0,-2-3-2 0,2-1 1 16,-3-3-2-16,1-3 1 0,0 0 1 0,-4-7 1 16,1 1 1-16,-1-6 0 0,-2 1 1 15,0-9-1-15,-2 1 0 0,-1-3-1 0,0-2 1 16,-2 2-1-16,-1-5 1 0,0 5 0 16,-1-2 0-16,1 3 0 0,-2 2-2 0,4 3-1 15,0 0-4-15,1 1-2 0,1 6-1 0,4 0-6 16,1 2-14-16,4 5-25 0,2 3-69 0,4 1-82 15,2 3-165-15,6 0-284 0,6 3-340 16,3 2-399-16,6 1-242 0,7 1 64 0,5 0 731 16</inkml:trace>
  <inkml:trace contextRef="#ctx0" brushRef="#br5" timeOffset="-52419.15">13976 9074 8 0,'-6'7'582'0,"-2"0"536"0,2 2 205 15,0 0-75-15,-1 2-257 0,2 2-381 16,-1 2-187-16,3 2-107 0,0-1-62 0,3 2-64 15,0-1-60-15,2-2-57 0,1-2-36 0,0 1-18 16,4-4-9-16,2-1 1 0,-1-7 3 16,2 1 4-16,0-6 6 0,0 1 6 0,0-7 7 15,0-1 4-15,-4-4 2 0,2-2 7 0,-4-1 3 16,0 1 3-16,-4-2 0 0,-4 0 0 0,-1 1-3 16,-3 2-4-16,-3-2-7 0,-5 4-8 15,0 1-6-15,-3 4-8 0,-1 2-6 0,0 4-7 16,-2 4-3-16,2 2-4 0,4 5-2 15,-3 4 0-15,3 2-2 0,4 6 1 0,1 2-2 16,4 0 2-16,4 2-2 0,3 0-11 0,3-1-20 16,2 0-54-16,3-3-80 0,3 0-162 15,0 0-278-15,2-1-330 0,-1-2-412 0,1 1-341 16,-2-1 14-16,-2 2 775 0</inkml:trace>
  <inkml:trace contextRef="#ctx0" brushRef="#br5" timeOffset="-51101.59">8401 12075 233 0,'-3'-3'815'15,"0"0"388"-15,-3 0 27 0,3-1-165 0,1 4-488 16,-1-3-251-16,1 3-130 0,1 0-54 0,1 0-7 16,0 0 7-16,1 3 0 0,1-1-8 15,1 3-16-15,2 1-24 0,4 2 12 0,2 0 1 16,2 1-1-16,6 3 13 0,3-2 3 0,5 1 6 15,3-3-26-15,6 3-19 0,6-4-7 16,6-2-15-16,3-1-2 0,6-1-8 0,3-3-2 16,7 0 0-16,7-2-5 0,5 1 3 0,6-3-4 15,5 0-3-15,5 0-5 0,2 0-2 16,5 0-2-16,4 0-2 0,3 1-1 0,2-1 2 16,1 4-3-16,1-3-5 0,-1 3-10 15,0 0-12-15,-1 3 0 0,-2 1 0 0,0 3 0 16,2-1 0-16,-2 4 0 0,-5-1 0 0,1 2 0 15,-3 0 0-15,0 1 0 0,1 0 0 0,2 2 0 16,0-3 0-16,4 1 0 0,-2 0 0 0,2 1 0 16,-3-3 0-16,3-1 0 0,-1-1 0 15,2-2 0-15,-3-4 0 0,1 0 0 0,-5-4 0 16,-1 0 0-16,-5-6 0 0,-3-3 0 0,-7-1 0 16,-2-3 0-16,-3-1 0 0,-9-2 0 15,-6-2 0-15,-10 2 0 0,-10 0-154 16,-11 2-201-16,-9 1-270 0,-9 1-350 0,-8 2-428 0,-10 0-381 15,-12 0 39-15,-9 2 827 0</inkml:trace>
  <inkml:trace contextRef="#ctx0" brushRef="#br5" timeOffset="-49853.08">8618 9051 20 0,'-3'3'447'0,"1"0"388"16,-1 0 229-16,0-1-18 0,2-1-345 0,-1 2-294 16,2-3-139-16,3 2-78 0,0-1-26 15,2 0-6-15,1 3 13 0,2-3 33 0,3 0 23 16,2 1-7-16,4-1 32 0,1 1 5 0,2-1-13 16,5 0-41-16,1-1-42 0,4 2-15 0,3-2-44 15,3 0-21-15,4 0-12 0,4 0-6 16,5 0-4-16,6 0-6 0,2 0-1 0,7-2-5 15,0 2-4-15,6-1-3 0,0 0-6 0,5-1-3 16,0 1-1-16,5 1-3 0,1-2 0 16,3 2-4-16,1-1-1 0,4 1-19 0,-1 0-3 15,-4 0 0-15,3 3 0 0,-3 0 0 0,-2-1 0 16,-3 5 0-16,0-1 0 0,-3 1 0 16,1 2 0-16,-2 0 0 0,1 0 0 0,-5 0 0 15,-1 1 0-15,-4-1 0 0,3 1 0 0,-4 0 0 16,-2 0 0-16,-1 1 0 0,0-2 0 15,-1 1 0-15,-2-2 0 0,-2-1 0 0,3 0 0 16,-3-3 0-16,-2 1 0 0,2-5 0 0,-5 0 0 16,-1-3 0-16,-2-2 0 0,-1-1 0 0,-3-1 0 15,-5-2 0-15,-4 0 0 0,-5 0 0 16,-6 2 0-16,-5 1 0 0,-7 2 0 0,-5 1 0 16,-4 2 0-16,-5 1 0 0,-8 2-20 15,-6 3-110-15,-7 1-90 0,-5 2-172 0,-4 5-279 16,-6 1-341-16,-3 4-421 0,-7-1-279 0,-5 5 93 15,-2 1 817-15</inkml:trace>
  <inkml:trace contextRef="#ctx0" brushRef="#br5" timeOffset="-49168.71">10123 9676 320 0,'0'-6'694'15,"-3"2"278"-15,3 0 82 0,-2 0-254 16,2 1-240-16,0-1-171 0,-2 2-99 0,0 2-61 16,2-3-37-16,0 1-31 0,0 1-11 15,0 1 22-15,0-1 45 0,0 1 34 0,0 0-8 16,0 1-16-16,0-1-36 0,0 1-41 0,0 4-48 16,0 1-34-16,0 5-8 0,-2 2-5 15,2 5-1-15,0 6-1 0,0 6-2 0,0 3-2 16,2 3-5-16,-2 5-1 0,4 4-1 0,-2 3-1 15,0 4-2-15,-1 5-3 0,1 5-3 16,-2 2-8-16,-2 2-2 0,1 5-4 0,-3 2-2 16,0-3-3-16,-1 5-1 0,0 0-2 0,-1 2-2 15,-1-2-1-15,0 0-4 0,-1-4-2 16,3-1-1-16,2-2-2 0,-2-4-1 0,3-2 0 16,-1-6 0-16,2-1 1 0,-2-6 0 15,3-3 0-15,0-7 1 0,0-3-1 0,0-5-2 16,0-7 1-16,0-4-1 0,0-4-1 0,0-5 0 15,0-2-2-15,-2-4-4 0,-1-3-9 0,3-6-13 16,-3-3-16-16,0 0-27 0,-2-5-53 16,0-1-73-16,0 0-87 0,-2 1-157 0,0-2-256 15,2 3-319-15,-1 0-282 0,-2 1-179 16,1-3 100-16,0 3 597 0</inkml:trace>
  <inkml:trace contextRef="#ctx0" brushRef="#br5" timeOffset="-48854.15">9831 11265 175 0,'-2'-1'795'0,"-1"2"433"15,1 0 40-15,1 2-180 0,1 1-424 0,1 3-280 16,4 3-85-16,2 3-22 0,2 4-8 16,1 3-12-16,1 2-21 0,3 3-41 0,0 2-56 15,3 1-48-15,-1 0-31 0,0 0-18 16,2 0-11-16,0 0-11 0,1-4-7 0,-1-3-3 15,1-1-3-15,-3-4 2 0,1-4 1 0,-3-1 0 16,2-4 1-16,-3-2 1 0,-1-3 0 16,-1-3-3-16,-1-5 0 0,-1-3-3 0,-1-7-2 15,0-4-2-15,0-7-2 0,0-4-1 16,-2-5-2-16,1-5-9 0,-2-2-29 0,-1-6-70 16,2-4-69-16,-3-6-136 0,-1 0-245 0,-2-4-318 15,-2-1-336-15,1 3-232 0,-4-2-66 16,-1 1 512-16</inkml:trace>
  <inkml:trace contextRef="#ctx0" brushRef="#br5" timeOffset="-48402.07">9813 9721 235 0,'-9'3'713'0,"4"-3"384"15,0 0 90-15,2 0-231 0,0 0-352 16,1 0-229-16,2-3-140 0,2-1-80 0,3-4-17 16,3-2 26-16,6-6 59 0,0-3 41 0,5-7 3 15,2-4-21-15,3-4-30 0,1-2-52 16,2-6-50-16,1-1-36 0,0-1-22 0,2 1-12 16,-3 2-6-16,-3 5 2 0,-2 4-6 0,-3 7-3 15,-6 6-3-15,-2 5 1 0,-2 2-8 16,-1 6-2-16,-3 6-1 0,-3 7-3 0,0 9-3 15,-4 6-7-15,-3 8-6 0,0 7-4 0,0 1-3 16,-1 6-3-16,0 2-2 0,1 2 9 16,2-1 3-16,3-2 0 0,0 0-10 0,2-2-27 15,-1-2-70-15,2-5-77 0,-3 1-127 0,2-6-199 16,0 1-315-16,-1-5-340 0,-1 0-229 16,-3-1-124-16,1-1 388 0,-4-1 614 15</inkml:trace>
  <inkml:trace contextRef="#ctx0" brushRef="#br5" timeOffset="-47702.15">9633 10757 4 0,'0'-4'441'0,"-2"1"444"15,2-1 298-15,-1 1-5 0,-1 0-321 0,1 0-200 16,1 0-107-16,-2 0-95 0,2 1-74 16,0 1-55-16,0-1-49 0,-3 1-72 0,3 0-65 15,0-1-39-15,-1 2-24 0,-1 0-13 0,1 0-14 16,-1 0-9-16,0 0-11 0,2 0-6 0,-3 2-7 16,3-1-6-16,0 2-4 0,-2 1-2 15,2 4-4-15,0 1 0 0,2 4-1 0,0 1 1 16,-1 3 0-16,4-1 0 0,-2-1-1 0,3-2-1 15,-1-1-1-15,0-3 1 0,1-3-2 16,1-1 1-16,0-4 1 0,-2-3 0 0,3-4 2 16,-3-5-1-16,1-6 2 0,0-2-1 15,-1-5 1-15,-2-5-1 0,1-4 2 0,-3-2-1 16,1 0 3-16,-2-3-1 0,-2 1 1 16,-1-1 0-16,-2 1 7 0,-1-3 5 0,-5 5 3 15,0-3 2-15,-3 2 5 0,-1 2 1 0,-2 2-4 16,3 2-3-16,-2 4 3 0,3 6-19 15,-1 2-5-15,6 2 0 0,0 6 0 0,0 1 0 16,3 3 0-16,1 3 0 0,2 3 0 16,2 5 0-16,0 3 0 0,4 7 0 0,2 7 0 15,0 2 0-15,4 3 0 0,2 4 0 0,-1 0 0 16,2 3 0-16,3-3 0 0,-2 1 0 0,3-1 0 16,-2-2 0-16,2-4 0 0,-3-2 0 15,2-5 0-15,0-1 0 0,-2-2 0 0,0-4 0 16,0-2 0-16,-1-2 0 0,1-1 0 15,-4-1-40-15,-2-2-65 0,-2-1-94 0,0-2-207 16,-3 0-291-16,-1-2-365 0,0 0-460 0,-2-2-303 16,-4 1 247-16,-2-2 933 0</inkml:trace>
  <inkml:trace contextRef="#ctx0" brushRef="#br5" timeOffset="-43202.5">20933 13489 304 0,'-3'0'616'0,"1"0"276"16,0-3 144-16,-2 3-226 0,3-2-221 0,-1 2-143 16,1 0-82-16,-3 0-53 0,4 0-37 15,-1 2-25-15,1-2-23 0,1 3-15 0,-1-3-21 16,2 0-18-16,0 2-10 0,-1-2-20 0,2 4-18 16,1-1-14-16,2 1-11 0,-2 3-11 15,1-1-24-15,3 0-14 0,1 0-7 0,1 1-6 16,0 0-4-16,4 1-3 0,-3 0-3 0,3-1-4 15,2 2-3-15,3-3-1 0,-2 2-2 16,4-1-1-16,1 1-1 0,-1-2-1 0,2 1-1 16,2 0-2-16,-1 1-2 0,-1-2 0 15,2-1-2-15,-2 2-2 0,2-1 0 0,-2 0-3 16,1-1 1-16,-2-1-2 0,0 0 0 0,-1 0-1 16,-3 0 1-16,3-1-1 0,-5-1 0 15,1 1 1-15,-3-2 0 0,0 0-1 0,-1 1 0 16,-2 0 0-16,0-2 1 0,-1 1 0 0,-1-1 1 15,1 0 1-15,-2-1 1 0,0 1 1 16,-2-4 1-16,3 3 1 0,-1-2-1 0,-1 0 1 16,1-1-3-16,2 1 0 0,-1-2-1 0,-1 1-1 15,2 0 0-15,0-1-1 0,0-2 1 16,2 2 0-16,-1-1 0 0,0-1 0 0,3 0-1 16,-2 0 1-16,2-1-1 0,-3-1-1 0,2 0 1 15,1 0 1-15,-3 1-1 0,1-5 0 16,1 2 0-16,-3-1 1 0,0 2 0 0,0-2 0 15,-2 2 0-15,1-2 0 0,-2-1 0 16,-1 1-2-16,1 1 1 0,-3-2 0 0,2-1 0 16,-1 0 0-16,2-3-1 0,-3 1 0 15,1 0 0-15,0-3 0 0,-2 0 0 0,3 0-1 0,-1-2 1 16,-2 0 0-16,4-2 0 0,-4 2 0 16,2-1-1-16,1 0 0 0,-5 2 0 0,4 0 1 15,-3 1-1-15,1 1-1 0,-2 1 1 16,3 2 0-16,-1 0 0 0,0 0-1 0,0 0 1 15,3 1 1-15,-1 0 0 0,0-1 0 16,1 0 1-16,2 0-1 0,0-1 2 0,0 2-2 16,0-3 1-16,3 2 1 0,-2 1-1 0,-1-2-1 15,4 3 0-15,-3 0 0 0,-1-1 1 16,-2 3-1-16,2-2 0 0,0 2 0 0,-3 1 1 16,-1 1 0-16,1 2 0 0,-1-1 0 0,-1 0 0 15,3 1 0-15,-3-2 0 0,2 1-1 16,-2-1 0-16,2 0 0 0,0 0 0 0,2 1 0 15,-1 0 0-15,-1-3-1 0,2 5 1 16,-1-5 0-16,2 4 0 0,-4 0 0 0,0 1 0 16,1 1 0-16,-4 0-1 0,2 3 1 15,-1 0 0-15,0 1-1 0,-1 1 0 0,-1 0 0 16,2 1 0-16,-1 2 1 0,1 2 0 0,1-1 1 16,-3 4-1-16,1-2 0 0,2 0 1 0,1 1 0 15,-3 1 0-15,3-2-1 0,-3 0 0 16,4 1 1-16,-2-1-1 0,0 0 1 0,1 0 0 15,-2 0 0-15,2 0 1 0,-3 0 2 16,2 0 0-16,1 0 2 0,-3 0 1 0,1 0 0 16,-1 1 1-16,-1 0 0 0,2 0 0 0,0 2-2 15,-2 0 1-15,0 2-2 0,1 0-1 16,-1-1 0-16,0 2 0 0,0 1 0 0,0 1-2 16,0-1 1-16,0 2 0 0,0-1 0 15,-1 1 0-15,1 0 1 0,-2-2 1 0,0 3 0 16,2-2 0-16,-3 1 1 0,2 0-1 0,-1-1-1 15,0-2 0-15,-1 1-1 0,2 1 0 0,1-2 1 16,-4 0-1-16,2 1 0 0,-2-1 1 16,1 0-1-16,2 1 0 0,-3-1 0 0,1-1 0 15,0 1 0-15,0 0-1 0,-1-2 1 16,1 3-1-16,-1-1 0 0,1 0 0 0,0 0 0 16,-1 0-1-16,3 0 0 0,-2-3 0 0,1 3-1 15,-1 0 1-15,1-2-1 0,-1 1 1 16,1-1-1-16,1 2 1 0,-4-1-1 0,5-3 1 15,-3 4-1-15,2-1 0 0,-1 0 0 16,0-2 0-16,2 1 0 0,0 1 0 0,0 0-1 16,0-1 1-16,0-1-1 0,0 1 0 0,2-1 0 15,-2 0 1-15,2 1-1 0,-2 0 1 16,1-2 0-16,-1 0-1 0,2 1 1 0,-1-1 0 16,-1 1 0-16,0-2 0 0,0 2 0 15,0-2 0-15,0 3-1 0,0-2 1 0,0 2-1 16,0-1 0-16,0 0 0 0,0 0 0 0,0-1 0 15,0 0 0-15,0 1 1 0,0-3 0 0,0 1-1 16,0-1 1-16,0 0-1 0,0-2 1 16,2 0 0-16,-2 1-1 0,3-1 1 0,-3 1-1 15,0-1 1-15,0 2 0 0,1-1 0 16,-1-1 0-16,0 2-1 0,0-1 2 0,2 2-1 16,-1 1 0-16,-1 0 0 0,4-1 1 0,-3 0-1 15,1 1 1-15,1 1 1 0,0-1-2 16,2 3 1-16,3-5 0 0,-4 5-1 0,1-2 0 15,0 0 0-15,3 1 0 0,-1-1 1 16,-1 0-1-16,2 3-1 0,0-4 1 0,0 3 0 16,-1-3 1-16,1 3-1 0,0-1 0 0,5 0 0 15,-4 0 1-15,4-1 0 0,3 2 1 0,-3-1 0 16,4 0 2-16,0-1 0 0,2-1-1 16,2-1-2-16,-4 0-1 0,5-1 0 0,-1-1 0 15,0 1 0-15,-1-3 0 0,0 1 0 16,0 0 0-16,0-1-8 0,-1 2-19 0,-5-1-29 15,1 2-76-15,-5 0-117 0,0 1-252 0,-4 1-311 16,-1-2-399-16,1 2-471 0,-4 3-149 16,-4 0 558-16,1-2 875 0</inkml:trace>
  <inkml:trace contextRef="#ctx0" brushRef="#br3" timeOffset="-10060.05">20413 13236 229 0,'0'0'520'0,"-2"1"246"15,2-1 145-15,0 2-201 0,0-1-170 0,0 0-100 16,0 3-62-16,0-2-47 0,0 0-41 0,0 0-51 16,0-1-39-16,0 0-7 0,0 3 23 15,4-3 25-15,-3 2 15 0,1 0-1 0,1-1-18 16,0-2-38-16,1 3-49 0,-1 0-39 15,3-2-32-15,-2 3-15 0,1-3-12 0,2 2-8 16,-1 0-6-16,3 0-5 0,-1 0-3 0,0 1-5 16,2-2-2-16,-1 2-3 0,1-1-1 15,-1 0-2-15,4 2-2 0,-2-2-2 0,1-1-1 16,0 2-2-16,0-2-1 0,1 3-2 0,0-2 0 16,1-1 1-16,-2 0-1 0,1 0 1 15,1 1 1-15,1-1-1 0,0 1 0 0,-2-2-1 16,4-1 0-16,-2 2-1 0,0-1 1 0,0 1-1 15,0 0 0-15,2-2 0 0,-4 0 0 16,4 0-2-16,-4 0 1 0,2 0-1 0,-1 0-1 16,-1 0 0-16,2 0-1 0,-2 0-1 0,0-2 1 15,-1 0-1-15,1 1 1 0,1-1 0 16,-3 1 0-16,2-2 0 0,1 3 2 0,-2-2-1 16,1 2 0-16,0-5 0 0,1 4 0 0,1-2 0 15,0 0 0-15,0-2-1 0,0-1 0 16,-2 1 0-16,2-1-1 0,0-3 1 15,-2 2-1-15,3-4 0 0,-5-1 0 0,3 1-1 16,-3 1 1-16,0-4 0 0,3 2-1 0,-2-1 1 16,-2 1-1-16,2 0 0 0,-3 0 0 0,2-2-1 15,-1 2 1-15,-1-1 0 0,4-2-1 16,-2 0 1-16,0-2-1 0,0 1 1 0,-2-2-2 16,1-2 1-16,1 1 1 0,-2-1 0 15,0-1 1-15,0 2 0 0,-5-1 1 0,3-1-1 16,-2 2 1-16,0-1-1 0,-2 1 0 0,0 0 1 15,1 0 0-15,-2 0-1 0,1-1 0 0,-1 3 1 16,1-2-2-16,-1-2 1 0,1 1-1 16,2 0 0-16,-2-2 0 0,3-1-1 0,-2-1 1 15,1-1-1-15,0 0 0 0,2 0 0 0,-3 0 0 16,2 2 0-16,-1-1-1 0,2 1 1 16,-3 0-1-16,1 3 1 0,-2 1 0 0,2-1 0 15,1 0 0-15,-1 2 0 0,-2 1-1 16,4-2 0-16,-3 1 0 0,1 0 1 0,1 0-1 15,1-2 3-15,-1 1 0 0,1-2 2 16,2 0 0-16,-3-1-1 0,0-1 2 0,3 1-2 16,-5-2 0-16,5 0-1 0,-4 0 0 0,2-2 1 15,-2 2-1-15,-1-1-1 0,2-1 1 16,-3 1-1-16,2 0 0 0,-1 0 0 0,0 0 0 16,1 2 0-16,0 0 0 0,1 3 0 15,-1-3 0-15,0 2 0 0,3-3-1 0,-2 1 0 16,3 3 1-16,-1-3-2 0,0 2 1 0,3-1 0 15,-1 1 0-15,-2-1 1 0,1 1 0 0,2 1 1 16,-3 1 1-16,3-1 0 0,0-1 1 16,-1 1-1-16,-1 1 1 0,4-2-2 0,-4 1 1 15,4 2-1-15,-2 1 0 0,-1 0 0 16,2-1-1-16,-1 3 0 0,0-2 1 0,2 2-1 16,0-2 0-16,1 1 0 0,0 0 1 0,2-2-1 15,-2 0 1-15,2-2-1 0,0 2 0 0,2-2 0 16,-1 0-1-16,0 0 0 0,0-1 0 15,2 0 0-15,2 2-1 0,-4-1 2 0,4 1-2 16,-4-1 1-16,4 2-1 0,-1 0 1 16,-2 2-1-16,-1 3 0 0,-3-1 1 0,4 2-1 15,-6 1 0-15,4 1 0 0,-1 1 1 0,-2 0-1 16,2 0 0-16,0 1 1 0,0-2 1 0,0 1 0 16,2 0 0-16,-2 0 1 0,3 0 0 15,1-3 0-15,-3 2 0 0,4-3 1 16,0 1 0-16,-2-1 0 0,3 1 0 0,-3 1 0 15,-2 0-1-15,1 3-1 0,-4 0 1 0,1 2-1 16,-1 1 0-16,-2 3 0 0,0 0-1 0,-1 0 1 16,0 2-1-16,0 2 1 0,-2 0 0 15,0 0 0-15,0 3 1 0,1-2 1 0,-1 1-1 16,1 1 1-16,0-1-1 0,-1 2-1 16,1 1 0-16,-1-3 0 0,1 2 0 0,-2 0 0 0,1 0 0 15,-2 2 2-15,4-1-1 0,-6 2 2 16,3 0 1-16,-1 1 2 0,1 2 1 15,-1 1 2-15,-2 0 1 0,3 0 0 0,-1 4 0 16,-1-4-2-16,1 4-3 0,0 0-5 0,-1-1 0 16,2 3 0-16,-2-1 0 0,-1-1 0 15,2 1 0-15,-3-1 0 0,1 2 0 0,-1 1 0 16,-2-1 0-16,-1 0 0 0,0 3 0 0,0-1 0 16,-1 1 0-16,-1 3 0 0,1-2 0 15,-3 3 0-15,3-2 0 0,-1 1 0 0,1 1 0 16,1 0 0-16,0 2 0 0,0-2 0 15,1 2 0-15,2 0 0 0,2 0 0 0,0 0 0 16,0-1 0-16,1 1 0 0,3-1 0 0,1 2 0 16,0-2 0-16,2 1 0 0,-1 0 0 0,3 2 0 15,-1-2 0-15,2 0 0 0,-1 1 0 16,0 0 0-16,2 2 0 0,-3-3 0 0,2 3 0 16,0 1 0-16,0 0 0 0,-2 1 0 0,2 1 0 15,-2 2 0-15,3 0 0 0,-2 2 0 16,0-1 0-16,1 1 0 0,-1 0 0 15,0 2 0-15,1-3 0 0,0 3 0 0,-2-2 0 16,3 1 0-16,-2 2 0 0,2-1 0 0,-2 2 0 16,2-2 0-16,-2 3 0 0,3-1 0 15,-2 2 0-15,2-3 0 0,-1 1 0 0,1 0 0 16,1 0 0-16,1-2 0 0,-1 1 0 0,3-2 0 16,0 0 0-16,-1-1 0 0,1-4 0 15,-1 2 0-15,2-1 0 0,-2-1 0 0,0 2 0 16,0-1 0-16,-2 1 0 0,-1-2 0 15,-1 4 0-15,2-1 0 0,-2 2 0 0,-2 0 0 16,2 3 0-16,-2 0 0 0,2 2 0 0,-1 1 0 16,1 1 0-16,3 0 0 0,0-2 0 0,0-2 0 15,3-1 0-15,2-4 0 0,-2-6 0 16,5 0 0-16,-2-6 0 0,4-6 0 0,-2-1 0 16,1-6 0-16,0-4 0 0,2-3 0 0,0-2 0 15,0-2 0-15,0 1 0 0,0-2 0 16,1 0 0-16,-3 1 0 0,-2 2 0 15,-1 1 0-15,-5 2 0 0,1 0-115 0,-8 0-388 16,-4 1-343-16,-1-1-447 0,-7-1-542 0,-1-1-156 16,0 0 767-16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10-11T07:28:41.110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6771 4243 22 0,'16'-7'414'15,"-5"0"363"-15,-1-1 242 0,-5 2 60 16,-2-2-306-16,0-1-233 0,-3 0-94 0,0 2-10 16,-3 1 4-16,1 0-46 0,-3 0-59 0,-3 1-47 15,0-1-56-15,-2 1-73 0,-3 3-56 16,-1-2-26-16,-2 3-10 0,-1 1-8 0,-1 0-7 15,-1 1-6-15,-3 3-3 0,3 1-4 16,-3-2-9-16,-2 5-5 0,3 0-6 0,-2 1-4 16,-1 1-3-16,-1 5-3 0,-2 0-2 0,1 2-1 15,-2 6 0-15,-2 0 0 0,0 2 0 0,-2 6 0 16,-1 2-2-16,-3 1-1 0,1 3 0 16,0 5 1-16,0 0-1 0,1 0-1 0,-3 4 2 15,-2 3 0-15,3 1-1 0,-4 1-1 16,3 2-2-16,-2 3 0 0,3-1-2 0,3-2 0 15,1 1-1-15,2-1-1 0,2-1 2 0,1-1 0 16,3 0 2-16,0-1 0 0,0 0 1 16,4 1 2-16,-1 1-1 0,2-1 0 0,2 1 2 0,-2 1-1 15,2-1 0-15,1 2 0 0,0-1-1 16,2-2 0-16,0 3 0 0,2-2 0 0,1 1 1 16,0-2-1-16,3 1 2 0,2 1-1 15,-1-1 0-15,4 1-1 0,-3 1-1 0,6-3 1 16,0 1-2-16,2-2-2 0,4-2 0 15,2 0-1-15,2-2-1 0,2-1 0 0,4 0 0 16,1-4 1-16,1 1 1 0,4-3 2 0,1 0 2 16,3-2 1-16,1 1 2 0,3-2-2 0,4 1 0 15,0 0 0-15,0-2-1 0,3 2-1 0,1 0 1 16,-2 1-1-16,2 2 0 0,-2-1-1 16,-1 1 0-16,0 0-2 0,0 3 0 0,-2-1-2 15,-1 0 0-15,1-2 1 0,-1 3 2 16,-1 0 0-16,-1 1 1 0,-1 2 2 0,-1 0 0 15,1 0 0-15,-3 4-1 0,1 0 2 0,-2 4-1 16,-2 0 0-16,2 1-2 0,0 1 0 0,-3 0 0 16,2 0 0-16,-1 1 1 0,0-1 1 0,-1 0 1 15,3 0 1-15,-1 0-1 0,0 1 0 16,1-2-1-16,2 1-1 0,1 0-1 0,-1 0-2 16,-1-2 0-16,-1 0-1 0,2-1 1 15,-2-1 1-15,-1-1 1 0,-2 0 0 0,0-2 2 16,-1 4 2-16,-4-1-2 0,2-1 0 15,-3 4 0-15,-2 0-1 0,-3 1 0 0,-2 1-1 16,1 2 0-16,-5 0-1 0,0 1 1 0,2-1 3 16,-5 0 1-16,1 3 1 0,0 1 1 0,-1 0 1 15,1 2-2-15,-1 1-2 0,1 1-2 16,2-1-1-16,1 0-2 0,2-1 0 0,1-1 0 16,4 0 1-16,1-4-1 0,4 0 2 15,2-4 0-15,4-2 0 0,1-2 1 0,5-3 0 16,0-4 0-16,5-3 1 0,3-3-1 0,3-3 0 15,2-3 0-15,3-3-1 0,3-4 0 16,0-4-2-16,3-3 1 0,3-1-2 0,0-2 1 16,2-2-2-16,1-3 2 0,2 1 0 15,0-2 2-15,1 1 1 0,3-3 1 0,-1 3 1 16,3-1-1-16,0 1 0 0,-1 1-2 0,0 2 0 16,0 0-3-16,-2 1 0 0,2 4-3 0,-3 0 3 15,1 2 1-15,-3 2 1 0,0 2 2 16,0 1 2-16,0 2 2 0,0 3-1 0,-1 1 0 15,1 0-1-15,0 2 0 0,-2 2-2 16,-1 0 0-16,-1 2-1 0,-1-1-2 0,2 0-2 16,0 0 1-16,0-3 2 0,-3 1-1 0,4-1 2 15,1-2 0-15,-1 0 2 0,4-4-1 0,-2-2-2 16,3-1 0-16,-1-1-1 0,1-2 1 16,2-3-2-16,0-3 0 0,3-3 1 0,-2-2 1 15,2-2 1-15,2-3 1 0,4-3 0 0,0-5 2 16,5-2-1-16,-1-2 0 0,4-6-1 15,-1-1-2-15,6-7 2 0,-2-1 0 0,5-3 1 16,0-5 1-16,4-3 0 0,0-3 1 0,1 0-1 16,2-5-2-16,-1 0-4 0,-1-2 1 0,0 1 1 15,-2-1-1-15,-1-1 0 0,-3-1 1 16,-1 2 2-16,-1-2-1 0,-5 3 0 0,-4-2 0 16,-4 0 0-16,-4 4 0 0,-4-1 0 15,-6 0 1-15,-1 1 0 0,-7 2 1 0,-5-1 0 16,-3 2 2-16,-4 0 0 0,-5 2-1 15,-5-2 0-15,-3 4-1 0,-4-3 1 0,-3 2-1 16,-5-2 1-16,-4-1 0 0,-1-1-1 0,-1-1 2 16,-6-1 0-16,1-3 1 0,-4 0 1 0,-4-2 0 15,1 0 1-15,-2 1 0 0,-1-2 0 16,-2 1 0-16,0 1-6 0,-1 0-1 0,0-1 0 16,-3 0 0-16,3 3 0 0,-2-5 0 15,0 3 0-15,1-3 0 0,-1-3 0 0,3 0 0 16,0-2 0-16,-1-5 0 0,4 0 0 0,-1-1 0 15,-1-4 0-15,2-1 0 0,1-3 0 16,-2 1 0-16,1-2 0 0,2 0 0 0,0 1 0 16,-1-1 0-16,3 2 0 0,-1 0 0 15,0 1 0-15,2 4 0 0,0-2 0 0,2 1 0 16,3 2 0-16,0 1 0 0,1-1 0 0,6-1 0 16,0-1 0-16,3-1 0 0,1-3 0 0,6-3 0 15,2 0 0-15,2-5 0 0,5 0 0 16,1-3 0-16,5 0 0 0,2-3 0 0,0-2 0 15,4 1 0-15,-2-3 0 0,0 1 0 16,3 2 0-16,-4-1 0 0,-2 4 0 0,0 1 0 16,-2 1 0-16,-3 3 0 0,-3 1 0 0,-1 4 0 15,-4 1 0-15,-3 3 0 0,-1 1 0 16,-5 4 0-16,-2 2 0 0,-5 3 0 0,-1 3 0 16,-2 2 0-16,-2 1 0 0,-4 2 0 0,0-1 0 15,-4 4 0-15,-2 2 0 0,0-3 0 16,1 3 0-16,0-3 0 0,1 0 0 0,-4 1 0 15,3-3 0-15,2 1 0 0,-2-1 0 0,4 1 0 16,-3-1 0-16,1 1 0 0,1 1 0 16,-1 1 0-16,2-2 0 0,1 2 0 0,0 1 0 15,1-1 0-15,2 1 0 0,1-1 0 16,1 2 0-16,1-1 0 0,0 1 0 0,4 0 0 16,-2 0 0-16,0 1 0 0,-2 1 0 0,2 2 0 15,-4 1 0-15,1 1 0 0,-2 2 0 0,-3-1 0 16,-1 3 0-16,-2 1 0 0,-2-1 0 15,-2 2 0-15,-2 2 0 0,0-3 0 0,-3 2 0 16,-2 0 0-16,-2-2 0 0,-1-2 0 0,0 0 0 16,-1-2 0-16,0 2 0 0,-2-6 0 15,-2-1 0-15,0 1 0 0,1-3 0 0,1-2 0 16,-2-1 0-16,0-1 0 0,3-1 0 0,-3 1 0 16,-2-2 0-16,3-1 0 0,-4 2 0 0,1-3 0 15,-1 2 0-15,-2 2 0 0,3-1 0 16,-3 2 0-16,-1 2 0 0,1 1 0 0,-1 2 0 15,-1 0 0-15,-1 2 0 0,0 2 0 0,0 4 0 16,0 0 0-16,-1 1 0 0,-1 2 0 16,-1 2 0-16,-1 2 0 0,1 1 0 0,0-2 0 15,0 4 0-15,-1-2 0 0,1 3 0 16,-3-1 0-16,3 2 0 0,-2 1 0 0,0 0 0 16,-1 2 0-16,1 1 0 0,-1 1 0 0,-2 0 0 15,3 4 0-15,0-2 0 0,-1 1 0 16,1 3 0-16,0 0 0 0,2-1 0 0,-3 4 0 15,1-2 0-15,0 1 0 0,0-1 0 16,2 1 0-16,-2 0 0 0,0 0 0 0,1 0 0 16,-2-2 0-16,1 1 0 0,-2 1 0 0,1-1 0 15,-1 2 0-15,-3 1 0 0,0 0 0 16,0 2 0-16,-2 2 0 0,1 0 0 0,-1 1 0 16,0 3 0-16,-1-1 0 0,0 1 0 0,1 1 0 15,-1 1 0-15,1-1 0 0,-1 0 0 0,0 0 0 16,-3 1 0-16,5 1 0 0,-3-4 0 15,1 3 0-15,0-2 0 0,-1 0 0 0,1-2 0 16,-1 2 0-16,0-2 0 0,3 3 0 16,0-3 0-16,0 2 0 0,2 1 0 0,0-1 0 15,1-2 0-15,0 2 0 0,3 0 0 16,0 0 0-16,-2 0 0 0,4-2 0 0,0 0 0 16,-1-1 0-16,4 1 0 0,-3-3 0 0,3-1 0 15,0 0 0-15,0 0 0 0,1-1 0 0,1-3 0 16,0 3 0-16,0-2 0 0,0 0 0 15,-1 0 0-15,-1 1 0 0,2-2 0 0,0 1 0 16,-1 0 0-16,-1 2 0 0,3-1 0 16,-3 1 0-16,2 1 0 0,-2 1 0 0,1 1 0 15,-2 1 0-15,-1 3 0 0,-1 1 0 0,0 2 0 16,-2 2 0-16,-2 1 0 0,-1 6 0 16,-1-3 0-16,-1 2 0 0,2 3 0 0,-4 0 0 15,-1-1 0-15,0 2 0 0,-1-1 0 16,-2 2 0-16,1-1 0 0,0 0 0 0,0-3 0 15,0 2 0-15,-1-2 0 0,4-3 0 0,-1 0 0 16,-1-4 0-16,2 0 0 0,0-1 0 0,2-4 0 16,2-2 0-16,0-3 0 0,3 1 0 15,-1-4 0-15,3 2 0 0,0-3 0 0,1 1 0 16,-1-2 0-16,3 0 0 0,-2 1 0 16,2 0 0-16,-1 0 0 0,2 1 0 0,-1 1 0 15,2 0 0-15,1 1 0 0,1 0 0 0,1 0 0 16,0 1 0-16,1-1 0 0,2 0 0 15,1 0 0-15,-1 0 0 0,2 0 0 0,-1-1 0 16,1 1 0-16,-1 0 0 0,2-2 0 16,0 2 0-16,0 0 0 0,0-2 0 0,-1 2 0 15,2 0 0-15,-1 0 0 0,-1-2 0 0,2 2 0 16,-2 0 0-16,1 0 0 0,0 0 0 16,0 0 0-16,0 0 0 0,0 0 0 0,1-3 0 15,-2 2 0-15,1 0 0 0,0-3 0 16,0 2 0-16,-1-3 0 0,0 1 0 0,0-2 0 15,-2 0 0-15,1 1 0 0,-1-1 0 0,0 1 0 16,1-1 0-16,-2 1 0 0,1 0 0 0,-2 2 0 16,3 2 0-16,-1 1 0 0,0 1 0 15,-1 2 0-15,2 2 0 0,-1 1 0 0,0 3 0 16,1-1 0-16,-1 5 0 0,0-1 0 16,1 1 0-16,2 1 0 0,-1 1 0 0,0-2 0 15,2 2 0-15,2-2 0 0,-2 3 0 0,1-4 0 16,3 2 0-16,1-1 0 0,1-1 0 15,0-1 0-15,3-1 0 0,0-1 0 0,2-1 0 16,-1-1 0-16,3-2 0 0,-1 0 0 16,3 0 0-16,0-4 0 0,1 2 0 0,-1-3 0 15,2 2-3-15,-1-2-60 0,2-2-73 0,-2-1-100 16,2 0-208-16,-3-1-295 0,1-3-368 16,1 2-441-16,-2-4-212 0,-2 1 297 0,4 1 863 15</inkml:trace>
  <inkml:trace contextRef="#ctx0" brushRef="#br0" timeOffset="931.96">16427 1552 261 0,'6'-19'959'0,"-4"2"549"0,-4 1 45 16,-4 2-271-16,-2 2-493 0,-1 2-298 0,-4-1-154 15,0 4-117-15,-5 0-81 0,0 5-46 0,-4 1-31 16,-2 3-19-16,0 6-12 0,-3 4-5 15,1 4-10-15,-3 6-4 0,2 9-1 0,2 6-1 16,2 10 1-16,2 6-5 0,4 10 2 0,4 6 4 16,5 5 1-16,3-2-2 0,11 0 0 15,2-3 0-15,10-7-2 0,4-8-5 0,10-8-2 0,4-9-1 16,8-12-3-16,5-11-2 0,5-10 0 0,4-12 3 16,1-8 1-16,1-11 4 0,0-11-4 15,0-4 0-15,-1-6 0 0,-9-3-3 0,-2 0-1 16,-9-1-1-16,-9 2 7 0,-8 2 12 0,-9 3 6 15,-11 3 2-15,-9 2 1 0,-9-1-1 0,-9 3-2 16,-5 0-8-16,-6 3-6 0,-8 2-2 0,-1 6-1 16,-4 4 0-16,-3 3-4 0,3 6-3 15,-3 7-2-15,3 5 4 0,1 7-2 0,1 5 1 0,6 7-1 16,5 4 2-16,2 4-1 0,9 4-3 16,5 5-2-16,8 0-3 0,6 4 1 0,8-1-8 15,6 1-16-15,7-2-38 0,5 0-77 0,3-4-113 16,7-6-203-16,3-1-300 0,5-6-360 15,5-6-379-15,1-3-157 0,2-7 350 0,0-5 745 16</inkml:trace>
  <inkml:trace contextRef="#ctx0" brushRef="#br0" timeOffset="1399.23">17121 1620 114 0,'12'-20'732'0,"-3"3"573"0,-3 5 215 0,-1 2-160 15,-2 4-442-15,-1 3-350 0,-1 3-191 16,-1 3-121-16,-1 6-89 0,-1 4-67 0,0 9-31 15,1 3-12-15,-1 7-5 0,-1 6-4 0,3 5-7 16,-3 3-1-16,1 7-4 0,-1 0-5 0,0 3-8 16,2 0-4-16,1-2-6 0,1-3-4 15,4-5-5-15,-1-4-3 0,3-9-1 0,-1-4-1 16,2-6 1-16,1-3 1 0,-2-5-1 0,-1-4 3 0,-1-7 0 16,0-4 2-16,2-6 0 0,-2-6 0 15,0-7-1-15,-2-4 0 0,2-8-1 0,-3-2 2 16,-1-6-3-16,-1-3 0 0,-3-8-1 15,0-3-1-15,-2-4-1 0,4-2-2 0,-4-2-2 16,3-3 1-16,0 5 2 0,2 7-1 0,0 2 1 16,4 7-1-16,1 7 3 0,-1 7-2 0,4 3-2 15,3 5-2-15,2 6 1 0,4 2-1 0,1 4 1 16,2 3 0-16,1 5 2 0,0 4 1 0,2 3 1 16,-1 2 0-16,-1 4 1 0,-1 0 0 0,-1 4 1 15,-1-1 0-15,-3 5 2 0,-3 0 2 0,-3 0 2 16,-1 3 6-16,-7 1 6 0,-2 0 7 15,-7 3 6-15,-3 3 3 0,-3 0 1 0,-7 4-3 16,-4-2-4-16,-3 2-5 0,-6 1-6 0,-1-1-4 16,-3 0-5-16,0-3-2 0,-1-1-4 0,4-2-2 15,0-3-1-15,7-2-3 0,3-4-3 16,6-3-12-16,3-5-19 0,6-1-38 0,5-6-78 16,5-1-114-16,4-4-226 0,5-4-302 0,5-4-371 15,4-3-400-15,6-4-145 0,2-4 403 0,4-3 804 16</inkml:trace>
  <inkml:trace contextRef="#ctx0" brushRef="#br0" timeOffset="1617.55">18059 1463 173 0,'14'2'1036'0,"-4"7"663"0,-4 2-94 16,-4 4-333-16,-2 4-454 0,-2 4-315 0,-3 5-207 15,-3 5-108-15,0 6-52 0,-3 5-31 16,0 5-26-16,-2 5-21 0,1 3-18 0,-1 4-13 15,1 3-13-15,1 0-7 0,1 1-5 0,1-2-2 16,2-5-2-16,2-4-2 0,2-3-8 0,2-6-13 16,1-6-27-16,-2-5-55 0,0-8-79 15,-1-5-129-15,0-5-223 0,-3-6-310 0,1-6-361 0,0-4-305 16,-1-6-110-16,-2-6 481 0,-3-4 694 16</inkml:trace>
  <inkml:trace contextRef="#ctx0" brushRef="#br0" timeOffset="1837.18">17665 1410 31 0,'-12'-3'1092'0,"-3"1"828"0,-4 4-187 0,3 1-448 16,1-2-365-16,3 2-502 0,3-1-229 0,5-1-96 16,0 2-48-16,6-3-20 0,6 1-12 0,8 1-9 15,5-2-4-15,8 0-5 0,7-2-2 0,7-2-1 16,8 0 2-16,2-2 6 0,6-2 2 0,1 1 4 15,2-2 1-15,6 1 2 0,-2 2-8 0,7-2-18 16,3-1-50-16,1 3-79 0,2-1-104 0,-1 4-209 16,1 2-309-16,-1 2-357 0,-3 5-324 15,-4 3-145-15,-1 4 315 0,-2 5 736 0</inkml:trace>
  <inkml:trace contextRef="#ctx0" brushRef="#br0" timeOffset="2483.36">20261 1150 204 0,'18'-13'826'0,"-2"3"438"0,-7 4 53 0,0 5-93 16,-2 6-390-16,-2 2-286 0,-2 7-143 0,-2 4-84 16,-2 4-54-16,-1 6-69 0,-1 9-52 0,-4 6-30 15,-3 4-14-15,-1 10-13 0,-7 6-12 0,-3 8-13 16,-4 6-17-16,-5 9-13 0,-3 5-14 0,-4 5-9 15,-3 2-6-15,-2 0-5 0,1 1 0 16,-3 2-1-16,3-3-1 0,1-4-3 0,3-4-13 16,5-4-18-16,2-11-34 0,7-5-79 0,3-10-115 15,3-7-239-15,4-11-301 0,7-8-379 16,2-8-420-16,4-11-137 0,2-8 470 0,5-9 827 0</inkml:trace>
  <inkml:trace contextRef="#ctx0" brushRef="#br0" timeOffset="2949.93">21796 1666 5 0,'-17'-30'778'0,"0"2"840"0,-7-1 74 0,-3 3-335 15,-3 1-386-15,-3 3-432 0,-4 1-237 0,-2 5-135 16,0 2-62-16,-4 3-33 0,-3 5-18 0,2 5-17 16,-4 3-9-16,1 5-1 0,0 4-2 0,0 3-4 15,5 3 0-15,2 2-3 0,6 2-8 0,4 3-4 16,4 1-3-16,4 3 0 0,8-1-8 16,3-1-2-16,5 4-2 0,6-2-1 0,7 0-2 15,4 1 1-15,8-2 4 0,4-2 4 0,7 1 0 16,6-4 1-16,2 1 0 0,3-4 6 0,5 1 2 15,1-3 0-15,1 2 1 0,-2-2 1 0,-1 0-1 16,-3 1-4-16,-6 0-2 0,-4 2 0 0,-4-1 0 16,-6 2 1-16,-6 3 0 0,-5 0 0 15,-6 2-1-15,-9 2 2 0,-2-1 1 0,-10 3 2 16,-4-1 0-16,-2 1 1 0,-12 1 1 0,-2-1 0 16,-3 0-3-16,-6 0-1 0,0-3-1 0,-3 0-1 15,-1-7-2-15,0-2-1 0,6-6-1 0,2-5-2 16,5-4-2-16,6-5-7 0,6-5-12 15,9-6-27-15,6-4-68 0,9-4-74 0,9-6-128 16,8-4-214-16,6-3-314 0,10-1-348 0,7-6-238 16,3-3-107-16,7-2 442 0,2-1 643 0</inkml:trace>
  <inkml:trace contextRef="#ctx0" brushRef="#br0" timeOffset="3232.93">22389 1465 689 0,'12'-7'1712'15,"-6"4"77"-15,-6 3-396 0,-5 3-363 0,-3 3-462 16,-5 3-289-16,0 3-121 0,-4 4-50 0,-3 4-20 16,-2 5-13-16,0 5-11 0,-4 3-8 0,1 4-7 15,0 5-8-15,0 1-9 0,1 4-8 16,0 5-7-16,2 1-7 0,2 3-4 0,0 0-4 16,5 1-2-16,4-2 0 0,2-1-1 0,6-4 1 15,3-3 0-15,5-1 0 0,3-4 0 0,3-3-1 16,5-5 0-16,2-2-1 0,2-6 0 15,4 0-1-15,1-6 0 0,3-4 0 0,4-5-1 16,1-3-5-16,2-3-8 0,1-5-12 0,-1-3-20 16,3-3-33-16,-2-4-66 0,-1-2-80 0,-2-5-144 15,-1 1-254-15,0-4-321 0,-1-1-352 16,-1-1-249-16,-3-1-20 0,-2-2 611 0</inkml:trace>
  <inkml:trace contextRef="#ctx0" brushRef="#br0" timeOffset="3467.13">22114 1519 685 0,'-25'0'1660'0,"0"2"85"0,6-2-378 16,0 0-355-16,8 0-478 0,6 0-297 0,6 0-122 15,11 0-52-15,6-2-22 0,11-4-11 0,7 0-6 16,7-1-5-16,9-1-3 0,3-2-6 0,7 1-3 15,0-1-1-15,3 0-2 0,0 1 1 0,-2 3-2 0,-1 4-25 16,-6 2-74-16,-6 2-80 0,-5 4-156 16,-7-1-283-16,-8 4-335 0,-4 0-380 0,-10 2-231 15,-6 3 63-15,-8 1 681 0</inkml:trace>
  <inkml:trace contextRef="#ctx0" brushRef="#br0" timeOffset="3665.85">21901 2021 616 0,'-18'23'1649'0,"6"-8"125"16,7 0-377-16,5-3-362 0,8-2-464 15,9-4-317-15,9-1-133 0,5-5-57 0,7-1-31 16,5-5-17-16,8-2-8 0,2-1-6 0,1-1-4 16,6-2 2-16,-1 1 0 0,1 0-25 0,0 3-71 15,-2-2-75-15,1 5-155 0,-2-1-285 0,-4 3-335 16,0 1-367-16,-3 4-234 0,-4 1 53 15,-3 3 673-15</inkml:trace>
  <inkml:trace contextRef="#ctx0" brushRef="#br0" timeOffset="4367.85">23228 1923 67 0,'6'-21'664'0,"1"1"546"0,-2 2 164 0,0 0-117 16,0 2-316-16,0 0-343 0,0 3-174 15,-1 1-113-15,-1 1-70 0,2 4-58 0,-2 3-56 16,0 1-39-16,1 2-19 0,-1 2-5 0,0 4 1 16,0 3 1-16,2 4-1 0,-4 6-1 0,1 7-5 15,-2 1-8-15,-2 7-6 0,-4 4-8 0,1 6-7 16,-3 5-10-16,-3 4-5 0,0 4-4 0,-1 4-3 15,-2 1-2-15,-1 4-1 0,1-2 0 0,0 0-2 16,2-6-1-16,3-3-2 0,1-8-1 16,5-7 0-16,-2-5-1 0,5-8 1 0,-1-8 1 15,2-5 2-15,-1-7 0 0,5-12 0 0,0-10 1 16,1-8-1-16,5-9-2 0,-3-9-1 0,3-6-1 16,0-6 1-16,-3-6 1 0,0-4 2 15,-1-5 0-15,-3-5 1 0,-1-1 1 0,0-3-2 16,-1 0-2-16,0 6 0 0,-2 4 1 0,0 9-1 15,0 8 0-15,0 9 0 0,0 7 0 0,-2 7 0 16,0 7 0-16,2 5 0 0,0 5 0 0,2 6 0 16,0 5 0-16,-2 10 0 0,1 3 0 15,2 7 0-15,-1 5 0 0,1 7 0 0,0 6 0 0,1 4 0 16,-2 3 0-16,2 2 0 0,0 1 0 16,1-2 0-16,2-4 0 0,1-1 0 0,6-5 0 15,-1-5 0-15,4-6 0 0,2-5 0 0,3-5 0 16,2-6 0-16,2-9 0 0,3-6 0 0,2-7 0 15,4-8 0-15,2-6 0 0,-1-6 0 16,3-5 0-16,-2-2 0 0,-1-1 0 0,-1-4 0 0,-3 2 0 16,-2 1 0-16,-3 3 0 0,-4 2 0 15,-4 3 0-15,-1 4 0 0,-4 6 0 0,-2 3 0 16,-4 6 0-16,1 3 0 0,-5 4 0 0,1 4 0 16,-4 4 0-16,2 5 0 0,-3 7 0 15,0 4 0-15,0 7 0 0,-3 5 0 0,2 5 0 16,-4 6 0-16,1 6 0 0,0 5 0 0,-1 4 0 15,-1 4 0-15,0 5 0 0,0 3 0 16,1 4 0-16,0 4 0 0,0 1 0 0,4-1 0 16,1 1 0-16,0-5 0 0,1-2 0 0,1-5 0 15,-1-5 0-15,-4-7 0 0,2-4-349 0,-3-6-329 16,0-4-383-16,-2-3-480 0,-2-9-403 16,-4-5 180-16,-2-3 1050 0</inkml:trace>
  <inkml:trace contextRef="#ctx0" brushRef="#br0" timeOffset="5955.84">7798 4335 183 0,'-24'31'718'0,"-11"8"358"0,-8 7 72 15,-7 6-119-15,-3 11-461 0,-5 6-295 0,-4 10-135 16,-3 7-62-16,-2 5-43 0,0 4-16 16,-1 5-3-16,3 2-3 0,0 2-5 0,5-4 1 15,7-2 2-15,5-7-8 0,7-8-1 0,8-11-16 16,9-14-28-16,13-14-55 0,8-17-105 15,13-15-131-15,10-22-226 0,12-18-255 0,11-20-175 16,12-21-13-16,11-18 255 0,16-18 333 0</inkml:trace>
  <inkml:trace contextRef="#ctx0" brushRef="#br0" timeOffset="6133.1">8514 4069 288 0,'28'-13'700'0,"-14"8"263"0,-9 11 51 0,-13 13-210 16,-9 9-373-16,-10 14-197 0,-8 12-100 15,-11 13-46-15,-7 14-1 0,-11 19 14 0,-7 18 9 16,-13 20-25-16,-6 19 11 0,-8 16-7 0,-4 13-26 16,0 5-39-16,4-3-7 0,11-11 2 15,13-17-14-15,11-20-2 0,14-24-3 0,14-24 12 16,16-32-27-16,19-29-72 0,22-36-160 0,21-38-303 16,25-43-249-16,25-44-237 0,21-31-126 0,20-29 209 15,16-19 477-15</inkml:trace>
  <inkml:trace contextRef="#ctx0" brushRef="#br0" timeOffset="6321.5">10221 3707 375 0,'10'60'939'0,"-15"17"273"16,-18 21-47-16,-16 23-209 0,-17 25-517 16,-13 18-226-16,-11 17-95 0,-3 7-32 0,-7 6-17 15,2-1 3-15,1 0-23 0,3-6-5 0,11-18-9 16,13-19-17-16,8-19-10 0,18-23-3 15,14-25-4-15,16-28-33 0,20-35-116 0,17-35-154 16,20-42-298-16,28-43-267 0,27-46-256 0,23-36-130 16,19-25 298-16,16-18 475 0</inkml:trace>
  <inkml:trace contextRef="#ctx0" brushRef="#br0" timeOffset="6517.92">11463 4088 159 0,'10'65'725'0,"-16"18"430"0,-15 19 91 16,-16 17-145-16,-11 20-418 0,-12 19-230 15,-10 17-41-15,-5 11-52 0,0 4-49 0,0-3-34 16,5-5-38-16,13-15-76 0,9-16-76 0,9-15-47 16,15-22-42-16,10-22-52 0,14-29-67 15,17-28-59-15,15-29-69 0,19-35-87 0,23-38-61 16,21-39-53-16,20-27-29 0,18-23-96 0,16-13-214 16,7-4-147-16,4 4-84 0,-7 14 109 15,-11 22 283-15</inkml:trace>
  <inkml:trace contextRef="#ctx0" brushRef="#br0" timeOffset="7087.19">12590 4939 404 0,'1'68'893'0,"-18"20"294"16,-14 19-23-16,-16 22-272 0,-17 30-357 0,-20 30-98 16,-14 29-36-16,-13 23-20 0,-6 19-24 15,-3 11-41-15,11-11-44 0,14-17-84 0,19-27-71 0,22-29-50 16,14-29-35-16,17-25-28 0,14-28-31 16,14-30-42-16,13-30-61 0,14-30-60 0,15-28-54 15,18-34-41-15,16-30-28 0,21-28 19 0,13-26 76 16,17-14 67-16,8-8 39 0,0 3 30 15,-4 14 17-15,-14 21 3 0,-15 19-4 0,-15 24 9 16,-18 22 7-16,-17 26-23 0,-19 25-28 16,-19 26 10-16,-19 29 3 0,-20 29-2 0,-22 31-8 15,-27 32 65-15,-21 31 71 0,-27 28 21 0,-20 26 60 16,-22 23 36-16,-16 18 26 0,-7 5 31 0,-9 6 47 16,7-18 19-16,18-28-23 0,14-32-25 15,19-38-19-15,17-35-47 0,14-34-58 0,9-28-44 16,9-29-64-16,4-29-66 0,5-26-59 0,4-30-38 15,0-30-35-15,5-34-49 0,4-29-33 16,7-30 27-16,9-20 31 0,11-16-1 0,11-7 36 16,7 0 91-16,7 10 128 0,1 17 76 0,-2 21 130 15,-2 19 146-15,-9 25 25 0,-6 24-48 16,-13 24-57-16,-13 22-47 0,-9 21-74 0,-12 24-84 16,-13 23-48-16,-14 23-24 0,-13 24-11 0,-10 23-9 15,-5 19-2-15,-7 21 0 0,1 14-3 16,2 15 3-16,9-2 3 0,12-1-1 0,12-12-5 15,20-20-4-15,11-13 2 0,14-20-5 16,15-19-3-16,13-20 0 0,15-20-1 0,18-16-10 16,17-23-23-16,17-14-19 0,21-19-15 0,19-14-11 15,16-11 1-15,11-6 11 0,8 0 29 0,3 3 22 16,-1 8 15-16,-4 13 8 0,-9 15-5 16,-6 19 1-16,-11 19 1 0,-7 23 8 0,-11 22 4 15,-8 25 1-15,-10 25-3 0,-5 25 5 0,-9 23-2 16,-4 17-6-16,-5 12 1 0,-2 5 4 15,-3-6 4-15,2-8-8 0,-2-12-1 0,8-19-3 16,4-18-41-16,8-21-58 0,4-20-55 0,6-25-147 16,5-21-280-16,8-24-301 0,11-25-268 15,14-21-196-15,17-21 39 0,16-16 555 0</inkml:trace>
  <inkml:trace contextRef="#ctx0" brushRef="#br0" timeOffset="8283.78">14905 3677 78 0,'-4'8'618'0,"1"-1"441"0,1-1 138 0,2 0-108 16,2-1-387-16,5 0-321 0,-1-2-163 0,6 0-79 15,4 1-17-15,8 1 16 0,8 2 59 16,4-1 28-16,10 3 25 0,3 0-3 0,9 0-26 15,7-1-24-15,3 1-50 0,8-2-26 16,3 1-34-16,5-2-18 0,6-2-9 0,5 1-10 16,6-3-6-16,3 0-14 0,3-1-5 0,1-1-4 15,5 0-3-15,6 0-6 0,1 2-6 16,5-2-2-16,1 3-6 0,-1 0 0 0,3 3 0 16,-2 3-1-16,-1 4 0 0,2 4-5 0,-4 2-36 15,-5 7-89-15,-5 3-148 0,-7 4-262 0,-7 3-317 16,-5 3-411-16,-9 4-408 0,-6 2-14 15,-8 3 709-15</inkml:trace>
  <inkml:trace contextRef="#ctx0" brushRef="#br0" timeOffset="9170.82">15349 11831 557 0,'-26'6'1262'0,"-4"1"281"0,-1-1-200 15,2 0-304-15,4 0-480 0,3 0-192 16,8-2-129-16,-2 0-83 0,10 0-38 0,2 0-17 16,9 2-27-16,6 1-16 0,11 2-3 0,8-3 4 15,13 4 0-15,9-4-4 0,12 0-3 16,10-3-3-16,8-1 2 0,15-2-2 0,8-2 3 15,12-4 0-15,5 1 0 0,5-2-6 0,6 0-7 16,1 1-5-16,8-1-7 0,2 1-4 0,-1 2-7 16,0 1-2-16,-5 3-3 0,3 1-5 0,-7 2-5 15,0 2 0-15,-4 1 0 0,-4 2 0 16,-4 2 0-16,-5 0 0 0,-3 0-2 0,-3-1-1 16,-7 2-3-16,-5 0-14 0,-7-3-27 15,-8 3-79-15,-6-5-138 0,-10 0-251 0,-8-6-324 16,-10-3-421-16,-9-4-511 0,-11-2-96 0,-6-8 733 15</inkml:trace>
  <inkml:trace contextRef="#ctx0" brushRef="#br0" timeOffset="9862.95">21223 5767 229 0,'-2'11'824'0,"-1"2"394"0,0-1 40 0,-4 2-72 16,6 1-391-16,-4 3-235 0,2 3-136 0,3 1-81 15,-1 5-52-15,1 6-69 0,1 6-63 16,1 8-36-16,4 6-18 0,-5 12-9 0,6 9-11 15,-4 8-8-15,0 11-11 0,0 8-7 16,1 9-6-16,-3 11-35 0,-1 7-18 0,-1 8 0 16,-3 8 0-16,-2 9 0 0,-4 9 0 0,0 9 0 15,-3 5 0-15,-5 4 0 0,2 0 0 0,-2 1 0 16,1-4 0-16,-1-4 0 0,3-10 0 16,1-4 0-16,1-6 0 0,3-11 0 0,2-9 0 15,1-13 0-15,4-10 0 0,1-13 0 0,-1-10 0 16,3-14 0-16,-1-12 0 0,-1-13 0 15,-4-12 0-15,1-12-48 0,-1-13-97 0,-5-15-82 16,-3-9-151-16,-4-14-252 0,-1-8-324 0,-1-12-377 16,-1-9-260-16,-3-4-16 0,-1-9 639 0</inkml:trace>
  <inkml:trace contextRef="#ctx0" brushRef="#br0" timeOffset="10101.73">20524 8803 134 0,'4'30'776'16,"1"6"542"-16,3 8 113 0,0 5-138 0,5 8-372 15,-1 5-343-15,1 6-166 0,4 7-111 16,1 5-72-16,-1 7-70 0,5 3-59 0,0 3-33 16,2-3-23-16,2-1-14 0,4-4-10 0,0-4-5 15,5-6-3-15,4-6-5 0,-1-8-2 16,3-9-2-16,-1-7-1 0,0-9 0 0,-1-9-2 15,-5-10 0-15,0-7 0 0,-3-12-1 16,-2-11-2-16,-4-11-6 0,-2-14-12 0,-2-12-28 16,-2-8-63-16,-3-14-75 0,-5-12-122 0,-1-10-196 15,0-10-308-15,2-10-337 0,-3-9-263 16,4-11-123-16,-2-6 375 0,0-15 633 0</inkml:trace>
  <inkml:trace contextRef="#ctx0" brushRef="#br0" timeOffset="10565.98">20963 5629 54 0,'-11'-4'597'15,"5"1"479"-15,0-1 164 0,-1 0-111 16,6 1-372-16,-1-1-340 0,5-2-181 0,4-3-81 15,5-4-11-15,7 0-8 0,3-5 47 0,8-4 41 16,3-6 9-16,6-3-6 0,2-8-31 16,4-1-17-16,2-6-46 0,0 3-45 0,0-2-28 15,1 5-21-15,-7 4-8 0,-5 5-9 0,-1 6-3 16,-8 7 2-16,-3 6 4 0,-6 9-1 16,-2 9-2-16,-5 8-3 0,-6 6-5 0,-5 11-3 15,-3 7-4-15,-6 6-3 0,-1 7-1 16,-3 7-1-16,1 1-17 0,2 6-79 0,1-1-113 15,-4 1-254-15,7-2-288 0,1-2-382 0,3-1-473 16,2-3-174-16,5-3 502 0,3-1 875 0</inkml:trace>
  <inkml:trace contextRef="#ctx0" brushRef="#br0" timeOffset="11529.44">23000 7244 110 0,'1'-10'778'15,"-2"0"739"-15,-3-1 142 0,0 1-288 16,-5 1-449-16,-1 1-367 0,-3 1-183 0,-3 2-150 15,-2 0-83-15,-2 4-47 0,-3 1-30 0,-1 4-20 16,2 3-15-16,0 0-10 0,-2 2-7 16,5 3-4-16,3 2-1 0,7 1-4 0,0 4 0 15,5 1-2-15,8 2 0 0,6 0-1 0,5 4 0 16,5 0 0-16,7 0 0 0,4 1-1 16,3-2 0-16,2 2 0 0,4 0-1 0,1-1 1 15,-3 2 0-15,0 0 1 0,-3 0 2 0,-4 3 2 16,-2-1 0-16,-7 1 2 0,-5-1 6 15,-4 2 5-15,-7 0 3 0,-3 0 1 0,-6 0 1 16,-2-2-1-16,-4 1-5 0,-7-2-4 16,-3-2-3-16,0-2-3 0,-5-2-2 0,1-2-1 15,-2-4-1-15,-1-4-1 0,1-4-3 16,-2-4-10-16,2-5-15 0,-2-10-36 0,3-6-80 16,0-8-105-16,2-8-193 0,3-5-294 0,3-8-361 15,4-2-382-15,2-4-168 0,2 0 274 16,3-1 744-16</inkml:trace>
  <inkml:trace contextRef="#ctx0" brushRef="#br0" timeOffset="11715.98">22941 7241 367 0,'12'-10'1170'0,"-5"4"380"0,-1 2-154 0,1 0-244 16,1 2-479-16,3-2-253 0,-2 2-159 16,6-1-76-16,4-2-32 0,3-1-41 0,2 0-37 15,6 1-19-15,1-1-18 0,5-3-10 0,4 1-12 16,1 0-6-16,5 1-4 0,2-1-2 15,4 1 0-15,3 0-4 0,3 0-1 0,1 3-5 16,-4-2-38-16,2 4-80 0,-3 0-108 16,-4 2-226-16,-2 2-299 0,-4 3-372 0,-4 1-384 15,-7 3-138-15,-3 1 399 0,-3 1 782 16</inkml:trace>
  <inkml:trace contextRef="#ctx0" brushRef="#br0" timeOffset="12057.59">24093 7381 565 0,'-15'29'1500'16,"-4"1"214"-16,0 2-289 0,0 4-332 0,0 3-490 0,3-1-265 16,2 5-141-16,6-2-68 0,2 3-40 15,6-4-32-15,5 1-21 0,4-4-18 0,5-2-10 16,8-5-4-16,2-4-4 0,5-7 0 16,3-4 0-16,2-8 1 0,5-4 2 0,-2-6-1 15,3-4 1-15,-2-8-1 0,2-4-2 0,-3-4 1 16,-2-6-1-16,-2-3-1 0,-5-2 0 0,-1-3 3 15,-6-2 0-15,-5-1 3 0,-2-1 0 16,-10-2 1-16,-2 0 2 0,-7-2 0 0,-5-2 3 16,-7 0 4-16,-3 2 5 0,-4 0 5 15,-2 5 2-15,-2 8-1 0,-3 6-4 0,-4 9-6 16,-1 10-5-16,-2 12-7 0,0 7-1 16,0 8-3-16,0 8 0 0,7 8-2 0,1 3-1 15,9 5-3-15,0 3 1 0,8 3-1 0,4 2-7 16,6 1-14-16,5 0-42 0,2-5-81 0,9 1-153 15,3-7-265-15,7-8-324 0,6-5-410 16,6-8-406-16,6-10-9 0,8-6 743 0</inkml:trace>
  <inkml:trace contextRef="#ctx0" brushRef="#br0" timeOffset="12400.89">25109 7360 788 0,'11'-15'1740'0,"-10"8"36"16,-4 5-396-16,-7 10-382 0,-7 6-447 0,-1 9-274 15,-3 6-119-15,0 8-52 0,-1 5-26 0,2 5-17 16,2 8-15-16,1 3-15 0,6 3-7 16,1 1-10-16,6 0-9 0,7-5-6 0,1-5-4 15,11-9-3-15,5-9-4 0,6-8-7 16,4-13-3-16,4-11-5 0,4-8-7 0,5-14-9 16,1-8-4-16,-2-10 0 0,0-5 1 0,-4-7 5 15,-5-4 9-15,-4-1 14 0,-8-2 17 0,-4-3 17 16,-8-2 13-16,-4 1 13 0,-5 0 7 15,-8 2 4-15,-5 5-3 0,-5 7-8 0,-9 7-9 16,-5 8-11-16,-3 11-8 0,-4 11-7 0,-5 11-8 16,-2 11-1-16,-2 8-2 0,5 11-2 15,2 5-5-15,6 8-15 0,4 3-37 0,2 5-85 16,6 2-160-16,2 1-264 0,5 1-332 0,4 4-421 16,4-5-440-16,5 1 2 0,7-2 819 15</inkml:trace>
  <inkml:trace contextRef="#ctx0" brushRef="#br0" timeOffset="13117.21">26066 8069 224 0,'0'7'851'0,"-3"3"442"0,1-2 58 15,0-2-145-15,1 0-424 0,1-2-259 0,0-1-136 16,0-1-87-16,5-4-62 0,-1-3-58 15,5-3-54-15,3-4-44 0,3-7-25 0,3-3-14 16,2-5-12-16,6-5-6 0,-1 0-5 16,4-5-4-16,-2 1-2 0,-2 2-7 0,0 0-3 15,-3 4-3-15,-4 4 0 0,-3 3-1 0,-4 7 2 16,-1 3 2-16,-2 3 1 0,-4 1 1 16,0 7 3-16,-4 7-2 0,-2 3 1 0,-1 7-1 15,-5 6 0-15,3 5-2 0,-1 6 1 0,0 3 3 16,1 3 1-16,-2 2 1 0,5-1-1 0,-2 0 0 15,4 1-1-15,2-7-3 0,0-1-2 16,4-5-3-16,2-5 0 0,1-3-1 16,4-7 1-16,3-6 0 0,1-6 0 0,4-6 0 15,2-8 0-15,3-5-1 0,-1-6-1 16,2-4-1-16,-2-4 1 0,2-2 0 0,-3-1 0 16,-2 2 1-16,-5 1 0 0,1 3 1 0,-7 2 0 15,-1 5 0-15,-3 3 6 0,-2 5 1 0,-2 5 1 16,-1 3 1-16,-2 5 0 0,-2 5 0 15,-1 6-4-15,0 6-2 0,-4 3-1 0,1 5-1 16,-2 7-1-16,3-1-1 0,1 4-1 16,-1 2 0-16,1-1-2 0,4 1-2 0,0-1-1 15,4-2-14-15,1-4-33 0,-1-1-85 0,4-6-154 16,1-3-257-16,3-5-327 0,1-4-408 0,1-2-459 16,2-4-11-16,-1-2 771 0</inkml:trace>
  <inkml:trace contextRef="#ctx0" brushRef="#br0" timeOffset="14130.14">26859 8276 140 0,'4'6'729'0,"-3"0"436"0,-1 0 84 0,3-1-151 16,-1-3-402-16,2-2-253 0,3 0-83 16,1-4-28-16,0-6-30 0,6-1-20 0,-1-7-35 0,4-1-52 15,0-7-63-15,7-4-45 0,1-4-19 16,5-5-17-16,4-2-12 0,-1-3-11 0,2 0-2 16,-2 1-2-16,0 2-5 0,-3 4-3 15,-1 2-1-15,-4 5 0 0,-6 4-7 0,-2 7-1 16,-3 2 1-16,-4 4 3 0,-2 4 2 0,-2 3 4 15,0 5 2-15,-3 2 1 0,1 7-2 16,-4 3-3-16,0 3 0 0,0 5-1 0,0 4 0 16,-2 1-2-16,0 3 0 0,1 2 3 15,-1 2-1-15,1 0-1 0,-4 0-1 0,4 0-1 16,1-2-2-16,0-1-3 0,0-3-3 16,1-3-2-16,4-4-1 0,-1-2 0 0,1-4-1 15,3-2 0-15,5-3 0 0,-2-7 1 0,3-4-1 16,4-5 0-16,0-3 1 0,2-4 0 0,2-3 0 15,0-4 0-15,0-1 1 0,0-1 0 16,-2 0 0-16,-2 5 0 0,-2 0 0 0,-3 4-1 16,-3 2 0-16,-2 6 0 0,0 1 0 0,-3 3 1 15,3 4 1-15,-5 4 1 0,0 4 1 16,-1 5 1-16,-1 4-1 0,-1 2 0 0,-1 3 0 16,1 3-2-16,-2 0 0 0,0 3-2 15,2-1 1-15,0 1-2 0,4-2 1 0,-3-3-1 16,3 0 1-16,0-5-1 0,3-3 1 0,2-3 1 15,1-5 1-15,2-3-1 0,4-6 1 16,2-6 1-16,0-5 0 0,4-2 0 0,-1-6-1 16,5-3 1-16,-1-4-2 0,2-2 0 0,-1-2-1 15,3 0-1-15,-2 1 1 0,-2-2-1 16,4 3-1-16,-6 2 1 0,3 5 1 0,-6 2-1 16,-1 4-1-16,-2 5 1 0,-4 5 1 15,3 1 2-15,-7 8 1 0,1 4 3 0,-2 7 3 16,-2 4 0-16,-3 2 2 0,2 5-2 0,-2 3-2 15,1 1-2-15,-3 4-2 0,2-1-4 16,2 1 0-16,-1 1-3 0,1-2-1 0,2 2-6 16,-1-3-18-16,-1-2-48 0,-1 0-96 0,-1-6-225 15,-1-2-284-15,0-2-381 0,-1-3-484 0,1-3-403 16,1-3 350-16,0-4 1059 0</inkml:trace>
  <inkml:trace contextRef="#ctx0" brushRef="#br1" timeOffset="26832.29">9341 3943 153 0,'3'-1'438'16,"-1"-2"230"-16,0 3 156 0,-2-1-137 0,2 1-170 15,0 0-100-15,-1 0-51 0,-1 0-32 16,0 0-26-16,2 0-34 0,-2 0-48 15,1 0-40-15,-1-2-41 0,0 2-22 0,0 0-3 16,0 0 11-16,0 0 30 0,0 2 31 0,0-1 29 16,0-1 4-16,0 1-18 0,0-1-26 0,0 2-35 15,0-2-36-15,0 0-30 0,0 1-23 16,-1 1-14-16,1-1-8 0,-2 2-5 0,-1 2-4 16,1 0-3-16,0-1-7 0,-2 1-4 15,3 2-5-15,-2-1-4 0,1 1-3 0,-1 1-3 16,-2-1 8-16,3 1 3 0,-1-1 2 0,-2 3 3 15,1-2 0-15,1 1 0 0,-2 2 0 16,2-2 0-16,-2 2 0 0,2 1 1 0,-1-2-2 16,0 2 0-16,-1 1-1 0,-1 1 1 15,3 0 1-15,-2 2-1 0,0-1 0 0,2-1 8 16,-5 5 2-16,4-2-1 0,-1 4-1 0,-2-1-1 16,1 3 0-16,-2-2-5 0,2 1-3 0,1 2-2 15,0-1-1-15,-1 1 0 0,-2-2-1 16,3 3 0-16,2-2 1 0,-2 1 1 0,1-1 0 15,0-1 1-15,1 1-1 0,2-3 0 16,-3 2-3-16,0-1 0 0,2 0-2 0,-1-1 0 16,2 2 0-16,-3-2-1 0,3 3 2 0,-2-3 3 15,1 4-1-15,-1 0 1 0,-2-2 1 0,3 2-9 16,-2 0 0-16,1 0 0 0,0-1 0 16,-1-1 0-16,1 1 0 0,-2-2 0 0,2 1 0 15,0-1 0-15,-3 3 0 0,3-3 0 16,0 2 0-16,-1 1 0 0,0-2 0 0,0 2 0 15,1 0 0-15,0 1 0 0,0-2 0 0,-2 1 0 16,4-1 0-16,-2 1 0 0,1 0 0 0,0-3 0 16,-1 4 0-16,3-4 0 0,-2 3 0 15,1-2 0-15,1-2 0 0,0 3 0 16,-2-2 0-16,2 1 0 0,0 0 0 0,-1 1 0 16,1 2 0-16,-2-2 0 0,2 1 0 15,-2 0 0-15,2 0 0 0,-1 0 0 0,-1-1 0 0,1-1 0 16,-1-3 0-16,2 0 0 0,0-1 0 15,-3-4 0-15,3 0 0 0,0-2 0 0,-1-3 0 16,-1-1 0-16,2-1 0 0,0-1 0 16,-1 0 0-16,1-1 0 0,-2-1 0 0,2-1 0 15,0 2 0-15,-2-1 0 0,2 1 0 0,-1 0 0 16,-1 1 0-16,2 0 0 0,-2 2 0 16,1-3 0-16,-1 4 0 0,1-1 0 0,-1-2 0 15,0 1 0-15,-1-1 0 0,2 0 0 16,-1 0 0-16,-1 0 0 0,0 0 0 0,1 0 0 15,1 1 0-15,-1-2 0 0,1 3 0 0,-1-1 0 16,0 0 0-16,-1 0 0 0,3 1 0 0,-3 0 0 16,3 0 0-16,-2 0 0 0,2 1 0 15,-3 0 0-15,2-1 0 0,-1 0 0 0,2-1 0 16,-2-1 0-16,0 0 0 0,0-2 0 16,2-1 0-16,0 0 0 0,-2 0 0 0,2-2 0 15,0 1 0-15,0 0 0 0,0-2 0 16,0 1 0-16,0-1 0 0,0 1 0 0,0-1 0 15,0 0 0-15,-1 2 0 0,1-2 0 0,-2 2 0 16,2-2 0-16,0 1 0 0,-3 0 0 16,3 1 0-16,-2 1 0 0,-1-1 0 0,2-2 0 15,-1 4 0-15,-1-2 0 0,0 3 0 0,-1-3 0 16,-2 2 0-16,2-2 0 0,-3 3 0 16,1-1 0-16,-1 1 0 0,-2-1 0 0,1 1 0 15,0 1 0-15,-3 0 0 0,2 0 0 0,-3 1 0 16,0 1 0-16,-1 3 0 0,-1-1 0 15,1 0 0-15,-4 1 0 0,1 2 0 0,-1 0 0 16,-1 1 0-16,-2 2 0 0,1-2 0 0,-2 3 0 16,-1 2 0-16,-1-4 0 0,0 3 0 15,0 0 0-15,-1-1 0 0,-1 0 0 0,-2 2 0 16,3-1 0-16,-3-2 0 0,0 1 0 0,2-1 0 16,0-1 0-16,2 1 0 0,-2 1 0 15,0-2 0-15,1 1 0 0,2-2 0 0,1 3 0 16,-1-4 0-16,-1 2 0 0,4 1 0 15,-2-3 0-15,1 0 0 0,2 0 0 0,-1 0 0 16,2-2 0-16,-2 2 0 0,3-1 0 0,0-2 0 16,1 0 0-16,0 2 0 0,0 1 0 0,0-2 0 15,1 0 0-15,-2 0 0 0,-1-1 0 16,4 2 0-16,-1 0 0 0,0-2 0 0,-1 1 0 16,0 1 0-16,0 0 0 0,0 0 0 15,0-1 0-15,0 0 0 0,0 2 0 0,-2-3 0 16,2 1 0-16,0 1 0 0,0-4 0 0,-2 3 0 15,1-3 0-15,-1 3 0 0,1-1 0 16,-3-1 0-16,2 0 0 0,-1 1 0 0,-2-1 0 16,2 0 0-16,-2 1 0 0,1 3 0 15,1-3 0-15,-2 3 0 0,0-2 0 0,0 1 0 16,0 0 0-16,-2 1 0 0,3 0 0 0,-2 1 0 16,-1-3 0-16,1 4 0 0,1-2 0 0,0 2 0 15,0-1 0-15,0 0 0 0,0 1 0 16,0 0 0-16,0-2 0 0,2 2 0 0,-2 0 0 15,1-2 0-15,1 1 0 0,1-1 0 16,-2 1 0-16,0 2 0 0,0-4 0 0,2 4 0 16,-2-1 0-16,0 0 0 0,0 2 0 0,-1-3 0 15,3 1 0-15,-3 0 0 0,1 0 0 0,2-1 0 16,-2-1 0-16,3 1 0 0,-3-2 0 16,3-1 0-16,0-1 0 0,2-1 0 0,0 0 0 15,3-3 0-15,1-1 0 0,-1 2 0 16,5-3 0-16,1-1 0 0,0-1-83 0,4-2-141 15,2 0-201-15,4-3-296 0,3-3-364 0,6-2-426 16,2-2-240-16,3-2 174 0,3-4 891 16</inkml:trace>
  <inkml:trace contextRef="#ctx0" brushRef="#br1" timeOffset="28618.28">8914 6286 239 0,'0'-4'555'15,"0"1"255"-15,0 0 112 0,3-1-225 16,-2 4-203-16,1-3-123 0,-2 3-71 0,1 0-30 16,1-1-9-16,0 1-13 0,-1-1-4 0,1 1 19 15,1 0 18-15,2 0-15 0,-2 0 4 16,2 0-5-16,1 1-31 0,-1 0-46 0,0 2-38 16,1 1-18-16,4 0-30 0,0 4-21 15,2-1-11-15,0 4-10 0,2-1-9 0,2 2-6 16,2 3-5-16,0 1-3 0,2 0-3 0,0 1-2 15,4 2-2-15,-1 2-2 0,0 1-5 0,2-1-3 16,2 1-5-16,0 1-4 0,1-1 0 16,-1 0-1-16,1-1-1 0,0 1 2 0,0-2 0 15,-1 0-11-15,0-3 0 0,0 3 0 16,-1-4 0-16,0 1 0 0,-1 0 0 0,-3-3 0 16,3 1 0-16,-3 1 0 0,-1-1 0 0,0 1 0 15,-1-1 0-15,-1-2 0 0,-1 3 0 0,-2-1 0 16,2 1 0-16,-2 0 0 0,2 0 0 15,-1 3 0-15,-1-2 0 0,3 0 0 16,-2-1 0-16,2 2 0 0,0 0 0 0,0 1 0 16,0-1 0-16,0-2 0 0,0 1 0 0,1 0 0 15,-2-2 0-15,1-1 0 0,0 0 0 0,-2 0 0 16,0-1 0-16,0-1 0 0,-2 0 0 16,0 0 0-16,0 0 0 0,-2-3 0 0,-2 2 0 15,2-1 0-15,-4-3 0 0,2 3 0 16,-3-3 0-16,0 0 0 0,-3-1 0 0,1 0 0 15,0 0 0-15,-3-3 0 0,1 1 0 0,-1 0 0 16,0-2 0-16,-1 1 0 0,-1 3 0 16,1-4 0-16,1 3 0 0,0-1 0 0,-1 2 0 15,2 0 0-15,-1 1 0 0,2 1 0 16,-1 3 0-16,0-2 0 0,0-1 0 0,0 2 0 16,2-1 0-16,-2 2 0 0,0-4 0 0,1 0 0 15,-2-1 0-15,1 0 0 0,-3-2 0 0,2 1 0 16,-1-3 0-16,0 0 0 0,0 1 0 15,-2-2 0-15,0-1 0 0,2 0 0 0,-2 0 0 16,0 0 0-16,0 0 0 0,0 0 0 16,0 0 0-16,0 0 0 0,0 0 0 0,0 0 0 15,0 0 0-15,2 0 0 0,-2 0 0 0,0 0 0 16,1 0 0-16,-1 0 0 0,0 0 0 16,0 0 0-16,3-1 0 0,-1-2 0 0,0 1 0 15,1 2 0-15,0-4 0 0,2 1 0 16,-2 2 0-16,3-2 0 0,2 2 0 0,-2-2 0 15,1-1 0-15,4 2 0 0,-2-3 0 0,-1 2 0 16,2 0 0-16,2-1 0 0,-2-1 0 16,4 2 0-16,-3-3 0 0,0 2 0 0,2-2 0 15,-2 2 0-15,3-2 0 0,-3-1 0 16,0 0 0-16,3 1 0 0,-4-2 0 0,1 2 0 16,0 0 0-16,0 0 0 0,-1 2 0 0,-1-1 0 15,2-1 0-15,-3 2 0 0,3 0 0 0,0 0 0 16,-1-1 0-16,4 1 0 0,-3-2 0 15,5 2 0-15,0-3 0 0,1 1 0 0,1 1 0 16,2-2 0-16,0-1 0 0,3-1 0 16,2-1 0-16,2-1 0 0,1 2 0 0,2-5 0 15,0 1 0-15,2-2 0 0,1-1 0 0,2-1 0 16,0-1 0-16,1-3 0 0,2 1 0 16,0-1 0-16,0 0 0 0,1 0 0 0,1 2 0 15,-2-1 0-15,3 3 0 0,0 0 0 16,0 1 0-16,-1-2 0 0,4 4 0 0,-3-1 0 15,3 1 0-15,-1 0 0 0,0 0 0 0,1-3 0 16,-1 2 0-16,1 0 0 0,-3-2 0 0,1 2 0 16,-2-2 0-16,0-1 0 0,0-1 0 15,-2 2 0-15,1-3 0 0,-3 2 0 0,1 1 0 16,-1-3 0-16,1 2 0 0,2 0 0 16,-1-1 0-16,0 1 0 0,4 0 0 0,0 1 0 15,-1 1 0-15,4-3 0 0,-2 1 0 0,3 0 0 16,-2-1 0-16,1-1 0 0,1 1 0 15,-2-2 0-15,2-1 0 0,-2 2 0 0,2-4 0 16,-2 3 0-16,0-2 0 0,-1-1 0 0,0 2 0 16,1 1 0-16,-3 0 0 0,0 0 0 15,0 1 0-15,-1 1 0 0,-2 2 0 0,1 1 0 16,-4 1 0-16,-2 1 0 0,-3 1 0 16,-1 2 0-16,-4 1 0 0,-3 1 0 0,-1 1 0 15,-4 2 0-15,-3 0 0 0,-1 2 0 0,-4 1 0 16,-1 0 0-16,-1-1 0 0,-2 2 0 0,-2 0 0 15,1 1 0-15,-4-1 0 0,0 1 0 16,-1 1 0-16,-4 0 0 0,1 0 0 0,-3 0 0 16,-1 0 0-16,-3 1 0 0,0 2 0 15,0 1 0-15,-5 2-153 0,3 0-346 0,-4 1-320 16,3 2-409-16,-2 0-496 0,0 1-185 0,-3 5 545 16,-1-2 904-16</inkml:trace>
  <inkml:trace contextRef="#ctx0" brushRef="#br1" timeOffset="29701.01">10359 7510 311 0,'-2'6'684'15,"-1"0"298"-15,2-1 108 0,-3-1-216 16,1 1-295-16,0 0-165 0,1-3-78 0,1 2-19 16,-1-2-7-16,2 0-10 0,0 0-18 15,0-1-23-15,0 0-36 0,0-1-56 0,0 2-47 16,3-2-35-16,-1 3-22 0,1-2-13 0,2 4-2 16,3-2 1-16,1 2 2 0,1 2-1 15,3-2-1-15,2 3 0 0,3 1-4 0,4 1 1 16,2 1-2-16,4 3 0 0,2-2 0 15,3 4-3-15,2-1-2 0,2 1-3 0,3 0-2 16,0-1-3-16,3 1-6 0,2-1-5 0,0 0-20 16,2 2 0-16,-1-2 0 0,-2-2 0 0,1 2 0 15,0-2 0-15,-3 0 0 0,-1 1 0 16,1-3 0-16,-2 3 0 0,-2-2 0 0,-2 3 0 16,2-2 0-16,-5 2 0 0,0 0 0 15,1 2 0-15,-3-2 0 0,1 4 0 0,0-1 0 16,-1 3 0-16,-1 0 0 0,2 0 0 0,-2 2 0 15,2 0 0-15,-1 2 0 0,1 0 0 16,0 0 0-16,-1 0 0 0,2 2 0 0,-1-2 0 16,1 1 0-16,-1 0 0 0,1-1 0 0,2 2 0 15,-1-2 0-15,-2 1 0 0,3-2 0 0,-2-3 0 16,0 2 0-16,-1-4 0 0,-2-2 0 16,0 0 0-16,0-1 0 0,-3-2 0 0,-3-1 0 15,-2-3 0-15,0 0 0 0,-6-1 0 16,-2-1 0-16,-3-2 0 0,-2-1 0 15,-4-2 0-15,-5 2 0 0,-3-5-38 0,-8 0-246 16,-2 0-214-16,-4-5-305 0,-4 3-380 0,-2-2-429 16,-6 0-165-16,-2 0 397 0,-4 0 834 0</inkml:trace>
  <inkml:trace contextRef="#ctx0" brushRef="#br1" timeOffset="31087.85">10500 7564 152 0,'3'0'675'0,"-2"2"416"0,1-2 123 0,-2 1-152 16,0-1-360-16,-2 0-188 0,2 2-71 0,0-2-49 15,0 1-47-15,-1 1-45 0,-1 0-46 0,1-1-71 16,-1 0-68-16,-1 1-43 0,1 2-22 16,-1-1-9-16,0 0-6 0,-2 1-5 0,2 1-2 15,0 0 0-15,-2 0-3 0,2 1-1 16,-2 3-2-16,-1-1 1 0,-2 3 0 0,2-2 2 15,-1 2 1-15,-1 2-2 0,-1-1 2 0,-1 1-4 16,1 2-2-16,-2 0-4 0,0 2-1 0,-2-2 0 16,1 4-3-16,-3 1-2 0,1 1-2 15,0 1 0-15,-2 3-3 0,0-2-2 0,-1 3-1 16,1-2-2-16,-3 0 0 0,3-1-1 16,-1 0 0-16,0-1 0 0,1 0 0 0,0-1 0 15,2-2 0-15,-2 2-1 0,3-3 0 0,-1 2 1 16,0-2-1-16,1 0 0 0,-1-1 3 15,3 2 2-15,-2 0 0 0,0-1 0 0,2 0-1 16,-3 2 1-16,1 1-2 0,1-2-2 16,-1 3 0-16,2 0-1 0,-3-1 0 0,1-1 0 15,-1 3 0-15,3 0 0 0,-3-1 0 0,1 1 0 16,-1 1 0-16,-4 0 0 0,4-1 0 16,-5 2 0-16,2 0 0 0,-1 3 0 0,-2-1 0 15,-2 1 0-15,3 0 0 0,-3 2 0 0,-2 0 0 16,3-1 0-16,-1-1 0 0,0 0 0 15,0 2 0-15,3-4 0 0,-3 0 0 0,4 1 0 16,0-2 0-16,0 1 0 0,1-2 0 0,0-1 0 16,0 2 0-16,0-1 0 0,3 0 0 15,-2 1 0-15,2 0 0 0,-2-3 0 0,3 3 0 16,-2-1 0-16,0 0 0 0,1 0 0 16,1 1 0-16,-2 1 0 0,2-1 0 0,0 1 0 15,-2 0 0-15,0 2 0 0,1-2 0 0,0 0 0 16,-2-1 0-16,0 3 0 0,1-1 0 15,-2-1 0-15,2 0 0 0,0 2 0 0,-2-2 0 16,3 0 0-16,-2-1 0 0,2 1 0 16,-2 0 0-16,3-3 0 0,-1 1 0 0,2 2 0 0,-2-3 0 15,2 0 0-15,-1 0 0 0,1 1 0 16,1-1 0-16,0-1 0 0,0 1 0 0,1-4 0 16,1 2 0-16,-2-3 0 0,3 0 0 15,0-1 0-15,-3-1 0 0,5 0 0 0,-2-2 0 16,0-1 0-16,-3-1 0 0,3 1 0 0,-2 0 0 15,1-1 0-15,1 2 0 0,-2-3 0 16,-2 5 0-16,2-2 0 0,-1-1 0 0,-1 2 0 16,0-2 0-16,0 2 0 0,-1 4 0 15,0-3 0-15,-2 3 0 0,2-1 0 0,-1 4 0 0,-2-2 0 16,0 3 0-16,2-1 0 0,-2 1 0 16,0-1 0-16,1 0 0 0,-1 2 0 0,-1-2 0 15,0 0 0-15,0 0 0 0,1 1 0 16,-1 0 0-16,1-1 0 0,-1 0 0 0,2 0 0 15,-2 0 0-15,0 0 0 0,1 1 0 16,0 0 0-16,2-2 0 0,-2 3 0 0,2 0 0 16,1-2 0-16,-1 1 0 0,1-1 0 0,-1-1 0 15,3-2 0-15,1-2 0 0,1-1 0 16,1-4 0-16,0-1 0 0,3-1 0 0,-1-1 0 16,2-3 0-16,0 0 0 0,3-4 0 15,-2 1 0-15,1 0 0 0,0 0 0 0,2-1 0 16,-3 1 0-16,1 0 0 0,-1 0 0 0,-1 1 0 15,1 2 0-15,-2 1 0 0,-2 1-87 0,-1 1-187 16,-1 0-255-16,-5 1-326 0,-2-3-431 16,-5-3-526-16,-4 1-107 0,0 0 813 15</inkml:trace>
  <inkml:trace contextRef="#ctx0" brushRef="#br1" timeOffset="32368.13">6578 7138 85 0,'2'6'661'15,"-1"0"477"-15,1 0 137 0,0-1-130 0,-1 0-352 16,1-2-285-16,1 2-158 0,0 1-90 15,-1-2-50-15,1 0-34 0,0-3-47 0,3 1-20 16,-3-2-13-16,2-2 4 0,-1 1 1 0,-1-3 5 16,-2-2 3-16,1 0-16 0,1-3-11 15,-3 2-7-15,0-2-1 0,-3 2-3 0,1 1 0 16,-1-2-5-16,-2 2-7 0,-1 0-7 16,0 3-9-16,1-1-10 0,0 2-8 0,-1 1-8 15,-1 0-6-15,3 2-5 0,-1 0-5 0,1 1-1 16,0 1-1-16,1 1-1 0,3 1 0 15,-2 1-1-15,2 0-1 0,2-1 1 0,0 1-1 16,1-1-4-16,0 0-7 0,0-1-13 0,3 1-18 16,-3-3-41-16,4 1-78 0,-4-6-94 15,4 1-173-15,-1 0-288 0,1-7-347 0,3 0-352 16,-2-1-179-16,5-2 175 0,-1-2 717 16</inkml:trace>
  <inkml:trace contextRef="#ctx0" brushRef="#br1" timeOffset="32683.85">6887 6888 48 0,'-2'4'869'15,"-1"-1"807"-15,2 2 12 0,-1-2-362 0,-1 1-420 16,3-1-392-16,0 0-248 0,0 0-130 0,0-2-62 16,3 3-33-16,0-2-20 0,2 0-11 15,-1 1-5-15,3-3-2 0,-1 0-2 0,2-1 0 16,0-3 0-16,0 0 0 0,-2-2 2 15,2-1 1-15,-2-1 7 0,1-2 4 0,-2 0 3 16,-1-1 6-16,-2 0 7 0,1 1 3 16,-3-1 1-16,0 4 1 0,0-1-1 0,-3 1-6 15,1 3-4-15,1-2-6 0,-2 2-7 0,1 2-3 16,-1-1-4-16,1 3-3 0,-1 0-3 16,3 3-2-16,-2-1-2 0,-2 4-2 0,4 0 1 15,-2 2-1-15,2-1-3 0,0 1-9 0,0-1-14 16,2-1-37-16,1 0-75 0,-2 0-82 15,-1-4-156-15,2 0-285 0,-2 1-334 0,3-3-343 16,0-3-201-16,2 1 75 0,2-6 666 0</inkml:trace>
  <inkml:trace contextRef="#ctx0" brushRef="#br1" timeOffset="32917.58">7320 6584 554 0,'0'2'1550'0,"-2"1"238"0,-1 2-324 0,-1 1-363 16,-1 0-488-16,3-2-277 0,-1 1-153 0,1-3-72 16,1 2-44-16,1-2-29 0,0 0-17 15,0 0-11-15,1-1-6 0,1-1-5 0,1 0-1 16,4 0 0-16,0-1-1 0,1-3 1 0,0 2 0 16,0-3 2-16,3 0-5 0,0 1-13 15,2-3-39-15,-2 2-76 0,-3-1-77 16,2 2-148-16,-1-1-267 0,-1 3-331 0,-2-4-335 15,2 3-203-15,0-2-2 0,-2 0 588 0</inkml:trace>
  <inkml:trace contextRef="#ctx0" brushRef="#br1" timeOffset="33118.94">7573 6484 219 0,'-2'2'928'16,"-1"-2"551"-16,1 3 50 0,1-3-245 15,1 0-483-15,-2-3-314 0,4 3-176 0,-2-2-115 16,3-4-82-16,2 0-54 0,1 0-29 0,2-3-15 16,3 0-8-16,0-1-6 0,5 0-4 15,-2-3-24-15,2 1-76 0,0-1-91 0,1 1-186 16,-1 0-286-16,3-1-337 0,-3 0-380 16,3 1-196-16,1-1 200 0,1 1 732 0</inkml:trace>
  <inkml:trace contextRef="#ctx0" brushRef="#br1" timeOffset="33311.35">8158 6028 725 0,'0'-3'1738'0,"-2"-1"65"15,-4 0-394-15,-2 3-375 0,2-2-479 0,-2 0-293 16,3-1-124-16,0-2-60 0,4-3-37 0,1-2-23 16,1-1-27-16,2-3-70 0,-1 0-92 15,3-1-203-15,-3-1-276 0,-1 2-356 16,2 2-439-16,-3-3-297 0,-3 3 197 0,-2 1 883 15</inkml:trace>
  <inkml:trace contextRef="#ctx0" brushRef="#br1" timeOffset="33836.11">6306 6536 280 0,'-12'0'771'0,"1"0"378"0,3 0 70 0,1 2-244 15,0 0-324-15,2-1-179 0,2 0-102 0,1 1-54 16,1 1-25-16,1 0-28 0,1 1-33 15,-1 1-38-15,3 2-38 0,-1-1-33 0,0 1-29 16,-1-1-15-16,1 1-16 0,-1-1-12 16,1 2-13-16,0-4-9 0,0 1-9 0,-2-3-8 15,0 0-4-15,2 0-2 0,-2-2 0 0,0-2-1 16,-2-1-1-16,2-4 1 0,-2-4 0 0,0-2 0 16,-1-4-1-16,1-1-1 0,1-1 0 15,-1 1-1-15,0 2 0 0,1 3 0 16,-1-2-2-16,1 6-1 0,-1 2-2 0,2 1-1 15,0 1 0-15,3 4 0 0,0 1-8 0,-1 1-26 16,3 4-77-16,-2-2-110 0,3 3-225 0,0-3-298 16,-1-2-375-16,2-1-429 0,2-4-166 15,0-4 417-15,1-4 821 0</inkml:trace>
  <inkml:trace contextRef="#ctx0" brushRef="#br1" timeOffset="34055.33">6828 6047 673 0,'8'-7'1711'0,"-8"1"108"0,-1 3-387 16,-3 1-375-16,-4 2-471 0,-1 5-293 0,1-3-130 15,-2 4-64-15,1-1-36 0,3-1-26 0,1 0-18 16,0 1-11-16,2-1-6 0,3 2-5 16,0-1-2-16,3 1-1 0,2-2-1 0,2 1 1 15,2-3-6-15,0-2-8 0,3 0-15 0,-2-1-38 16,3-4-75-16,-3 0-88 0,4-3-170 15,-3-1-289-15,0 2-336 0,0-3-350 0,0 2-192 16,0-3 129-16,-3 2 711 0</inkml:trace>
  <inkml:trace contextRef="#ctx0" brushRef="#br1" timeOffset="34217.04">7121 5877 391 0,'-2'4'1401'0,"-4"-1"378"0,-1 2-282 16,-2-1-365-16,3 0-476 0,-1-4-306 15,4 0-179-15,2-4-82 0,2-3-44 0,6-2-36 16,2-7-86-16,2 0-90 0,5-5-184 16,1 0-279-16,5-1-334 0,-1 0-414 0,4-3-240 15,2 1 137-15,3-1 767 0</inkml:trace>
  <inkml:trace contextRef="#ctx0" brushRef="#br1" timeOffset="34392.8">7810 5413 597 0,'10'4'1615'0,"-6"2"165"0,0 2-354 0,-3-3-361 16,-1 1-481-16,0-3-297 0,0-1-142 0,0-1-64 16,2-2-42-16,-1-4-48 0,3-3-93 15,-3-3-110-15,2-1-215 0,-1-1-292 0,-4-3-365 16,2 1-410-16,-8 0-166 0,0-2 343 16,-6 0 787-16</inkml:trace>
  <inkml:trace contextRef="#ctx0" brushRef="#br1" timeOffset="34600.28">6473 5509 212 0,'-29'19'964'0,"7"-4"541"0,1-1-52 0,6-4-278 16,2 1-461-16,3-3-313 0,3-2-184 15,2-3-107-15,3-1-53 0,4-2-28 0,1-2-16 16,2-4-9-16,4-2-4 0,2 0-2 15,2-4-3-15,0-1-10 0,1-1-61 0,2-3-78 16,0-2-165-16,-1 2-290 0,0-1-301 0,0 0-329 16,-2 0-197-16,1-2 138 0,-3 1 628 0</inkml:trace>
  <inkml:trace contextRef="#ctx0" brushRef="#br1" timeOffset="34734.41">6833 5088 43 0,'13'-6'816'0,"-2"3"782"0,-5 0 71 15,-1 0-323-15,-4 0-419 0,1 0-412 0,0-3-235 16,-1-1-135-16,2-3-68 0,2-3-40 0,4-4-20 16,4-2-11-16,4-5-21 0,0-2-82 15,5-2-102-15,1-4-198 0,2 2-286 0,1-2-344 16,2 0-408-16,3 0-182 0,0 2 279 0,2 0 755 16</inkml:trace>
  <inkml:trace contextRef="#ctx0" brushRef="#br1" timeOffset="34883.31">7408 4559 493 0,'10'0'1489'15,"-7"2"292"-15,0 3-309 0,-3-1-365 0,0 1-488 16,-3-2-287-16,3 0-164 0,2-2-79 0,1 1-40 16,2-4-27-16,4 1-22 0,4-4-83 0,0-1-106 15,4-3-254-15,0 2-281 0,4 0-367 16,4 0-470-16,2 1-201 0,1-1 435 0,4-1 905 16</inkml:trace>
  <inkml:trace contextRef="#ctx0" brushRef="#br1" timeOffset="36451.37">9511 6122 69 0,'2'2'758'16,"1"2"693"-16,0-2 92 0,-1 2-273 0,-2-2-407 15,3 0-391-15,0-1-210 0,-1 2-138 0,4 0-63 16,0 0-32-16,1 0-13 0,1 2-10 0,1 0-4 15,2 3-61-15,0 0-82 0,2 1-195 16,-4 2-283-16,-2-1-299 0,-1 2-368 16,-1 0-220-16,-4 1 168 0,-2 2 717 0</inkml:trace>
  <inkml:trace contextRef="#ctx0" brushRef="#br1" timeOffset="36637.97">9761 6489 319 0,'8'16'1317'0,"-3"1"430"15,-2-3-257-15,3-2-361 0,-4 1-445 0,1-5-347 16,0 2-181-16,0-4-80 0,2-2-39 0,3 1-17 16,1-2-9-16,1-2-5 0,1-1-17 15,2-3-69-15,-2 0-68 0,1-1-108 0,1 0-172 16,-3-2-313-16,2 0-333 0,-2 1-236 16,-1 4-142-16,2-1 282 0,-3 5 594 0</inkml:trace>
  <inkml:trace contextRef="#ctx0" brushRef="#br1" timeOffset="36808.58">10155 6805 112 0,'11'15'550'0,"0"0"381"15,0-3 214-15,0 0-76 0,-3-2-351 0,3 0-252 16,-3-1-152-16,2-2-100 0,0-1-82 16,-3-1-55-16,1-1-33 0,3 1-24 0,-3-3-11 15,0 0-4-15,0 0-2 0,1-2-5 16,1 0-7-16,-2 0-25 0,0-2-106 0,-1 0-193 15,-2 2-288-15,0-1-265 0,-2 0-261 0,0-1-112 16,-3 2 324-16,0 0 512 0</inkml:trace>
  <inkml:trace contextRef="#ctx0" brushRef="#br1" timeOffset="37117.48">9424 5628 375 0,'-8'-15'1245'0,"-1"3"446"0,3 3-185 0,-1 1-333 16,3 1-507-16,0 2-263 0,3 0-181 0,1 4-98 15,1 0-54-15,3 1-34 0,2 0-19 0,4 1-9 16,2 2-4-16,3 1-2 0,3 2-1 16,0 4-1-16,2-2 4 0,4 2 3 0,-2 3-19 15,0 1-69-15,2 0-75 0,-2-1-139 0,-3 5-272 16,3-2-330-16,-1 2-374 0,-2-3-259 16,3 0-19-16,0-1 616 0</inkml:trace>
  <inkml:trace contextRef="#ctx0" brushRef="#br1" timeOffset="37314.98">10125 5934 230 0,'17'13'861'0,"-3"4"441"0,-4-2 137 0,1-1-133 15,-2 2-475-15,-1-3-309 0,-3 1-158 0,2-3-100 16,0 2-98-16,-2-3-77 0,1-1-45 16,1 0-20-16,1-1-14 0,3-2-6 0,-2 1-5 15,5-5-36-15,-2 2-75 0,2-1-73 0,0-2-130 16,0 2-224-16,2 1-325 0,0 0-319 15,4 1-211-15,-1 2-49 0,2 1 464 0,3 2 583 16</inkml:trace>
  <inkml:trace contextRef="#ctx0" brushRef="#br1" timeOffset="37433.11">10609 6259 284 0,'22'17'650'0,"-2"-1"334"0,-4 2 159 16,3 1-240-16,-2 1-263 0,-4-2-185 0,2 0-129 16,-1 1-97-16,-1-1-84 0,0-1-59 15,0-2-35-15,1-2-26 0,-1 1-11 0,0-2-6 16,-1-1-19-16,-2-4-33 0,1-1-117 0,-5 0-220 15,-1-4-284-15,-2-2-276 0,-1-2-252 16,-4-5-93-16,1-2 386 0</inkml:trace>
  <inkml:trace contextRef="#ctx0" brushRef="#br1" timeOffset="37667.19">9888 5428 781 0,'-29'-22'1564'0,"1"-2"60"16,1 1-321-16,3-2-335 0,2 1-490 0,3 0-259 15,5 1-111-15,3-1-58 0,6 3-32 16,5 0-40-16,2 2-72 0,5 4-60 0,0 1-119 16,2 4-204-16,3 5-309 0,0 0-303 0,4 10-216 15,1 0-108-15,2 5 385 0,0 4 584 0</inkml:trace>
  <inkml:trace contextRef="#ctx0" brushRef="#br1" timeOffset="37935.18">10349 5563 19 0,'29'23'406'0,"-1"1"338"0,-3-2 281 16,-4-2 92-16,1-2-324 0,-3-3-261 16,0-3-151-16,0-2-104 0,-3-1-90 0,1-2-64 15,-1-2-41-15,0 1-28 0,1-6-14 16,-1 2-6-16,1-2 2 0,-2 0-15 0,2 0-10 15,-1 0-6-15,1 0-2 0,1 3-7 0,-1 1-13 16,-1 2-16-16,1 2-31 0,-1 1-41 16,-2 3-51-16,1 2-36 0,1 3-30 0,-2-2-18 15,3 2 10-15,0-1 24 0,1 0 26 16,2 1 10-16,-2-2-1 0,4 2-12 0,-2-1-19 16,1-1-23-16,0 0-13 0,-1 1-11 0,1-2 9 15,-1 1 20-15,-1 0 34 0,0 0 41 16,0 1 39-16,-3-2 2 0,1-2-80 0,-2 1-156 15,-1-2-54-15,-3-1 12 0,1-1 68 16</inkml:trace>
  <inkml:trace contextRef="#ctx0" brushRef="#br1" timeOffset="38184.07">10016 4757 33 0,'-30'-34'626'0,"6"8"503"0,3 1 155 0,3 6-136 15,3 2-321-15,4 5-442 0,5-1-194 16,1 5-95-16,5-1-48 0,5 3-22 0,1 0-9 16,7 5-6-16,0 1-4 0,4 3-1 0,2 4 3 15,3 3-5-15,5 3-1 0,0 3-14 0,1 4-51 16,2-1-104-16,0 2-161 0,-1 0-256 15,1 0-281-15,1 0-254 0,2 4-93 0,2-5 268 16,0 3 458-16</inkml:trace>
  <inkml:trace contextRef="#ctx0" brushRef="#br1" timeOffset="38366.92">10779 5022 96 0,'37'13'417'0,"-4"0"294"16,-3 0 265-16,0-1-37 0,-3 0-185 15,-2 0-167-15,-3-2-148 0,-1 4-100 0,0-1-99 16,-1 0-91-16,-4 1-63 0,4 3-33 15,-2-1-21-15,1 4-20 0,0 0-13 0,0 0-1 16,1 2-6-16,1 0-8 0,-2-2-12 0,3 3-21 16,1 0-40-16,-3-1-60 0,2-2-64 15,-2-1-69-15,1-1-68 0,-1-2-70 0,2-2-84 16,-2-2-197-16,0 0-119 0,2-3-2 16,-1 0 121-16,-1-2 226 0</inkml:trace>
  <inkml:trace contextRef="#ctx0" brushRef="#br1" timeOffset="38666.93">10607 4092 553 0,'-19'-26'1123'0,"2"3"262"16,4 6-139-16,1 4-305 0,5 3-470 0,4 3-216 15,3 2-115-15,3 5-79 0,5 3-33 16,8 4-13-16,4 3-7 0,3 3-2 0,5 4 0 16,4 1 3-16,3 5-21 0,4 2-34 0,0 0-77 15,1 4-162-15,2-1-284 0,0 2-288 16,-1 0-268-16,3-1-199 0,-4-3 151 0,-1 0 554 15</inkml:trace>
  <inkml:trace contextRef="#ctx0" brushRef="#br1" timeOffset="38884.04">11723 4382 215 0,'13'4'950'15,"-3"6"572"-15,-3 3 44 0,1-2-281 0,-3 1-479 16,-2 3-318-16,2-1-181 0,0 3-116 0,4-2-85 15,-1 2-44-15,5-1-31 0,1 0-15 0,2-1-7 16,3 3-5-16,1-2-3 0,4 2-2 16,2 2 1-16,2 1-7 0,0 1-25 0,1 1-47 15,-1 0-54-15,2 3-53 0,-3 2-52 16,0-2-48-16,-2 3-35 0,-4-1-41 0,-1 1-76 16,-2-2-167-16,1 3-242 0,-4-2-236 0,1 1-119 15,-3-1 199-15,0-1 427 0</inkml:trace>
  <inkml:trace contextRef="#ctx0" brushRef="#br1" timeOffset="40852.08">11311 7279 84 0,'6'2'594'0,"0"0"404"0,-1 0 148 16,-2-1-60-16,2 3-386 0,2-2-287 0,0 5-178 15,-1-3-85-15,1 2-40 0,1 2-41 0,0-1-33 16,3 1-20-16,-2 2-10 0,1-1-1 16,2 0-5-16,0 2-17 0,0 0-101 0,-1 1-170 15,0-1-291-15,0 1-267 0,0 0-254 16,-1 0-142-16,2 0 280 0,0 1 501 0</inkml:trace>
  <inkml:trace contextRef="#ctx0" brushRef="#br1" timeOffset="41057.31">11738 7707 288 0,'5'17'936'0,"-4"-1"351"16,2-3-38-16,0 1-184 0,-1-1-478 0,-1 0-279 15,4-3-137-15,-2-2-62 0,2 2-38 16,2-1-29-16,3-3-21 0,0 2-9 0,1-3-12 16,5 1-6-16,-2-1-2 0,3-1-18 0,-1 1-33 15,3 0-74-15,-3-1-119 0,1 0-169 16,-1 2-298-16,-2 3-263 0,4 1-213 0,-2 2 21 15,1 2 375-15</inkml:trace>
  <inkml:trace contextRef="#ctx0" brushRef="#br1" timeOffset="41182.65">12128 8080 219 0,'15'23'465'0,"0"-2"244"15,-2-1 165-15,-1 0-151 0,0-1-141 16,-3 1-99-16,2-1-65 0,-1-3-73 0,-1 0-78 16,0-1-70-16,-1 0-58 0,0-2-43 0,0-2-43 15,0 0-29-15,0-2-12 0,-2-2-16 16,1-1-42-16,-2-3-115 0,-1-3-185 0,-1-1-286 15,-3-4-263-15,0-1-236 0,0-2-51 16,-1-4 348-16</inkml:trace>
  <inkml:trace contextRef="#ctx0" brushRef="#br1" timeOffset="41465.87">11938 7154 443 0,'-3'-20'1069'0,"-1"0"369"0,1 5-10 15,-1 2-246-15,-1 2-488 0,4 2-245 16,-1 3-137-16,2 2-102 0,0 1-83 0,0 3-63 16,3 1-34-16,4 4-16 0,-1 3-13 0,3 4 1 15,3 6 0-15,-1 2 0 0,5 4 0 16,1 2-4-16,0 2 4 0,2 1-18 0,0-2-40 15,3 0-56-15,2-2-56 0,-2 1-53 16,-1-2-62-16,4-3-77 0,-3-1-62 0,2-1-46 16,-2-1-69-16,0-2-135 0,0-2-213 0,-1 3-125 15,-1-4 50-15,1 2 227 0,-3-4 301 16</inkml:trace>
  <inkml:trace contextRef="#ctx0" brushRef="#br1" timeOffset="41655.08">12476 7626 84 0,'10'17'432'0,"-3"-2"330"0,1 4 266 16,-3-3-33-16,-2 1-223 0,1-1-184 0,-3 1-122 15,1-1-65-15,-1 3-69 0,2 0-60 0,0-1-50 16,-1 1-39-16,-1 0-43 0,1-2-45 16,3 1-35-16,-2 0-30 0,4 0-13 0,-1-1-11 15,3-1-6-15,2 1-6 0,-1-3 0 16,2 3-8-16,1-2-53 0,1 0-45 0,-1-1-61 16,3 0-135-16,-5-1-240 0,0 0-299 0,1-1-238 15,-2 2-218-15,1-4 3 0,-2 1 472 0</inkml:trace>
  <inkml:trace contextRef="#ctx0" brushRef="#br1" timeOffset="42049.08">12371 7022 107 0,'-3'-16'604'0,"2"6"373"0,1 2 127 0,1 2-35 16,4 2-389-16,2 2-283 0,2 2-134 16,3 2-67-16,3 1-33 0,2 2-48 0,2 1-35 15,2 4-27-15,1 1-21 0,-1 2-9 0,2 0-9 16,1 4-6-16,1 1-2 0,-1 0-1 16,0 0-1-16,-1 1-4 0,-1 1-2 0,-1-1 2 15,1 1 0-15,-3-2-1 0,0-2-2 16,0 0 2-16,0 0 1 0,-1-3-4 0,0 1 1 15,0-1 1-15,1 1-2 0,0-3 0 16,-2 3-3-16,2 2 3 0,-1-2-4 0,-1 1 1 16,-1-1 0-16,1 1 3 0,0 0 3 0,-4-1-3 15,2 0 3-15,0 2-4 0,-4-2 0 16,3 1-5-16,-2 0 4 0,-3 2 3 0,2 0-1 16,-3 2 1-16,2 0-4 0,-3 1-20 15,0-4-92-15,-1 2-161 0,-3-3-273 0,2 0-270 16,-2-3-261-16,2-4-169 0,-1-1 224 0,0-6 493 15</inkml:trace>
  <inkml:trace contextRef="#ctx0" brushRef="#br1" timeOffset="42291.15">13089 6623 347 0,'-8'-25'955'16,"-1"6"325"-16,1 4-54 0,3 3-217 15,2 6-436-15,0 2-220 0,5 8-111 0,2 2-61 16,1 6-29-16,3 2-22 0,5 3-41 0,0 4-41 16,2 4-22-16,0 0-12 0,2 3-6 0,0 0-5 15,2 1 2-15,-2 1-1 0,3-1-3 16,-2-3 0-16,0 1-4 0,1-2-34 0,-2-2-47 16,-1 0-67-16,1-2-147 0,-4-1-267 15,0-3-295-15,-1 2-264 0,0 0-208 0,0-4 63 16,-4 3 535-16</inkml:trace>
  <inkml:trace contextRef="#ctx0" brushRef="#br1" timeOffset="43283.04">10267 8178 390 0,'8'13'1137'0,"-5"1"461"0,0 0-84 16,1 2-299-16,-3 0-525 0,-1 2-254 15,-1 1-157-15,-1 0-107 0,0 2-73 0,-1-3-43 16,0 3-25-16,0 0-14 0,-2 1-8 0,2 0-4 16,3 3-6-16,-1 0-24 0,-1 0-79 15,2 0-114-15,0 0-221 0,-2-1-289 0,2 0-366 16,-1 2-430-16,-1-2-172 0,1 1 413 15,-1 1 794-15</inkml:trace>
  <inkml:trace contextRef="#ctx0" brushRef="#br1" timeOffset="43451.01">10343 9037 308 0,'0'26'1022'0,"-2"1"459"0,-1-1 11 16,-2-1-236-16,-1 0-504 0,0 0-281 0,1-2-161 15,0-4-101-15,-1 1-84 0,4-4-56 16,-2 0-36-16,4-1-18 0,0-2-9 0,4-2-13 15,-2-1-40-15,1-1-74 0,0-1-76 16,2-2-143-16,-2 0-241 0,1-1-330 0,-1 1-318 16,0 1-206-16,3 2-7 0,-3 1 532 0</inkml:trace>
  <inkml:trace contextRef="#ctx0" brushRef="#br1" timeOffset="43601.74">10414 9613 140 0,'8'25'729'15,"-2"3"432"-15,-1-3 96 0,-2 2-78 0,-1 0-318 16,-2 0-273-16,0 0-155 0,0 0-92 0,-2-2-61 15,1 0-72-15,-1 2-83 0,2-4-61 16,-2 0-32-16,2-3-16 0,0-1-10 0,0-2-14 16,0-3-57-16,0 0-76 0,-3-2-149 15,-1-3-274-15,1-1-310 0,-2-1-381 0,0-2-297 16,-3-1-5-16,2-4 663 0</inkml:trace>
  <inkml:trace contextRef="#ctx0" brushRef="#br1" timeOffset="43915.57">10816 8399 155 0,'11'-17'524'0,"-5"2"287"15,2 4 208-15,-3 2-64 0,1 3-255 16,3 3-155-16,-4 5-35 0,0 2-6 0,0 7-59 16,0 2-84-16,-2 7-63 0,1 4-67 15,-4 5-75-15,2 4-63 0,-2 2-41 0,-2 5-21 16,2-2-16-16,2 3-9 0,-2 0-4 0,3 0-4 16,2-2-32-16,0 0-73 0,0-1-69 15,1-6-140-15,2 1-264 0,-2-6-325 0,2-2-332 16,0-1-212-16,1-4-9 0,-1-1 570 15</inkml:trace>
  <inkml:trace contextRef="#ctx0" brushRef="#br1" timeOffset="44084.97">11056 9349 168 0,'0'38'907'0,"-1"1"542"16,-4 4 33-16,-2 0-196 0,-2 0-430 0,-2 1-336 16,-3 0-194-16,4 0-103 0,-1-2-69 15,0-3-63-15,3-3-41 0,3-3-26 0,2-3-15 16,3-3-6-16,0-2-18 0,3-2-51 0,1-3-71 15,-1-1-91-15,0-1-152 0,3-2-222 16,-3 1-326-16,2 0-292 0,0 0-193 0,-2 1 54 16,0 2 510-16</inkml:trace>
  <inkml:trace contextRef="#ctx0" brushRef="#br1" timeOffset="44199.17">11016 10226 36 0,'2'32'450'16,"1"1"413"-16,-1 0 251 0,-2-1 4 0,-2 0-329 16,1 2-275-16,-1-1-203 0,-1-1-114 15,1-1-67-15,-2-3-52 0,2-2-36 0,1-2-47 16,-1-7-135-16,-1-2-244 0,1-4-279 15,-1-5-262-15,0-4-251 0,1-8-61 0,-1-4 416 16</inkml:trace>
  <inkml:trace contextRef="#ctx0" brushRef="#br1" timeOffset="44532.08">11673 9036 468 0,'3'-5'1324'0,"-3"8"281"0,-2 5-233 16,1 4-270-16,-1 4-480 0,-1 2-276 0,3 3-146 15,0 2-69-15,0-1-33 0,3 2-38 16,2 2-29-16,1 1-17 0,2-2-10 0,0 2-23 16,0-2-47-16,2 1-56 0,0-2-46 0,0 0-40 15,0 0-35-15,0 0-4 0,-2-1 46 16,1 2 66-16,0 4 52 0,-3-3 34 0,1 4 23 15,-1 4 11-15,0 0 5 0,0 3 8 16,-1 1 6-16,-2 5 10 0,1 0 12 0,0 3 31 16,-2 3 21-16,0 4 10 0,-1 3 1 0,-1 1-5 15,0 2-12-15,0-3-26 0,-3-2-39 16,3 0-48-16,-5-6-66 0,0-3-183 0,-3-5-296 16,-4-3-284-16,1-7-281 0,-8-5-203 0,-2-5 125 15,-4-7 610-15</inkml:trace>
  <inkml:trace contextRef="#ctx0" brushRef="#br1" timeOffset="44966.12">9636 9962 37 0,'5'8'666'0,"0"1"568"16,-2 0 147-16,0 0-160 0,-1 0-275 15,1 2-370-15,-2 1-190 0,-1 2-104 0,0-1-57 16,0 2-43-16,0 0-62 0,0 3-54 0,0 2-31 16,-1 0-18-16,1 4-10 0,0 2-5 15,1 1-3-15,-1 1-2 0,3-1-6 0,-1 2-22 16,1 0-33-16,1 0-39 0,2 1-41 16,0-1-35-16,3 0-29 0,1 2 2 0,-2-3 26 15,3 2 46-15,-3 0 45 0,0 1 34 0,0 0 31 16,0 2 19-16,-2 1 11 0,-1-4 1 15,-2 2 4-15,0-2 0 0,-1-2-4 0,-1-1-1 16,1-3-23-16,-2-3-52 0,-3-3-173 16,-2-3-296-16,-3-5-269 0,-2-1-282 0,-4-7-220 15,-2-3 107-15,-6-4 581 0</inkml:trace>
  <inkml:trace contextRef="#ctx0" brushRef="#br1" timeOffset="45965.72">7265 9974 405 0,'1'0'758'15,"1"0"234"-15,1-2 57 0,-1 0-284 0,1 1-240 16,0 0-171-16,3-3-93 0,-3 2-28 0,4-2-35 16,-1 1-45-16,2 2 20 0,3-2 21 0,0 3-3 15,5-2-19-15,0 2-20 0,1 0-14 16,1 0-50-16,2 0-39 0,2 2-23 15,-1-2-13-15,2 3-6 0,3-2-5 0,-3 1-8 16,1-1-62-16,0 0-58 0,-2 2-137 0,-2-3-270 16,-2 4-294-16,-1-2-340 0,-4 4-228 0,-2-2-15 15,0 2 548-15</inkml:trace>
  <inkml:trace contextRef="#ctx0" brushRef="#br1" timeOffset="46132.33">7867 10063 31 0,'14'8'526'15,"-1"-3"423"-15,-1 0 190 0,-2-2-39 0,0 0-325 16,-1 0-332-16,1-1-192 0,-1-2-92 0,2 0-44 16,0-4-39-16,2 2-38 0,1-3-19 15,2-2-10-15,1-1-4 0,2 1-5 0,0-2-15 16,0 2-56-16,0-2-125 0,3 1-198 0,-3 3-287 16,2 1-265-16,-1 2-215 0,-1 0 29 15,-1 4 388-15</inkml:trace>
  <inkml:trace contextRef="#ctx0" brushRef="#br1" timeOffset="46415.98">7328 9518 183 0,'-32'-8'856'16,"5"3"446"-16,4-1 11 0,4 0-204 0,1 0-437 16,7 1-345-16,2-1-165 0,4 1-85 15,2-3-42-15,6 1-20 0,5 0-10 0,1 1-1 16,6-2-4-16,2 3 3 0,5 1 0 0,2 2 2 16,6 2 2-16,2 0-2 0,4 0-15 15,0 0-21-15,2 2-42 0,0 2-92 0,0-2-148 16,1 1-268-16,1 0-268 0,-2 0-251 0,0 1-143 15,0 0 204-15,-3 0 473 0</inkml:trace>
  <inkml:trace contextRef="#ctx0" brushRef="#br1" timeOffset="46572.56">8131 9518 74 0,'27'6'394'0,"-3"-1"230"0,-2 1 215 16,0 0 24-16,0 0-247 0,-3-2-181 0,2 0-98 15,-3-3-52-15,2 0-76 0,-1-1-68 0,1-1-60 16,-1-2-31-16,3-1-17 0,0-1-9 0,-1-2-10 15,1-2-40-15,2 0-87 0,-5 0-137 16,3-2-282-16,-2 0-255 0,-2 1-208 0,2 0-49 16,-1-1 238-16,-1 1 378 0</inkml:trace>
  <inkml:trace contextRef="#ctx0" brushRef="#br1" timeOffset="46898.22">7119 8824 319 0,'-8'-5'950'0,"2"5"332"0,3-1-49 15,3 1-196-15,3-1-508 0,5 1-272 0,6-4-134 16,7 3-62-16,2-2-29 0,6 0-16 0,4-2-6 16,7 1-2-16,5 0 0 0,3-1-5 15,6 0-1-15,2 1-13 0,-3 0-50 0,1-1-128 16,-2 4-242-16,-2 0-274 0,-5 1-275 0,-3 2-244 16,-6 3-1-16,-4 1 440 0</inkml:trace>
  <inkml:trace contextRef="#ctx0" brushRef="#br1" timeOffset="47066.16">8246 8881 168 0,'32'3'547'16,"-2"-1"273"-16,0-1 173 0,-3-1-28 0,1 0-350 15,-2-1-187-15,1-3-93 0,-2 0-59 16,0 0-68-16,2-4-70 0,-2 2-65 0,1-1-33 16,4-2-23-16,-1 0-15 0,2 0-7 15,-1 4-11-15,3 0-34 0,-3 0-80 0,0 0-93 16,-1 4-102-16,-1-1-110 0,1 4-110 15,-1 0-82-15,-1 2-39 0,-2-2-27 0,0 4 26 16,-4 1 111-16,0-1 156 0,-1 0 155 0</inkml:trace>
  <inkml:trace contextRef="#ctx0" brushRef="#br1" timeOffset="47347.59">7581 8328 14 0,'-38'7'939'0,"6"2"779"0,2-4-72 0,7-1-373 16,7-1-328-16,5-2-520 0,8-2-232 15,7-2-102-15,10-1-42 0,10-5-21 0,8-2-10 16,7-2-7-16,9-6-5 0,7 2-5 0,5-1-5 15,4 0-31-15,0 0-79 0,1 3-116 0,0 4-242 16,-5 2-288-16,0 3-355 0,-4 4-369 16,-4 2-113-16,-6 2 462 0,-2 6 735 0</inkml:trace>
  <inkml:trace contextRef="#ctx0" brushRef="#br1" timeOffset="47510.28">8716 8294 356 0,'17'7'1035'0,"-4"-3"329"15,0 1-91-15,-1 1-222 0,-4-3-510 0,2 0-265 16,1 0-138-16,0-3-61 0,0 0-33 16,3-1-22-16,-1-3-6 0,4-2-20 0,-2-3-39 0,0 1-104 15,-2-3-208-15,1-1-282 0,-3-2-289 16,1 1-275-16,-2-2-152 0,-2 0 311 0,-3-1 589 16</inkml:trace>
  <inkml:trace contextRef="#ctx0" brushRef="#br1" timeOffset="47698.5">8421 7725 619 0,'-32'3'1609'0,"5"0"141"0,-2 1-357 16,6 1-362-16,2-1-475 0,8-1-309 15,1-1-133-15,7-1-60 0,4-2-30 0,7-1-13 16,8-2-7-16,10-4 1 0,6-1-2 0,6-1-8 15,7-3-64-15,4-4-68 0,1 2-132 0,2-3-266 16,0 1-307-16,0-1-377 0,0 2-275 16,-3-1-69-16,-2 1 569 0</inkml:trace>
  <inkml:trace contextRef="#ctx0" brushRef="#br1" timeOffset="47874.92">9321 7399 929 0,'12'6'1962'0,"-7"2"-127"15,-2 1-483-15,-2-3-399 0,1-1-469 0,2 0-275 16,-2-2-113-16,1-2-52 0,4-1-24 0,2 0-12 16,7-2-19-16,0-5-67 0,4-1-121 15,-1-4-240-15,0 2-286 0,2-2-385 0,-4 2-509 16,-1 0-282-16,-2 4 547 0,0 1 922 0</inkml:trace>
  <inkml:trace contextRef="#ctx0" brushRef="#br1" timeOffset="54217.95">12949 9168 445 0,'4'-6'961'0,"-1"0"265"15,-3 0-53-15,0 1-254 0,0 1-312 0,0-2-135 16,0 3-69-16,0-3-49 0,-3 1-42 0,3 0-48 16,-4-2-71-16,2-1-68 0,1 1-40 15,-1-2-21-15,1 2-11 0,-3-2-3 0,1 0-4 16,1 0-3-16,-1 0-5 0,2-2-1 0,-3 2-2 16,1-1 0-16,0-1-3 0,-1 1 1 15,1-1-3-15,-1-1-2 0,1 0-3 0,-2 2-3 16,2-3-1-16,0 2-1 0,-2-1 1 15,1 1-2-15,1-1-19 0,-2-1 0 0,0 2 0 16,0 1 0-16,0-2 0 0,-4 0 0 0,3 0 0 16,-2-2 0-16,0 1 0 0,-5-1 0 0,2 1 0 15,0-4 0-15,-3 2 0 0,-1 0 0 16,-2-1 0-16,-2-1 0 0,2 0 0 0,-4 0 0 16,-1-1 0-16,1 1 0 0,-1-1 0 15,0 3 0-15,0 0 0 0,-2-1 0 0,1 3 0 16,-2-2 0-16,2 0 0 0,-2 4 0 0,0-3 0 15,-1 2 0-15,1-1 0 0,-2 0 0 16,3 1 0-16,-3-1 0 0,1 1 0 0,-1-2 0 16,0 1 0-16,0 0 0 0,2-3 0 0,1 5 0 15,-1-3 0-15,-1 2 0 0,3-1 0 16,0 0 0-16,0 1 0 0,-1 2 0 0,1 0 0 16,-1-1 0-16,1 1 0 0,-3-1 0 15,0 4 0-15,-2-3 0 0,1 4 0 0,0-1 0 16,-1 1 0-16,1 1 0 0,-2 0 0 0,1 2 0 15,-1 0 0-15,1 1 0 0,0 0 0 0,-1 2 0 16,-1-2 0-16,2 2 0 0,-1 0 0 16,-1 0 0-16,0 2 0 0,0-1 0 0,0 0 0 15,0 1 0-15,0 0 0 0,-2-1 0 16,2 0 0-16,0 1 0 0,-1 1 0 0,-1-2 0 16,0 2 0-16,1-2 0 0,-1 3 0 0,1-1 0 15,-1 0 0-15,2 0 0 0,1 1 0 16,1 0 0-16,2 0 0 0,-1 3 0 0,-1-1 0 15,3 2 0-15,0 1 0 0,0 0 0 16,-1-1 0-16,2 5 0 0,-1-2 0 0,0 1 0 16,0 2 0-16,-1 2 0 0,2-2 0 0,-1 1 0 15,1 0 0-15,-1 2 0 0,0-1 0 0,1 1 0 16,-3-1 0-16,3 1 0 0,-2 1 0 16,0 1 0-16,-2-1 0 0,0 2 0 0,-1 1 0 15,-4 1 0-15,1 0 0 0,-1 1 0 16,-2 0 0-16,2 1 0 0,-2 0 0 0,3-1 0 15,1 0 0-15,-1 1 0 0,4-1 0 0,-1-1 0 16,3 2 0-16,0-1 0 0,2-1 0 0,1 2 0 16,2 1 0-16,2-2 0 0,0-1 0 15,2 2 0-15,1-1 0 0,2 1 0 0,1 0 0 16,0 1 0-16,1 3 0 0,2-1 0 16,1 1 0-16,-2 5 0 0,3-4 0 0,1 2 0 15,-2 1 0-15,3 1 0 0,-1 0 0 0,1 0 0 16,0 1 0-16,-2 0 0 0,3 0 0 15,-1 2 0-15,-1-2 0 0,-2 3 0 0,3-4 0 16,-1 4 0-16,-1-3 0 0,2 4 0 0,-3-4 0 16,2 3 0-16,-1-2 0 0,0 1 0 15,-1 0 0-15,1 0 0 0,2 0 0 0,-2-1 0 16,-1 2 0-16,2-1 0 0,-1 0 0 0,0 3 0 16,-1-3 0-16,2 3 0 0,-1-3 0 15,-1 3 0-15,1 2 0 0,0 1 0 0,0 0 0 16,-1 0 0-16,1-1 0 0,0 3 0 0,0-1 0 15,0 0 0-15,2 1 0 0,1-1 0 16,0 1 0-16,0-1 0 0,2 0 0 16,2 2 0-16,1-3 0 0,1 0 0 0,1-2 0 15,3-1 0-15,1 0 0 0,1 1 0 0,3-3 0 16,0 1 0-16,0-1 0 0,4-1 0 0,-2 0 0 16,1-2 0-16,4 3 0 0,-1-2 0 15,2-1 0-15,0 0 0 0,0 0 0 0,4-2 0 16,-1 1 0-16,-1-1 0 0,4 0 0 15,0-3 0-15,-1 2 0 0,1 0 0 0,2-3 0 16,0 3 0-16,0-2 0 0,0-2 0 0,1 0 0 16,0 0 0-16,0-2 0 0,2 3 0 0,1-3 0 15,0-1 0-15,1 0 0 0,1 0 0 16,1 0 0-16,2-1 0 0,-1-2 0 0,1 1 0 16,0-2 0-16,0 1 0 0,0-3 0 15,1 1 0-15,2 0 0 0,-2 0 0 0,2-1 0 16,-1-2 0-16,-1 0 0 0,3 0 0 0,-2-1 0 15,3-2 0-15,-1-1 0 0,2-3 0 16,2-1 0-16,3-3 0 0,1-3 0 0,2-2 0 16,0-5 0-16,5-2 0 0,0-2 0 15,1-5 0-15,-1-1 0 0,3-4 0 0,1 0 0 16,-1-4 0-16,0 1 0 0,1-2 0 0,-1 0 0 16,2 0 0-16,-2-2 0 0,3 2 0 0,-1 0 0 15,-1 1 0-15,-1 0 0 0,-2 2 0 16,-1 0 0-16,0 0 0 0,-2 2 0 15,-2 1 0-15,-2 1 0 0,-1-2 0 0,-2 3 0 16,0-1 0-16,-3-2 0 0,-1-2 0 0,0 0 0 16,-2-4 0-16,-1-2 0 0,2-3 0 0,-1-2 0 15,-1-4 0-15,-1-1 0 0,-1-3 0 16,-3 1 0-16,1-2 0 0,-3 2 0 0,-1-2 0 16,-3 1 0-16,0 4 0 0,-2-3 0 15,0 4 0-15,-1 0 0 0,-5-2 0 0,3 2 0 16,-4-1 0-16,-1 0 0 0,0 2 0 0,-4 0 0 15,0-1 0-15,-1 1 0 0,-2-1 0 16,1 1 0-16,-2-3 0 0,1 3 0 0,-2-2 0 16,4-3 0-16,-2 0 0 0,1-1 0 0,0 1 0 15,0-2 0-15,3 1 0 0,-2 1 0 0,0-1 0 16,1 2 0-16,-2 0 0 0,1 0 0 16,1 1 0-16,-2 0 0 0,0 0 0 0,-1 4 0 15,-1-3 0-15,1 2 0 0,-1 4 0 16,-1-4 0-16,0 3 0 0,1 2 0 0,-1 0 0 15,1 2 0-15,-5-1 0 0,5 0 0 0,-2-2 0 16,-1 4 0-16,-1-4 0 0,3-1 0 16,-4-1 0-16,1-1 0 0,0-2 0 0,0-3 0 15,1 1 0-15,-1-2 0 0,-1-1 0 0,-2 0 0 16,3 2 0-16,-3 0 0 0,1 1 0 16,-2 2 0-16,1 1 0 0,0 1 0 0,-1 1 0 15,-1 2 0-15,2 1 0 0,-2 2 0 16,1 2 0-16,-1-3 0 0,0 2 0 0,0 2 0 15,0 0 0-15,-1 1 0 0,-1 0 0 0,-1-2 0 16,1 2 0-16,-1 0 0 0,0-1 0 0,-2 0 0 16,2 0 0-16,-3 0 0 0,1 0 0 15,0 2 0-15,1 0 0 0,-5 0 0 0,2 2 0 16,-1-3 0-16,0 3 0 0,-2 1 0 16,0 1 0-16,0-2 0 0,0 3 0 0,0 1 0 15,-2 0 0-15,1 1 0 0,0-1 0 0,0 2 0 16,-1 0 0-16,0 1 0 0,3 1 0 15,-4-3 0-15,1 2 0 0,-1 0 0 0,0 0 0 16,-1 0 0-16,-2-1 0 0,3 1 0 0,0-2 0 16,-2 4 0-16,-1-2 0 0,2 5 0 15,0-3 0-15,-2 4 0 0,0-1 0 0,2 2 0 16,-2 0 0-16,0 1 0 0,-1 1 0 16,3 0 0-16,-2 1 0 0,0 0 0 0,1 0 0 15,0 0 0-15,-1-1 0 0,2 2 0 0,-2-3 0 16,0 3 0-16,-1-2 0 0,1 0 0 15,-1 1 0-15,-2-2 0 0,-2 2 0 0,1-1 0 16,-1 0 0-16,-1-1 0 0,0 1 0 0,0 2 0 16,1-3 0-16,-1 2 0 0,2 1 0 0,0 0 0 15,2 0 0-15,0 1 0 0,1-1 0 16,2 2 0-16,0 0 0 0,4 0 0 16,-2 0 0-16,2 0 0 0,4 0 0 0,-2 0 0 15,3 0 0-15,1 0 0 0,2 0 0 16,0 0 0-16,-1 0 0 0,3 2 0 0,-1 1 0 15,2 1 0-15,0 2 0 0,2 2 0 0,1 5 0 16,-1 1 0-16,1 2 0 0,-1 6-407 0,-6 3-348 16,-1 3-424-16,-4 6-523 0,-5 5-393 15,-5 7 591-15,-2 7 1005 0</inkml:trace>
  <inkml:trace contextRef="#ctx0" brushRef="#br1" timeOffset="55136.18">9396 11628 286 0,'3'-5'805'0,"-1"2"332"0,1 2 32 0,-1 0-244 16,-1-1-331-16,2 0-244 0,-1 0-125 15,-1 2-3-15,1 2 50 0,-1 0 21 0,1 2 1 16,1 4-17-16,2 1-24 0,-2 1-50 16,1 5-55-16,0 4-38 0,1 4-20 0,-1 6-12 15,1 4-5-15,0 2-4 0,2 5-7 0,-3 8-4 16,4 2-7-16,-2 2-3 0,-1 6-5 0,0 4-3 15,1 2-24-15,0 7-16 0,-3 6 0 16,1 5 0-16,-3 3 0 0,-1 6 0 0,0 1 0 16,0 4 0-16,0 5 0 0,-3 6 0 15,1 0 0-15,-1 6 0 0,-1 1 0 0,1 0 0 16,0-2 0-16,-1 1 0 0,3-2 0 0,-2-2 0 16,1-2 0-16,0-4 0 0,1-6 0 15,-1-3 0-15,2-9 0 0,0-4 0 0,0-9 0 16,0-9 0-16,2-6 0 0,-2-7 0 0,0-10 0 15,0-5 0-15,-2-8 0 0,2-4 0 16,-3-7 0-16,0-6 0 0,-2-2 0 0,-1-8 0 16,1-6 0-16,0-6 0 0,2-4 0 15,-2-7-137-15,2-4-257 0,3-5-279 0,0-1-359 16,3-4-449-16,2-1-360 0,3-4 128 0,3-2 954 16</inkml:trace>
  <inkml:trace contextRef="#ctx0" brushRef="#br1" timeOffset="56064.93">12758 11365 7 0,'10'-1'523'0,"0"1"488"0,-4-2 225 16,2 2-57-16,0 2-262 0,-2-2-278 0,2 1-158 16,-1 1-85-16,-2 0-49 0,2 1-44 0,-2 1-59 15,1 1-62-15,-1 1-47 0,0 1-30 0,1 3-18 16,0 2-13-16,-2 3-12 0,0 5-10 16,0 2-5-16,1 3-6 0,-4 5-3 0,2 6-3 15,0 1-1-15,0 6-18 0,-1 4-16 16,-1 4 0-16,-1 4 0 0,0 6 0 0,0 3 0 15,0 5 0-15,-1 2 0 0,-1 8 0 0,1 3 0 16,-1 7 0-16,-4 5 0 0,5 2 0 0,-4 5 0 16,0 2 0-16,0 5 0 0,0 0 0 15,2 3 0-15,-3 3 0 0,1-2 0 16,0-2 0-16,2-3 0 0,0-2 0 0,1-5 0 16,-1-1 0-16,2-2 0 0,1-5 0 0,-2 0 0 15,0-2 0-15,0-5 0 0,0 0 0 0,2-4 0 16,-2-4 0-16,2-2 0 0,-1-6 0 15,-1-3 0-15,1-10 0 0,-1-4 0 0,2-8 0 16,-2-4 0-16,1-8 0 0,-1-5 0 16,1-5 0-16,-1-5 0 0,0-5 0 0,-1-1 0 15,-2-3 0-15,1-3 0 0,-1-4 0 0,0-1 0 16,1-1 0-16,-3-2 0 0,4-1 0 16,-3-2 0-16,1 0 0 0,2-1 0 0,1 2 0 15,1 1 0-15,-1 0 0 0,1-1-31 16,-1 0-237-16,0 1-238 0,-1 0-308 0,0 0-397 15,-3-1-466-15,1 2-176 0,-1-2 497 0,-4 2 910 16</inkml:trace>
  <inkml:trace contextRef="#ctx0" brushRef="#br1" timeOffset="57370.23">9231 16268 24 0,'5'-7'527'0,"-2"1"486"16,1 0 232-16,-3-1-71 0,1 2-332 0,-2 1-225 15,2 0-139-15,-1 2-85 0,-1-1-52 0,2 2-42 16,-1-1-50-16,-1 0-69 0,0 2-58 0,2-1-36 15,-2 1-21-15,4 0-15 0,-4 0-4 16,2 1-1-16,-1 3 1 0,3 0 0 0,-1 3 2 16,0 2 2-16,0 4-2 0,2 5-4 0,0 4-4 15,-1 3-4-15,1 5-4 0,0 5-27 0,0 3-5 16,-2 5 0-16,2 3 0 0,-2 3 0 16,1 4 0-16,-2 1 0 0,-1 0 0 0,1-1 0 15,-2 0 0-15,3-3 0 0,-1-6 0 0,-2-4 0 16,3-4 0-16,0-6 0 0,-1-3 0 0,1-6 0 15,0-5 0-15,3-3 0 0,-1-4 0 0,0-5 0 16,1-4 0-16,1-6 0 0,2-3 0 0,1-9 0 16,-1-6 0-16,4-3 0 0,-2-6 0 15,2-2 0-15,1-6 0 0,0-4 0 0,3 0 0 16,-1-4 0-16,3 2 0 0,0-1 0 0,-1-1 0 16,0 4 0-16,-2-1 0 0,2 4 0 0,-4 5 0 15,-2 2 0-15,-2 5 0 0,0 6 0 0,-3 3 0 16,-2 6 0-16,0 2 0 0,-5 4 0 15,0 3 0-15,0 1 0 0,-5 5 0 0,-1 2 0 16,-2 5 0-16,-3 5 0 0,1 6 0 0,-2 1 0 16,2 3 0-16,-4 6 0 0,3 1 0 0,0 5 0 15,-2 3 0-15,5 1 0 0,0 3 0 16,0 3 0-16,1 0 0 0,2 0 0 0,2-1 0 16,1 1 0-16,1-3 0 0,2-3 0 0,2-2 0 15,-1-5 0-15,4-3 0 0,0-5 0 0,2-1 0 16,0-6 0-16,0-2 0 0,3-4 0 0,2-3 0 15,1-5 0-15,-1-4 0 0,1 0 0 16,0-6 0-16,2-1 0 0,0 0 0 0,-3-2-52 16,-1-3-137-16,-2 0-150 0,-1 0-267 0,0 1-329 15,-2 0-417-15,-1 0-365 0,-1 0-23 0,0-4 745 16</inkml:trace>
  <inkml:trace contextRef="#ctx0" brushRef="#br1" timeOffset="57899.9">9863 16483 63 0,'1'-3'759'0,"-1"2"781"0,0-1 132 0,0 4-311 15,0-1-435-15,0 0-386 0,0 4-211 16,0 0-146-16,2 2-75 0,-1 4-33 0,4 4-16 0,-1 1-8 16,1 4-5-16,0 1-4 0,2 4-2 15,2 0-4-15,-1 0-4 0,1 5-3 0,-1-4-4 16,3 4-4-16,-3-2-4 0,2-1-3 0,-1 0-3 15,-1 0-3-15,2-2-2 0,-2-2-6 0,-1-1-4 16,0-2 0-16,-3-5-3 0,1 2 10 0,-1-7 7 16,-3 0 11-16,2-2 10 0,-3-4 2 15,0 1 2-15,-1-4-9 0,-2-1-7 0,-1-1-7 16,1-5-6-16,-2-3-4 0,0-3-2 0,-1-4-1 16,2-6-2-16,-1-2 0 0,0-3 1 0,0-5 0 15,2 0 1-15,-2-5 1 0,4-1 1 0,-1-3 0 16,-1 0 1-16,3-2-1 0,3 0 0 15,-1-1-1-15,2 2 0 0,1 2-1 0,2 2 1 16,-1 3-1-16,3 6 0 0,-1 0 1 0,-1 7-1 16,1-1 1-16,1 5-1 0,-3 3 1 0,2 1 0 15,0 5 0-15,0 1 0 0,0 0 0 16,0 5 2-16,0 2 0 0,1 2 0 0,-1 4 0 16,0 3 3-16,1 0 1 0,-2 4 0 0,-1 3-5 15,-3 6-1-15,1 2 0 0,-4 2 0 0,-2 4 0 16,0 1 0-16,-2 2 0 0,-3 2 0 15,-2 1 0-15,3 1 0 0,-2-3 0 0,-1 3 0 16,2-5 0-16,2 0 0 0,0-5 0 0,1-1 0 16,2-1 0-16,0-5 0 0,4 0 0 0,1-5 0 15,0 2 0-15,2-4 0 0,3-2 0 16,0 0 0-16,1-3 0 0,-1-3 0 0,3-1-55 16,0-1-97-16,-1-2-119 0,2 0-235 0,-2 1-310 15,4-1-389-15,0 2-412 0,-1 1-146 0,4 0 464 16,-2 1 831-16</inkml:trace>
  <inkml:trace contextRef="#ctx0" brushRef="#br1" timeOffset="58119.01">10508 17058 32 0,'8'12'966'0,"-1"-3"826"16,-4-5-85-16,-3-1-392 0,-3-4-394 0,2-7-401 16,-3-4-258-16,0-5-110 0,-1-8-48 15,2-3-25-15,1-7-20 0,1-5-13 0,1-6-11 16,1-1-7-16,1-6-4 0,3 0-6 0,-2-5-6 15,3 0-6-15,0 1-3 0,1 1-2 0,-2 4-3 16,-1 4-1-16,1 4 0 0,0 7 0 0,-4 5-1 16,-1 4 0-16,0 6-12 0,-3 3-21 15,-3 7-47-15,0 5-77 0,-6 3-127 0,-2 8-233 16,-2 3-306-16,-2 7-377 0,-2 1-352 0,0 3-123 16,-2 3 479-16,1 1 743 0</inkml:trace>
  <inkml:trace contextRef="#ctx0" brushRef="#br1" timeOffset="58321.75">10245 16497 353 0,'1'4'1111'0,"-1"1"434"16,0-1-87-16,2 1-266 0,0 1-491 0,1 0-254 15,2 3-155-15,1 0-87 0,3 1-55 0,3 1-44 16,0 2-29-16,2 2-22 0,2 0-15 0,3 2-17 16,0 0-12-16,-1 3-7 0,2 1-5 15,-1 1-2-15,2 1-11 0,-1 0-35 0,-1-1-83 16,-1-3-134-16,-2 1-260 0,1-3-312 0,-3-2-395 15,3-5-412-15,-1-1-54 0,-3-6 636 0</inkml:trace>
  <inkml:trace contextRef="#ctx0" brushRef="#br1" timeOffset="58601.62">10824 16284 367 0,'-8'-26'1503'0,"1"6"388"0,-4 5-351 0,-3 2-397 0,0 7-429 16,-2 0-356-16,2 6-161 0,-2 4-74 15,3-2-39-15,1 6-25 0,4-1-19 0,2 4-15 16,2 1-11-16,3 1-6 0,2 4-4 0,4-1-1 16,3 5-2-16,3 0-1 0,3 3-1 0,2-3-1 15,2 5 0-15,0-1 0 0,2 1 0 16,0 1 1-16,0 0 0 0,-2 1 0 0,1-1 0 16,-5 4 0-16,2-3 0 0,-5 3 1 0,-3 2 1 15,0 1 1-15,-3 3 1 0,-4 0 1 0,-1 0 0 16,-3 0 0-16,0 1-1 0,-5-3-2 0,2 0 0 15,-2-4-2-15,1-2 0 0,-1-5-4 16,-1-5-11-16,4-5-20 0,-1-7-42 0,-1-7-78 16,0-5-110-16,2-7-200 0,2-2-300 0,1-5-359 15,1-5-367-15,1 1-152 0,1-4 304 16,1-2 741-16</inkml:trace>
  <inkml:trace contextRef="#ctx0" brushRef="#br1" timeOffset="58765.78">11091 16417 338 0,'10'-1'1206'16,"-3"6"496"-16,1 8-164 0,-3 3-344 0,-2 8-493 16,0 6-265-16,-1 0-183 0,1 7-102 0,0 1-57 15,2 7-31-15,-2-1-24 0,2 6-18 16,0 0-12-16,0 3-25 0,2-2-81 0,-4-4-94 0,2-3-193 16,-2-6-284-16,-3-7-356 0,-3-4-426 15,0-10-222-15,-5 0 205 0,-3-11 808 0</inkml:trace>
  <inkml:trace contextRef="#ctx0" brushRef="#br1" timeOffset="58967.95">10898 16476 485 0,'-3'-34'1356'16,"-2"4"352"-16,3 6-259 0,-2 5-353 16,2 4-485-16,2 0-247 0,0 3-167 0,2 3-92 15,4 0-40-15,0 4-27 0,4-1-18 0,4 1-9 16,0 2-4-16,5 1-3 0,1 4-2 0,1 1-2 15,3 3-2-15,-3 3-28 0,4 3-77 16,-3 4-86-16,2 4-172 0,-2 5-285 0,0 2-344 16,0 7-365-16,-4 0-194 0,2 3 139 0,-1 2 703 15</inkml:trace>
  <inkml:trace contextRef="#ctx0" brushRef="#br1" timeOffset="59265.58">11532 17170 74 0,'0'14'907'0,"0"-4"755"0,-3-2-23 16,0-6-334-16,-4-6-416 0,1-4-376 0,-2-8-235 16,0-6-123-16,0-5-56 0,2-7-37 15,1-5-24-15,0-5-19 0,-1-4-7 0,3-5-6 16,0-1-2-16,1-2 0 0,1-1 0 0,1-2 2 16,1 0 3-16,4 3 3 0,-2 5 0 0,3 4 1 15,-2 6-1-15,0 8-1 0,1 6-1 16,0 7 2-16,0 6 3 0,1 5 7 0,3 6 3 15,-4 6 2-15,3 4-1 0,0 9-6 0,1 6-3 16,-1 5-6-16,1 6-3 0,1 3-4 0,1 6-3 16,-1 4 0-16,2 4 0 0,1 1-1 0,0 5 0 15,-2 2-1-15,3-3 0 0,-1 1-11 16,-2-7-29-16,0-2-76 0,-3-6-91 0,-3-5-178 16,-2-7-293-16,-5-6-355 0,1-2-410 0,-3-10-216 15,-2-3 169-15,-2-5 766 0</inkml:trace>
  <inkml:trace contextRef="#ctx0" brushRef="#br1" timeOffset="59432.72">11434 16851 14 0,'-6'-14'551'15,"3"6"487"-15,1 2 198 0,2 1-95 16,0 4-329-16,3-1-383 0,2 4-216 0,3-2-104 16,1 0-50-16,2 0-25 0,3 0-14 0,2-4-6 15,2 1-3-15,3-1-5 0,2-1-9 0,2 0-35 16,4 0-67-16,2 0-83 0,1 0-122 0,4 1-282 15,3 3-271-15,1-2-202 0,2 0-25 16,0-2 211-16,1 2 391 0</inkml:trace>
  <inkml:trace contextRef="#ctx0" brushRef="#br1" timeOffset="60001.04">11926 16470 241 0,'5'-15'860'0,"-1"2"459"0,-1 0 93 0,-1 2-151 16,-1 5-400-16,1 0-297 0,-2 4-160 0,0 0-108 16,0 4-85-16,-2 2-76 0,1 5-52 15,-1 5-28-15,2 3-15 0,-1 3-7 0,-1 5-3 16,2 5 2-16,0 2 2 0,0 3 3 0,2 2 2 16,-1 3 2-16,2-2-2 0,2 3-3 0,2-1-4 15,-1-1-5-15,2 0-6 0,1-3-4 0,1-1-6 16,2-3-3-16,0-3-4 0,0-3-2 15,2-4-1-15,1-1-2 0,0-5-1 0,-2 0-1 16,4-7 1-16,-4 2-2 0,4-5 1 0,-4-5 0 16,4-1-2-16,-2-5 1 0,0-1-6 0,-2-3-11 15,1-2-19-15,-2-2-36 0,-3-2-76 0,0 0-103 16,-2 0-188-16,-2 0-290 0,-1 0-357 16,-2 0-383-16,1 0-181 0,0 2 236 0,-3-1 747 15</inkml:trace>
  <inkml:trace contextRef="#ctx0" brushRef="#br1" timeOffset="60383.41">12454 16438 352 0,'-2'5'751'0,"1"0"303"0,-1-1 76 16,-1 0-283-16,1 1-272 0,1 1-171 0,-1 0-56 0,2-2 9 16,2 2 6-16,-1 0-21 0,1 2-28 15,0 1-36-15,-1 2-55 0,2 2-60 0,-1 2-46 16,6 2-25-16,-4 5-12 0,1 3-9 0,0 2-6 15,3 4-5-15,-2 1-8 0,0 4-8 0,2 3-8 16,-3 2-8-16,0 2-7 0,3 4-6 0,-2 2-6 16,-1-2-9-16,1 0 0 0,1-2 0 0,0-1 0 15,0-2-7-15,-1-4-13 0,-1-6-23 16,0-4-49-16,-4-4-84 0,-1-7-161 0,-3-4-274 16,3-2-340-16,-3-7-413 0,1-4-361 0,1-4 23 15,-2-4 774-15</inkml:trace>
  <inkml:trace contextRef="#ctx0" brushRef="#br1" timeOffset="60716.4">12944 16476 456 0,'12'-11'977'0,"-3"4"301"0,-3 4 61 0,2 3-227 0,1 4-323 16,-1 7-241-16,0 2-135 0,1 3-87 16,-2 6-93-16,-1 3-85 0,-1 3-49 0,1 6-31 15,-1 4-20-15,3 0-13 0,-2 4-10 0,-1 5-10 16,1-1-4-16,-1 1-5 0,4 0-4 15,-4 0-3-15,2-3-2 0,-1-4-5 0,0-4-11 16,-1-4-17-16,-2-7-39 0,-3-2-74 0,0-7-85 16,-5-5-158-16,-1-4-257 0,-2-7-328 0,0-4-337 15,-3-5-194-15,-3-4 48 0,0-4 613 16</inkml:trace>
  <inkml:trace contextRef="#ctx0" brushRef="#br1" timeOffset="60899.34">12816 16501 114 0,'6'-9'755'0,"2"4"476"0,-2 1 74 16,1 1-101-16,1 0-308 0,1-1-322 0,2-1-170 15,1-1-92-15,0 0-55 0,-1 0-69 0,5-1-76 16,-2-1-54-16,3 2-29 0,-1-2-17 0,0 1-45 16,-2 1-86-16,-4 2-122 0,2 1-234 15,-4 1-297-15,-3 1-371 0,-2 1-368 0,-3 0-92 16,-6 0 477-16,-4 0 714 0</inkml:trace>
  <inkml:trace contextRef="#ctx0" brushRef="#br1" timeOffset="61615.45">9924 15193 396 0,'-9'-18'828'0,"-1"1"330"0,2 0 32 15,0 3-318-15,2 2-288 0,1 3-147 16,0 2-111-16,4 1-85 0,1 1-60 0,3 2 20 15,3 1 3-15,2 0-37 0,6 2-13 16,4 2-12-16,4-1 0 0,3 2-32 0,5 0-31 16,5 0-3-16,3 0-7 0,3-2-1 0,5 1 4 15,3-2-5-15,5-2-1 0,4 1-4 16,1-2-6-16,1 0-3 0,3 0-9 0,2-1-7 16,3-2-4-16,3 1-5 0,-1-1-6 0,1-1-7 15,-1 3-4-15,0-2-11 0,-3 0 0 16,-1 1 0-16,-4 0 0 0,-2 2 0 0,-3 0 0 15,-5 0-1-15,-3 3-3 0,-2 0 1 0,-7 3-4 16,-5 1-13-16,-3 2-23 0,-7 2-58 16,-6 1-87-16,-6 3-180 0,-5-1-287 0,-4 3-350 15,-4 1-430-15,-3 1-319 0,-3-1 109 16,-4 0 857-16</inkml:trace>
  <inkml:trace contextRef="#ctx0" brushRef="#br1" timeOffset="61913.61">11268 14794 399 0,'-5'0'1422'15,"0"0"350"-15,5 2-301 0,0-1-365 16,5-1-465-16,5 2-315 0,3-1-162 0,5 1-71 16,6-2-31-16,6 2-9 0,3-1-4 0,4-1-1 15,4 1-11-15,5-1-6 0,1 3-5 16,5-1-9-16,-1 2-6 0,-2 1-4 0,1 1-3 15,-1 0-2-15,-4 1-1 0,-4 2 0 0,-2 2-2 16,-4-1 1-16,-3 2-1 0,-4 0 0 16,-7 2 0-16,-1 1 1 0,-4 0-1 0,-5 0 0 15,-4 1-1-15,-2 0 0 0,-5 2-11 16,-5-2-32-16,-2 0-77 0,-7 1-97 0,1-2-184 16,-7 0-293-16,-1-3-349 0,-2-1-377 0,-6-4-191 15,-3-2 226-15,-6-1 733 0</inkml:trace>
  <inkml:trace contextRef="#ctx0" brushRef="#br1" timeOffset="62323.84">10359 14858 338 0,'-6'-2'1122'0,"-2"0"503"0,-2 2-95 0,-1 0-311 15,0-2-501-15,-1 2-258 0,2-3-157 0,-1 2-103 16,-2 1-59-16,2-1-33 0,1 0-22 15,-2-2-18-15,1 3-15 0,0 0-9 0,-2 0-9 16,-1 3-8-16,0 0-7 0,-1 4-5 16,0 0-3-16,0 4-5 0,0 3-3 0,0 3 2 15,0 5 0-15,2 0-1 0,2 5 1 16,0 1-1-16,4 2 0 0,4 2-4 0,2 1-2 16,1 0 1-16,3-2-1 0,3-3 0 0,4 2 0 15,2-7 0-15,4-1-1 0,3-2-1 0,3-4-1 16,5-3-1-16,0-4 0 0,6-2-7 15,5-4-16-15,0-1-32 0,3-4-81 0,5-1-137 16,0-1-259-16,1-2-323 0,-1 1-408 0,2 2-459 16,-2 2-74-16,1 2 692 0</inkml:trace>
  <inkml:trace contextRef="#ctx0" brushRef="#br1" timeOffset="63796.16">16136 17571 667 0,'-8'24'1490'0,"1"-5"177"0,2-4-300 16,0-2-376-16,3-7-447 0,4-5-218 0,1-6-147 15,2-8-59-15,7-4-27 0,1-7-8 0,6-7-7 16,3-5-10-16,2-6-7 0,5-6-7 15,2-4-6-15,2-3-7 0,2-2-6 0,1-1-9 16,-1-1-3-16,2 2-7 0,-6 4-4 0,2-1-6 16,-3 7-1-16,-3 2-3 0,-2 5-1 15,-5 8-2-15,-3 4 0 0,-4 5-2 0,-3 6-1 16,-1 3-1-16,-6 3-2 0,-2 9-12 0,-1 2-21 0,-4 2-61 16,-8 5-80-16,0 5-169 0,-4 1-281 15,-3 4-330-15,-1 1-407 0,-3 1-301 0,0 0 47 16,-4 0 778-16</inkml:trace>
  <inkml:trace contextRef="#ctx0" brushRef="#br1" timeOffset="64015.7">16144 16943 342 0,'3'-4'1000'0,"-1"1"326"0,6 3-3 0,-2 3-144 15,7 3-464-15,4 3-249 0,2 4-112 0,3 1-56 16,5 6-62-16,0 2-61 0,3 7-53 0,0 2-27 15,3 4-27-15,-3 2-18 0,2 2-15 16,-2 3-11-16,-2 3-8 0,-1 0-10 0,0-1-5 16,-3 1-2-16,0 0-6 0,-2 0-8 0,-3-2-24 15,-3-2-57-15,-4-1-79 0,-1-8-151 16,-4-2-274-16,-4-4-327 0,-2-7-377 0,-1-6-299 16,0-6 8-16,-3-5 682 0</inkml:trace>
  <inkml:trace contextRef="#ctx0" brushRef="#br1" timeOffset="64565.08">16908 16823 74 0,'6'1'773'0,"-1"0"565"16,3 3 70-16,-2 0-126 0,0 0-329 15,3 4-386-15,1 2-196 0,0 1-88 0,1 4-47 16,3 2-64-16,1 2-49 0,0 1-33 0,1 5-21 15,1 1-17-15,1 4-13 0,-1 2-10 0,2 3-8 16,-3-1-7-16,0-1-2 0,-2 3-1 16,0-1-2-16,-3-2 0 0,-3-2-2 0,0-1 0 15,-2-1-3-15,-4-2-3 0,-2-3-1 0,-3 0 0 16,-5-2 0-16,0-4 1 0,0 0-1 0,-3-3 1 16,0-1-1-16,1-2 2 0,0-3-1 15,0-2-1-15,4-2 0 0,-2-1-2 0,0-2 0 16,3-4 0-16,0-2 0 0,2-4 1 0,2-4 0 15,1-4-4-15,0-5-1 0,0-8-1 0,1-2-1 16,2-7 0-16,-1-4-1 0,1-6 5 16,0-5 6-16,-1-3 2 0,0-6 2 0,2-2 1 15,-1-1 0-15,0-1 1 0,4 4-4 0,-1 4-5 16,2 6-2-16,1 5-3 0,-1 7-2 0,1 4 0 16,1 6-1-16,0 4 9 0,1 2 4 0,3 3 3 15,2 6 1-15,1 5 0 0,1 0 1 0,2 8-5 16,2 2-1-16,-1 7 0 0,1 1-2 15,2 5 1-15,-2 4 0 0,-3 5 0 0,2 2-1 16,-3 3-1-16,-2 1 1 0,2 3 0 0,-7 0 0 16,0 2 0-16,-3 0 2 0,-4 0 0 0,0 1 1 15,-4 0-1-15,-4-1-1 0,0-1 0 16,-4 0-1-16,-3-3-1 0,-4-3-1 0,0 0 0 16,-4-3 0-16,-2-4 0 0,-1-2 0 0,-1-3 0 15,-4-3 0-15,1-3-4 0,-1-1-18 0,0-2-35 16,1-3-74-16,-3-4-129 0,2-3-249 0,5-4-313 15,1-4-378-15,4-2-424 0,6-2-139 16,5 1 582-16,1-1 797 0</inkml:trace>
  <inkml:trace contextRef="#ctx0" brushRef="#br1" timeOffset="65497.36">17249 17176 184 0,'4'-9'811'15,"-4"3"480"-15,0 0 76 0,0 2-168 0,1 1-411 16,-1 1-286-16,0 1-136 0,2 2-87 0,1 2-56 16,1 2-38-16,3 5-41 0,2 5-33 0,1 0-18 15,7 6-15-15,-1 5-11 0,5 2-12 0,-1 2-10 16,5 2-9-16,-1-1-11 0,5-1-8 15,-1 1-6-15,2-5-5 0,2-2-2 0,0-1-3 16,-1-4-5-16,1-1-5 0,-1-3-2 0,-2-1 3 16,-1-2 1-16,-3-3-6 0,-3-2-11 0,-5 1-34 15,-2-4-65-15,-5-1-84 0,-5-3-161 16,-4 0-288-16,-2-4-327 0,-4-2-341 0,-2-2-233 16,-2-2 49-16,-4-5 674 0</inkml:trace>
  <inkml:trace contextRef="#ctx0" brushRef="#br1" timeOffset="65782.25">17758 16804 39 0,'13'-3'559'15,"-2"3"486"-15,2 0 214 0,-2 3-60 0,1 5-264 16,1 3-254-16,0 3-188 0,3 4-112 0,-4 3-65 16,2 2-57-16,1 4-83 0,-1 1-67 0,-1 2-34 15,1 3-24-15,-2 2-17 0,0 0-12 16,-2 3-10-16,0-1-7 0,1 1 2 0,0-2-1 16,-1-1 0-16,-1-2-15 0,1-3-51 0,-6-2-73 15,0-3-126-15,-3-2-219 0,-2-3-311 0,-1-5-367 16,-3-2-330-16,0-5-129 0,-4-6 440 0,1-3 705 15</inkml:trace>
  <inkml:trace contextRef="#ctx0" brushRef="#br1" timeOffset="66095.36">17788 16662 169 0,'0'-32'803'15,"3"7"423"-15,-1 1 40 0,3 7-177 0,1 4-384 16,8-1-257-16,-1 4-127 0,8 2-65 0,1 4-41 15,5 1-25-15,5 4-43 0,1 3-33 0,6 2-19 16,1 4-12-16,2 2-5 0,1 3 3 0,-2 4 3 16,2 4-32-16,-4 5-12 0,-1 4-7 15,-1 4-3-15,-6 4-15 0,-2 3-9 0,-6 7-1 16,-3 0 2-16,-5 5 5 0,-7 2 3 0,-5-1 15 16,-3 1 7-16,-6-2 2 0,-4-1-5 15,-4-2-4-15,-2-7-3 0,-2 1-11 0,-6-6-3 16,1-4-4-16,-2-4-3 0,-2-4-2 0,1-2-2 15,0-5-2-15,2-3-8 0,2-3-21 0,0-3-66 16,0-5-79-16,6-5-143 0,-1-2-273 16,6-3-329-16,4-3-390 0,4-3-279 0,5-1-6 0,4-1 642 15</inkml:trace>
  <inkml:trace contextRef="#ctx0" brushRef="#br1" timeOffset="66732.57">19223 16163 428 0,'14'-25'1248'0,"-5"4"405"15,-4 6-182-15,-2 6-315 0,-4 6-515 0,-3 8-230 16,-2 5-155-16,-2 8-85 0,-3 8-45 0,-2 6-26 16,1 11-19-16,-2 6-13 0,-2 11-14 0,-2 6-11 15,0 8-7-15,-2 7-7 0,-2 7-4 16,0 7-6-16,-3 5-3 0,3 6-5 0,-5 3-4 15,2 1-7-15,-1 2-5 0,1 1-3 0,4-1-3 16,1-5 0-16,1-4 1 0,5-6-3 0,1-5-11 16,4-11-22-16,2-9-70 0,1-8-80 0,3-10-185 15,-1-9-282-15,4-7-341 0,0-10-410 16,0-7-244-16,0-8 98 0,0-6 794 0</inkml:trace>
  <inkml:trace contextRef="#ctx0" brushRef="#br1" timeOffset="68013.67">19450 17046 244 0,'6'-29'885'0,"-2"2"420"0,-3 2 45 0,-1-1-146 15,2 4-403-15,-1-1-276 0,-1 3-129 0,0 1-84 16,-1 4-59-16,-1 0-60 0,2 5-58 0,-1-1-38 15,1 5-26-15,0 0-15 0,-2 1-15 16,2 5-9-16,-2 4-9 0,2 3-3 0,0 7-5 0,-1 7-4 16,-1 4-3-16,2 9-3 0,0 3-1 15,0 7-2-15,-1 1-1 0,1 4 2 0,0 3-1 16,0 1 0-16,1-1 5 0,-1 1 1 0,2-4 1 16,-1-4 0-16,1-4 0 0,0-8-1 0,-2-8-4 15,1-3-2-15,-1-6 0 0,0-7 1 0,0-6 2 16,0-10 1-16,-1-7-4 0,-1-9 0 15,0-7-4-15,-1-6-1 0,0-6-1 0,-3-4-3 16,3-3 4-16,-2-4 1 0,-1 0 4 0,-1-1 1 16,-2 0 1-16,4 1 1 0,0 3 2 0,1 6-1 15,2 5-3-15,0 6-2 0,2 6 0 16,0 6-2-16,0 5-1 0,5 5 0 0,2 5 0 16,-1 6 1-16,5 4 0 0,0 6 1 0,5 3 0 15,-4 5-2-15,6 3-2 0,-2 5 0 0,2 4-1 16,0 2 0-16,1 6-1 0,-3 4 3 15,4 5 1-15,-2 0 1 0,-1 3 4 0,-1 3 2 16,-2-1-1-16,0-2 1 0,-1-5-1 0,-2-5 1 16,2-5-4-16,-4-7-2 0,1-7 1 0,1-8 0 15,-2-6 2-15,1-9 1 0,2-9 0 0,-2-9 1 16,2-11 0-16,-2-6-2 0,1-9 0 0,2-5-2 16,-4-9-1-16,-1-2-1 0,0-6-3 15,-2-1 3-15,-1-1 2 0,-3 0 0 0,-4-1 2 16,-3 2 2-16,-1 5 0 0,2 5-1 0,-5 9-1 15,5 8-2-15,-1 6 0 0,0 11-2 0,-1 9 0 16,4 7-1-16,-2 12-2 0,0 9 0 16,1 10-3-16,3 8-11 0,0 8-22 0,3 2-41 15,1 3-76-15,0 3-107 0,1 0-204 0,3 1-298 16,-2 0-351-16,2-3-362 0,0-1-163 0,0-5 298 16,1-3 753-16</inkml:trace>
  <inkml:trace contextRef="#ctx0" brushRef="#br1" timeOffset="68214.77">20143 16677 197 0,'6'-18'986'0,"-1"6"569"15,-1 4-64-15,0 6-242 0,-1 8-444 16,2 7-310-16,-4 5-194 0,2 6-96 0,1 7-45 16,-1 5-48-16,0 5-32 0,0 5-28 0,2 4-16 15,-2 2-16-15,0 2-12 0,0-1-5 0,2-1-2 16,1-4 2-16,2-4 1 0,0-6-6 0,0-7-12 15,0-4-36-15,0-10-59 0,-4-4-67 16,-2-9-73-16,-2-5-106 0,-3-9-149 0,-2-4-152 16,-2-6-109-16,-3-3-132 0,-1-5-165 0,-3-3-39 15,-1-4 215-15,0-1 315 0,-3-3 263 0</inkml:trace>
  <inkml:trace contextRef="#ctx0" brushRef="#br1" timeOffset="68464.67">20024 16649 296 0,'0'-37'660'0,"4"6"317"0,0 8 128 16,5 2-239-16,1 8-271 0,4 4-169 0,2 3-99 15,4 6-37-15,6 3-9 0,-1 3 0 16,5 3-6-16,4 1-2 0,2 4-25 0,-2 2-48 16,3 2-54-16,-1 3-36 0,1 2-32 0,-2 2-29 15,1 4-7-15,-5 2-4 0,-2 4-2 0,-4 2-1 16,-1 4-2-16,-5 0 4 0,-5 6-4 16,-1 0-2-16,-9 2 1 0,-2-1-6 0,-7-1-1 15,-4 2-6-15,-2-2-3 0,-6-4-5 0,-3-1-4 16,-2-3-3-16,-3-3-3 0,-2-3-1 0,2-1 0 15,-4-5-3-15,1-2 1 0,3-5-8 16,-4-4-15-16,6-4-50 0,-1-6-80 0,3-8-133 16,6-3-244-16,2-9-315 0,3-6-390 0,3-10-348 15,3-5-78-15,4-9 560 0</inkml:trace>
  <inkml:trace contextRef="#ctx0" brushRef="#br1" timeOffset="68681.99">20793 16104 452 0,'17'-12'1403'16,"-8"6"346"-16,0 7-263 0,-6 8-347 16,-2 6-483-16,-1 8-268 0,-1 5-151 0,1 8-71 15,0 6-37-15,0 6-25 0,0 7-22 0,1 7-20 16,-1 9-17-16,0 5-13 0,0 8-11 0,-1 6-9 16,1 7-6-16,0 3-3 0,0 3-5 0,0 4-1 15,1-4-3-15,-1 1-10 0,0-4-15 0,-1-4-27 16,-2-6-68-16,-2-10-104 0,-2-2-210 0,1-11-294 15,-2-7-362-15,4-9-430 0,-5-9-233 16,5-10 301-16,-3-8 862 0</inkml:trace>
  <inkml:trace contextRef="#ctx0" brushRef="#br1" timeOffset="69134.19">22162 16513 179 0,'8'-7'847'0,"0"0"511"0,-3 5 63 15,-1 3-137-15,4 7-416 0,-2 3-319 0,-1 5-162 16,2 5-100-16,-3 4-63 0,4 5-66 0,-2 4-44 15,-1 4-26-15,2 4-20 0,-3 3-14 16,1 4-14-16,-1 2-10 0,0 4-9 0,1 1-9 16,-2 0-6-16,0 1-5 0,0-1-4 0,2 0-2 15,-1-6-2-15,1 0-5 0,2-5-10 0,-4-3-21 16,0-3-50-16,-1-7-75 0,-4-5-107 16,-1-5-184-16,-4-6-301 0,-1-4-346 0,-2-6-308 15,-3-8-164-15,-3-4 263 0,-2-7 685 0</inkml:trace>
  <inkml:trace contextRef="#ctx0" brushRef="#br1" timeOffset="69398.63">21675 16537 242 0,'-4'-18'1019'0,"1"3"540"0,-1 2-30 15,2 2-307-15,-1 2-486 0,3 3-287 0,3 0-171 16,3 2-100-16,4 1-59 0,4 0-31 0,5 2-8 15,6-3-20-15,5 4-8 0,7-1-8 16,4 1-10-16,5 0-2 0,3 0-9 0,3-1 1 16,2-1-6-16,1 0-4 0,-1 1-4 0,3-2-4 15,-3 0 1-15,-1 1-5 0,-2 2-2 0,0-3-1 16,-5 6 1-16,1-3-1 0,-6 2-5 0,1 2-19 16,-3-1-63-16,-5 2-78 0,-4-2-162 0,0 0-275 15,-4 0-335-15,-4 0-403 0,-5-2-295 0,-4 2 24 16,-4 1 742-16</inkml:trace>
  <inkml:trace contextRef="#ctx0" brushRef="#br1" timeOffset="69715.1">22676 16498 91 0,'0'-5'788'15,"1"1"631"-15,1 1 62 0,0 0-251 16,2 0-357-16,-1 2-343 0,4-1-182 0,-3 4-105 15,4-1-45-15,2 4-20 0,-1 1-36 0,1 4-30 16,2 4-23-16,-1 4-16 0,1 3-11 0,-2 4-10 16,-2 5-6-16,-3 4-6 0,0 4-3 0,-2 4-2 15,-1 5-5-15,-4 6-2 0,1 3-3 16,-2 2-5-16,-1 7-4 0,1-2-11 0,1 2-5 16,1-1 0-16,1-2 0 0,3-6 0 0,2-1 0 15,3-7 0-15,3-5 0 0,2-5 0 0,4-7 0 16,0-4 0-16,5-7 0 0,2-4 0 15,1-7 0-15,2-3 0 0,0-7-15 0,2-5-17 16,-1-5-20-16,1-3-57 0,-3-5-81 0,-2-4-139 16,0 0-238-16,-3-1-316 0,1-4-389 0,-1 2-322 15,-1-3-69-15,0 1 572 0,1-1 703 16</inkml:trace>
  <inkml:trace contextRef="#ctx0" brushRef="#br1" timeOffset="70013.22">22729 16600 37 0,'-12'-7'653'0,"1"1"527"0,3 0 141 0,5 1-158 16,4 2-326-16,6 1-419 0,7-2-173 0,7-2-78 15,5 0 5-15,6-3 13 0,4-3-2 0,7 2-24 16,1-4-31-16,3 1-22 0,0 1-47 16,-2 0-32-16,1 0-17 0,-2 3-10 0,-4 1-61 15,-5 4-58-15,-5 1-119 0,-3 4-221 0,-5 4-298 16,-6 2-340-16,-2 4-254 0,-6 1-123 0,-7 2 420 16,-2 5 633-16</inkml:trace>
  <inkml:trace contextRef="#ctx0" brushRef="#br1" timeOffset="70182.45">22763 16926 556 0,'-4'7'1597'0,"3"-3"180"16,1 1-361-16,1-4-367 0,4-1-461 0,5-2-324 16,2-4-139-16,4-3-63 0,3-4-32 0,5 0-14 15,3-3-9-15,4-1-5 0,6 1-3 0,-1-2-2 16,4 2-38-16,1 3-85 0,-2 0-113 15,-1 3-229-15,0 5-297 0,0 2-372 0,-2 3-365 16,-2 1-95-16,-1 4 440 0,0 1 727 0</inkml:trace>
  <inkml:trace contextRef="#ctx0" brushRef="#br1" timeOffset="70931.37">23681 16774 215 0,'-3'-7'945'0,"1"1"574"0,1 3-26 0,-1 0-285 15,1 4-458-15,-1 4-283 0,4 2-160 0,-1 5-108 16,2 6-53-16,2 2-24 0,3 5-22 16,0 5-24-16,1 3-19 0,3 4-13 0,0 4-10 15,-1 1-8-15,1 2-6 0,-2 3-7 0,0-4-5 16,0-1-4-16,-1-2-2 0,-1-5-2 0,-2-4-1 15,2-5 1-15,-1-5 0 0,-1-5 6 16,-5-4 4-16,1-4 2 0,-5-8 1 0,-1-5 1 16,0-8-2-16,-2-5-4 0,-1-8-2 0,1-7-3 0,-2-7 0 15,0-3-3-15,-1-6 0 0,0-3-3 16,0-5-2-16,1-2 1 0,2-2 2 0,-1-1 2 16,3 1 0-16,2 1 2 0,2 4 2 0,2 6-2 15,-1 4-3-15,2 8 0 0,2 9-1 0,-2 5 0 16,2 6 0-16,2 6 0 0,0 6 3 15,0 6 1-15,1 4 3 0,0 6 1 0,1 4 2 16,1 6 1-16,-2 2 3 0,0 6 1 0,1 1 0 16,-1 2 3-16,0 5 3 0,-1 1 1 0,1 2-1 15,-1 3 1-15,-1 2-5 0,1-1-2 16,0-2-6-16,1-3-3 0,0-5-3 0,5-6-2 16,-2-7-1-16,3-5 0 0,4-9 0 0,2-10 0 15,1-10-2-15,4-10 0 0,0-7 0 0,4-11 2 16,1-3 0-16,0-7 3 0,3-2 1 0,0-3 1 15,0 1 1-15,2 0-1 0,-1 3-1 0,-4 6 0 16,-2 6-2-16,-4 7 0 0,-2 8-1 16,-6 9 1-16,-1 8 0 0,-4 9 1 0,-3 8 0 15,0 6 1-15,-5 8-1 0,-3 5-1 0,-1 5 0 16,-4 5-1-16,2 5-3 0,-2 1 3 0,0 5 1 16,1 1 1-16,-3 6-1 0,1 1 2 0,0 5 0 15,3 0-2-15,-2 5-3 0,3-1-10 16,2-3-22-16,0-2-66 0,2-7-96 0,3-6-203 15,-1-7-289-15,6-7-362 0,-1-7-450 0,2-8-271 16,3-8 252-16,-2-5 886 0</inkml:trace>
  <inkml:trace contextRef="#ctx0" brushRef="#br1" timeOffset="77837.02">12251 8635 112 0,'2'-3'697'0,"0"-1"461"16,-4-2 110-16,2 0-117 0,-2 0-300 16,1-3-252-16,-1 1-142 0,1-1-82 0,-1 0-53 15,0 0-46-15,-2-1-74 0,1-1-65 16,-2 1-33-16,0-1-22 0,0 0-12 0,-1 3-9 15,-2-3-8-15,-1 2-7 0,-1-1-6 0,-1 1-4 16,-2 0-5-16,1 1-5 0,-4 1-4 0,0-1-7 16,-4 2-15-16,-1 2 0 0,0-1 0 15,-4 2 0-15,-2 2 0 0,1-1 0 0,-5 2 0 16,1 0 0-16,-3 0 0 0,0 0 0 16,1 0 0-16,-3 0 0 0,2-1 0 0,-3-1 0 15,3 2 0-15,-2-2 0 0,2 0 0 16,-2-1 0-16,2 0 0 0,-2-2 0 0,2 1 0 15,1 0 0-15,-1-1 0 0,1-1 0 0,-1 2 0 16,3-1 0-16,0 0 0 0,-2 0 0 0,-2-1 0 16,2 4 0-16,-4-3 0 0,1 4 0 15,-3-1 0-15,1 2 0 0,-2 2 0 0,1-1 0 16,3 4 0-16,-1-1 0 0,1 4 0 0,2-1 0 16,1 1 0-16,2 4 0 0,0 0 0 15,2 3 0-15,-1 0 0 0,1 4 0 0,-2 0 0 16,3 3 0-16,-3 1 0 0,2 3 0 0,-1 1 0 15,-1 1 0-15,0 2 0 0,0-1 0 16,0 3 0-16,0-1 0 0,0-1 0 0,0 2 0 16,0-1 0-16,0 1 0 0,3-1 0 15,-2-2 0-15,1 3 0 0,-1-2 0 0,4 1 0 16,0-1 0-16,1 0 0 0,3-3 0 0,-1 1 0 16,4 1 0-16,0-2 0 0,1 0 0 0,2 1 0 15,-2-2 0-15,4 2 0 0,-1-1 0 16,0 0 0-16,0 2 0 0,3-1 0 15,-1 4 0-15,-1-2 0 0,0 1 0 0,0 1 0 16,-1 2 0-16,-2 1 0 0,2 1 0 0,-3 3 0 16,1 0 0-16,-2 3 0 0,2-1 0 0,-2 3 0 15,1 1 0-15,0 0 0 0,1 2 0 16,-1-1 0-16,4 1 0 0,-2 2 0 0,3-2 0 16,-2 1 0-16,3 0 0 0,2-2 0 15,-1 3 0-15,2 0 0 0,2-1 0 0,3 0 0 16,-1 0 0-16,3 0 0 0,1-2 0 0,1 2 0 15,1 0 0-15,1 0 0 0,2 0 0 16,0 0 0-16,3 2 0 0,1 0 0 0,1 2 0 16,1-1 0-16,1 1 0 0,3 1 0 0,2-3 0 15,1 0 0-15,2-2 0 0,4-3 0 16,2-1 0-16,1-2 0 0,3-2 0 0,-1 0 0 16,7-5 0-16,-1 0 0 0,3 1 0 0,0-3 0 15,3 0 0-15,0-3 0 0,1-1 0 16,0 2 0-16,-2-4 0 0,-1 0 0 0,2-1 0 15,-3 0 0-15,0 0 0 0,0-1 0 0,0-1 0 16,0 2 0-16,-2-1 0 0,-1-1 0 16,0 0 0-16,1-1 0 0,-1-3 0 0,4 1 0 15,0 0 0-15,3-6 0 0,4 2 0 16,3-5 0-16,3-2 0 0,4-6 0 0,2 0 0 0,4-5 0 16,1-4 0-16,3-3 0 0,1-5 0 15,1-2 0-15,4-3 0 0,1-1 0 0,3-4 0 16,0 1 0-16,1-2 0 0,-1-1 0 15,-1 3 0-15,-1-2 0 0,-3 1 0 0,-1 1 0 16,-1 0 0-16,-1 0 0 0,-1 0 0 0,-2 0 0 16,1-2 0-16,-3-2 0 0,2-1 0 15,-3-2 0-15,-2-2 0 0,-2-2 0 0,-4-4 0 16,-2-2 0-16,-6-2 0 0,-2-3 0 0,-3 1 0 16,-2-4 0-16,-5 1 0 0,0-2 0 0,-3-2 0 15,-2 1 0-15,-2-2 0 0,-1-1 0 16,1 2 0-16,-2-1 0 0,-1 0 0 0,-2 2 0 15,0 0 0-15,-1 1 0 0,-2 1 0 16,3-3 0-16,-2 0 0 0,-2-2 0 0,3-1 0 16,-1-4 0-16,-1 0 0 0,0-2 0 0,-1-3 0 15,0-3 0-15,0 1 0 0,-4-4 0 16,2 0 0-16,-4-1 0 0,-2-1 0 0,1 2 0 16,-5 0 0-16,-1 2 0 0,-3 2 0 15,-2 2 0-15,-3 2 0 0,-4 4 0 0,-2 1 0 16,1 3 0-16,-2 1 0 0,-4 1 0 0,3 2 0 15,-2-1 0-15,-1-1 0 0,1 0 0 0,-1 1 0 16,2-2 0-16,-2 0 0 0,1 1 0 16,-2-2 0-16,1 1 0 0,-2-1 0 0,-1 1 0 15,-2 0 0-15,0 1 0 0,-5 2 0 0,-1 3 0 16,-2 2 0-16,-4 4 0 0,-2 2 0 16,-6 3 0-16,0 4 0 0,-7 2 0 0,0 2 0 15,-6 2 0-15,-5 2 0 0,0 2 0 16,-3 1 0-16,0 3 0 0,1-1 0 0,1 1 0 15,-1 0 0-15,1 1 0 0,3 0 0 0,0 3 0 16,2 1 0-16,3 0 0 0,-1 1 0 16,3 2 0-16,0 1 0 0,0 3 0 0,-2 1 0 15,-2 2 0-15,1 2 0 0,-3 3 0 16,2 1 0-16,-2 3 0 0,3 2 0 0,-2 2 0 0,1 2 0 16,2 1 0-16,-2 1 0 0,2 2 0 15,1 2 0-15,-2 1 0 0,4 1 0 0,-2 1 0 16,0-1 0-16,3 2 0 0,-3 0 0 15,3-1 0-15,-1-1 0 0,2 1 0 0,1-2 0 16,1 4 0-16,2-2 0 0,0 2 0 0,3-2 0 16,0 2 0-16,3 2 0 0,0-1 0 15,1 2 0-15,-1 1 0 0,4 2 0 0,3 0 0 16,0 3 0-16,-1 0 0 0,4 4 0 16,-2 3 0-16,2 1 0 0,0 4 0 0,4 3 0 15,-4 2 0-15,1 3 0 0,-1 1 0 16,0 4 0-16,2 2 0 0,-5 6 0 0,1 1 0 15,0 3 0-15,-3 4 0 0,2 2 0 0,-2 0 0 16,3 0 0-16,0 0 0 0,2 0 0 0,1 0 0 16,0 0 0-16,4-2 0 0,2 1 0 15,1-1 0-15,4-1 0 0,1 1 0 0,4 0 0 16,3 0 0-16,2 1 0 0,4-1 0 16,4 2 0-16,3-1 0 0,5-1 0 0,4 0 0 15,7-1 0-15,4-4 0 0,6-3 0 0,5-3 0 16,7-4 0-16,7-2 0 0,0-5 0 0,7-5 0 15,3-1 0-15,3-2 0 0,-1-7 0 0,0-3 0 16,-2-1 0-16,2-2 0 0,-3-2 0 16,0-3 0-16,-4-2 0 0,-3 1 0 0,-4-4 0 15,-4-1 0-15,-5-1 0 0,-6-2 0 16,-3-3 0-16,-6-2 0 0,-3 0 0 0,-4-5 0 16,-7 0 0-16,-2-2 0 0,-2-3 0 0,-5 0 0 15,-6-3 0-15,-1-1 0 0,-8-3 0 16,1 0 0-16,-4-2 0 0,0 0 0 0,0-1 0 15,-4 2 0-15,5-1 0 0,-2 2 0 16,5 2 0-16,-2-2 0 0,4 3 0 0,1 1 0 16,1-1 0-16,1 1 0 0,2 1 0 0,-1 0 0 15,2-1 0-15,1 2 0 0,-1 0 0 16,2-1 0-16,0 0 0 0,0 1 0 0,0-2 0 16,0 2 0-16,0-2 0 0,0 2 0 15,0 1 0-15,0-2 0 0,0-1 0 0,-2 1 0 16,2-1 0-16,0 0 0 0,-1 0 0 0,-1 0 0 15,0 0 0-15,-1 1 0 0,2-1 0 0,-4 0 0 16,-3-1 0-16,2 0-304 0,-2-3-335 16,0 0-371-16,-3 1-476 0,1-2-502 0,-1 3 122 15,-4-1 1122-15</inkml:trace>
  <inkml:trace contextRef="#ctx0" brushRef="#br0" timeOffset="82353.21">23876 9610 456 0,'-2'-2'1305'0,"-3"0"405"0,1-1-219 0,-3 1-339 16,4 2-523-16,-1-1-236 0,2 1-168 0,0 0-97 15,4 0-48-15,2 3-23 0,3 0-10 0,6 3-6 16,2 1 2-16,8 2 0 0,5 0-1 16,5-2-6-16,5 3-8 0,2-2-4 0,3 2-6 15,-1-1-3-15,-1 0-6 0,0 0-1 16,-3-1-4-16,-5 2 1 0,-4-1 2 0,-5 2 3 16,-5 5 2-16,-7-1 4 0,-6 4 2 0,-7 2 1 15,-8 4-1-15,-6 1-2 0,-9 4 0 0,-2 2-3 16,-11 2 3-16,-2 2 1 0,-5-1 3 15,-4 5-16-15,1 1-4 0,-1-2 0 0,1-1 0 16,5 0 0-16,3-3 0 0,6-4 0 16,5-2 0-16,7-7 0 0,5-1 0 0,7-3 0 15,9-3 0-15,4-1 0 0,8-5 0 0,6-1 0 16,9-7 0-16,6-2 0 0,6-4 0 0,4-5 0 16,4 0 0-16,3-8 0 0,-1 2 0 15,3-4 0-15,-1 1 0 0,-5 4 0 0,-2 0 0 16,-8 3 0-16,-1 2 0 0,-6 2 0 15,-6 4 0-15,-4 1-38 0,-1 2-92 0,-10 1-88 16,0 1-171-16,-7 2-276 0,-1 1-340 0,0-1-416 16,-3 0-290-16,-2-3 95 0,4-2 803 15</inkml:trace>
  <inkml:trace contextRef="#ctx0" brushRef="#br0" timeOffset="82705.19">24815 9766 372 0,'11'-3'1246'0,"-1"2"421"0,-3 2-159 15,1 2-313-15,0 3-496 0,0 4-247 16,0 4-171-16,-3 2-82 0,-1 5-54 0,1 2-37 16,0 3-26-16,0 2-20 0,-1 2-18 15,-2 4-13-15,-1-1-9 0,-1 4-7 0,0 1-8 0,-3 4-4 16,2-1-2-16,-4 1-3 0,2 0-3 15,0-1-13-15,0 0-24 0,-2-6-61 0,0-2-87 16,-1-3-173-16,-3-4-287 0,2-5-347 16,-1-2-428-16,0-5-301 0,-1-4 106 0,2-3 807 15</inkml:trace>
  <inkml:trace contextRef="#ctx0" brushRef="#br0" timeOffset="83205.59">25525 10593 366 0,'0'-9'1054'0,"1"-5"408"16,-1-5 17-16,2-2-239 0,1-8-519 16,0-5-241-16,2-7-143 0,4-3-92 0,-2-4-81 15,-1-2-52-15,2-4-36 0,-1-5-22 0,2-3-17 16,-1-2-10-16,0-2-10 0,4-1-6 15,-2 1-4-15,3 1-4 0,1 8-1 0,-1 3-4 16,-1 9-1-16,-1 7-1 0,0 10 0 16,2 7 0-16,0 8 0 0,0 10 1 0,0 10 1 15,1 10 0-15,1 11 0 0,-1 4 1 0,0 11-1 16,-1 4 0-16,1 6 2 0,-3 2 2 16,2 6 1-16,-4 4 0 0,1 4 1 0,-4 3-1 15,2 0-1-15,-3 1-3 0,-4-2-1 0,3-2-2 16,-1-6 0-16,-2-6 0 0,1-2-3 15,0-8-14-15,-1-7-40 0,-1-5-81 0,0-7-122 16,-3-8-225-16,0-3-309 0,-2-9-378 0,-2-5-381 16,-2-6-103-16,0-7 463 0,-4-5 741 0</inkml:trace>
  <inkml:trace contextRef="#ctx0" brushRef="#br0" timeOffset="83421.57">25395 10200 239 0,'2'3'812'0,"1"3"357"16,2 1 46-16,4 1-137 0,8-1-477 16,4 0-211-16,5 1-95 0,2-3-53 0,4 3-7 15,2-3-3-15,7-1-12 0,-1-2-59 0,1-3-35 16,5-2-17-16,0-1-39 0,1-3-36 0,-2 1-72 16,0-1-79-16,-4 1-167 0,1-2-278 15,-5 2-306-15,-2 0-381 0,-3 2-296 0,-4 1 19 16,-3-2 683-16</inkml:trace>
  <inkml:trace contextRef="#ctx0" brushRef="#br0" timeOffset="83955.41">26393 9949 71 0,'-2'0'783'0,"2"2"717"0,0 1 73 0,0 1-275 16,0 2-383-16,0 2-375 0,2 2-212 15,-1 2-134-15,3 3-52 0,-3 2-36 0,3 4-36 16,-1 3-19-16,1 4-16 0,-1 4-8 16,-1 6-10-16,-1 6-7 0,-1 5-4 0,-1 2-2 0,-2 4-2 15,-3 1-1-15,-1-4 1 0,2-2 0 16,-1-2 0-16,0-9 0 0,0-3 1 0,-1-10 5 16,4-2 3-16,-2-11 3 0,2-6 1 15,0-7-2-15,-2-10 1 0,1-6-5 0,0-8-4 16,3-6-1-16,-1-8-1 0,2-5 0 15,0-6 0-15,0-5-3 0,0-7 0 0,2-4-3 16,1-6-1-16,1-3 2 0,3 2-1 0,-1-6 2 16,2 3 2-16,5 3 0 0,-1 4 1 0,6 6-2 15,-2 8-2-15,-1 8-2 0,3 10 1 16,-1 6-2-16,-1 7 2 0,3 6-1 0,-1 9 2 16,0 5 0-16,1 4 0 0,-1 7 2 15,1 2-2-15,-3 5 1 0,-1 5 0 0,0 2 1 16,-1 2-1-16,-3 2 0 0,1 1 1 0,-2 4 0 15,-4-2 0-15,1 2 0 0,-2 1 0 16,-5 1 2-16,-2 2 0 0,-3 2 1 0,0-1 5 16,-3 3 4-16,-4-2 5 0,2-1 1 0,-3 0 5 15,3-3 2-15,-3 0 0 0,3-3 0 16,0-1-3-16,0-5-1 0,3 0-4 0,3-3-3 16,-1-2-4-16,4 0-3 0,1-2-3 0,1-2-2 15,7 0-2-15,-2 0-2 0,2-5 0 16,6 3 0-16,1-4 0 0,0 1-2 0,3-1-10 15,1-2-24-15,2 1-83 0,-1-2-136 16,0-3-250-16,1-1-316 0,1-2-409 0,2 0-491 16,1-2-91-16,0-3 686 0</inkml:trace>
  <inkml:trace contextRef="#ctx0" brushRef="#br0" timeOffset="84821.07">27685 10187 531 0,'4'-24'1044'16,"0"1"263"-16,-4 1 31 0,0-2-222 0,-4 5-397 16,1 0-209-16,-3 4-115 0,-1 0-83 15,-2 2-92-15,0 3-82 0,-1 1-45 0,-1 3-28 16,0 2-20-16,1 2-14 0,-2 2-5 0,1 5-5 15,-2 1-2-15,2 4-1 0,0 4 0 0,-2 6-1 16,2 2 2-16,3 6-1 0,-1 4-3 16,3 2 1-16,1 6 0 0,-2 1-3 15,4 3-3-15,0 2-2 0,1-2-2 0,0 0-4 16,0 0-3-16,0-3 0 0,2-4 0 0,0-5 0 16,0-7 0-16,0-4 1 0,0-7 5 0,0 1 2 15,-1-9 2-15,-2-4 1 0,1-8 0 16,-1-5 0-16,0-6-3 0,1-5-2 0,0-5-1 15,1-7-1-15,1-3-1 0,0-5-1 16,0-4 0-16,1-2-2 0,1-6-1 0,0-2 0 16,1-2 0-16,0-4 1 0,2 2 0 0,0 0 1 15,2 2 1-15,-2 10 2 0,0 4-2 0,0 9-1 16,-2 5 1-16,0 7-1 0,-1 5 0 16,0 2-1-16,0 5 0 0,0 4 1 0,-1 5-1 15,2 2 0-15,1 7 0 0,0 1 1 16,4 5-1-16,0 7 0 0,2 2 0 0,-1 3 2 15,4 4 2-15,-1 1 3 0,1 3 4 0,3 0-3 16,0 5-7-16,1 0 0 0,-1 3 0 0,0 4 0 16,1-3 0-16,-1 4 0 0,1-2 0 15,-1 1 0-15,1-2 0 0,1-2 0 0,1-2 0 16,1-3 0-16,-2-2 0 0,2 0 0 16,-2-5 0-16,1-2 0 0,0-1 0 0,-3-5 0 15,1-3 0-15,-4-1 0 0,1-7 0 16,-2-4 0-16,-2-4 0 0,2-8 0 0,-3-4 0 15,2-7 0-15,-2-4 0 0,1-8 0 0,-2-3 0 16,0-3 0-16,-1-6 0 0,0-2 0 0,-3-6 0 16,1-1 0-16,-2-1 0 0,2-6 0 15,0-2 0-15,-1 1 0 0,0 0 0 0,-3 0 0 16,1 4 0-16,-2 5 0 0,-2 5 0 16,2 7 0-16,-1 8 0 0,-3 7 0 0,3 4 0 15,-4 5 0-15,1 7 0 0,0 6 0 0,1 6 0 16,2 5 0-16,-1 2 0 0,2 2-23 15,2 3-104-15,-2 5-84 0,3-4-155 0,0 4-270 16,3 1-328-16,0 2-405 0,2-1-310 0,0 3 19 16,5 0 737-16</inkml:trace>
  <inkml:trace contextRef="#ctx0" brushRef="#br0" timeOffset="85304.43">28948 9970 15 0,'-7'-16'544'0,"1"0"519"15,-1 2 340-15,-2 0 36 0,1 3-347 0,-1-1-366 16,1 5-227-16,2 1-130 0,-1 1-112 15,1 4-102-15,-2 2-57 0,4 4-30 0,-3 4-15 16,2 5-6-16,1 5-1 0,-2 7 5 0,1 6-1 16,-2 6-1-16,3 7-3 0,0 7-6 15,-1 7-7-15,2 4-7 0,2 5-8 0,1 1-14 16,1-2-4-16,6-2 0 0,2-7 0 0,9-7 0 16,2-7 0-16,7-10 0 0,3-9 0 15,4-11 0-15,5-9 0 0,-1-10 0 0,1-9 0 16,3-8-1-16,2-8 2 0,-5-6-1 0,3-7 0 15,-3-6 0-15,-4-1 0 0,-5-4 0 16,-5 1 0-16,-6 2 0 0,-3-3 0 0,-8 2 0 16,-5 1 0-16,-5 0 0 0,-2 1 0 15,-8 3 0-15,-3 4 0 0,-7 4 0 0,-7 6 0 0,-2 8 0 16,-7 5 0-16,-5 11 0 0,-6 8 0 16,-5 8 0-16,-3 11 0 0,-6 3 0 0,-3 9 0 15,-2 4 0-15,1 6 0 0,1 4-35 16,1-1-86-16,3 0-86 0,4 2-172 0,2-6-276 15,4 3-342-15,5-3-425 0,0 0-289 0,0-1 65 16,0-1 818-16</inkml:trace>
  <inkml:trace contextRef="#ctx0" brushRef="#br0" timeOffset="86137.33">22892 10907 262 0,'10'10'852'0,"-4"-3"361"16,0-5 74-16,6 5-61 0,2-3-428 0,0 2-263 16,6-4-123-16,2 3-69 0,1-2-71 0,5 1-82 15,6-1-61-15,3 1-29 0,4-2-20 0,7 0-12 16,3-1-8-16,5 1-4 0,9-1-5 15,3-1-4-15,8 2-3 0,3-2-7 0,5 2 1 16,5 0 1-16,5 1 0 0,5-2-26 16,6 1-13-16,5 0 0 0,6-1 0 0,3-1 0 15,3 0 0-15,3-1 0 0,1 1 0 0,6 1 0 16,2-1 0-16,2 2 0 0,0 2 0 0,1 2 0 16,3-2 0-16,0 5 0 0,2-1 0 15,1 3 0-15,-3 2 0 0,1-1 0 0,-2 1 0 16,1 2 0-16,-1 1 0 0,-3-1 0 0,-1 1 0 15,-3-1 0-15,-4 1 0 0,-1 1 0 16,-3-2 0-16,-2 2 0 0,-3-2 0 0,-6 0 0 16,-6 0 0-16,-5-2 0 0,-6-1 0 0,-6 0 0 15,-4-2 0-15,-4-1 0 0,-4 1 0 0,-6-3 0 16,-5-2 0-16,-5 0 0 0,-7-3 0 16,-5-2 0-16,-4 0 0 0,-8 0 0 0,-3-2 0 15,-6-2 0-15,-6 1 0 0,-4-1 0 16,-6-2 0-16,-2 0 0 0,-7-2 0 0,0-1 0 15,-4 2 0-15,-2-4 0 0,-3 3 0 0,-1 1 0 16,0 0 0-16,0-1 0 0,-3 1 0 0,0 0 0 16,1 3 0-16,-1 2 0 0,-4-3 0 15,0 5 0-15,1 0 0 0,-4 0 0 16,-3 6 0-16,0-1 0 0,-5 2-256 0,-1 2-359 16,-2 2-363-16,2-2-462 0,-7 4-468 15,-1-2 35-15,-2 4 975 0</inkml:trace>
  <inkml:trace contextRef="#ctx0" brushRef="#br0" timeOffset="87728.41">8659 18167 168 0,'0'-9'799'0,"0"5"481"16,-1-3 82-16,-1 1-167 0,0 1-412 0,1-1-269 16,1 0-155-16,0 2-94 0,3-1-53 15,0-1-37-15,2 3-37 0,3-1-39 0,3 0-20 16,3 0-5-16,5-1-7 0,6 3-8 0,2 1 2 15,6-1-5-15,2 2-1 0,3-3-3 0,6 3-3 16,-1 3-1-16,6-3-7 0,2 0-1 16,4 0-1-16,0-3-2 0,4 3-2 0,1 0-2 15,0-2-16-15,2-1-17 0,-1 0 0 0,1 0 0 16,1-1 0-16,0-1 0 0,2-2 0 0,3-1 0 16,1-1 0-16,1 1 0 0,3-4 0 0,0 1 0 15,3 0 0-15,-2 1 0 0,4-2 0 16,-1-3 0-16,2 1 0 0,2-1 0 0,3-3 0 15,1 2 0-15,3-2 0 0,-1 1 0 0,1 0 0 16,-1 3 0-16,-1-1 0 0,1 1 0 0,-3 2 0 16,2 0 0-16,-3 2 0 0,1 2 0 0,-3 1 0 15,-1-1 0-15,-2 4 0 0,-4 1 0 16,-4 1 0-16,-2 2 0 0,-5 3 0 0,0 3 0 0,-6 0 0 16,0 1 0-16,-3 1 0 0,-4 1 0 15,-2-1 0-15,-1 3 0 0,-4-4 0 0,-2 0 0 16,-2 2 0-16,-2-3 0 0,-4 0 0 0,-3 2 0 15,-3-2 0-15,-2-2 0 0,-4 2 0 0,-2-3 0 16,-5 2 0-16,0-2 0 0,-4-2 0 16,-2 0 0-16,0 2 0 0,-4-3 0 0,1 2 0 15,-2-2 0-15,-1 0 0 0,0 0 0 0,-1 0 0 16,-1 0 0-16,2 0 0 0,-2 0 0 0,0 0 0 16,-2-2 0-16,2 2 0 0,-1 0 0 15,-1 0 0-15,0 0 0 0,-1-3 0 0,0 3 0 16,-2 0 0-16,0 0 0 0,-2 0 0 0,-1 0 0 15,-2 0 0-15,-4 3 0 0,1-3-255 0,-4 2-350 16,1 0-359-16,-4 0-463 0,-4-2-490 16,-6 2 15-16,-5 4 1004 0</inkml:trace>
  <inkml:trace contextRef="#ctx0" brushRef="#br0" timeOffset="120244.41">9135 3837 81 0,'0'-2'84'15,"0"2"-10"-15,0 0-21 0,0-1-24 0,0 1-20 16,0-2-30-16,0 2-28 0,0 0-28 16,0 0-17-16</inkml:trace>
  <inkml:trace contextRef="#ctx0" brushRef="#br0" timeOffset="123684.75">3339 12602 67 0,'-8'-4'204'0,"0"0"53"0,0-1-15 0,-1-1-59 15,2 1-76-15,1 1-46 0,1 0-28 0,-1-1 2 16,-2 1-33-16,3 1-66 0,-1 0-81 15,-1 0-90-15,1 1-37 0,-3 0 28 0,1 2 55 16</inkml:trace>
  <inkml:trace contextRef="#ctx0" brushRef="#br0" timeOffset="123867.84">3182 12564 189 0,'-3'2'306'0,"0"2"105"0,-2-3-32 16,2 2-112-16,-2-1-82 0,2-1-52 0,-3 0-26 16,3 2-17-16,-2-2-10 0,0-1-29 15,0 1-13-15,-1-1-11 0,0 0-4 0,1 1-1 16,-1-1 5-16,-1 0 4 0,1 2 8 0,0-2 3 15,1 3 3-15,0-3-1 0,0-3-10 0,1 1-7 16,-1 1-8-16,3 0-11 0,-1-3-6 0,-1 0-12 16,2 0-13-16,1-1-19 0,-1-1-25 0,2 0-32 15,0-1-33-15,0 0-50 0,0-1-89 16,0 0-104-16,0 1-68 0,0 0 27 0,0 0 88 16,2 2 112-16</inkml:trace>
  <inkml:trace contextRef="#ctx0" brushRef="#br0" timeOffset="125367.75">3078 12464 185 0,'0'0'453'15,"1"0"239"-15,-1 0 171 0,-1 0-136 0,1 0-135 16,0 1-96-16,-2-1-64 0,-1 0-62 0,0-1-62 16,0 1-59-16,-3-2-44 0,3-1-1 0,-1 2 16 15,-1-1 21-15,2 0 3 0,-2 0-7 16,2 0-22-16,-3-1-39 0,0 0-39 0,1 0-33 16,-1 1-18-16,-1-3-10 0,1 4-6 0,0 0-4 15,-1 0-5-15,1 1-6 0,0 0-5 0,-2 1-8 16,0 0-3-16,0 0-4 0,0 4-4 15,-3-3-4-15,3 5-4 0,-2-1-4 0,0 2-3 16,0-1-4-16,2 2-3 0,-4 2-7 0,4 1-3 16,-2 3-2-16,-2 6-2 0,2 3-2 0,-1 1 0 15,-3 5 3-15,4 3 5 0,-1 2 4 16,-1 1 2-16,0 2 0 0,3-1 1 0,-2 1 6 16,3 1-5-16,0 1-1 0,-1-1-1 0,4 1 4 15,0-1 0-15,0-1-3 0,2-1 2 0,1-1 0 16,1-1 0-16,1-2-3 0,1-5-3 15,1 1 0-15,1-4-1 0,2-1 0 0,0 0-1 16,1-4-2-16,2-1 0 0,0-1 0 0,2 0 0 16,0 1 0-16,2-4 0 0,-1 2 0 0,1 0 0 15,1-1 0-15,1 1 0 0,-3-1 0 0,4 2 0 16,-1 2 0-16,-1 0 0 0,-1-1 0 16,2 1 0-16,-4 4 0 0,2-1 0 0,0 1 0 15,-2 4 0-15,0 0 0 0,0 0 0 0,-2 3 0 16,1-2 0-16,-3 2 0 0,2 1 0 0,0 1 0 15,0-1 0-15,0 0 0 0,0 4 0 0,1-4 0 16,-1 3 0-16,2-2 0 0,-2 0 0 0,4 0 0 16,-1 1 0-16,3-2 0 0,-1-1 0 15,4 0 0-15,1-3 0 0,2 0 0 0,1-3 0 16,1-2 0-16,5-2 0 0,0-2 0 0,3 0 0 16,0-3 0-16,2-4 0 0,1-3 0 0,3-1 0 15,1-3 0-15,2-4 0 0,2-2 0 0,-1-4 0 16,4 3 0-16,-1-7 0 0,1 1 0 15,0 1 0-15,1-2 0 0,0 0 0 0,3 1 0 16,-1-2 0-16,2 2 0 0,-1 1 0 0,-1-4 0 16,-1 4 0-16,-5-2 0 0,2-1 0 15,-5-1 0-15,-2-3 0 0,-3 1 0 0,-1-6 0 16,-2-1 0-16,-3-3 0 0,-2-3 0 16,-1-1 0-16,-5-3 0 0,-2-3 0 0,-2-1 0 15,-1 0 0-15,-5-1 0 0,2-2 0 0,-3 1 0 16,-3 0 0-16,0 1 0 0,-2 1 0 15,0 1 0-15,-3 0 0 0,2 0 0 0,-2 4 0 16,-2-2 0-16,-1 4 0 0,1-1 0 0,-1-1 0 16,-2 1 0-16,-1-3 0 0,-2 1 0 15,0-2 0-15,-3 3 0 0,1-4 0 0,-4 0 0 16,-2 1 0-16,-1-2 0 0,-3 1 0 0,0 2 0 16,-3 2 0-16,-2 4 0 0,-4 2 0 15,-1 0 0-15,-1 5 0 0,-3 5 0 0,-1 3 0 16,1 1 0-16,0 4 0 0,1 2 0 15,0 3 0-15,3 0 0 0,3 0 0 0,2 1 0 16,3-1 0-16,4 2 0 0,1-2 0 0,4-2 0 16,2-2 0-16,2-2 0 0,2-3 0 15,4-6 0-15,1-2 0 0,4-7 0 0,1-1 0 16,4-3 0-16,1-7 0 0,4-1 0 0,-2-3 0 16,5-1 0-16,-3-1 0 0,-1 1 0 15,1 1 0-15,-2 1 0 0,0 5 0 0,-3 1 0 16,-2 1 0-16,-2 4 0 0,0 4 0 0,-4 2 0 15,-3-1 0-15,0 4 0 0,-4 4 0 16,0-2 0-16,-2 2 0 0,-2 4 0 0,-1 0 0 16,-2-1 0-16,0 4 0 0,0 0 0 15,0-1 0-15,1 3 0 0,0-3 0 0,1-1 0 16,1 2 0-16,0 0 0 0,3-3 0 0,-2 3 0 16,3-3 0-16,0-1 0 0,0-1 0 0,2 0 0 15,1 0 0-15,0 0 0 0,2 2 0 16,0-4 0-16,0 3 0 0,1-2 0 0,-1 1 0 15,0 0 0-15,3 2 0 0,-3-2 0 0,3 0 0 16,-2 4 0-16,1-1 0 0,-1 1 0 0,-1 0 0 16,0 2 0-16,-1 0 0 0,0 1 0 0,-4 1 0 15,3 1 0-15,-3 0 0 0,0 3 0 0,-1 0 0 16,1 3 0-16,-2-2 0 0,1 3 0 0,-4 1 0 16,4-1 0-16,-1 1 0 0,-1 1 0 15,0 0 0-15,3-1 0 0,-3-1 0 0,3 0 0 16,0 1 0-16,-1 1 0 0,1-4 0 0,2 5 0 15,-1-2 0-15,-2 0 0 0,3-1 0 0,-1 2 0 16,1-2 0-16,-1 1 0 0,-2 1 0 0,3-2 0 16,-1 2 0-16,-1-2 0 0,1 1 0 15,0 0 0-15,-1 0 0 0,2-1 0 0,-3 2 0 16,2-1 0-16,1-1 0 0,-1 2 0 0,1-2 0 16,-3 1 0-16,2 1 0 0,1-2 0 0,-5 2 0 15,3-2 0-15,-1 2 0 0,-1-1 0 16,-2 1 0-16,0 0 0 0,0 0 0 0,-1 1 0 15,2-3 0-15,-3 4 0 0,1-3 0 0,-2 1 0 16,3 0 0-16,-2-1 0 0,1 0 0 0,2 0 0 16,-1 0 0-16,2 0 0 0,2-2 0 15,-3 2 0-15,5-3 0 0,-2 2 0 0,2-1 0 16,-2 1 0-16,2 0 0 0,-1-1 0 0,1 2 0 16,-1 0 0-16,-2 1 0 0,3 2 0 0,-1-1 0 15,1 0 0-15,-2 3 0 0,2-1 0 16,1 0 0-16,0 0 0 0,2-2 0 0,-2-1 0 15,2 0 0-15,0-3 0 0,2 2 0 0,-1-2 0 16,2-2 0-16,0 0 0 0,0 3 0 0,2-3 0 16,2 0 0-16,-1 1-40 0,2-2-224 15,-2 0-241-15,-1-2-312 0,-2 1-403 0,-2 0-502 16,-1 1-174-16,-5 0 595 0,-1-2 891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10-11T07:31:58.125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00B050"/>
    </inkml:brush>
    <inkml:brush xml:id="br3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19073 2907 209 0,'1'-3'538'0,"1"0"288"15,-1 0 160-15,-1 0-173 0,3 2-200 16,-1-1-144-16,-2 0-104 0,0 1-67 0,0 1-61 15,0 0-49-15,0 0-41 0,0 1 3 0,0-1 50 16,1 2 44-16,1 1 13 0,-1 1-13 16,-1-1-18-16,0 3-38 0,0 0-56 0,0 1-47 15,0 4-22-15,0 1-12 0,0 1-8 0,0 0-6 16,0 5-2-16,0 0-1 0,0 3-3 0,0 3 2 16,0 4 0-16,0 4 1 0,0 3 0 0,-1 5 0 15,-1 3-1-15,1 2-2 0,-1 2-2 16,-2 5-2-16,2 4-5 0,-1-1-2 0,0 2-3 15,-1 3-2-15,3 2 1 0,-1-1-1 16,1 1 1-16,-1 3 0 0,2 0-1 0,-2 0-2 16,2 0-2-16,0 2-3 0,0 0-2 0,0 1-3 15,0-2-2-15,-1 2-1 0,1 1 0 0,-2-1 0 16,2 3 0-16,-1-1 0 0,-4 4 0 16,4 1 0-16,-1-2 0 0,0 4 0 0,-1-2 0 15,3 0 0-15,-1 0 0 0,1-2 0 0,0-1 0 16,1 2 0-16,-1 1 0 0,0 1 0 15,0 2 0-15,0 1 0 0,-1 2 0 0,1 5 0 16,-4 1 0-16,1 3 0 0,0 6 0 16,-2 5 0-16,0 2 0 0,-1 7 0 0,2 3 0 15,-3 1 0-15,2 5 0 0,0 1 0 0,-2 2 0 16,2 1 0-16,4-2 0 0,-3 2 0 0,3-1 0 16,-1-1 0-16,2 1 0 0,2-2 0 15,-1-1 0-15,1-1 0 0,1-4 0 0,0-2 0 16,-1-4 0-16,2-4 0 0,-1-8 0 15,2-3 0-15,-1-8 0 0,0-6 0 0,0-5 0 16,-1-7 0-16,0-8 0 0,1-8 0 0,-4-7 0 16,2-10 0-16,-2-8-1 0,-2-10-121 15,-5-10-82-15,-3-9-157 0,-1-11-272 0,-5-12-332 16,-1-12-410-16,-7-11-331 0,-3-15 25 0,-3-16 768 16</inkml:trace>
  <inkml:trace contextRef="#ctx0" brushRef="#br0" timeOffset="697.89">18773 3042 284 0,'3'-2'805'0,"-3"-2"373"15,0 0 44-15,0 0-226 0,0-1-257 0,2 1-165 16,0-2-125-16,-1-1-88 0,3-3-57 0,0 0-57 15,1-3-68-15,4-3-65 0,3-4-35 0,0-3-20 0,2-2-11 16,2-2-7-16,2-3-8 16,-1-3-3-16,4 0-4 0,-1-1-3 0,1-2-4 15,1 4 0-15,-2 0 2 0,-4 7 0 0,2 2 2 16,-4 5 6-16,-2 4 5 0,1 7 1 0,-2 3 0 16,-1 4-2-16,-2 5-4 0,0 6-4 0,1 3-5 15,-3 7-4-15,-1 4-4 0,2 2-3 16,-3 3-2-16,1 3-4 0,-1 0-2 0,1 2-3 15,0-3 0-15,2 2-2 0,-1-2-4 0,1 2-11 16,2-3-17-16,-5-2-42 0,0-1-86 0,-3 3-200 16,1-3-274-16,-1 3-346 0,-1 3-446 0,0-1-433 15,-1 9 142-15,-1 1 997 0</inkml:trace>
  <inkml:trace contextRef="#ctx0" brushRef="#br0" timeOffset="2159.48">18601 9015 39 0,'-8'0'531'0,"3"1"457"0,-1-1 229 0,2 0-72 15,0 2-369-15,1-1-316 0,2-1-174 16,1 2-53-16,1-2 23 0,2 0 17 0,4 1-6 15,0-1-5-15,3 0-28 0,1 0-46 0,3 0-60 16,2-1-44-16,3 1-22 0,3-2-12 0,2 2-5 16,5 0-11-16,-1 0-4 0,4 2 2 15,1 1 0-15,2 1-8 0,2 0-4 0,3 2 3 16,0 5 2-16,4-5-3 0,-2 3-2 0,6 1-2 16,-2-2 0-16,4 1-6 0,1 1-4 15,4-2-2-15,1 1-2 0,0-1-1 0,1 1-1 16,2-1 0-16,-2-1 0 0,6-1 0 0,2 1 5 15,-4 1 4-15,4-3 2 0,3 1 2 16,0 0 0-16,1 0-1 0,1 1-6 16,3-1-4-16,-1 0-1 0,-2 1-3 0,3 1-1 15,0 1 1-15,1 0 2 0,-1 0 1 0,4 1 1 16,-1-1 0-16,3 2 1 0,1-1 0 0,2 1-2 16,0-2-2-16,-1 1-1 0,1 1 2 15,0-1 0-15,2 1 1 0,1 0 1 0,0-1 3 16,4 0-2-16,-2 1 0 0,0-1-2 15,2 2-1-15,-1-1-3 0,-1 0 1 0,1-1 1 16,1 0 2-16,-2-1 1 0,5 0 1 0,-2 0 1 16,2 0 0-16,0-1-2 0,-2 1-2 0,-2-3 1 15,1 1 1-15,-1-1 0 0,0 2 0 16,3-2 2-16,0-2 0 0,1 0-2 0,0 1-1 16,-2 0-2-16,5-1 0 0,-2-1 1 15,0 2 0-15,4-2 2 0,-1 0 1 0,2 1 0 16,1 0 0-16,-1-2-3 0,2 2-1 0,-1-2 0 15,-1 0 1-15,1 1 2 0,1 1 0 16,-1-1 1-16,1 2 0 0,0-1-2 0,1 2-3 16,-3 0-2-16,-2 0 2 0,1 3-1 0,-1-3 2 15,-1 3 0-15,2 1 1 0,-1-2-1 16,0 1-1-16,1 1-3 0,-4 1 1 0,0 1 1 16,1-3 0-16,-3 3 2 0,3-1 0 0,-4-1 1 15,0 2-1-15,-2-2-1 0,0 3-2 0,-1-2-1 16,-1 1 0-16,-2-3 1 0,-1 4 0 15,-3-3 2-15,1 1 2 0,0-2 0 0,-3-1 1 16,-1 1-1-16,0-1-2 0,-4-2-1 16,1 0-1-16,-1-1-1 0,-2-2 1 0,0 1 1 15,-2-1 2-15,-1 0 1 0,-3 0 1 0,0 0 1 16,-3-2-1-16,-2 3-1 0,-2 0 0 0,-4 1-1 16,-5-1 0-16,-1 0-1 0,-6 3 0 15,-2-3 0-15,-4 2-1 0,-4-1 0 0,-2 1 0 16,-5-2 1-16,-4 1-1 0,-2-1-1 15,-5-1 1-15,-2 1 0 0,-2 0 0 16,-4-3 1-16,2 0 1 0,-3 3 1 0,-4-4-1 16,3 1 1-16,-3-1 0 0,-1 1-1 0,-1-1-1 15,1 0 0-15,-4 0 0 0,4 0-2 0,-1 0 1 16,-2-1 0-16,-2 0-1 0,2-1-3 16,0 0-7-16,0 0-13 0,-1-2-17 0,3 0-32 15,-4-2-68-15,0 0-79 0,0-3-129 0,-1 1-212 16,2-2-311-16,-1 1-344 0,-2 0-241 15,4-3-95-15,-2 2 448 0,-2-2 648 0</inkml:trace>
  <inkml:trace contextRef="#ctx0" brushRef="#br0" timeOffset="2451.89">28923 9771 23 0,'-10'-6'559'0,"2"1"512"16,-1-1 244-16,1 3-13 0,1-1-299 0,3 2-326 15,0 1-215-15,2 0-116 0,4 1-79 16,2 1-81-16,4 0-63 0,3 1-43 0,4 0-27 0,5 0-17 15,3 0-10-15,6 2-4 0,1-1-10 16,1 3-5-16,4 0-1 0,-1 3 7 16,0-2 3-16,1 4 2 0,-2 2 5 15,0-1 3-15,-1 1 0 0,-2 1-7 0,-2 2-1 0,-4-1-4 16,-3 3-3-16,-6 0-5 0,-3 1 0 16,-9 2-1-16,-3 2-1 0,-8-1-2 0,-5 4-2 15,-3-1 0-15,-4 1-2 0,-4-1-3 16,-1 1-13-16,-4 0-35 0,-1 0-78 0,-2-2-105 15,1 0-220-15,1-1-298 0,1-1-361 0,4-2-385 16,3-3-156-16,5 1 362 0,3-4 786 16</inkml:trace>
  <inkml:trace contextRef="#ctx0" brushRef="#br0" timeOffset="3330.79">28796 10874 376 0,'11'-4'774'16,"2"0"317"-16,0 0 73 0,4-1-299 0,0-1-257 15,5 4-90-15,2-5-63 0,3 2-78 16,1 0-54-16,2 1-53 0,0 1-38 0,0 0-71 16,-1 2-58-16,0 2-20 0,-6 1-16 0,-1 4-2 15,-4 1-5-15,-2 5 0 0,-5-2 1 16,-4 7-4-16,-4 1-5 0,-6 5-8 0,-6 1-5 15,-4 4-5-15,-2 2-1 0,-6 2-1 16,-3 2-3-16,-3 1 0 0,1-1-5 0,-1 1-2 16,0-1-7-16,1 0-3 0,3-2-4 0,2-2-4 15,4 0-2-15,3-4-1 0,2-5-1 0,8 1-2 16,2-4 0-16,5-3 0 0,5-1-1 16,4-3 0-16,5-5-2 0,5-4 0 0,3-4 0 15,10-2 0-15,0-8-2 0,4-3-3 16,6-2-9-16,4-6-13 0,-1-4-25 0,2-2-44 0,0 0-69 15,-1-5-67-15,0 3-60 16,-4 1-48-16,-5 0-23 0,-5 2 39 0,-5 5 95 16,-6 3 84-16,-8 5 65 0,-4 3 53 0,-4 3 46 15,-3 4 61-15,-5 5 94 0,-1 5 89 0,-6 4 35 16,-4 5-1-16,2 3-21 0,-4 6-42 16,-1 2-63-16,3 6-53 0,-2 2-34 0,5 5-20 15,4-1-12-15,2 1-8 0,4-1-6 16,2 1-7-16,6-5-8 0,6-2-5 0,4-8-5 15,4-3-3-15,4-8-3 0,7-8-2 0,3-7-2 16,3-7 0-16,2-6 0 0,1-7 1 0,1-4 1 16,-2-6 2-16,-1-5 2 0,-3-1 1 0,-4-3 1 15,0-2-1-15,-10 0 0 0,-3 1-1 16,-6 0-1-16,-6 2-2 0,-7 0-1 0,-6 0-1 16,-6 4-1-16,-1-1 0 0,-6 5-1 0,-5 4 1 15,-1 6 1-15,-2 0 0 0,-3 11 0 0,1 2 1 16,-3 7 0-16,1 5-1 0,-1 2-1 15,3 5-6-15,0 3-18 0,4 3-47 0,0 1-77 16,-2 3-127-16,3-1-238 0,3 0-312 16,0 1-375-16,6 1-351 0,-1-2-109 0,0 0 518 15,4-1 731-15</inkml:trace>
  <inkml:trace contextRef="#ctx0" brushRef="#br0" timeOffset="3509.48">29751 11047 495 0,'7'4'1127'0,"2"0"390"0,-3 2-74 16,4 0-321-16,-1 1-438 0,7 0-237 16,2-1-137-16,0 1-106 0,8-3-72 0,-1 1-52 15,0-2-31-15,1-2-19 0,1 1-13 0,-1-1-7 16,0-1-5-16,-1 0-1 0,0 0-7 16,-2-1-38-16,-2-2-85 0,1-2-161 0,-2-1-260 15,-1 2-316-15,-3-4-413 0,-2 1-401 0,-2 2-14 16,1-1 762-16</inkml:trace>
  <inkml:trace contextRef="#ctx0" brushRef="#br0" timeOffset="4617.89">17554 1489 226 0,'5'-6'886'0,"0"1"498"0,-3 4 45 0,1 2-170 16,0 3-450-16,-2 0-293 0,-1 6-156 0,0 5-102 15,-1 2-67-15,-2 6-59 0,1 2-37 16,-1 7-24-16,2 1-16 0,-3 4-14 0,1 2-7 15,1 1-12-15,-1-1-8 0,3 3-8 0,0-5-3 16,0-3-3-16,0-2-2 0,3-4-1 16,-1-3-1-16,1-5-10 0,1-2-15 0,-1-4-32 15,-2-3-69-15,-1-3-79 0,-1-4-154 0,-2-2-256 16,-4-4-317-16,2-3-342 0,-1-2-224 0,-2-4 6 16,-1-4 615-16</inkml:trace>
  <inkml:trace contextRef="#ctx0" brushRef="#br0" timeOffset="4841.97">17263 1357 149 0,'2'0'790'16,"1"1"487"-16,-1 2 42 0,3-1-139 0,-1-1-344 16,4 4-299-16,3 0-162 0,2-1-91 0,3 1-39 15,1 1-51-15,4 1-67 0,2-1-45 0,1 0-27 16,6 0-15-16,0 0-14 0,4-1-9 0,3-1-7 15,0-1-3-15,1-2-2 0,0 2-2 0,-2-1-3 16,2-1-1-16,-5 4-1 0,-1-3-7 0,-4 2-41 16,-3 3-73-16,-4-1-98 0,-4 2-188 0,-5 3-294 15,-6 1-349-15,0 2-337 0,-9 3-178 16,-1 2 249-16,-8 0 702 0</inkml:trace>
  <inkml:trace contextRef="#ctx0" brushRef="#br0" timeOffset="5058.92">17219 2214 252 0,'-3'18'966'0,"0"0"419"0,1-4-63 0,6-1-190 16,2-2-406-16,2-3-264 0,6-2-152 0,0-1-73 16,7-4-26-16,2-1-39 0,4-3-53 15,3-3-42-15,5 1-23 0,2-3-14 0,-1-1-16 16,5 1-9-16,0 1-7 0,2 1-5 0,1 2-5 15,-3 3-50-15,-3 1-82 0,0 3-163 0,-2 1-267 16,-3 4-312-16,-1 1-403 0,-5 5-338 16,-3 1 12-16,0 2 728 0</inkml:trace>
  <inkml:trace contextRef="#ctx0" brushRef="#br0" timeOffset="7682.61">2691 2770 365 0,'-2'7'962'16,"-1"-1"327"-16,0 2-34 0,-1 2-202 0,3 0-364 16,1 3-209-16,0 2-124 0,1 2-72 0,3 0-52 15,-1 2-63-15,2 0-61 0,2-1-45 0,0-1-22 16,-1-4-13-16,4-1-6 0,0-1-5 0,0-4-1 15,0-4 0-15,2-1-7 0,-2-4-3 0,1-4-1 16,0-3-5-16,-2-3 6 0,-2-1 8 16,2-1 10-16,-6-3 12 0,-1 3 9 0,-2-1 16 15,-2 1 0-15,-1 2-1 0,-5 2-5 0,0 0-10 16,0 3-8-16,-4 3-9 0,1-1-9 0,1 4-6 16,-4 4-6-16,3 0-5 0,-3 4-2 0,4 1-2 15,2 2-1-15,0 1-2 0,2 2 0 0,3-1 0 16,3 0 2-16,2 0-9 0,5 0-16 0,0 0-44 15,1-4-79-15,3 1-152 0,3-3-274 0,2 1-319 16,3-2-405-16,3 1-386 0,0-3-19 0,5-2 739 16</inkml:trace>
  <inkml:trace contextRef="#ctx0" brushRef="#br0" timeOffset="8292.18">4286 2833 241 0,'0'12'457'0,"2"0"189"0,-1 0 101 16,1-2-140-16,-1 1-80 0,1 0-65 16,2-2-48-16,-2-2-52 0,1 1-70 0,0-4-54 15,2 2-54-15,-2-3-42 0,2-2-9 0,0 1 24 16,1-2 51-16,0-2 38 0,-1 1 12 0,0-4-17 16,0 1-18-16,1-2-36 0,-3-1-47 0,0-1-50 15,0-1-35-15,-1-1-15 0,0-1-17 16,-1 2-9-16,-1 0 5 0,0-1 3 0,-1 4 11 15,-1 0 6-15,2 1 5 0,-2 1 3 0,-1 2-8 16,0 1-6-16,-1 2-12 0,-1 2-7 0,0 2-7 16,0 2-4-16,2 5-1 0,-2 0-2 0,0 4-1 15,1 0 5-15,-1 0 3 0,2 2 2 16,1 1-1-16,1-5 1 0,1 1-1 0,0-1-6 16,1-4-5-16,3-1 0 0,-1-1-3 0,6-1 0 15,-1-3-10-15,3-2-34 0,2-4-81 0,-2-2-118 16,2-1-246-16,2-4-302 0,4-1-374 15,-3 1-389-15,6-1-96 0,-1 1 496 0,3 2 768 16</inkml:trace>
  <inkml:trace contextRef="#ctx0" brushRef="#br0" timeOffset="8760.04">6180 2740 44 0,'0'14'551'0,"-2"-1"462"16,2 1 222-16,0 1-79 0,0 3-357 0,2 0-265 15,1 0-175-15,0 1-98 0,2 0-68 16,3-2-40-16,0-2-38 0,1 0-48 0,1-4-29 16,4 0-22-16,-1-5-5 0,2-4-6 0,0-2 3 15,2-2-1-15,-1-4-1 0,1-5 11 0,-1 0 43 16,-2-4 25-16,1 0 23 0,-6-1 14 0,2-2 11 15,-4 4 1-15,-4-1-23 0,-2 2-12 16,-1 3-17-16,-3 0-16 0,-2 2-12 0,-1 1-14 16,-2 2-13-16,-3 4-12 0,-2 1-7 0,-1 6-4 15,-2-1-3-15,-3 5-15 0,-3 4-44 0,-2 2-85 16,-4 5-171-16,-4 3-266 0,-2 2-326 0,-1 2-407 16,-5-1-385-16,-1 0 45 0,-6 0 798 15</inkml:trace>
  <inkml:trace contextRef="#ctx0" brushRef="#br0" timeOffset="9460.9">2834 4318 264 0,'7'-1'830'0,"-2"-1"413"15,-1 1 145-15,-1 1-173 0,-3-3-334 0,0 3-293 16,0 0-160-16,0 0-102 0,-1 0-94 0,-1 0-86 15,-1 0-48-15,2 0-29 0,-1 0-21 0,1 0-15 16,1 0-12-16,-2 0-9 0,2 0-6 16,0 0-6-16,0-2-1 0,0 0-3 0,2-1-5 15,-2 0 1-15,1-4-2 0,1-1-1 0,2 0 4 16,-1-2-2-16,-1 3 8 0,1 0-6 0,-1-1 8 16,1 4 2-16,-2-2-4 0,3 4 5 15,-3 0-4-15,3 2 3 0,-1 0-1 0,0 4-1 16,3 2 0-16,-3 0 0 0,0 1 0 0,2 2-1 15,-2 2-1-15,2 2-1 0,-3-3-1 0,5 3-8 16,-2-3-12-16,0 1-30 0,0-4-60 16,1 2-71-16,-1-3-90 0,2-1-151 0,0 1-242 15,3-4-305-15,2-2-245 0,1 0-183 0,6-1 62 16,0-4 528-16</inkml:trace>
  <inkml:trace contextRef="#ctx0" brushRef="#br0" timeOffset="10085.61">4572 4271 24 0,'-6'4'349'0,"1"0"238"0,2-1 141 0,0-1-19 16,1-1-275-16,2 2-220 0,2-1-111 0,1-1-1 15,0 0 26-15,2-1 105 0,1 2 64 16,2 0 61-16,-2-2-4 0,-1 2-35 0,2 1-23 15,-3-2-78-15,4 0-32 0,-5 0-38 16,2 2-5-16,-2-3 17 0,0 0 38 0,-3 0 32 16,2 0 5-16,-2 0-4 0,0 0-25 0,-2-3-42 15,-1 1-46-15,0-2-39 0,-2-2-29 16,-1 0-22-16,-2-1-12 0,3 1-1 0,-1-1-1 16,1 2 0-16,0 1 0 0,2 0-3 15,-1 2-3-15,2 0-6 0,2 1-5 0,0 1-3 16,2 1-2-16,2 3-1 0,1 0-4 0,3 2-22 15,0 1-64-15,3 1-74 0,0-1-132 0,0 4-233 16,6 0-319-16,1 3-354 0,2 0-263 16,4 1-72-16,1 1 503 0,4 0 648 15</inkml:trace>
  <inkml:trace contextRef="#ctx0" brushRef="#br0" timeOffset="10541.05">6273 4414 59 0,'3'0'616'0,"1"2"464"0,-1-1 150 16,0 2-113-16,0 2-366 0,2-2-346 15,1 1-201-15,0 0-93 0,1 0-46 0,1-2-25 16,-2 2-14-16,3-4-12 0,1-2-2 0,-2-1 8 16,1-3 7-16,1-1 0 0,0-4 1 15,0-1-1-15,0-1 1 0,-2-1-14 0,-2 2-4 16,2-1-3-16,-3 2 8 0,-2 4 22 0,-1 0 6 16,-2 2 4-16,-2 2 3 0,-3 1-5 15,-1 4-14-15,-5 2-46 0,1 4-52 0,-7-1-145 16,1 5-248-16,-6 2-283 0,-1-1-283 15,-3 4-246-15,-3-2-36 0,-7 1 490 0</inkml:trace>
  <inkml:trace contextRef="#ctx0" brushRef="#br0" timeOffset="11325.27">2894 5818 59 0,'5'8'545'0,"0"1"403"0,0-2 171 0,1 2-27 15,-1 0-361-15,1 2-290 0,-1-3-164 0,3 2-81 16,-2-2-40-16,0 0-44 0,-1 0-32 0,0-3-25 16,-2 0-21-16,0-2 16 0,1 0 38 0,-2-1 69 15,0-2 57-15,-2 0 31 0,0-2 3 0,-2-1-30 16,-4-3-42-16,2-3-48 0,-3-1-40 16,1-2-24-16,-2 0-8 0,0 0-2 0,0 1 0 15,0 0-7-15,2 4-6 0,-2 0-10 0,3 0-10 16,0 3-9-16,2 1-10 0,2-1-5 0,1 4-5 15,1 0-2-15,4 3-10 0,0 0-23 0,6 2-68 16,-2-1-85-16,4 2-160 0,1 0-285 16,4-1-333-16,2 2-390 0,4 0-244 0,3-1 98 15,3 3 698-15</inkml:trace>
  <inkml:trace contextRef="#ctx0" brushRef="#br0" timeOffset="11824.53">4921 6022 357 0,'-8'-1'1242'0,"-1"-3"460"0,0 4-194 0,-1 4-331 15,-1-2-498-15,3 2-257 0,0 0-184 0,-1 1-96 16,3-1-52-16,1 0-34 0,0-1-24 0,3 1-17 16,2-1-8-16,0 0-7 0,0 0-3 15,2 0-1-15,3-2 2 0,0 1-1 0,1-1 2 16,3-1 0-16,-1-1 1 0,0-1-1 15,3-1 0-15,-1 2-11 0,-1-2-29 16,2 1-69-16,-3 1-71 0,2 0-134 0,-2 1-249 0,2 2-315 16,0 0-342-16,1 4-237 0,3-2-59 15,1 2 520-15</inkml:trace>
  <inkml:trace contextRef="#ctx0" brushRef="#br0" timeOffset="12466.19">6509 6040 5 0,'-1'-1'558'0,"-3"-2"585"0,1 3 308 0,-2 3-76 15,0 1-321-15,-1 0-393 0,0 2-222 16,1 0-137-16,0 1-96 0,2 0-70 0,-2 2-59 15,2-1-34-15,2 0-22 0,1 0-11 16,1 1-4-16,2-2-6 0,1 0-2 0,2-1-2 16,2-3-12-16,4-2-76 0,-2 1-99 0,4-4-214 15,-1 1-280-15,4-5-345 0,-1-2-421 0,4-2-195 16,0-2 294-16,2-4 809 0</inkml:trace>
  <inkml:trace contextRef="#ctx0" brushRef="#br0" timeOffset="13073.83">8727 4486 172 0,'-4'0'810'0,"-1"2"529"16,2-1 67-16,-1-1-214 0,4 2-447 0,-1-1-322 16,1-1-159-16,1 0-113 0,1 1-7 0,1-1-3 15,5 0-6-15,1 0-12 0,3 0-7 0,2-1 3 16,3 0-41-16,2-2-25 0,2 1-12 16,2 0-8-16,4-2-4 0,0 3-12 0,0-2-7 15,3 1-5-15,-2 0-2 0,1 0-2 16,1 0-1-16,-3 2-2 0,0 2-11 0,-2-2-68 15,-3 2-81-15,-4 2-182 0,-3 0-275 0,-5 4-331 16,-5-1-407-16,-2 1-258 0,-6-2 99 16,-4 1 777-16</inkml:trace>
  <inkml:trace contextRef="#ctx0" brushRef="#br0" timeOffset="13324.67">9024 4309 127 0,'7'-2'598'0,"2"-1"332"16,-1 2 122-16,2 1 17 0,1 0-408 0,5 0-271 16,1 1-99-16,0 2-51 0,2-1-32 0,2 3-73 15,1 1-39-15,0 0-21 0,3 0-32 16,-4 1-15-16,1 0-13 0,0 3 60 0,-4-1 26 16,-1-1 16-16,-3 3 1 0,-1 1 3 0,-4 1-7 15,-1-1-49-15,0 2-27 0,-3 2-22 16,-4-3-8-16,1 2-5 0,-2-2-12 0,-2 1-59 15,1-4-74-15,-4 2-164 0,-1-4-290 0,1 1-299 16,2-3-325-16,0-2-197 0,3 0 120 16,3-4 633-16</inkml:trace>
  <inkml:trace contextRef="#ctx0" brushRef="#br0" timeOffset="14040.93">10854 4529 78 0,'-23'0'606'16,"-2"0"420"-16,-2-1 136 0,-1-1-79 0,-4-2-355 16,-2-1-320-16,-3 1-152 0,1-2-68 0,-2 0-3 15,2 0 12-15,1-1 26 0,3-1 8 0,5 1-19 16,4-2-20-16,3-1-38 0,5-2-41 16,5 1-52-16,4-4-31 0,4-2-18 0,5 0-11 15,5-2-2-15,5-1 1 0,4 0-4 16,4-2 0-16,1-3-3 0,7 3 1 0,2 0 3 15,3 0 0-15,3 3 3 0,1 4 3 0,2 3 4 16,4 2 1-16,-3 7 0 0,4 4-3 16,-1 4 1-16,0 5 1 0,0 5-3 0,-3 4-2 15,-1 3-2-15,-1 6-1 0,-2 0-3 16,-2 2-4-16,-1 2-2 0,0-2 1 0,-1-2 3 16,-3-2 0-16,2-4 3 0,-2-2 3 0,-2-7 1 15,-1-1 1-15,0-6 1 0,-2-4 3 0,-3-4-2 16,0-5 4-16,0-5 14 0,-4-6 9 15,-1-1 4-15,-1-5 2 0,-3-2 1 0,-4-1-1 16,-1-3-6-16,-5-2-5 0,-3-1-4 16,-4-1-1-16,-3 1-4 0,-4-2-1 0,-4-1-8 15,-3 2-2-15,-3-1-1 0,-4 6 4 0,0 2 3 16,-2 5 2-16,-3 7 1 0,-2 8-2 16,-4 5-1-16,0 8-4 0,-1 9-4 0,-1 6-2 15,2 6-1-15,-2 6-2 0,5 3-8 16,1 0-40-16,2-1-81 0,5-1-135 0,4-4-267 15,4 0-306-15,4-3-385 0,2-4-373 0,3-1-48 16,0-2 624-16</inkml:trace>
  <inkml:trace contextRef="#ctx0" brushRef="#br0" timeOffset="17416.09">4529 6985 288 0,'2'3'855'15,"-2"-1"354"-15,0-1 15 0,0-1-229 16,0 1-344-16,0 3-206 0,0-1-108 0,0 2-61 15,0 2-42-15,2 1-36 0,-1 2-41 0,1 0-36 16,1 4-33-16,3 0-17 0,-3 5-8 16,2 0 0-16,-2 1-7 0,2 4-16 0,0 1-11 15,1 2-7-15,0 0-3 0,-1 2-7 0,-2-1-5 16,2 0-3-16,-2 1-1 0,1 0-2 16,-1-3-1-16,-2 1-1 0,2-2-2 0,-1-2 0 15,-1-4-1-15,-1-2 1 0,0-1-3 0,0-4-27 16,-1-1-71-16,-4-4-80 0,2-4-156 15,-2-2-286-15,-3-4-327 0,0-3-354 0,-1-2-216 16,1-6 89-16,-2-2 658 0</inkml:trace>
  <inkml:trace contextRef="#ctx0" brushRef="#br0" timeOffset="17697.98">4395 7363 370 0,'3'6'823'16,"0"2"274"-16,-1-1 10 0,1 3-248 16,0 1-313-16,2 4-196 0,1 0-84 0,2 2-22 15,0 3-13-15,0-3-42 0,3 4-35 16,-3-2-26-16,3 1-42 0,0-2-38 0,0-2-26 16,-1 0-9-16,2-4-6 0,-1 1-4 0,1-2-3 15,0-3 2-15,-1-2-2 0,0-2-6 16,0-4 2-16,1-3 0 0,-2-2 4 0,0-4-3 0,0-3-28 15,0-5-37-15,0 1-36 0,-2-5-60 16,3 0-118-16,-3-1-160 0,-2-1-241 16,2-1-242-16,1 3-227 0,1-2-61 0,-2 1 296 0,2 2 439 15</inkml:trace>
  <inkml:trace contextRef="#ctx0" brushRef="#br0" timeOffset="18670.97">4414 8481 141 0,'3'-3'603'0,"-3"0"410"0,-1 2 178 0,-1-1-154 15,1 2-315-15,-1 0-172 0,0 0-92 16,-1 2-65-16,0 2-60 0,-2-1-46 0,0 3-40 16,-1 0-59-16,0 1-60 0,-4 2-42 15,2 4-20-15,-4-2-17 0,-1 3-9 0,-1 2-7 16,-4 2-2-16,0 2-4 0,-6 1-4 0,0 3 0 15,-3 1 5-15,-3 4 1 0,-2 2-4 0,-1 1-3 16,0-1 1-16,-3 1-1 0,4-1-5 16,2-4-5-16,5-1-3 0,1-5 0 0,2-5-4 15,7-2-1-15,2-1-4 0,3-7-1 16,2 1-2-16,2-6-1 0,3-4-1 0,3-6 0 16,6-5 2-16,2-4 1 0,1-4 1 0,7-6 1 15,3-3 1-15,2-2 0 0,2-1-1 0,4-2 1 16,3 1-1-16,-3 3 0 0,3 0-1 15,2 3-1-15,-4 7 1 0,1 3-2 0,-1 3 1 16,-1 7 1-16,-2 5 1 0,0 5 0 16,2 5 0-16,-3 5 2 0,3 3-1 0,-3 5 0 15,4 0-1-15,-3 4 0 0,2 1 0 0,2 0-1 16,-4 1 0-16,4-2-1 0,-2 0 0 16,-2-6 0-16,0 1 1 0,0-6 0 0,-4-1 1 15,1-4 0-15,0-2 1 0,-3-4 1 0,0-5-1 16,-3-2 1-16,-2-5 1 0,-1-6 0 15,-2 0 0-15,-3-5-1 0,-2-3 1 0,-4-2-1 16,-2-1-1-16,-2-1 0 0,-6 1 1 16,-1-2 0-16,-7 3-1 0,-4 0 2 0,-4 2 0 15,-5 0-1-15,-4 4 0 0,-3 3-1 0,1 4-1 16,0 6 0-16,2 3-1 0,1 6-2 0,4 8-3 16,6 4-13-16,1 7-33 0,4 5-84 15,4 2-149-15,2 4-262 0,5 0-315 0,4 0-403 16,2-1-429-16,4-3-41 0,3 1 734 0</inkml:trace>
  <inkml:trace contextRef="#ctx0" brushRef="#br0" timeOffset="42482.67">10478 5625 37 0,'-4'13'558'0,"1"-1"486"0,0-3 206 0,1 0-92 16,-1-3-343-16,1-1-280 0,1-2-117 15,1-3-65-15,0 0-43 0,0-3-40 0,0-4-37 16,1-4-58-16,3-4-61 0,-1-3-42 0,2-3-23 15,1-5-11-15,2-1-10 0,0-1-3 16,0-4 1-16,0 2-4 0,1 2-1 0,-1-1 1 16,-2 6 0-16,1 0 0 0,-1 3-3 0,0 4-2 15,-3 4-1-15,-1 2-2 0,1 2-1 16,-1 2-6-16,-1 1-3 0,1 5-1 0,-2-3-3 16,3 6 0-16,-1 3-1 0,0 5 1 0,1 2 1 15,1 4 1-15,-1 4 0 0,0 1 1 0,-1 4 0 16,1 2-1-16,-1 1-1 0,-1 2 0 15,1-1-1-15,1 0 0 0,-1-1 0 0,0-1-1 16,-1-1 0-16,1 0 0 0,-1-4-2 0,-1-2 0 16,2-3-9-16,2 0-17 0,-2-3-36 15,-1-3-71-15,1-2-71 0,-2-1-115 0,0-3-173 16,0-3-296-16,0-3-299 0,2-3-218 16,-1-2-125-16,1-5 282 0,1-3 570 0</inkml:trace>
  <inkml:trace contextRef="#ctx0" brushRef="#br0" timeOffset="42821.96">10726 5482 89 0,'1'6'660'0,"3"4"459"15,-3 3 131-15,2 2-114 0,0 4-313 0,0 2-262 16,-1 3-142-16,4 2-83 0,-1 2-57 0,0 0-45 16,3-2-70-16,-2-1-72 0,4-1-46 15,-1-4-23-15,2-5-11 0,2-1-4 0,1-7-3 16,0-4 0-16,3-6 0 0,-2-6-1 0,2-4 2 15,-4-5-2-15,1-5 1 0,-3-2 0 16,-3-2 1-16,-1-2-1 0,-3 2 0 0,-2 0 7 16,-4 0 4-16,-4 2 1 0,0 0 0 15,-4-1 1-15,-4 2-2 0,1 0-6 0,-2 1-4 16,0 1 3-16,1 4 3 0,1 3 3 16,0 3-1-16,3 4-1 0,-2 5 0 0,4 3-4 15,-1 6-6-15,1 5-1 0,3 4-2 0,-1 4 2 16,4 5 0-16,-1 3-2 0,2 4 2 0,1 3-1 15,1 2-14-15,1 1-54 0,1 1-74 16,0-2-91-16,0-5-153 0,4-2-251 0,-1-3-332 16,3-9-279-16,1-2-180 0,1-8 95 15,3-3 535-15</inkml:trace>
  <inkml:trace contextRef="#ctx0" brushRef="#br0" timeOffset="43132.74">11118 5442 541 0,'3'3'1052'0,"-1"5"237"16,-2 6-46-16,0 5-254 0,-2 6-320 0,2 5-212 16,0 1-117-16,2 2-74 0,1 0-62 15,0-1-75-15,6-2-61 0,-2-3-34 0,2-5-18 16,4-4-9-16,1-6-7 0,-1-3-2 16,4-7-1-16,0-7 0 0,-1-5 0 0,1-5 2 15,-4-5 2-15,-1-3-1 0,-2-2 4 0,-2-2-1 16,-4 0 2-16,-3-1 0 0,-2-1 1 0,-4 1 1 15,-5 1 1-15,-2-1 3 0,-3 3 4 16,-2 1 2-16,-1 3 3 0,-2 2 0 0,1 3-2 16,3 5-4-16,-1 3-4 0,3 6-5 15,-2 4-5-15,6 6-1 0,-1 2-1 0,6 5 0 16,-1 1-7-16,3 4-33 0,3 1-64 0,2 1-63 16,-1 1-94-16,5 0-165 0,-1 2-292 15,0-1-294-15,1 2-227 0,4-1-168 0,-1-1 171 16,1-1 567-16</inkml:trace>
  <inkml:trace contextRef="#ctx0" brushRef="#br0" timeOffset="43798.72">11442 5781 365 0,'1'1'887'0,"-1"3"314"16,0 1 2-16,0 2-257 0,-1 4-241 0,-2 0-184 16,3 3-117-16,0 2-73 0,-2 3-58 15,2 2-60-15,-1 3-71 0,-1 2-61 0,-1 1-31 16,1 3-18-16,1 0-8 0,-1 0-7 15,1-2-5-15,-1-2-5 0,2-2-3 0,0-3-3 16,0-5 0-16,0-2 1 0,0-3 1 16,0-4 3-16,0-2-1 0,-2-4 2 0,-1-4-1 15,1-5-1-15,-1-5-3 0,2-4 0 0,-4-4 0 16,4-5-1-16,-2-4 1 0,-1-2 1 0,1-6 0 16,-2-2-1-16,2-4-1 0,1 1-2 15,-1-1-1-15,2 2 1 0,-2 5 2 0,3 1-1 16,0 10 1-16,-2 2 0 0,2 5 1 0,0 4-1 15,2 3-1-15,-2 3-2 0,3 3 2 16,-2 1 2-16,1 5 0 0,1 3 3 0,0 3 0 16,0 3 2-16,2 5 0 0,0 1-1 15,0 0 0-15,1 3-3 0,-1 3 0 0,-2-2 1 16,3 1-2-16,-2-1 0 0,0-1 0 0,2-4-1 16,-1 3-2-16,0-7 0 0,0-1-1 0,1-3 0 15,-1-5 2-15,3-4 0 0,-2-5 2 16,2-3 0-16,0-10 1 0,0 0 1 0,0-6-2 15,0-2 0-15,-2-2 1 0,2 2-2 16,-2 2 0-16,-1 3-1 0,-2 4 2 0,0 1 3 16,-1 6 1-16,1 1 2 0,-1 4 2 0,-1 4 0 15,2 2-2-15,-3 4-1 0,2 4-1 16,-1 4-2-16,1 4 0 0,-1 4 0 0,-1 1-2 16,2 3-1-16,1 1-2 0,-1 2-1 15,-1-2 0-15,4-1-2 0,-3 2 0 0,4-4-7 16,-1-2-37-16,-1 0-77 0,1-7-92 0,0-1-172 15,-2-1-298-15,2-5-344 0,0 0-346 16,2-3-176-16,2-4 185 0,-1-1 692 0</inkml:trace>
  <inkml:trace contextRef="#ctx0" brushRef="#br0" timeOffset="44334.55">11777 5944 244 0,'0'0'622'0,"0"-4"312"0,0-4 161 16,0-2-183-16,2-5-265 0,2-3-168 0,-1-4-60 15,1 0-16-15,1-1-24 0,-1-3-45 0,3 2-42 16,-1-1-48-16,-2 5-59 0,1-1-58 15,0 4-53-15,0 2-29 0,-2 2-19 0,0 5-9 16,3 2-2-16,-3 3-2 0,2 3 1 16,0 4 2-16,2 4-1 0,-3 4 0 0,4 4-4 15,-3 1-1-15,1 5-2 0,-1 2-2 0,1-1-1 16,-1 1-2-16,1 0 0 0,1-1-3 0,-1-3 0 16,1 0-2-16,0-4 0 0,-1-6-1 15,2-1 1-15,-1-5 2 0,1-7 0 0,1-3 1 16,2-8 0-16,-3-4 2 0,3-5 0 15,0-4-2-15,-1-5-2 0,1 1 1 0,-2 1 0 16,1 0 0-16,-1 4 0 0,-1 2 0 0,-1 3 2 16,-1 6 0-16,-3 2 0 0,3 4-1 15,-3 3 6-15,-1 3 4 0,1 4 7 0,-1 6 5 16,-1 3 5-16,1 3 2 0,1 5-3 16,-1 3-6-16,0 0-6 0,1 0-4 0,1 1-6 15,1 0-2-15,0-3-4 0,-1-2-1 0,3-2-1 16,-1-5-2-16,2-5 0 0,0-1-6 0,0-5-13 15,3-7-34-15,-2-1-70 0,1-6-76 16,-2 0-136-16,3 1-240 0,-2-3-318 0,1 3-332 16,2 2-222-16,1 3-52 0,1 3 503 15</inkml:trace>
  <inkml:trace contextRef="#ctx0" brushRef="#br0" timeOffset="51032.88">21671 8604 220 0,'-4'0'607'0,"-4"0"338"0,3 0 168 0,1 0-167 15,0 0-323-15,-1 0-171 0,2 0-115 0,2 0-57 16,-4 0-28-16,5 0-15 0,0 1-12 16,0-1-13-16,0 0-24 0,0 0-37 0,0 2-45 15,2-2-40-15,1 0-27 0,-3 0-20 16,0 1-12-16,1-1-7 0,2 2 22 0,-1-2 18 16,3 3 9-16,0 0 5 0,1 1 9 0,3 0 3 15,-2 0-18-15,1 1-15 0,1 0-5 0,2 1-5 16,-1-1-3-16,1-1-1 0,1 2-1 15,0-2-1-15,2 0-1 0,-2 0-2 0,4-1-3 16,-2 2-1-16,1-2 0 0,1 0 0 16,1 0 0-16,-3-2-1 0,3 3 0 0,-1-3-3 15,3 2-1-15,-3-1 0 0,1 0-1 0,1 0 1 16,-1 1 0-16,-1-1 1 0,2 2 0 16,-1 0 0-16,-3-1-1 0,3 0-1 0,-1 0 0 15,-2 0 0-15,2 0-1 0,-3-2 0 0,1 1-1 16,-1 0 1-16,1-2-1 0,-3 0-1 15,2 0 1-15,-5-2-1 0,0 2 0 0,-2-2 1 16,3 1 1-16,-4 1 0 0,-2-1-1 0,1-1 2 16,-3 2 1-16,2 0 3 0,-1-2 1 15,0 2 2-15,-2-1 2 0,1 0-1 16,-1-4-2-16,0-1-1 0,0 0-2 0,3-1-3 16,-3-2-2-16,5-6 0 0,-4 2-1 0,2-1-2 15,1-4 1-15,1 0 0 0,-1-4-1 0,1-3 0 16,2 0 0-16,0-4 1 0,1 0 0 15,0-3 0-15,5-3 2 0,-4-5-1 0,1-1 1 16,2-2 0-16,-1-5 0 0,1-3-2 0,2-6 0 16,-1 1-2-16,2-4 1 0,-2-2-2 15,1-2 1-15,0-3 2 0,0-4 2 0,2-1 2 16,-2-3 0-16,2-3 0 0,-3-1-1 0,4-2-3 16,-1-2-1-16,-3 4 0 0,1-2 1 0,0 2 1 15,-2 2 1-15,1-1 2 0,-3 0 1 16,0 0-3-16,2 0-1 0,-2-2-3 0,-1-1-1 15,4 1 0-15,-2 0-3 0,3 0-2 16,0-2 0-16,4-1 0 0,-1 0 1 0,2 3 2 16,0 0 7-16,2 2 1 0,-1 0 3 15,-2 1-3-15,1 2-1 0,-2-1-6 0,0 1-2 16,1 0-1-16,-4 0-2 0,2 0 3 0,-4 1 2 16,0 4 6-16,0 3 3 0,-1 2-1 0,-1 5-1 15,-1 3-1-15,-2 3-1 0,1 3-5 16,-2 4-2-16,2-2-1 0,-2 4 4 0,2-1 1 15,0 0 1-15,1 2-1 0,1-3-1 0,1-2 1 16,0 2 0-16,0 1 0 0,0-3 4 16,2 5 2-16,-4 0 2 0,4 2 2 0,-4 3 0 15,-1 3 2-15,0 4-5 0,1 1-6 0,-2 2-2 16,-2 4-2-16,0 2-1 0,-2 2-1 16,-2 0 0-16,1 5 5 0,-2 1 2 0,0 2 2 15,-2 1 1-15,1-1-2 0,-1 4 0 16,2 1 0-16,-1 0-1 0,-1 1 0 0,0 0 0 15,1 0 0-15,-1 1 0 0,2 2-1 0,0-2 1 16,0 2 0-16,0-2 0 0,0 1 0 16,0 1 0-16,0 1 0 0,0 2 1 0,0 0-1 15,-1-1 0-15,1 2 1 0,0 2-1 16,-2-1 0-16,0 3-1 0,2 5 1 0,-1-1 0 16,-3 3 0-16,1 3 1 0,2 0-1 0,-4 1 1 15,2 0 4-15,2 3 2 0,-3-1 1 0,3 1 1 16,-2-1 0-16,1 2 1 0,-1-1-9 15,-1 0-5-15,1 2-2 0,-3 2 0 0,3-1-1 16,-2 1 0-16,-1-1 4 0,-1 2 2 16,3-2 1-16,-4-1 0 0,2 2 0 0,-1-1 0 15,1 1 1-15,-2 1-1 0,0 1 1 0,2 1-1 16,-2 1 1-16,-1 1 1 0,1 1-2 0,0 2 0 16,0 2 0-16,-2-1-1 0,2 2 0 15,0 2 0-15,2-1 4 0,-2 1 2 0,0-2 4 16,4 1-4-16,-5 2-1 0,2-1-1 15,1-1-5-15,-1 1-3 0,1-2-1 0,-1-1 2 16,0 2 2-16,0-1 1 0,1-2 1 0,-1 1 0 16,1-1 0-16,-1 1 1 0,2-1-1 15,-3-1 0-15,1-1 0 0,1-1 0 0,1 2 0 16,1-4-1-16,-3-1 6 0,4 1 2 16,-2 1 1-16,4-2 0 0,-3-2 0 0,2 4 0 15,0-2-5-15,0 1-1 0,1-1-1 0,-1 1 1 16,-1-1 0-16,1 2 1 0,-1-3-5 15,0 3-3-15,0-2-2 0,-1 1-1 0,0 0 0 16,-1 1-1-16,1-1 4 0,-3 4 2 0,1-2 2 16,-1 0 0-16,0-1 1 0,0 2-1 15,1-2 6-15,1 1 2 0,0-2 2 0,-1 0 0 16,2 0-1-16,0-1 0 0,3-1-4 0,-3 2-4 16,3-2 0-16,-1 1-1 0,1-2-1 0,-1 1 0 15,-1 0 1-15,1 0 1 0,-1 0 0 16,-1-1 1-16,1 1 1 0,-1-1 1 0,-1 0-1 15,2 3-2-15,-2-4 2 0,1 5-1 16,-2-2-1-16,2 0 1 0,0 0-2 0,0 2 1 16,1-2 1-16,2 0 0 0,-3 2-1 0,1-2 0 15,2-2 1-15,-1 2 0 0,0-2 0 16,-2-1-1-16,2 0 0 0,-2-2 0 0,0-1 0 16,1 3 0-16,-2-2 0 0,2-1-1 15,-2 1-1-15,-2 1 0 0,0 2-1 0,1-2 1 16,-1 2-1-16,3-2 1 0,-4 1 1 0,2 1 2 15,1-1 0-15,0 2 0 0,0 0 1 16,-1-2 0-16,2 3-1 0,0-3 0 0,1 0 1 16,0 0-1-16,0 0 0 0,1-1-1 0,-1 0 1 15,1 0 0-15,-1 0-1 0,0-1 0 16,-1 1 0-16,0 0 0 0,-1 1 0 0,1 0 0 16,-3 1-1-16,1-1-1 0,1 3 1 0,-1-3-1 15,0 2 1-15,-1 1-1 0,2 1 0 0,-1 0 1 16,2 0 0-16,-3-1 0 0,4 0-1 15,-2 1 2-15,4-2-1 0,-3 1 1 16,0-3 1-16,2 3 0 0,-1-3 0 0,2 0 1 16,-1 1 0-16,0-3 0 0,-1 1-1 15,2-4 1-15,-3 3-1 0,3 0-1 0,-3-2-1 16,1-1 2-16,-3 3-1 0,3-2 0 0,-2 2 1 16,1-3 0-16,-1 3 2 0,0 0-3 0,-1-1 0 15,1 1 0-15,0-1 0 0,0-1 0 16,2 0 0-16,0-2-1 0,0 3 0 0,0-2 0 15,1 0 1-15,-1-2 0 0,0 1 0 16,3-2-1-16,-1 0 1 0,-1-1 0 0,0-1-1 16,2-1 1-16,-1 2 0 0,-3 0 0 0,4-1 0 15,-3-1 0-15,0 3 0 0,0-1-1 16,0 1 1-16,-3 4-2 0,2-4 2 0,1 3-1 16,0 0 1-16,0-2 0 0,1 2 0 0,1-1 1 15,-3 0 0-15,4 0-1 0,-1 0 2 16,-1-1-2-16,2 1 1 0,0-3 0 0,0 4 0 15,0-6 0-15,0 3-1 0,0-3 1 0,0 0-1 16,0-1 1-16,0 0 0 0,0-2 0 16,0 0-1-16,0-1 0 0,0-1 0 0,0 2 0 15,0-3-1-15,0 3 1 0,0 0 0 0,0-1 1 16,0 3 0-16,0-2-1 0,-1 3 1 16,1-3-1-16,0 0 1 0,0-1-1 0,0 3 0 15,0-2 0-15,0 0-1 0,0 0 1 0,0-1 0 16,0-1-1-16,0 2 1 0,0-2 0 15,0-1 1-15,0-1-1 0,1 1 0 16,-1-1 0-16,0 0-1 0,0-1 0 0,0-1-1 0,0-1 1 16,0 1 0-16,0-1 0 0,0 0 0 15,2-1 0-15,-1 2 0 0,-1-2 0 0,2 0 0 16,0 2 0-16,-2-2 1 0,1 1-1 16,2-1 1-16,-1 0 1 0,0 1-1 0,-1 1 0 15,2 0 0-15,-3-1 0 0,4 0 0 0,0 3 0 16,-2-2 0-16,1 3 0 0,-2-3-1 15,3 1 1-15,-1-2 0 0,0 2 0 0,0-1-2 16,2 1 2-16,-2-2-1 0,3 1 0 16,1-2 1-16,-1 0 0 0,1 0 0 0,2-2 0 15,-1 1-1-15,-2-2 0 0,2 0 1 16,3-3-1-16,-3 4 1 0,2-4 0 0,-2 0 0 16,2 1 1-16,-2-1 1 0,2 1-1 0,-1 0-1 15,1-1 2-15,-2 2-1 0,3-1 0 0,-2 1-1 16,1 0 1-16,1-1 0 0,-2 0 0 15,3 2-1-15,-2-1 1 0,2 2 0 0,-1-3 1 16,3 3-1-16,-1-2 1 0,0 3-1 16,2-2-1-16,1 1 1 0,0 1 0 0,-1 0 0 15,1-1 1-15,3 0-1 0,-1 2 1 0,0-1-1 16,3 1 0-16,-2 0 0 0,0 0-1 16,1 0 0-16,-2 0-1 0,1 0 1 0,-1 1 0 15,0-1-1-15,3 0 1 0,-5 2 0 0,1-2 0 16,-1 0 0-16,-1 2-1 0,2-2 0 15,-2 0 1-15,0 0-1 0,-1 0 1 0,-2-2-1 16,4 0 0-16,-5 1 0 0,2 0 0 16,1-4 1-16,-3 2-1 0,2 0 0 0,-4 0 1 15,3-1-1-15,-2 1 1 0,-2-1-1 16,0 0 1-16,0 2-1 0,0 0 1 0,-2-1 0 16,-1 2 0-16,2-1 0 0,-3 0-1 0,2 1 1 15,-2 1 0-15,0-2 0 0,1 2 0 0,-2 0 0 16,2 0 0-16,-2 2 1 0,1-2-1 15,2 0-1-15,-5 1 2 0,4-1-1 0,0 2 1 16,0-2-1-16,0 0 0 0,-1 2 0 16,4-2 0-16,-2 1 0 0,2-1 0 0,2 1 2 15,1 1-1-15,2-2 2 0,-1 2-2 0,1 0 1 16,1 0 1-16,0 0-2 0,1 0 0 16,0 1 1-16,1 0 0 0,3 2 0 0,0-1 1 15,-1 2 0-15,2-2 0 0,0 2-1 16,0 0 1-16,2 2 0 0,0 0 0 0,-2 1 1 15,2-2 0-15,0 2 1 0,-1 0 0 0,3 0 1 16,0 0 0-16,1 1-1 0,-2-2-2 0,1 1-1 16,3-1-1-16,2 1-1 0,-3-3 0 15,5 0-2-15,-3-2 1 0,2 1-1 0,-2-1-1 16,-1-1 0-16,2 0-1 0,-5 2 1 16,-1-3-1-16,-1 2-2 0,-1-2-8 0,-5 3-14 15,-1-5-35-15,-3 5-82 0,-4-4-126 0,-2 4-240 16,-3-2-302-16,2 0-381 0,-7-1-403 15,-1-2-109-15,-3 0 540 0,-2-4 763 0</inkml:trace>
  <inkml:trace contextRef="#ctx0" brushRef="#br0" timeOffset="52198.57">21981 8667 268 0,'-1'0'468'0,"-1"-1"197"0,1 1 23 15,-4-3-132-15,4 2-125 0,-1 1-59 0,1-1-21 16,-1-1-10-16,-1 0-4 0,1 1-21 16,-1-2-35-16,0 1-43 0,-1 2-35 0,1-1-18 15,2 0 1-15,-4 1 22 0,2 0 22 16,0 0 2-16,0 0-9 0,-4 0-30 0,2 0-37 16,1 0-41-16,-2 0-35 0,-1 0-25 0,2 0-17 15,-1 0-7-15,-1-2-6 0,3 2-4 16,-5-1 1-16,2 1-2 0,1 0-4 0,-2-2 0 15,-1 1 0-15,1-1 0 0,-2 2-2 16,1-1-2-16,-1-2 0 0,0 1 0 0,-2 0-1 16,1 1-1-16,0-2-1 0,-3 0 0 0,-1 1 5 15,1-2 1-15,1 3-1 0,1-2-1 16,1 1-1-16,-1 0 0 0,-1-2-5 0,1 1 0 16,-2-1-1-16,1 4 1 0,-4-2-1 0,1 2 1 15,-1 0-1-15,-1 0-1 0,1 0 0 0,0 2-1 16,-2-2-1-16,3 0-1 0,-1 3 1 15,-1-2 0-15,2-1-1 0,-1 0 1 0,3-1-1 16,-2-2 2-16,2 3 0 0,-2-2-1 16,2-3 2-16,-2 3 0 0,2-3 0 0,-4 0 1 15,1 1-1-15,0-2 0 0,-3 0 0 0,-2 0-1 16,-1-1-1-16,-1-1-1 0,-2 1-1 16,-1 1 0-16,-1-2-1 0,1 2-1 0,-1 0-1 15,-1 1 1-15,1 1 1 0,0 2-2 16,-1 1 2-16,2 1-1 0,3 1 2 0,-3 1-1 15,2 1 2-15,2 0 1 0,-3 0 0 16,2 1 1-16,1-1 1 0,-1 2 1 0,2-3 1 16,1 1 2-16,2 0-1 0,-1-2 1 0,4 1 0 15,0-2-2-15,4 0-2 0,0 0-1 16,2 0-1-16,2 0-1 0,-1 0 0 0,5 0 0 16,-2 0-2-16,3 0 0 0,-1 0 0 0,1 0-2 15,0 0 0-15,0 0 0 0,1 0-1 0,0 0-1 16,1 2-9-16,-1-2-14 0,1 1-33 15,1 2-83-15,-3 1-160 0,3 2-261 0,-2 1-318 16,-1 1-406-16,-2 0-448 0,1 0-17 16,-1 2 796-16</inkml:trace>
  <inkml:trace contextRef="#ctx0" brushRef="#br0" timeOffset="54715.74">23416 2142 214 0,'6'-2'587'0,"-5"1"380"0,1 1 191 0,-1-1-200 15,-1 1-251-15,0 0-97 0,0 0-84 0,0 0-103 16,0 0-82-16,-1 0-68 0,-1 1-49 0,-2 0-73 16,-1 3-56-16,0-2-31 0,-3 3-11 0,-1 1-4 15,-4 1-3-15,-1 0-6 0,-3 4-3 0,-1 1-3 16,-4 1-10-16,-2-1-12 0,-2 2-2 0,-3 3-4 15,-1-3-6-15,-1 0-3 0,-3 2-3 16,-1-3 4-16,1-1-3 0,-1 0-1 0,1-4 3 16,1 2 6-16,3-5 2 0,3 0 2 0,2-1 1 15,5-4-2-15,4-4 0 0,0-1-4 16,7-3-3-16,4-1-1 0,1-3-2 0,8-2 1 16,2-1 1-16,4 1-1 0,7-4 1 0,3 4 0 15,1-1 1-15,8 1-1 0,2 0-1 0,4 3 2 16,4 3-1-16,4 1-1 0,0 3 0 0,3 3 2 15,-2 2 1-15,2 3 0 0,0 3 0 16,-1 1 1-16,2 1-1 0,-2 0 1 0,0 0 1 16,-1 0-1-16,-3-2 1 0,-1-1-1 0,0-5 1 15,-3 1 1-15,-1-5 0 0,-3-4 1 0,-1-3 1 16,-3-3 1-16,-3-6 1 0,-2 2 8 0,-6-4 7 16,-3 1 6-16,-4-4 6 0,-6 4 4 0,-5-3 2 15,-5 2-6-15,-6-2-6 0,-4 3-7 16,-5-1-7-16,-5 4-5 0,-3-1-4 0,-2 6-4 15,-4 5-3-15,0 5 0 0,-1 7-2 0,0 4 0 16,2 5-1-16,2 3 1 0,2 4-1 16,5 0-11-16,4 3-21 0,-1-1-66 0,7-1-98 15,1-1-250-15,2-1-292 0,6-1-362 0,0-1-447 16,2-3-245-16,3 0 398 0,-1 0 948 0</inkml:trace>
  <inkml:trace contextRef="#ctx0" brushRef="#br1" timeOffset="74150.25">3712 11003 53 0,'1'9'579'0,"2"3"452"0,1-4 165 0,-1 4-88 16,-1-1-351-16,1-1-327 0,2 1-181 0,1 0-95 15,0 2-47-15,2-3-31 0,0-1-25 0,0 0-20 16,4-3-16-16,-2 0-7 0,0-2-4 16,2-1 3-16,-1-4 10 0,0-2 46 0,2-1 63 15,-2-4 72-15,0-2 38 0,-1-1 15 0,-4 1-6 16,-3-3-31-16,-1 2-40 0,-4 2-41 0,1-2-27 15,-3 2-16-15,-2 1-11 0,-2 0-11 16,0 2-11-16,0 0-11 0,-3 3-7 0,0-1-9 16,3 1-7-16,-3 3-7 0,3 0-6 0,-1 3-3 15,2-3-4-15,1 4-1 0,1-1-4 16,-1 2 0-16,3 0-1 0,0 1-1 0,3 3-1 16,0 2-1-16,1-2-8 0,3 0-17 0,2 1-32 15,0 1-76-15,-1-2-105 0,3 0-188 0,3 0-294 16,-2 0-353-16,4-2-397 0,3-1-196 15,-2 0 265-15,5 1 743 0</inkml:trace>
  <inkml:trace contextRef="#ctx0" brushRef="#br1" timeOffset="74648.27">4816 10950 49 0,'-5'6'627'0,"0"3"518"0,0 0 171 0,2 1-46 16,0 2-284-16,3 1-355 0,0 3-201 0,0-2-113 15,3 0-67-15,0 0-80 0,-1-5-72 16,4 2-47-16,-1-1-22 0,3-4-12 0,-2-2-6 15,4-2-1-15,-2-2 1 0,2-5 5 0,0-1-6 16,0-3-1-16,0-4-1 0,-1 2 6 0,-3-1-1 16,0 0 8-16,0 2 16 0,-2 1 9 15,-1 1 4-15,-2 3-5 0,1 2-3 0,-2 0-14 16,0 1-12-16,0 7-9 0,0-2-6 16,0 8-6-16,3 3-15 0,-1 3-44 0,4 3-77 15,1 3-133-15,3 1-267 0,3 1-315 16,3 1-386-16,3-1-373 0,5 0-68 0,1-1 636 15</inkml:trace>
  <inkml:trace contextRef="#ctx0" brushRef="#br1" timeOffset="75064.27">6548 11114 309 0,'-1'-4'849'0,"-1"1"328"0,-1 3 0 0,6 0-245 16,-1 3-354-16,1 1-256 0,0 1-142 15,5 2-67-15,-1-1-17 0,3 1-16 16,0-2-15-16,3 2-11 0,-1-1-5 0,1-4 4 16,1 1 7-16,0-6 48 0,-1 1 57 0,1-4 34 15,-3-2 13-15,0-1-3 0,-1-3-22 16,-4 2-41-16,-2-1-36 0,-1 1-23 0,-2 0-10 16,-4-2-10-16,0 5-12 0,-2-2-10 0,-3 2-11 15,-3 2-14-15,2 1-10 0,-3 4-6 16,-2 2-4-16,3 3-4 0,0 6-1 0,0 1-9 15,2 4-21-15,-1 4-68 0,2 2-79 0,0 0-161 16,2 4-281-16,4-1-333 0,-1 1-396 16,3 1-259-16,2-2 49 0,1 5 725 0</inkml:trace>
  <inkml:trace contextRef="#ctx0" brushRef="#br1" timeOffset="75503.59">6960 12078 6 0,'-10'3'840'0,"1"-1"850"15,-4-1 35-15,0 0-356 0,-1 1-392 0,1 0-416 16,1 0-258-16,1 0-123 0,1-1-60 0,1 1-39 16,2 0-28-16,4 0-22 0,0 0-14 15,1 1-9-15,2-2-7 0,2 2-2 0,3 2-3 16,1-1 0-16,3 0 0 0,-1 0-1 15,2 1 1-15,1-3 1 0,0-1 0 0,0 2 0 16,0-3 0-16,-3 0 0 0,0 0 1 0,-3 0 0 16,-2 0-2-16,-1 0-6 0,-4 0-10 0,-1 0-14 15,-2 0-25-15,-5 2-55 0,-5 0-73 16,-3-2-121-16,-5 6-225 0,-4 0-301 0,-5 3-345 16,-3 1-298-16,-3 2-117 0,-4 1 474 15,-3 4 694-15</inkml:trace>
  <inkml:trace contextRef="#ctx0" brushRef="#br1" timeOffset="75868.1">5715 12366 460 0,'-3'7'1015'0,"2"-1"265"0,-1 0-72 16,-1-1-266-16,3-1-376 0,0-1-228 16,0 0-115-16,0 0-59 0,1-1-39 0,1-2-35 15,1 0-34-15,3-2-21 0,1 1-13 0,-1-4 23 16,2-1 23-16,1-4 10 0,-1-1 1 15,0-1 25-15,-1-1 11 0,-1-1-12 0,-3 1-14 16,-2-2-7-16,-2 3-3 0,-1 2-22 0,-4-3-15 16,0 3-14-16,-2 0-6 0,-5 3-10 15,-1 3-6-15,-2 0-4 0,-1 2-5 0,-5 2-34 16,-1 2-81-16,-2 0-103 0,-5 4-172 0,0 0-293 16,0 2-349-16,-2 1-361 0,-3-1-173 15,2 1 252-15,-4-1 670 0</inkml:trace>
  <inkml:trace contextRef="#ctx0" brushRef="#br1" timeOffset="76347.67">4093 12225 229 0,'-8'2'838'0,"-1"-1"416"0,-1 0 126 16,0 1-108-16,0 1-438 0,0-2-290 15,-1 3-153-15,0-3-90 0,0 2-89 16,3-2-83-16,0 1-49 0,2-1-31 0,1 0-20 16,2 1-14-16,1 0-10 0,1-2-7 0,1 0-3 15,1 1-2-15,1-1 1 0,3 2 1 0,1-2 3 16,2-2 0-16,0 1 3 0,0-1-1 15,0 0 1-15,1 0-1 0,-3-1 1 0,-1 0 1 16,0 0 0-16,-2 0 1 0,-1 0-1 0,-1 1 1 16,-1 1-6-16,-1 0-26 0,-1-3-75 15,-1 4-88-15,0 0-174 0,-2 4-285 0,2-2-338 16,-1 4-375-16,1 3-213 0,2 2 156 16,-1 4 709-16</inkml:trace>
  <inkml:trace contextRef="#ctx0" brushRef="#br1" timeOffset="76763.39">4286 13375 271 0,'-3'2'911'0,"-2"-2"397"0,0 3 47 16,0-2-152-16,-2 1-447 0,2-1-274 0,0 2-140 15,0 0-85-15,0 0-74 0,2 0-65 16,-1 0-54-16,4 1-31 0,0 1-18 0,4 1-10 16,-1 0-4-16,2 1-1 0,3-3-3 0,-1 2-1 15,2-3-1-15,-1-2 2 0,0-2 0 16,0-2 2-16,1-3 4 0,-2-3 4 0,-3-2 2 15,0-1-1-15,-3-1 2 0,-1-2 5 0,0 2 5 16,-3-1 3-16,-2 0 7 0,-1 4 4 16,-1-1 0-16,-3 4-5 0,0-1-6 0,-1 4-7 15,-2 1-7-15,2 3-8 0,0 2-3 0,3 0-4 16,0 5-8-16,5 1-31 0,3 4-75 16,2 0-116-16,2 3-205 0,6 0-294 0,1 0-351 15,5 0-373-15,1 0-153 0,1 0 381 16,5-1 719-16</inkml:trace>
  <inkml:trace contextRef="#ctx0" brushRef="#br1" timeOffset="77150">5631 13462 274 0,'-8'2'1017'0,"-2"0"424"0,2 4-80 16,-1 0-193-16,0 0-421 0,3 1-270 16,1 0-163-16,0-3-83 0,2 0-44 15,0-1-56-15,1-2-56 0,1 1-36 0,1-2-20 16,0-3-9-16,0 0-3 0,1-5-2 15,-1 1 0-15,2-4 1 0,-1 1 0 0,-1-2-1 0,0 1 5 16,0 3 2-16,0-2 2 0,-1 4 5 16,1 2 1-16,-2-1 2 0,2 2-6 0,0 0-6 15,0 3-6-15,0 0-5 0,3 1-6 16,4 6-21-16,1 0-70 0,0 4-76 0,6 1-158 16,-1 4-277-16,4 2-333 0,3 4-393 0,1-5-247 15,3 3 54-15,3-2 702 0</inkml:trace>
  <inkml:trace contextRef="#ctx0" brushRef="#br1" timeOffset="77546">7056 13545 549 0,'10'12'1071'0,"-1"-3"211"16,-1 4-94-16,-2-2-251 0,1-1-342 0,0-1-192 16,-2 0-107-16,0-3-55 0,1 0-42 0,-4-3-56 15,1 0-37-15,-1 0-19 0,-1-6-7 16,-1 1-3-16,0-2-4 0,0-2-3 0,-3-2-22 16,2 0-18-16,-3-2-11 0,1 2-6 0,-2 1-5 15,0 1-4-15,-1-1 0 0,-3 3-7 16,1 4-34-16,0 6-77 0,-6-1-108 15,3 8-216-15,-5 2-293 0,-2 2-358 0,-2 5-371 0,-2 2-157 16,-2-1 361-16,-1 2 753 0</inkml:trace>
  <inkml:trace contextRef="#ctx0" brushRef="#br1" timeOffset="78148.62">4180 14862 384 0,'3'10'941'0,"-1"-1"299"16,-2-2-36-16,-2 0-266 0,-1-1-348 15,1-3-217-15,-1-2-101 0,-3-1-50 0,1-4-37 16,-1-2-28-16,-1-2-38 0,-1-2-26 0,1-5-20 15,-1 0-6-15,3-3 10 0,-2 1 1 16,0 1 6-16,2-1-12 0,2 4-6 0,0 4-10 16,1-1-16-16,1 4-11 0,1 2-10 15,1 1-8-15,2 3-7 0,2 3-3 0,3 3 1 16,1 3-2-16,1 3 3 0,2-2-1 0,3 5 0 16,-1-2-2-16,2 1-2 0,1 2-13 0,-3-1-59 15,1 0-67-15,-1-2-135 0,-1-1-245 16,2 0-309-16,0-2-354 0,0-1-279 15,0 0-82-15,0-5 538 0</inkml:trace>
  <inkml:trace contextRef="#ctx0" brushRef="#br1" timeOffset="78508.56">5596 14944 554 0,'-9'0'1556'0,"0"2"208"15,-4 2-342-15,-3 1-351 0,2-1-455 16,-3 0-294-16,2 1-134 0,0-1-64 0,0 1-33 16,3 0-22-16,1-3-19 0,1 1-19 15,1 1-11-15,4-2-8 0,0 1-6 0,2-2-4 16,1-1-5-16,2 0-3 0,2 0 0 15,3 0 0-15,0-1 3 0,1-2 1 0,0 1-1 16,2-2 2-16,-2 1-1 0,1 1 2 0,2-3-2 16,-3 2 0-16,2 0-3 0,0-2-9 15,2 4-12-15,-1-2-34 0,-1 3-76 0,3 0-105 16,-3 1-194-16,3 2-292 0,2 2-349 16,-1 0-385-16,3 1-175 0,4-1 283 0,1 5 753 15</inkml:trace>
  <inkml:trace contextRef="#ctx0" brushRef="#br1" timeOffset="78970.96">7159 14998 286 0,'6'6'949'15,"-6"3"379"-15,0-1-51 0,1 1-173 16,1-3-427-16,-2-1-238 0,0 1-122 0,0-2-66 16,0-3-38-16,0 1-35 0,0-2-50 0,-2-2-46 15,1-3-30-15,1-1-17 0,-2-4-7 16,-2 1-12-16,4-3-8 0,-2 0-6 0,2 0-3 15,2 3-2-15,-2 0 0 0,6 3-2 16,-3 2-12-16,4 2-54 0,1 2-65 0,2 2-82 16,0 1-171-16,3 2-304 0,4 3-322 0,1 1-274 15,2-1-172-15,5 3 168 0,2 0 634 16</inkml:trace>
  <inkml:trace contextRef="#ctx0" brushRef="#br1" timeOffset="79383.28">8836 15059 517 0,'8'-2'1039'0,"-1"0"234"16,-1-1-85-16,-3 2-280 0,0-1-303 0,-1-1-162 16,-1 0-83-16,-2 0-54 0,-1-3-45 15,-1-1-49-15,-2-1-62 0,-1-2-58 0,1 0-36 16,-1-2-19-16,-1 1-10 0,-2-3-6 0,3-1-7 15,-1 2-3-15,1-3-4 0,1 3-2 0,-1 3-1 16,3-1-2-16,0 4-2 0,1-1-1 16,2 4-1-16,0 1-2 0,0 0-1 0,2 2 1 15,1-1-1-15,3 2 1 0,-1 0-2 16,1 2-17-16,-1-2-68 0,0 1-72 0,-2-1-153 16,0 0-280-16,2-1-325 0,-2-3-369 0,-2-1-250 15,1-3 26-15,-4-6 662 0</inkml:trace>
  <inkml:trace contextRef="#ctx0" brushRef="#br1" timeOffset="79697.14">8654 13605 270 0,'-3'10'1057'15,"0"2"451"-15,-2 2-71 0,4-1-221 0,-1 1-459 16,-1-2-295-16,3-2-179 0,0 2-89 16,3-3-55-16,0-1-59 0,0 0-36 0,2-1-23 15,0-2-11-15,2-1-5 0,0-3-2 16,1-1 0-16,0-4-1 0,2-2 1 0,0-5 0 0,-1-1 0 16,0-2 0-16,0-3-1 0,-2-1 1 15,-1-3-1-15,-1 2 0 0,0-1-1 16,-4 2 1-16,1 0-2 0,-2 1 1 0,-2 2 0 15,-1 2-2-15,0 1-4 0,-3 1-24 16,-1 4-51-16,-2 0-69 0,-1 3-87 0,-1 1-173 16,0 0-301-16,-2 3-315 0,2-2-277 0,1 2-178 15,0-2 173-15,0-4 643 0</inkml:trace>
  <inkml:trace contextRef="#ctx0" brushRef="#br1" timeOffset="80046.03">8556 12278 127 0,'0'-7'622'16,"2"0"388"-16,-2 2 148 0,2 1-101 0,-1-1-373 15,-1 2-268-15,0 2-160 0,2-1-82 16,-1 1-48-16,1 1 0 0,0 1 30 0,2 1 43 16,0 0 29-16,0 3 5 0,1 0-1 0,-2 1-37 15,0 1-45-15,0-1-49 0,1 1-34 16,-1 0-22-16,0 4-21 0,0-4-11 0,0-1-6 16,0 0-5-16,-1-2-3 0,1 1-2 15,0-4-3-15,0 1 0 0,2-4-37 0,0 1-69 16,-2-2-80-16,2-3-156 0,-4 0-289 15,2 0-331-15,-1-1-329 0,1-4-196 0,-1 4 99 16,1-3 643-16</inkml:trace>
  <inkml:trace contextRef="#ctx0" brushRef="#br1" timeOffset="80347.2">8591 10884 355 0,'-3'-8'1294'0,"1"6"442"0,-1 2-223 16,-2 0-345-16,1 1-491 0,-1 2-281 15,0 1-189-15,2 3-90 0,0 0-49 0,-2 2-31 16,3 0-18-16,1 1-11 0,1-2-4 0,1 1-4 16,3 1-12-16,-1-1-74 0,2 0-91 15,0 2-221-15,1-4-277 0,5 2-347 0,0-2-441 16,3-2-234-16,2-1 263 0,3 2 874 0</inkml:trace>
  <inkml:trace contextRef="#ctx0" brushRef="#br1" timeOffset="81577.81">11873 13894 96 0,'4'5'695'0,"-3"-2"493"0,2-3 107 16,-3-2-140-16,0-1-320 0,0-5-262 0,-3-7-146 16,2-4-87-16,-3-6-44 0,0-7-38 0,-1-7-59 15,2-6-59-15,0-10-36 0,-2-8-21 16,2-8-18-16,-1-6-15 0,1-7-13 0,-1-7-10 16,1-4-11-16,-2-3-5 0,3-3-3 15,-4 3-3-15,3-2-1 0,-2 10-5 0,2 7-1 16,-3 9-3-16,1 11-3 0,0 10-15 15,-1 10-34-15,-5 8-82 0,1 9-130 0,-1 3-255 16,0 13-313-16,0 0-388 0,1 9-417 0,-2 1-73 16,-1 4 601-16</inkml:trace>
  <inkml:trace contextRef="#ctx0" brushRef="#br1" timeOffset="81812.02">11600 12193 115 0,'-2'-21'812'0,"2"1"545"16,-1-6 45-16,1 0-167 0,0-2-347 16,1-3-358-16,1-1-195 0,1-3-97 0,4 0-52 15,-1-3-58-15,5 1-56 0,-2-5-33 0,4 4-17 16,1-1-11-16,-1 3-6 0,3 3-4 16,-4 3-2-16,1 7-1 0,1 1 0 0,-4 10 0 15,2 4 2-15,-1 8 3 0,-2 6 1 16,1 8 0-16,-3 8-2 0,-1 6-16 0,-1 8-71 15,1 3-70-15,-4 5-140 0,2 2-259 16,-1 4-317-16,2 3-356 0,-1-1-243 0,2 2-30 16,-1-1 572-16</inkml:trace>
  <inkml:trace contextRef="#ctx0" brushRef="#br1" timeOffset="82181.23">12438 12373 447 0,'0'-3'1267'16,"0"-1"343"-16,0 4-210 0,-2 0-305 0,2 0-472 15,0 4-250-15,2-1-167 0,-2 2-82 0,3 2-37 16,0 4-33-16,1-1-18 0,0 4-7 16,2 2-3-16,1 1-1 0,-1 2-5 0,1 0 0 15,-1 6-5-15,3-2-5 0,-4 3-3 16,1 0-2-16,-2 1-1 0,-1 1-2 0,-1 1 0 16,-1-2-1-16,-2 2 0 0,-1-4-1 0,-1-1 2 15,-1-3 0-15,-2-2-1 0,0 0-2 16,-2-6-3-16,0-3-38 0,-2-2-78 0,-2-6-94 15,2-4-169-15,-2-6-293 0,-4-6-346 16,3-3-344-16,-2-6-170 0,0-4 199 0,-4-6 666 16</inkml:trace>
  <inkml:trace contextRef="#ctx0" brushRef="#br1" timeOffset="82365.23">12318 12289 460 0,'10'-15'906'0,"-3"3"243"0,1 5-15 0,0-1-285 16,2 2-328-16,2 2-181 0,1 1-93 0,2 0-47 15,0 1-40-15,2 1-38 0,2 1-32 16,2-1-41-16,1 1-18 0,0 0-12 0,2 1-8 16,1-1-5-16,0 0-2 0,0 1-2 15,2 1-36-15,-4 1-54 0,0 2-170 0,-4-1-292 16,-1 0-277-16,-1 4-306 0,-4-2-218 0,1 3 78 16,-4-2 608-16</inkml:trace>
  <inkml:trace contextRef="#ctx0" brushRef="#br1" timeOffset="82665.58">12878 12377 530 0,'3'17'1113'0,"-1"1"223"15,-2 6-79-15,1 4-192 0,1 1-420 0,2 5-215 16,-1-2-116-16,2 0-64 0,1-2-59 16,4-4-75-16,1-1-57 0,0-6-31 0,2-5-13 15,4-7-7-15,0-4-4 0,-1-7 2 0,3-5-2 16,-3-8 2-16,1-4-1 0,-4-4 1 15,1-4-1-15,-6-3 0 0,0 1 6 0,-3 0 7 16,-3-1 8-16,-4 1 9 0,-3 2 5 0,-1 1 6 16,-5 2 1-16,-3 2-2 0,-2 5-2 15,-2 1-5-15,0 4-6 0,0 8-7 0,-1 4-5 16,1 4-8-16,1 7-5 0,1 7-4 0,2 3-1 16,3 6-2-16,3 2-2 0,5 3 0 15,2 3-2-15,5 0-8 0,2 0-15 0,2-1-40 16,4 3-79-16,0-4-106 0,1 2-203 15,2-1-297-15,2-3-355 0,1-2-358 0,0-6-149 16,2-4 315-16,-1-5 733 0</inkml:trace>
  <inkml:trace contextRef="#ctx0" brushRef="#br1" timeOffset="82962.34">13417 12357 61 0,'4'-18'962'0,"-2"4"760"0,-2 8-76 16,-5 6-369-16,0 6-406 0,-1 6-385 15,0 7-256-15,4 3-108 0,1 5-52 0,1 4-25 16,3 2-18-16,3 4-11 0,5-2-7 16,2 0-6-16,4-1-3 0,-1-4-1 0,5-4 0 15,-2-5-1-15,1-6 2 0,1-8-1 0,-4-4 1 16,1-4 0-16,-6-7-2 0,-1-4 3 0,-3-2 1 16,-5-7 2-16,-3-2 0 0,-3-2 1 15,-5-2 1-15,-3-1 6 0,-3 2 5 0,-5 0 6 16,0 2 3-16,-3 3 0 0,-2 4-2 15,-1 0-5-15,3 7-9 0,-2 3-6 0,2 2-5 16,6 5-2-16,2 3-6 0,3 3-27 0,6 5-77 16,2 2-96-16,4 2-193 0,6 1-290 15,2 1-354-15,7 1-402 0,2 2-194 0,5 0 248 16,6 2 769-16</inkml:trace>
  <inkml:trace contextRef="#ctx0" brushRef="#br1" timeOffset="83561.82">13913 12843 147 0,'3'9'848'0,"-1"-2"531"16,0 0 24-16,-2-1-196 0,0-2-407 0,0-3-319 15,0-2-179-15,0-4-99 0,0-4-48 0,0-6-46 16,1-4-28-16,2-3-20 0,1-7-13 15,0-1-6-15,2-2-4 0,2 0-4 0,-3 0-4 16,2 3-14-16,-1 5-7 0,0 2-4 0,-1 5 4 16,-2 4 1-16,0 2 6 0,0 5 7 15,-1 5 7-15,3 4 6 0,-2 5 1 0,5 1 3 16,-5 8-3-16,2 2-4 0,-1 3-6 0,3-1-6 16,-2 1-5-16,2-1-5 0,-2-1-3 0,1-2-5 15,-1-2-1-15,2-1 0 0,-1-6-2 16,0 1 1-16,0-6-1 0,-1-2 0 15,3-7 2-15,1-6-1 0,1-5 0 0,-2-7 1 16,4-3 0-16,-2-5 0 0,1-2-1 0,2 3-1 16,-4 0 1-16,1 4 0 0,-1 2-3 0,-1 5 2 15,-1 6-1-15,-1 1 1 0,-3 5 1 16,3 2 0-16,-1 6 2 0,-2 5 0 0,0 5 0 16,2 5-1-16,-1 4 0 0,0 4-2 15,1 4-1-15,-1 2-1 0,1-3-2 0,3 3-1 16,2-3-8-16,-1 0-26 0,2-3-77 0,-1-1-93 15,1-4-186-15,-2-2-290 0,1-4-351 16,-1-1-399-16,-1-4-200 0,-1-2 208 0,-1-3 764 16</inkml:trace>
  <inkml:trace contextRef="#ctx0" brushRef="#br1" timeOffset="84021.21">14460 12741 287 0,'-3'15'895'0,"2"-5"349"15,-1-1-27-15,2-3-207 0,0-1-436 0,2-4-254 16,2-2-88-16,2-4-12 0,1-4 17 16,1-4 6-16,3-5-10 0,-2-3-33 0,3-5-37 15,0-2-44-15,-1-4-39 0,2 1-31 0,-1 0-14 16,1 3-12-16,0 0-9 0,-4 5-5 15,-1 3-2-15,0 3-1 0,1 2-2 0,-4 6 6 16,2-1 3-16,-2 6 6 0,2 2 4 16,-1 6 6-16,1 2 4 0,-1 4-5 0,2 2-4 15,0 5-3-15,0 1-6 0,0 1-7 0,0 2-3 16,4-1-2-16,-2-1-3 0,2-4-2 0,0-1 0 16,0-2-1-16,2-6 0 0,1-5 1 15,0-5 0-15,0-8 1 0,2-5 1 0,-2-4 1 16,3-4-1-16,0-3 0 0,-1 2 0 15,3-3 1-15,-2 3-2 0,1 4 0 0,-3 3 1 16,4 4 0-16,-2 5 0 0,-2 3 0 0,1 7 3 16,-1 8 0-16,1 4 1 0,-2 8-1 15,0 3 1-15,1 6 0 0,-2 7-1 0,2 1-2 16,0 1-1-16,1-1-3 0,1 1-7 16,-1-1-39-16,0-3-84 0,1-4-141 0,-2-2-264 15,-1-6-310-15,0-3-393 0,0-5-390 0,-2-3-34 16,0-4 666-16</inkml:trace>
  <inkml:trace contextRef="#ctx0" brushRef="#br1" timeOffset="85012.18">4393 16371 280 0,'-9'3'918'0,"1"3"382"16,2 1-34-16,1-1-189 0,2 2-437 16,3 1-256-16,4-1-80 0,3 5-42 0,7-1-21 15,5 3-20-15,6 1-38 0,5 1-24 0,5 1-41 16,5-2-24-16,4 1-16 0,5-3-17 0,8 1-13 16,3-5-13-16,8 2-7 0,6-6-8 0,4-1 1 15,6-5 5-15,2-5 8 0,4-4 5 16,5-5 3-16,4-4-5 0,3-4-9 0,7-5-1 15,-1-2-6-15,4-1-8 0,0-2-1 0,-4 2 2 16,4 1 1-16,-3 0-5 0,4 3-3 0,-3-2 0 16,-1 6-6-16,-3 1-3 0,-3 3 0 0,-5 1-1 15,-5 5 0-15,-4 0 1 0,-2 5 0 0,-5 1 0 16,-6 1-8-16,-5 4-12 0,-9 1-15 16,-7 1-30-16,-8 4-62 0,-9 1-74 0,-8 3-96 15,-9 1-155-15,-5 2-244 0,-8 2-320 0,-3-1-240 16,-7 2-191-16,-4-1 109 0,-4 0 540 15</inkml:trace>
  <inkml:trace contextRef="#ctx0" brushRef="#br1" timeOffset="85311.9">7503 16150 200 0,'11'-1'882'0,"1"0"458"16,0 1-11-16,-1 0-172 0,2 0-390 0,1 1-300 16,3 0-163-16,-1 1-84 0,3 1-42 0,-1-2-46 15,4 2-54-15,1 1-35 0,0 1-18 0,2 0-11 16,0 1-6-16,1 0-3 0,0-2-4 0,0 3 1 16,-2-4-2-16,-1 4 0 0,-1-3 0 15,-4 3-3-15,-2-1 3 0,-4 1 0 0,-4 1 0 16,-5 3-2-16,-3 2-24 0,-6 4-50 0,-7-2-49 15,-4 6-49-15,-7 1-79 0,-8 6-129 16,-2 3-150-16,-7 4-208 0,-4 4-236 0,-5 3-219 16,-1 1-29-16,-3 2 314 0,-4 1 445 0</inkml:trace>
  <inkml:trace contextRef="#ctx0" brushRef="#br1" timeOffset="85894.09">5549 17417 188 0,'-3'-11'944'0,"0"3"648"0,-2 2-5 16,0 3-311-16,-4 1-459 0,3 2-317 0,-2 2-184 15,-2 1-125-15,1 3-67 0,2 0-39 16,-1 2-29-16,2 1-18 0,0 0-16 0,1 3-9 16,5 0-7-16,0 1-3 0,3 1-1 0,5 4-2 15,0 1 0-15,2 0 0 0,4 3 3 0,0-1-5 16,3 0-2-16,1 1-3 0,2 1 1 0,1-1-2 15,1-1-1-15,0-1 5 0,0 0 2 0,-1-3 1 16,-2 1 0-16,1-1 1 0,-5-2 0 16,0 0 0-16,-5-2 1 0,0-1 1 0,-3 1 0 15,-4 0 0-15,-3-1 0 0,-3 1-2 0,-3-1-1 16,-2-1-4-16,-2-3-15 0,-3 0-30 0,-2-3-73 16,-4 1-84-16,-2-6-166 0,-1-3-274 0,-3-2-327 15,-2-4-358-15,1-3-219 0,-3-3 94 16,1-4 666-16</inkml:trace>
  <inkml:trace contextRef="#ctx0" brushRef="#br1" timeOffset="86069.02">5410 17564 264 0,'10'-16'639'0,"1"1"303"0,1 0 161 0,-1 2-155 16,3-3-298-16,1 1-174 0,0 2-99 0,1-3-74 16,3 1-49-16,1 0-29 0,0-3-37 15,2 1-34-15,0 2-20 0,2-2-25 0,1 0-36 16,0 4-41-16,2 0-20 0,0 3-11 0,0 2-2 15,2 2-33-15,-1 5-59 0,-1 1-142 0,-2 6-252 16,0 3-289-16,-1 1-342 0,-3 5-299 16,-1 2-76-16,-2 2 557 0</inkml:trace>
  <inkml:trace contextRef="#ctx0" brushRef="#br1" timeOffset="86434.75">6153 17792 175 0,'8'20'478'0,"2"-1"218"0,-1-1 144 16,2 0-134-16,2-5-248 0,-1 0-119 0,1-2-60 15,1-4 16-15,-1-1 4 0,1-5-20 0,0-1-15 16,-1-2-41-16,0-6-18 0,-2-1-41 0,-2-4-5 15,-1-4 10-15,0-1 35 0,-1-6 19 16,-4-1-3-16,-2-4-11 0,-1 1-33 0,-3 0-24 16,-2 3-33-16,-3 1-28 0,-3 4-17 0,-3 1-12 15,0 4-11-15,-5 3-12 0,0 6-12 0,-2 3-14 16,-1 3-9-16,0 6-7 0,1 5-3 16,-1 2-4-16,2 6-2 0,4 1 4 0,2 3 2 15,1 1-1-15,5 0-6 0,2-2-19 0,3-1-45 16,3-1-70-16,3-4-100 0,3-1-161 0,0 1-278 15,4-3-321-15,1-2-305 0,3 1-187 16,2-4 178-16,1 0 600 0</inkml:trace>
  <inkml:trace contextRef="#ctx0" brushRef="#br1" timeOffset="86994.94">6689 17701 182 0,'-8'-10'1098'0,"0"4"596"0,-4 1-141 0,2 4-340 16,-1 2-438-16,-3 5-329 0,4 1-214 0,-2 6-96 15,4 2-45-15,0 4-26 0,3 1-21 16,3 4-15-16,4 1-9 0,3 1-8 0,3 1-6 16,4 0-2-16,4-2-1 0,2-1-3 0,1-3 0 15,3-4-3-15,1-4 0 0,1-5 0 0,-3-6 0 16,3-3-1-16,-3-6 2 0,-1-7 0 0,-1-5 0 16,-5-5 1-16,0-5 1 0,-3-3-1 15,-4-5-1-15,-3 1 2 0,-2-2 5 0,-7 5 3 16,-1-3 3-16,-2 2 2 0,-5 4 2 0,-3 3 0 15,0 4-3-15,-4 0-2 0,-2 6-4 0,0 4 0 16,1 4-3-16,-3 4-3 0,4 6-2 0,1 6-1 16,0 4 2-16,6 5-6 0,1 4-3 0,4 6 1 15,3 1-4-15,5 5-15 0,2-1-38 0,2 0-69 16,3 1-123-16,4-2-218 0,1 0-301 16,4-3-354-16,0-1-360 0,4-4-130 0,1-1 456 15,1-1 710-15</inkml:trace>
  <inkml:trace contextRef="#ctx0" brushRef="#br1" timeOffset="87562.33">7440 18013 149 0,'6'-1'710'0,"-1"-2"437"0,-2 0 68 16,1 1-157-16,-3-3-398 0,-1-1-284 0,2-2-134 15,-2-4-70-15,3-2-11 0,-1 1-5 0,2-4-28 16,-1 0-23-16,0 0-27 0,2 1-24 0,-2 1-22 16,2 2-18-16,0 3-7 0,1 2 0 0,2 2 24 15,-2 5 12-15,4 2 32 0,-1 5 24 16,1 3 9-16,0 3-2 0,0 3-21 0,2 3-14 15,-1 1-29-15,-1 4-18 0,0-2-11 0,0 2-5 16,2-3-2-16,-2 1-2 0,-2-2-2 0,1-4-2 16,-1-2 2-16,-2-2-3 0,1-4 2 15,-2-2 9-15,-1-3 4 0,-1-7 4 0,0 0 1 16,-1-7 2-16,1-4-2 0,-1-2-6 0,-1-6-4 16,3 3-3-16,-1-3-2 0,0 0-4 0,2 1-1 15,2 4-1-15,-2 1-1 0,2 3-1 16,-1 1 2-16,2 7 0 0,-2 2-1 0,2 4-12 15,-3 3-44-15,3 8-61 0,-2 2-68 0,0 3-143 16,1 4-254-16,-1 2-306 0,-1 2-284 0,4-1-216 16,-2 2-6-16,1-3 529 0</inkml:trace>
  <inkml:trace contextRef="#ctx0" brushRef="#br1" timeOffset="87933.43">8019 18024 417 0,'2'-3'1314'0,"-1"-1"376"16,2 4-236-16,-3 0-335 0,3 0-489 0,-3 0-269 15,2 0-172-15,-1 0-85 0,3 2-43 0,-1 0-25 16,0 0-16-16,4-2-9 0,0 0-4 0,1-4-2 16,0-1 0-16,2 0 0 0,0-3 0 15,2-2 0-15,-1-4-8 0,1-2-4 0,0-3-3 16,0 0-1-16,-1 0-2 0,0-2 1 0,2 1 7 15,-2 0 3-15,1 3 2 0,-2 0 0 0,0 2-1 16,-1 2 1-16,2 5-2 0,-3 1 1 16,-1 2 3-16,2 2 7 0,-1 5 9 0,1 0 7 15,-1 6 8-15,1 3 4 0,0 2 2 0,0 4-6 16,2 1-7-16,0 1-5 0,0 0-8 16,3 1-5-16,-1 1-3 0,3-3-4 0,-2-2-1 15,3 0-2-15,0-1-1 0,1-5-6 0,-2-2-27 16,5-2-81-16,-3-5-139 0,0-1-260 0,3-5-300 15,-1-3-383-15,1-4-430 0,1-6-78 16,0-3 652-16</inkml:trace>
  <inkml:trace contextRef="#ctx0" brushRef="#br1" timeOffset="95560.39">20505 8349 11 0,'-2'0'200'16,"2"1"123"-16,0-1 85 0,0 1-6 0,0-1-42 16,0 0-46-16,-2 2-38 0,2-2-17 0,-1 2-7 15,-1-2 15-15,1 1 16 0,-2-1 16 0,1 0 10 16,-1 1 0-16,3-1-16 0,-1 0-23 16,-1 0-34-16,0 2-38 0,2-2-35 0,-3 0-27 15,3 0-2-15,0 0 16 0,0 2 29 16,0-2 35-16,0 0 20 0,0 0-7 15,0 1-30-15,-1-1-38 0,1 1-46 0,-2-1-42 16,2 3-27-16,-2-2-14 0,2 0-8 0,0-1-5 16,0 1-1-16,0-1-2 0,0 0-6 0,0 3-3 15,2-3-3-15,0 0 2 0,-1 2 2 16,2 0 1-16,2 2 6 0,0-2 5 0,2 1 1 16,0 0 1-16,1 0 1 0,-2 1 2 15,3 0-4-15,1-2 0 0,-2 1-1 0,5 0 0 16,-5 0-1-16,1 0-2 0,4 0-1 0,-4 0-2 15,3-1 0-15,-2 1-2 0,1-1-1 0,-1 0 0 16,4 1-1-16,-3-2-2 0,2 3-1 16,-4-2 0-16,3 1-2 0,0-1 0 0,-2-1-1 15,1 2 1-15,-2-1-1 0,1 0 0 16,-2-2 0-16,-2 3-1 0,3-2 2 0,-1 1-1 16,-1 1 0-16,-2-1 0 0,4-1 0 0,-5 0 0 15,1 1-1-15,2-2 0 0,-2 2-1 0,-1-1 0 16,2 0 0-16,1-1 1 0,-3 2-1 15,3 0 1-15,-2-1-1 0,2 0 1 0,0 1-1 16,-2-2 0-16,-1 1 1 0,4 1-1 16,-2-1 0-16,1 0 1 0,-1 1 0 0,1 0 0 15,1-1 1-15,-2 2-1 0,2-1 0 0,-4 1 1 16,3-2-1-16,0 2 0 0,-2-2 0 16,2 3 1-16,-3-3-2 0,1 2 1 0,0-1-1 15,1-1 0-15,-3 0 0 0,4 3 0 16,-4-2 0-16,2 1 0 0,0-1 1 0,-1 0 0 15,1 1-1-15,-1-2 1 0,1 2-1 0,2 1 1 16,-1-2 0-16,2 2 0 0,-4-3 0 16,5 2-1-16,-3-1 1 0,0 0-1 0,3 0 0 15,-2 1 1-15,-1-1 0 0,2 0-1 0,1 0 2 16,0-1-1-16,-1-1 0 0,-2 2 0 16,3-1-1-16,-2 1 1 0,1-1 0 0,0-1 0 15,-1 2-1-15,1-1 1 0,-1-1 0 0,-2 2-1 16,4-2 0-16,-5 1-1 0,1 0 1 15,2 1 0-15,-1-2 0 0,2 0-1 0,-4 2 2 0,3-1-1 16,-1 0 0-16,-1 1 1 16,4-2-1-16,-2 2 1 0,-2-1-1 0,1-1 0 15,-1 0 0-15,2 1 0 0,-2-1-1 0,2 3 1 16,-3-3 0-16,1 1 0 0,-2-1 0 16,3 0 0-16,-1 1 1 0,0-1 0 0,-2 1-1 15,0-1 0-15,2 0 0 0,-2 0 0 16,2 0 0-16,0 0 0 0,-2 0-1 0,2 0 0 15,-2 0 1-15,2 0 0 0,0 0-1 0,-1 0 1 16,2 2 0-16,1-2 0 0,-3 3 1 0,1-3-1 16,2 2 0-16,0 1 0 0,1-2 0 15,-1 1 0-15,-1-1-1 0,2 1 0 0,-2 1 1 16,1-3 0-16,-3 1 0 0,1 1-1 0,3 0 1 16,-4-2 0-16,1 1 0 0,-1-1-1 15,0 1 1-15,1-1-1 0,-2 0 1 0,1 2 0 16,2-2 0-16,-2 2 0 0,0-2 0 15,0 1 0-15,1 0 0 0,0-1 0 0,3 2 0 16,-2-2 0-16,-1 0 0 0,1 1 0 16,-1-1 0-16,3 2-1 0,-4-2 0 0,3 0 0 15,-1 1 0-15,-1-1 0 0,3 0 1 0,-4 0 0 16,1 0 0-16,0-1 1 0,2 1 0 16,-3 0 0-16,1 0-1 0,-1-2 0 0,0 2 0 15,1 0 0-15,-4 0 0 0,2 0 0 16,1 0 0-16,0 0 0 0,-2 0 0 0,2 0 0 15,-1 0 0-15,1 0 0 0,-1 0 0 0,0 0 0 16,0 0 0-16,2 0 0 0,-2 0 0 0,1 0 0 16,2 0 0-16,-3 0 0 0,2 0-1 15,-2 0 1-15,2-1-1 0,-4 1 0 0,2 0 1 16,1 0 0-16,0 0 1 0,-1 0-1 16,0 0 1-16,-3-2-1 0,4 2 0 0,-3 0 0 15,1 0 1-15,-1-1-1 0,1 1 0 0,0 0 0 16,-2-1 0-16,1 1 1 0,1 0-1 15,-1-2 1-15,-1 2-1 0,2-2 0 0,0 2 0 16,-1-1 0-16,4 0 0 0,-4-1 1 16,1 0-1-16,1 0 1 0,0-2-1 0,0 0 0 15,1-1 0-15,1-1 0 0,-1 0 0 0,2 0 0 16,1 1 0-16,-3 0 0 0,3 0 1 16,-1 1-1-16,0-1-1 0,1 1 0 0,-2 1 0 15,1-2 1-15,-1 3-1 0,1 0 0 16,-2-1 1-16,3 0 0 0,-2 0-1 0,0 1 1 15,-1-2 0-15,2 2 0 0,-1 0 0 0,0-3 0 16,0 1 0-16,0 2 0 0,-2-3 1 0,2 2 0 16,-1 0 0-16,-1-1-1 0,0 1 1 15,2-2 0-15,-2 2 0 0,2-1-1 0,-2-2 0 16,2 0 0-16,1 0-1 0,1 1 0 16,-3-2 0-16,1 5 0 0,0-5 1 0,1 2 0 15,-1 0-1-15,0 1 1 0,-1 0 0 0,1-1 0 16,0-1-1-16,-2 1 1 0,3 0 1 15,-1 1-1-15,-2-4 2 0,2 2 0 0,-2 0 0 16,1-1 0-16,-1 2-2 0,0-3 1 16,1 0-1-16,-1 3 0 0,1-3 0 0,-1 2 0 15,0-1 0-15,2 0 1 0,-2-1 1 0,0-1-1 16,3 1 0-16,-3-1 0 0,2-1 0 16,-1-1-1-16,-1 1 1 0,2 0 0 0,-2-1-1 15,2 1 0-15,-3-3 1 0,2 3 0 16,-1-1 0-16,-2 1-1 0,3 0 0 0,-3 0 1 15,2 1 0-15,-1 1-1 0,0-2 0 0,-1 0-1 16,2 0 1-16,1 0-1 0,-3 2 0 0,4-3 1 16,-4 1 1-16,2-3 0 0,1 3 0 15,0-3 0-15,0 1-1 0,-3-1 1 0,3-1-1 16,-3 1-1-16,1 0 1 0,-1-1-1 0,2 0 0 16,-1 1 0-16,-2 0 0 0,1-2 1 15,-1 1 0-15,0 1-1 0,0-1 1 0,-1 2 0 16,1-1-1-16,0 1 1 0,-2-2-1 15,2 3 0-15,0-2-1 0,0-1 0 0,2 1 0 16,-2 0 1-16,1-1-1 0,-1 1 2 16,3-1-2-16,-1 1 2 0,0-2-1 0,-1 1 1 15,2 1 1-15,1 1-1 0,-3 2 1 0,1-5 1 16,0 5 0-16,-1-1-2 0,1 1 1 0,-1 0-1 16,2-1 0-16,-1 1-1 0,-1 0 1 15,-1-2 0-15,3 4 0 0,-3-2 1 0,2 2 0 16,0-3 0-16,-1 1-1 0,2 0 0 15,-1-1 0-15,1-1-1 0,-1-1 1 0,1 2 0 16,0-1 0-16,-1 2 0 0,2-2 1 0,-2-1-1 16,1 1 0-16,-1 0 0 0,1 0 1 0,-1-1 0 15,-1 1-1-15,2-2 0 0,-1 1 0 16,0 1 1-16,-1 0 0 0,-1 0 0 16,0 0-1-16,0 1 0 0,2-1 0 0,-1 2-1 0,1-2-1 15,1 1 1-15,-3 1 1 0,1-3-1 16,2 3 0-16,1-2 1 0,-3 0-1 0,3 0 0 15,-3 2 1-15,2-3 0 0,1 3-1 16,-1-3-1-16,0 1 1 0,1-2 0 0,0 4 0 16,-1-3-1-16,0 2 1 0,0-1 0 15,0 1 1-15,-1 2 0 0,0-1 0 0,-1 0-1 16,-1 0 1-16,2-1 0 0,-1 1-2 0,1-1 2 16,0 1 0-16,-1 0 0 0,-1-1 0 15,5-1 1-15,-4 1-1 0,-1 0 0 0,3-3 0 16,-3 1 0-16,2-1 0 0,0 0 1 15,-1 1 0-15,-1-4 0 0,0 4 1 0,2 1-1 16,-2 0 0-16,1 0 0 0,-1 3 1 0,0-2-2 16,2 4-1-16,0 0-1 0,-2-1 1 0,1 2 0 15,1 0-1-15,-1 1 1 0,1-1 1 16,1 0-1-16,2 0 1 0,-2-1 0 16,0 1 0-16,0 0 0 0,2-1 0 0,-2-2 0 15,2 0 0-15,1-2 0 0,-1 1-1 0,1-2 0 16,-1 0 1-16,-2 1 0 0,2 1 0 0,-2-1 0 15,2 2 0-15,-1 1 0 0,-2-1 0 16,1 1 0-16,-1 1 0 0,0 0 0 0,-1 1 0 16,1-1 1-16,-1-1-1 0,1 1-1 15,0-1 1-15,-1 0 0 0,1-1-1 0,-1 1-1 16,4-1 0-16,-4-2 2 0,2 1 0 0,1-1-2 16,-3 2 2-16,1 1 0 0,0-2 0 15,-2 3 1-15,1-1 0 0,1 1 1 0,-2 1-2 16,1 0 0-16,-1-2 0 0,0 2-2 15,4-1 0-15,-4-1 0 0,1 0 0 0,-1 1 1 16,3 1 1-16,-3-3 0 0,2 1 0 0,0 1 0 16,0-2-1-16,2 2 1 0,-3-1-1 0,2 1 2 15,1 0-2-15,-3-4 1 0,2 3-1 16,2-3 0-16,-2 3 0 0,3-3 0 0,-1 1 2 16,-2 1 0-16,2-1 1 0,0 2-1 0,-2-1 0 15,0 3 0-15,-1-2 0 0,1 2 0 16,2 2-1-16,-5-1 1 0,1 0 0 0,-1 1-1 15,3 0-1-15,-3 1 1 0,4-1-1 16,-3-2 1-16,2-1 0 0,1 1 0 0,1-5 1 16,-1 3 0-16,1-1 0 0,-1 1 0 0,1-1 0 15,0 2 0-15,-2-1-1 0,2 1 1 16,0 1 1-16,-1-1-2 0,1 1 0 0,-2 0 1 16,1 2 0-16,-3-2-1 0,4 2 0 0,-2 1 0 15,0-2 1-15,2 2-2 0,-4-1 1 16,2 1-2-16,-1 0 2 0,1 0 0 0,-1 2-2 15,1-3 2-15,0 2-1 0,1 0 1 16,-3-1 0-16,4 1 0 0,-1-2 0 0,1 2 0 16,2-1 1-16,-3-1-1 0,1 0 0 0,0 2 1 15,-1 0-1-15,1-1 0 0,-2 3 0 0,1-1-1 16,-3 1 1-16,2 1 0 0,1-1 0 16,-3 3-1-16,2 0 1 0,-1 0 0 0,1 1 0 15,0 1 0-15,0 0 0 0,0 1 0 16,1 2 0-16,-1-1 0 0,0 0 0 0,0 1-1 15,1 1 0-15,-3-1 0 0,2 3 1 16,3-3 0-16,-3 3-1 0,1-3 1 0,-3 3 0 16,2-2 0-16,1 1 0 0,-1 1-1 0,0-3 1 15,0 3-1-15,2 0 0 0,-4-1 0 0,2 1 1 16,1-1 0-16,-3 0 0 0,2 2 0 16,1 1 0-16,-3-1 2 0,3 0 0 0,-1 1-1 15,0-1 0-15,0 1 1 0,0 1 1 16,-2 0-1-16,3-1 0 0,-3 1 0 0,1-1 0 15,0 1 0-15,-1 1-1 0,-1-2 0 0,0 1 0 16,0 0-1-16,2-2 0 0,-1 2 1 16,-1-2-1-16,0 0-1 0,2-1 1 0,-2-1 0 15,2 0 0-15,-2 1 0 0,0-2 1 0,1 2 0 16,-1-2-1-16,2 1 0 0,-1 1 0 16,-1-3 0-16,2 3 0 0,1 2 0 0,-3-3 0 15,1 2 0-15,1 0 0 0,-1-1 0 16,-1 1 0-16,0 1 0 0,2-2-1 0,-2 2 1 15,0-1 0-15,0 0 2 0,0-2-1 16,0 0-1-16,-2 3 0 0,2-2 1 0,0-1-1 16,-3-1 0-16,3 1-1 0,-1 0 1 0,-2 0 0 15,1-1-1-15,2-1 0 0,-1 3 0 0,-1-2 0 16,1 2 1-16,-3-1 0 0,3 1-1 16,-1-3 1-16,1 4-1 0,-3-4 0 0,4 4-1 15,-1-1 1-15,1-1 0 0,-4-1 0 16,4 2 1-16,-1-2 0 0,-1 2 0 0,1-3 1 0,1 1 0 15,-3 0 1-15,3-1 0 0,-2 1-1 16,2-1 1-16,-1 0-1 0,1 2 0 0,-2-4 0 16,2 4-1-16,-1-3 0 0,1 4 0 15,-4-2 0-15,4-1 0 0,-1 2 0 0,-1-1 1 16,0 2 0-16,2-1 0 0,-1 0-1 16,-1 2 0-16,1-1 1 0,1-1-1 0,-2 1 0 15,0 0 0-15,1-1 1 0,-1 2 0 0,2-2 0 16,-1 2-1-16,-2-1 1 0,1 0-1 15,2 0 1-15,-3 1-1 0,3-1 0 0,-1 1 1 16,1-2-2-16,0 0 1 0,-2 2 0 16,0-2 0-16,2 0-1 0,0 1 1 0,-1-1-1 15,1-1 0-15,0 2 0 0,-2-2 0 0,2 2 1 16,-2-1 0-16,2-1 0 0,0 0 0 16,-1 1 1-16,1-3-1 0,-2 4 0 0,2-3-1 15,0-1 1-15,0 1 0 0,0-1 0 16,0-1-1-16,0 0 2 0,0 0-1 0,0 0 0 15,0 0-1-15,0 0 0 0,0 0 0 0,0 0 1 16,0 1-1-16,-1-1 1 0,1 1 0 16,-2 0 0-16,0-1 0 0,2 2 0 0,-3 1 0 15,3-2-1-15,-1 1 1 0,1-1 0 0,-5 1 1 16,5-1-2-16,-1-1 2 0,-1 2-1 16,2-1-1-16,-1-1 1 0,1 0-1 0,-2 1 0 15,0 0 0-15,2-1 1 0,-1 0-1 0,-1-2 0 16,0 1 0-16,2 1 1 0,-1-1 0 0,-1 1 0 15,2-1 1-15,-1 1 1 0,-1 0-1 16,0 0 0-16,2 1 0 0,-3 0 0 0,3-1 0 16,0 1-1-16,-1-1 0 0,-1 2 0 15,-1-3 0-15,3 3-1 0,0-2 1 0,-1 1 0 16,1-1 0-16,-2 1 0 0,0-2 1 0,1 3 0 16,-1 0-1-16,2-3 1 0,-1 4-1 15,-1-3 0-15,0 1 0 0,2-1 0 0,-3 2 1 16,3-2-1-16,-1-2 0 0,1 1 0 0,-4 0 0 15,4 0 1-15,-1-1-1 0,-1 2 1 16,2 0 0-16,-1-2 0 0,-1 2 0 0,0-1-1 16,2 1 0-16,-2-1 0 0,0 3-1 15,0-1 1-15,2 0 0 0,-3 2 0 0,2-1-1 16,1 2 1-16,-4-2 0 0,4 1 0 0,-1 0 0 16,-1-1 0-16,1-1 0 0,1 0 0 15,-2-1 1-15,2 0-1 0,-2 0-1 0,2-1 1 16,0-1 0-16,-1 0 0 0,1 0 0 15,0 1 0-15,0-3 0 0,-2 3 0 0,2-1 0 16,0 1 0-16,-2 1 1 0,2 0-1 0,0 0 0 16,-1 1 0-16,-1-1 0 0,2 1 0 15,0 1-1-15,0-1 0 0,0-1 1 0,0 2 0 16,0-2 0-16,0 1 0 0,0-1 0 0,0-2 0 16,0 1 0-16,2 0 0 0,-2 0 0 15,0-2 1-15,0 0-1 0,0 1-1 0,0-1 0 16,0 0 1-16,0 1 0 0,0 0-1 15,-2 1 2-15,2-1 0 0,0 2-1 0,0 0 1 16,-1 0-1-16,1 0 1 0,0 0-1 0,0-2 0 16,0 2-1-16,0 0 1 0,0 0-1 0,0 0 1 15,0 1-1-15,-3-1 1 0,1-2 0 16,2 2 0-16,0 0 0 0,-1 0 0 16,1 0 0-16,-2 1 0 0,2 1-1 0,0-1 0 15,0 1 1-15,-1-1-2 0,1 0 2 0,0 0-1 16,0 2 0-16,0 0 0 0,0-3 0 15,0 1 1-15,0-1-1 0,0 2 1 0,0-3 1 16,0 1-1-16,0-1 0 0,0 0 0 0,0 0-1 16,0-1 0-16,0 0 1 0,0 1-1 15,0-1 1-15,0 0 1 0,0 2 0 0,0-2-1 16,0 1 1-16,0 2 0 0,-2-1 0 0,2 1-1 16,-2-1 0-16,2 2 1 0,0-3 0 15,0-1-1-15,0 2 0 0,0-1 0 0,0-1 0 16,0 0 0-16,2 0 0 0,-2 0-1 15,2-1 1-15,-2-1 0 0,0 2 0 0,0-1-1 16,1 0 1-16,-1 0 0 0,2 0 0 0,-1 1 0 16,-1 0 1-16,5 1 0 0,-4 1-1 0,-1 0 1 15,3-4-1-15,-1 5 0 0,0-2 1 16,-1 1-1-16,3 0 0 0,-3 0 0 0,2 0 1 16,1 0-1-16,-3-2 1 0,1 2 0 15,1-2-1-15,-1 1 0 0,0 0-1 0,2-1 1 16,-3 1-1-16,1-1 0 0,1-1 1 0,-1 1-1 15,1 0 1-15,0-2 0 0,0 0 0 16,0 2 0-16,1-3 1 0,2 2-1 0,-2-2 1 16,0 1-1-16,0 0 0 0,1 0-1 15,0-2 1-15,1 2 0 0,0-1 0 0,-1 1 0 16,2-1 0-16,-1-1 1 0,2 2-1 0,-2-2 1 16,0 1 0-16,-1-1-1 0,2 2 0 15,0-2 0-15,0 0 0 0,-2 1 0 0,-1-1 0 16,3 2 0-16,0-1 1 0,0 0 0 15,-1-1 0-15,-1 2 0 0,1 0 1 0,0-1-2 16,2-1 2-16,-3 1-1 0,2 1 0 0,1-2-1 16,-2 0 1-16,2 2 0 0,-2-1 0 0,1-1 0 15,2 1 0-15,-3-1 1 0,2 3-2 16,-1-2 1-16,2 0 1 0,-1 0-1 0,0 1 0 16,0 1 0-16,1-3 0 0,-1 2-1 15,2-2 1-15,-1 0-1 0,-1 3 1 0,-2-3 0 16,2-3 0-16,-1 3 0 0,3 0 0 0,-2-2 1 15,0 2 0-15,2-3-1 0,-1 1 1 16,-1 0-1-16,5 1 0 0,-5-2 0 0,1 2-1 16,4 1 0-16,-4 0 1 0,3 0-1 15,-2 1 0-15,2 2 0 0,-3-2 0 0,2 1 0 16,-1 3 0-16,-1-3 0 0,3 1 0 0,-3 0 0 16,0 0 0-16,0-1 2 0,-1-1-1 15,0-1 1-15,-1 1 0 0,-1-1 1 0,3-1 0 16,-2 1 1-16,-1-1-1 0,2-1 2 0,0 0-1 15,-2 1 1-15,2-1-1 0,-1 1 0 16,0-2-1-16,0 3 1 0,1 0-1 0,-3-2 0 16,4 2-1-16,-5 0 0 0,5 0 0 0,-3 0-2 15,0 0 1-15,3 2-1 0,0 2 1 16,-3 1 0-16,0 1-1 0,4 2 1 0,-4-1 0 16,0 3-1-16,-1 0 0 0,2 0 0 15,-1 0 0-15,-2-1 0 0,0 2-1 0,-1-3 0 16,0-3-3-16,-1 1-2 0,-1-3-9 0,-1 0-11 15,0-3-23-15,-1-3-62 0,-4 0-83 16,2-1-170-16,-4-2-274 0,4 0-329 0,-1-1-392 16,0-4-283-16,3 3 80 0,-1-3 759 0</inkml:trace>
  <inkml:trace contextRef="#ctx0" brushRef="#br1" timeOffset="96477.32">23846 5970 347 0,'-2'-9'912'15,"-3"1"340"-15,2 1 29 0,-2 1-188 0,1 0-317 16,-2 0-234-16,2 0-137 0,0 1-82 16,-3 1-68-16,4 1-77 0,0-2-68 0,-1 4-39 15,1 0-24-15,-1-1-15 0,2 0-12 0,1 2-7 16,-1 2-12-16,2 1-1 0,2 3 0 15,-1 1 0-15,4 2 0 0,-1 3-1 16,3 2 6-16,1 1-3 0,2 0-3 0,4 3 1 16,0-1-2-16,3 2 3 0,-1-1 0 0,5 1 2 15,-3-2 1-15,0 2 1 0,1-2 2 0,0-1 1 16,-5 2 2-16,2 0 0 0,-3 1 2 16,-4-3 1-16,0 0 0 0,-2 2 1 0,-2 0 0 15,-4 1 0-15,-2-3-3 0,-3 3 0 16,1-2-3-16,-4 2-1 0,-1-2-2 0,-4-1-1 15,3-1-2-15,-7-1 1 0,3-2-1 0,-1-3-2 16,0-3 0-16,-2-2-1 0,2-4-5 0,-2-4-12 16,3-4-19-16,-2-2-47 0,2-5-73 15,1-5-83-15,0-4-134 0,3-1-197 16,0-4-317-16,2 0-284 0,2-2-203 0,2 3-51 0,2 0 418 16,1-2 555-16</inkml:trace>
  <inkml:trace contextRef="#ctx0" brushRef="#br1" timeOffset="96694.18">23841 5961 256 0,'5'-2'695'0,"-2"-3"317"0,1 3 90 16,0-2-206-16,-3 2-288 0,4-3-199 0,0 2-115 15,1-1-43-15,2-1-33 0,1 1-35 0,3-4-37 16,2 2-33-16,0-1-25 0,2 0-32 16,0-1-24-16,2-2-14 0,2 3-12 0,2-2-5 15,1 0-4-15,3 0 0 0,-2 0 6 0,-1 1-5 16,6-2-16-16,-4 3-36 0,0-1-67 15,-2 1-157-15,-1 1-276 0,-4 0-287 0,-1 1-277 16,0 2-208-16,-4 2 99 0,-1-1 541 0</inkml:trace>
  <inkml:trace contextRef="#ctx0" brushRef="#br1" timeOffset="97010.37">24371 5979 23 0,'1'31'472'0,"1"2"426"16,1-1 274-16,-2 2-12 0,2-2-349 15,2-2-300-15,0 0-185 0,3-5-119 0,3-3-79 16,2-3-34-16,4-4-25 0,1-5-11 16,4-4-8-16,0-4-1 0,0-7-3 0,3-2-16 15,1-7-12-15,-4-4-8 0,-2-2-2 0,2-3-2 16,-3-1-3-16,-1-2 56 0,-3-1 67 0,-3 0 49 16,-3 2 22-16,-3 0 5 0,-6 0-7 15,-1 1-47-15,-7 0-48 0,-2 3-35 0,-2 2-23 16,-6 2-15-16,1 5-8 0,-4 2-6 15,-4 7-6-15,0 3-4 0,-2 6-4 0,0 4-1 16,3 2-2-16,1 6-1 0,1 2-1 0,1 2 0 16,4 1 1-16,-1 2 2 0,6 1 0 0,0 0 1 15,2 1 1-15,3-2 1 0,2-2-2 16,4-1-12-16,2-2-41 0,3-6-67 16,4-1-62-16,1-3-96 0,5-4-170 0,1-5-309 15,3-2-277-15,6-4-213 0,1-2-164 0,4-4 213 16,1-2 577-16</inkml:trace>
  <inkml:trace contextRef="#ctx0" brushRef="#br1" timeOffset="97310.62">25109 5897 27 0,'-5'16'748'0,"-1"2"802"16,-5 1 114-16,-3 3-303 0,-1 4-403 15,1-1-407-15,1 5-232 0,-1-2-143 0,3 2-66 16,3 0-40-16,1-2-25 0,3 0-18 0,6-5-11 15,2-3-7-15,4-6-6 0,5-4-4 16,4-7 1-16,4-6 0 0,5-7 0 0,0-4-1 16,4-6 0-16,-1-3 1 0,-2-7 0 0,-2 2-1 15,-3-2 2-15,-3-3 2 0,-3 1 2 0,-4 1-1 16,-3 2 1-16,-8 1 1 0,-1 0-2 16,-5 4 0-16,-3-1 0 0,-6 5-2 0,-2 2-2 15,-1 1-2-15,-4 7-1 0,-2 5 0 16,-1 7-3-16,-1 4-1 0,2 7-7 0,0 2-26 15,2 6-67-15,4 2-74 0,-1 2-148 16,6 1-285-16,1 2-324 0,3 2-356 0,1-1-245 16,6-1 21-16,-1 1 652 0</inkml:trace>
  <inkml:trace contextRef="#ctx0" brushRef="#br1" timeOffset="98043.83">25542 6177 230 0,'0'2'809'0,"2"3"395"16,-2-5 42-16,3 2-215 0,-3-2-383 16,1 0-284-16,1-2-149 0,1-3-61 0,0-2-21 15,5-2-3-15,-1-4 1 0,4-3-6 0,-2-3-11 16,2-2-20-16,3 0 5 0,-2-1-8 15,-3 0-1-15,2 3 3 0,-3 2 9 0,-1 4 5 16,-3 1-18-16,1 3-12 0,-2 2-11 16,-2 2-15-16,-1 2-12 0,0 1-10 0,0 4-10 15,-3 1-9-15,2 4-5 0,-1 3-5 0,-1 0 0 16,2 4-2-16,1 1 1 0,-2-1-1 0,4 3 1 16,-2-2 1-16,1 2 0 0,4-2 1 15,-2-2-2-15,2-1-1 0,-2-3 1 0,3-2-1 16,1-1-1-16,2-4 2 0,1-4-1 15,2-4 3-15,2-7 0 0,2 0 0 0,2-5 2 16,-2-3-1-16,2-2 0 0,0 2 1 0,-2 0-1 16,-2 1 0-16,-3 4-1 0,-1 1 0 15,-1 5-1-15,-5 1 0 0,1 3 0 0,0 1-1 16,-3 4 1-16,-1 4-1 0,-1 2 1 0,0 5 0 16,-1 3-1-16,-1 5 1 0,1 2-2 15,-1 1-1-15,0 1 1 0,2 0-1 0,4 1-7 16,-3 0-34-16,2-4-76 0,1 2-80 0,-3-4-158 15,2-3-292-15,2 0-337 0,-1-3-346 16,1 0-189-16,2-5 92 0,-1-4 664 0</inkml:trace>
  <inkml:trace contextRef="#ctx0" brushRef="#br1" timeOffset="98578.37">26067 6138 63 0,'-1'9'604'0,"-2"0"466"0,-2-2 182 16,3-1-99-16,0-2-381 0,1 0-316 0,2-4-177 15,3-2-81-15,1-2-31 0,-1-4-7 0,5-4-2 16,3-1 3-16,-1-3-14 0,5-4 0 16,-4 0-18-16,6-1-24 0,-2 0-20 15,-1 2-13-15,0 1-8 0,-1 1-21 0,-3 3-10 16,0 3-7-16,-3 4-4 0,-2 1-1 15,-1 2 2-15,0 4 4 0,1 2 2 0,-2 4 3 16,0 3-2-16,-3 2-6 0,3 2-6 0,-1 3-5 16,-2 0-6-16,1 3-1 0,0 0-2 0,-1 1 0 15,2-3-1-15,3 2-1 0,-3-2 0 16,2-4-2-16,2-3-1 0,-2-1 0 0,4-3-1 16,-1-5 1-16,3-2 0 0,1-5 1 0,1-3 2 15,2-3 0-15,0-1 1 0,0-4-2 16,0 0 1-16,1 0 0 0,1-1-1 0,-2 1 0 15,1 0-2-15,-4 3 1 0,4 2-1 0,-5 0-1 16,3 5 0-16,-4 1 0 0,-1 2 3 16,1 4 0-16,-2 4 3 0,-2 3 4 0,-1 2 5 15,0 3 1-15,1 1 0 0,-3 2-1 0,2 1-1 16,-1 0-4-16,1-1-4 0,2-2-1 0,0-1-3 16,1-1 0-16,4-3-1 0,1-3-1 15,2-5 1-15,4-2 0 0,0-9 1 0,5 0 2 16,-1-5 0-16,6-2 0 0,-4-1 0 15,2-3-2-15,-5 4-9 0,3 0-26 16,-4 3-72-16,-7 5-88 0,2 5-196 0,-7 0-288 16,3 7-342-16,-2 3-398 0,-2 6-220 0,-3 2 188 15,0 3 802-15</inkml:trace>
  <inkml:trace contextRef="#ctx0" brushRef="#br2" timeOffset="108660.03">18652 13502 296 0,'0'6'911'16,"0"-4"366"-16,-2 2 0 0,-1-3-146 0,3-1-422 15,-1-1-218-15,1-3-116 0,0 0-72 16,1-4-50-16,-1-1-58 0,5-6-57 0,-4 0-50 15,6-5-24-15,-1-3-15 0,1-3-11 16,3-2-7-16,1-4-5 0,1-2-2 0,2-3-6 16,0 1-3-16,2-1-2 0,-2 1 0 0,3 2-2 15,-4 1 1-15,1 3-2 0,-3 4 1 0,-1 4-1 16,-1 2 1-16,-2 5 1 0,-3 3 0 16,1 3 1-16,-2 1 1 0,-1 6-1 0,0 2-3 15,-1 4-1-15,4 4-3 0,-5 5-1 16,1 4-1-16,1 4 0 0,-1 3 1 0,-1 3-1 15,4 3 0-15,-3 1-2 0,1 1 0 16,-1 2 0-16,1 1-1 0,1-1 0 0,-3 1 0 16,2-1 0-16,0 0-1 0,-2-2 0 0,0-2 0 15,0-3-1-15,0-2-1 0,0 0 0 16,0-4-1-16,0-3 0 0,0-2 0 0,-2-3-2 16,2 1 1-16,0-3-2 0,0-2-9 0,0-2-15 15,0-1-37-15,0-1-77 0,2-2-81 16,-2-3-156-16,0-3-285 0,1-3-332 0,2-2-344 15,2 0-194-15,-1-6 62 0,1-2 646 0</inkml:trace>
  <inkml:trace contextRef="#ctx0" brushRef="#br2" timeOffset="109067.64">19107 13141 441 0,'0'7'992'0,"-1"4"262"15,-1 2-64-15,1 6-215 0,2 2-387 16,1 4-169-16,4 4-68 0,-3 2-53 0,3 4-40 16,-1 1-46-16,3-2-69 0,3 3-58 0,-1-5-40 15,-1-1-23-15,5-8-10 0,1-2-6 16,2-3-4-16,0-9-1 0,2-5 2 0,0-4 3 16,-3-7-2-16,4-5 2 0,-3-5 1 0,1-5 0 15,-3-3-1-15,0-7-2 0,-2-3 1 16,0-1-1-16,-5 1-1 0,0-1 5 0,-5 1 3 15,-2 2 3-15,-2 0-1 0,-4 3 2 0,-3 0-1 16,-2 2 0-16,-4 2-1 0,1 1 0 16,-2 4 3-16,0 1 2 0,-2 5 0 0,0 3-4 15,-1 5-2-15,0 4-3 0,2 3-4 0,-3 6-2 16,1 4-1-16,3 5-2 0,0 5 0 16,1 4 0-16,1 1-1 0,4 6-1 0,-2-2-1 15,5 4-1-15,-1 0 1 0,5 0-2 0,1-1-22 16,2-3-68-16,1-1-69 0,3-5-120 15,1-1-222-15,2-3-319 0,3-6-344 16,2-1-244-16,2-7-105 0,0-1 433 0,2-6 652 16</inkml:trace>
  <inkml:trace contextRef="#ctx0" brushRef="#br2" timeOffset="109420.02">19635 12996 266 0,'0'16'967'0,"-4"5"405"16,0 8-49-16,1 2-148 0,0 5-419 16,1 5-273-16,1 4-153 0,1 1-77 0,1 2-47 15,3 1-66-15,0-2-58 0,4-4-37 16,2-2-23-16,1-7-9 0,6-5-8 0,-1-8-4 16,6-7-2-16,2-11 0 0,-1-6 0 0,1-11-6 15,0-6-9-15,-2-6-7 0,-3-6-7 16,-2-5-3-16,-4-5 0 0,0 1 5 0,-7-1 9 15,-3 2 11-15,-3-1 7 0,-6 3 6 16,-4 1 10-16,-5 1 5 0,-3 0 6 0,-2 3 0 16,-6 2 4-16,1 4-1 0,-2 2-7 0,2 5-6 15,-2 4-7-15,2 9-2 0,-2 6-7 0,3 5-2 16,1 11-2-16,3 0 0 0,2 9-7 16,3 3-51-16,4 3-70 0,3 3-109 0,4 2-191 15,4 1-303-15,1-2-347 0,6 4-299 16,2-2-149-16,2 0 319 0,2-3 665 0</inkml:trace>
  <inkml:trace contextRef="#ctx0" brushRef="#br2" timeOffset="110242.11">20223 13557 40 0,'0'-4'522'0,"0"0"428"0,0 0 223 0,-1-1-42 15,-4-2-357-15,4-3-298 0,-1 1-154 16,2-3-63-16,0-4-12 0,2 0-6 0,2-1 5 16,-1-2-17-16,2-1-31 0,-2 1-41 15,2 1-46-15,2 0-37 0,-4 3-34 0,3 3-18 16,-5 2-10-16,2 3 7 0,1 3 7 16,0 4 2-16,1 3 2 0,0 3 0 0,0 4 1 15,1 4-11-15,-1 2-2 0,0 4-1 0,-1-1-1 16,1 2-3-16,3 0 0 0,-4 0-2 0,1-3-5 15,0 0-3-15,0-2-2 0,0-5-2 16,2 0 0-16,-2-6 0 0,2-1 1 0,-3-4 2 16,4-6 0-16,2-6 4 0,-2-5 0 15,0-4 0-15,0-4-2 0,2-4-1 0,0-1 0 16,0 2-1-16,0-1-1 0,-3 3 2 0,-1 6-2 16,1 2 1-16,-1 3-1 0,-3 4-1 15,0 2 3-15,0 1 1 0,-1 7 6 0,0 4 3 16,-1 5 3-16,2 2 2 0,-3 7-1 15,4 2-3-15,-4 4-4 0,1 2-4 0,1 2-3 16,1 0-2-16,0 1-1 0,0-3-1 0,0-1-1 16,0-2-1-16,2-1 0 0,0-3-1 0,0-3-7 15,2-3-35-15,-2-1-82 0,2-7-110 16,-3 0-228-16,1-6-298 0,2-4-372 16,0-3-379-16,0-4-124 0,-3-1 421 0,3-3 765 15</inkml:trace>
  <inkml:trace contextRef="#ctx0" brushRef="#br2" timeOffset="110709.53">20766 13427 33 0,'-2'13'594'16,"2"0"489"-16,-1-2 181 0,-1-3-86 0,0 0-298 15,1-4-348-15,1 3-165 0,0-4-88 16,0-2-50-16,1-1-37 0,3-4-27 0,-1-1-36 15,2-4-35-15,2-3-18 0,1-5-13 0,2 0-10 16,1-5-23-16,-2 0-14 0,3-1-6 16,0-2-3-16,-1 1-3 0,0 3 0 0,2 2 0 15,-5 3-1-15,1 3 8 0,-1 3 8 0,-2 4 10 16,2 3 5-16,-1 4 7 0,0 5 6 16,1 5-7-16,0 2-6 0,0 6-6 0,0 1-2 15,0 3-6-15,0 2-2 0,0 1-4 16,1-2-1-16,1-3-4 0,0 0-3 0,0-3-4 15,0-3-1-15,1-5-1 0,1-1 0 0,1-7 0 16,1-7 3-16,1-4-1 0,0-6 0 0,1-6 0 16,2-4 1-16,-1-4-1 0,0 0-2 15,0-3 0-15,0 2-1 0,-3 0 1 16,3 4-3-16,-2 5 1 0,0 2-1 0,-2 3 2 16,-1 8 0-16,1 2 1 0,-1 6 1 0,-2 6 1 15,2 4 1-15,-3 7-1 0,2 3 0 16,0 4-2-16,2 2 0 0,-1 3-2 0,1-1-1 15,3 0-2-15,0-3-9 0,1-1-45 0,2-4-81 16,-3-1-140-16,1-4-265 0,-1-2-315 16,1-4-393-16,1-1-365 0,-1-4-28 0,2-1 647 15</inkml:trace>
  <inkml:trace contextRef="#ctx0" brushRef="#br2" timeOffset="111543.47">16868 14602 642 0,'-3'7'1601'15,"-5"5"133"-15,2-4-347 0,0 2-338 16,2-2-476-16,1 0-276 0,0-2-126 0,1-1-60 15,2 0-28-15,0 0-20 0,0-4-17 0,2 2-13 16,-1-1-7-16,1-1-4 0,3-1-4 16,-2 0-3-16,4-3-3 0,-4 0-2 0,3 0-3 15,-3-3-1-15,0 2-1 0,0-1-2 0,-1 1 1 16,0-1-1-16,-2 2 0 0,0 0-1 16,0 2 0-16,0-1-1 0,0 1-2 0,0 1-2 15,0 1-3-15,0 2-7 0,1 0-14 16,2 4-28-16,1 0-75 0,0 2-89 0,4-2-174 15,2 2-286-15,-2-2-342 0,6 2-387 16,-2-3-204-16,6 0 139 0,-2 1 735 0</inkml:trace>
  <inkml:trace contextRef="#ctx0" brushRef="#br2" timeOffset="111810.23">17778 14777 765 0,'-9'2'1784'0,"3"0"21"0,-5 0-416 15,-2 0-364-15,1 2-468 0,-1-3-276 0,2 2-122 16,-1-2-56-16,2 1-31 0,2-1-23 16,2-1-20-16,-2-1-15 0,3 1-7 0,4-2-6 15,-1 2-3-15,4-3-2 0,1 2-8 16,4-2-14-16,1 1-25 0,2 1-74 0,0 0-90 15,2-1-182-15,-1 4-284 0,3-1-347 0,-1 2-412 16,3 0-222-16,-2 4 156 0,2 0 767 16</inkml:trace>
  <inkml:trace contextRef="#ctx0" brushRef="#br2" timeOffset="112094.08">18733 14909 891 0,'-5'0'1805'16,"-2"0"-52"-16,2-2-401 0,-1-1-360 16,0-4-476-16,1 0-248 0,2-2-101 0,1-3-45 15,-1 1-27-15,2-4-20 0,1 2-17 16,0-2-17-16,0 2-13 0,0 0-9 0,0 1-10 15,1 3-9-15,-1 2 0 0,2 1 0 0,-1 3-3 16,1 2-16-16,-2 4-21 0,0 2-50 16,-2 2-87-16,-2 4-182 0,-3 5-279 0,0 0-348 15,-5 5-436-15,-5 1-373 0,-4 1 105 16,-5 4 895-16</inkml:trace>
  <inkml:trace contextRef="#ctx0" brushRef="#br2" timeOffset="112508.22">16883 15511 163 0,'-8'-3'860'0,"1"2"613"15,-2-1 95-15,4 1-253 0,-1-1-462 16,1 1-347-16,2-2-182 0,-1 1-125 0,4 1-87 16,0-3-51-16,2 1-29 0,1-1-16 0,4-1-9 15,2-1-5-15,4-1-2 0,1 3-1 16,2-2 0-16,0 2-2 0,3 1-5 0,1 1-51 16,-1 2-72-16,0 0-115 0,-1 1-221 0,2 3-302 15,0 2-362-15,-3 1-316 0,1 1-126 16,-2 2 411-16,2 2 703 0</inkml:trace>
  <inkml:trace contextRef="#ctx0" brushRef="#br2" timeOffset="112716.06">17536 15558 421 0,'4'0'1351'0,"-4"1"361"0,-4 2-243 15,1 0-341-15,-4 0-482 0,1-1-282 16,1-1-166-16,-3 1-80 0,5-2-49 0,-2 1-29 15,4-1-20-15,1-1-13 0,1 1-22 16,4-3-75-16,1 1-80 0,0 0-161 0,2 1-277 16,2 1-329-16,2 3-396 0,1-1-242 0,1 2 72 15,4-1 701-15</inkml:trace>
  <inkml:trace contextRef="#ctx0" brushRef="#br2" timeOffset="112906.2">18403 15518 585 0,'18'-2'1429'16,"-4"2"216"-16,-3-2-273 0,-4 0-332 15,-3 2-459-15,0 0-257 0,-3-1-150 0,2 1-71 16,-1-1-36-16,-2 1-34 0,0-2-29 0,0 1-71 16,0-1-77-16,-2 1-156 0,-2-1-281 15,2 2-311-15,0 0-376 0,-2 2-268 0,0-1 13 16,-4 4 676-16</inkml:trace>
  <inkml:trace contextRef="#ctx0" brushRef="#br2" timeOffset="113275.06">16925 16251 45 0,'10'1'733'0,"-1"1"732"0,-1-2 132 16,-2 1-278-16,-1-1-376 0,-2 1-405 0,0-1-215 15,1 0-138-15,-3 0-71 0,1 0-36 0,0-1-36 16,-2 1-18-16,1-3-12 0,-1 0-8 16,3 0-6-16,2-1-2 0,-2 0-22 0,2 2-76 15,1-1-74-15,1 3-151 0,-3 0-284 0,5 1-327 16,0 3-357-16,-1 3-208 0,2-1 56 15,2 1 638-15</inkml:trace>
  <inkml:trace contextRef="#ctx0" brushRef="#br2" timeOffset="113483.05">17619 16356 245 0,'16'3'1180'0,"-6"0"545"15,-4 2-192-15,-4-3-355 0,-6 3-442 16,1 0-317-16,-2-1-201 0,-1 0-95 0,-2-3-44 15,4 1-26-15,-1-2-22 0,2-2-16 0,1 0-11 16,4-1-8-16,-1-3-28 0,6 2-76 0,-1-1-78 16,1-1-144-16,3 3-286 0,1-2-334 15,3 5-357-15,1-3-213 0,2 6 62 0,-1-3 624 16</inkml:trace>
  <inkml:trace contextRef="#ctx0" brushRef="#br2" timeOffset="113658.42">18282 16429 85 0,'14'-3'680'16,"2"3"494"-16,-7-2 128 0,1 1-116 0,-2 1-345 15,-1-1-312-15,-2 0-176 0,0-2-95 0,0 1-56 16,0-2-48-16,1 0-53 0,-2 0-50 0,1-2-29 16,0 0-70-16,2 0-68 0,-3 0-138 0,2 1-240 15,-1 3-296-15,2-2-342 0,-1 4-249 16,0-1-68-16,2 2 505 0</inkml:trace>
  <inkml:trace contextRef="#ctx0" brushRef="#br2" timeOffset="114836.5">17382 14252 75 0,'-19'7'603'0,"0"2"456"0,-3 0 183 0,3 0-88 15,0 0-349-15,3-1-281 0,1 0-79 0,5-1-74 16,0-2-61-16,3-1-52 0,4 0-48 16,1-1-60-16,4 0-61 0,4-1-30 0,6 0-13 15,4 3-1-15,5-2-2 0,4-2-1 16,3 1-1-16,4-2-4 0,5-2-2 0,1-1-5 16,4 0-5-16,2-2-5 0,4 0-4 0,-1-2-5 15,2 1-4-15,-3-1-3 0,-2-2-2 0,-1 3-3 16,-5 0-2-16,-1 3 0 0,-6 0-3 15,-1 2-11-15,-4 1-30 0,-8 1-78 0,-3 3-97 16,-5 1-196-16,-3 2-295 0,-7-1-350 16,-3 1-385-16,-5 0-177 0,-5-3 258 0,-1 2 762 15</inkml:trace>
  <inkml:trace contextRef="#ctx0" brushRef="#br2" timeOffset="115042.35">17778 14264 130 0,'9'-5'632'15,"0"2"361"-15,-1-1 108 0,6 4-81 0,1-4-369 16,5 2-272-16,1 0-111 0,6-1-22 16,1 1 9-16,6-4-1 0,0 3-47 0,6 0-33 15,-2 0-29-15,3 0-38 0,0 2-39 0,-2 1-27 16,1 2-13-16,-2 4-7 0,-2 2-5 16,-3 4-4-16,-3 4-2 0,-4 3-4 0,-1 5-2 15,-4 3-7-15,-7 4-15 0,-2 2-51 0,-4 5-48 16,-6 0-97-16,-2 4-182 0,-3 1-297 15,-4-1-292-15,-3 0-237 0,0-2-153 0,0-1 277 16,-2-3 579-16</inkml:trace>
  <inkml:trace contextRef="#ctx0" brushRef="#br2" timeOffset="115509.06">19526 15246 168 0,'2'-17'892'0,"-2"4"628"0,-2 5 52 16,-1 2-279-16,-2 2-461 0,0 4-325 0,-1 1-185 15,-2 4-123-15,3 0-71 0,-1 7-42 16,1 1-25-16,-1 5-15 0,3 4-10 0,0 6-8 15,0 3-6-15,1 7-3 0,2 4-5 16,-2 8-3-16,1 5-4 0,-1 6-4 0,1 1-3 16,-1 5 0-16,0-2-2 0,-1-1 1 0,2-3 0 15,-5-3 2-15,1-2 0 0,0-3-1 0,0-6-4 16,-3-3-12-16,1-4-23 0,-1-7-49 0,-4-4-72 16,-2-6-89-16,2-2-171 0,-6-8-293 15,1-2-319-15,-2-7-304 0,0-3-173 0,-2-2 143 16,-1-5 668-16</inkml:trace>
  <inkml:trace contextRef="#ctx0" brushRef="#br2" timeOffset="115710.87">19058 16114 74 0,'2'-3'678'16,"-1"3"519"-16,-1 1 125 0,2 4-162 0,-1 1-351 16,4 2-329-16,0 3-125 0,4-1-66 0,2 1-38 15,1 2-26-15,3-2-35 0,1 0-48 16,2 0-56-16,2-1-36 0,1-2-21 0,2-2-12 15,1-5-6-15,1-1-4 0,-1-3 0 0,3-4-4 16,-2-5 0-16,1-2-3 0,-4-4-30 0,-3-4-70 16,-2-2-73-16,-4-5-122 0,-2 1-227 0,-3-6-320 15,-4 2-324-15,-2-2-224 0,-2-3-61 16,-5 1 444-16,-3-1 609 0</inkml:trace>
  <inkml:trace contextRef="#ctx0" brushRef="#br2" timeOffset="115933.63">19245 15177 338 0,'1'-8'1187'0,"-1"-1"449"15,-1 1-174-15,-3 2-298 0,1-3-484 16,3 1-279-16,0-1-174 0,0-2-92 0,5 1-46 16,0-1-33-16,1 0-23 0,7 0-14 15,-1 2-8-15,1-1-4 0,6 3-3 0,0-2-2 16,0 5-1-16,3 1-1 0,0 1-2 15,-1 2-25-15,1 3-77 0,-2 2-112 0,-3 1-239 16,-2 1-288-16,-2-1-358 0,-1 0-402 0,-2 0-135 16,-2-1 424-16,-3-5 787 0</inkml:trace>
  <inkml:trace contextRef="#ctx0" brushRef="#br2" timeOffset="120808.5">20140 8357 66 0,'0'2'372'15,"0"-2"286"-15,0 0 250 0,0 0-34 16,0 0-148-16,1 0-145 0,-1 0-127 0,0 0-100 15,2 0-88-15,-2 0-72 0,1 2-59 16,1-2-28-16,1 0 36 0,0-2 10 0,1 2 8 16,3 0 36-16,0 0 9 0,1 0 2 0,0 0-42 15,2 0-22-15,2 0-14 0,2 2-35 16,0-1-14-16,2 3-20 0,0-2-15 0,2 2-9 16,-1 0-8-16,1 0-4 0,2 1-7 0,-3 1-4 15,2-2-4-15,-2 1-2 0,2 1-2 16,-1-2-2-16,0-1-1 0,1 2-1 0,-3-2-1 15,3 0 0-15,0-1 0 0,-1 0 0 0,0-2 2 16,-2 0-1-16,3 0 1 0,-1-2 0 16,-1 1 1-16,-1 0 1 0,1-1-2 0,-1-1 0 15,2 2 0-15,-1-1 0 0,-4 1 0 16,1-1-1-16,2 1 1 0,-4 1 0 0,2-2 0 16,-2 2-1-16,2 0 0 0,-2 0-1 0,-2 0 1 15,2 2 0-15,1-1-1 0,0-1 1 16,-4 2 0-16,1-1-1 0,1 2 0 0,-2-3 1 15,-1 2-2-15,2-1 1 0,-1 1 0 0,-1-1-1 16,-1-1 0-16,-1 1 1 0,2-1 0 16,0 0-1-16,-4 0-1 0,1 0 2 0,2 0-1 15,0 0 0-15,-2 0 0 0,1 0 0 0,1 2 0 16,-1-2 1-16,2 0-1 0,-2 2 0 16,2-2 1-16,-1 1 0 0,0 0-1 0,1 1 0 15,-1 0 0-15,-1-1 1 0,2-1 0 16,-2 1-1-16,1-1 0 0,-3 3 0 0,1-3 0 15,3 1 0-15,-2-1 1 0,-1 1-1 16,0 0 0-16,0-1 1 0,-1 3-1 0,2-1 0 16,-1-2 0-16,2 0 1 0,-3 2-1 0,1-2 0 15,0 3 0-15,1-2 0 0,0 1 1 0,-1-1-1 16,-2 1 0-16,2-2 0 0,0 2-1 16,-2-1 1-16,2 0-1 0,-1 1 1 0,0-2 0 15,0 0 0-15,-2 2 0 0,3-1 0 16,-2 0 0-16,0-1 0 0,3 2-1 0,-1 0 1 15,0 0 0-15,1 0-1 0,-1 1 1 0,3-2 0 16,-4 2 0-16,3-1-1 0,-1-1 1 16,-1 2-1-16,3-1 0 0,-4-1 0 0,3 1 1 15,-2-1-1-15,0 1 0 0,-1-2 2 0,2 1-1 16,-2 0 0-16,-1 1 0 0,2-2 0 16,-2 2 0-16,2-1-1 0,-4 0 1 0,4 1 0 15,-2 0 0-15,3-1 1 0,-3-1 0 16,1 1-1-16,0 2 0 0,0-2 0 0,1 0 0 15,-4-1-1-15,5 1-1 0,-3-1 2 0,0 0-1 16,2 0 1-16,-2 0-1 0,2 0 0 16,-1-1 1-16,-1 1 0 0,3-1 0 0,-3 0 0 15,2-2 0-15,-2 2 0 0,2 0 2 0,0-3-2 16,-1 2 1-16,2-2-1 0,1 2 0 16,-2-1 0-16,1 1-1 0,0-1 0 0,0 0 0 15,1 0 0-15,-1 0 0 0,2 2 1 16,-1-2-1-16,0 1 0 0,0 0-1 0,-1 0 1 15,0 0 1-15,-1 0-1 0,1 0 0 0,1-1 1 16,-1 0 0-16,-1 0 0 0,0 0 0 16,1-2 0-16,-2 3 2 0,1-3-2 0,-2-1 0 15,2 0 0-15,0 1-1 0,1-1 0 16,-3 0 0-16,4 0 0 0,-3-1 0 0,1 0 2 16,0 1 1-16,3-2 0 0,-4-2 0 0,3 3 0 15,-1-4 0-15,-1 1 0 0,4 0 0 0,-2-1 0 16,-1-1-1-16,2 1-1 0,1-4 2 15,-2 2 0-15,-1 0-2 0,2 0 0 0,-1 0 0 16,0 0 0-16,0 1 1 0,-1 0-1 16,-1 0 0-16,0 1 2 0,1 2-2 0,-2-1 1 15,1 2 0-15,-2-1 0 0,2 1-1 0,-1 1 0 16,0-1 0-16,1 0 0 0,-1 0 1 16,0-2-1-16,0-1 2 0,1 0-1 0,2-1 0 15,0 1 0-15,0-3 0 0,-1 1-1 16,1-3 0-16,-3 1-1 0,4 1 1 0,-2-1-1 15,-1 0 0-15,2-1 0 0,-3 3 1 0,2-2 0 16,-1 2 0-16,0 1 0 0,0-2 0 0,0 2 0 16,-1 0-2-16,2 0 2 0,-2 1-1 15,0 0 0-15,1 0 1 0,2-1 0 16,-4-1 0-16,2 2 0 0,1-1 0 0,-2-1 0 16,1 1-1-16,-2-2 1 0,2 1 0 0,-1 2 0 15,-1-1 0-15,-2 0-1 0,4 2 1 0,-4-1 0 16,2-1 1-16,-1 3 0 0,0-1-1 15,-1 2 0-15,1-1 1 0,-1 1-1 0,-1 0 0 16,4-1 0-16,-3-1 0 0,3-1 1 16,-3 3-1-16,2-1 0 0,2 0 0 0,-4-1 0 15,2 1 0-15,1 0 0 0,-1 1 0 0,0 1 0 16,0 1 0-16,-1-2 1 0,1 2 0 16,-1 0-2-16,1 0 2 0,0 0-1 0,0 1 1 15,2-5-1-15,-4 1 0 0,4 1-1 16,0-3 1-16,-2 2 0 0,2-2 0 0,1 2 0 15,-3-1 0-15,4 1 1 0,-4 1-1 0,0 0-1 16,0 2-1-16,0-1 2 0,1 1 0 0,-2 0-1 16,2 0 1-16,-3 0 1 0,2 2-1 15,1-2 0-15,-1 1 0 0,2-2 0 0,-2-1 0 16,2 0-1-16,1-1 0 0,-2-1 1 16,1-1 0-16,2 3 0 0,-1-2 0 0,0-1 0 15,-1 2 1-15,0-1 0 0,-1 2-1 0,0 1-2 16,-1 2 2-16,0-2 0 0,0 1-1 15,2 2 0-15,-4 0 1 0,2 1-1 0,1-2 0 16,-3 2 0-16,2 0 2 0,1-1-1 16,-1 1-1-16,0-1 1 0,2-2 0 0,1 0 0 15,0-1 0-15,1-2 0 0,2 0 0 0,0-1-2 16,0-1 1-16,0 2-1 0,0-1 0 16,-1 1 0-16,2-2 0 0,-2 2 0 0,1 0 1 15,-1 2-1-15,-1 0 2 0,-1-1-1 0,2 2 1 16,-4 1 0-16,0 1 1 0,0 0-1 15,1-1 0-15,0 1 0 0,-2 0 0 0,3-1-1 16,1 1-1-16,-3-2 2 0,3 0-2 0,1-1 1 16,1-1 1-16,-1-1-1 0,2 0 1 15,0 1 0-15,0-1 1 0,-2 0 0 0,5 1 0 16,-4-2 0-16,1 2 0 0,1 0 0 0,-2 1 0 16,1-1 0-16,-4 2 0 0,3 0 0 15,-2 1-1-15,-2 1 1 0,0-1-1 0,-1 3 2 16,2-2-2-16,-3 2 1 0,1-2 0 0,-1 2 0 15,0-2 0-15,0 2-1 0,1-1 1 16,-1-2 0-16,3 1-2 0,-3-1 1 16,2 1 0-16,0-2 0 0,1 2 0 0,-1-2 0 15,1 1 0-15,-2-1 1 0,1 4-1 0,-1-1 0 16,-1 0 0-16,0 0-1 0,0 1 0 0,-1 0 0 16,1 2-1-16,1-2 1 0,-2 0-1 15,1 2 2-15,-1-1 0 0,-1 1 0 0,3 0 0 16,-3 0 0-16,2 0 1 0,1 0-1 15,-3 0 0-15,2 1 0 0,-1-1 0 0,0 0 1 16,0 0-1-16,2 0 0 0,-3 2 0 0,1-2 0 16,-1 2 0-16,3-2 1 0,-3 0-1 15,2 1 0-15,-3 0 0 0,4 1 0 0,-3 1 0 16,1 0-1-16,-1 0 1 0,3 1 1 16,-3 0 0-16,2 1 0 0,-1 1 0 0,-1 0 1 15,-1-1-2-15,3 1 0 0,-3-1 0 0,2 1 0 16,0-1 0-16,-1 1-1 0,-1 0 1 0,2 0 0 15,-1-1 0-15,1 2 1 0,0-1-1 16,-2-2 1-16,1 2 0 0,-1 0-1 16,2 0 2-16,-2 0-2 0,0 1 1 0,0-1-1 15,0 0 0-15,0 2-1 0,0-1 1 0,0 0 0 16,2-1 0-16,-2 1 1 0,0-1-1 0,0 1 2 16,0 1-2-16,1-2 1 0,-1 1-1 15,0-1 0-15,0 0 0 0,0 3 0 0,0-2 1 16,0-1-1-16,0 1 1 0,-1 0 0 15,1 1 1-15,0-1-2 0,0 1 1 0,0 0 0 16,0 0 0-16,0 1 0 0,0 0-1 0,0 1 1 16,0 0-1-16,0-1 1 0,0 0 0 0,0 1-1 15,0-1 1-15,0 0-1 0,1 1 0 16,-1-1-1-16,2-1 1 0,-1 1 0 0,2-1 0 16,-1-1 0-16,-2 0 0 0,1 1 0 15,-1 1 0-15,0-2 0 0,2-1 0 0,-2 2 0 16,0 1 0-16,0 1 1 0,0-3 0 0,-2 3-1 15,2-1 1-15,0 0 0 0,0 1-1 16,0 1 0-16,0-2 1 0,-1 2-1 0,1-1-1 16,0 1 1-16,0-1 0 0,0 0-1 15,0-2 1-15,0 0-1 0,1 1 1 0,-1-1 0 16,0-1-1-16,2 0 0 0,-1-1 1 0,1 2 0 16,0-3 0-16,-2 4-1 0,1-3 1 15,1 2-1-15,-1 0 1 0,1 1-1 0,0 0 0 16,-1-2 1-16,3 2-1 0,-4 1 1 15,1 0 1-15,2-1-1 0,2 0 1 0,-4 1-1 16,1 1 1-16,1-1 0 0,-1-1 0 0,-1 2-2 16,2 0 0-16,-1-1 0 0,0 0 0 0,-1-1 0 15,-1 1-1-15,4 1 2 0,-4-2 1 16,1 1-1-16,-1 0 2 0,2-1-1 0,-2-1 1 16,1 0-1-16,-1 2 0 0,0 0 0 15,0-1 1-15,0 2-2 0,2-3 0 0,-2 4 1 16,0-1-1-16,0 0 0 0,0 2 1 0,0 0 0 15,0-3 1-15,3 3-1 0,-3-1 0 16,1 0-1-16,1-2-1 0,-1 1 1 0,3-2 0 16,-4 2-1-16,3-1 1 0,-1 1 2 0,-1-3-2 15,2 1 1-15,-1 0 0 0,0-1-1 16,-1 1 1-16,1-2-1 0,-1-1 1 0,-1 2-1 16,2-1 1-16,1-1 0 0,-2 2-1 0,-1-3 0 15,3 2-1-15,-3-1 1 0,2-2-1 16,0 2 1-16,-1-1 0 0,-1 2 0 0,2-1 0 15,-2 2 0-15,2-2 1 0,-2 1-1 16,0 1 1-16,1-1-1 0,-1-1 1 0,0 2 0 16,2-1-1-16,-1-2 1 0,-1 3-1 0,2-1-1 15,-2-3 1-15,2 1-1 0,-1-1 1 0,-1 1-1 16,2-2 2-16,-1 0-1 0,-1 1 0 16,4 2-1-16,-2-1 1 0,-2 1 0 15,4-1 0-15,-4 3 0 0,1 0 0 0,2-1 2 16,-1 2-2-16,0-1 0 0,-1 1-1 0,2-2 1 15,1 2-1-15,-4-1 1 0,3 0 0 0,0 1 0 16,-1-3 0-16,-1 1 0 0,2-1 0 16,-1 0-1-16,-1-2 1 0,1 1 0 0,-1-1 0 15,-1 0 0-15,2 1 1 0,0 1-1 16,-1-1 0-16,-1-1 0 0,3 2 0 0,-3-2 0 16,2 2 0-16,0 1 0 0,-1 0-1 0,1 1 0 15,1-4 1-15,-1 2 0 0,2 0 0 16,-1 0-1-16,0-1 1 0,1-2-1 0,-3 1 1 15,2 1-1-15,-1-3 0 0,1 2 1 16,-1-2-1-16,1 2 1 0,0-2-1 0,2 1 1 16,-4 1 0-16,4 0-1 0,-2 1 2 0,0 1-1 15,1 0 2-15,-3 0 0 0,3 1-1 0,-3 1 2 16,2-1-3-16,2 0 2 0,-2 3-2 16,0-3 0-16,0-1 0 0,2 2 0 0,-2-2 0 15,2 0-1-15,0 0 1 0,1-2 0 16,-1-1 0-16,0 2 0 0,1-1 1 0,-3 0-1 15,2 0 0-15,-1 0 0 0,1 0 1 16,-2 1 0-16,2 1 0 0,-2-4 0 0,1 4 1 16,0 0-2-16,0-1 1 0,2 1-1 0,-5-2 0 15,4 1 0-15,-2 0 0 0,2 0-1 16,-2-1 2-16,2 0-1 0,-2 0 0 0,2-2 0 16,-4 3 1-16,2-1 0 0,1-2 0 15,-3 1-1-15,1 0 2 0,-1-1-2 0,3-2 0 16,-3 4 0-16,-1-2 4 0,4-1 3 0,-3 3-1 15,1-3 2-15,-1 2 1 0,4-1-1 0,-4 0-3 16,2 2-2-16,1-2-1 0,-3 1-1 16,4 0-1-16,-2 0 1 0,1 0-1 0,-3 0 0 15,2-1 0-15,2 1 0 0,-1-2 0 0,0 2 0 16,-3-2 0-16,3 3 0 0,-1-3 0 16,-2 2-1-16,3 0 1 0,-3-2 0 0,2 3 0 15,2-3 1-15,-2 0 0 0,-2 1-1 16,3 1 1-16,-3-1-1 0,3-2 0 0,-3 4 1 15,1-2-1-15,-1-1 1 0,3 1-1 0,-3 0 1 16,1-1-1-16,1 0 0 0,-1 1 0 16,2 0-1-16,1-1 0 0,0 0 0 0,1-1 0 15,-1 2 1-15,2 0 0 0,1-2 7 0,0 0 4 16,0 0 2-16,3 0 1 0,0 0 0 16,-1 1 0-16,6-1-4 0,-3 3-4 0,4-2-1 15,-1 3-2-15,3 0 2 0,-1 0-2 16,2 1-1-16,-2 0 0 0,3 0 0 0,1 0-1 15,2 0 0-15,-1-2 0 0,3 2-1 16,-4-3 1-16,3-2-1 0,1 4 0 0,-3-4-1 0,0 2 1 16,-3-4-1-16,-3 2 0 0,-1-1 0 15,-2-2 1-15,-4 3 0 0,0-2 1 0,-6 2 1 16,2 0 1-16,1 0-1 0,-6 0 1 16,3 0-1-16,-3 0 0 0,2 0-1 0,-1 2-1 15,0-2 0-15,-1 4 0 0,-1-4-1 0,2 2-1 16,-1-1-6-16,-1 1-13 0,0-2-32 15,-1 3-78-15,-2-3-117 0,-2 1-243 0,0-1-303 16,-2-1-378-16,3 0-431 0,-4-4-137 16,2-3 497-16,1 0 821 0</inkml:trace>
  <inkml:trace contextRef="#ctx0" brushRef="#br2" timeOffset="121675.49">24213 8128 91 0,'-8'4'667'0,"-1"2"483"16,2-2 229-16,1-2-55 0,1 1-350 0,2 1-340 15,-1-4-181-15,1 0-107 0,1 0-94 0,-1 0-83 16,3-4-68-16,0-2-35 0,2-3-20 0,1-2-10 16,2-6-5-16,3-2 0 0,3-5 4 0,2-2 1 15,-1-4 1-15,6-3-1 0,-1 0-2 16,2-1-5-16,0-1-4 0,-1 1-4 16,0 5-3-16,-2 1-2 0,-2 5-2 0,-1 2-2 15,-4 6-3-15,-1 2 0 0,-1 3-2 0,-2 1-3 16,-2 5 0-16,-2 0-1 0,3 2 0 0,-2 2-1 15,-2 3 1-15,4 2-1 0,-4 6 0 16,0 0 0-16,1 3 0 0,-1 2 1 0,2 3 0 16,-2 3-1-16,0 3 0 0,-2 3 1 15,1 3-1-15,-1 3 0 0,0 1-1 0,-2 2 0 16,1-1-1-16,1 0 0 0,1-3-2 0,-1-3-1 16,2-4-1-16,2-5-2 0,-1 0-3 15,2-7-10-15,3-1-17 0,1-7-26 0,-1-5-70 16,2-7-83-16,0-8-138 0,5-2-219 15,-1-5-319-15,6-4-367 0,-4 0-233 0,2-5-71 16,0 1 496-16,1 0 636 0</inkml:trace>
  <inkml:trace contextRef="#ctx0" brushRef="#br2" timeOffset="121993.62">24639 7878 29 0,'5'-2'561'16,"2"4"498"-16,-3 3 236 0,-1 5 0 16,0 2-287-16,-1 5-321 0,1 2-204 0,0 3-118 15,1 3-74-15,1 5-80 0,-2 1-73 0,3 2-44 16,-2-2-30-16,3 0-19 0,1 0-12 0,3-5-15 15,3-3-7-15,3-6-6 0,1-5-3 16,2-7 0-16,4-5-1 0,2-7-1 0,-3-5 1 16,4-8 0-16,-2 0 0 0,-1-7-1 15,-3-3 0-15,-1-2 1 0,-3-2 2 0,-4 1-1 16,-2 1 1-16,-6 1 0 0,0 1 0 0,-5 2 0 16,-6 2-1-16,-2 2 0 0,-5 1-1 0,-3 2 2 15,-2 1-3-15,0 3 1 0,-3 2 0 16,0 2 0-16,1 6-2 0,0 4 1 0,2 3 0 15,-1 3-2-15,5 4 1 0,-2 2-1 16,3 4 1-16,-1 2-2 0,3 1 1 0,1 4 0 16,1 1 0-16,1 1-1 0,0-1-3 0,3 1-12 15,2-3-25-15,2-2-52 0,-2-1-70 16,6-4-68-16,-3-1-109 0,4-4-173 0,3-3-294 16,-1-2-254-16,7-2-201 0,0-3-132 0,1-3 273 15,3-2 561-15</inkml:trace>
  <inkml:trace contextRef="#ctx0" brushRef="#br2" timeOffset="122349.51">25207 7874 598 0,'-3'1'1339'0,"-2"3"300"0,0 2-217 15,-1 3-391-15,0 3-423 0,-2 1-220 16,2 3-156-16,2 3-93 0,0 2-52 0,2 3-29 15,2 1-21-15,2-2-13 0,1-1-10 16,3 0-5-16,7-5-5 0,-2-3-3 0,6-5-1 16,1-4 0-16,0-7 1 0,2-2 0 0,2-7-1 15,-2-2-2-15,-1-5-3 0,0-4-4 16,-2-3-1-16,-2-3-1 0,-2-1 2 0,-3 2 3 16,-3-1 3-16,-2-1 2 0,-5 4 2 15,0-3 0-15,-7 5 1 0,-1-1 2 0,-4 3-2 16,-1 1-1-16,-4 1-1 0,1 4 0 0,-3 3-1 15,1 3-3-15,-2 4-1 0,1 5 2 0,1 8-2 16,1 3-18-16,3 2-62 0,-2 5-71 16,5 1-136-16,1 4-247 0,3 1-319 0,4-1-364 15,1 3-272-15,0 0-66 0,4 0 558 16</inkml:trace>
  <inkml:trace contextRef="#ctx0" brushRef="#br2" timeOffset="123123.5">25629 8100 98 0,'4'1'688'0,"-1"2"473"0,-3-1 113 15,1-2-140-15,2-2-369 0,-1-1-320 0,1-1-137 16,0-2-56-16,3-3-34 0,-1-1-26 15,2-3-31-15,2-3-40 0,2-1-36 0,-1-1-38 16,4-2-20-16,-3 1-9 0,1 1-10 16,1 2-1-16,-2 0-5 0,-1 4-1 0,-2 2-1 15,0 3 22-15,-2 0 25 0,0 5 15 0,-1 2 14 16,-2 2 5-16,0 6 9 0,-1 3-16 16,-1 3-20-16,1 2-9 0,-2 3-10 0,0 2-5 15,0 1-7-15,2 2-5 0,-2-2-4 16,0-1-4-16,1-2-4 0,1 0-4 0,-1-5-1 15,3-1-3-15,2-3 0 0,-3-3 0 0,2-3 0 16,1-4 3-16,1-5 1 0,3-3 1 0,-2-4-1 16,4-4 2-16,-2-2-2 0,3-3-1 15,-2-2-1-15,2 3 1 0,-4 0-1 0,3 0 0 16,-3 5-1-16,-3 3-1 0,1 2 0 16,-1 2 0-16,0 4 1 0,-1 2 1 0,-2 4 2 15,0 4 1-15,0 2 1 0,-3 3 0 0,4 3-1 16,-4 0 0-16,0 3-2 0,0 0 0 0,0 1-1 15,0-2-1-15,1 0 0 0,-1 1-1 16,0-3 0-16,2-1 0 0,-1-1-2 16,1-4 0-16,0 3-9 0,-1-4-35 0,4-3-75 15,-4 1-76-15,1-4-149 0,-1 1-278 0,-1-4-330 16,4-1-345-16,-1 0-208 0,2 0 28 0,1-3 611 16</inkml:trace>
  <inkml:trace contextRef="#ctx0" brushRef="#br2" timeOffset="123612.56">26140 8183 353 0,'-2'8'901'0,"0"-3"318"0,2-1-26 0,0-3-277 15,0-1-345-15,4-2-236 0,1-4-97 0,-1-4-43 16,4 1-11-16,5-7 10 0,0 0 0 15,1-4-15-15,-2-2-30 0,6 1-25 0,-2-3-23 16,-1 2-29-16,1 2-17 0,0 1-14 16,-3 3-8-16,-2 6 1 0,0 0 2 0,-3 5 7 15,0 5 1-15,-3 3 1 0,1 2 2 0,-2 8 0 16,0 1-4-16,-3 3-6 0,-1 4-8 16,2 2-4-16,-2 0-8 0,1 0-2 0,-1 0-6 15,4 0-3-15,-3-1-2 0,1-4-2 16,3-2 0-16,-4-2-2 0,7-3 0 0,-3-7 0 15,-1 0 1-15,5-5 0 0,1-6-1 0,1-6 1 16,1-3 1-16,3-3-2 0,-2-4 0 0,3 0 1 16,-3-1 0-16,0 3-2 0,0-1 1 15,1 5-1-15,-2 1 1 0,-3 2-2 0,4 4 0 16,-4 3 1-16,-1 2 0 0,0 4 1 16,1 2 0-16,-2 4 0 0,-1 5 2 0,1 3-1 15,-1 3 0-15,-2 3 0 0,1 0 0 0,2 2-1 16,-2 0-1-16,1-1 0 0,1-1 0 15,-2-2 0-15,3-3 0 0,-1 1 0 0,0-5 0 16,3-3-1-16,-2-3 0 0,2-4-4 16,-1-3-9-16,-1-3-15 0,-2 0-38 0,3 0-69 15,-4 1-76-15,-3-1-141 0,-1 2-250 0,-1 4-314 16,2 2-318-16,0 4-217 0,-1 0-19 0,2 1 554 16</inkml:trace>
  <inkml:trace contextRef="#ctx0" brushRef="#br3" timeOffset="140855.37">24480 14441 72 0,'1'-7'789'15,"-2"3"770"-15,-3-2 92 0,-2 4-301 0,-3 2-419 16,-2 2-391-16,-2 4-203 0,0 1-138 15,1 3-62-15,-2 2-33 0,1 6-19 0,-3 4-10 16,7 1-7-16,0 7-6 0,2 1-7 0,5 7-9 16,2 0-8-16,8 5-8 0,2-2-9 0,2 0-6 15,9-4-5-15,6-6-4 0,3-4-2 16,8-13 0-16,6-8-2 0,0-10-2 0,8-11 0 16,5-13-2-16,-3-9-1 0,3-5-2 15,-3-7 3-15,-5-3 0 0,-5-2 2 0,-9 2 1 16,-7 1 2-16,-9 4 1 0,-9 6-1 15,-10 5-1-15,-13 1 0 0,-4 8-2 0,-13 5 0 16,-9 2 0-16,-9 7 0 0,-9 5 0 0,-5 7 0 16,-3 5 0-16,-3 8 0 0,3 6 0 0,5 7 0 15,5 6 0-15,7 3 0 0,4 5 0 0,11 4 0 16,6 2 0-16,10 4 0 0,6 0 0 16,8-2 0-16,8-2 0 0,8-6 0 0,8-5 0 15,8-7 0-15,7-9 0 0,7-8 0 16,4-10 0-16,4-10 0 0,1-8 0 0,1-5 0 15,-3-6 0-15,-2-6 0 0,-5-1 0 0,-6 0 0 16,-6 0 0-16,-7 2 0 0,-7 3 0 16,-7 1 0-16,-9 5 0 0,-4 5 0 0,-8 0 0 15,-6 5 0-15,-7 3 0 0,-1 4 0 0,-2 6 0 16,-3 4 0-16,0 9 0 0,0 3 0 16,0 9 0-16,1 6 0 0,6 4 0 0,1 5 0 15,4-1 0-15,6 3 0 0,7-1 0 0,2-3 0 16,6-1 0-16,5-7 0 0,6-3 0 15,2-9 0-15,4-7 0 0,5-9 0 16,4-8 0-16,-1-8 0 0,2-6 0 0,2-6 0 16,-4-5 0-16,0-3 0 0,-3-1 0 0,-3-3 0 15,-2 2 0-15,-5 0 0 0,-4 2 0 0,-2 3 0 16,-6 0 0-16,-4 4 0 0,-4 3 0 0,-4 2 0 16,-4 5 0-16,-3 2 0 0,-1 6 0 15,-5 5 0-15,0 6 0 0,-3 8 0 16,-1 3 0-16,-1 10 0 0,-2 5 0 0,-1 6 0 15,4 2 0-15,-3 7 0 0,6 2 0 0,2 2 0 16,4 2 0-16,4 0 0 0,5-4 0 0,2-3 0 16,6-4 0-16,6-5 0 0,2-9 0 15,5-7 0-15,4-7 0 0,4-8 0 0,1-8 0 16,4-7 0-16,1-7 0 0,2-9 0 0,-3-2 0 16,1-5 0-16,-6 2 0 0,1 3 0 15,-5-1 0-15,-4 4 0 0,-5 4 0 0,-5 4 0 16,-3 4 0-16,-4 5 0 0,-4 4 0 0,-4 7 0 15,0 6 0-15,-3 4 0 0,-2 6-15 16,3 7-36-16,-2 1-42 0,0 5-78 0,2 3-122 16,5 0-246-16,1 0-304 0,2-2-382 15,7 0-388-15,4-4-109 0,3-3 516 0,3 2 799 16</inkml:trace>
  <inkml:trace contextRef="#ctx0" brushRef="#br3" timeOffset="142196.81">24334 13830 266 0,'4'3'973'0,"-3"1"427"16,2-1-43-16,2 2-167 0,3-1-440 0,1 0-264 16,5 2-150-16,2-1-77 0,5-3-46 0,4 1-56 15,1-2-48-15,5-2-32 0,4-2-24 16,1-2-16-16,2-3-11 0,0 1-10 0,3-2-8 15,-1 0-5-15,-2-1-4 0,0 0-2 16,-2 0-8-16,-1 3-26 0,-5 5-87 0,-6-3-141 16,-2 7-259-16,-7 3-305 0,0 6-397 0,-6 3-441 15,-1 6-43-15,-5 3 677 0</inkml:trace>
  <inkml:trace contextRef="#ctx0" brushRef="#br3" timeOffset="142509.31">25525 14341 100 0,'3'-2'707'0,"2"3"472"0,-4 0 122 0,3 5-45 15,-1 3-316-15,3 5-338 0,-3 5-179 0,0 1-93 16,-1 5-65-16,-1 5-82 0,1 2-75 16,0 4-39-16,-2 1-22 0,-2 3-14 0,0 6-10 15,1-2-6-15,-1 3-5 0,0 0-7 16,-1-2-5-16,3-2-12 0,-1-3-47 0,-2-6-77 16,1-5-122-16,-1-3-243 0,2-5-307 0,-3-5-369 15,1-5-345-15,-2-5-101 0,2-6 510 16,-2-5 727-16</inkml:trace>
  <inkml:trace contextRef="#ctx0" brushRef="#br3" timeOffset="143108.39">26209 14646 53 0,'-6'8'512'16,"0"2"417"-16,-2-2 248 0,2 2-22 0,-1-3-376 15,2-3-236-15,1 1-119 0,2-1-63 16,0-2-36-16,6-4-33 0,-1-2-37 15,3-5-52-15,5-6-48 0,3-7-45 0,3-6-38 16,3-5-20-16,3-4-11 0,0-5-7 0,2-4-4 16,4-4-5-16,1 0-4 0,-4 0-5 0,1-1 0 15,-2 4 0-15,-4 6 6 0,-3 5 8 16,-6 9 7-16,1 4 2 0,-7 8-2 0,-3 4-4 16,-3 8-5-16,-4 6-10 0,-1 6-7 15,-6 8-6-15,1 6-2 0,-3 4-1 0,3 5-2 16,-2 6-2-16,3 0-1 0,0 4-2 0,1 4 2 15,0-1 0-15,1 3 1 0,1-1 1 16,3-2 0-16,0 1 2 0,1-5-2 0,2 0-9 16,2-7-15-16,0-2-43 0,2-8-75 0,1-5-87 15,-2-5-154-15,2-6-271 0,1-5-332 16,1-8-330-16,2-3-190 0,-1-6 65 0,1-7 602 16</inkml:trace>
  <inkml:trace contextRef="#ctx0" brushRef="#br3" timeOffset="143374.24">26657 14355 39 0,'13'-6'497'0,"-1"6"427"16,1 6 249-16,-5 5-30 0,1 7-366 16,1 7-253-16,1 5-116 0,-3 3-68 0,3 4-57 15,-2 6-44-15,1-2-33 0,1 1-51 16,0 0-54-16,2-4-47 0,1-6-25 0,2-2-11 16,3-11-8-16,1-7-2 0,1-8-1 0,2-7 1 15,-1-7 1-15,-2-8-5 0,-2-5 2 16,0-5 22-16,-6-4 24 0,-3-1 16 0,-6-1 12 15,-6 0 5-15,-4 2 2 0,-6 0-20 16,-4 1-22-16,-7 1-14 0,-2-1-14 0,-3 4-6 16,-6 2-5-16,4 0-4 0,1 2-1 0,0 6-2 15,2 4-1-15,5 4-2 0,1 4-6 0,0 4-36 16,6 6-77-16,-5 1-115 0,7 3-218 16,-2 2-294-16,3 1-364 0,-1-1-360 0,2 1-132 15,-2-3 402-15,2-2 730 0</inkml:trace>
  <inkml:trace contextRef="#ctx0" brushRef="#br3" timeOffset="144074.09">24016 13059 273 0,'5'3'898'0,"0"-1"359"0,0-4 4 0,0-1-70 15,2-3-423-15,1-3-254 0,2-3-134 16,2-5-70-16,1-4-55 0,3-3-81 0,0-5-64 0,1-2-38 15,1-2-22-15,4-3-14 0,-1 2-8 16,0-2-7-16,1 4-6 0,-3 2-4 0,-3 6-3 16,1 3-2-16,-4 6 0 0,0 6 3 15,-4 3 2-15,-1 9 3 0,-3 5 0 16,-2 6 1-16,-1 11-2 0,-4 3-3 0,-2 5-5 16,-3 6-3-16,-1 5 0 0,0 0 1 0,-3 3-2 15,3 0 2-15,0 2 0 0,-2-2 0 0,1-4-1 16,3-1-3-16,1-6-2 0,-1-3 0 15,5-8-1-15,-1-2-2 0,0-6 2 0,2-5-7 16,2-5-22-16,1-5-65 0,2-6-75 16,-2-5-138-16,2-8-245 0,1-2-320 0,2-1-365 15,1-3-265-15,2-3-56 0,1 0 556 0</inkml:trace>
  <inkml:trace contextRef="#ctx0" brushRef="#br3" timeOffset="144375.1">24579 12844 31 0,'0'20'497'0,"4"5"435"0,-3-2 245 16,1 5-22-16,-1 4-341 0,3 1-280 15,2 3-153-15,-2-2-98 0,1-1-68 0,3-2-51 16,5-8-35-16,1-5-45 0,3-7-36 0,4-4-25 16,3-10-7-16,-1-6-7 0,2-6-5 15,1-6-4-15,-4-2-2 0,0-7 0 0,-1-1-1 16,-5-2 5-16,-2 2 2 0,-6-2 10 0,-4 1 52 15,-4 1 41-15,-4-1 21 0,-4 4 7 16,-10-2-3-16,0 1-11 0,-5 4-38 0,-4 2-33 16,2 2-21-16,-2 6-13 0,2 6-8 15,1 8-4-15,0 5-5 0,1 7-4 0,2 7-1 16,5 4-12-16,2 7-66 0,3 1-72 0,5 3-145 16,2 1-279-16,4 2-312 0,4 1-374 15,2 0-243-15,4-1 8 0,4-2 638 0</inkml:trace>
  <inkml:trace contextRef="#ctx0" brushRef="#br3" timeOffset="144892.39">24991 13405 441 0,'4'0'910'16,"-1"0"260"-16,-1-4-28 0,1-2-303 0,0-3-309 15,4-5-180-15,-3-2-72 0,6-1-26 0,-1-6-14 16,3 3-13-16,0-4-21 0,-1-1-29 0,0 1-36 16,2 3-33-16,-4 1-26 0,1 3-22 15,-3 2-19-15,2 4-17 0,-5 3-9 0,0 2-6 16,-1 3 7-16,-2 4 4 0,4 4 4 15,-5 6-1-15,1 0 2 0,-1 4-2 0,0 3-8 16,0 2-6-16,0-1-4 0,3 0 0 0,-3 4-2 16,4-6 2-16,-3-1-2 0,1-1 1 15,0-1-2-15,1-4-1 0,-2-1 0 0,3-2-1 16,-1-7 2-16,2 0 0 0,1-4 0 16,0-3 1-16,2-6-1 0,2-1-4 0,-1-2-20 15,0 1-36-15,3-2-53 0,2 0-51 0,-5 2-44 16,4 2-39-16,-2 2-11 0,-1 3 26 15,0 1 65-15,0 3 60 0,-2 4 44 0,0 4 28 16,-1 3 17-16,-2 0 12 0,0 3 4 16,-2 2 3-16,1 3 3 0,-3 0 3 0,-1 1 3 15,2-2-1-15,-1 1 0 0,1-1-1 0,2-1-8 16,-2-5-58-16,-1 3-146 0,3-5-280 16,-3 0-268-16,1-4-266 0,1 1-222 0,0-1 88 15,2-2 497-15</inkml:trace>
  <inkml:trace contextRef="#ctx0" brushRef="#br3" timeOffset="145191.78">25596 13308 581 0,'-3'4'1252'0,"-4"0"329"0,4 1-147 15,-2 0-380-15,3-4-438 0,-2 0-218 0,4-2-154 16,2-4-100-16,2-2-67 0,3-3-37 15,1-2-20-15,5-4-12 0,1-3-6 16,3 0 0-16,4-1-2 0,-1 1-2 0,-1-1 2 16,3 4-1-16,-1 0 1 0,-4 5-2 0,1 1 2 15,-2 2 1-15,-1 5-1 0,0 1 1 16,-3 4 0-16,-2 2 1 0,-2 4 5 0,1 1 2 16,-3 1 3-16,-1 2 0 0,-2 1 3 0,2 1-1 15,0 0-5-15,1 0-3 0,-1-1-1 16,1-1-4-16,1 0-1 0,2-2-1 0,0-1-9 15,3-1-61-15,-2-3-84 0,3-1-191 0,2-4-273 16,0 0-328-16,6 0-414 0,-2-4-296 0,3 0 128 16,1 2 821-16</inkml:trace>
  <inkml:trace contextRef="#ctx0" brushRef="#br3" timeOffset="146090.68">27626 15010 114 0,'-3'2'656'0,"0"1"439"0,-1-2 132 0,1 1-120 16,2-1-431-16,1-1-293 0,0-1-148 16,1-1-44-16,4-2 10 0,5-4 25 0,-1-5 9 15,5 1 9-15,2-6-19 0,2-3-45 16,2-3-44-16,-1-1-39 0,5 2-27 0,-2 1-23 16,-1-2-14-16,1 8-9 0,-4 1-10 0,0 3-6 15,-2 6-3-15,-2 4-4 0,2 3-1 16,-5 4 1-16,0 5 0 0,0 2 2 0,-1 3 0 15,-2 1-1-15,1 2 1 0,-3-3-1 16,4 2 0-16,1-4-2 0,-2-2-2 0,4-2 2 16,1-6 0-16,1-3 0 0,3-5 0 0,4-5 0 15,-1-7 0-15,6-5-1 0,1-6-2 16,1-1 0-16,3-2 5 0,1 0 5 0,-2 2 3 16,3-1 3-16,-3 5 2 0,-1 5 1 0,0 2-6 15,-3 2-6-15,-3 7-1 0,-1 4 0 16,-3 5-2-16,-3 5 3 0,-4 4 0 0,-1 7 0 15,-2 2-1-15,-4 1-2 0,1 3-1 16,-3 0-4-16,1 1-36 0,-1-3-78 0,0-1-107 16,-1-6-211-16,0-1-294 0,-1-4-361 0,1-1-370 15,-1-6-149-15,-2-1 354 0,0-3 745 16</inkml:trace>
  <inkml:trace contextRef="#ctx0" brushRef="#br3" timeOffset="151341.48">19542 8143 121 0,'1'-1'483'0,"2"-3"321"15,-3 2 226-15,2 2-61 0,-2-2-265 16,0 2-187-16,0-2-119 0,0 2-80 0,0 0-50 16,2 0-27-16,-1 0-12 0,-1 0-10 15,0 0-12-15,2 0-20 0,-2 0-32 0,2 0-32 16,-2 0-28-16,0 0-22 0,0 0-11 0,0 0-7 16,0 0-5-16,0 0-1 0,1 0-9 0,-1 0-1 15,0 0-4-15,0 0-2 0,0 2 4 16,0-2-5-16,0 0 0 0,2 0-3 0,-2 2-4 15,0-2-1-15,1 0-6 0,-1 0-3 16,0 0-3-16,0 0-3 0,0 0-2 0,2 0-2 16,0 0 0-16,-1 0-1 0,1 0-2 0,1 2 2 15,1-2 0-15,0 3 0 0,-1-2 0 16,2 0 1-16,-2 0 3 0,2 2 1 0,-1-3 0 16,0 4 1-16,2-4-1 0,-3 3-1 15,2-2-2-15,-2 1 0 0,2 1 2 0,-1-2-1 16,0 1 1-16,2-1 0 0,-2 1 0 0,3 1 0 15,-1-2-2-15,-1 3-1 0,4-2 0 16,-2 1-2-16,1 0 0 0,0 0-1 0,1 0 0 16,-1-1 0-16,0 1-2 0,0-2 2 15,-1 1-2-15,2-1 1 0,-3 1 0 0,0-2 2 16,0 1 1-16,1-1 2 0,-2-1 0 16,-1 1 0-16,1 0 0 0,0-2-1 0,3 2-1 0,-4-1-2 15,1-1-1-15,0 1 1 0,0 1-1 16,0-2 0-16,1 2 0 0,-2-1-1 0,1 1 1 15,0 0 0-15,2 0-1 0,0 0 0 16,-2 1 1-16,1-1-1 0,1 2 0 0,-1-2 0 16,2 0 0-16,-2 0 0 0,0 0 0 0,3 0 1 15,-3 0-1-15,1 0 0 0,2-2 1 16,-3 1-1-16,0-1 1 0,2 2 0 0,-2-2 0 16,-1 2 0-16,2-1 0 0,-3 1 0 15,4 0 0-15,-2-2-1 0,-1 2 1 0,2 0-1 16,-1-1 1-16,3 0-1 0,-2 1 0 0,1-2 0 15,-2 1 1-15,3-2 0 0,-1 2 0 16,0-3 2-16,0 2-1 0,1-3 0 0,-1 0 0 16,1 1 0-16,0-1-1 0,0 0-1 15,-1-1 1-15,0 2-1 0,3 0 0 0,-3-1 1 16,0 1 0-16,5-1 0 0,-5 0-1 16,1 1 0-16,4 0 1 0,-4 1-1 0,2-2 1 0,0 1-1 15,0 1 1-15,2-3 0 0,0 0 0 16,-2 2 0-16,1 0-1 0,0-1 1 0,-3 1 0 15,2-2 0-15,-1 2-1 0,-2-1 0 16,2 1 0-16,-2-1-1 0,2-1 1 0,-2 1 1 16,4 0-1-16,-2-1 0 0,0 1 0 0,2-2 1 15,-1 3-1-15,2-2-1 0,-2-1 2 16,0-1 0-16,1 3-1 0,1-3 1 0,0 2 0 16,-2-1 1-16,0 0 0 0,1-1-1 15,0 1 0-15,-1 1 0 0,1-3 0 0,0 2-1 16,0 0 0-16,-2-1-1 0,1 0 0 0,1 3 0 15,-1-1 0-15,-1 0 0 0,2-2 0 16,-2 3 1-16,1-1-2 0,2 1 2 0,-4-1-1 16,4 1 0-16,-4 1-1 0,3-1 2 0,-2 1 0 15,0-1-1-15,0 0 1 0,-1 0 0 16,2 1 1-16,-1-1-1 0,-2-1 1 0,2 0 0 16,-2 2 0-16,2-2 0 0,1-3 0 0,0 3 0 15,-1 1-1-15,0-3 0 0,2-1 0 16,-3 2 0-16,5-1 0 0,-2 1 0 0,0-1 0 15,-1 0 1-15,0-1 0 0,2 2-1 16,-2 0 0-16,0 1 0 0,2-2 0 0,0 1 0 16,-3-1 0-16,1 1 1 0,2-1 0 0,0 0-1 15,0-1 2-15,0 2-1 0,-1 0 0 16,2-1 0-16,-1 0 0 0,-1 1-1 0,2 0 1 16,-2-1-1-16,0 2 1 0,-1-2 0 0,1 3-1 15,-2-3 1-15,1 2-1 0,1-1 0 16,-2 1 0-16,2-1 0 0,-1 2-1 0,0-3 1 15,0 1 0-15,1 1 1 0,0-2-1 0,0 1 0 16,1-1 1-16,0 1-1 0,1-3-1 16,-2 3 1-16,0-2 0 0,2 2 0 0,-1-2 0 15,0 2-1-15,0-2 0 0,0 1 0 16,0 1 1-16,-4 0-1 0,3 1 0 0,-2 1 1 16,1 1-1-16,-1 0 1 0,-1 0 0 0,-1 0 0 15,0 0-1-15,1 1 0 0,-1 0 0 16,0 0 0-16,2 0 1 0,-2 0 0 0,0-1 0 15,1 1 0-15,0 1 1 0,1-4 0 0,0 3-1 16,2-2 1-16,-2 2 0 0,4-1-1 16,-5-2 1-16,4 1-1 0,0 1 1 0,-1-1 0 15,0 1-1-15,2-1 1 0,-2 1-1 16,2-1 1-16,-1 2 0 0,1-3-1 0,-3 4 1 16,2-2 0-16,1-1 0 0,1 3 0 0,0-1-1 15,0-2 1-15,0 1 1 0,1 1-1 16,2-2 1-16,-4-1-2 0,3 2 2 0,-1-2-1 15,1 1-1-15,-2 1 1 0,1 1-1 16,-2-1 1-16,0 0-1 0,-1 2 0 0,-1-2 0 16,-1 2 3-16,3-1 1 0,-4 2 2 0,1 1 2 15,0 0-1-15,-1 1 2 0,-1 2-1 0,-1-3-1 16,3 4 0-16,-1-1 0 0,-2 0 2 16,2 0-2-16,-2 0 0 0,1 0-2 0,0 1 0 15,-3 0-2-15,1-3-1 0,1 2 0 16,-2 0 0-16,1 0 0 0,-2-2 0 0,0 2 0 15,2 0 0-15,-3-2 2 0,0 3 1 0,2-1 0 16,-2-2 2-16,1 1-3 0,0 0-4 16,0 0 0-16,1 1 0 0,0-1 0 0,2 3 0 15,-1-3 0-15,-1 2 0 0,3-2 0 0,-1 2 0 16,0 0 0-16,0-1 0 0,1 1 0 16,1-1 0-16,-2 0 0 0,1 2 0 0,-1-1 0 15,0 0 0-15,0-1 0 0,1 2 0 0,-2 0 0 16,-1 1 0-16,2-2 0 0,0 1 0 15,-2 1 0-15,2-1 0 0,-1-1 0 0,0 0 0 16,-2 2 0-16,2-1 0 0,-3-1 0 16,3 0 0-16,-2 0 0 0,2-1 0 0,-2 1 0 15,0-1 0-15,1 0 0 0,-1 2 0 0,3-2 0 16,-4 1 0-16,3-1 0 0,-1 2 0 16,1-3 0-16,0 3 0 0,0-1 0 0,-1 2 0 15,2-1 0-15,0 0 0 0,0 2 0 16,-2-2 0-16,1 1 0 0,2-1 0 0,-5 1 0 15,3 2 0-15,-1-2 0 0,1-1 0 0,0 2 0 16,0-1 0-16,-1 0 0 0,1 0 0 0,-3 0 0 16,1 2 0-16,3-2 0 0,-2-1 0 15,-1 1 0-15,2 1 0 0,-3-3 0 0,2 2 0 16,1 1 0-16,-3-1 0 0,1-2 0 16,0 0 0-16,0 1 0 0,1 1 0 0,-1-2 0 15,-1 1 0-15,1-1 0 0,0 0 0 0,0 1 0 16,1-1 0-16,-1 3 0 0,1-3 0 15,-1-1 0-15,0 2 0 0,1 0 0 0,-2-2 0 16,1 0 0-16,-1 3 0 0,0-4 0 16,0 1 0-16,-1 2 0 0,2-2 0 0,-3 0 0 15,2 2 0-15,0-3 0 0,0 3 0 0,0-1 0 16,0 2 0-16,0-1 0 0,1-1 0 0,1 2 0 16,1-1 0-16,-3 1 0 0,3-1 0 15,-2 1 0-15,2-1 0 0,0 1 0 0,-1 0 0 16,1-1 0-16,0 1 0 0,-1-1 0 15,1 2 0-15,-1-1 0 0,-1 1 0 0,4-2 0 16,-2 2 0-16,-2 1 0 0,3-2 0 0,-4 3 0 16,4-3 0-16,-2 1 0 0,2 0 0 15,-3 0 0-15,2 2 0 0,0-2 0 0,1 0 0 16,-1-1 0-16,1 2 0 0,-1-2 0 16,0 2 0-16,-1-2 0 0,0 0 0 0,2-1 0 15,-2 2 0-15,1-3 0 0,-1 2 0 0,-1 0 0 16,3-2 0-16,-2 1 0 0,0 1 0 0,-1-1 0 15,0 1 0-15,3-2 0 0,-2 2 0 16,-1 0 0-16,1 0 0 0,-1 0 0 0,4 2 0 16,-2-3 0-16,-2 1 0 0,3 3 0 15,-2-3 0-15,1-2 0 0,2 5 0 0,-1-3 0 16,0-2 0-16,-1 2 0 0,1 0 0 0,0-2 0 16,-1 1 0-16,2 0 0 0,-3-2 0 0,2 1 0 15,-1 0 0-15,0 0 0 0,0 1 0 16,-3-2 0-16,3 2 0 0,-2-3 0 15,1 4 0-15,-2-2 0 0,1 1 0 0,2-1 0 16,-4 1 0-16,2 1 0 0,1-1 0 0,0 2 0 16,1 0 0-16,-3-1 0 0,4 1 0 0,1 2 0 15,0-2 0-15,-1 0 0 0,2 2 0 16,-2-1 0-16,4-1 0 0,-3 1 0 0,4 0 0 16,-4 0 0-16,2 0 0 0,0-1 0 15,1 1 0-15,-2-1 0 0,1 1 0 0,-1-1 0 16,2 1 0-16,0 1 0 0,-1-2 0 0,1 2 0 15,0-2 0-15,0 3 0 0,-1-2 0 16,0 0 0-16,2 0 0 0,-4-1 0 0,3 2 0 16,-2-3 0-16,2 1 0 0,-3-1 0 15,2 0 0-15,-1 1 0 0,-1-1 0 0,0-1 0 16,1-1 0-16,1 2 0 0,0-2 0 0,-1 1 0 16,1-1 0-16,1 2 0 0,0-1 0 0,0 0 0 15,-1 0 0-15,2 2 0 0,-1-1 0 16,1 1 0-16,1-1 0 0,1 1 0 15,-1 1 0-15,0-1 0 0,2-1 0 0,-2 3 0 16,3-2 0-16,-1 1 0 0,2 0 0 0,-1 1 0 16,2 0 0-16,-1-1 0 0,0 0 0 0,1 1 0 15,-1 0 0-15,1-2 0 0,-2 1 0 16,1-1 0-16,-2-2 0 0,-1 0 0 0,1 1 0 16,-2-3 0-16,-2 0 0 0,0 0 0 15,-3-3 0-15,0 2 0 0,-2-2 0 0,-4-2 0 16,0 2 0-16,1-3 0 0,-4 2 0 0,0-3 0 15,-2 3 0-15,0-2 0 0,1 0 0 16,-1 3 0-16,1-2 0 0,-1 2 0 0,-1-3 0 16,-1 0-83-16,0 2-271 0,-1-3-264 15,4 2-344-15,-1 0-441 0,4-1-433 0,1-2 50 16,2 3 869-16</inkml:trace>
  <inkml:trace contextRef="#ctx0" brushRef="#br3" timeOffset="152223.67">25128 9004 19 0,'-2'3'554'0,"1"-2"516"15,1 1 297-15,-2 1-12 0,0-3-302 16,2 3-362-16,0-3-210 0,0 2-122 0,0-1-98 16,0 1-83-16,0-2-67 0,4 0-32 0,-3 0-17 15,4 0-7-15,2-2 0 0,2-2 1 0,4-3 2 16,1-2-3-16,3-5-4 0,4-4-4 16,-1-5-5-16,4-2-6 0,1-2-6 15,2-5-6-15,0-2-5 0,0 2-4 0,-2-2-7 16,1 2-8-16,-4 4 0 0,-5 2 0 0,0 5 0 15,-4 3 0-15,0 5 0 0,-7 3 0 16,1 2 0-16,-6 3 0 0,2 5 0 0,-4 2 0 16,-2 5 0-16,-1 5 0 0,-2 3 0 0,-1 6 0 15,-2 2 0-15,1 4 0 0,0 1 0 16,2 6 0-16,-3-2 0 0,1 6 0 0,0 0 0 16,0 4 0-16,-3-1 0 0,1 0 0 0,4 0 0 15,-3-3 0-15,4-1 0 0,2-4 0 16,-1-4 0-16,4-3 0 0,2-4 0 0,1-2 0 15,0-5 0-15,3-2 0 0,1-5 0 16,-1-3-28-16,2-4-63 0,3-4-79 0,-3-6-105 16,2 0-179-16,-1-5-292 0,4-2-353 0,-2-1-369 15,3-4-170-15,0 0 230 0,2-3 722 0</inkml:trace>
  <inkml:trace contextRef="#ctx0" brushRef="#br3" timeOffset="152524.76">25791 8910 103 0,'6'8'695'0,"-2"5"509"16,-2 3 213-16,0 4-68 0,-2 1-391 16,1 4-347-16,-1 0-181 0,0 6-116 0,0-1-95 15,0-3-84-15,3 0-57 0,1-5-34 16,4-4-19-16,-1-4-10 0,4-5-6 0,2-7-5 16,3-7-1-16,3-4 2 0,-2-7-1 0,4-4-1 15,-4-4 1-15,4-3-1 0,-2-5 1 16,-3 2-1-16,-2-4-2 0,-2 1 2 0,-3 1 0 15,-5 1-1-15,-1-1 0 0,-6 2 0 0,0 2 0 16,-3 2 0-16,-6 2 1 0,-2 7 4 16,-2 0-1-16,-6 7 2 0,-1 5 0 0,-1 6 0 15,-3 6-2-15,-2 4-3 0,3 8-1 0,-1 0-1 16,2 5-2-16,3 4 0 0,1 1-2 16,2 2-10-16,3 2-29 0,2 0-75 0,3-1-89 15,3-1-175-15,0-1-291 0,7-3-339 0,2-2-376 16,5-3-205-16,4-4 161 0,-1 0 719 15</inkml:trace>
  <inkml:trace contextRef="#ctx0" brushRef="#br3" timeOffset="153308.28">26274 9265 381 0,'4'2'931'15,"-3"-2"295"-15,2-2-45 0,2-1-255 0,-2-3-359 16,2-4-172-16,3-1-63 0,3-4-24 16,1-4-24-16,1-1-23 0,4-4-41 0,-2-3-62 15,4-2-50-15,-2 2-34 0,4-3-18 16,-3 4-17-16,-1 2-12 0,0 4-6 0,-4 1-8 15,-3 5-4-15,0 4 2 0,-4 4 7 0,2 5 5 16,-2 5 4-16,-2 5 4 0,-1 5 0 16,-3 6-3-16,0 3-4 0,0 4-3 0,0 1 0 15,-2 4 1-15,2-1 1 0,-1 2 0 16,1-2-2-16,1 0-2 0,1-1-3 0,1-4-5 16,0-2-4-16,4-5-2 0,-3-4-2 15,6-5 0-15,-1-4-2 0,2-7 0 0,3-9-1 16,3-3-2-16,0-7 0 0,0-10 0 0,4-1 2 15,-3-2 1-15,3-4 2 0,0 1 1 0,-2 1 0 16,-3 4-1-16,-2 5-2 0,-5 4 0 16,-1 4 0-16,0 4-1 0,-2 5 0 0,-3 5 1 15,1 3 0-15,-3 3 0 0,-1 6 3 16,-1 5 1-16,1 2 3 0,-2 3-1 0,0 3 0 16,1 2 0-16,-1 1-1 0,2-1-3 0,2 2-1 15,-1 0-1-15,3 0 0 0,-1 1-2 0,2-3-1 16,0-1-1-16,1-2-8 0,3-4-19 15,-2-3-57-15,1-3-85 0,1-4-170 0,-1-2-277 16,1-4-340-16,1-3-418 0,1-3-333 16,0-5 75-16,1 2 803 0</inkml:trace>
  <inkml:trace contextRef="#ctx0" brushRef="#br3" timeOffset="153824.39">27021 9321 368 0,'-3'7'1053'15,"-1"1"363"-15,3-4-101 0,1-2-211 0,0-4-409 16,5-2-232-16,-1-6-148 0,7 0-79 16,-1-5-44-16,1-1-54 0,3-6-52 0,0 0-33 15,4-1-18-15,-2-3-10 0,2-1-5 16,1 1-5-16,-3 0-6 0,1 4-3 0,-4 3-3 15,1 4-1-15,-1 2 3 0,-3 5 7 0,0 3 7 16,-3 5 5-16,-1 6 7 0,-1 1 5 16,-2 7 0-16,-1 3-2 0,1 4-1 0,-3 1 1 15,0 4 0-15,-3 1 1 0,1 1 0 0,2 1-3 16,2 0-3-16,1-1-6 0,-2-1-6 16,4-3-5-16,0-3-5 0,3-4-4 0,2-8-2 15,4-4 0-15,0-6-1 0,3-5-2 0,-1-7 1 16,3-4-2-16,1-6 1 0,0-2-2 15,-1-4 1-15,1-1 1 0,-2 2 2 0,0-1 0 16,-2 2 0-16,-2 6 2 0,-1 1-1 0,0 6 0 16,-4 2-1-16,-1 2 1 0,0 5 2 15,0 5 6-15,-2 3 4 0,1 4 4 0,-2 4 6 16,-2 6 4-16,0 2 4 0,1 3-1 0,-1 3-22 16,-1 3-8-16,1 0 0 0,1 1 0 15,0-2 0-15,4-3 0 0,0-2 0 0,0-2 0 16,2-5 0-16,0-3 0 0,0-3 0 0,-2-2 0 15,0-1 0-15,0-2 0 0,-4 0 0 16,0-2 0-16,-4 3-16 0,-2-3-132 0,-3 5-163 16,-2-2-264-16,-1 1-342 0,0 0-438 15,-1 1-480-15,-3-1 7 0,3 0 871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10-11T08:28:00.9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1326 2314 21 0,'-13'15'336'0,"1"0"255"0,2-2 288 16,2-1 176-16,1-1-273 0,2-2-182 15,0-3-95-15,2-1-78 0,0-1-74 0,3-4-59 16,0 0-33-16,0 0-4 0,0 0-13 0,0 0-22 16,4-2-37-16,3-4-32 0,2 1-39 0,-1-4-34 15,2-2-24-15,-2-1-9 0,1-1-4 0,0-2-12 16,0-2-5-16,1-1 2 0,0-3 2 0,1-2-4 16,3-1-5-16,-1-1 4 0,4-2-2 0,-1-1-6 15,0-1-4-15,0 2-3 0,1-1-2 0,1 2-1 16,-3 1-1-16,1 1 0 0,1 1-1 0,-2 1-1 15,-1 2 1-15,-1 1 0 0,2 2-2 0,-5 0-1 16,2 4 1-16,-2 1 0 0,0 2-1 0,-2-1-2 0,-1 5 2 16,0-1-2-16,-1 1 1 0,-3 1-1 15,2 2 0-15,-3 0 0 0,2 0 2 0,-1 2 3 0,-1-1 2 16,1 1 3-16,-1 1 2 0,-1 0 1 0,1 0 2 16,-1 0 0-16,1 1 0 0,1 2 0 0,-1 1 2 15,3 2 1-15,-1 4 0 0,-1 2-1 0,0 2-1 16,-1 1 0-16,0 5-2 0,-1 3-1 0,-1 2-2 15,-3 0 0-15,1 4 0 0,1 1-1 0,-2 0-1 16,-2 2-1-16,2 1-1 0,-2-1-1 0,2 0-2 16,0 0-1-16,-2-2 0 0,2-2-2 0,0-3 0 0,-2 1 0 15,2-2-1-15,0-3 1 0,1 0-1 0,1-1-1 16,-1-1 1-16,-1-2-1 0,1 0 0 0,2-1 0 16,-1-1 1-16,-1-2-2 0,2 1 1 0,0-2-1 15,0-3 0-15,0 1-4 0,-2-2-6 0,1-1-11 16,-1-1-16-16,-1 0-20 0,3 0-38 0,0-1-68 15,2-1-85-15,-2-2-144 0,-2-1-223 0,2-1-312 16,0 0-338-16,3 0-223 0,-1-3 6 0,3 2 548 0</inkml:trace>
  <inkml:trace contextRef="#ctx0" brushRef="#br0" timeOffset="251.17">2011 2584 119 0,'3'4'803'15,"-1"0"614"-15,0-1 110 0,0 1-198 0,-2-2-418 16,0-1-368-16,0-1-190 0,-2 0-125 0,2 0-76 0,0-1-63 16,-2-1-38-16,0-1-25 0,2-1-13 0,0 0-7 15,0-2-4-15,0 1-2 0,0-1-2 0,2-2-1 16,0 1-1-16,0-3-1 0,0 3-9 0,1 0-26 15,2-1-72-15,-2 3-73 0,2-3-148 0,-2 1-271 16,3 2-318-16,0-3-352 0,2 4-217 0,0-2 11 16,3 0 616-16</inkml:trace>
  <inkml:trace contextRef="#ctx0" brushRef="#br0" timeOffset="1033.46">3293 1876 246 0,'0'-6'608'16,"2"0"291"-16,-1 3 121 0,-1 0-175 15,0 2-284-15,2-1-145 0,-2 2-103 0,0 2-57 0,1 2-25 16,1 2 19-16,0 4 26 0,1 2 6 0,3 2-11 16,-3 3-16-16,2 1-32 0,-2 1-56 0,0 2-52 15,-1 0-38-15,1 1-21 0,-1 1-15 0,-1 0-12 16,-1-1-5-16,0 1-5 0,0-1-4 0,0 2-2 16,-1 0-2-16,-1 1-2 0,-1-2 0 15,1 3-2-15,-1-3-1 0,1 5-1 0,-1-2-1 16,0 2-1-16,-3 0-1 0,3-1 1 0,0-1-2 15,1-1-1-15,0-3-2 0,1-2-1 0,1-3-3 16,0-4-9-16,1-1-17 0,3-5-42 0,-1-2-62 16,3-5-67-16,-3-5-104 0,3-3-156 0,-1-4-222 15,0-5-276-15,1-1-224 0,2-2-158 0,-2 0 148 16,1-1 486-16</inkml:trace>
  <inkml:trace contextRef="#ctx0" brushRef="#br0" timeOffset="1766.24">3590 1974 299 0,'3'-5'630'15,"-3"-4"253"-15,2 3 133 0,-2 2-188 0,1-1-254 16,-1-1-144-16,2 3-74 0,-2-1-8 0,0 2-8 15,2 0-22-15,-2 1-14 0,0 0-24 0,0-1-28 16,0 1-45-16,0 1-48 0,0-2-42 0,0 2-33 16,0 0-19-16,0 2-16 0,0-2-12 0,0 1-9 15,1-1-9-15,-1 3-5 0,0 2-6 0,0 1-3 16,0 4-2-16,0 5-1 0,0 4-1 0,0 1-1 16,2 4 0-16,1 3 1 0,-1 2-3 0,-1-1 2 15,3 1 4-15,0-1 4 0,2-1-3 0,-1-2-3 16,0-5 0-16,0 1-1 0,0-6-1 0,2 0 0 15,-4-4 5-15,2-2 2 0,-2-2 2 0,0-1 0 16,2-2-4-16,-3-2-1 0,1-2-2 0,-1-2 0 16,1-2 0-16,1-2-1 0,-2-1 1 0,-1-2-1 15,-1-2-3-15,0-1-4 0,0 0 0 16,-1-2-2-16,-1 0 0 0,-4-1-1 0,3-3 4 16,-3-2 3-16,-1-1 1 0,-1-4 1 0,-1-2-1 0,1-2 1 15,0-1-1-15,-3-2 1 0,5 3-1 16,-2-1 1-16,3 3-1 0,0 1 1 0,-1 5-2 15,3 2 2-15,0 3-1 0,1 7-1 0,2-1 1 16,-1 3-2-16,2 1 0 0,-1 6 0 0,3 0 1 16,2 0-1-16,1 6 2 0,2 1 1 0,0 3 0 15,3 1 1-15,-1 1-1 0,1 3 0 0,1-1 0 16,1 3 0-16,0-2-1 0,-1 1 1 0,3-2-1 16,-1 2 1-16,-1-4 0 0,2 1 1 0,-4-1-1 15,2-2 5-15,0 1-2 0,-2-2-1 0,0-1-1 16,-2-2 1-16,-2 0 0 0,-1-3-5 15,2 0 2-15,-4 0 3 0,1-3 4 0,0 0 8 16,-2-3 3-16,2-3 2 0,-2-2 1 0,3-4 0 16,-4-2-5-16,3-3-5 0,-4-3-5 0,1-1 0 15,-2-4-2-15,0-2-2 0,-2-1 1 16,-1 0-2-16,0 0 1 0,0 1 4 0,-3 3 2 16,4 3 1-16,-1 4 1 0,0 0 0 0,1 4-2 15,0 2-4-15,1 4-4 0,-1 3-3 0,2 0-1 16,0 0 0-16,0 3-1 0,2 0-6 0,1 2-10 15,2 0-13-15,0 1-20 0,4-2-49 0,-3 2-70 16,4-1-62-16,-2-1-102 0,4-1-161 0,-2-1-263 16,4 2-257-16,-1 0-209 0,2 0-155 0,0 2 214 15,2-1 534-15</inkml:trace>
  <inkml:trace contextRef="#ctx0" brushRef="#br0" timeOffset="1977.04">4150 1761 45 0,'9'16'346'0,"1"3"252"0,-1 1 240 0,1 2 73 15,-2 0-160-15,1 3-152 0,1 3-87 0,-4 0-55 16,2 2-42-16,0 4-88 0,-4 0-80 0,3 0-55 16,-2 0-46-16,0 1-47 0,-2-4-48 15,3-1-27-15,-2-3-17 0,1-1-3 0,-1-4-9 16,0-1-12-16,-2-4-26 0,1-1-29 0,-1-4-25 16,-1-2-53-16,-1-1-105 0,-1-3-167 0,-1-5-273 15,-1-1-245-15,1-3-243 0,-1-5-82 16,0-1 321-16,-2-3 494 0</inkml:trace>
  <inkml:trace contextRef="#ctx0" brushRef="#br0" timeOffset="2441.76">3878 1907 281 0,'3'2'687'0,"-1"2"265"0,1-3 107 15,2-1-107-15,2 0-353 0,1 0-180 0,0-1-70 16,4-3-43-16,0 2-63 0,4-3-60 15,1-1-13-15,2-1-23 0,0 0-26 0,3-2-18 16,0 0-7-16,1-2-20 0,0 2-36 0,1-2-16 16,1 2-12-16,-4-2-9 0,1 4-10 0,0-1-43 15,-3 4-52-15,0-2-126 0,-2 4-249 0,-1 1-285 16,0 1-320-16,0 1-270 0,-2 4-98 16,-1-1 479-16</inkml:trace>
  <inkml:trace contextRef="#ctx0" brushRef="#br0" timeOffset="3015.68">4491 1899 289 0,'0'10'538'0,"2"1"251"0,0 4 169 0,1 0-198 16,-2 4-167-16,3 4-94 0,-1 1-78 16,0 4-84-16,1-2-86 0,-2 4-85 0,3 2-63 15,-2-1-38-15,0 0-23 0,-1-4-8 0,1 2-7 16,0-5-5-16,0-3-2 0,-1-3-4 0,1-2-2 16,0-4-3-16,-1-3 8 0,-1 0 18 15,-1-3 12-15,2-2 11 0,-2-3 0 0,0-4-2 16,-2-5-12-16,2-1-17 0,0-4-11 0,-1-3-7 15,1-1-6-15,-2-5 5 0,2 0-4 0,-3-3 1 16,3-3-3-16,-1-2-1 0,1 1 5 0,1-5-3 16,2 3-2-16,0-2 2 0,0 2-3 15,2 0-2-15,0 0-2 0,3 4-5 0,0 2 2 16,-2 2-5-16,4 2 1 0,-2 4-1 0,2 0 1 16,0 3 0-16,1 2 4 0,0 2 6 0,0 4 0 15,-1-1 4-15,2 6 1 0,1 1 2 0,-2 0 0 16,2 5 0-16,-4-1 2 0,4 5 18 15,-4 0 40-15,1 1 31 0,-2 6 26 0,-2 0 11 16,-3 2 7-16,-1 1-12 0,-2 5-22 0,-2 1-19 16,-3 0-17-16,-1 4-11 0,-3-1-9 0,1 2-9 15,-2-1-9-15,1 0-7 0,-2 1-5 0,1-5-3 16,1 0-6-16,1-2-2 0,0-2-4 16,3-3-2-16,0-2-1 0,1-2-3 0,1-2-1 15,1-3-1-15,2 0-3 0,0-3-1 0,2 0-1 16,1-3-4-16,3-2-8 0,0-1-19 0,4-4-39 15,0-2-68-15,2-2-61 0,1-2-74 0,1-5-111 16,0 0-149-16,3-2-164 0,0-2-208 16,1 0-218-16,3-1-125 0,-2-1 161 0,3-1 435 15</inkml:trace>
  <inkml:trace contextRef="#ctx0" brushRef="#br0" timeOffset="3300.42">5028 2017 192 0,'10'3'504'0,"-2"4"310"15,-1 4 216-15,-2 4-104 0,-2 3-195 0,0 6-161 16,1 2-101-16,-2 5-44 0,1 2-74 0,0 1-72 15,1-1-50-15,0-1-39 0,1-2-42 0,0-5-57 16,3-1-41-16,0-7-24 0,3-3-12 16,4-6-6-16,0-3-8 0,2-6-2 0,2-7-3 15,3-2 2-15,0-7 0 0,0-4 1 0,-1-4 1 16,1-4 4-16,0-1 2 0,-4-3 0 0,2 2 11 16,-5-2 21-16,-3 0 12 0,-2 1 6 15,-5-1 2-15,-2 1 4 0,-5 0-12 0,-1 0-19 16,-2 1-11-16,-3 1-6 0,-3 4-2 0,-2 2-5 15,-1 5 1-15,-5 2-1 0,0 8-1 0,0 3-2 16,-3 5-3-16,0 3-1 0,3 5-2 0,-2 4-4 16,3 2-13-16,0 2-41 0,4 1-68 0,1 4-86 15,2-1-145-15,2 4-226 0,6-1-314 16,3 2-301-16,3-1-206 0,8 1 38 0,5-2 502 16</inkml:trace>
  <inkml:trace contextRef="#ctx0" brushRef="#br0" timeOffset="4332.27">8844 2241 104 0,'-3'7'674'0,"3"1"454"0,0-2 123 0,0-2-133 15,0-1-388-15,0-1-290 0,0-2-75 16,3 0-27-16,-1-5-28 0,3-3-24 0,2-2-25 15,0-5-51-15,1-3-63 0,1-3-47 0,5-6-30 16,-2-1-15-16,3-4-13 0,1-2-6 0,1-1-6 16,-1 0-5-16,2 1-1 0,-2 0-2 0,1 2 2 15,-3 5-2-15,0 2-1 0,-1 2-3 16,-2 3-1-16,-3 6-2 0,0 2-4 0,-3 1-2 16,-2 5-1-16,1 0-1 0,-1 4 1 0,1 2 0 0,-1 4 1 15,0 4 0-15,2 3 0 0,-2 5-1 16,0 4 0-16,2 4-1 0,-4 3-2 0,2 2-1 15,-1 3 0-15,0 3-1 0,-1 0 3 0,-1-1 2 16,0 3 0-16,0-4 0 0,0 3-2 0,0-4 1 16,0 0-4-16,0-4-1 0,0-1-2 15,0-5 0-15,0 1 0 0,0-5-2 0,2-3-1 16,-2-1-6-16,0-2-9 0,2-3-17 0,-2-2-23 16,0-2-52-16,0-1-77 0,-2-2-110 0,2-1-190 15,0-1-297-15,0-1-340 0,0-2-305 16,3 0-153-16,0 0 317 0,2 0 689 0</inkml:trace>
  <inkml:trace contextRef="#ctx0" brushRef="#br0" timeOffset="4750.02">9652 2702 102 0,'2'-2'676'0,"2"-3"458"16,-4-5 129-16,0-4-89 0,3-4-293 0,-3-3-265 16,2-1-159-16,1-6-93 0,-1-4-60 15,1-4-62-15,2-2-80 0,-2-4-61 0,2-1-35 16,4-4-15-16,-2-1-11 0,-1 0-7 0,4-1-8 16,-1 2-1-16,0 2 1 0,-1 5-4 0,2 2-3 15,-1 4 0-15,-2 5-2 0,-3 5-4 0,1 6-3 16,1 1-3-16,-3 6-1 0,1 4-1 15,-1 3 1-15,0 4 0 0,2 4 2 0,0 6 1 16,-1 2 0-16,2 5-1 0,-1 3-2 0,0 3-1 16,0 4-1-16,1 1-2 0,0 3 0 0,-1 1-1 15,0 0 0-15,1 4 0 0,-2 1 1 0,0-4 0 16,1 3 0-16,-2-3 1 0,0 0 0 16,0-3-1-16,2-1 0 0,-2-3-1 0,2-2-1 0,-2-4-2 15,3-2 1-15,-1 0-2 0,0-5-4 16,-2-3-9-16,0 0-15 0,-1-2-25 0,0-4-58 15,-1 1-74-15,-2-4-101 0,-3-2-163 0,1-1-281 16,0-2-324-16,-2-1-267 0,-1-1-169 0,-3-1 198 16,-1 0 610-16</inkml:trace>
  <inkml:trace contextRef="#ctx0" brushRef="#br0" timeOffset="4969.46">9663 2359 107 0,'-2'11'704'15,"-1"-1"456"-15,3-1 94 0,-1-2-149 0,2-1-367 16,2 2-307-16,2-2-101 0,0-1-25 16,3-2-16-16,3-2-21 0,0-1-25 0,2-1-49 0,3-4-58 15,2-1-51-15,0-1-30 0,4-4-18 16,0 1-16-16,2-1-9 0,0 0-5 0,1-2-5 16,0 2-3-16,0 4-3 0,-2 0-28 0,0 1-69 15,1 1-70-15,-5 4-127 0,0 1-214 0,-3-2-319 16,-2 2-332-16,-3 2-235 0,2-4-82 15,-4 2 441-15,1-3 609 0</inkml:trace>
  <inkml:trace contextRef="#ctx0" brushRef="#br0" timeOffset="5415.35">10164 1871 211 0,'-1'-11'759'0,"-4"-1"415"16,2 0 67-16,0 1-180 0,1 2-323 15,-1 1-210-15,3 2-122 0,0 2-77 0,0 0-56 16,3 1-49-16,-3 0-58 0,3 1-54 0,-1 2-32 16,1 2-17-16,0 1 1 0,2 2 2 0,0 5 2 15,0 3 2-15,-1 4-2 0,-1 5-3 16,-3 3 0-16,0 6-2 0,0 0-7 0,-3 6-6 16,-1-3-7-16,1 2-7 0,1-2-10 0,0-1-9 15,1-1-6-15,1-4-5 0,1-2-2 0,3-4-2 16,0-3-2-16,2-3 1 0,2-3-1 0,2-2 1 15,1-5-1-15,0-4 0 0,2-2 0 0,2-6 1 16,-2-4-1-16,4-2 1 0,-2-2 0 0,0-3 1 16,1-1-1-16,0 0 0 0,-2 0 0 0,0 0-1 15,-1 1 1-15,0 3-1 0,-4-2 0 16,1 6 0-16,-4 0 0 0,3 5-1 0,-4 0 0 16,0 4 1-16,0 1 0 0,-2 3 0 0,0 4 0 15,-1 2 1-15,-2 6-1 0,0 0 0 16,-2 3-1-16,-1 1 1 0,2 4-2 0,-3 2 2 15,3 0-1-15,-1 0 1 0,-1 1 0 0,3-1 0 16,0 1-1-16,0 2-1 0,0-2-9 0,0 1-15 16,3 0-26-16,-1-2-65 0,-2 0-87 0,0 3-173 15,-2-3-280-15,2 2-343 0,-1 3-410 16,-1 0-275-16,0-3 87 0,-1 3 776 0</inkml:trace>
  <inkml:trace contextRef="#ctx0" brushRef="#br0" timeOffset="6041.33">8572 2944 321 0,'-11'2'910'0,"0"-2"332"0,0 0-31 16,3 2-183-16,3-2-523 0,2 0-227 0,5 0-83 15,1 0-9-15,7 0-2 0,3 0 53 16,7-2 24-16,7 2 3 0,6 0-37 0,9 0-39 15,8 0-17-15,6 0-37 0,9-2-21 0,11 2-17 16,5-5-7-16,7 3-9 0,4-3-15 0,3 0-14 16,3-1-10-16,4 2-6 0,0 0-6 15,-1-2-7-15,0 1-3 0,0 1-10 0,-6 0-9 16,-3-1 0-16,-4 0 0 0,-7 0 0 0,-5 3 0 16,-6 1 0-16,-7-2 0 0,-3 3 0 0,-6 0 0 15,-7 0 0-15,-1 0 0 0,-8 0 0 0,-5 0 0 16,-3 0 0-16,-5 0 0 0,-3 0 0 0,-5-2 0 15,-2 2 0-15,-4 0 0 0,-3 0 0 16,-2 0-11-16,-1 0-26 0,-3 2-28 0,-4 1-74 16,-1-2-92-16,-5 1-191 0,0 1-288 0,-3 1-355 15,0-1-422-15,0 2-220 0,0-3 199 16,-3 1 826-16</inkml:trace>
  <inkml:trace contextRef="#ctx0" brushRef="#br0" timeOffset="8364.69">4049 4738 229 0,'-3'-4'773'0,"-2"2"374"0,-3 1 68 15,1 1-139-15,-2 1-485 0,0 2-230 0,-1 2-94 16,2 3-48-16,-3 5-41 0,3 5 2 15,-1 4 13-15,-1 5-7 0,2 5-28 0,2 2-21 16,1 6-11-16,2-1-30 0,1 4-34 0,0-3-23 16,4 1-14-16,0-7-11 0,4-2-9 15,-1-5-4-15,3-6-1 0,1-4 3 0,1-6-1 16,3-5 2-16,1-8 3 0,0-5 5 16,2-9-7-16,2-7-6 0,-1-7-1 0,-1-6-3 15,1-4-2-15,-1-5-4 0,1-2 6 16,0-2 8-16,-2-3 6 0,-2 2 2 0,-1 0 2 15,-2 0 2-15,-4 5 3 0,0-1-5 0,-3 3-2 16,-1 4 0-16,-1 6 5 0,-1 2 8 0,0 9 5 16,0 3 3-16,-1 6 1 0,1 3-1 15,-2 7-8-15,-1 7-8 0,-1 7-1 0,1 8-3 16,1 6-6-16,0 4-2 0,2 6-1 0,0 5-1 16,2 3-5-16,1 5-1 0,3 1 3 15,-1 4 1-15,0 0 0 0,1-4 0 0,2-3-1 16,1-2-1-16,1-8-2 0,0-5 7 0,2-6 2 15,1-6 1-15,-2-5 3 0,3-5 1 16,-1-7 0-16,2-7-10 0,0-3-5 0,0-7-4 16,-2-5-1-16,1-1 2 0,-3-7 4 15,1 0 5-15,-2-2 5 0,0 0 1 0,-2 2 1 16,-3 1-4-16,2 2-3 0,-2 2-1 0,-1 5-1 16,-1 3 0-16,0 3 1 0,-1 5-1 0,-1 3 0 15,1 2 1-15,1 6 0 0,0 5-4 16,-2 5-2-16,2 0 4 0,1 6 2 0,-1 3 0 0,2-1 1 15,-2 4 5-15,2 1 2 16,2-2-4-16,0-1-2 0,-1 0-2 0,1-4-1 16,-1-2 0-16,3-3-2 0,-1-3 0 0,0-3 1 15,0-5 0-15,3-4 0 0,-1-4 3 16,-1-5-1-16,4-5 1 0,-2-5 0 0,1-2 0 16,0-1 0-16,-3-3 0 0,2 3 0 15,-3 0-1-15,0-1 0 0,0 4 1 0,0 2 0 16,-4 3 0-16,1 2 0 0,-3 3 0 0,1 3-1 15,0 1-1-15,-3 4 1 0,2 4 0 16,-2 5 1-16,0 6 0 0,-2 1 1 0,1 8 1 16,-4 1-1-16,2 4 1 0,-4 6-1 0,-2 3 0 15,-1 3-2-15,-1 6 1 0,-3 2 1 16,-2 2 1-16,-1 5 2 0,-1 2 0 0,1 0 1 16,-2 1 0-16,3-2-3 0,1-2-1 0,2-3-4 15,3-6-1-15,1-6-3 0,4-6-7 16,2-8-15-16,3-4-48 0,2-9-73 0,1-6-88 15,4-9-158-15,1-4-273 0,4-11-326 0,2-5-305 16,0-5-179-16,3-8 106 0,3-3 599 16</inkml:trace>
  <inkml:trace contextRef="#ctx0" brushRef="#br0" timeOffset="8750.02">5045 4795 218 0,'9'-25'832'16,"-4"2"393"-16,-5 4 52 0,-1 0-65 0,-3 0-386 15,-2 0-284-15,-1 1-140 0,-3-1-80 0,0-4-63 16,-1 3-81-16,-1-1-68 0,0-2-35 0,-2-1-20 16,3 2-9-16,-2 1-3 0,2 2-4 15,2 0-3-15,-1 2-6 0,3 3 1 0,0 1-3 16,1 1-1-16,1 4-1 0,0 1-1 16,3 2 0-16,1 2-5 0,-1 0-2 0,-2 2-4 15,4 1-5-15,-3 4-3 0,3 0-3 16,-2 7-2-16,2 1-2 0,2 7 0 0,-1 1-1 15,4 5-1-15,-2 5 3 0,2 1 1 0,0 3 1 16,1 3 1-16,2 5 2 0,1-1-1 0,1 3 0 16,-2 2-1-16,4-1-1 0,-2 4-2 15,0-5-1-15,2 1 0 0,-1 2-2 0,2-4 0 16,-1 1-1-16,1-3-2 0,-2 1 1 16,0-4 0-16,-3-3 1 0,1-2 0 0,-1-6-2 15,-3-3-4-15,0-5-7 0,-2-2-10 0,-3-5-17 16,0-3-33-16,0-4-69 0,-3-4-66 0,-3-4-106 15,-1-3-169-15,-4-3-297 0,0-4-306 16,0 0-224-16,-5-4-154 0,0-2 263 0,-1-2 581 16</inkml:trace>
  <inkml:trace contextRef="#ctx0" brushRef="#br0" timeOffset="9204.76">4913 4960 140 0,'4'5'748'0,"-1"1"431"15,-2 0 67-15,3-2-148 0,-1 1-410 16,0-1-346-16,2 1-166 0,1-1-74 0,3 0-40 16,1 0-26-16,0-1-16 0,2 0-9 15,1 0-6-15,1-2-3 0,2 0-4 0,1-1 1 16,-1 0-3-16,3-1 2 0,1-2-5 16,-2-1-26-16,1-1-69 0,-3-1-96 0,1-1-103 15,-4-4-106-15,1 1-104 0,0-1-61 0,-4-1 34 16,1-1 110-16,-2 0 142 0,1 0 146 15,-3-2 133-15,0 2 109 0,-1 2 110 0,-1 4 90 16,-2-1 65-16,3 6 61 0,-4-2 20 0,1 4-23 16,2 4-59-16,-2 2-54 0,2 2-48 0,0 4-51 15,0 5-34-15,1 1-11 0,0 3-9 16,-1 0-4-16,1 0-11 0,-1 1-21 0,3-1-22 16,-4 0-28-16,3-3-18 0,-2 1-20 15,0-6-16-15,-1 0-5 0,1-4-4 16,-2-1 26-16,0-3 18 0,0-3 15 0,-1-2 9 15,1-5 2-15,0-1-2 0,-1-4-23 0,1-4-17 16,0-1-13-16,2-2-12 0,-2-3-6 0,0-1-4 16,0 0-1-16,2-1-4 0,0 1-4 15,0 0-11-15,2 0-40 0,-2-1-73 0,3 5-62 16,0-3-93-16,3 1-157 0,0 2-240 16,2 1-278-16,1 1-202 0,2 1-180 0,3 1 103 15,1 3 487-15</inkml:trace>
  <inkml:trace contextRef="#ctx0" brushRef="#br0" timeOffset="9734.21">5824 4723 309 0,'4'9'1035'16,"-6"1"499"-16,0 2 5 0,-2 4-274 15,-3-2-514-15,-2 0-272 0,1 3-159 0,0-1-106 16,0 2-82-16,-1 0-46 0,1 0-27 16,0 1-16-16,1-1-12 0,0-2-8 0,2-1-7 15,0-5-6-15,3-1-3 0,1-2-4 16,1-2-3-16,1 0-1 0,3-2 0 0,2-3 1 0,3-3-1 15,-1-2 1-15,4-1-1 0,1-3 1 16,0 0-2-16,3-1 0 0,0 1-1 0,1 0 1 16,-1 0-2-16,1 3 1 0,-2 0 0 15,2 4-1-15,-3 2 1 0,2 2 0 0,-3 7 1 16,-1-1 0-16,-4 3 2 0,0 4 0 16,-1 0 0-16,-1 2 0 0,-3 2 0 0,0-1 0 15,0-1 0-15,-1-3-6 0,1-1-7 0,-3-4-11 16,3-3-12-16,-1-3-19 0,1-3-36 15,-1-6-48-15,-1-5-51 0,1-3-45 0,1-4-32 16,0-2-15-16,-2-6 14 0,1-1 56 0,1-4 68 16,-3-3 49-16,2-1 28 0,-2-6 17 0,3-2 17 15,0-2 12-15,-1-3 10 0,1 1 9 16,0-1 7-16,3 0 14 0,-2 3 7 0,-1 4 9 16,0 2 10-16,0 7 32 0,-1 3 56 15,-1 8 66-15,1 3 46 0,0 3 19 0,-1 6-11 16,-1 3-29-16,0 4-46 0,-1 6-50 15,-1 2-40-15,2 5-27 0,-2 6-15 0,2 2-10 16,-1 5-5-16,1 4-5 0,0 2-4 0,0 2-3 16,0 4 0-16,1 3-3 0,1 2-4 15,1 1-2-15,2 2-2 0,-1 0-4 0,3-3-2 16,-1 0-2-16,2-4-2 0,-1-2 0 16,2-6-2-16,-1-1 0 0,2-4 0 0,-1-6-5 15,0-3-8-15,-1-2-17 0,2-5-37 0,-1-2-73 16,1-5-74-16,-1-3-110 0,0-5-170 15,1-2-252-15,0-5-299 0,2 0-200 0,1-1-145 16,-1-3 214-16,3 0 523 0</inkml:trace>
  <inkml:trace contextRef="#ctx0" brushRef="#br0" timeOffset="9968.08">6449 4770 14 0,'6'2'486'0,"-3"0"457"15,0 0 261-15,-1 0-40 0,0 0-334 0,-1 0-212 16,-1 1-111-16,2 0-73 0,-2-2-58 15,0 2-48-15,-2 0-48 0,2 2-79 0,-3-1-68 16,1 3-44-16,-1 1-27 0,0 1-17 0,-1 2-12 16,0-1-8-16,1 2-7 0,-2 0-6 15,2 0-5-15,0 4-2 0,1-6-2 0,-1 3-3 16,3 1-3-16,0-5-1 0,2 0-2 16,-1-2-6-16,4-3-13 0,0 1-30 0,1-4-62 15,2-1-69-15,0-1-109 0,0-2-181 0,0 1-305 16,3 1-316-16,0 0-247 0,3-1-152 0,2 0 266 15,3 0 631-15</inkml:trace>
  <inkml:trace contextRef="#ctx0" brushRef="#br0" timeOffset="10203.64">6926 4717 137 0,'-3'0'905'0,"1"3"664"0,-1 0 31 16,2 2-294-16,-4-1-451 0,2 0-344 15,0 2-205-15,0 3-122 0,1-1-72 0,-1 3-43 16,1 1-27-16,2-1-17 0,2 5-13 0,-2 1-4 16,3 2-5-16,0 2-2 0,-1 4-4 15,3 4-10-15,1 4-23 0,-2 0-55 0,3 4-73 16,-2-1-96-16,1-3-174 0,3 2-296 16,-1-3-324-16,0-3-276 0,5 0-159 0,-2-5 208 15,0-2 635-15</inkml:trace>
  <inkml:trace contextRef="#ctx0" brushRef="#br0" timeOffset="10348.29">7078 5428 131 0,'0'14'423'0,"-2"-2"219"0,1 2 139 0,-1 2-159 15,-1 0-223-15,0 1-172 0,0-2-100 16,0 1-56-16,1-3-35 0,1 1-19 16,-1-3-29-16,2-2-33 0,0-1-33 0,-2-6-29 15,2 2-35-15,0-6-30 0,0 0-24 16,-1-4-38-16,1-3-103 0,-2-4-161 0,2-4-46 15,0-4 46-15,2-4 119 0</inkml:trace>
  <inkml:trace contextRef="#ctx0" brushRef="#br0" timeOffset="10552.14">7228 4395 467 0,'0'1'985'0,"-3"7"251"16,-1 5-74-16,-1 4-269 0,2 3-422 0,-1 5-226 15,1 2-105-15,0-1-58 0,1 1-29 16,4-1-18-16,0 0-19 0,2-2-16 0,1-2-16 16,4-2-27-16,1-2-66 0,3-4-102 0,2-3-125 15,2-3-132-15,3-2-184 0,3-4-242 16,0-3-121-16,1-2 94 0,1-6 265 16,0-1 282-16</inkml:trace>
  <inkml:trace contextRef="#ctx0" brushRef="#br0" timeOffset="10781.32">7524 4642 117 0,'11'-12'595'0,"-3"2"456"16,-3 1 235-16,-4 1-75 0,-4 3-210 0,-2 4-265 15,-1 1-219-15,-5 4-121 0,0 2-91 16,-2 1-90-16,1 3-77 0,0 2-42 0,-2 5-25 16,5-1-16-16,-2 4-12 0,0 1-10 0,4 0-6 15,-1 1-7-15,2 1-5 0,2-1-5 0,2-1-4 16,0-1-3-16,4-2-2 0,0-5-2 16,4-1 0-16,-2-2 0 0,4-4-1 0,2-2 1 15,2-3-1-15,1-3 2 0,4-3-1 16,-2-1 0-16,4-3 0 0,-2 0 0 0,5 0 0 15,0-1-4-15,0-1-4 0,1 3-11 0,0-3-11 16,4 4-20-16,-2 1-34 0,2 2-65 16,-1 1-66-16,2 1-78 0,2 2-144 0,4 3-214 15,0 0-290-15,2 3-221 0,3-2-192 0,2 2 25 16,4 2 479-16</inkml:trace>
  <inkml:trace contextRef="#ctx0" brushRef="#br0" timeOffset="11157.75">9257 4795 106 0,'-13'2'682'16,"2"-1"453"-16,3-1 126 0,-1 0-138 0,2 0-388 15,4 2-297-15,2-2-104 0,2 3-29 16,2-2-17-16,4 2-23 0,5 0-17 0,1 0-50 0,4-3-53 16,4 2-48-16,1-4-34 0,3 0-19 15,2 0-15-15,0-3-12 0,0 1-7 16,3-3-7-16,0 3-2 0,-3-1 0 0,3-1-2 15,-3 0-1-15,-2 1-5 0,-3-1-37 16,-4 2-79-16,-1-1-97 0,-2-1-178 0,-5 1-295 16,-2-2-347-16,-3-2-349 0,-3-2-157 0,-4 1 227 15,-3-2 681-15</inkml:trace>
  <inkml:trace contextRef="#ctx0" brushRef="#br0" timeOffset="11347.66">9446 4459 497 0,'-9'25'1309'0,"0"-2"333"16,1 4-189-16,0 2-310 0,0 0-515 0,0 3-253 15,3 0-137-15,0 1-88 0,2-2-57 16,0 2-36-16,5-1-22 0,1-1-16 0,2-2-11 16,4-4-5-16,4-1-3 0,3-1-4 0,2-5-19 15,2-2-63-15,2-2-77 0,3-2-166 16,2-5-277-16,1 1-327 0,2-3-392 0,2-1-282 15,1-1 47-15,7 0 735 0</inkml:trace>
  <inkml:trace contextRef="#ctx0" brushRef="#br0" timeOffset="12281.28">11673 4410 389 0,'0'-11'985'0,"-3"2"311"0,-1 1 3 16,1-3-124-16,2 3-460 0,-3 1-217 0,0-1-114 15,1 2-69-15,0 2-66 0,1 0-76 0,0 0-55 16,-1 3-36-16,2 0-22 0,-1 2-18 16,-1 4-14-16,-1 2-11 0,-3 5-9 0,2 6-4 15,-3 6-4-15,0 6-1 0,2 2 0 16,-2 3 0-16,0 2 2 0,3 1 0 0,2-2 2 15,1 0 0-15,2-4 0 0,2-4-1 0,3-4 0 16,3-3-1-16,3-6-1 0,3-4 1 16,3-5 0-16,3-4-1 0,3-7 0 0,2-4 1 15,4-2 0-15,2 0-1 0,-1 0-1 16,2 0 0-16,0 2 0 0,1 3 0 0,0 5-1 16,0 1 0-16,-1 5 1 0,1 3 1 0,-3 4-1 15,0 5 1-15,-3 2 0 0,-3 4 0 0,-3 2 1 16,-1 2 0-16,-3 0 0 0,-2-2 0 15,0 0-1-15,-5-4-1 0,1-3 1 0,-2-5-1 0,-1-1 2 16,-1-4 1-16,-1-5 3 16,-1-3 4-16,1-6 5 0,-3-7 5 0,2-3 5 15,-2-3 4-15,-1-4 3 0,-1-4 0 0,-1 0-3 16,0-5-5-16,-3 1-6 0,0-3-4 16,0-1-4-16,-2-2-3 0,-1-2-1 0,1-3 0 15,-1 3-1-15,-1-4 0 0,3 3 0 16,0-1-2-16,0 2-1 0,4 1-2 0,0 1 0 15,4 1-2-15,0 5 0 0,0 3-1 0,4 0 0 16,2 5-5-16,2 5-9 0,0 2-15 0,0 6-26 16,-1 3-68-16,1 2-90 0,0 7-180 15,-3 2-280-15,3 4-343 0,0 5-412 0,-1-1-247 16,3 3 137-16,1 2 793 0</inkml:trace>
  <inkml:trace contextRef="#ctx0" brushRef="#br0" timeOffset="12938.32">13050 4392 89 0,'-8'-10'586'15,"0"4"460"-15,-1-4 196 0,1 3-63 0,-5 1-347 16,5 1-213-16,0 2-132 0,-3 1-109 15,2 2-66-15,-3 3-57 0,2 4-67 0,-2 3-63 16,1 4-43-16,1 4-21 0,-2 7-11 0,1 6-7 16,2 4 1-16,-1 6 7 0,2 7 2 15,2 5 2-15,1 3-5 0,1 6-4 0,2 1-9 16,4-2-11-16,1-1-8 0,3-4-8 16,5-7-6-16,4-4-3 0,2-8-2 0,3-5 1 15,4-11-2-15,3-6 1 0,3-8 1 0,2-8 1 16,1-8 1-16,0-7 1 0,0-7 1 0,2-7-1 15,-4-4 1-15,-1-7-1 0,-2 0 0 16,-5-3-2-16,-1 0 0 0,-6-1 1 0,-5 3 1 16,-4 0 4-16,-6 2 3 0,-4-1 4 15,-5-1 2-15,-4 2-1 0,-8-2-2 0,0 1-4 0,-4 2-4 16,-1 5-1-16,-1 1-2 0,-1 8 2 16,-1 0-1-16,3 7 1 0,-2 3-1 15,3 8-1-15,-1 3 0 0,4 4-1 0,-2 5-1 16,-1 7-2-16,5 4 0 0,-2 6 0 15,3 3-1-15,0 5-1 0,4 2 1 0,3 1 1 16,1 3-2-16,4 1-3 0,3 1-9 0,3 1-16 16,3 0-25-16,3-2-58 0,-1 1-78 0,3-5-91 15,3-3-134-15,0 1-187 0,4-4-302 16,0-3-257-16,1-1-184 0,1-4-37 0,1-2 378 16,2-4 516-16</inkml:trace>
  <inkml:trace contextRef="#ctx0" brushRef="#br0" timeOffset="13513.77">13626 5011 149 0,'-7'9'769'0,"2"-1"468"0,1-2 72 16,0-2-123-16,1-2-362 0,3-4-284 0,3-1-142 16,2-3-82-16,2-3-54 0,1-2-51 0,4-3-59 15,3-3-55-15,0-2-26 0,1-1-18 16,4-1-13-16,-1 0-9 0,1 0-7 0,0 2-4 16,-2 1-7-16,2 2-6 0,-3 4-3 15,-1 2-2-15,1 2 0 0,-4 4 0 0,0 4-1 16,-4 3 2-16,1 3 1 0,-4 6 0 0,-1 4 1 15,-4 3-1-15,-1 3 9 0,-6 3 5 16,2 5 7-16,-6-2 4 0,0 3 7 0,-4-2 4 16,3-1-3-16,-1 1-7 0,2-4-5 0,0 0-5 15,1-2-8-15,4-3-4 0,1-2-4 16,2-4-3-16,2 0-1 0,3-2-1 0,2-2-1 16,3-3 0-16,1-1 0 0,2-4 0 0,2 2-1 15,0-3-1-15,2-1 1 0,0-1-1 16,0-1 0-16,1 2 0 0,1-2 1 0,-4 1 1 15,3 1-1-15,-3 1 2 0,-2 1-1 16,0 1 1-16,-3 3 0 0,-2 1 0 0,-3 4 1 16,-3 1 2-16,-1 3 0 0,-4 0 1 0,-3 2 0 15,0 0 2-15,-4 3 0 0,-1 1 1 0,-3 0 0 16,-2 3 1-16,1-4-2 0,0 2 0 16,-4-1 0-16,3 0-2 0,0-1 0 0,-1-2-2 15,3-3-1-15,0 0-1 0,4-4-1 16,-1-4-8-16,2-1-14 0,1-2-30 0,0-2-75 15,0-2-105-15,-1 0-220 0,0 0-296 0,1-2-370 16,-1 2-434-16,0 0-184 0,0 3 358 16,0 2 842-16</inkml:trace>
  <inkml:trace contextRef="#ctx0" brushRef="#br0" timeOffset="15671.45">16321 7404 234 0,'-13'10'794'0,"-4"5"378"16,3 2 44-16,0 4-152 0,2 0-478 15,3 4-213-15,3 0-102 0,3 3-65 16,1-3-34-16,5 0-26 0,1-3-27 0,2-3-41 15,6-2-29-15,1-5 15 0,4-4 15 0,1-5 6 16,4-3 5-16,0-11 0 0,3-1-6 0,-1-6-27 16,0-3 4-16,-2-3 4 0,-2-2 6 15,-4 1 5-15,-4 1 5 0,-3 1 5 0,-4 2-19 16,-5 3-10-16,-2 3-10 0,-4 3-5 0,-4 3-9 16,-1 3-9-16,-3 5-6 0,-2 2-4 15,-3 3-7-15,2 6-3 0,0 1-4 0,-3 4 0 16,3 4-2-16,3 0 0 0,-2 2-1 15,5 1-1-15,0-1 1 0,5-1-2 0,2-1 0 16,4 1-3-16,4-2-18 0,2-1-41 0,6-1-77 16,1-3-85-16,4 0-165 0,1-3-298 0,4-2-330 15,3-1-326-15,2 1-180 0,5-2 126 16,3-2 658-16</inkml:trace>
  <inkml:trace contextRef="#ctx0" brushRef="#br0" timeOffset="16148.25">19417 7769 126 0,'-8'-16'655'0,"0"1"434"15,0 3 140-15,-1 2-105 0,3 2-421 0,-1 4-226 16,1 3-92-16,-1 3-41 0,1 4-33 0,-2 3-26 15,0 3-32-15,0 3-47 0,-1 1-54 0,1 4-48 16,0 0-31-16,3-1-22 0,-1 0-18 16,2-3-12-16,0 1-9 0,4-5-5 0,2-1-3 15,1-1-1-15,3-4-1 0,2-2-1 16,3-4 1-16,3-6-1 0,2-3 0 0,3-5-1 16,2-2 1-16,1-3-1 0,-2-3 0 0,0-1 0 15,-2 3 0-15,-2 0 1 0,-5 2-1 16,1 1 1-16,-6 3 0 0,-2 2 0 0,-2 2 0 15,-4 1-3-15,-2 5 1 0,-2 1-2 16,-6 2-4-16,-2 2-14 0,-2 2-48 0,-3-1-77 16,-1 4-128-16,-6-4-250 0,1 1-309 0,-3-3-367 15,-1 0-339-15,-1-4-73 0,-3-3 541 16</inkml:trace>
  <inkml:trace contextRef="#ctx0" brushRef="#br0" timeOffset="16746.83">16939 7361 312 0,'-12'10'882'0,"-6"-2"313"0,6-1-17 0,2-7-163 16,7 0-526-16,6-4-247 0,8-6-118 0,7-4-41 16,9-6-22-16,9-7-14 0,11-3-6 0,10-8-12 15,8-2-1-15,11-7-15 0,9 1-6 16,6-3-2-16,5-1-5 0,5 2 8 0,3 1-5 16,-1 0 3-16,0 3 0 0,1 3 2 15,-2 2-1-15,-3 3-2 0,2 5-16 0,-6 2-75 16,-3 5-127-16,-4 5-224 0,-7 2-281 0,-2 6-270 15,-4 2-217-15,-9 6 57 0,-3 3 415 0</inkml:trace>
  <inkml:trace contextRef="#ctx0" brushRef="#br0" timeOffset="17081">19619 7476 405 0,'-33'24'1020'0,"3"-7"315"0,3-2-92 16,7-4-208-16,5-5-546 0,9-4-226 0,6-6-115 15,8-7-70-15,8-1-32 0,6-8-18 0,8-4-9 16,9-6-10-16,7-3-6 0,5-3-1 16,3-3-1-16,6-3 0 0,2 0-4 0,4 0 3 15,0 2 1-15,1-1-5 0,-4 3-4 16,-1 0-3-16,-6 5-12 0,-5 1-22 0,-3 4-46 16,-10 4-106-16,-8 1-168 0,-7 5-298 0,-8 2-258 15,-8 5-242-15,-8 3-82 0,-12 1 322 16,-4 4 486-16</inkml:trace>
  <inkml:trace contextRef="#ctx0" brushRef="#br0" timeOffset="17331.34">17967 7658 416 0,'-27'28'1017'0,"5"-7"261"0,7-4-81 0,10-5-198 16,11-2-550-16,11-4-234 0,10-6-112 0,11-3-58 16,13-6-24-16,4-3-13 0,14-3-1 15,8-4-1-15,6 0-2 0,11-3 7 0,0-1-9 16,6-4-10-16,4 0 6 0,1 0-4 16,-1-3-29-16,4-1-109 0,-2 0-216 0,-2 0-272 15,-4-1-273-15,-7-1-262 0,-8 1-91 16,-6-1 362-16</inkml:trace>
  <inkml:trace contextRef="#ctx0" brushRef="#br0" timeOffset="17598">19555 6323 363 0,'-10'11'880'0,"1"-6"274"16,6 3-26-16,4 4-189 0,8-1-502 0,6 1-223 16,5 0-106-16,7 0-51 0,6-1-24 15,5 0-15-15,5-3-5 0,6 1-2 0,5 0 3 16,1-2-4-16,4-1-1 0,2 2 1 0,1-2-3 16,1-1-5-16,-3 2-5 0,1-1-41 15,-3 2-100-15,-3-1-162 0,-3 2-293 16,-6-1-255-16,0 2-229 0,-6 1-47 0,-6 1 299 15,0-2 430-15</inkml:trace>
  <inkml:trace contextRef="#ctx0" brushRef="#br0" timeOffset="18014.82">20622 6730 409 0,'-24'24'1039'0,"-1"0"292"0,1 2-88 15,3 1-191-15,4 1-514 0,4-2-220 16,6-1-112-16,5-1-62 0,5-3-34 0,5-1-26 15,3-3-34-15,8-3 28 0,0-1 13 0,6-4 5 16,2-5-1-16,3-4-3 0,0-3-5 0,0-4-40 16,-1-2-20-16,-1-2-8 0,-4-3 13 15,-2 1 5-15,-1-3 8 0,-7-1 7 0,-2 0 2 16,-4 1 1-16,-3-1-12 0,-5 3-7 0,-3-3-8 16,-3 2-6-16,-7 0-5 0,-3 1-4 15,-6 0-4-15,-3-1-3 0,-5 4-2 0,-3-3 0 16,-2 4-2-16,-2-1-1 0,-1 3-2 0,0-2-1 15,-1 2-2-15,3 1-11 0,-1-2-36 16,1 1-71-16,-1 0-77 0,1-3-156 0,2-1-290 16,-3-2-329-16,4-2-335 0,0 0-210 15,-1-4 69-15,1-3 656 0</inkml:trace>
  <inkml:trace contextRef="#ctx0" brushRef="#br0" timeOffset="18400.29">19185 6194 150 0,'-39'19'768'0,"0"3"432"0,1-1 56 0,2 2-146 16,1 1-389-16,3 0-329 0,6-2-158 16,2 2-76-16,6-1-37 0,4-1-33 15,6-2-37-15,3-1-23 0,9-3-14 0,0 0-11 16,6-2-4-16,7-6-5 0,4-2-4 0,3-1 4 15,4-5 6-15,2-3 7 0,0-3-2 0,4-3 7 16,-1-2 3-16,-2-3-5 0,1 0-4 0,-2-1-1 16,-2-1 1-16,-2-1-6 0,-3 2-2 15,-4-2 4-15,-5 4 0 0,-4 0-3 16,-2-2 4-16,-7 5 1 0,-2-1 3 0,-7 3-4 16,-2 0-4-16,-7 2 0 0,0 3-2 0,-7 0 3 15,-3 5-8-15,-3 1 4 0,-5 4 1 0,1 3-5 16,-1 7-3-16,-2 0-28 0,-2 4-21 15,4 3-37-15,2 2-88 0,1 0-128 0,2 3-192 16,3 1-270-16,2 1-252 0,6 3-194 16,0 0 111-16,5 3 405 0</inkml:trace>
  <inkml:trace contextRef="#ctx0" brushRef="#br0" timeOffset="18871.18">19485 8161 56 0,'1'-3'636'0,"1"3"482"0,-4 2 137 15,-1 4-123-15,-3 2-321 0,2 1-315 0,0 7-120 16,1 2-44-16,0 4-31 0,0 5-25 15,-1 4-31-15,0 4-64 0,-4 5-52 0,0 6-39 16,-2 4-22-16,-4 6-20 0,0 1-14 0,-3 6-10 16,-1 1-8-16,-1 3-9 0,-3-1-5 15,3 1 0-15,-3 1-1 0,0 0-2 0,3 0 0 16,-3 0 0-16,0-1-1 0,2 1-6 0,-1-2-8 16,0-4-15-16,2-4-33 0,-2-4-61 15,3-5-60-15,0-2-61 0,-1-7-89 0,3-5-136 16,1-3-152-16,-2-8-211 0,4-7-213 15,-2-6-188-15,1-9 39 0,1-7 385 0,-4-10 425 16</inkml:trace>
  <inkml:trace contextRef="#ctx0" brushRef="#br0" timeOffset="19447.56">16558 7917 33 0,'3'37'596'0,"-3"2"467"0,-4 4 160 0,-4 6-111 16,0 2-322-16,2 9-426 0,-2 0-184 0,-3 3-86 16,1 1-41-16,2 2-19 0,-3 1-8 0,3-1-10 15,-1 2-9-15,-2-2-9 0,3 1-14 16,-2 0-45-16,2-1-57 0,-6 0-96 0,3-2-127 16,-4 1-219-16,0-2-274 0,-2 0-177 15,-1-1-30-15,-1-4 221 0,3-3 352 0</inkml:trace>
  <inkml:trace contextRef="#ctx0" brushRef="#br0" timeOffset="19931.23">16182 9847 82 0,'0'12'548'0,"0"3"359"15,0 0 153-15,-3 2-51 0,2 2-389 16,1 2-312-16,1 1-142 0,2-2-76 0,3 1-37 16,-1-4-25-16,5 1-8 0,1-6-8 0,3-2-3 15,2-7-1-15,3-3-4 0,1-9-3 16,3-2-2-16,0-9 26 0,2-6 21 0,-1-3 16 16,-3-7 29-16,-1-1 19 0,-1-2 12 15,-3 1-16-15,-4-2-14 0,-2 5-9 0,-5-1-13 16,-3 6-7-16,-4 4-11 0,-3 1-4 15,-5 5-7-15,-2 3-4 0,-2 4-12 0,-3 5-10 16,0 2-6-16,-1 7-2 0,2 6-4 0,0 4-4 16,2 3-5-16,3 6 1 0,4 1-2 15,3 5-3-15,5-1-2 0,7 1-14 0,5 4-20 16,4-5-72-16,5 0-140 0,7-4-199 0,4 0-286 16,3-3-260-16,7-1-212 0,6-4 66 15,5-1 440-15</inkml:trace>
  <inkml:trace contextRef="#ctx0" brushRef="#br0" timeOffset="20347.09">18563 9844 524 0,'-12'6'988'0,"0"0"234"0,1-1-79 0,1-3-294 16,3 2-428-16,2-2-188 0,2 0-81 16,3 1-43-16,2-3-17 0,-1 2 55 0,4-2 30 15,2 0 4-15,-1-2-13 0,3 2 11 16,-1-6 9-16,-1 1-47 0,2-1-29 0,-5-1-19 15,3 0-12-15,-2-1-30 0,0-1-24 0,-1 1-10 16,-2 0-8-16,2 2-4 0,-2 1-2 0,-1 0-1 16,1 1-1-16,0 2-1 0,-1 1-3 15,4 1 1-15,0 1 0 0,1 1-2 0,4 1 4 16,1 3-4-16,2-4 3 0,2 1 0 16,4 0-3-16,0 0 2 0,3-1-4 0,2-2-29 15,3 0-65-15,-2-4-57 0,2 1-82 16,3-3-162-16,0-1-296 0,4-1-291 0,-3-2-222 15,2-2-180-15,3-1 143 0,2-4 572 0</inkml:trace>
  <inkml:trace contextRef="#ctx0" brushRef="#br0" timeOffset="20881.2">21095 8369 234 0,'-10'0'810'16,"-6"3"376"-16,2-1 38 0,-5 0-130 15,3 4-421-15,-3 0-216 0,0 1-87 0,0 1-47 0,-3 1-42 16,2 1-45-16,-1 0-58 15,-1 5-49-15,0-2-45 0,3 3-32 0,-3 2-16 16,3 1-10-16,1 5-9 0,4-3-6 0,1 3-4 16,5-1-3-16,2-3 0 0,8-1-3 0,4-6 1 15,5-2 1-15,4-5 0 0,7-6 0 16,4-5-1-16,6-2-2 0,1-6 1 0,4-4-1 16,0-1-1-16,-2-2 0 0,-2 0 0 0,-1-1 1 15,-4 1 0-15,-7 0 0 0,0 4-1 16,-4 1 1-16,-6 2-1 0,-3 1-5 0,-5 4-32 15,-4 0-66-15,-4 3-63 0,-5 1-86 16,-7 4-157-16,-1 5-261 0,-3 0-299 0,-6 2-219 16,-2 4-182-16,-2 1 90 0,-3 1 528 0</inkml:trace>
  <inkml:trace contextRef="#ctx0" brushRef="#br0" timeOffset="21147.63">19431 9805 355 0,'-11'24'959'0,"0"-4"305"0,5-7-56 16,7-8-184-16,7-10-527 0,11-11-249 15,10-11-110-15,7-11-38 0,14-10-25 16,11-9-22-16,7-9-6 0,6-6-8 0,11-6 1 15,7-6-19-15,6-3-7 0,5-1 0 0,-5 4-9 16,-2 3-16-16,-6 2-29 0,-4 8-29 0,-12 3-94 16,-9 7-160-16,-10 7-294 0,-9 7-258 0,-11 9-246 15,-9 4-157-15,-9 7 247 0,-11 7 515 16</inkml:trace>
  <inkml:trace contextRef="#ctx0" brushRef="#br0" timeOffset="21546.83">17189 9328 365 0,'26'12'883'0,"0"-1"303"0,3 4-12 0,4 1-195 16,5 2-496-16,8 0-210 0,3 1-97 15,8-3-70-15,6 0-37 0,8-3-22 0,5-2-22 16,3-3-22-16,3-4-3 0,4-2 2 16,1-4 0-16,-3-2-6 0,3-3-17 0,-1-1-92 15,-4-2-179-15,-7-1-297 0,-5-1-267 16,-7 0-261-16,-8 0-150 0,-9 0 276 0,-10-2 511 16</inkml:trace>
  <inkml:trace contextRef="#ctx0" brushRef="#br0" timeOffset="24878.59">768 12164 70 0,'0'0'261'0,"0"0"141"0,0 0 83 0,0 0-28 15,0 0-61-15,0 0-14 0,0 0 34 16,0 0 67-16,0 0 30 0,0 0-20 0,0 0-38 16,0 0-23-16,0 0-9 0,0 0-37 15,0 0-59-15,0 0-46 0,0 0-35 0,0 0-47 16,0 0-54-16,0 0-47 0,-5 1-18 15,5-1-13-15,0 0-10 0,0 0-11 0,0 0-9 16,0 0-9-16,0 0-8 0,0 0-7 16,0 0-5-16,0 0-3 0,3-6-1 0,4-1-1 15,2-1 0-15,5-2 1 0,-1 3 0 16,4-2 2-16,1 2-1 0,4 1 1 0,0-2 0 16,0 2 1-16,-1 4-1 0,4-2 0 15,-3 3-1-15,-3 1 0 0,2 1-1 16,-2 3 0-16,-5 0 6 0,2 3 4 0,-5 2 4 15,-3 3 4-15,-2 1 2 0,0 6 1 0,-4-1-2 16,-2 2-8-16,-2 5-5 0,-5 0-4 16,0 4-3-16,-1 1-4 0,-3 1-1 0,-3 4 2 15,1-1 1-15,-2 2 3 0,0 0 3 0,-2 0 4 16,1-1-1-16,-1-1 2 0,2-1-1 16,-2-2-1-16,4-2-2 0,-2-2-3 15,2-2-1-15,0-2 0 0,4-3-1 0,1-4 0 16,1-2-1-16,0-3 0 0,2-3-1 15,2 0 0-15,3-2-1 0,0-6-1 0,1 5 1 16,4 1 0-16,0-4 0 0,3 1 1 16,1 0 0-16,1-2 1 0,2-1-1 0,1 0 1 15,1-1 0-15,0 0 0 0,4-4 0 16,-2 1 0-16,1-2-1 0,1-2 0 0,0 1 1 16,-2-2-1-16,2-1-1 0,-4 0 0 15,3 1 0-15,-4 0 3 0,1 0 1 0,-3 1-1 16,0-3-1-16,0 4-10 0,-1 1-18 15,-2 0-30-15,-1 4-76 0,0-2-95 0,-7 4-190 16,3 2-288-16,2 1-344 0,-5 2-414 16,3 1-219-16,-3 1 193 0,2-1 791 0</inkml:trace>
  <inkml:trace contextRef="#ctx0" brushRef="#br0" timeOffset="25329.62">1685 12891 671 0,'-2'4'1654'16,"-7"4"115"-16,3 1-360 0,-1-3-354 0,-1-1-463 15,5 0-274-15,-1-2-123 0,4 0-62 0,0 0-36 16,0-1-27-16,0-1-25 0,1-1-19 0,-1 1-11 16,0-1-7-16,0 0-4 0,0 0-2 0,0 0-2 15,0 0-1-15,0-1 0 0,0 0-2 0,3-1 0 16,-3-2-1-16,3 1-9 0,-3-4-13 0,2 3-22 16,1-3-55-16,2 1-77 0,-2 2-155 0,0-3-268 15,2 3-320-15,1-1-389 0,-3 2-329 0,2-2-24 16,-3 3 712-16</inkml:trace>
  <inkml:trace contextRef="#ctx0" brushRef="#br0" timeOffset="31187.6">5554 12409 45 0,'-1'-1'345'0,"-1"-2"254"15,0 0 259-15,-1-2 72 0,0 2-167 0,1-2-149 16,-3-1-92-16,2 0-27 0,-3-1-18 0,0 3-51 16,1-3-65-16,-3 1-48 0,0-1-46 0,-1 1-62 15,1-1-60-15,-4 1-43 0,0 0-26 16,-2 0-16-16,-3 0-10 0,-1 1-10 0,-1 3-9 15,-3-2-5-15,1 3-5 0,-4 1-2 0,1 3-5 16,-1 0-2-16,-2 4-6 0,2 2-6 16,-2 2-4-16,0 4-3 0,0 2-2 0,-1 2-1 15,4 5 5-15,2 2 2 0,1 3 1 16,3 2 2-16,3 5-2 0,4 1 1 0,5 2 1 16,4 1 4-16,2 1 3 0,5-1 1 0,6 0 0 15,0-3 0-15,8-3 2 0,0-3-5 16,5-2-3-16,1-3-1 0,3-6 0 0,4-4 0 15,0-4-2-15,4-6 0 0,-1-4-1 0,3-7 0 16,3-3 0-16,-3-7 1 0,3-3 1 16,-2-3 3-16,1-5 2 0,-2-3 0 0,-1-3 0 15,-3-1 1-15,-4-1-3 0,-1-2-1 16,-4-1 0-16,-3-1-1 0,-4 2 0 0,-3 1 0 16,-5 2 1-16,-1 3-1 0,-7 0 1 0,-4 5 0 15,-5 0-2-15,-5 0 2 0,-2 4-2 16,-5 2-1-16,-3 2 0 0,-2 2-1 0,0 4-1 15,-4 4 0-15,1 5 1 0,0 2 1 0,-1 2 0 16,-1 5 2-16,3 4 0 0,-1 2 1 16,0 6-3-16,3 0 1 0,2 4-7 0,0 1-6 15,4 2-10-15,1-1-15 0,4-1-28 0,1 0-73 16,5 0-69-16,3-5-135 0,2 1-226 16,4-4-312-16,1-1-344 0,3 0-222 0,5-3-64 15,0 0 511-15,2-4 617 0</inkml:trace>
  <inkml:trace contextRef="#ctx0" brushRef="#br0" timeOffset="32050.29">6268 12906 209 0,'2'3'675'15,"1"0"363"-15,-3 0 107 0,2-2-165 0,-1 1-359 16,1-1-229-16,0-1-136 0,-1 0-62 16,2-3-21-16,2-1 21 0,2-2 22 0,2-3 13 15,-1-4 0-15,2-1-23 0,2-4-18 16,-1-3-45-16,2-1-37 0,1-3-31 0,-1 0-19 15,1-1-11-15,0-1-18 0,-2 5-9 0,-2 2-8 16,0 1-1-16,-1 4 1 0,-3 4 3 16,-2 2 0-16,0 2 1 0,-2 2-1 0,1 4 2 15,-1 1-5-15,-1 5-4 0,1 2-2 16,0 5-1-16,-1 3 0 0,2 1-2 0,-1 4 0 16,-1 1 1-16,2-2-1 0,-1 2-1 0,1-1 0 15,-1-2 0-15,3-2-1 0,-2-1 0 16,3-1 0-16,0-3 0 0,-1-3 0 0,1-2 3 15,1-1-2-15,2-5 3 0,1-2 1 0,-1-3 0 16,1-5 2-16,4-3-8 0,-3 0-2 16,3-3-4-16,-1 1-2 0,-1-1 0 0,0 1-1 15,-1 1 5-15,-2 2 3 0,-3 2 2 0,1 1 1 16,-2 3-1-16,-2 1 0 0,0 1 0 16,0 2-1-16,0 1 0 0,0 1 0 15,-1 3 3-15,1 1-1 0,-1 2 0 0,1 1 1 16,-2 1 1-16,3 2-1 0,-1 1-1 0,0 1 2 15,0-1 6-15,3 1 2 0,-1-1 0 0,0 0 1 16,1 1-2-16,1-1-1 0,0-2-7 0,1-2-7 16,2 1-29-16,1-2-59 0,-2-2-66 15,1-1-73-15,-2-3-127 0,4 0-173 16,-2-3-219-16,2 1-238 0,0-6-209 0,-1 2-114 16,4-3 242-16,-2 1 455 0</inkml:trace>
  <inkml:trace contextRef="#ctx0" brushRef="#br0" timeOffset="32219.17">7038 12789 76 0,'12'12'392'0,"-4"1"280"0,-2 1 239 16,0 1-3-16,-3 0-198 0,0-1-158 16,1 0-112-16,-3 2-95 0,-1-4-83 0,2 1-77 15,-2-3-66-15,0-1-45 0,0-2-32 0,0-1-17 16,0-1-10-16,0-3-11 0,0-2-2 16,0-2-3-16,0-3-12 0,1-3-53 0,-1-3-104 15,-1-4-131-15,1-2-212 0,-2-2-284 16,1-6-258-16,-1 0-100 0,0-6 207 0,-1 0 397 15</inkml:trace>
  <inkml:trace contextRef="#ctx0" brushRef="#br0" timeOffset="32365.03">7013 12347 413 0,'-3'-24'882'0,"-3"5"309"0,3 4-8 16,-2 4-344-16,2 4-305 0,-2 2-213 0,2 4-139 16,-1 4-84-16,3 1-45 0,-1 5-24 0,1 1-12 15,-2 1-4-15,6 2-6 0,-2 0-23 16,1 2-69-16,3 0-111 0,-2 0-150 0,3 2-299 15,1-1-275-15,0 2-225 0,3 3-5 16,0-1 320-16,0 2 417 0</inkml:trace>
  <inkml:trace contextRef="#ctx0" brushRef="#br0" timeOffset="32720.06">7320 12951 391 0,'6'15'939'16,"-1"-3"288"-16,0-3-47 0,-2-5-249 0,2-1-422 15,1-3-230-15,0-3-112 0,2-5-34 16,0-5 5-16,5-4 3 0,-2-2 14 0,3-5 8 16,0-2 12-16,2-2-9 0,-2 0-4 15,-1-1-11-15,1 2-21 0,-2 3-17 0,0 2-20 16,-4 2-18-16,0 5-24 0,-2 3-14 0,0 2-9 16,-3 5-11-16,1-1-6 0,-1 4-2 0,0 2-2 15,2 3-1-15,-2 4-1 0,2 0 0 16,-1 4-1-16,1 1-1 0,0 0-1 0,1 2 0 15,1-2-2-15,0 2 0 0,1 0 1 16,2-3 0-16,-2 2 0 0,4-3 0 0,-2-3-1 16,4-1 0-16,-1 1 0 0,1-7 0 0,3 3-1 15,1-6-2-15,-1 1 0 0,2-3-5 16,-1 2-28-16,1-2-71 0,-1 0-70 0,-5 0-124 16,0 3-222-16,1 0-323 0,-4 2-334 15,-1 3-230-15,-1 0-92 0,-2 3 438 0,-4 3 638 16</inkml:trace>
  <inkml:trace contextRef="#ctx0" brushRef="#br0" timeOffset="33483.01">4038 14002 382 0,'0'18'890'0,"-2"-1"307"0,2-2-7 0,-3-1-276 16,3-2-369-16,-2-1-226 0,2-2-128 0,0-1-73 15,2-2-25-15,1-3 9 0,4 0 26 16,2-3 61-16,0-3 23 0,3-2 13 0,0-3-19 16,4-8-37-16,1 0-29 0,4-7-48 0,3-2-28 15,1-6-20-15,3-1-5 0,1-5-3 16,1 2-9-16,0 0-5 0,-2 2-3 0,-1 3-1 16,-3 0-7-16,-2 5-3 0,-3 5-3 0,-3 2-1 15,-1 3 0-15,-5 5-1 0,0 3 0 16,-1 3 2-16,-3 4 1 0,-1 5 0 0,-2 2 0 15,-3 5 1-15,0 5 1 0,-1 2-1 0,-4 4-5 16,2 2-5-16,-4 4 0 0,0 1-4 16,0 2-1-16,-1 3-2 0,0-1 6 0,1 3 1 15,-1-3 1-15,1-2 1 0,1-2-2 16,4-7 0-16,-1 1-2 0,0-8-4 0,6-1-16 16,-3-5-56-16,5-2-69 0,-2-4-77 0,2-4-141 15,3-3-191-15,0-4-311 0,3-4-257 16,0-2-204-16,3-4-45 0,-1-2 406 0,2-4 506 15</inkml:trace>
  <inkml:trace contextRef="#ctx0" brushRef="#br0" timeOffset="33797.16">4716 13902 73 0,'12'12'471'16,"1"1"340"-16,0 4 252 0,1 3 32 16,-1 0-355-16,-1 3-232 0,1-1-132 0,0 1-96 15,1-1-88-15,-1-2-70 0,2-2-39 16,0-3-24-16,0-5-13 0,1-4 23 0,2-4 21 15,-2-6 5-15,1-1 14 0,0-6 18 0,-1-2 10 16,1-4 0-16,-4-4-10 0,3-3-6 16,-5-2-8-16,2-3-15 0,-3-1-14 0,0-2-18 15,-3 1-11-15,-4 1 0 0,0-1-11 0,-3 5-5 16,-3 0-2-16,-2-1-7 0,-3 5-2 16,-6 1-6-16,0 1-6 0,-4 4-3 0,2 4-7 15,-4 3-3-15,2 5-3 0,-2 5-3 16,1 4-1-16,0 4-1 0,-2 5 1 0,4 6-1 15,-2 0 1-15,0 5 0 0,6 1 0 0,-1 4-5 16,5 1-20-16,1 0-52 0,1 1-68 0,4-1-86 16,0 0-154-16,6-4-270 0,2-2-317 15,3-1-276-15,3-3-192 0,6-5 83 0,1-4 567 16</inkml:trace>
  <inkml:trace contextRef="#ctx0" brushRef="#br0" timeOffset="34876.78">3973 14929 215 0,'3'0'785'0,"-3"0"404"16,2-2 50-16,-2 2-213 0,1 0-389 15,-1 0-285-15,2 0-159 0,1 0-63 0,3 0 14 16,0-3 2-16,6 1-2 0,2-2 46 0,2-1 16 16,4 1-17-16,-1 0-46 0,5 0-24 0,3-1-18 15,0 0-32-15,1 2-19 0,-1 2-9 16,1 0-6-16,-4 1-3 0,2 1 1 0,-3 3-4 16,-1 1-4-16,-3 1 0 0,0 3 2 0,-6 3 4 15,1 0 1-15,-4 3 0 0,-4 3 0 16,-3 1 5-16,0 6 0 0,-7-1-4 0,-3 4-4 15,-1 4-3-15,-3-1-3 0,-1 4-7 16,-3-1-11-16,1 1-4 0,0-1-3 0,-2-1-2 16,3 0-3-16,-2-4-1 0,5-2 4 0,0-3 2 15,1-5-1-15,3-2 0 0,1-4-1 16,2-4-1-16,1-1-1 0,4-5 0 0,1-4-4 16,5-5-7-16,1-4-6 0,1-5-12 0,3-3-27 15,4-3-43-15,-1-1-60 0,3-5-50 16,1 1-46-16,1-2-35 0,3-1-8 0,-1 4 39 15,2 0 76-15,2 0 63 0,-3 6 40 16,2 2 29-16,-1 5 26 0,2 4 12 0,-2 3 10 16,3 7 6-16,-4 3 5 0,3 5 1 0,0 4 12 15,0 1 13-15,0 5 10 0,-1 0 6 16,3 3 3-16,-1 0-2 0,-2 1-10 0,2-2-10 16,1 0-12-16,-1-3-7 0,-1-2-4 0,-2-3 25 15,0-3 11-15,-2-4 31 0,-1-1 44 16,-2-5 56-16,-2-2 43 0,-4-5 10 0,-1-4-3 15,-1-2-26-15,-4-3-31 0,-3-3-37 0,-2-2-32 16,-1-1-22-16,-2-1-12 0,-3 1-8 0,-2 0-7 16,-3-1-8-16,-3 2-6 0,-2-1-9 15,-6 0-6-15,0-1-4 0,-3 1-4 0,0 4-3 16,1 0-3-16,-2 2-1 0,2 4-2 16,-1 4-1-16,3 3-2 0,-3 2-2 0,4 4-5 15,-2 4-11-15,1 3-22 0,0 6-55 16,0 1-71-16,0 3-90 0,-2 4-161 0,1 4-241 15,-2 0-319-15,4 3-270 0,-5 2-185 0,2 0 80 16,2 2 561-16</inkml:trace>
  <inkml:trace contextRef="#ctx0" brushRef="#br0" timeOffset="35349.99">3718 16596 142 0,'3'6'775'16,"-1"0"479"-16,1-2 68 0,-1 1-177 0,-1-4-416 16,1 1-321-16,1-4-119 0,0-1-46 0,3-4-16 15,2-5-24-15,0-5-11 0,4-1-21 0,2-6-47 16,0-4-36-16,3-4-27 0,2-2-12 0,2-5-13 16,1-2-14-16,1 1-2 0,0-2 0 0,-1-1-2 15,0 4-3-15,0 5 1 0,-3 0-2 0,-3 8 1 16,-2 4-7-16,-4 6-3 0,1 1-2 15,-5 4 0-15,1 3-1 0,-4 5 1 0,0 4 2 16,0 5-5-16,-2 5-2 0,-5 4-2 0,2 5-2 16,-1 3 0-16,0 5-3 0,-2 1 6 0,0 5 1 15,0 2 2-15,-2 2 0 0,2 2 0 16,0 0-1-16,0 1 0 0,2-2 0 0,0 0 0 16,1-5 5-16,2-1 1 0,0-4 1 0,2-3-6 15,1-6-23-15,2-2-61 0,-2-2-74 16,1-6-94-16,-1-3-173 0,0 1-293 0,1-6-321 15,-1-4-259-15,-1-2-171 0,-2-7 166 0,0 2 617 16</inkml:trace>
  <inkml:trace contextRef="#ctx0" brushRef="#br0" timeOffset="35647.81">4215 16302 65 0,'14'-12'497'15,"0"3"328"-15,-3 1 173 0,-1 2 93 0,2 0-340 16,0 0-277-16,0 0-137 0,-1 2-74 0,2 1-44 15,-1-1-71-15,1 3-26 0,1 0-16 16,-1 2 21-16,-2 2 47 0,2 2 27 0,-2-1 5 16,1 2-10-16,-4 3-11 0,0 1-27 0,-1 4-39 15,0 3-25-15,-2 1-25 0,-2 2-16 0,-1 4-13 16,-2 1-9-16,-2 1-7 0,1 4-6 0,-1-1-6 16,-1 0 1-16,0 2 0 0,-3-1-1 15,4 1-1-15,-1-5-1 0,1 1 0 0,-1-3-7 16,1-1-3-16,2-5-3 0,2-3-2 0,1 0-2 15,1-5-13-15,0-4-30 0,4-3-66 0,-2-3-61 16,4-6-81-16,-2-3-133 0,4-4-190 16,-2-2-294-16,2-3-218 0,1-3-214 0,0-2-39 15,3-1 383-15,-2-1 512 0</inkml:trace>
  <inkml:trace contextRef="#ctx0" brushRef="#br0" timeOffset="35965.12">4809 16491 241 0,'16'21'586'0,"-3"-2"295"15,2 4 162-15,-2 2-175 0,3-2-236 0,-2 2-164 16,1-1-122-16,2-1-81 0,-3-2-74 0,3 0-73 16,1-6-52-16,-1 2-27 0,0-6-11 15,1-3-7-15,1-2-8 0,1-6-2 0,0-3 3 0,0-4 3 16,-1-4 12-16,3-4 20 0,-3-6 32 0,-1-3 27 16,-1-6 28-16,-3-2 35 15,0 0 22-15,-1-5-9 0,-4 0-24 0,-2 2-18 16,-4 1-24-16,-3 1-29 0,-2 1-22 0,-3 4-12 15,-2-1-6-15,-1 5-8 0,-2 2-6 0,1 2-6 16,-4 4-12-16,2 2-5 0,-3 4-11 0,3 4-6 16,-2 2-6-16,1 2 3 0,0 5-4 0,-2 3-3 15,3 1 3-15,0 2-1 0,0 3-11 0,2 2-26 16,0-1-50-16,2 1-56 0,2-1-58 16,2 1-95-16,1-3-138 0,4 1-186 0,0-1-241 15,1-5-224-15,6 1-196 0,-1-5 80 0,3-3 431 16</inkml:trace>
  <inkml:trace contextRef="#ctx0" brushRef="#br0" timeOffset="37722.87">6398 14234 24 0,'0'10'466'0,"0"-2"412"16,0-1 244-16,2-2-19 0,-1-1-339 0,-1-3-293 15,2 1-172-15,0-2-101 0,-1-2-57 0,2-3-30 16,1-3-22-16,0-2-12 0,4-4 8 15,-2-3 6-15,2-1-1 0,2-2 4 0,2-2-12 16,-2 0-8-16,1 1-16 0,2 0-21 0,-2 2-10 16,1 2-13-16,-4 3-3 0,0 4-4 0,0 2-2 15,0 1 2-15,-2 5 3 0,2 4 6 16,-3 2 3-16,3 3 3 0,-4 6-1 0,1 2 5 16,0 1 24-16,0 4 13 0,-2 1 3 15,0-2 1-15,3 3-4 0,-4 2-5 0,3-4-27 16,-2 1-17-16,2 0-7 0,-2-6-5 15,2 0-2-15,-2-3-2 0,5-2 2 0,-2-2 0 16,0-4-2-16,2-4 4 0,3-2 1 0,-1-8-1 16,1 0 2-16,3-5 2 0,-1-3-1 15,2-2-2-15,-2 0 1 0,3-1-2 0,-2 0 2 16,0 2-4-16,-1 2 0 0,-2 1 0 16,0 4-1-16,-1-1 0 0,-4 4-2 0,3 1 1 15,-4 4 1-15,0 1 1 0,0 3 5 0,-2 1-1 16,2 3 0-16,-2 2 1 0,0 1-2 15,3 4 2-15,-3-1-3 0,2 2-1 0,-3 2-2 16,4 1 0-16,-2-2 0 0,0 0-3 0,4 1-1 16,-2-2 3-16,1 0 0 0,-1-1-3 15,5-1-1-15,-3-1-9 0,3-4-49 0,0-1-48 16,0-3-35-16,2-2-48 0,-1-1-70 0,1-5-82 16,1-2-33-16,1-1-32 0,2-1-49 15,-1 1-18-15,-1 0 35 0,2-2 72 0,0 4 92 16,-3 0 96-16,2 4 79 0,-2-1 59 15,-2 5 73-15,-2 0 63 0,1 3 73 0,0 0 62 16,-3 3 53-16,0-1 35 0,0 3-15 0,-2-1-15 16,1 0-36-16,-3 1-34 0,0 1-40 15,-1-2-33-15,0 0-27 0,-1 1-30 0,-1-2-26 16,-1-1-23-16,0 0-32 0,0-3-90 16,-3-1-149-16,0-1-259 0,0-2-267 0,-1-4-245 15,1-3-159-15,0-5 178 0,1-2 435 0</inkml:trace>
  <inkml:trace contextRef="#ctx0" brushRef="#br0" timeOffset="37882.31">7251 13716 326 0,'-4'-5'870'0,"1"2"312"16,-3 4-13-16,-1 4-215 0,1 0-446 0,-2 3-248 16,4 0-122-16,0 1-63 0,0 2-32 15,2 0-17-15,0 1-12 0,2 1-24 0,2-2-70 16,0 1-90-16,-1-2-124 0,2 0-188 15,2-1-292-15,0 1-232 0,1 1-78 0,2-2 171 16,0 2 353-16</inkml:trace>
  <inkml:trace contextRef="#ctx0" brushRef="#br0" timeOffset="38188.3">7533 14331 213 0,'8'22'813'0,"-3"-3"383"0,0-2 24 15,0-7-161-15,-2-1-452 0,3-5-293 16,2-4-142-16,-2-4-65 0,2-5-23 0,3-1 4 16,0-5 11-16,-1-1 7 0,4-3 3 15,-1-4-3-15,1 2 12 0,-3 0 8 0,0-1-9 16,2 3-12-16,-4 2-10 0,-1 3-4 0,1 2-26 16,-4 1-28-16,0 4-16 0,-2 1-8 15,1 4-5-15,-1-3-4 0,0 5 3 0,3 2 2 16,-1 3-2-16,1 2 0 0,-1 4 1 15,1 1-2-15,2 1-3 0,-2 4-3 0,1 1 0 16,1-2-1-16,-1 4-4 0,3-3-1 0,-2 2-2 16,0 0-39-16,1 1-63 0,-1-4-59 0,0 2-118 15,0-5-188-15,1 0-316 0,-2-1-274 16,1-2-216-16,-2 0-97 0,3 0 365 0,-2-1 547 16</inkml:trace>
  <inkml:trace contextRef="#ctx0" brushRef="#br0" timeOffset="39000.06">6379 15521 152 0,'2'17'679'0,"-2"1"390"0,0-1 94 16,0-4-115-16,2-1-454 0,-1-4-275 0,2-1-134 16,-1-1-63-16,4-4-32 0,0-2-8 15,2-2-1-15,-1-4-5 0,3-1-17 0,0-3-16 16,0-3-5-16,2-2-15 0,1-1-13 0,1-1-1 15,-1 0-1-15,-2 1-4 0,3 1-4 16,-3 2 3-16,2 1-2 0,-4 2-2 0,1 1-3 16,-2 3 4-16,1 4 1 0,1 0-1 0,-2 4 12 15,1 2 13-15,-1 5 3 0,0 2-2 16,0 1 3-16,1 4 43 0,-1 1 14 0,0 1 5 16,0 1-1-16,1-1 2 0,-2 0-6 15,1-2-34-15,-2-3-24 0,3 0-11 0,-2-3-7 16,1-5-4-16,1-2 0 0,1-3 1 15,-1-3-2-15,1-4-2 0,1-2-1 0,-2-5 1 16,4 1-3-16,-2-2-4 0,0-2 1 0,3 1 0 16,-3 0-1-16,3 0 1 0,-2 3-3 0,-1-2 2 15,3 3 0-15,-3 1-1 0,-1 3 1 16,0 2-1-16,0 1 1 0,-2 1 5 0,1 4 3 16,-2 2 1-16,-1 0 0 0,2 5 0 15,0-1 0-15,-2 2-4 0,-1 1 0 0,1 0 1 16,1 2 2-16,0 0 0 0,-2 3-11 0,3-1-42 15,-1-1-42-15,-1 1-74 0,3-4-148 16,-2 1-247-16,1-3-294 0,0-1-244 0,2-1-216 16,-2-5 89-16,2 0 500 0</inkml:trace>
  <inkml:trace contextRef="#ctx0" brushRef="#br0" timeOffset="39173.71">7344 15449 241 0,'6'5'900'0,"-3"4"443"0,-3 2 42 15,0 2-158-15,-2 1-438 0,1-1-296 16,-2 2-153-16,0-3-95 0,0 2-71 0,1-1-64 16,-1-1-53-16,3-3-28 0,-2 0-17 15,2-1-32-15,0-2-73 0,0-5-71 0,0-1-145 16,0-4-261-16,0-6-320 0,-1-2-339 16,1-4-223-16,0-6-19 0,0-3 585 0</inkml:trace>
  <inkml:trace contextRef="#ctx0" brushRef="#br0" timeOffset="39363.69">7342 14961 302 0,'-3'-12'920'15,"-5"6"336"-15,2 1-38 0,-2 5-183 0,-1 0-500 16,2 3-278-16,2 0-129 0,0 2-60 0,2 2-32 16,0 0-20-16,3 2-14 0,3 2-15 15,-1-1-57-15,1 1-114 0,0 1-156 0,2 1-287 16,0 1-269-16,1 1-240 0,2 1-46 15,-2 1 314-15,4 1 440 0</inkml:trace>
  <inkml:trace contextRef="#ctx0" brushRef="#br0" timeOffset="39739.49">7541 15684 335 0,'10'22'852'0,"-5"-4"306"0,1-3-10 0,-2-5-218 16,1-3-392-16,0-7-235 0,0 0-118 15,1-8-55-15,0-3-18 0,2-3-14 0,2-4-10 16,0-3-4-16,2-1-11 0,-1 0-5 0,2 1-10 16,-1-1-17-16,1 1-17 0,1 3-13 0,-4 0-9 15,2 2-2-15,-2 3-3 0,1 3-2 16,-2 2 1-16,-1 2 6 0,2 2 21 0,-2 1 13 16,1 4 3-16,-1 1 7 0,2 2-2 0,-1 2-2 15,1 2-13-15,-2-1-13 0,1 1-1 16,0-1-3-16,-1 1-7 0,2-1-3 15,-1-1 2-15,1 0-2 0,0-1-2 0,0-4-5 16,0 1 4-16,0-4 0 0,2 1-6 0,-2-2-2 16,-1 0 1-16,3-2 2 0,1 1-2 15,-1-1 3-15,0 1 1 0,1 0 6 0,-1 0 1 16,1 3-3-16,1 1 0 0,-3 0 0 0,-1 1-3 16,2 3-17-16,-4-2-34 0,2 3-26 15,1 1-30-15,-3 0-76 0,-2 0-107 0,-1 1-130 16,-2-1-174-16,0 3-266 0,2-1-236 0,-4 1-47 15,1-2 224-15,-2 1 384 0</inkml:trace>
  <inkml:trace contextRef="#ctx0" brushRef="#br0" timeOffset="40639.31">6670 16963 514 0,'6'6'1081'0,"-4"-2"224"0,0-6-112 16,-1-2-272-16,-1-7-460 0,2-8-215 0,4-5-69 15,1-5-23-15,3-9-9 0,2-4-5 0,3-3-17 16,0-2-15-16,2 3-33 0,1 0-25 0,0 4-22 16,-2 4-8-16,3 3-8 0,-2 4-7 0,-2 8 0 15,-1 4-4-15,0 3 23 0,-2 9 25 0,1 2 19 16,-3 8 12-16,0 4 3 0,-1 6 5 16,-1 6-12-16,-2 1-22 0,-1 4-15 0,0 2-9 15,1-1-6-15,-1 2-13 0,-2-4-6 0,3-2-4 16,-2-2-3-16,0-3 0 0,2-3 0 0,-3-3 0 15,2-5 1-15,2-1 0 0,-1-4 1 0,3-4 0 16,-2-2 3-16,1-5 0 0,0-2 0 16,1-4-1-16,1 0 1 0,-1-3 0 0,-1 3-3 15,1-2 0-15,1 3-1 0,-3-1 2 0,-1 3-2 16,3 1-1-16,-4 3 0 0,1 3 2 0,-1 0 0 16,0 5-1-16,1 1 0 0,-1 3 1 15,0 3-2-15,-1 1 1 0,1 5-1 0,3 2 0 16,-4 0-1-16,3 2-23 0,-2 1-47 0,0 0-66 15,-1 1-59-15,2 1-103 0,-1-1-162 0,0 1-225 16,1-1-253-16,-1-1-207 0,3-1-174 0,1-2 153 16,-2-2 479-16</inkml:trace>
  <inkml:trace contextRef="#ctx0" brushRef="#br0" timeOffset="40798.12">7473 16787 11 0,'11'-7'522'0,"-1"3"486"16,-1 1 226-16,-4 0-65 0,0 3-320 0,-2 1-280 15,0 4-169-15,-3-1-85 0,2 3-50 0,-2 4-41 16,0 1-37-16,-2 1-59 0,1 1-48 0,-1 1-35 16,-1 0-21-16,3 2-12 0,-2-2-9 0,1-2-21 15,1 1-65-15,-2-3-64 0,2-3-132 0,0 1-227 16,-2-4-305-16,2-4-320 0,0-1-228 16,-1-4-59-16,-1-5 482 0</inkml:trace>
  <inkml:trace contextRef="#ctx0" brushRef="#br0" timeOffset="41234.12">7867 16840 264 0,'3'22'907'16,"-3"0"377"-16,0-4-17 0,-3 0-159 0,2-5-463 15,1-4-247-15,0-3-100 0,0-3-52 0,1-5-27 16,2-4-36-16,0-2-30 0,0-4-38 0,1-3-40 15,-1-1-18-15,3-4-11 0,-1 0-11 16,3-1-6-16,-2-1-5 0,2 0-3 0,0 2-6 16,1-1-7-16,-1 1-5 0,0 0 0 0,0 4-2 15,1 0 1-15,0-2 0 0,-1 5-1 0,0 1 2 16,2 2 0-16,-2 1 0 0,0 5 0 0,2 0-1 16,-2 4 0-16,0 2 0 0,1 4-1 15,0 2-1-15,-2 3-2 0,1 4-1 0,3-1-11 16,-5 3-58-16,2 1-73 0,0-2-126 0,1 2-215 15,1 1-309-15,0-4-355 0,2 1-279 0,2-3-101 16,0-4 455-16,2-1 643 0</inkml:trace>
  <inkml:trace contextRef="#ctx0" brushRef="#br0" timeOffset="42866.09">11889 11446 39 0,'5'-1'511'0,"0"-1"453"0,-2 1 245 0,0-2-53 16,-3-2-359-16,2 1-258 0,-1-1-119 0,1 1-54 16,-1-2-35-16,-1 0-32 0,0 0-32 15,0 0-49-15,-3 0-53 0,0-1-51 0,-1 1-37 16,-3 2-23-16,1-2-14 0,-4 2-14 16,-4 2-9-16,1-1-8 0,-5 3-4 0,0 2-2 15,-2 2 0-15,-4 3-3 0,3 2 1 16,-1 3-2-16,3 1 1 0,0 2 0 0,0 3-1 15,2 2 0-15,4 4 0 0,0 1 3 0,1 1-2 16,4 0 1-16,3 0 1 0,3-3-1 0,4-1 0 16,1-5 1-16,5 0-1 0,0-6 0 15,6-4 0-15,1-3 1 0,4-7 0 0,3-5-1 16,0-1 1-16,3-8-1 0,2-4-1 16,-2-2 0-16,0-3-2 0,-2-1 2 0,-1-2 2 15,-2 3 0-15,-4 1 2 0,-2 1-1 0,-4 5 2 16,0 1 5-16,-3 1 3 0,-4 5 1 15,-1 1 1-15,0 3 0 0,-4 1-3 0,0 5-4 16,-2 0-5-16,-1 4-3 0,1 4 0 0,-3 1-1 16,1 6 0-16,1 0 0 0,0 2 0 0,-1 2 2 15,4 4 0-15,2 1 0 0,0 2 0 16,0 1 1-16,2 2-1 0,4-1 0 0,0 2-1 16,2-1 1-16,1-3-1 0,1 0-1 15,5-1-2-15,0-4 0 0,3-2-2 0,4-1-9 16,0-3-20-16,0-2-60 0,4 0-71 15,0-2-101-15,1-4-179 0,0 2-304 0,1-1-336 16,4-1-269-16,0 0-161 0,4-2 235 0,1-1 645 16</inkml:trace>
  <inkml:trace contextRef="#ctx0" brushRef="#br0" timeOffset="44030.78">15728 11084 265 0,'2'-8'584'0,"-1"3"294"16,-1-1 172-16,0 0-213 0,0 2-210 15,0 0-153-15,0 1-115 0,-1 1-90 0,-1 2-83 16,1-2-68-16,-1 2-31 0,0 2-2 0,-2 0 27 15,2 1 35-15,-1 3 35 0,0 1 21 0,0 2-9 16,0 0-24-16,-4 3-34 0,2 1-37 16,-2 5-38-16,2 1-28 0,-1 7-13 0,-1 2-7 15,2 7-8-15,-1 3 11 0,2 0 10 16,0 6 5-16,1 3 2 0,1 0 1 0,2 4-1 16,2 2-10-16,1-1-11 0,2 0-6 0,6-4-2 15,0-5-1-15,2-4 1 0,6-6-1 16,1-4 0-16,3-7 0 0,2-4-2 0,3-6 2 15,-1-4-2-15,3-6 2 0,0-4-1 0,0-6 1 16,-3-4 1-16,0-2-1 0,-5-3 0 16,0-5-1-16,-3 2 1 0,-6-3-1 0,-1 1 0 15,-7 0 1-15,-2 0 3 0,-6 3 3 0,-2-3 1 16,-7 2-1-16,-1 0 1 0,-4 2-1 16,-2 1-3-16,-5 3-3 0,0 0-3 0,-1 4 0 15,-2 4 0-15,-1 3 0 0,2 3-1 16,-4 3 0-16,3 3 1 0,1 4-1 0,0 1 1 15,1 3-1-15,4 2-1 0,3-1 0 0,0 1-3 16,5 1-13-16,2-3-52 0,2 2-71 16,4-2-87-16,2-5-162 0,3 1-303 0,3-1-330 15,2 0-287-15,6-2-172 0,0-1 157 0,5 0 627 16</inkml:trace>
  <inkml:trace contextRef="#ctx0" brushRef="#br0" timeOffset="44742.26">18288 11714 122 0,'2'-10'685'16,"-4"0"443"-16,-1-1 126 0,-5 2-70 0,2-1-352 15,-2 1-254-15,-2 0-143 0,-4 0-88 0,1 0-58 16,-5 3-67-16,0 2-65 0,-2-2-56 16,-2 6-39-16,-4 0-17 0,2 6-15 0,-3 2-4 15,1 5-5-15,-3 1-1 0,2 5 0 16,1 4 2-16,-3 3-1 0,7 4-1 0,0 3-4 15,1 3 1-15,5 0 0 0,2 3-2 0,5-1-2 16,4-1-2-16,5-1 0 0,5-3-5 16,3-3-2-16,6-5-3 0,3-3-1 0,5-4 0 15,3-2 0-15,5-6-1 0,2-4 0 0,5-3-1 16,-3-4 0-16,4-3 1 0,0-4-6 0,-3 0-12 16,-4-3-38-16,0-2-77 0,-5 1-74 15,-5-2-144-15,-2 1-240 0,-6 1-322 0,-4-2-326 16,-4 6-196-16,-7-2-31 0,-4 3 519 15</inkml:trace>
  <inkml:trace contextRef="#ctx0" brushRef="#br0" timeOffset="47690.3">22156 11206 32 0,'1'-6'405'0,"-1"0"296"15,0-1 230-15,0-2 109 0,0 0-289 0,3-3-225 16,-3-1-112-16,2 1-74 0,-1 1-43 0,-1-1-29 16,2 0-12-16,-1-1 5 0,1 3 2 15,0 0-11-15,-1 1-26 0,-1 0-43 0,0 2-44 16,0-1-38-16,0 2-31 0,0 0-11 15,0 1-11-15,0 0-3 0,0 3-5 0,0 1-3 16,0-4-2-16,2 5-3 0,-2-2-3 0,1 2-2 16,-1 0-2-16,0 0-2 0,0 0-4 15,0 0-2-15,0 0-2 0,0 0 1 0,0 0-1 16,0 0-1-16,0 0 2 0,0 0 1 0,0 0 1 16,0 0-1-16,0 0-2 0,0 0 0 15,0 0-2-15,0 0-3 0,0 0-2 0,0 0-2 16,0 0-1-16,2 0-2 0,-2 2-1 0,2 3 1 15,-2-2 1-15,1 6 4 0,-1 1 3 16,4 3 3-16,-1 2 4 0,3 3 2 0,0 3-4 16,0 3-16-16,4 4 0 0,2 3 0 15,0 2 0-15,2 3 0 0,0 1 0 0,1 4 0 16,0 1 0-16,1 1 0 0,0 3 0 0,-2-2 0 16,3 1 0-16,-4 2 0 0,4-2 0 0,-4-1 0 15,1-4 0-15,-1-3 0 0,3-2 0 16,-3-6 0-16,-1-1 0 0,-1-5 0 0,2-3 0 15,-1-1 0-15,0-5 0 0,-3 0 0 16,2-3 0-16,-3-3 0 0,0-1 0 0,1-1 0 16,-2-2 0-16,1 1 0 0,-3-3 0 0,-1-2 0 15,4-1 0-15,-3-3 0 0,1 0 0 16,1-2 0-16,-3-3 0 0,4 0 0 0,-2-4 0 16,2-1 0-16,0-3 0 0,3-3 0 15,-3-2 0-15,3-5 0 0,0-1 0 0,2-3 0 16,1-4 0-16,-1 0 0 0,1-5 0 0,2-2 0 15,0 0 0-15,1-3 0 0,0-1 0 16,-1-2 0-16,1 1 0 0,-2 0 0 0,1 2 0 16,-4-2 0-16,4 3 0 0,-2 1 0 0,-1 2 0 15,1 3 0-15,-2 1 0 0,1 3 0 16,-1 2 0-16,-3 4 0 0,4 3 0 0,-4 0 0 16,1 3 0-16,-1 2 0 0,-2 3 0 0,1 1 0 15,-4 3 0-15,2 3 0 0,-2-1 0 16,0 3 0-16,-2 0 0 0,0 4 0 0,-1-1 0 15,-1 1 0-15,2 4 0 0,-2-5 0 16,-2 4 0-16,2 0 0 0,-1-1 0 0,1 2 0 16,-4 2 0-16,4 0 0 0,-3 5 0 0,2-2 0 15,-5 1-223-15,-1 1-247 0,2 0-295 16,-3 2-384-16,3 2-482 0,-2 0-265 0,1 1 393 16,1 0 1001-16</inkml:trace>
  <inkml:trace contextRef="#ctx0" brushRef="#br0" timeOffset="49687.88">27840 11384 71 0,'3'-17'472'0,"-3"1"370"0,0 2 284 0,0 0-3 16,0 3-358-16,0 0-221 0,0 4-94 15,0 2-85-15,0 0-90 0,0 3-60 16,1 1 6-16,3 4-2 0,-3 3-40 0,1 5-24 16,-1 4-13-16,1 4-8 0,1 5-37 0,-3 4-29 15,0 3-12-15,-5 4-9 0,1 5-8 16,-1 4-7-16,-3 2-6 0,0 2-3 0,-5 3-7 15,4 1-5-15,-4 1-3 0,4-3-2 0,1 0-2 16,0-2-2-16,0-5 0 0,5-3-2 0,0-6 0 16,3-2 0-16,0-5 1 0,1-5 0 15,1-3-1-15,0-5 1 0,1-2 1 0,-2-4 3 16,5-4 2-16,-3-4 1 0,4-4 3 0,-1-5 0 16,1-2 0-16,2-3-2 0,-1-6-3 15,-2-3-1-15,2-3-4 0,1-5 1 0,-4-2-1 16,2-5-1-16,-2-6 0 0,-1-4-1 15,2-4-2-15,-3-2 0 0,1-6-2 0,1 1 2 16,-2-4 2-16,0 1 1 0,0-1 2 0,2 2 0 16,3 1 1-16,-4 1-1 0,4 4-3 15,2 4 1-15,1 1-1 0,2 5-1 0,-1 1 1 16,2 5-2-16,2 2 1 0,2 5 0 0,0 0 1 16,0 5-1-16,3 1-1 0,-3 4 1 15,3 2 0-15,0 1-1 0,-1 4 0 0,-1 1 1 16,2 2 1-16,1 2-1 0,-5 2 2 15,4 1-2-15,-4 4 1 0,2 1 0 0,-2 4 0 16,-1 1 1-16,-3 3 0 0,1 3 0 0,-2 4 1 16,-3 2 1-16,-5 4 0 0,1 2 0 0,-5-1 1 15,-1 5-1-15,-4 1 1 0,-4 3 0 16,-6 1 0-16,-2 1 1 0,-2 1 0 16,-6 0 0-16,-4 0-1 0,1 0 0 0,-2-1-2 15,0-1 0-15,1 0-1 0,2-3 0 0,5-3-1 16,2 0 1-16,2-3-2 0,6-3 1 0,3-1 0 15,2-2 0-15,4-4 0 0,3 2 1 16,6-3-1-16,-2 0 1 0,6-1 0 0,1-2 0 16,7-1 0-16,-2 0-1 0,2-2 1 15,3 1-2-15,0-3 1 0,1 3 0 0,0 0-1 16,0-1 2-16,-1-1-1 0,-3 2 1 0,-3-1 0 16,0 3 0-16,-3-4 0 0,-4 4 1 15,-1-1-1-15,-5 1 2 0,-2 1 0 0,-3 1 1 16,-5 0 0-16,-2 0 0 0,1-1-1 15,-7 3 1-15,2 0 0 0,-7-2 0 0,1 2-1 16,-1-2-1-16,-3 2-1 0,2-2 1 0,-3-1-1 16,3 0-1-16,0 1-1 0,0-4 0 0,-1 0-3 15,4 0-4-15,1-3-16 0,2 0-47 16,0 0-78-16,2-4-115 0,1 2-214 0,4-2-307 16,-1 1-364-16,4 1-340 0,-4 0-130 15,2 3 399-15,4-1 722 0</inkml:trace>
  <inkml:trace contextRef="#ctx0" brushRef="#br0" timeOffset="59449.33">11888 15613 238 0,'3'10'535'16,"-1"-4"236"-16,-2-1 105 0,1 1-207 0,-1-3-301 15,0 0-156-15,3 0-68 0,-1-1-12 16,4-1-9-16,0-2-3 0,1-1 2 0,3-2-6 0,0-1-15 16,1-1-42-16,1-1-4 0,2-1-4 15,0-1-4-15,3 1-2 0,-1-3-3 0,0 5-2 16,2-2-23-16,-1 1-9 0,0 2-5 15,-3 2-3-15,2 2-1 0,-3 2-1 0,-2 2 0 16,1 2 1-16,-2 2-2 0,-2 1 2 0,1 3 0 16,-1 2-4-16,-1-1-12 0,-1 1-27 15,-1 2-37-15,4-2-35 0,-4 2-27 0,3-1-18 16,0 0-4-16,0-3 20 0,0 2 37 16,1-3 38-16,2-1 26 0,-3-1 20 0,3-1 11 15,3-2 4-15,-3 1 9 0,1-3 0 16,2 0 4-16,-1-3 1 0,0 0-1 0,2 0 6 15,0-3-3-15,-2 0-1 0,3 0 1 0,-3-2-1 16,2 1-22-16,-3-2-13 0,0 2-9 16,2 0-5-16,-1-1-2 0,0 1-2 0,-2 0 25 15,0 0 9-15,1 0-21 0,1 3-21 0,0 1-61 16,-2-2-97-16,3 4-173 0,2-2-214 0,0 1-84 16,1 2 31-16,2 0 162 0,0-1 207 15</inkml:trace>
  <inkml:trace contextRef="#ctx0" brushRef="#br0" timeOffset="60383.09">15311 15691 309 0,'-2'0'520'0,"2"0"166"0,-1 0 72 0,2-1-318 15,3-2-188-15,0 0-96 0,6-4-50 16,-1 1-23-16,4-3 14 0,4-1 25 0,2-1 13 16,0 3 6-16,3-2-4 0,3 0 0 15,-2 1-29-15,2 3-36 0,0 1-36 0,-1 3-18 16,0 2-11-16,-5 2-4 0,1 3 2 0,-2 3 0 16,-1 2 3-16,-1 1 2 0,-2 2 0 0,-1 2-3 15,-1 1-1-15,0-2-2 0,0 3 2 16,-1-1-6-16,0 1 2 0,2-3-1 15,0 2-1-15,2-2-1 0,0-3-2 0,3 0-35 16,-1-2-57-16,1-1-85 0,3 1-127 0,-2-5-283 16,1 2-207-16,-2-1-77 0,2-3 108 0,-1 2 245 15</inkml:trace>
  <inkml:trace contextRef="#ctx0" brushRef="#br0" timeOffset="60968.35">17004 15808 29 0,'17'2'344'0,"-2"-4"217"0,0 2 181 16,0-3 118-16,2 2-327 0,2-2-183 0,0 0-93 16,3-2-48-16,2 2-47 0,-2 0-70 0,4 0-43 15,-1 2-26-15,-2 1-11 0,1 0-5 16,-2 3-4-16,0-1-1 0,-1 5 1 0,0-1 0 16,-1 1-3-16,-4 1-5 0,5 3-35 15,-7-1-60-15,3 1-93 0,0 0-171 0,-1-2-266 16,0 0-177-16,0-1-36 0,1-1 143 0,-1-1 262 15</inkml:trace>
  <inkml:trace contextRef="#ctx0" brushRef="#br0" timeOffset="61988.04">21671 15816 240 0,'7'8'442'0,"-1"2"163"16,6-4 120-16,-2-2-247 0,5 1-183 0,4-4-95 16,-2-1-49-16,5-1-30 0,2 0-67 0,3-3-41 15,3-2-27-15,0 2-16 0,1-3-7 16,3 2-8-16,-3-1 18 0,3 0 15 0,-3 0 28 16,1 3 14-16,-1 0 6 0,-1 0 6 0,-1 3-21 15,-2 0-51-15,-4 3-110 0,-2 0-249 16,-4 2-207-16,-1 3-105 0,-2 0 33 0,-4 1 165 15</inkml:trace>
  <inkml:trace contextRef="#ctx0" brushRef="#br0" timeOffset="62567.26">27359 16374 76 0,'12'10'503'0,"0"-2"320"0,0-2 155 0,1-3-22 15,1-2-396-15,7 1-281 0,-3-1-134 16,7-1-69-16,-2 0-35 0,2 0-59 0,1 0-107 16,-1 0-170-16,-4 1-285 0,-1 1-215 0,-1 1-141 15,-5-2 59-15,0 3 294 0</inkml:trace>
  <inkml:trace contextRef="#ctx0" brushRef="#br0" timeOffset="160094.09">3549 11809 291 0,'-3'0'518'0,"-2"0"183"0,2-1 75 0,1-1-289 16,-1-1-229-16,3-2-107 0,0 1-25 0,3-3 2 16,1-4 8-16,2-3 21 0,2-1 77 0,6-2 24 15,-1-4-18-15,7-5-32 0,2 1 8 16,2-5-12-16,5-1-70 0,4-2-26 0,3-5-10 15,4 1-9-15,3-3-34 0,5-1-18 0,4-3-6 16,4 0-11-16,3-1-12 0,2 2-5 16,4 0-2-16,0 0-1 0,4 3-2 0,-1 1-1 15,0 1 5-15,2 3 0 0,1 1 0 0,0 5 2 16,2-2 3-16,4 5-4 0,1 1-4 16,-1 0-2-16,1 4-4 0,1 0-5 0,-2 3-2 15,1 0 3-15,-1 0 3 0,1 2 7 0,2 0 6 16,1 0 4-16,3-1 3 0,-1 3-3 15,0-3-7-15,2 0-7 0,1 2 0 0,-3-1 5 16,1 2 3-16,0 0 4 0,1 0 3 16,-1 2 6-16,0 1-6 0,0 1-2 0,-1 1-8 15,-3 2-8-15,-1 1-1 0,-3 0 1 0,-1-1 6 16,-2 2 1-16,0 1 0 0,-2 1 6 16,0 0 3-16,-1 1-3 0,-1 1-2 0,-1 0-3 15,-1 1-2-15,-2 1 0 0,-2-1-2 0,0 3-7 16,-3-1-1-16,0 0 3 0,0 2 6 0,-1 0 1 15,-1-1 5-15,1 2 10 0,-1-1-1 16,2 0-3-16,0 2-2 0,-1-2 0 0,-2 0-5 16,2 1-7-16,-1 1 0 0,-1 0-3 15,0 0-9-15,-1 0 1 0,1 0 2 0,-3 0 6 16,3 1 6-16,-1 0 4 0,0-1 6 16,4 1 1-16,-1 0-4 0,-1-1 0 0,1 0-5 15,-2 2-4-15,2-3-1 0,-3 0-2 0,1 1-2 16,-2-3-6-16,0 1 6 0,-2 1 3 15,1-5 4-15,-1 2 1 0,-2-2 7 0,0 2 8 16,1 1 0-16,-1-3-2 0,1 1-2 16,-2 0-3-16,1 0-4 0,-2 2-3 0,0 1-5 15,0-1-3-15,0 2-3 0,-3-1 2 0,1 2-1 16,-1-2-2-16,1 2 7 0,-2-1 1 0,1 2 6 16,0-2 3-16,1 1 4 0,-1-2 4 15,3 1-6-15,0 0 0 0,1-4-4 0,2 1-3 16,-1 1-2-16,1-3 2 0,2 0-1 15,-1-3-5-15,2 2-1 0,0 0-6 0,0-3 4 16,2 2 2-16,0 0 2 0,0-4 6 0,2 3 6 16,1-1 6-16,0-1-1 0,2 2-6 0,1-1-2 15,-3-1-3-15,3-1-5 0,-3 2-1 16,2-2-5-16,0 0-2 0,-2 0 3 16,-2-1 8-16,1 1 3 0,-1 2 4 0,0-3 2 15,1 1 4-15,-1 1-3 0,1-1-3 0,0 2-5 16,-1-1-2-16,-1-1-2 0,-2 2 2 0,2-1-1 15,-2 1-4-15,0 0-2 0,-4-2 5 16,1 2 2-16,-2-1-1 0,0 1 5 0,-2-1 6 16,2 3 4-16,-1-3-3 0,1 2 0 15,-2-1 2-15,0 0-5 0,1 0-3 0,-2 0-1 16,-1-2-1-16,0 1-3 0,-2-1-4 0,-1 2-3 16,1-2-2-16,-3-1 0 0,-1 2-2 15,2 0 4-15,-4-2 2 0,2 2 7 0,-2 2 1 16,0-1 2-16,-2 0 3 0,-1 2 1 15,2 0-2-15,-1 1-1 0,0 1-1 0,0 0 0 16,-1 0-1-16,0 1-1 0,0 1-1 0,1 0 0 16,0 2-1-16,-1-3 1 0,0 2-4 15,0-1-2-15,1 0 0 0,-1 0-2 0,2 1 0 16,0 0-4-16,1 0 1 0,-1-1 6 16,-1 4-1-16,3-4 9 0,-1 5 0 0,0-3 3 15,1 2 1-15,0 0-1 0,0 2-1 0,-1-2-5 16,2 3 0-16,2-2 3 0,-2 0 0 15,0 0-3-15,2 1-2 0,-4-1-2 0,4 1-1 16,-2-3-3-16,0 1-4 0,1 0-2 0,-1 0 0 16,2 0 0-16,-2 0 2 0,0 0 2 15,0 0 3-15,-2-1 4 0,2 1 3 0,3 1 4 16,-4-1 1-16,3 2 1 0,1-2 1 0,-1 1 0 16,1 1 0-16,1-1 0 0,-1 0-2 0,2-1 1 15,-2 1-7-15,3 1-1 0,-5-1-3 16,2 1-4-16,1-3-3 0,-1 1-4 0,1 0 7 15,-3-1 2-15,0 0 7 0,2 1 6 16,-4 1 2-16,3-3 3 0,-2 2 1 0,2-4-2 16,-1 4 0-16,3-1-5 0,-3-1-1 0,2 0 0 15,-1 1 0-15,0-1-3 0,-3-1-2 16,2 0 0-16,-1 2 0 0,-1-2-8 0,2-2 3 16,-3 1-3-16,4 1-3 0,-3-3 3 15,0 1 2-15,1 0 6 0,1 1 2 0,2 0 3 16,-2-2 1-16,1 1-2 0,-2 0 3 0,1 1-4 15,3 0-1-15,-2-1 1 0,-3-1 1 16,4 2-2-16,-5-2-1 0,1 0 0 0,-1 0-2 16,2-2-4-16,-2 1-2 0,-2-1 1 15,2-1-5-15,-3 2-3 0,3-3 6 0,-5 2 6 16,0-1 2-16,2 0 1 0,-3-1 6 0,1 0 6 16,-2 1-5-16,1 0 0 0,0 0-2 0,-1 2-3 15,-1-2 0-15,2 1-2 0,-2 0-1 16,2 0 1-16,-1 0-1 0,1 0 1 0,0-1-1 15,-1 2 0-15,2-1 1 0,-1-3-4 16,1 3-2-16,3-3-2 0,-3 1-1 0,4 0-1 16,-1-2-3-16,-1 1-2 0,3-1 2 15,0 0 2-15,0 2 6 0,0-2 3 0,0 2 1 0,1-2 8 16,3 0 0-16,-3 1-3 0,4-1 1 16,-2 4-2-16,2-3-2 0,1 1-2 15,-1 0-2-15,1-1 2 0,-2 0-3 0,1 0-3 16,3 0 2-16,-2-1 0 0,2 0-2 0,-1 1 1 15,0-3 3-15,0-1 2 0,0 1 4 0,1 1 6 16,1-1 3-16,0-1-3 0,0 0 2 16,1 0 1-16,0 1-2 0,-2-2-5 15,3 2-1-15,-3-2 2 0,2 1-6 0,-4 2-2 16,3-4-7-16,-4 2 2 0,3-1-2 0,-3-1-6 16,-4 1 4-16,4-2 3 0,-7 1 7 0,1-1 1 15,-1 0 3-15,-3 0 4 0,3-1 2 16,-3-1 1-16,-1 1-4 0,-2-1 0 0,0-1-3 15,0 1-1-15,-1 1-3 0,-1-4-2 16,-2 3 2-16,1-3 0 0,-1 0 1 0,1 1-1 16,-2-3 0-16,2 1 0 0,-3-1-1 0,2-1-6 15,-1-1 2-15,0 0-2 0,0-3 0 16,0 3-5-16,-1-3-2 0,-2 0 6 0,4-1-1 16,-4 0 3-16,0 0 3 0,2-2 3 0,-1-2 3 15,-1 2-1-15,1-4 15 0,0 0 17 16,1-1 7-16,1-1 6 0,-2-2 4 0,2-1-1 15,0-2-14-15,0 0 10 0,2-3 19 0,-3 0 6 16,3-2 1-16,2 0-1 0,-1-1 0 0,0-1-17 16,2 1-26-16,0-4-5 0,-1 2-1 15,1-2 32-15,0-2 17 0,-2 1 5 16,2-2 7-16,0-3-6 0,-3 2-4 0,2-4-4 16,-4 2-1-16,2-1-2 0,-2-1-3 0,1 1 3 15,-3 1-3-15,1-1-21 0,-2 1-16 0,2-2-9 16,-2-1-4-16,-1 1-6 0,-1 0-1 0,0-3-2 15,-2-1-2-15,3-1 0 0,-7 1-1 16,2 1-1-16,-4-1 1 0,-1 0 1 0,-1 1 1 16,-4-1-2-16,-2 0 1 0,-3 2 1 15,-1-2-2-15,-1 0 7 0,-4 2 3 0,-2-1 4 16,-1-2 2-16,-3 5 1 0,2-3-1 0,-2 4-3 16,-2 1-1-16,4-2-2 0,-5 4-1 15,1-2 2-15,0-2 1 0,-1 1-2 0,1-1-2 16,-2-1-1-16,2-1-2 0,-3-1-1 0,2 0-3 15,-2 1-2-15,2 1 0 0,0 0 1 0,-2 0 0 16,2 0 1-16,-1 2 1 0,2-4 1 16,-1 1 2-16,1-1-2 0,0-1 0 0,1-1 0 15,3 0-2-15,-4-1 0 0,5 0-1 16,-1 1 1-16,1 1 0 0,2-1 2 0,-1 3 0 16,1-4 1-16,1 3 0 0,-1-3-1 0,1 2 0 15,0-2-2-15,1 3 2 0,0-1 1 0,1 0 1 16,-2 1 0-16,3 2 2 0,-2 1 1 15,1 0-2-15,2 0 0 0,-3 4 1 0,3-2-1 16,-1 3-1-16,1-1 0 0,-1 4-1 16,0-4-2-16,2 4-1 0,-1 0 0 0,-1 3-2 15,2 0 0-15,0 5 0 0,-2-1 1 0,2 2-1 16,0 3 0-16,0 2 1 0,0-1 0 16,2 4 0-16,0-2 0 0,-1 3 1 0,3-1 1 15,-3 2 1-15,2-1-2 0,-1 2 0 16,0-3 0-16,-1 4-1 0,2-1-5 0,-3 1-3 15,4 1-1-15,-4-1 0 0,2 1-2 0,-2 2 1 16,0 1 9-16,0-1 10 0,0 1 6 16,0 2 1-16,0-2 3 0,0 4-1 0,0 0-2 15,0-1-8-15,2 2-4 0,0 0-2 16,-2-1-1-16,1 1-1 0,1-2 1 0,-1-1-2 16,-1 0 0-16,2-1-2 0,0-1 2 0,-1 2-1 15,2-1 1-15,-3 1 0 0,4 0 1 0,-4 1 7 16,1 1 3-16,-1 0 2 0,0 0 2 0,0 3-3 15,0-3-2-15,0 2-6 0,-1-2-5 16,1 3-1-16,-4-2-3 0,3 1 2 0,-1 4 3 16,1-5 0-16,-1 3 1 0,0-1 0 0,2-2-1 15,0-1 0-15,2-1 0 0,0-3-1 0,-1-3 0 16,2 0 0-16,1-3 0 0,-3-4 0 16,1-1-1-16,-1-2 6 0,-1-3 0 0,0-1 3 15,-3 1-3-15,2-3-3 0,-4 3 0 0,0-2-4 16,-1-1-4-16,-4 0-1 0,2-1 4 0,-1 0 0 15,-2-2 2-15,1 1 0 0,1 3 1 0,-2 0-2 16,1 2 0-16,2 3 0 0,-1 2 0 0,0 2 0 16,0 2-1-16,1 0 0 0,-2 2 1 15,2 2-1-15,1 0-1 0,-1-2 0 0,-1 1 1 16,3 1-1-16,-2-1-2 0,1-1-8 0,0 0-9 16,0-1-10-16,1 2-15 0,-1-1-31 0,-1-1-62 15,-1 4-60-15,1-3-77 0,-2 3-140 0,1 3-213 16,1-1-292-16,2 2-231 0,-1 1-192 0,3 5 32 15,-1-2 469-15</inkml:trace>
  <inkml:trace contextRef="#ctx0" brushRef="#br0" timeOffset="162240.97">23843 1801 327 0,'23'0'689'0,"-1"-1"352"16,-4-3 125-16,1 0-298 0,-5-2-216 0,2 0-48 16,-3 0-73-16,-3 1-88 0,-3-3-76 15,-4 2-54-15,-1-3-58 0,-4 2-75 0,-3 0-59 16,-1 0-36-16,-7 1-21 0,-3 0-18 0,-1 0-11 16,-6 1-12-16,-3 2-12 0,-5 0-7 0,-4 2-7 15,-5 0 3-15,-3 2-1 0,-1 0 0 16,-3 2 4-16,-2 1 2 0,-2 3 1 0,4 0-4 15,-4 1-1-15,7 0 1 0,0 3-5 0,4-3-2 16,4 1-1-16,6 0-1 0,1-1-3 0,7 0-2 16,6 0 5-16,4-1 1 0,5 0 2 0,7 4 4 15,5-2 4-15,6 2 2 0,3-1 0 0,7 2 2 16,2 0 0-16,5 2-3 0,3-2-2 16,5 0-4-16,1 1-3 0,2-1-2 0,-1 2-1 15,3-1-1-15,-3-1 0 0,-1 2 8 0,-2 0 5 16,-4 0 3-16,-2 1 0 0,-7-1 1 0,-2-1 1 15,-4-1-5-15,-5 0 0 0,-2 0-2 0,-4 0 0 16,-5 2 1-16,-3-1-1 0,-5-1 0 16,-4 3 0-16,-4-1-2 0,-5-1 0 0,-2 2-3 15,-4-1 0-15,-2-1 0 0,-1 2-2 0,0-2 1 16,-1 0 1-16,1 2-1 0,2-3 1 16,0 0 0-16,3-2 0 0,1 1 0 0,4-3 0 15,4 2-2-15,0-2-1 0,6-4-2 0,2 2-10 16,4-2-15-16,-1 1-29 0,5-2-67 0,5 0-68 15,-2-3-100-15,3 0-154 0,4 0-261 0,2-2-312 16,1 1-224-16,3-1-180 0,0-1 145 16,2-1 550-16</inkml:trace>
  <inkml:trace contextRef="#ctx0" brushRef="#br0" timeOffset="162792.47">24002 2085 452 0,'6'-3'1015'0,"-3"-2"259"0,-3 2-74 0,0 2-256 15,0 2-408-15,-1 1-182 0,-1 4-64 16,-2 0-18-16,-1 4-16 0,0 2-25 0,-1 5-38 16,-1 2-44-16,-2 2-46 0,1 1-35 0,0 4-17 15,0-2-11-15,1 1-11 0,0 1-6 0,2-2-5 16,2-3-3-16,3-2-8 0,0 0-3 15,3-4-2-15,4-3-1 0,-1-4 0 0,7-2 1 16,-4-1 0-16,7-5-1 0,-2-6 1 0,5-1-2 16,0-5 0-16,2-3 0 0,-1-3 0 0,3 1 0 15,-1-6 1-15,0 3 1 0,0-3 1 16,-5 1-2-16,4-2 0 0,-7 3 0 0,3-2-1 16,-2 2 0-16,-1 0 1 0,-3 3 1 0,-1 0 1 15,-3 3-1-15,0 2 1 0,-3 1-1 0,0 3 0 16,-3 1 0-16,3 1-1 0,-4 5 0 15,1-1-1-15,-1 1 1 0,-1 4-1 0,-1 3 0 16,-1-1-1-16,1 5-1 0,-1 1 2 0,1 1-3 16,-1 3 3-16,1 0-2 0,-1 3 1 0,2 2 0 15,-1 1 1-15,-1-1-1 0,2 5 0 0,-2-3 2 16,1 3 2-16,0 2-1 0,-1 1 1 16,-2 0 1-16,2 2 0 0,-2-1-2 0,-2 2-1 15,0 0 0-15,-1-2 0 0,2 2-1 0,-5-1-1 16,0-2 1-16,1-1 0 0,-4-1-1 0,5-4-2 15,-4-2 0-15,0-2-2 0,0 0-14 0,0-5-42 16,-2-2-70-16,0-4-67 0,2-1-121 16,-5-5-197-16,4 0-310 0,-2-2-292 0,2-4-212 15,0-3-101-15,1-1 362 0,5-4 575 0</inkml:trace>
  <inkml:trace contextRef="#ctx0" brushRef="#br0" timeOffset="163641.18">24445 2353 273 0,'5'4'683'0,"-4"-4"308"0,2 2 82 0,1 0-235 16,-3-2-262-16,1 0-178 0,-1 0-117 15,3-2-56-15,0 0-6 0,2-2 16 0,2 0 17 16,1-4 11-16,4-1-3 0,0-3-24 0,4-1-38 16,0-4-46-16,1-2-42 0,-2 2-36 0,3-2-25 15,0-1-9-15,-1 1-3 0,-4 0-9 0,-2 3-3 16,1 1 1-16,-4 3 0 0,1 2 1 15,-3 0-1-15,-3 4 1 0,1 0-1 0,-2 4-4 16,0-2-4-16,-1 3-6 0,-1 0-3 0,-1 1-2 16,2 0-3-16,-2 2-2 0,0 2-2 0,0 3 0 15,0 0-2-15,0 4 0 0,0 2 0 0,0-2-1 16,2 4 1-16,-1-2 1 0,2-1 0 16,1 2 0-16,0-2-1 0,2 0 2 0,2-3-2 0,0 0 1 15,5-3-1-15,-2-1 1 0,2-4 1 16,2-2 0-16,3-3 0 0,1-2 0 0,1-2 0 15,0-3 1-15,0-1 0 0,0-1 1 0,-2-1-1 16,1 1 2-16,-5-1-1 0,2 1 1 16,-3 1-1-16,-1 1 0 0,-2 0-1 0,-4 4 0 15,-1 1-1-15,0 1-1 0,-1 4 0 0,-2-2 0 16,-1 5 0-16,-1-1-1 0,-1 5 1 0,-4 1 0 16,1 6 0-16,-1-2-1 0,-2 5 1 0,2 0 0 15,-1 1 0-15,0-2-1 0,0 4-1 0,1-1 1 16,2-1-1-16,-1-1-1 0,3 0-4 15,-1-4-15-15,4-1-38 0,-2 0-69 0,3-2-75 16,-1-5-131-16,2-1-200 0,0-2-312 0,0-3-308 16,6-3-217-16,-1-4-87 0,6-1 403 0,0-5 577 15</inkml:trace>
  <inkml:trace contextRef="#ctx0" brushRef="#br0" timeOffset="163903.78">25469 1639 358 0,'9'-26'820'0,"0"2"337"0,-5 5 31 0,0 6-301 16,-1 0-320-16,-1 5-194 0,-1 5-107 0,-1 3-58 16,-1 6 4-16,-1 6 21 0,-1 4 6 15,-2 5-15-15,-3 5-30 0,0 2-40 0,-1 7-43 16,-4 2-38-16,2 4-30 0,-2 0-10 0,-2 5-7 16,2-1 1-16,-3 1-7 0,3 1-4 0,-2-1-3 15,4-1-10-15,-1 0-3 0,3-1-5 0,3-4-8 16,-1-1-43-16,2-4-61 0,2-2-58 15,2-5-66-15,1-4-103 0,-5-3-141 0,5-5-129 16,0-2-180-16,0-5-223 0,2-3-166 0,2-4 47 16,-1-4 334-16,2-4 390 0</inkml:trace>
  <inkml:trace contextRef="#ctx0" brushRef="#br0" timeOffset="164094.74">25275 1764 188 0,'-3'-29'789'0,"-3"7"425"0,-1 3 49 0,2 3-164 16,2 2-451-16,0 4-311 0,1 1-149 16,1 3-87-16,1 2-46 0,1 1-28 0,3 1-10 15,0 2-9-15,1 2-2 0,3 1-3 0,3 0 1 16,-1 1-3-16,-1 2 0 0,0 2-1 0,3 0 0 16,-6 5-5-16,5-1-11 0,-5 2-46 0,1 3-109 15,-6-2-161-15,3 3-291 0,-4 0-270 0,0 3-258 16,0 1-97-16,-2 2 309 0,0-1 473 0</inkml:trace>
  <inkml:trace contextRef="#ctx0" brushRef="#br0" timeOffset="164582.92">25414 2215 18 0,'8'20'405'16,"1"-3"317"-16,-1 0 243 0,2-4 84 0,1-3-285 16,2-1-263-16,2-3-128 0,1-3-78 0,3-3-59 15,-1-2-47-15,2-2-4 0,4-2 32 0,-3-3 38 16,1-2 14-16,0-3-6 0,-2 1-23 15,-1-3-43-15,0 0-55 0,-3 0-45 0,0-2-28 16,-5 2-18-16,-1-1-13 0,-1 1-8 0,-4 1-6 16,-4-2-7-16,2 4-5 0,-6-1-5 0,2 2-2 15,-6 4-3-15,0-3 0 0,-5 9-1 16,3-3-2-16,-7 5 1 0,3 5-1 0,-1 0 0 16,1 5 1-16,1 2-1 0,-1 3 0 0,2 3-1 15,0 2 2-15,3 0-2 0,3 0-1 0,2 1 0 16,2 1-2-16,2-5 0 0,2 1 0 15,4-4 1-15,4-4 1 0,1-1-1 0,1-5 1 16,6-1 0-16,0-6 0 0,0-1 0 0,3-2 2 16,0-3 0-16,-1-1 1 0,1-2 1 0,0 0 0 15,0-1 1-15,-3-1-1 0,3 0 2 0,-1 0-1 16,-2 1 2-16,0 1-2 0,-2 0 1 16,2 2-2-16,-3-2 0 0,3 2 0 0,-3 2 1 15,0 0-1-15,-2 0 0 0,-3 4 1 0,-1 0-1 16,0 1-1-16,-3 3 0 0,1 0-1 0,-3 0 1 15,-1 3 1-15,2 1-1 0,-3 4 1 0,-3-1 1 16,0 4-1-16,-3 2 0 0,-1 1-1 16,-1 1-1-16,-1 1 0 0,-1 2-4 0,-1 0-11 15,1 2-25-15,0-1-62 0,1-1-67 0,-1 0-77 16,3-1-124-16,-2-1-184 0,1-1-277 0,2-1-234 16,1-1-197-16,4-3-75 0,-1 1 318 0,7-5 510 15</inkml:trace>
  <inkml:trace contextRef="#ctx0" brushRef="#br0" timeOffset="164940.29">26571 2134 127 0,'5'-13'795'0,"0"2"645"16,-2 1 167-16,-3 1-253 0,-1 0-446 16,-3 1-357-16,0 3-185 0,-4 0-135 0,-5 2-92 0,0 3-48 15,-4 3-33-15,-1 3-17 0,-3 2-12 16,-3 3-6-16,-1 4-6 0,1 2-5 15,0 0-4-15,0 2-3 0,2-1-2 0,5 1-2 16,1-2-3-16,7-2 0 0,2-2-1 0,4-1-1 16,4-3-1-16,4-3 0 0,5-1 1 0,2-5-1 15,4 0-2-15,2-2-3 0,-1-5-5 0,5-3-3 16,0 0-1-16,1-4-2 0,0 0 4 16,-1-1 3-16,-1-1 6 0,-2 2 4 0,0-2 4 15,-5 2 2-15,2 2 1 0,-5-1 2 0,-1 5 3 16,-1 0 4-16,-4 2 4 0,-1 3 1 15,-2 0 1-15,0 2-1 0,-6 2-2 0,1 4-3 16,-3 0-4-16,-3 5-4 0,-3 0-1 0,3 4-1 16,-4 0-2-16,1-1 0 0,0 3-3 0,2 0 0 15,-3 2-2-15,0-1-6 0,5 1-15 0,-1-3-44 16,1 2-79-16,-1-2-108 0,2-2-192 0,2-1-302 16,4 0-352-16,4-1-340 0,5-2-143 15,6 2 316-15,5-3 694 0</inkml:trace>
  <inkml:trace contextRef="#ctx0" brushRef="#br0" timeOffset="166079.95">27982 2394 521 0,'-13'2'993'16,"4"-2"244"-16,-4 0-73 0,5-2-295 16,2-3-432-16,3-1-187 0,3-3-101 0,3-1-56 15,3-4-15-15,7-3-2 0,-1-2-2 0,4-1-9 16,2-5-5-16,2-2-5 0,-1-1-17 0,2-1-16 16,1-1 14-16,-5 2 31 0,2-1 18 15,-4 4 3-15,0 2 6 0,-3 2 31 0,0 5-5 16,-4 2-22-16,-2 3-14 0,1 1-8 0,-4 3-10 15,1 5-27-15,-2-3-16 0,-1 4-11 0,3 1-6 16,-4 6-2-16,0-1-3 0,0 5 0 16,-4 5 0-16,3 2-2 0,-1 0 1 0,1 3 0 15,-2 0 2-15,3 1-1 0,0-2 0 0,0 0 7 16,3 0 6-16,-2-3-3 0,2-1 1 0,1-1 1 16,1-3 0-16,1-1-8 0,0-3-4 15,7-3 1-15,-4-2 1 0,5-4-2 0,2-2-1 16,2-3 0-16,-1-5 4 0,5-2 1 0,0-2-7 15,-2-2-4-15,2 0-1 0,-1 0 0 0,-3-1 7 16,-1 3 1-16,-4 1 12 0,1 3 5 0,-4 2 4 16,-4 2 2-16,1 2-6 0,-3 2-5 15,-2 0-5-15,1 2-1 0,-3 2-3 0,-3 2 0 16,-2 3-3-16,0 4-1 0,-3 2 0 0,0 2 6 16,-2 4 4-16,0-3-1 0,0 4 1 0,1 0 0 15,0-1-1-15,2 1-4 0,1-2-5 16,1 0 0-16,3-1-2 0,1-3 1 0,1-2 0 15,3-1 0-15,2-3 1 0,1-1 0 0,4-4 3 16,4-1 1-16,0-5 1 0,3-2-5 0,3-5-3 16,2 0-3-16,1-2-1 0,-1-4-2 0,-1 2-1 15,0 0 6-15,-3 1 4 0,-3 0 10 0,-2 2 7 16,-3 3 9-16,-3 2 6 0,-1 1 5 16,-3 3 2-16,1 1-7 0,-3-1-7 0,-1 4-8 15,0 0-6-15,-1 2-5 0,-6 1-4 0,2 3-4 16,-3 3 1-16,0 1-1 0,-1 3 1 0,0 4 1 15,0-3 4-15,0 4 3 0,0 0 0 16,2 1-1-16,1-2 1 0,-2 3 0 0,5-4-4 16,0 1-4-16,1 0 1 0,2-4-2 0,2 0-3 15,1-1-9-15,2 0-23 0,2-3-61 0,-2-1-70 16,2 0-117-16,1-3-188 0,2-2-306 16,-1 0-337-16,0-1-268 0,0-1-146 0,3-1 332 15,-3-1 636-15</inkml:trace>
  <inkml:trace contextRef="#ctx0" brushRef="#br0" timeOffset="166583.71">29074 2076 385 0,'0'-2'735'0,"0"-1"287"16,0 1 105-16,0 0-292 0,0 0-260 0,0 1-161 15,0 1-76-15,0-1-23 0,0 1-24 0,0-2-20 16,0 2-17-16,-1 0-21 0,1 0-34 16,0 0-48-16,-2 0-44 0,1 0-34 0,1 2-21 15,0-1-16-15,-4 0-11 0,0 3-9 0,0-2-6 16,-5 3-4-16,3 1-4 0,-2 1 0 0,-3 0-2 16,0 4 1-16,-1 1 0 0,-3 1 1 0,0 1-2 15,2 1 0-15,-4 1 7 0,0 1 3 0,4 0 1 16,-2-1 0-16,4 1 0 0,1-4 0 0,1 1-8 15,6-3-3-15,1-3-3 0,4-2-1 16,2-1 1-16,9-4 0 0,0-4 2 0,5-1-1 16,3-3 1-16,1-4 1 0,4-2 0 0,-3 1 0 15,1-1 1-15,-3-2 1 0,-3 2 0 16,2 1 1-16,-5 0-2 0,0 0 0 0,-1 3-1 16,-5 0-1-16,1 1 2 0,-1 3-1 0,-3 0 0 15,-1 2 0-15,-1-1-1 0,-1 4 0 0,-2 0-1 16,-1 2 1-16,2 2 0 0,-4 3 0 15,2 1 1-15,-3 5 0 0,0 2 0 0,0 0-2 16,-2 3 0-16,0 0 0 0,2 0 0 0,-3 1-1 16,3 1 2-16,0-2 0 0,3-2-1 0,0 0-10 15,0-2-45-15,3 2-70 0,3-6-66 16,-3-1-112-16,3-2-172 0,1-4-276 0,1-1-281 16,-1-2-204-16,5-4-148 0,-1-1 236 0,3-4 523 15</inkml:trace>
  <inkml:trace contextRef="#ctx0" brushRef="#br0" timeOffset="166858.62">29689 1495 17 0,'4'-15'430'0,"-4"6"366"0,0 2 226 0,-2 1 0 15,0 5-312-15,-1 2-249 0,2 4-130 0,-4 3-93 16,2 6-36-16,-3 1-14 0,2 4-28 0,0 4 3 15,-1 4-18-15,0 4-18 0,0 5 52 16,0 3 17-16,-2 3-1 0,2 2-41 0,-1 1-21 16,-3 1-8-16,0 1-58 0,0 2-23 0,-3 1-13 15,2-2-9-15,-3 1-5 0,2 0 1 0,-3-5-1 16,2 0-7-16,3-2-3 0,1-5 0 0,3-2 0 16,1-2-6-16,2-5-2 0,0-3-19 15,4-6-49-15,0-3-58 0,-1-6-52 0,2-2-76 16,2-5-127-16,0-3-152 0,-2-6-172 0,5-3-225 15,-7-1-220-15,4-2-71 0,-2-3 257 16,-3-2 421-16</inkml:trace>
  <inkml:trace contextRef="#ctx0" brushRef="#br0" timeOffset="167093.85">29410 1761 254 0,'-5'2'753'0,"-2"-2"329"0,3 1 34 0,1-1-155 15,1 1-467-15,2 1-180 0,2 1-99 0,1-2-74 16,4 2 7-16,5 1 10 0,-1 0-6 16,8 2-59-16,0-2-28 0,3 0-1 0,3 2-38 15,4-1-9-15,-1 0-23 0,2-1 20 0,0 1 6 16,0 2-1-16,0-1 4 0,-1 2-15 0,-3-1 9 16,1 2-16-16,-4 2-21 0,-4-1-23 0,-5 0-60 15,-3 0-108-15,-3 0-158 0,-5 2-287 16,-1 2-262-16,-6-3-247 0,0 5-62 0,-1-3 304 15,-4 1 456-15</inkml:trace>
  <inkml:trace contextRef="#ctx0" brushRef="#br0" timeOffset="167391.29">29621 2286 90 0,'-10'24'555'16,"2"-2"350"-16,0-4 146 0,1 1-16 0,4-6-348 15,3-1-271-15,3-4-124 0,4 0-65 16,4-4-35-16,4-4-38 0,7-2-46 0,2-4-36 15,5-5-24-15,4-2-15 0,2-2-6 0,4-3-14 16,1 0-7-16,-2 0-4 0,3-1 24 0,-3 0 42 16,-3 2 21-16,-2 3 32 0,-3 0 34 0,-3 3 13 15,-5 1-18-15,-5 3-33 0,-1 1-20 0,-3 1-26 16,-5 2-30-16,-1 3-20 0,0 0-4 0,-2 3 7 16,-5 2 1-16,1 4 3 0,-2 0 0 0,1 3-1 15,-4 0-7-15,3 2-8 0,-3 0-6 16,1 2-2-16,2-2-2 0,-2 1 0 0,1 1 0 0,2-2-1 15,0 2-2-15,2-2-5 0,1 0-28 16,0-3-58-16,-2 1-56 0,3-1-77 0,1-3-119 16,-2-3-171-16,0-1-240 0,2-1-227 0,2-3-218 15,1-3-74-15,2-1 276 0,2-3 458 0</inkml:trace>
  <inkml:trace contextRef="#ctx0" brushRef="#br0" timeOffset="167577.42">30421 1946 102 0,'0'-16'335'0,"0"3"167"0,0 3 117 0,0 2-147 16,-1 3-183-16,-2 0-124 0,1 5-71 0,0 2-44 15,-2 3-18-15,1 2-9 0,0 3-8 0,-2 0-6 16,2 2-3-16,-2 3 4 0,0-1-5 0,-1 4-7 16,3-2-41-16,-4 0-91 0,6 1-240 0,-2 1-154 15,-1-3-57-15,4-1 53 0,0 3 150 0</inkml:trace>
  <inkml:trace contextRef="#ctx0" brushRef="#br0" timeOffset="168473.48">30429 2308 149 0,'-1'8'690'16,"-2"-1"418"-16,-2 1 107 0,0-4-147 0,-1 2-406 16,3-1-281-16,0 1-166 0,-1-1-86 0,4-3-51 15,0 2-33-15,0-3-18 0,4 0-10 0,2-1-10 16,5-1-3-16,2-2-3 0,2-1 2 0,1-3-2 15,6 1-4-15,0-3 4 0,1 1-1 0,0 0-1 16,3-1 2-16,-1 0 1 0,-3 2 0 16,2-1-1-16,-2 0 0 0,-2 1 6 0,-4 2-1 15,1 2 6-15,-4-2 6 0,0 3 2 0,-4 0 6 16,-1 0-1-16,-1 2 19 0,-2 0 15 0,1 0 3 16,-3 4 28-16,2-3 35 0,-2 4 15 0,-2-3-12 0,3 5-17 15,-4-3-6-15,3 3-26 0,-2 0-32 0,-1-1-18 16,4 0-12-16,-3 0-4 0,2-2-6 15,-1 2-2-15,1-2-4 0,-2 1-3 0,4 0 4 16,0-3-2-16,1 0 5 0,4 0 0 0,1-1 15 16,-1-2 7-16,5-1 2 0,0 0 0 0,0 0-3 15,1-2-2-15,0 0-10 0,-2 0-8 0,2-1-4 16,-3 2-1-16,1-1 0 0,-5 1 0 0,1 1 1 16,-1 1-2-16,-1-1 1 0,-2 1 0 0,-1 1 0 15,2-2 12-15,-1 2 8 0,-2 0 6 0,3 0 3 16,-2 0 0-16,0 0 0 0,-1-1-8 0,4 1-2 15,-2-1-4-15,-1 1 3 0,2-2-3 0,-1-1 1 16,1 2-2-16,2-3-3 0,-3 2-4 0,0-3-2 16,0 2 0-16,1 0-2 0,-4 1-1 0,0 2-1 15,0-3-1-15,-1 1 0 0,0 1-1 0,-1 1-1 16,1-1 0-16,-2 1 0 0,1 1-1 0,1-1-1 16,0 3 0-16,0 0 1 0,2-1 1 0,-1 2-1 15,-2 0 1-15,3 1 0 0,0 0 1 0,0 0 1 16,-3-1-1-16,2 0 1 0,1-1 0 15,-3 2 0-15,4-1 0 0,-2-1 0 0,2 1-1 16,-2 1 0-16,2-2 1 0,0 0 1 0,4 0-1 16,-1 0 1-16,3-2 0 0,3 4 0 0,2-5 0 15,3 0-1-15,-2-3 0 0,5 1-1 0,4 0 0 16,-1-3-1-16,-3 0-1 0,7-2 1 0,-2 0 1 16,-1-2 0-16,3-1 0 0,-2-2 1 0,-1 1 1 15,3-3-1-15,-2-1 2 0,3-1 9 0,0-3 5 16,-1-5 8-16,3 1-4 0,3-5-2 0,2-4-1 15,1-4-8-15,1-3-8 0,4-4-5 0,-2-3 2 16,0-1-1-16,2-2 0 0,-5-2 5 0,-3 0 0 16,-5 2-3-16,-4-1 0 0,-5 5 4 0,-3-3 5 15,-5 8 2-15,-3 1 6 0,-3 5 7 0,-4 6 3 16,-3 5 1-16,-2 4-3 0,-3 4-6 0,-3 3-4 16,-1 8-5-16,-5 4-4 0,-2 6 4 0,-6 8 4 0,-2 5 10 15,-1 9 9-15,-4 4 9 0,-1 2 6 0,-1 5-1 16,-2 3-4-16,1 6-9 0,0-1-7 0,1 4-8 15,2 1-7-15,2-2-5 0,3 1-3 16,2-2-3-16,2-1-1 0,4-1-1 0,0-3-1 16,5 1-2-16,1-2 1 0,3 0 0 0,2-2-2 15,2-1 0-15,0-1-7 0,3-3-8 0,-4-2-12 16,4-2-19-16,0-2-24 0,0-4-49 0,0-2-71 16,0-3-80-16,0-5-132 0,0 1-216 0,0-5-310 15,4-2-285-15,-1-2-190 0,-2-4-24 0,3-1 475 16,0-3 568-16</inkml:trace>
  <inkml:trace contextRef="#ctx0" brushRef="#br0" timeOffset="169639.42">25458 3525 98 0,'7'-14'683'16,"-6"2"465"-16,-2 1 123 0,-4 0-127 15,-3 3-355-15,0 3-341 0,-1 4-149 0,-4 4-84 16,0 4 1-16,-1 8-11 0,-2 4-13 16,-1 9-26-16,0 7-23 0,-4 8-8 0,3 7-38 15,-4 8-22-15,1 5-22 0,-5 10-9 0,4 2-4 16,-5 6-8-16,2 2-7 0,0 3-5 16,1-2-3-16,5-2-8 0,2-2-2 0,2-4-2 15,7-4-3-15,4-6-1 0,4-5-4 16,7-7-16-16,1-5-58 0,4-7-74 0,3-8-123 15,1-5-216-15,5-4-313 0,0-8-354 0,0-4-296 16,5-7-104-16,-4-6 440 0,0-5 669 16</inkml:trace>
  <inkml:trace contextRef="#ctx0" brushRef="#br0" timeOffset="170358.8">25363 4509 80 0,'-14'12'642'0,"1"1"453"0,0-2 146 16,0-2-118-16,0-2-350 0,5-1-364 0,2-3-163 15,3-1-86-15,3-4-46 0,3-2-25 0,3-5-31 16,7-5 39-16,3-2 21 0,6-5 4 0,3-6 0 15,3-1-3-15,1-3-4 0,6-3-12 16,-1 1-3-16,0 0-3 0,-3-1-5 0,1 5 1 16,-4 0 1-16,-4 4-26 0,-5 4-18 15,-2 3-7-15,-2 5-6 0,-4 2-8 0,-2 3-7 16,-4 4-7-16,-2 2-6 0,1 5-3 0,-4 6-1 16,-4 5-2-16,1 5 1 0,-3 5-1 15,-1 2 1-15,-2 6-2 0,3-3 1 0,-2 3-2 16,1-1 2-16,1 0-2 0,2-2 1 0,0-2-2 15,4-2 0-15,0-3-1 0,5-3 0 16,1-4 0-16,2-2 1 0,2-5 0 0,4-6 3 16,2-2-1-16,4-4 0 0,1-9 0 0,3-3 1 15,2-3 0-15,1-6-1 0,0-2 1 16,0 0 0-16,-3-1 1 0,0-1-1 16,-4 2 1-16,-2 2 8 0,-4 0 5 0,-2 5 2 15,-1 1 5-15,-3 0 1 0,-1 6 3 0,-2 1-5 16,-1 2-3-16,1 3-2 0,-5 3-5 0,0 2-3 15,0 4-3-15,-5 1-4 0,1 5-2 16,-1 2-1-16,-2 3-1 0,1 2 0 0,-2 3 0 16,3 1 0-16,-1-1 0 0,1 2 0 15,0 0 1-15,2 1 0 0,0-3 0 0,1-1-1 16,0 0-1-16,4-3 1 0,0-2-2 0,3-2 0 16,0-2-1-16,-1-4 0 0,4 0-7 15,2-2-13-15,-1-2-26 0,1-3-57 0,1 0-70 16,-3-3-88-16,0-2-134 0,1 0-180 0,-1-3-284 15,0 2-248-15,-2-2-198 0,4-1-54 0,1 1 361 16,-3-3 499-16</inkml:trace>
  <inkml:trace contextRef="#ctx0" brushRef="#br0" timeOffset="170559.71">26358 4146 16 0,'13'-2'364'0,"1"4"311"0,-5 3 284 15,0 1 81-15,1 4-245 0,-2 3-227 0,0 2-137 16,-1 3-103-16,-1 1-89 0,-5 4-58 15,1 3-50-15,-2 0-33 0,-3 1-28 0,-2 0-15 16,-1 1-11-16,-1 0-21 0,1-1-16 16,1-3-10-16,-1-1-22 0,2-4-26 0,0-3-77 0,3-6-117 15,1-3-153-15,0-5-239 0,0-5-266 16,5-5-232-16,4-5-3 0,-1-4 294 0,1-5 402 16</inkml:trace>
  <inkml:trace contextRef="#ctx0" brushRef="#br0" timeOffset="170740.71">26549 3816 231 0,'4'-49'588'0,"-3"6"344"0,1 4 186 16,-2 8-198-16,0 5-265 0,-2 4-176 0,2 5-136 15,0 5-105-15,-1 3-95 0,-1 5-61 16,0 4-39-16,2 3-23 0,-1 6-9 0,-1 4-8 16,1 5-1-16,1 3-6 0,-2 3-3 15,0 5-7-15,1 1-5 0,-2 1-8 0,-1 4-23 16,0 2-49-16,-1 1-71 0,-1 1-105 15,1-1-137-15,0 3-237 0,0-2-247 0,1 2-146 16,2-2 43-16,2-3 282 0,5 0 334 0</inkml:trace>
  <inkml:trace contextRef="#ctx0" brushRef="#br0" timeOffset="171956.41">26671 4421 211 0,'3'5'792'0,"-3"0"403"0,0-4 88 16,-1 2-99-16,1 0-354 0,-2-1-268 0,1-1-151 15,-1-1-84-15,0 0-70 0,1-1-74 16,1-1-69-16,0 2-44 0,-2-2-22 0,0 1-15 16,2 0-11-16,2-1-8 0,0 1-6 0,-1-1-4 15,6-1-1-15,-1-2-2 0,3 0 1 0,4-4 0 16,4-2 0-16,-1 1 1 16,6-5-1-16,4 0 1 0,-2-2-1 0,-1 2-1 0,3-2 0 15,-1 4-2-15,-6 1 0 0,1 1 0 16,-2 4 0-16,-6 2 0 0,0 3 1 0,-2 2 1 15,-2 3 2-15,-3 3 1 0,2 1-1 0,-3 2 1 16,-1 3-1-16,-1 1 0 0,-1-2-1 16,3 1-1-16,-3 0-2 0,2-1 0 0,2-1 0 15,0-2-3-15,3-1 2 0,0-3-1 16,1-7 3-16,5-3 1 0,2-2 1 0,1-7-1 16,4-6 0-16,5-5 1 0,0-4-2 0,8-7 0 15,1-7 0-15,5-4-3 0,2-6 0 0,0-2 2 16,6-7 0-16,-4-1 1 0,2-2 1 15,-3-4 2-15,-4 0 2 0,0-3-4 0,-5 2-1 16,-8 4 1-16,-5 9 4 0,-7 5 3 16,-6 12 1-16,-4 5 2 0,-4 11 0 0,-8 11-2 15,-4 5-2-15,-3 12-3 0,-7 11-1 0,-1 7 1 16,-2 8 1-16,-2 10 0 0,-1 4 1 0,-2 5 4 16,0 8 3-16,-5 2 4 0,0 6 0 15,-1 3 2-15,-4 8-1 0,4 0-4 0,-2 5-3 16,5-3-5-16,1-1-2 0,7-3-3 15,6-8-3-15,8-3-1 0,6-7-1 0,8-7 0 16,5-7 1-16,11-3-1 0,5-8 1 16,7-5-1-16,6-5 1 0,6-7 0 0,4-5 0 15,4-6 2-15,2-6 2 0,4-4 2 0,3-7 2 16,-1-2 0-16,1-5 0 0,-5-1-2 0,-4-5-1 16,-4-1 0-16,-6-2 1 0,-6 0-1 15,-1 0 0-15,-8-1 1 0,0 1 0 0,-6 1 5 16,-6 3 7-16,0 3 5 0,-6 2 5 15,-1 6 1-15,-6 3 1 0,-2 1-5 0,-4 4-5 16,-3 6-7-16,-3 2-4 0,-3 4-2 0,-3 6-2 16,0 2 0-16,-3 5-1 0,-2 2 0 15,1 4 0-15,-2 4-1 0,-1 3 0 0,0 1-2 16,3 2 1-16,3 0-1 0,3 1 0 16,1-3 0-16,9-4-1 0,4-4 0 0,6-1 0 15,6-6 0-15,8-2 2 0,8-6 0 0,4-4 1 16,6-3 1-16,8-6 0 0,3-1-1 15,4-2 0-15,2-3 0 0,0-2 1 0,1-2 1 16,-1 2 0-16,-1-4 1 0,-3 1 1 0,-7 2-2 16,-1 0-1-16,-7 2 0 0,-5 1 0 15,-5 3-1-15,-5 0 1 0,-4 3 1 0,-3 1-1 16,-4 1 1-16,-2 3-1 0,-6 2 1 0,-1 0 0 16,-1 3 2-16,-6 1 2 0,2 3 0 15,-4-1 0-15,1 3 0 0,0 0 0 0,0 1-3 16,1-1-2-16,0-2 0 0,2 0-1 0,2-1-1 15,3 1 0-15,0-6 0 0,3 2 0 16,2-3 0-16,3-2 1 0,6-2-1 0,2 0 2 16,6-4-1-16,4-1 1 0,2-1-1 0,4 3 1 15,-1-1 0-15,4 1-1 0,-2 1-1 16,2 1-1-16,-2 1 1 0,1 1-1 0,-4 2 0 16,0 2 0-16,-5 0 1 0,-3 3 0 15,-4 2 0-15,-3-1 0 0,-5 6 0 0,-4-3 0 16,0 7 1-16,-4-3-1 0,-2 3 1 0,0 1 1 15,-3 0 0-15,-2-2-2 0,4 2-1 16,-1-3-7-16,0 0-13 0,1-4-19 0,1-3-30 16,0-6-48-16,0-2-71 0,1-2-68 15,1-8-62-15,0 1-78 0,-1-8-63 0,2 0-8 16,-1-3 66-16,-2-1 90 0,3-3 111 0,-3-1 150 16,1-3 134-16,3-1 83 0,-3-4 29 15,2-3-3-15,1-2-15 0,1-2-19 0,-1-2-19 16,4-4-12-16,-2 1 14 0,1 4 26 15,-1 0 23-15,2 5 13 0,-5 4-2 0,0 4-11 16,0 4-29-16,-1 6-37 0,-1 3-37 0,-1 3-36 16,0 4-21-16,0 3-12 0,0 3-10 0,0 4-4 15,-1 1-2-15,1 2-2 0,0 3-2 16,1 4-7-16,-1-1-36 0,4 2-76 16,-1 2-82-16,2 0-163 0,1 0-288 0,0 1-332 15,4-2-329-15,4 3-186 0,3-3 119 0,5 3 652 16</inkml:trace>
  <inkml:trace contextRef="#ctx0" brushRef="#br0" timeOffset="172489.32">29791 3085 70 0,'7'13'555'16,"1"6"407"-16,-1 2 236 0,2 7-53 0,4 8-339 15,0 8-240-15,5 8-74 0,2 9-65 0,3 1-75 16,2 5-52-16,1-2-49 0,0 1-69 16,-3 0-58-16,1 1-34 0,-2 1-17 0,0 4-9 15,-5 3-13-15,0 1-10 0,-4 4-11 0,0 3-6 16,-9-1-7-16,-4 3-6 0,-4 3-4 0,-7 0-3 16,-2 1-2-16,-6-2-3 0,-4 1-2 15,-6-3-5-15,0 1-10 0,-7-6-15 0,-2-4-39 16,-1-2-79-16,-9-4-90 0,1-1-164 0,-5-1-255 15,-3-4-329-15,0-2-333 0,-2-4-181 0,1-7 100 16,-1-1 610-16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10-11T08:29:19.0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5333 2752 8 0,'3'-8'386'0,"-2"2"325"0,1 0 249 0,0 1 111 15,-2-1-262-15,1 4-249 0,-1-1-131 0,0 1-67 16,3 1-18-16,-3 1-26 0,0-1-33 16,0 1-23-16,0-2-27 0,0 2-34 0,0 2-47 15,0-2-46-15,0 1-36 0,0 0-28 0,2 4-14 16,-2 2-12-16,1 1-4 0,1 6-1 0,1 2 0 15,0 5 11-15,2 3 8 0,-2 3 6 0,2 3 4 16,1 3 5-16,-1 1 2 0,1 3-9 16,-3-1-7-16,2 2-5 0,-3-1-8 0,1-1-4 15,0-1-5-15,-1 1-3 0,2-4-3 16,-4-1-1-16,2-3-2 0,-2-1 0 0,0-5-1 16,1 1 0-16,-1-5 0 0,0-2-1 0,0-3 0 15,0 0 0-15,-1-4 0 0,1 0-1 16,0-3 0-16,0-2 0 0,-2-1 0 0,1 0-1 15,-2-3-5-15,1 0-11 0,-2-4-23 16,0-2-47-16,-1-2-73 0,-1-4-87 0,0-1-157 16,-2-1-232-16,2-4-318 0,-1 0-290 0,-1-2-198 15,1-2 44-15,0-2 553 0</inkml:trace>
  <inkml:trace contextRef="#ctx0" brushRef="#br0" timeOffset="631.41">5133 2275 108 0,'0'-1'577'0,"-1"-2"395"0,-1 1 167 0,2-3-59 15,0 4-385-15,-3 0-261 0,3-1-142 0,0 2-93 16,0 0-45-16,3 0-37 0,-3 0-26 16,0 0-15-16,2 0-8 0,-1 2-7 0,1-1 26 15,-1-1 57-15,1 3 21 0,1 0 5 0,-1 2-5 16,1-1-7-16,0 4-23 0,2 1-47 0,1 1-29 15,-1 4-8-15,1 0-4 0,2 5-2 0,0 0-4 16,1 4-2-16,1 2 1 0,1 2-2 0,3 2-2 16,-1 0-1-16,1 3-7 0,-1 1-2 15,4-4-2-15,-2 2-3 0,0-1-4 0,1-3-2 16,0 0 2-16,0-4 2 0,-1-2-3 0,0-3-3 16,-1-4-1-16,0 0 1 0,0-2-6 0,-2-3-2 15,0-4-1-15,1-1 1 0,-2-2 0 0,1-4 6 16,-2-1 5-16,0-3 2 0,-1-4 0 15,2-3 1-15,-3-3 0 0,2-3-5 0,-1-3-5 16,-1-3-3-16,-2 0-1 0,1-5 3 0,0-2 3 16,-2-1 2-16,0-3 0 0,-2 0-1 0,0-4 1 15,1-2-4-15,0-1-4 0,-2 2-5 0,2 1-3 16,-1 3-1-16,1-1-2 0,-1 6-1 16,0 1-2-16,0 3 4 0,2 3 2 0,-3 1 0 15,4 4 1-15,-3 1 0 0,0 4-1 0,0 1 0 16,1 3 1-16,-3 3-1 0,2 0-2 0,-1 4-4 15,0-1-10-15,-1 2-13 0,2 2-22 16,-1 1-43-16,0 1-75 0,0 2-146 0,-2 3-262 16,0 3-302-16,-2 1-376 0,0 7-374 0,0 2-53 15,1 0 683-15</inkml:trace>
  <inkml:trace contextRef="#ctx0" brushRef="#br0" timeOffset="3102.46">1187 3960 11 0,'0'0'325'0,"0"0"218"16,0 0 167-16,0 0 61 0,0 6-322 15,0 3-173-15,0 1-87 0,1 6-40 16,1 0 32-16,3 6 52 0,0 2 40 0,1 5 1 15,2 4 12-15,1 3 1 0,1 4-38 0,-1 4-51 16,4 1-45-16,-5 1-40 0,3 0-17 16,0 0 3-16,2-2-8 0,-1-3-7 0,2 1-5 0,-2-3-2 15,0-3-17-15,-4-3-22 0,0-3-15 16,1-3-4-16,-4-5-7 0,0-3-5 0,0-2-1 16,0-4-2-16,-2-4 36 0,3 0 39 0,-3-3 25 15,-2-2 25-15,1-2 6 0,-2-2-2 0,0-5-30 16,-2-5-28-16,1-5-16 0,-1-4-19 0,1-6-14 15,-4-2-5-15,2-3-4 0,-3-3-6 0,1-1-11 16,0-4-6-16,-1 1-2 0,-2-4-3 0,3 4 1 16,1-2-3-16,0 3 6 0,1 2 2 0,0 2 2 15,3 1 3-15,0 1-2 0,1 4 0 0,1 0-2 16,1 2 2-16,2 3 0 0,0 1-2 0,0 1 2 16,2 1 1-16,1 2 1 0,-1 2-2 0,1 1 2 15,2 1-1-15,0 3 0 0,-2 0 2 0,3 3 0 16,-1 0 0-16,-1 1 0 0,2 2-1 0,-3 2 2 15,-2 1-2-15,1 0 0 0,2 3 0 0,-4 0 1 16,1 3 2-16,-3 1-1 0,2 4 1 0,-3 1 1 16,1 3 0-16,-1 1 0 0,-2 4-1 15,1 1 1-15,-1 2 1 0,0-1-2 0,0 3-2 16,0-1 2-16,3 2-3 0,-1-1-1 0,-1-2 0 16,2-1 0-16,1-1 0 0,-1 0 1 0,0-3 1 15,0 1 0-15,1-5-1 0,-3 1 0 0,2 0 0 16,-1-1 1-16,1-2-1 0,-2 0 2 0,-2 0 0 15,-2-2 2-15,3-1-1 0,-3 2-1 0,1-4 1 16,1 1-1-16,-1-1 0 0,2-1-2 0,-2 0 0 16,2 0-2-16,2 0-1 0,-2-1-1 0,3 1 1 15,0 0 0-15,3 0 2 0,-1-1 1 0,2 3 2 16,1-6-1-16,2 4 1 0,0-1 0 0,1-3-1 16,3 2 1-16,-1-3-3 0,4-1 1 15,-1-1 0-15,1-1 0 0,0-2 0 0,1-1 0 0,-3-1 0 16,2-1 6-16,-1 0 1 0,1 1-11 0,-4-1-58 15,1 1-61-15,-1 0-75 0,-4 0-133 0,-1 1-182 16,0 3-279-16,-2-2-253 0,2 4-211 0,-3 0-83 16,1 2 319-16,-1 1 489 0</inkml:trace>
  <inkml:trace contextRef="#ctx0" brushRef="#br0" timeOffset="3506.19">1946 4810 114 0,'3'3'410'15,"-1"-1"216"-15,1-4 181 0,0-1-25 0,0-4-131 16,0-3-110-16,2-1-63 0,-3-6-51 0,1-1-60 16,0-4-59-16,0 0-44 0,2-8-21 0,4 0-2 15,-4-2-10-15,0-4-17 0,0-3-30 0,1 0-47 16,0-1-42-16,-1-3-37 0,1 2-13 0,-1 4-12 16,0 3-7-16,1 2-4 0,-1 4-3 0,-2 3-3 15,0 4-6-15,0 5-3 0,0 3-3 0,-1 0 0 16,0 5-1-16,-1 2-2 0,-1 1-1 0,2 2 1 15,-2 2-1-15,2 1 1 0,-1 3 1 0,2 3 0 16,2 2-1-16,-2 5 0 0,2 0 2 0,-1 4-3 16,3 2 1-16,-2 3-1 0,2 1 8 15,0 3 5-15,-1 0 0 0,2 3 0 0,1 1 0 16,-1-1 1-16,-1 1-8 0,2-2-5 0,0-2 1 16,1-1-2-16,0-1 1 0,2-4 0 0,-2-1 0 15,1-2 0-15,0-3-2 0,-2 2 0 0,1-4 0 16,-1-2-2-16,-1-1-3 0,0-1-13 15,-1-4-32-15,0 2-45 0,-2-3-56 0,0-2-50 16,-2 1-73-16,0 0-97 0,-1-4-129 0,-2 0-228 16,0 1-221-16,0-2-226 0,0-1-101 0,-2 1 257 15,-1-3 477-15</inkml:trace>
  <inkml:trace contextRef="#ctx0" brushRef="#br0" timeOffset="3734.02">1903 4667 409 0,'-2'9'837'15,"1"-1"231"-15,2-3-15 0,1 1-242 0,3-3-421 16,1 0-183-16,2-1-84 0,5-2-37 0,0-2-21 16,2-1-12-16,3-2-6 0,1-2-20 0,3-1-12 15,-3-1-7-15,6 0-4 0,-3-3-1 16,3 0 2-16,-2 0 2 0,2-1 0 0,-1 3 2 15,-1-3-3-15,-2 0-38 0,-1 1-92 0,1 0-104 16,-5 0-130-16,1 1-228 0,-4-1-268 0,1-1-157 16,-3 1 71-16,-1-3 258 0,0 0 306 0</inkml:trace>
  <inkml:trace contextRef="#ctx0" brushRef="#br0" timeOffset="4252.5">2439 4207 17 0,'0'-6'432'0,"2"0"384"0,-2 2 266 15,0 1 37-15,0 0-334 0,0 0-273 16,-2 1-169-16,1 1-111 0,1 1-72 0,-2 0-57 16,2 1-36-16,0 3-5 0,0 0 15 0,0 4 9 15,0 5 2-15,0 1 5 0,-2 6 33 0,2 1 9 16,-1 3-19-16,-1 2-2 0,1-1-4 16,-1 2-8-16,-1-3-33 0,3 0-28 0,0-3-13 15,3 1-17-15,-1-5-10 0,1 0-4 0,0-4-3 16,2-1-2-16,1-1 0 0,2-4 0 15,-2-2 3-15,2-2 2 0,3-3 3 0,-3-3 6 16,3-2-1-16,-1-3 4 0,2-2-1 0,0 0-2 16,0-1-1-16,-1 0-3 0,0-1-6 0,2 1 1 15,-2 2-6-15,1 1-4 0,0 2 6 0,-1 2 2 16,1 1 10-16,-1 3-2 0,2 3 3 16,1 3 2-16,-1 2-8 0,1 3 0 0,-1 4-4 15,1 0 0-15,-1 3-1 0,1 1 3 0,-1-2 1 16,-2 0-2-16,3-1 0 0,-3-2-2 0,0-2 4 15,0-3 0-15,-1-2 0 0,-1-1 2 0,-1-4 28 16,0-2 22-16,0-3 15 0,-2-3 12 0,2-2 6 16,-2-4 1-16,-1-3-17 0,0-1-12 15,0-3-11-15,1-5-4 0,-3 2-4 0,0-1-3 16,0-3-7-16,-3 0-10 0,2-1-7 0,-4-1-8 16,2-2-5-16,-3-2-4 0,0 1-3 0,0-2 4 15,-3-1 2-15,1 2 1 0,0 1 0 16,2 3-1-16,0 3 1 0,-2 1-1 0,3 6-2 15,-4 0-2-15,5 1-14 0,-1 2-40 0,1 3-65 16,2 2-65-16,-1-1-95 0,2 4-163 0,1 1-254 16,3 0-281-16,-1 1-214 0,1 5-174 0,-1-1 143 15,3 2 522-15</inkml:trace>
  <inkml:trace contextRef="#ctx0" brushRef="#br0" timeOffset="5117.63">3633 4264 174 0,'-8'0'433'0,"-1"-1"219"0,2-1 125 15,1 2-187-15,1-1-246 0,2 1-128 0,1 0-89 16,2 0-64-16,0 0-34 0,3 1-17 0,2 1-6 16,3-1 0-16,3 2 3 0,2 0 127 0,4 0 63 15,-1-1 25-15,4-1 9 0,1 2-2 0,3-1-5 16,1-2-104-16,0 0-51 0,1 0-30 16,-2 0-12-16,-1-2-11 0,1 1-8 15,-2-2-4-15,-3 1-1 0,-2 0-1 0,-2 1-4 16,0-1 3-16,-3 1-2 0,-3 0-26 0,-3-1-83 15,-3 2-132-15,-1-1-247 0,-5 1-259 0,0-2-219 16,-5 1-81-16,2-2 210 0,-4-1 371 16</inkml:trace>
  <inkml:trace contextRef="#ctx0" brushRef="#br0" timeOffset="5364.52">3878 4165 23 0,'8'2'271'0,"0"-2"149"0,3 0 127 0,0 0-10 0,3 1-184 15,2-1-76-15,4 2-47 16,-2-2-19-16,7 1 54 0,-1 2 15 0,1 1-38 16,2-2 22-16,-3 2 7 0,1 0-8 0,-3 0-56 15,0 2 5-15,-4 0-10 0,-1 0-60 0,-1 1-24 16,-4 3-3-16,0-1-3 0,-4 3-31 16,-1 0-12-16,-5 3-8 0,-1 1-11 0,-2 2-7 15,-5 1-3-15,1 1-3 0,-3-1-7 16,0 0-5-16,-3 4-13 0,0-4-33 0,0-1-81 15,-3-3-161-15,1 0-279 0,-1-2-273 0,3-2-270 16,-2-2-207-16,4-2 144 0,-1-4 530 16</inkml:trace>
  <inkml:trace contextRef="#ctx0" brushRef="#br0" timeOffset="16480.28">13116 3424 26 0,'2'-1'393'0,"-2"-1"273"15,0 2 186-15,0-1 39 0,0 1-347 16,0-2-229-16,0 2-109 0,1 0-58 0,-1 2 10 16,2-1 37-16,-2 2 31 0,3 2 1 15,-1 0-9-15,0 2-3 0,1 0-36 0,-2 2-38 16,4 2-38-16,-2-1-25 0,0 4-9 0,2 1 29 16,1 3 8-16,-1 1-2 0,4 4-1 0,-1 2 1 15,0 4 44-15,0 4-14 0,3 1-2 16,0 2-7-16,-1 4-7 0,1 5 4 0,-2 0-40 15,3 7-21-15,-2 2-14 0,0 4 0 16,0 3-3-16,0 2-10 0,-2 4-8 0,1 0-2 16,1 2-1-16,-2 0-2 0,0 1 2 15,0 0-1-15,1 4 0 0,0 1-1 0,-3 1-1 16,2 2 0-16,-1 1-1 0,0 2 1 0,-2 5 10 16,0 1 5-16,-1 4 2 0,-2 6-6 0,-2 1-1 15,0 5-2-15,-2 3-6 0,-1 1 1 16,-2 4 3-16,2-1 1 0,0 5-3 0,-2 1-2 15,2 1-4-15,0 0-4 0,-2 0-6 0,2-1-2 16,0 1-3-16,0-1 0 0,0 0-3 0,-1 0 1 16,-1-4 0-16,1-1-1 0,-4-2 2 15,3-4 0-15,-3-2 0 0,2-6-2 0,-2-4-2 16,0-6 0-16,3-6-1 0,-1-8 0 0,3-9 1 16,-2-6 2-16,1-7 0 0,1-8 0 15,-1-5-1-15,1-9-3 0,1-5-7 0,-2-8-13 16,-1-4-20-16,0-7-39 0,-3-7-78 15,-3-7-107-15,2-5-170 0,-4-6-293 0,0-7-346 16,-1-6-364-16,2-8-171 0,-6-7 233 0,-1-7 684 16</inkml:trace>
  <inkml:trace contextRef="#ctx0" brushRef="#br0" timeOffset="17315.41">12974 3296 438 0,'5'-1'940'0,"-1"-2"279"0,-1-1-32 16,2-4-286-16,0 2-301 0,3-3-161 0,1 1-73 15,-1-3-46-15,4 0-42 0,2-3-42 16,-2 0-54-16,4-3-53 0,2-2-46 0,0-1-29 16,0-1-13-16,1 0-5 0,0 0-6 0,-3 2-3 15,-1 1-1-15,0 3-3 0,-4 0 0 0,0 4-5 16,-5 2-4-16,2 3-3 0,-3 2-3 15,1 2-2-15,-1 4-1 0,1 2-3 0,-1 3 0 16,0 5 1-16,-2 2-1 0,3 4 1 0,-1 2 1 16,-2 1-6-16,2 3-2 0,-2 0-2 15,0 1-2-15,2 1 0 0,0-1-3 0,1 1 5 16,-1-2 4-16,1 0 0 0,-1-2 0 16,3 0 1-16,-1 0-3 0,2-3-20 0,-5-1-53 15,3 1-73-15,-4-2-145 0,0 0-274 0,-2-1-316 16,-1 4-370-16,-1-2-307 0,-2 0-34 0,1 0 652 15</inkml:trace>
  <inkml:trace contextRef="#ctx0" brushRef="#br0" timeOffset="18747.77">12826 7988 80 0,'6'-2'547'15,"-5"0"384"-15,2-1 165 0,-3 3-61 0,2-1-410 16,1 1-273-16,2 0-165 0,0 0-69 15,1 1-7-15,3-1-3 0,1 1-7 0,4 1 0 16,0 0 4-16,2 0-14 0,0 2-33 0,4-2-19 16,1 1 11-16,3 1 37 0,3-1 9 0,1 0 0 15,-1 0 4-15,5-2 3 0,3 2-17 16,-1 1 49-16,4-3 21 0,5 2 7 0,1-1-4 16,3-1-7-16,1-1-12 0,1 0-65 15,2 1-34-15,1-1-19 0,3 2-12 0,0-2-7 16,-2 0-3-16,2 1 2 0,2 1 0 15,-2-2 2-15,0 2 0 0,0 0 4 0,2 1 9 16,-1-1 4-16,4 1 4 0,0 0-1 0,2 1 1 16,-2 1 0-16,3-1-12 0,-1 0-7 15,1 2-4-15,1 1 0 0,1-1-2 0,-1 0 0 16,4 1 2-16,0 1 2 0,3-1 0 16,1 1-2-16,2-1-1 0,-1 0 0 0,1 2-2 15,0-3-2-15,-1 4 1 0,-1-3 1 0,1 1 2 16,-1 1-1-16,2-2 2 0,0 1 2 0,5 1-2 15,-3-3-1-15,3 5-1 0,-3-3-1 16,1 1-1-16,1 2 0 0,-2-1 1 0,0 1 1 16,1 2 1-16,1 0 1 0,2 0 0 15,0 2-2-15,2-2 0 0,1 2 0 0,3 0-2 16,-4 0 3-16,3 1 2 0,2-2 0 0,2 1 1 16,1 1 0-16,2 0 1 0,2-1-3 0,0 0-1 15,1 0-1-15,0-1 2 0,-1 0 2 16,0 0 0-16,1-1 1 0,1 1 1 0,2-1 1 15,3 1-4-15,-1-2-1 0,0 0-2 16,-2 1 1-16,3-1 1 0,-3 0 0 0,1 0 1 16,3 1 1-16,-1-1 3 0,0-3-5 0,-1 2-2 15,-2 0 2-15,-1 0-1 0,-2-1 2 16,0-1 0-16,-2 1 1 0,-1 1 1 0,0-1-2 16,-4-1 0-16,-2 2-2 0,-2-3-2 15,-4 2 1-15,-4-1 0 0,-6 0 2 0,1 0 0 16,-6-2 1-16,-4 1 2 0,1-1-1 0,-4-1 1 15,-3 1-2-15,-2-4-1 0,-4 2 0 16,-4-3 0-16,-5 4-1 0,-5-3 0 0,-5-1 0 16,-6-1 1-16,-3 0 0 0,-4 1 16 0,-4-2 15 15,-4 2 10-15,0-2 6 0,-4 0 3 16,0 0-2-16,-2 0-13 0,-3 0-12 0,0 0-9 16,0 0-8-16,-1-2-3 0,-1 2-2 0,1 0-1 15,-3-2-2-15,3 2 0 0,-3-1 0 0,1 1-1 16,2 0-1-16,-4-1-1 0,1 1-1 15,0-2-5-15,-2 2-11 0,1 0-18 0,-1-3-37 16,-3 1-73-16,-1-2-83 0,0 2-146 16,0-5-223-16,-2-1-324 0,-2-1-335 0,5 0-210 15,-3-3-31-15,2-1 522 0,0-2 590 16</inkml:trace>
  <inkml:trace contextRef="#ctx0" brushRef="#br0" timeOffset="19030.64">21047 8625 31 0,'-3'-1'510'0,"0"-1"453"0,0 2 239 16,-1-2-63-16,3 2-358 0,1-1-310 0,1 1-175 16,4-1-87-16,5 2-42 0,2-1 12 0,4 1 13 15,3 3-4-15,3-3-14 0,1 2-6 16,0 1-4-16,2 2-30 0,1 0-30 0,0 3-17 16,0 0-12-16,-4 3-23 0,2 1-23 0,-2 0-11 15,-3 2 2-15,-2 1 4 0,-2 2 2 16,-1-1 1-16,-6 0 3 0,-2 3 0 0,-3 1-5 15,0-2-6-15,-6 1-4 0,-1 1-2 16,-3-1-4-16,-3 1-3 0,-2-2-2 0,-2 0-1 16,-2 1-3-16,-2 0-2 0,0-2-1 0,-3-1-7 15,-1 0-33-15,-3-2-78 0,-2 0-72 16,-2-1-152-16,2-2-282 0,-1-4-331 0,2 3-341 16,-1-3-198-16,6-1 39 0,0-1 633 0</inkml:trace>
  <inkml:trace contextRef="#ctx0" brushRef="#br0" timeOffset="20230.66">21362 9903 145 0,'0'1'585'0,"-5"-1"381"0,0 2 179 16,2-2-104-16,-2 0-370 0,1 1-229 0,-1 1-139 16,0-1-82-16,-3 4-33 0,4-1-11 15,-3 3 6-15,2 4 13 0,-3 1 21 0,2 1-3 16,-2 1-20-16,2 6-30 0,-1 1-30 0,-2 3-26 15,5 4-31-15,-3 2-21 0,2 2-17 16,0 2-11-16,1 1-9 0,-1-1-7 0,5 0-4 16,0-5-3-16,5 0-2 0,-1-5-1 15,1-2 0-15,5-6-1 0,2 0 0 0,1-6 0 16,3-5 1-16,0-5 0 0,4-5 2 16,-1-5 1-16,5-6 0 0,1-3 0 0,0-6 1 15,1-2-3-15,-4-2 0 0,3 0 0 0,-1 1-1 16,-2 0 5-16,-4 1 3 0,0 4 3 0,-1 2 2 15,-4 1-1-15,-3 7 1 0,1-2-4 16,-2 3-3-16,-4 3-3 0,0 2-2 0,-2 2-2 16,1 3 1-16,-3-2-2 0,1 4 1 0,-1 2 0 15,-2 2 0-15,-1 4 1 0,1 1-1 16,-3 3 1-16,1 1 0 0,2 3-1 0,-4 3 1 16,1 2 0-16,0-1 0 0,-2 5-2 0,1-1 1 15,0 0-1-15,3 0 0 0,-1-3-1 16,3-2 1-16,0-1-1 0,3-1-1 0,2-5 1 15,3-3-2-15,5-2 1 0,-2-4 0 16,4-3-2-16,3-3-8 0,1-3-20 0,1-3-36 16,1-2-65-16,3-6-63 0,-1-2-54 0,3 0-45 15,-2-3-18-15,3-2 21 0,-4-2 83 16,2 1 81-16,-1 1 50 0,-3-2 30 0,-1 3 20 16,-4-1 15-16,0 2 8 0,-5 3 7 15,1 0 11-15,-3 3 18 0,-5 3 19 0,1 2 32 16,-2 4 26-16,-3 1 30 0,0 3 27 0,-1 3 23 15,-2 0 12-15,-1 3-12 0,0 3-13 16,-3 1-25-16,1 2-30 0,-2 1-31 0,3 3-27 16,1 0-20-16,-3 2-15 0,2 2-5 15,-1 0-1-15,2 2-1 0,0 0-2 0,3 1-2 16,1-1-1-16,0 0-5 0,3 0-5 0,0-4-2 16,5-1-2-16,0 0-1 0,1-3 0 0,1 0 0 15,2-3 0-15,1-2-2 0,1-3 0 16,1 0-1-16,0-1-14 0,0-2-40 0,0 0-72 15,-2-2-70-15,-2 1-137 0,-2-1-223 16,-1-1-314-16,-1 0-303 0,-2 0-202 0,1-1-61 16,-5 0 467-16,2-2 571 0</inkml:trace>
  <inkml:trace contextRef="#ctx0" brushRef="#br0" timeOffset="20384.3">22171 10225 27 0,'-8'6'448'0,"-1"1"364"16,-1-1 234-16,2 1 14 0,-1 1-352 0,1-1-277 15,3 1-174-15,1-3-96 0,0 1-62 16,1 0-42-16,3-1-30 0,0-1-14 0,3 1-22 16,-1-3-54-16,1 3-94 0,4-4-122 15,-3 3-190-15,1-3-274 0,3 0-216 0,1 1-56 16,1 1 195-16,2-3 329 0</inkml:trace>
  <inkml:trace contextRef="#ctx0" brushRef="#br0" timeOffset="21080.2">22617 10084 287 0,'-8'-9'647'0,"0"0"295"16,-1 0 125-16,0 1-231 0,0-2-268 0,3 0-172 15,0-1-108-15,-3 2-77 0,4-1-61 0,-2 1-46 16,1 0-25-16,-2 0-14 0,3 3 8 0,1-1 24 15,0 2 34-15,0 0 32 0,0 2 31 16,0 0 21-16,-2 0-3 0,1 0-21 0,0 2-32 16,-1-1-31-16,1 0-31 0,-2 1-26 0,-2 1-17 15,1 1-12-15,0 1-7 0,-3 1-4 0,0 2-5 16,-3 2-4-16,-2 1-3 0,-3 3-5 16,0 0-3-16,-3 4-2 0,-3 2-2 0,-4 2-1 15,-1 2-2-15,-1 2-1 0,-2 2-1 0,-4 1-1 16,1 0 0-16,-3 3-1 0,2 0 0 15,2-2 0-15,4-1 1 0,2 0 0 0,5-2-1 16,5-3 1-16,5 0 0 0,5-4 1 16,4-1 0-16,6-2-1 0,6 1 2 0,5-6 0 15,4-2 0-15,6-2 0 0,3-4 0 16,5-1-1-16,4-4 0 0,1-4-1 0,-1 1 0 16,3-4 0-16,-1 2-1 0,0-6 0 0,-3 3-1 15,1-1-1-15,-6-2 0 0,-1 0 2 16,-5-1-1-16,2 0 1 0,-4 0 2 0,-3 1-1 15,0 0 0-15,-4 0 0 0,0-2 0 0,-3 1 0 16,0 0-1-16,1 0 0 0,-3 1 1 16,-4-1 0-16,1 1-1 0,0 2 2 0,-1 0-1 15,-2 1 7-15,0 3 4 0,-2 2 2 0,0 1 1 16,-2 1-1-16,0 4 0 0,-2-1-6 16,1 4-4-16,-2-1-2 0,0 5-1 0,0-1 0 15,-1 0 0-15,0 1 1 0,0 2-2 0,-1 1 2 16,1 0-2-16,-1 2 1 0,-2-1 0 0,4 1 0 15,-1 2 0-15,-1-1 0 0,3 2 0 16,-4 1 0-16,5 0 0 0,0 1 0 0,1 2 0 16,0-2-1-16,2 4 0 0,0-2-1 15,2 0 0-15,1 0 1 0,2 0-3 0,3 0 2 16,-2 0-2-16,1-1 0 0,2-1 0 0,0 2-1 16,1-3-1-16,1-1-4 0,2 1-12 15,-2-4-32-15,2-3-65 0,1-2-70 0,-2-3-107 16,2-3-180-16,-1 0-305 0,0-3-313 0,-1-1-242 15,1 0-146-15,0-4 254 0,0 0 621 16</inkml:trace>
  <inkml:trace contextRef="#ctx0" brushRef="#br0" timeOffset="21447.51">23123 10003 17 0,'-2'-12'610'0,"-1"2"645"0,-6 1 317 0,-1 3-139 16,-2 2-381-16,-2 1-431 0,-2 2-214 0,-2 2-139 16,2 2-99-16,-1 4-69 0,0 0-38 0,2 2-23 15,-2 2-13-15,4 0-8 0,2 1-6 16,-1 2-5-16,2-2-3 0,4 2-1 16,1-1-1-16,2-1-1 0,3-2-1 0,5 3 0 15,-1-4 0-15,4 0-2 0,4 0 0 0,2-2 0 16,0 1-1-16,3-1 1 0,-1 0-1 0,3 1 0 15,1 1 0-15,-2 2 0 0,-1-2-1 16,-2 1 0-16,-3 1 2 0,-1 2 0 0,-3-1 2 16,-3 0 1-16,0 4 1 0,-7-2 0 15,-2 1 0-15,-4 1 0 0,-2-1 0 0,-2 4-1 16,-3-1 0-16,-2-2 0 0,-1 4 0 0,0-3-2 16,-2 0-2-16,-2-1-14 0,-1 1-45 15,-1-4-79-15,2 1-88 0,-2-5-164 0,2 0-296 16,3-4-339-16,3-3-317 0,3-2-164 15,3-2 142-15,3-3 645 0</inkml:trace>
  <inkml:trace contextRef="#ctx0" brushRef="#br0" timeOffset="22556.08">24257 10579 296 0,'-5'5'681'16,"5"-4"252"-16,0-1 125 0,5-4-144 0,3-3-355 16,1-8-169-16,5-1-71 0,6-5-10 15,1-2-56-15,6-8-11 0,2 0-14 0,2-2-22 16,-1-2-29-16,2-1-38 0,-4 2 8 16,-1 3-25-16,-6 1-16 0,0 4-6 0,-7 3-1 15,-2 3-2-15,-4 4-25 0,-3 3-21 0,-2 4-14 16,-3 2-11-16,-3 3-10 0,-2 4-7 0,-3 6-4 15,-2 3-1-15,-2 6-1 0,-1 4-1 16,1 6-1-16,-1 2 0 0,-1 3 0 0,3 3-1 16,0 0-1-16,2 3 0 0,1-2 0 15,1 1-1-15,6-2 0 0,1-4 1 0,1-1-1 16,2-4 2-16,6-3 1 0,1-4 0 0,3-6 0 16,4-2 0-16,-1-4 2 0,5-7-3 15,2-4 1-15,0-6 2 0,0-3-1 0,3-5 0 16,-3 0-1-16,-2-3-1 0,1-2 2 15,-5 2 0-15,-2-1 4 0,-1 2 6 0,-6-1 4 16,-2 4 3-16,-3-1 3 0,-1 4 3 0,-4 0-3 16,1 4-5-16,-2 4-3 0,-1 0-3 0,-1 4-4 15,1 2-4-15,-4 4-1 0,3 2-1 16,-1 4-1-16,-1 2 0 0,3 5 0 16,-4 1 1-16,5 4-1 0,0 1 0 0,0 3 0 15,1-3 0-15,4 3-1 0,-1-1-1 0,2-3-1 16,2-1 1-16,4-1 0 0,1-5 0 0,1-1 0 15,5-4 2-15,0-3-3 0,3-3 2 16,-2-4-1-16,4-2-1 0,-3-3-1 0,0-1-1 16,2-3-1-16,-2 0-8 0,-4-3-13 15,2 1-28-15,-3-2-43 0,-1-1-61 0,1 2-57 16,-4-1-46-16,-1 0-34 0,2 0 3 0,-2-1 45 16,-2 2 77-16,1 0 71 0,-3 1 43 0,4 0 26 15,-3 3 12-15,-1-1 9 0,1 3 9 16,-1 2-2-16,-1 3 2 0,1 1 2 0,-1 4 3 15,0 3 1-15,1 3-4 0,-1 2 1 16,0 3 5-16,0 4 3 0,2 0 1 0,0 4-3 16,1 1 4-16,-1 3-5 0,0 0-1 0,-1 0-10 15,1 3-1-15,0-2-4 0,1 2 1 16,-1-4 7-16,-2-1 0 0,0 1 3 0,2-5 1 16,-2 0-4-16,0-1-52 0,1-3-172 15,-2-1-304-15,-2-5-260 0,0-2-267 0,0-4-209 16,4-3 121-16,-3-6 552 0</inkml:trace>
  <inkml:trace contextRef="#ctx0" brushRef="#br0" timeOffset="22764.23">25414 10007 481 0,'0'-19'1309'0,"-5"0"349"0,-1 5-205 0,-2 3-319 15,-3 3-512-15,3 2-262 0,2 2-147 0,-1 3-88 16,1 2-52-16,2 1-34 0,0 2-18 15,1 2-9-15,2 5-5 0,-1-3-1 0,0 3-4 16,2 2-1-16,4 0-7 0,-4 2-35 16,0 0-77-16,3 2-77 0,-3-2-149 0,0 1-259 15,0 0-333-15,1 3-331 0,1-2-195 16,0 0 27-16,-1 1 582 0</inkml:trace>
  <inkml:trace contextRef="#ctx0" brushRef="#br0" timeOffset="23480.55">25481 10513 467 0,'1'24'882'0,"4"-3"230"16,-4-3 8-16,2-3-282 0,2-1-338 0,3-7-150 15,5-1-46-15,0-5 12 0,4-3-1 16,-1-3-12-16,3-6-24 0,1-2-47 0,1-1-47 16,-1-4-50-16,0-4-41 0,-2 0-30 0,0-1-16 15,-1 1-10-15,-1-1-6 0,-5-1-3 0,0 3-4 16,-2-2-3-16,-1 3-1 0,0 1-1 15,-1 1-2-15,-2 5-4 0,1 3-2 0,-3 2-3 16,-2 4-3-16,-1 4-3 0,0 3 0 0,-1 4-2 16,-2 6 0-16,-2 4 0 0,0 3-1 15,2 4 0-15,0 1 0 0,1 2 0 0,1 3-1 16,2 1 1-16,1-2-2 0,3-1-1 16,1 0 1-16,5-6-1 0,0-3 1 0,5-2 0 15,0-9 2-15,3-3 0 0,-2-5 2 16,5-5 0-16,0-3 1 0,4-10 0 0,-2-4 1 15,2-5-1-15,1-6 0 0,3-7-1 16,4-3 1-16,-1-4-1 0,0-6-1 0,0-3 0 16,2-3 5-16,-4 0 5 0,2-3 1 0,-3 0 3 15,1 1 0-15,-7 3 1 0,-2 3-4 0,-2 10 2 16,-5 3 2-16,-5 10 1 0,-2 6 1 16,-3 7-1-16,-5 7 0 0,-3 7-5 0,-4 8-6 15,-3 7-4-15,-2 7 0 0,-2 8-4 0,-2 3 1 16,-1 6 1-16,0 7 1 0,-2 4 1 15,-1 6 0-15,-1 4 2 0,-1 5 1 0,1 3-3 16,3-1-1-16,4 0-1 0,5-3-1 0,6-3-1 16,8-6 1-16,5-4 0 0,8-8 0 15,4-6 0-15,6-8 0 0,4-3 0 0,4-9 0 16,6-4 0-16,2-7-1 0,3-4 2 16,2-4 1-16,3-4 0 0,-4-1 1 0,1-2 1 15,-6 1 1-15,-4-2-1 0,-1 2-1 0,-7 1 0 16,-4 2 0-16,-6-2-2 0,0 5 0 15,-9 1 1-15,1 3 0 0,-5 0-1 0,-3 3 1 16,-4 3 0-16,-1 1 2 0,-3 4 2 16,-3 3 1-16,-1 0-1 0,-4 5 2 0,2 0-2 15,-3 2-2-15,2 3-3 0,-1 2 0 0,-1-1-1 16,3 1-1-16,0 0 1 0,4-1-1 0,0-1 1 16,3-1 0-16,2-1-6 0,3-3-11 15,6-1-19-15,0-3-39 0,3-4-79 0,5-3-104 16,1 1-179-16,2-5-296 0,3-2-348 0,6-1-366 15,1-2-168-15,1-2 220 0,3-4 716 16</inkml:trace>
  <inkml:trace contextRef="#ctx0" brushRef="#br0" timeOffset="23780.34">27398 10632 138 0,'5'-6'881'16,"-3"-1"691"-16,-2 0 69 0,-2 0-301 0,-1-2-464 15,0 0-337-15,-3 0-203 0,-1 0-127 0,-1-1-78 16,2 2-44-16,-3 3-27 0,-3 1-18 15,0 2-13-15,-2 2-10 0,-2 2-7 0,-2 5-5 16,2 0-3-16,-2 1-1 0,0 3-2 16,4-1 0-16,3 2-1 0,-2-2 0 0,8 1-1 0,2-1 0 15,3-1-1-15,7-1-1 0,1-2 0 16,7-3 1-16,1-1-2 0,6-2 1 0,7-3 0 16,1 1 1-16,5 0 0 0,3 0 2 15,6 0 0-15,-1 2 1 0,4 4 1 0,-3 1 0 16,3 4 1-16,0 3 1 0,-3 3 1 0,-5 4 0 15,-2 4 0-15,-4 1 0 0,-5 4-1 16,-2 4-2-16,-4 1 0 0,-6-3-2 0,-1 3-1 16,-4-1-2-16,-2-2-4 0,-5-5-11 0,1 1-22 15,-5-4-59-15,-2-4-79 0,-2-2-162 16,-3-3-275-16,2-4-327 0,1-2-393 16,-1-3-306-16,2-6 18 0,-3-4 739 0</inkml:trace>
  <inkml:trace contextRef="#ctx0" brushRef="#br0" timeOffset="27597.57">11343 2136 14 0,'-4'-4'423'0,"1"-1"388"16,0-1 272-16,-2-1 26 0,3 0-302 0,-1 1-290 15,0-1-145-15,3-1-100 0,-3 0-45 0,3 1-30 16,-1 0-8-16,1 0 6 0,0-4-5 0,0 4-4 16,0 0-22-16,0 0-22 0,0 1-33 15,0 1-23-15,0 1-17 0,1-1-18 0,-1 1-13 16,0 1-4-16,3-1-5 0,-3 2-12 0,0-1-8 16,3 2-3-16,-3-1-2 0,0 0-3 0,2 0-1 15,-1 2-1-15,1 0 0 0,0 0 1 0,-1 0 0 16,2 0 0-16,1 0 1 0,1 2 0 0,2 2 1 15,-1 0-2-15,2 0 1 0,2 3 0 0,2 1 8 16,1 1 4-16,0 2 1 0,1 2 3 16,-1 0 0-16,3 1 0 0,-2 1-6 0,0 1-4 15,0 1-3-15,0 0 0 0,-1 0 0 0,0 1 5 16,-4 0 1-16,1 2 2 0,-4-2 2 0,2 1 1 16,-5-1-1-16,0 0-3 0,-1 2 0 15,-2-2-2-15,-2 1-2 0,1-1 0 0,-3 1 2 16,-2-1 4-16,0-2 2 0,-2 1 1 0,0 0 1 15,0-3-1-15,1-1-2 0,-3-1-3 16,0-1-1-16,-1-2 1 0,0 1 1 0,0-4 0 0,-3-1 1 16,3 0-1-16,-3-4-2 0,-1-1-3 15,-2-3-1-15,1-1-2 0,-1-4-2 0,1 0-4 16,-1-3-4-16,1-3 2 0,0 2 1 0,2-3 2 16,1 0 0-16,0 0 5 0,1 2 2 0,2-1-3 15,1 1-2-15,1-1-1 0,0 0-1 16,2 1 2-16,1 0-6 0,0-2-2 0,3 0-2 15,-1 0-1-15,3 0 0 0,0 1 0 0,2 1 4 16,-1-3 2-16,1 3 1 0,3-2 1 0,0 0 1 16,0 1-1-16,1 0 0 0,3-1 1 15,-2 0 0-15,2 0 0 0,0 1 1 0,-1 1 0 16,2-2 0-16,0 2 0 0,0 0-1 0,2 1 1 16,-3 1-1-16,4 3-1 0,-4-2 1 0,5 3 0 15,-3 1 1-15,2 2-1 0,0 0 1 0,0 2 1 16,0 0 0-16,0 2-1 0,1 0 1 0,2 2-1 15,0 0 1-15,0 0-1 0,1 2 1 16,-1 0 0-16,3-1 2 0,-3 1-1 0,1-1-1 16,-1-2 1-16,2 3-1 0,-1-3-1 0,-3 1 0 15,1-1 0-15,-1-1 1 0,-2 0-1 0,1 0-1 16,-4 0-1-16,1 0 0 0,-2-1 0 16,-2 1-1-16,0 0-3 0,-1-2-13 0,-1 1-32 15,0 1-74-15,-4-2-104 0,0 2-218 0,0-2-295 16,-3 0-348-16,0-3-379 0,-2 1-180 0,0-4 338 15,2 1 787-15</inkml:trace>
  <inkml:trace contextRef="#ctx0" brushRef="#br0" timeOffset="28214.28">12253 1824 419 0,'0'-3'835'0,"0"1"298"0,-2-3 32 0,-1 3-304 15,-2-3-315-15,1 0-163 0,-1 1-74 0,-1 0-35 16,-1-1-17-16,-1 1-6 0,-1-1-20 0,0 1-30 16,-3-1-39-16,2 1-37 0,-2-2-38 15,1 3-29-15,-3-2-16 0,4 2-9 0,-2-1-8 16,2 2-4-16,-1 2-5 0,0-3-2 0,3 1-5 16,0 2-3-16,0 0-4 0,1 0 0 0,0 2-1 15,1 1 1-15,-1-3-1 0,3 2-1 0,-4 1 1 16,3 1-1-16,-1 1 0 0,1 0 0 15,0-1-1-15,-1 3 1 0,0-1 0 0,3 3 1 16,-2 0-1-16,0 1 0 0,3 3 0 0,-1 0 0 16,-1 2-1-16,1 0 1 0,1 2 1 0,-1-2-1 15,1 4 0-15,1 1 0 0,-1-1 1 16,0 2-1-16,-1 0 0 0,3 2 1 0,-3 2-1 16,0-2 1-16,1 1 0 0,-1-1-1 0,-1 3 7 15,1 0 0-15,-1-3 3 0,-1 3 2 0,2-2 1 16,0 0-5-16,1-1-8 0,-1-1-5 0,3-1-1 15,0-1-4-15,0 0-1 0,2-4 4 0,1 0 3 16,2-1 3-16,1-2-1 0,-1 0 1 16,4-1 1-16,-1-3 1 0,4-1 0 0,1 0 0 15,0-2 2-15,3-2-1 0,-2-2 5 0,3 1 3 16,1-6 2-16,3 0 0 0,-1-2-3 0,-1-1 0 16,3 0-5-16,-3-2-4 0,0-1-6 0,-2-1-8 15,1-2-52-15,-1 1-72 0,-2-3-80 0,-1 1-150 16,-1-2-261-16,-1 0-333 0,-1-3-286 15,1 1-186-15,-2-2 45 0,0-2 560 0</inkml:trace>
  <inkml:trace contextRef="#ctx0" brushRef="#br0" timeOffset="28531.71">12484 1729 113 0,'0'10'649'0,"-2"4"412"0,-1-2 145 0,2 0-90 16,-1-1-401-16,2 1-283 0,0-2-145 0,0-1-73 16,3 2-57-16,0-2-40 0,-1 0-26 15,1-4-32-15,2 2 18 0,-1-3 29 0,0 1 39 16,0-4 24-16,-2 0 5 0,1-2-2 0,2-2-34 16,-2-3-36-16,2 0-31 0,-1-3-22 0,-2-1-13 15,1-1-10-15,-1 0-4 0,-1-1-4 0,-1 1-1 16,-1-2-5-16,-1 4-2 0,-1-1-1 15,1 0-2-15,-2 0-1 0,-1 4-2 0,1 0-2 16,-1 2-2-16,1 1-2 0,-2 3 0 0,3 0-3 16,-2 1 1-16,1 4 0 0,0 0 0 0,1 2-2 15,0 1-4-15,1 3-33 0,2 1-72 16,0-1-70-16,0 1-136 0,0 2-236 0,2-1-324 16,1 2-325-16,0 0-222 0,5 0-48 0,-2 2 502 15</inkml:trace>
  <inkml:trace contextRef="#ctx0" brushRef="#br0" timeOffset="28814.46">12836 2196 323 0,'7'15'707'0,"-2"-3"301"0,-1-2 104 16,1-1-246-16,0 0-278 0,-2-3-179 0,0 0-84 15,0 0-24-15,0-4 7 0,2 1 2 0,-1-3-14 16,0 0-24-16,-1-3-41 0,0-2-53 0,0-1-55 15,1 0-47-15,-3-2-26 0,1 0-17 16,-1-2-10-16,-1 1-6 0,-1-3-4 0,-1 1-5 16,-1 0-2-16,1 2-2 0,-1 0-1 0,0 0-1 15,-3 2-1-15,5 0-1 0,-4 2-1 16,1 0-3-16,0 3 0 0,-1 0-6 0,-3 2-26 16,3 2-67-16,-1 0-66 0,-4 3-116 0,2 0-191 0,-4 0-312 15,2-1-329-15,-2 4-233 0,-1 0-149 16,0-1 349-16,-2 2 615 0</inkml:trace>
  <inkml:trace contextRef="#ctx0" brushRef="#br0" timeOffset="29060.55">12476 2442 207 0,'-8'4'835'0,"0"-1"400"0,0-1 33 15,2-4-136-15,1-1-383 0,5-3-264 16,0-2-120-16,3-5-68 0,4-5-42 0,2-1-44 15,2-6-59-15,2 0-47 0,3-3-35 0,1-5-24 16,2 1-19-16,3 0-13 0,2-4-11 0,-2 1-7 16,3-1-5-16,-1 1 5 0,-2-1-1 15,1 2 2-15,-2 1-3 0,-2-1-14 0,-3 5-56 16,1-1-63-16,-5 1-104 0,-1 2-184 0,-2 0-301 16,-1 2-330-16,-3 1-278 0,1 1-168 0,-2 3 278 15,-2 0 643-15</inkml:trace>
  <inkml:trace contextRef="#ctx0" brushRef="#br0" timeOffset="29462.69">12753 1557 227 0,'-5'4'752'16,"-2"1"356"-16,3-1 51 0,-1-3-184 0,4 3-416 16,1-2-227-16,1 2-133 0,5-2-68 15,-1 2-24-15,6 0 1 0,2 1-4 0,3-1-26 16,2 1-16-16,2-1 46 0,3 2 16 0,1-1-2 15,1-1-6-15,2-1-8 0,0 0 1 16,0 0-45-16,3-1-30 0,-3-1-19 0,0-1-6 0,-2 2-1 16,2-1-3-16,-3 2-2 0,-2 0-1 15,2 0 3-15,-6 3 0 0,0 2-2 0,-1-1 0 16,-4 4-3-16,1-1 4 0,-3 2-1 0,-1 2 2 16,-1 1-1-16,-3 0 0 0,-1 2 2 15,0-2 1-15,-2 5-1 0,1-2-5 0,-3 2 2 16,-1-3 2-16,2 3-3 0,-2 1 0 0,0-2-2 15,-2 0 4-15,2-1-3 0,-1 1 0 0,1-2 2 16,-2-1-3-16,0-1 0 0,-1 0-2 0,0-1 1 16,-2 1 0-16,0-3-1 0,-1 1 2 15,0-3 2-15,-4 2 0 0,2 1 0 0,-3-2 1 16,0-1-3-16,2 0-1 0,-4 1-4 0,0-3-5 16,1 2-31-16,-1-3-50 0,2-1-48 0,-3-4-102 15,4 2-172-15,-2-4-301 0,4-4-270 0,3 2-226 16,0-5-133-16,5-3 292 0,0 0 541 15</inkml:trace>
  <inkml:trace contextRef="#ctx0" brushRef="#br0" timeOffset="30330.21">14062 1830 220 0,'-6'-3'513'0,"1"1"281"0,0 1 180 16,3-2-176-16,-1 3-185 0,0 0-118 15,3-2-93-15,-2 2-90 0,2 0-74 0,0 0-70 16,0 0-55-16,0-3-22 0,2 3-5 0,3-2 26 16,1 2 14-16,1 2 37 0,3-2 29 0,2 3-3 15,-1-3-16-15,5 0-37 0,-2 0-21 0,3 0-25 16,2 0-28-16,-1-3-17 0,0 1-7 15,2 1-6-15,0 1-4 0,0-1-10 0,0-1-7 16,0-1-3-16,0 2-3 0,0-3-1 0,-1 2-2 16,-1-2 0-16,-2 2-1 0,2-3 0 0,-6 2-1 15,1 0 1-15,1-2 1 0,-2 1 0 16,-2 1-1-16,-2-1 0 0,2-2 0 0,-2 2-1 16,1-3-2-16,-2 1-1 0,-1 0-12 0,0-1-28 15,2 1-59-15,-2-2-57 0,-1-1-63 0,-2 0-118 16,2-1-150-16,0 1-193 0,-1-2-233 0,1 0-223 15,-2 3-146-15,2-3 195 0,0-1 436 16</inkml:trace>
  <inkml:trace contextRef="#ctx0" brushRef="#br0" timeOffset="30691.14">14413 1553 301 0,'1'5'743'0,"1"-2"280"15,1 0 42-15,2 0-247 0,3 0-276 16,0-2-200-16,3 1-112 0,3 0-52 0,0 0-15 16,3 0-8-16,0 1-49 0,1 1-35 0,0-2-7 15,4 4 40-15,-2-4 1 0,-2 4-2 0,4-1-4 16,-3-1 1-16,-1 2-8 0,-3-2-45 0,0-1-20 15,-3 1-9-15,-2 1-4 0,-2 0 18 16,-2-1 36-16,0-1 17 0,-3 2 12 0,-1-1 1 0,-2 0-1 16,-2 1-22-16,0 1-30 0,-5-1-16 15,1-1-14-15,-2 1-7 0,-5 0-5 0,-1-1-19 16,-1 0-55-16,-4-1-56 0,-1-1-70 0,-1-1-154 16,1-1-229-16,-4 0-307 0,1-1-249 0,0-1-217 15,0-1 20-15,-1 2 518 0</inkml:trace>
  <inkml:trace contextRef="#ctx0" brushRef="#br0" timeOffset="31118.06">14187 1579 220 0,'-8'4'495'0,"0"2"217"16,0 1 163-16,-2-1-145 0,0 1-196 0,0 3-94 15,-1-2-42-15,-2 1-35 0,-1 1-65 0,-2 2-64 16,-1 1-57-16,-1 2-50 0,-2 1-43 0,2-1-30 16,-2 1-12-16,6 1-14 0,-4 0-12 0,2 1-4 15,2-1-2-15,3 0-2 0,-1 2-7 16,2-4-2-16,4 2 1 0,2-2-1 0,1 0 0 16,3-1 0-16,2-1 2 0,1-1-3 0,3 0 2 15,3-1 0-15,1-2-1 0,3-2-5 0,0-1 3 16,4-1 3-16,0-2-3 0,3-1 2 0,3-4-1 15,1-1 4-15,3-2-2 0,0-1-6 16,6-3-37-16,-2-2-75 0,3-2-128 0,0 0-185 16,4-5-292-16,-1 0-273 0,4-2-174 0,-2-1 67 15,1-1 389-15</inkml:trace>
  <inkml:trace contextRef="#ctx0" brushRef="#br0" timeOffset="31691.4">15107 2008 64 0,'-8'11'560'16,"2"-3"420"-16,3-3 178 0,-1 0-47 0,3-4-360 15,1-2-293-15,3-4-139 0,2-1-23 0,1-3 14 16,6-1-4-16,-2-3-22 0,5-4-25 0,0-2-38 16,1-1-56-16,3-4-47 0,3-2-36 15,0-1-23-15,2-2-14 0,1-1-11 0,1-1-7 16,0-2-3-16,3 2-2 0,-2-1-3 0,-2-1-3 15,1 4-2-15,-3-2-1 0,-1 4-6 0,-3 2-2 16,-1 1-2-16,-4 1-1 0,2 1-1 0,-5 5-1 16,0-2-1-16,-5 4 0 0,0 0-2 0,-1 2-3 15,-1 2-10-15,-3 1-20 0,-1 0-48 0,-1 4-72 16,-4-1-81-16,-2 2-155 0,-2 2-225 0,-4 0-315 16,-1 2-281-16,-2 1-196 0,0 0 3 0,-3 0 529 15</inkml:trace>
  <inkml:trace contextRef="#ctx0" brushRef="#br0" timeOffset="31963.48">15039 1308 245 0,'2'3'629'0,"-2"0"267"15,1 2 77-15,2-1-176 0,0 1-250 0,2 3-149 16,1 2-85-16,3 2-27 0,0 1-12 0,0 5-37 16,4 0-21-16,1 2-21 0,1 3-10 0,3 1-26 15,-2 0-18-15,5 2-13 0,-2 1-39 16,-2-2-34-16,2 2-20 0,-1-2-9 0,1 1-9 16,-5-2-7-16,3 0-2 0,-4 0-2 0,3-1-4 15,-2-1-2-15,-2 1-5 0,1-3-42 0,0 2-53 16,-5-3-71-16,-2 1-162 0,2-1-279 0,0 0-307 15,-2 0-263-15,0-1-200 0,1 1 108 16,-1-4 586-16</inkml:trace>
  <inkml:trace contextRef="#ctx0" brushRef="#br0" timeOffset="33498.35">14298 7297 109 0,'-7'5'967'0,"-1"-3"728"0,2 0-55 0,-3 1-352 16,2-3-425-16,2 2-378 0,0-2-216 16,2 0-121-16,0 2-56 0,3-2-35 0,0-2-21 15,0 2-15-15,3-2-10 0,0 1-5 0,2-3-3 16,0 2-3-16,2-4-1 0,-1 1-2 15,3-1-3-15,1-1-14 0,-1 1-39 0,0-2-76 16,0 1-83-16,0-3-158 0,-1 4-292 16,0-2-330-16,1 0-332 0,-1 0-184 0,6 1 98 15,-2 0 645-15</inkml:trace>
  <inkml:trace contextRef="#ctx0" brushRef="#br0" timeOffset="35264.41">16628 7264 31 0,'2'5'617'16,"-1"0"560"-16,-1-4 249 0,0 0-144 0,0 1-352 15,0-1-426-15,0 1-189 0,2-2-112 16,-1-2-84-16,3-1-49 0,-1 1-26 0,3-3-16 15,-2 0-14-15,3-1-9 0,-1-1-5 16,2-2 0-16,2 1-5 0,-1-2-9 0,-1-3-43 16,5 2-43-16,-5-1-54 0,1 0-118 0,-1-3-170 15,1 3-305-15,-1-2-242 0,-1 3-226 16,-1-3-90-16,3 1 342 0,-1 0 498 0</inkml:trace>
  <inkml:trace contextRef="#ctx0" brushRef="#br0" timeOffset="35797.5">17869 6122 287 0,'-1'8'1134'16,"-1"-2"537"-16,2 0-147 0,0 0-334 15,0-3-486-15,0 2-281 0,0-4-190 0,0 1-110 16,3-1-52-16,-1-1-28 0,1 0-21 0,0-1-8 16,3-2-7-16,2-3-3 0,-3 0 0 0,3 0-1 15,1-3-3-15,-2-1 1 0,1 0-3 16,1-1-16-16,0-2-64 0,-1 0-73 0,-3-2-124 16,3 0-219-16,-2 0-313 0,1 1-349 15,-2-1-262-15,-2-1-94 0,-2 1 450 0,1-4 639 16</inkml:trace>
  <inkml:trace contextRef="#ctx0" brushRef="#br0" timeOffset="36509.68">18991 4301 330 0,'-13'-3'982'0,"0"3"412"0,2 0 14 16,1-2-187-16,2 2-500 0,2 0-263 0,0-2-137 16,1 0-99-16,4 2-78 0,-3 0-62 15,4-1-41-15,-1 1-21 0,1-1-13 0,1-1-5 16,3-1-2-16,-3 0-1 0,4 0-3 15,1-1-19-15,-3-1-56 0,0 1-60 0,-1-1-96 16,0 3-174-16,-4-2-302 0,0 2-317 0,-3 2-260 16,1 1-181-16,-5 4 227 0,-3-1 619 0</inkml:trace>
  <inkml:trace contextRef="#ctx0" brushRef="#br0" timeOffset="38730.47">13910 7299 117 0,'-3'3'349'16,"-3"-2"159"-16,1 2 117 0,0-1-124 15,2-1-252-15,0 1-104 0,-1-2-55 0,3 0-37 16,-1 2-19-16,1-2-9 0,1 0-12 0,1 3-7 16,1-2-2-16,1 1-4 0,0 1 0 15,4 3 0-15,-1-1 5 0,3 1 24 0,-1 0 79 16,2 2 43-16,1-3 19 0,0 3 8 16,0 0 4-16,5 0-20 0,-2 2-69 0,3-1-38 15,-1 0-15-15,5 0-13 0,-1 0-31 0,3-1-15 16,0 0-9-16,3 1-4 0,0-1-5 15,3-2-1-15,2-1 22 0,1-1 132 0,4-1 94 16,-1-2 42-16,3-1 9 0,3 0-1 16,-3-1-13-16,2-2-96 0,-2-1-76 0,4-1-34 15,-4-1-20-15,2 1-13 0,-1-1-1 0,1-2-2 16,-4 2 1-16,2-1 2 0,0-2 0 0,-2 0 3 16,1 1-6-16,-1-3 0 0,-1 0-3 15,3 1 0-15,-2-3 2 0,2 2-3 0,-3-1 5 16,2-1 0-16,-3 2-4 0,0-1-2 15,-1-1 2-15,1 2 1 0,-2 0-3 0,-2 1 0 16,2-1 3-16,-4 2 21 0,1-1 16 0,-1-1 10 16,1 1 2-16,-1-1 0 0,2 1-3 15,-3 0-16-15,1-3-16 0,2 3-11 16,-1-4-1-16,1 3 0 0,0-3 2 0,0 1-2 16,2 0 0-16,1-4-2 0,0 3 1 0,2-1-4 15,0-1 1-15,1-3-1 0,2 1-5 0,-2-1 5 16,1 0 1-16,-1-1 1 0,1 0-1 15,0 1-2-15,-2-2 3 0,2 1-5 0,-4 1-2 16,0 0-2-16,2-2 0 0,-3 4 6 16,-1-1 3-16,-1 1-1 0,0 0 5 0,-1 1 2 15,-1 1 2-15,0 0-3 0,1-1 0 0,-1 1 3 16,1 0-4-16,-1-1-2 0,2 0 1 16,-1 1 1-16,1 1-3 0,0-2 0 0,0 0 1 15,0 1-2-15,-3 0-3 0,3 0-3 0,-1-2 2 16,-3 2-3-16,3 0 5 0,-1-1 0 15,-1 1 3-15,1-2-3 0,-1 2-5 0,2 0-2 16,-1 0-5-16,-2 0-1 0,2-2 0 16,-1 1 3-16,-2 1-1 0,2-2 7 0,-2 1 3 15,-2-1-1-15,0 0 36 0,3-1 34 0,-3-2 30 16,4-1 4-16,-3-1 8 0,3-2-2 16,1-2-27-16,-1-2-31 0,5-3-22 0,-1 0-7 15,4-2-6-15,0-1 51 0,3-4 27 0,-2 1 13 16,2-4 2-16,0-1-4 0,5 0-6 15,-4-3-47-15,4 0-29 0,1-1-13 0,-1-1-7 16,3-3-1-16,-2 1 0 0,3-3 2 0,1-3 5 16,2-1 1-16,0-2-8 0,0-4 3 15,2-3-2-15,-1-1-4 0,1-3-4 0,0 0 1 16,-4-1 7-16,-1 0-1 0,-2 2-1 0,-2 1 4 16,-3 4 0-16,0 1-6 0,-4 3-2 0,2 3-1 15,-3 2 1-15,0-1-3 0,-4 5 1 16,2 5 1-16,-1-1 1 0,-2 4-5 0,-1 2-26 15,-4 1-60-15,0 3-54 0,-6 1-98 16,-2 4-173-16,-4 1-306 0,-5-1-298 0,-3 6-224 16,-5 1-162-16,-6 4 255 0,-4 4 584 0</inkml:trace>
  <inkml:trace contextRef="#ctx0" brushRef="#br0" timeOffset="40487.19">14266 7257 106 0,'-5'1'469'0,"0"1"324"0,2-2 232 0,0 1-49 0,0-1-267 16,-2 2-203-16,2-2-121 16,2 1-99-16,-3-1-77 0,1 3-66 0,1-1-49 15,1 1-20-15,-1 1-1 0,1 3 35 0,-1 2 53 16,2 2 21-16,2 3 2 0,-1 1-10 15,1 3-26-15,1-2-36 0,0-1-51 0,2 1-26 16,3-2-14-16,0 0-11 0,1-3 22 0,1-1 8 16,2-3 9-16,1 1 1 0,1-6 11 0,2-2 4 15,1-2-17-15,-1-2-9 0,3-4-6 16,-3-3 1-16,3-1-6 0,-2-4-10 0,-1 0-6 16,-2-1-4-16,-1-2 2 0,-2 0 5 15,0 2 4-15,-3-1 7 0,-3 2 9 16,0 2 3-16,-4 0-3 0,1 1-8 0,-4 0-5 15,-1 3-4-15,-3-1-6 0,-2 2-5 0,-5 2-1 16,2 1-3-16,-5 1-1 0,0 3-1 0,-4 2-2 16,2 2 1-16,-2 4 0 0,0 2-3 15,4 2 1-15,-2 4 0 0,2 0 1 0,2 3-2 16,5 2 2-16,-1-2-1 0,4 1 0 0,0 1 0 16,3-2 2-16,3-1-2 0,0 0 1 15,1-5-1-15,4 0 1 0,1-2 1 0,0-3-2 16,1 0 2-16,1-4-1 0,2-2 1 15,-1-2 1-15,0-4 0 0,3-1 1 0,-3-3 0 16,0-1 1-16,0 2 0 0,-1-3 1 0,-3 0-1 16,-2 1-1-16,-1-1-4 0,0 4 3 15,-2-3-5-15,-2 4 3 0,-1 0 1 0,0 0 1 16,-1 0 4-16,0 3-2 0,0 0 3 0,-2 3-4 16,0-1-3-16,1 2-2 0,-1 3 0 15,-1 0-1-15,-2 4-1 0,3 0 0 0,-1 4 0 16,2-3 0-16,-2 3-3 0,4 0-8 15,0 0-15-15,3-2-31 0,0 1-67 0,0-2-69 16,0 0-103-16,1-1-163 0,2-1-282 0,-1-1-309 16,4-3-227-16,-1 0-165 0,1-4 198 15,2-3 577-15</inkml:trace>
  <inkml:trace contextRef="#ctx0" brushRef="#br0" timeOffset="40886.33">14444 6840 100 0,'2'0'482'0,"1"0"335"15,-3 0 197-15,0 0-81 0,2 0-283 0,0 1-205 16,-2-1-138-16,1 1-72 0,-1 3-44 0,0 2-41 16,0 1-28-16,0 3-21 0,0 5-13 15,-1 1-26-15,1 3-3 0,-4 6 19 0,1 5 14 16,1 2 44-16,-1 4 29 0,-2 3 3 16,1 4-9-16,-2 0-30 0,1 1-22 0,0 3-45 15,0-2-33-15,2 1-12 0,-2-3-13 0,4-2-4 16,-4-2-4-16,4-3 2 0,-1-2 3 0,2-6-3 15,0-2 1-15,0-5 3 0,2-3-2 16,-1-4-14-16,-1-5-42 0,3-2-46 0,-1-4-39 16,-1-3-61-16,-1-5-93 0,2-5-126 0,-1-2-136 15,-1-3-247-15,-3-2-234 0,2-2-147 16,-4-4 107-16,-1-2 377 0</inkml:trace>
  <inkml:trace contextRef="#ctx0" brushRef="#br0" timeOffset="41119.98">14269 6866 227 0,'8'-10'624'0,"-2"2"278"0,0 0 109 16,3-1-89-16,3 1-333 0,-1 1-198 0,6 1-84 16,1 0-49-16,1-1-45 0,0 4-78 15,5 1-44-15,-1-2-24 0,1 4-34 0,0 0-17 16,0 4-12-16,1-2-4 0,-2 3-6 0,1 3-2 15,-3-2 1-15,1 1-1 0,-3 2-1 16,-2 2 1-16,-3-1-7 0,-1 1-49 0,-5 2-127 16,-3 1-218-16,-5-1-279 0,-2 2-266 15,-1 0-232-15,-5 1 0 0,-5 0 415 0</inkml:trace>
  <inkml:trace contextRef="#ctx0" brushRef="#br0" timeOffset="41337.73">14146 7500 92 0,'-10'25'678'0,"5"-3"444"16,2-3 111-16,3-3-138 0,2-4-372 0,4 0-377 15,2-1-172-15,4-4-82 0,5 1-41 16,3-4-20-16,5-1-15 0,5 1-8 16,3-3-4-16,2-1-1 0,2 0-12 0,2-1-60 15,1-3-131-15,-1 0-236 0,1-1-277 0,0-1-264 16,0 0-222-16,-2-3 56 0,1 0 439 0</inkml:trace>
  <inkml:trace contextRef="#ctx0" brushRef="#br0" timeOffset="42135.51">16471 6925 107 0,'2'-3'490'15,"0"0"361"-15,-1 0 229 0,1 2-90 0,-1-1-288 16,-1 0-213-16,2 2-150 0,0 0-104 0,-1 2-52 16,2 1 32-16,-1 2 15 0,4 5-1 15,-1 2 29-15,0 4-7 0,-1 1-28 0,3 3-66 16,-1 3-45-16,0 3-23 0,-1 1-37 0,1 2-21 16,-1 1-10-16,0-2-6 0,-2 2-5 15,3-3-3-15,-1 0-2 0,-2-1-1 0,2-3-1 16,0 2-2-16,-2-3 2 0,0-1-1 0,0 0 0 15,-1-3-2-15,-2-1 0 0,0-2-2 16,0-4-7-16,0 0-34 0,-5-1-61 0,4-4-62 16,-2-1-73-16,-4-3-138 0,2-4-182 0,-3 0-279 15,-2-1-222-15,1 1-203 0,-2-4-42 16,-3-2 379-16,1-1 470 0</inkml:trace>
  <inkml:trace contextRef="#ctx0" brushRef="#br0" timeOffset="42369.94">16283 6856 113 0,'3'-12'670'15,"2"4"437"-15,-2 1 110 0,2 0-127 16,0 1-399-16,4 0-316 0,2-1-172 0,2 1-85 16,4 2-44-16,1 2-27 0,-1-1-25 15,4 3-11-15,1 0-9 0,-1 4-1 0,1-2 0 16,1 3 3-16,-2 1 0 0,3 0-1 0,-1 0 2 15,-1 2-5-15,1-2 0 0,-1 1-3 0,-2 1-5 16,-1-1-1-16,-1 1-53 0,-6 0-128 0,-1 3-220 16,-4-2-279-16,-3 3-263 0,-4 0-242 15,-3 3 4-15,-2-1 423 0</inkml:trace>
  <inkml:trace contextRef="#ctx0" brushRef="#br0" timeOffset="42570.84">16258 7602 183 0,'-10'31'765'0,"4"-1"387"0,3-7 47 0,2-1-147 15,4-4-436-15,6-3-303 0,2-4-142 16,6-4-71-16,3-3-34 0,6-4-22 0,4-2-24 16,2-3-14-16,6-2-5 0,1-4-1 0,3 1-3 15,2-2 0-15,2-1-50 0,1-4-129 0,1 3-221 16,-1-2-280-16,0 1-266 0,-2-2-239 15,1 0 8-15,-7 1 415 0</inkml:trace>
  <inkml:trace contextRef="#ctx0" brushRef="#br0" timeOffset="43467.58">17928 5806 210 0,'-4'5'490'15,"1"-2"251"-15,0-2 165 0,1 1-159 16,-1-1-188-16,2 1-127 0,1 0-94 0,0-2-46 16,0 2-31-16,0 0-61 0,1 2-41 0,1 0-19 15,1 0-12-15,-1 1-33 0,1 2 15 16,0 0 7-16,0 3-2 0,1 4-12 0,-3 2-3 15,5 4-6-15,-3 3-42 0,0 4-27 0,-1 4-7 16,1 2 48-16,-1 3 45 0,-1 1 18 16,-1 1 8-16,0 1 0 0,0 0-8 0,0 0-44 15,-1-1-40-15,-1-1-20 0,1-5-13 16,-1-1-6-16,2-2-5 0,-2-5-4 0,1-2-8 16,-1-2-29-16,1-5-55 0,-1-2-55 0,-4-1-57 15,5-3-98-15,-6-3-151 0,4-1-200 16,-2-4-237-16,0-1-221 0,-2-1-180 0,2-5 137 15,-2-2 463-15</inkml:trace>
  <inkml:trace contextRef="#ctx0" brushRef="#br0" timeOffset="43734.55">17668 5857 93 0,'0'-4'599'0,"0"1"395"0,3 1 144 0,-1-3-50 16,3 3-383-16,1-3-283 0,7 1-167 16,-1-2-57-16,6 0-23 0,-1 0-37 0,4 1-36 15,2-2-18-15,-2-3-9 0,4 3-24 16,1-2-22-16,0 0-15 0,0 2-4 0,-1-2-6 16,2 1-6-16,-2 1-3 0,1 0 1 0,-3 3 2 15,-2 1-1-15,1 2-4 0,-3 1-2 16,-3 1-25-16,-2 4-46 0,-6-1-130 0,-3 5-224 15,-4 2-284-15,-2 1-279 0,-4 4-238 16,-5 2-43-16,0 2 435 0</inkml:trace>
  <inkml:trace contextRef="#ctx0" brushRef="#br0" timeOffset="43968.52">17751 6621 357 0,'-8'22'957'0,"0"-2"294"16,1-2-55-16,6-3-181 0,2-2-522 15,4 0-240-15,6-5-113 0,6-2-55 0,3-3-31 0,3-3-16 16,6-4-13-16,2-3-11 0,4-8-7 16,2 2-4-16,2-3-4 0,-1-5-1 15,-2 1-3-15,1-2-2 0,-4-1-6 0,0 1-5 16,-3-2-42-16,-1 0-96 0,-2-1-139 0,-2-3-263 15,-2 3-274-15,3-3-257 0,-2 2-120 16,-1-3 219-16,1-2 443 0</inkml:trace>
  <inkml:trace contextRef="#ctx0" brushRef="#br0" timeOffset="44835.44">19034 4001 301 0,'2'-3'585'15,"0"1"235"-15,-2 2 119 0,0-2-229 16,1 0-191-16,-1 1-92 0,0 0-59 0,2-1-46 16,-2 1-50-16,0-1-49 0,1 2-47 15,-1 0-46-15,0 0-36 0,0 0-26 0,0 3-17 16,0 1-15-16,-1 6-12 0,-1 2-11 0,1 3 1 16,-3 4 64-16,1 4 47 0,0 2 13 0,0 2 5 15,0 2-1-15,-1 1-8 0,0 1-57 16,2 1-37-16,-1-1-17 0,2 2-14 0,-3-1-7 15,3-2 0-15,-1 2-3 0,-1-4 0 16,1 0-1-16,-3 1 0 0,2-4 2 0,-1 1 0 16,-1-4 3-16,2 1-2 0,-2-3 2 0,0 0 1 15,0-5-1-15,2 0-2 0,-1-3-4 16,1-2-25-16,1-4-52 0,1-2-48 0,-3-4-40 16,4-2-54-16,-3-3-89 0,2-3-96 15,-3-4-76-15,3-2-144 0,-1-2-259 0,-1-4-188 16,0-1-13-16,-2-4 235 0,2-2 346 0</inkml:trace>
  <inkml:trace contextRef="#ctx0" brushRef="#br0" timeOffset="45086.72">18824 4001 92 0,'2'0'431'0,"-1"-3"264"0,-1 1 211 16,2 2 31-16,-2-4-240 0,3 2-160 0,3-3-105 15,-3 1-63-15,4-1-61 0,-1 0-82 16,2 1-67-16,5 0-50 0,-4 1-33 0,5 0 23 16,1 0 14-16,2 2 2 0,1-1-3 0,2 0-1 15,2 2-2-15,0-1-39 0,4 1-27 16,0 0-19-16,1 0-5 0,0 0-4 0,1 0 0 16,-1 1-2-16,-3-1-4 0,2 2 0 15,-4 0-3-15,-2-1-2 0,-4 2-20 0,-2 1-53 16,-6 2-54-16,-5 2-125 0,-3 2-197 0,-3 1-299 15,-5 4-304-15,-3 2-239 0,-2 0-120 16,-4 5 404-16,1 3 561 0</inkml:trace>
  <inkml:trace contextRef="#ctx0" brushRef="#br0" timeOffset="45344.19">18591 4909 200 0,'-15'29'730'0,"4"-7"350"0,3-3 60 16,0 0-66-16,7-3-460 0,1-2-259 0,6-1-104 16,5-2-55-16,3-2-30 0,7 0-54 0,2-5-31 15,6-2-23-15,1-2-28 0,0-2-14 16,3 0-8-16,0-5-6 0,0 1 0 16,1-1 0-16,-4-3-3 0,0 2-2 0,-4-1-5 15,0 1-5-15,-5-2-21 0,-3 2-34 0,-2-2-95 16,-3 0-152-16,-4 0-239 0,-1 0-279 0,-3 1-256 15,-2-2-173-15,-3 1 206 0,-3-1 477 0</inkml:trace>
  <inkml:trace contextRef="#ctx0" brushRef="#br0" timeOffset="45800.44">18829 4459 5 0,'3'6'358'0,"2"-1"270"0,-4-1 204 0,1 1 128 16,-1 1-250-16,1 0-175 0,1-2-114 15,0 1-68-15,-3 1-42 0,2-2-68 0,1 1-63 16,-1-3-56-16,-1 4-44 0,1-1-19 0,0-1-15 15,-1-2-15-15,2 0-17 0,-1 1 28 16,-1-3 20-16,2 1 34 0,2 1 42 0,0-2 23 16,0-2 8-16,0 1-30 0,2-4-19 15,1 0-29-15,-1-1-35 0,1-1-23 0,1-2-14 16,-3 0-5-16,1-1-2 0,-1-2 18 0,-1 0 13 16,-1 0 5-16,-1-2 4 0,-3 2 1 15,2 0 0-15,-2 2-22 0,-2-1-16 0,1 2-5 16,-1 2-6-16,1 1-3 0,-4 0-5 15,2 1 3-15,2 2 1 0,-3 2-2 0,0-1 2 16,-3 4 0-16,2-2 0 0,-1 3 0 0,0 1 0 16,-1-1-1-16,3 2-1 0,-1 1-1 0,2-1 1 15,-3 2 6-15,4 0-3 0,-1 1-41 16,1 1-68-16,1-1-79 0,-3 2-153 0,1-1-299 16,2-1-334-16,-3 3-315 0,1 2-203 15,-3 0 100-15,1 0 634 0</inkml:trace>
  <inkml:trace contextRef="#ctx0" brushRef="#br0" timeOffset="57825.25">956 12540 251 0,'-6'-1'806'0,"6"1"355"16,-7-2 26-16,0-2-136 0,2-2-460 0,3-5-224 16,1 1-77-16,4-5-26 0,6-1-7 15,2-5-21-15,7-1-29 0,4-4-26 16,5-1-40-16,3 0-37 0,5-2-32 0,3 0-7 15,6 1-11-15,0 2-13 0,2 2-13 0,-3 3-7 16,-2-1-3-16,1 8-12 0,-5 0-6 0,-1 3-6 16,-4 5 3-16,-2 2 2 0,-3 2 2 0,-5 4 0 15,-3 1 3-15,-3 4 7 0,-5 4 5 0,-2 4-3 16,-6 2-2-16,-1 3-1 0,-5 5-4 0,-3 1-6 16,-4 4-6-16,0 2 4 0,-4-1 1 0,0 5 1 15,-3-4 0-15,1 3 0 0,-1-2 1 0,-1-3-2 16,1 0 1-16,1-3 0 0,0-2 0 0,2-5 0 15,1-2 0-15,2-2 1 0,3-3-1 0,0-3 0 16,4-3-2-16,0 1-2 0,3-4 0 16,2 0 1-16,4-3-1 0,3 0 2 0,1-2 1 0,4-2 2 15,3 0 1-15,0-2 0 0,4-1 1 0,2-1-2 16,1-1 2-16,0-1-2 0,1 1 0 0,-1-2 1 16,0 2-2-16,-4 1 0 0,1 1 0 0,-5 0 0 15,-3 4 0-15,-1-2 1 0,-3 3 1 16,-3 1 1-16,-3 3 2 0,-2 3 5 0,-3 3 6 15,-4 3 0-15,-1 1 0 0,-6 5 0 0,1 2-1 16,-2 0-7-16,-3 3-3 0,1 1 4 0,-3 0 0 16,0-2 1-16,0 1 0 0,2-2 0 0,-1 0-1 15,3-3-8-15,-1-1-1 0,4-2-4 0,-1-5-2 16,6 1-7-16,3-4-24 0,2-1-65 0,0-1-68 16,1-3-111-16,2 0-197 0,0-2-310 0,2-2-331 15,6 1-244-15,2-2-140 0,2-1 336 0,-1-4 639 16</inkml:trace>
  <inkml:trace contextRef="#ctx0" brushRef="#br0" timeOffset="58030.4">2104 12809 486 0,'-3'18'1575'0,"1"-2"237"0,-4 0-364 0,-2-3-374 16,-1 1-428-16,2-3-349 0,1-2-142 0,1-3-65 15,2-2-33-15,0-1-18 0,1-3-19 0,2-3-12 16,2-1-7-16,1-4-7 0,0-1-15 0,3-2-38 0,1-1-72 16,-1-2-83-16,2-1-155 0,-2-1-286 15,2-2-325-15,-1 0-337 0,2 0-203 0,-1-1 80 16,0-1 635-16</inkml:trace>
  <inkml:trace contextRef="#ctx0" brushRef="#br0" timeOffset="58918.63">3446 12359 89 0,'7'-20'486'0,"-4"2"321"0,0 0 193 0,-1 4 28 15,1 1-356-15,-3 2-203 0,3 2-113 16,-2 3-76-16,1 2-56 0,-1-1-59 0,3 5-37 16,-1 2 20-16,5 5 32 0,0 5 16 0,4 7 5 15,-2 2 10-15,4 5-14 0,-1 5-48 0,2 4-46 16,0 3-20-16,-1 1-13 0,0 4-14 15,-1-2-9-15,1-1-6 0,-3 1-3 0,0-4-11 16,-1-1-7-16,-2-4-10 0,-2-4-6 0,2-6-2 16,-5-2 0-16,0-4 5 0,0-4 10 0,-1-3 13 15,-2-2 8-15,0-3 4 0,-2-4-1 16,-4-3-4-16,0-6-8 0,-4-4-11 0,1-5-12 16,-4-3-6-16,-1-6-2 0,-2-7-4 0,0-2-2 15,-3-5-1-15,3-6 3 0,-2-2 6 0,5-4 3 16,-1-1 0-16,7-2-1 0,4 3-2 15,3-1-1-15,5 4-5 0,3 0-2 0,4 3 0 16,3 1 3-16,2 6 2 0,2 1 1 0,2 4 0 16,1 4 6-16,1 3 1 0,-2 4 2 0,4 3 1 15,-1 3-1-15,0 3 1 0,-2 5-3 16,0 4-2-16,0 3 0 0,-3 6 1 0,-2 0 2 16,-4 7 0-16,1 5 0 0,-6 2 4 0,-1 8 2 15,-6 2-1-15,-2 4-1 0,-4 5-2 0,-3 3 1 16,-3 4-1-16,-3 0-4 0,-1 1 1 15,-2 0 1-15,1 0-1 0,-3-1-1 0,2-1-1 16,-1-2 0-16,1-5-1 0,3-3-1 0,0-5 0 16,1-3 0-16,3-5-2 0,1-2-1 0,1-5-3 15,3-2-5-15,-1-2-13 0,4-3-14 16,2-1-34-16,2-4-67 0,1-2-69 0,3-1-111 16,3-1-183-16,1-2-306 0,2-2-312 0,0 1-228 15,2 0-140-15,1-1 308 0,2-1 631 16</inkml:trace>
  <inkml:trace contextRef="#ctx0" brushRef="#br0" timeOffset="59321.63">4196 12456 301 0,'0'8'925'0,"-2"1"345"0,-1 1-39 16,1 0-191-16,1 3-490 0,2-3-262 15,1 3-128-15,1 1-66 0,2 1-27 0,1-1-18 16,2 0-17-16,0 2-18 0,0-4-4 16,1-1-5-16,1 0 19 0,3-4 7 0,-1-1 11 15,3-4 41-15,0-2 27 0,-2-5 15 0,4-2-17 16,-4-5 1-16,1-1 21 0,-1-4-13 16,-2-3-13-16,-2 2-8 0,-1-2-5 0,-3 0-6 15,-2 0-20-15,-3 2-14 0,0 3-12 16,-5 1-3-16,-1 1-3 0,-2 0-5 0,-6 3-7 15,0 2-5-15,-5 2-4 0,-3 0-4 0,-1 3-3 16,-2 1-3-16,0 2-1 0,-2 3-1 16,0 0-1-16,2 5 0 0,3 1-1 0,-2 3 0 15,5 3 0-15,0 3 0 0,3 3-1 16,2 0 0-16,3 3 0 0,0-1 0 0,4 3 0 16,4-2-2-16,0-1-1 0,5 1-8 0,1-5-36 15,3 1-74-15,4-4-72 0,2-1-142 0,4-3-253 16,1-3-324-16,3-1-322 0,3-2-208 15,1-4-10-15,3-4 547 0</inkml:trace>
  <inkml:trace contextRef="#ctx0" brushRef="#br0" timeOffset="59727.38">4586 12387 108 0,'5'-14'751'15,"-3"7"541"-15,-1 0 123 0,-2 6-137 16,-3 1-367-16,1 6-367 0,0 0-183 0,-2 5-109 15,-1 4-69-15,1 4-64 0,1 5-53 0,-1 2-28 16,2 2-14-16,-1 2-8 0,1 2-4 16,2-3-5-16,1 1-2 0,1-4-4 0,2-5-2 15,2-3-2-15,2-6-3 0,2-5 2 16,2-3-1-16,0-10 4 0,3-6 1 0,2-8-1 16,0-7 1-16,0-7-2 0,1-7 1 0,-1-5-1 15,1-2 0-15,-2-5 2 0,0-3 0 0,-2 1 2 16,1-2 2-16,-4 0 0 0,-2-1 2 15,1 1-2-15,-4 0 0 0,-2 3-1 0,-3 4-1 16,0 4 4-16,0 4 6 0,-2 10 5 16,1 4 5-16,-2 7 1 0,-2 6 2 0,-1 6-4 15,1 6-6-15,-3 7-7 0,0 8-4 0,-1 5-3 16,1 10 1-16,-2 3-3 0,1 3 0 0,-1 9-2 16,2 3 2-16,0 3 2 0,1 4 1 0,0 3-1 15,1-1 2-15,3 4-2 0,-1-1 0 16,4-3-2-16,2-2-5 0,3-5-17 0,1-5-61 15,1-6-68-15,4-8-97 0,0-5-169 16,4-5-305-16,-2-6-333 0,2-6-260 0,0-6-169 16,1-6 215-16,1-5 623 0</inkml:trace>
  <inkml:trace contextRef="#ctx0" brushRef="#br0" timeOffset="60651.89">4956 12131 466 0,'-3'3'969'0,"0"0"258"0,-2 5-58 16,1-1-296-16,0 0-367 0,3-1-221 16,-1 1-111-16,2 1-60 0,0-1 16 0,0 1 31 15,2-1 30-15,-1 3 18 0,1-2 0 0,1 3 1 16,0-1-41-16,0 4-44 0,0-1-34 16,-1 2-24-16,0 2-17 0,-1 2-12 0,-1 1-10 15,0 0-5-15,-1 5-9 0,-1-1-5 16,-3 1-4-16,2 1-3 0,-3-1-2 15,1 0 0-15,0 0 0 0,-1-3 0 0,1-4 1 16,0-3-1-16,-1-2 0 0,2-5-3 0,0-3-2 16,0-4-1-16,0-5-2 0,3-2-2 0,-1-6-9 15,2-1-13-15,2-4-14 0,-1-3-14 16,4 1-9-16,0-4-6 0,1 2 5 0,2 2 15 16,0-2 16-16,0 2 17 0,0 2 9 15,3 2 6-15,-3 2 3 0,2 2 3 0,0 2 1 16,-2 3 1-16,0 2 3 0,0 3 5 0,1 2 0 15,-1 4 2-15,1 1 4 0,0 2 17 16,-1 4 11-16,0 0 4 0,-2 1 5 0,3 2-2 16,-1 0-1-16,-1 0-17 0,1 1-11 15,3 0-6-15,-2-1-6 0,1-3-2 0,5 0-3 16,-2-3-2-16,1-3-1 0,2-3-3 0,3-1 1 16,-1-6-1-16,2-3-1 0,-1-2 2 0,2-3-1 15,-1-4 1-15,2-2 0 0,-4 1 2 16,2 0 0-16,1-4-1 0,-4 5 2 15,-1-2-1-15,-2 4 0 0,0 2 0 0,-2 1 0 16,-3 4 1-16,-2 1 4 0,0 3 5 0,-2 3 5 16,1 3 4-16,-2 4 4 0,-3 3 2 0,1 3-3 15,1 1-4-15,-3 2-5 0,4-1-3 16,-2 0-3-16,0 0-4 0,-1-1-1 0,2-1-1 16,1-1-1-16,-1-3-1 0,0-1 0 15,2-2-1-15,1-4 1 0,2 1 0 0,-2-3 0 16,4-5 0-16,-1-1 0 0,1-2 1 0,-1-2 0 15,4-2 0-15,-2 0 0 0,-1 0 0 0,2 2 1 16,-1-5-2-16,-1 5 1 0,2 1-1 16,-1 1 0-16,-1 0-1 0,2 4 1 0,-5-1 0 15,2 3 0-15,1 1 1 0,-2 2 0 16,1 2 0-16,-1 1 1 0,3 0-2 0,-3 2 2 16,2 1 0-16,0 1-1 0,0-1 1 0,1 0 0 15,0 1-2-15,2 0-2 0,-1-1 0 16,-2-5 0-16,1 4-1 0,2-3-1 0,-4-1 2 15,1-1 2-15,1-2 0 0,-2-1 2 16,1-1-1-16,-1-3 1 0,1 4-2 0,-1-4 0 16,-1-1 1-16,0 1-2 0,0 1 1 0,-2 1 0 15,2-1 1-15,-2 2-1 0,-3 0 1 16,1 1 0-16,-1 2 2 0,-1 0 3 0,-1 2 4 16,-1 3 4-16,2-1 2 0,-1 2 2 0,-1 1-2 15,2 2-2-15,0-1-5 0,1 0-3 16,3-1-2-16,0 1-2 0,2-1 0 0,2-1-2 15,2-1 0-15,1-1-2 0,3-2-1 0,1-1 0 16,0-2 0-16,3-1-3 0,0-1 1 16,0-1-6-16,1-2-17 0,-2 0-36 0,0 0-74 15,-1-1-71-15,-3-1-123 0,0 0-189 16,-3-1-299-16,1 0-306 0,-2 0-200 0,-2-2-104 16,1 2 345-16,-2-2 565 0</inkml:trace>
  <inkml:trace contextRef="#ctx0" brushRef="#br0" timeOffset="61099.6">6520 12359 164 0,'11'19'794'16,"-1"1"491"-16,-1 2 145 0,-1 2-134 0,3 0-428 15,0-1-328-15,0 2-164 0,2-2-106 16,3-3-88-16,0-2-65 0,2 0-42 0,4-3-25 16,-1-4-13-16,5-1-7 0,0-2-4 0,1-4-7 15,3-2-2-15,0-2-2 0,3-5-2 16,-1-1-2-16,0-3-1 0,1-1 0 0,0-2-2 15,0-2-4-15,1-3-2 0,-3 3-1 0,-2-1-1 16,-1-1 1-16,-3 0-1 0,-1 1 1 16,-2 0 1-16,-6 0-1 0,1 1 1 0,-7 1 8 15,-2 0 11-15,-2 2 9 0,-1 1 10 0,-4 1 8 16,-4-2 6-16,-3 3-6 0,-2-3-7 16,-2 4-6-16,-5-1-8 0,-1-2-8 0,-5 3-5 15,-2 0-3-15,-1 1-4 0,-3 1-2 16,3 3-1-16,-3 3 0 0,4 3 0 0,2 4 1 15,2 2 1-15,0 5 0 0,3 3 1 0,2 3-1 16,2 2-1-16,2 4-1 0,-1 0-2 0,6 2 1 16,0 5-1-16,2-1-1 0,3 0-1 15,2 0 0-15,3 1-1 0,1-5 0 0,3-1-1 16,1-2 0-16,1-4-1 0,3-4 0 16,2-2-1-16,1-3-1 0,1-4-1 0,2-3-8 15,1-3-18-15,1-3-24 0,0-3-52 0,3-1-81 16,1-7-140-16,0 3-249 0,3-5-307 15,3-2-370-15,1-3-324 0,0-3-62 0,4 0 571 16</inkml:trace>
  <inkml:trace contextRef="#ctx0" brushRef="#br0" timeOffset="62293.75">5174 14173 226 0,'-9'-4'852'15,"-3"4"419"-15,0-3 84 0,4 3-111 0,-1 0-446 16,4 0-296-16,-1 0-149 0,4 0-91 16,-1 0-78-16,3 0-78 0,0 3-49 0,3-3-31 15,4 2-14-15,2 0-4 0,2-1 5 16,5 2 5-16,3-1 7 0,3 2 5 0,2-4 3 15,3 0 7-15,3-2-4 0,1-2-3 0,3 0-7 16,0-3-6-16,-1 2-2 0,-1-3-8 0,-1 0-5 16,0 0 0-16,-3-1 0 0,-1 2 1 15,0 0-3-15,-2 2 0 0,-3 0-1 0,0 3-4 16,-4 2-26-16,2 0-77 0,-5 6-83 16,0-2-164-16,-3 0-287 0,0 2-336 0,-2 0-381 15,-1 0-210-15,4 3 114 0,-2-1 690 0</inkml:trace>
  <inkml:trace contextRef="#ctx0" brushRef="#br0" timeOffset="62737.37">6956 14260 149 0,'2'-14'652'0,"-2"-2"439"16,-3 0 149-16,-2 1-111 0,-1 0-316 0,0 2-184 15,-3-1-142-15,1 2-108 0,-5 0-79 0,0 1-62 16,-3 3-76-16,0 2-67 0,-4 0-34 15,0 2-21-15,-2 1-5 0,0 5-7 0,-1 0-6 16,0 5-4-16,-2 1 0 0,3 2 0 0,-3 2-1 16,6 3-2-16,-3 0-3 0,1 3 0 15,5 1-7-15,-1 2-4 0,4 2 0 0,2-1-1 16,2 2-2-16,2-1 1 0,4-2-1 16,3 0 0-16,3-3-1 0,4-1 0 0,2 0 1 15,5 0 2-15,2-4-1 0,3-2 0 16,5-3-7-16,1-1-38 0,1 0-78 0,2-3-95 15,-1-4-160-15,1-3-294 0,-1 0-347 0,0-4-353 16,1-5-178-16,-2 1 172 0,-2-3 648 0</inkml:trace>
  <inkml:trace contextRef="#ctx0" brushRef="#br0" timeOffset="63035.04">7157 14215 360 0,'9'7'858'0,"-2"4"308"0,-2 3 9 16,1 3-254-16,-1 2-353 0,4 1-182 0,-1 1-94 15,3 4-58-15,2-2-2 0,-2 2-6 16,3-1-26-16,0-2-48 0,2-1-32 0,0-4-11 16,3-5-25-16,0-3-21 0,2-5-9 0,2-4-5 15,2-6-5-15,-2-4-6 0,4-6-13 16,-2-3-7-16,0-3-6 0,0-3-1 0,-4-3-2 16,-2 0-1-16,-5-1 5 0,0 1 4 15,-4-1 7-15,-4 4 6 0,-2 0 2 0,-4 3 2 16,-5 2-5-16,-2 3-5 0,-2 1-8 15,-7 3-7-15,-2 3-4 0,-2 2-3 0,0 4-3 16,-1 2-2-16,-3 4 0 0,1 4-2 0,1 1-3 16,1 5-7-16,0 4-26 0,1 1-55 0,2 2-71 15,1-2-107-15,3-1-184 0,0 2-306 16,2 0-319-16,4-4-274 0,2-2-145 16,3 0 289-16,6-1 637 0</inkml:trace>
  <inkml:trace contextRef="#ctx0" brushRef="#br0" timeOffset="63868.26">8675 14218 134 0,'3'-2'752'16,"0"1"464"-16,-3 1 91 0,2 0-140 15,-2 0-383-15,1 1-318 0,1 3-156 0,-2 2-82 16,2 2-30-16,-1 4-13 0,1 2-29 0,0 4-33 16,-1 1-21-16,2 6-14 0,2 0-26 0,-1 0-28 15,0 1-17-15,1 0-7 0,1-4-3 16,2-2-3-16,1-2-1 0,2-5-3 0,1-1 0 16,3-6 0-16,0-5-2 0,3-3 1 15,3-7 4-15,0-3 0 0,1-7 0 0,1-3-1 16,1-2 0-16,0-5 1 0,0-2-2 0,-1 0 0 15,-1-1 1-15,-4-1-1 0,1 2 1 0,-5 4 0 16,-2 2-1-16,-2 2 1 0,-2 2-2 16,-3 4 3-16,-1 3 1 0,-1 2-1 0,-3 1 0 15,-3 9 0-15,2-3-1 0,-4 10 0 16,1-3 2-16,-1 9 2 0,0 2 1 0,0 2 2 16,0 2 1-16,1 2-1 0,1 5-2 0,1-2-3 15,2 5 1-15,2-2-3 0,1 1 1 16,3 0-1-16,-1 2 1 0,1 0 1 0,4 2-2 15,0-2 1-15,-1 0 0 0,0 3 1 16,2-2 0-16,0 1 0 0,-3 1 1 0,-1-2-1 16,-1 2-1-16,-5 0 1 0,-1 1 6 0,-3 0 6 15,-5 0 4-15,-3 2 1 0,-2 0 3 16,-4 0 1-16,-3-1-5 0,-3 0-6 0,0-4-3 16,-3-1-3-16,0-3-1 0,-1-1-3 0,0-6-2 15,3-3-1-15,2-1-2 0,0-7-1 16,4-4-2-16,3-3-2 0,3-4-2 0,3-4-11 15,4-4-26-15,4-3-61 0,2-3-69 0,4-4-106 16,4-3-185-16,1-2-304 0,1-1-320 0,5-2-255 16,3-3-147-16,0-1 277 0,5-1 633 15</inkml:trace>
  <inkml:trace contextRef="#ctx0" brushRef="#br0" timeOffset="64716.55">9431 14110 16 0,'-3'-1'632'0,"-4"-2"661"0,1 3 267 15,-3 0-164-15,2 2-369 0,1-1-449 0,1 2-211 16,0 0-138-16,4 1-90 0,-1 1-64 16,2 2-34-16,2 1-19 0,-1 2-11 0,2-1-3 15,1 4-3-15,0-3-2 0,1 2-1 0,2 0-1 16,0-2 0-16,0-1-1 0,1 0-1 15,0-1 1-15,2-1-1 0,0-3 2 0,1 3-1 16,2-2 1-16,-2-3-1 0,3 0 0 0,-3-2 1 16,4-2-1-16,-1 0 0 0,0-6 1 15,2 0 0-15,-2-4 1 0,2-2-1 0,0 0 1 16,-1-3 1-16,1-1-3 0,0 2 0 0,-2-1 0 16,4 2 1-16,-4 2 0 0,0 3-1 15,0-1 1-15,0 9 0 0,-2-3-1 16,0 10 0-16,-1-3 1 0,-3 9 0 0,3 1 1 15,-5 4 1-15,2 3-2 0,-1 1 2 0,-1 2-2 16,3 2 2-16,-2 0-3 0,1-1 1 0,3-2-1 16,-2-2-1-16,1-3 2 0,2 0 0 15,0-6-1-15,0-2 0 0,2-7 2 0,1-2-2 16,0-5 0-16,3-6-1 0,1-4-1 16,1-1 2-16,1-4 0 0,1-5-1 0,0 0 1 15,-1 0 0-15,1-4 0 0,0 1-1 0,0 0 1 16,-4-1 1-16,0 4-1 0,-1 2 0 15,0-1 0-15,-3 6 1 0,-2 0-2 0,1 4 1 16,-3 3 1-16,-1 2 1 0,1 4 5 16,-2 6 4-16,1 5 0 0,-1 3 1 0,2 7 0 15,-1 3 0-15,2 4-4 0,0 5-5 0,2 3 0 16,-1 6-2-16,1-1-1 0,3 5 0 0,0-1-2 16,1-1-1-16,0 1-2 0,1-5 0 15,-2-4-1-15,-2-4 0 0,0-5 0 0,-3-3 1 16,-3-8 0-16,-3-2 0 0,1-5 2 0,-6-6 1 15,0-5 1-15,-3-1 0 0,-1-4 1 16,-3-2 1-16,-1-3 0 0,-3-3-4 0,0-1-15 16,-5-4-23-16,0-3-37 0,-6-3-46 0,1 0-43 15,-4-4-29-15,-2-2-12 0,1-1 12 16,-3-1 39-16,2-1 53 0,-1 1 47 0,2-1 23 16,-1 3 22-16,2-2 7 0,2 5 22 15,-1-1 25-15,5 2 40 0,0 4 34 0,5-3 29 16,0 4 28-16,4 1 2 0,0 1-12 0,4 0-28 15,3 2-26-15,3 1-27 0,0 0-25 0,5-1-19 16,2 3-12-16,3-1-6 0,1 3-5 16,7-1-5-16,2-1-3 0,1 2-2 0,6 0-3 15,1 1 0-15,2 3-2 0,0-1 1 16,3 3-1-16,-1 2 0 0,-2 3 1 0,0 2-2 16,-1 4 0-16,-3 3-5 0,-1 3-22 15,-2 3-78-15,-3 4-80 0,-2 1-165 0,-4 2-285 16,-3 6-333-16,3-2-371 0,-4 5-200 0,2 2 113 15,1-1 683-15</inkml:trace>
  <inkml:trace contextRef="#ctx0" brushRef="#br0" timeOffset="65807.84">8293 14124 70 0,'-5'-3'358'16,"-2"1"237"-16,2-1 211 0,1 2 14 15,-1 0-170-15,-1 1-104 0,3-2-66 0,-2 2-63 16,2 2-69-16,-4-2-75 0,1 1-59 0,3 2-32 15,-2 0-10-15,2 1 17 0,0 2 23 16,-2 0 11-16,0 2-13 0,0-1-28 0,-1 5-33 16,0-3-43-16,1 5-38 0,-1-1-30 0,-1 2-15 15,0 2-12-15,0-2-7 0,1 2-1 16,1-4-2-16,2 0-2 0,0 0-2 0,0-2 0 16,1-2-1-16,2-1-1 0,5-2 2 15,-2-3-1-15,5 0 3 0,2-3-1 0,2-2 3 16,2 0 0-16,2-3 1 0,2-2 0 0,2 3-1 15,-1-1 2-15,3 1 0 0,-1-1-2 0,1 3 0 16,-3 0 0-16,3 2 1 0,-2 3-3 16,-4 3 0-16,3 2 1 0,-4 1 1 0,0 4-1 15,-2 1 0-15,-2 0 1 0,0 3 0 16,-3-4 0-16,0 3-1 0,0-3 0 0,-2-3-2 16,-1 0 1-16,-2-3 0 0,2-1 2 15,-2-4 5-15,0-2 6 0,-1-2 4 0,2-4 3 16,-2-3 5-16,-1-3-1 0,1-4-2 0,0-3-4 15,-1 0-1-15,-1-2-3 0,0-2-4 16,0 0-1-16,-3-3-4 0,1 1-1 0,1-1-3 16,-1-1-1-16,1 4-3 0,1-2 0 0,0 2-2 15,0 3-12-15,1 1-40 0,1 0-67 16,1 2-63-16,0 0-105 0,-1 1-174 0,1-1-308 16,0 3-281-16,2 1-215 0,0 1-150 15,1 0 257-15,0 1 573 0</inkml:trace>
  <inkml:trace contextRef="#ctx0" brushRef="#br0" timeOffset="67236.58">11061 13987 260 0,'0'6'529'16,"-3"3"201"-16,1 0 156 0,2 4-138 0,3 4-186 16,2 1-92-16,4 5-72 0,-1 4-27 15,5 3-67-15,1 3-89 0,2 1-72 0,3 4-55 16,-3-4-25-16,4-3-30 0,-1-1-22 0,1-7-9 15,0-3-4-15,3-5 10 0,0-6 19 16,-1-5 8-16,2-4 49 0,-2-4 63 0,-3-4 60 16,0-4 19-16,-3-2-2 0,-2-2-7 15,-5-1-36-15,-2-4-44 0,-4 4-41 0,-3-3-26 16,-2 3-18-16,-4-1-13 0,-4 0-9 0,-2 2-9 16,-1 1-7-16,-4 2-6 0,-1 0-2 15,0 1-3-15,-2 5-6 0,3 0-4 0,-1 2-4 16,1 2-1-16,4 2-3 0,-1 4-2 15,3 1 6-15,0 4-10 0,3 0-44 0,4 4-70 16,0 0-79-16,1-1-140 0,3 1-256 0,3 2-320 16,1-2-294-16,2-3-200 0,5 2 19 0,-2 1 525 15</inkml:trace>
  <inkml:trace contextRef="#ctx0" brushRef="#br0" timeOffset="67551.49">12299 13622 253 0,'9'-22'876'0,"-4"6"427"16,-5 4 65-16,0 4-141 0,-2 3-446 0,-2 7-280 15,-4 3-145-15,0 8-98 0,0 5-72 16,-3 5-62-16,0 4-50 0,1 6-24 0,-4 7-15 15,2 5-4-15,-4 9-4 0,2 6-9 16,-7 9-7-16,2 5-5 0,-3 6-2 0,-2 5-2 16,1 2 2-16,0 3-1 0,0-1 1 0,2 1 0 15,5-6-1-15,2-2-5 0,6-7-23 16,3-7-78-16,5-7-88 0,5-9-170 0,3-9-283 16,6-10-336-16,2-3-383 0,5-10-200 15,2-3 147-15,4-4 697 0</inkml:trace>
  <inkml:trace contextRef="#ctx0" brushRef="#br0" timeOffset="68321.08">12476 14908 21 0,'-6'8'416'16,"2"-3"334"-16,1-4 214 0,2 0 51 0,2-3-288 16,2-5-239-16,2-2-129 0,3-6-78 0,3-3-44 15,2-6-50-15,1-3-44 0,5-4-39 16,3-4-18-16,2-1-8 0,0 0 53 0,1 0 48 15,0 0 32-15,-1 5 13 0,-3 0-12 0,-3 4-15 16,-3 5-54-16,-1 5-41 0,-4 0-37 16,0 6-25-16,-5 2-14 0,2 3-10 0,-4 3-3 15,0 3-3-15,-1 3-5 0,-1 3 0 0,-1 3 1 16,0 4 1-16,0 2 3 0,-3 1 2 16,3 1 5-16,-2 6-1 0,2-2-1 0,0 2-1 15,0 1-3-15,0-2-3 0,2 1-2 16,0-3-2-16,1-1 0 0,0-4-1 0,4-2-1 15,-2-2-1-15,5-4 0 0,0-4 0 0,2-3 0 16,1-6-2-16,4-1-1 0,-1-6-1 16,3-4-1-16,1-3 1 0,0-1-2 0,0-1 0 15,0 2 0-15,-4-3 1 0,2 4-2 0,-4 1-3 16,0 3-2-16,-3-2-2 0,0 4-5 16,-3 1-3-16,0 4-3 0,-2 0 0 0,-1 1 3 15,0 4 2-15,-2 0 4 0,0 3 5 16,0 3 5-16,0-1 3 0,-1 2-1 0,0 3 2 15,1-1 1-15,0 1-1 0,0 1 0 0,2-1-1 16,0 2 0-16,2 0 1 0,-2 2 1 16,3 0 0-16,-1-1 1 0,0-1 1 0,1 1-1 15,0 0 1-15,2 1 0 0,-1-2 0 0,1 1-1 16,-1 0 0-16,1-1-1 0,-2-2-1 16,1 1-13-16,-1-1-40 0,0-1-59 0,-2 2-52 15,-1-2-59-15,-2-2-115 0,1 1-173 0,-4-3-261 16,0-2-220-16,0 0-218 0,-2-2-119 15,0 0 290-15,2-5 526 0</inkml:trace>
  <inkml:trace contextRef="#ctx0" brushRef="#br0" timeOffset="68536.5">13240 14372 264 0,'-5'-31'739'16,"-2"1"388"-16,1 0 81 0,0 1-240 15,3 5-283-15,0 2-168 0,1 3-119 0,2 3-89 16,0 3-56-16,0 1-44 0,2 3-58 0,-1 2-54 15,1 1-41-15,1 1-27 0,0 1-12 0,2 3-9 16,1 1 0-16,0 0-6 0,1 2-2 16,1 1 0-16,1 3-3 0,-1 2-19 0,0 0-64 15,0 3-56-15,1 1-101 0,-1-2-167 0,-1 5-308 16,-1 1-302-16,2 0-229 0,-2 4-144 16,1-1 272-16,-1 2 559 0</inkml:trace>
  <inkml:trace contextRef="#ctx0" brushRef="#br0" timeOffset="68882.97">13537 14644 195 0,'17'24'568'0,"2"-3"322"16,-4-2 183-16,0-5-113 0,1-2-305 0,1-6-186 15,-2-3-100-15,2-3-37 0,-1-4-16 16,1-4-15-16,1-2-9 0,1-5-19 0,-1-2-29 16,0-6-46-16,-1 3-50 0,-1-4-43 0,0-1-32 15,-2 0-15-15,-3 1-8 0,0 0-5 0,-6 0-5 16,0 1-2-16,-3 1-4 0,-4 1-5 15,-1 2-5-15,-4 1-6 0,-1 1-4 0,-2 3-3 16,-2 6-4-16,-2 3-2 0,-2 4 0 16,-4 5-2-16,2 5-2 0,0 4 0 0,-2 5-1 15,1 1 0-15,2 3 1 0,1 0 1 0,1 6 0 16,2 0 2-16,3 0 0 0,-1 4 0 16,5 0-1-16,1-2-1 0,4-2-1 0,2-2 0 15,6-3-1-15,1-6-2 0,4-2 1 0,4-3-1 16,3-4 0-16,3-1-3 0,2-3-5 15,4-4-18-15,2 0-55 0,2-4-83 0,0-1-153 16,2-2-272-16,-1 1-329 0,2-4-402 0,5-1-325 16,3 1 17-16,5-5 718 0</inkml:trace>
  <inkml:trace contextRef="#ctx0" brushRef="#br0" timeOffset="69452.39">14531 13339 190 0,'5'-6'641'0,"2"0"314"0,-1 3 185 16,3 1-84-16,2 4-403 0,5 2-192 0,2 4-39 16,5 4-39-16,2 4-40 0,4 3-46 15,1 5-30-15,1 3-49 0,1 4-58 0,1 6-31 16,-1 1-44-16,1 5-17 0,-3 0-13 0,0 4-8 15,-4 3-9-15,-6 4-7 0,-1 3-4 0,-3 3-5 16,-5 5-8-16,-5 0-6 0,-4 2-2 16,-2 1-4-16,-5 1 1 0,-3-1 0 0,-2 0 0 15,-5-2 0-15,1-2 0 0,0-2 1 16,-2-2-3-16,2-5-2 0,1-4-1 0,0-5 0 16,2-5-3-16,0-4-3 0,3-6-15 0,0-6-44 15,2-4-76-15,-5-4-101 0,3-7-171 16,0-2-301-16,0-4-343 0,1-4-326 0,-2-1-167 15,0-4 227-15,-2-1 655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6FD0275-52EB-1661-8437-9AB4022C0D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698E819A-B8AA-F3F8-1391-0746DBFCA8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FFD6A4C-01A3-D982-AB10-000EE308C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8A825-367F-4CEE-9476-9F3F70E02C77}" type="datetimeFigureOut">
              <a:rPr lang="en-US" smtClean="0"/>
              <a:t>10/11/2024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BAD0008A-82D0-49F8-CF6A-D9F4C8286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D6EB18B7-5EA1-ACC7-4F95-62B30BFC2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107F5-84A3-460F-B467-3C540C4D3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158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0BE54A9-7918-C0E9-1DE6-B0532BF0C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26BADAE-3A2F-F613-72EF-0AAF3B3910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15DE00B-25C6-1923-E5FD-5F51080CC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8A825-367F-4CEE-9476-9F3F70E02C77}" type="datetimeFigureOut">
              <a:rPr lang="en-US" smtClean="0"/>
              <a:t>10/11/2024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E7CBDEE-FC41-DEE6-133E-E4F7CC438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CA96878A-D363-F97A-08EF-7DCDA4E2A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107F5-84A3-460F-B467-3C540C4D3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208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A05A7D1-0762-6328-399F-E1CDE70AD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24BF7FF7-9D72-30B7-5043-8B3F02E802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F59564F-67F8-14CA-A383-900E43028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8A825-367F-4CEE-9476-9F3F70E02C77}" type="datetimeFigureOut">
              <a:rPr lang="en-US" smtClean="0"/>
              <a:t>10/11/2024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1BEDE06-4388-FA51-1DF3-49DE9F9DA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3EB6C122-DA32-2615-0819-AC37C4182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107F5-84A3-460F-B467-3C540C4D3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226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65D54E0-13AA-C58D-CD42-77636C4A5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F6401C6-280A-521A-C1C8-C0EC833BC6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09659585-3CAC-9017-BDDD-9C85EC1041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DD959028-567A-65DF-7664-2EC5F59EB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8A825-367F-4CEE-9476-9F3F70E02C77}" type="datetimeFigureOut">
              <a:rPr lang="en-US" smtClean="0"/>
              <a:t>10/11/2024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9432072C-AA00-572E-CECF-B5148D866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F0B627F0-91D2-3076-9266-5819187F0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107F5-84A3-460F-B467-3C540C4D3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498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08DD264-BE68-718F-B944-C208D0198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4206865A-10C1-6B83-E507-822E907EBB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D5275F9C-D1D3-0537-272E-E904972401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1CF10F2B-A952-1B00-E2D8-5117438077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E2085B9B-7ABB-BFB7-5FA1-F3207E46E5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E8DABEEA-D7AA-A3AA-D365-D5CDBB79B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8A825-367F-4CEE-9476-9F3F70E02C77}" type="datetimeFigureOut">
              <a:rPr lang="en-US" smtClean="0"/>
              <a:t>10/11/2024</a:t>
            </a:fld>
            <a:endParaRPr lang="en-US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8BD86049-4579-D708-77CA-6F6B2D4C1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0F5A6962-77B0-8512-0688-74FDF3AE3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107F5-84A3-460F-B467-3C540C4D3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448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7641B59-A7F7-AF37-B4B1-C06334535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786E0A41-7E35-F9D2-39F5-FECEF2D75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8A825-367F-4CEE-9476-9F3F70E02C77}" type="datetimeFigureOut">
              <a:rPr lang="en-US" smtClean="0"/>
              <a:t>10/11/2024</a:t>
            </a:fld>
            <a:endParaRPr lang="en-US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E414F1F6-364E-148B-152A-F0762A72A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DE44F8D5-23CD-0972-40B3-8EDC083E5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107F5-84A3-460F-B467-3C540C4D3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872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F93858C3-C295-8D3E-9DF1-FFEAFEAFC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8A825-367F-4CEE-9476-9F3F70E02C77}" type="datetimeFigureOut">
              <a:rPr lang="en-US" smtClean="0"/>
              <a:t>10/11/2024</a:t>
            </a:fld>
            <a:endParaRPr lang="en-US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6361796D-A718-A355-A5F5-494A44B94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7CA2D6DA-2941-3401-5E45-3B2C62952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107F5-84A3-460F-B467-3C540C4D3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997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2CB1AE3-D937-D0B6-975B-1ED095E10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F0EBBA6-6AC2-5349-016D-08423B1A7C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B421E5F5-5E4D-0E13-822A-EFBDCA384C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61A1FF91-5F12-38A5-E66C-D6113FD6F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8A825-367F-4CEE-9476-9F3F70E02C77}" type="datetimeFigureOut">
              <a:rPr lang="en-US" smtClean="0"/>
              <a:t>10/11/2024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69891B38-8B12-AF84-2BB0-B759F5EE2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BD6C81FD-FFCB-2A57-0BA1-FC8F27081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107F5-84A3-460F-B467-3C540C4D3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397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0E2D9CF-9769-2E65-477E-E60AE4756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D3231CA9-6530-287D-0B34-12A8D9DDF5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80D5C624-652F-CE0A-5772-674767F40D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B4E49901-FA77-B22F-8CD3-A80F0326A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8A825-367F-4CEE-9476-9F3F70E02C77}" type="datetimeFigureOut">
              <a:rPr lang="en-US" smtClean="0"/>
              <a:t>10/11/2024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DF36BBAA-A40B-4467-B039-3E113C30E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981F1F5D-1126-26F2-DDC7-4343BAE07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107F5-84A3-460F-B467-3C540C4D3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700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D4A27B1-EF43-27D9-80D4-2B5789E5E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D9AF745E-9071-0D04-99C9-114483E2C0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0AC53390-616C-36C0-C0C6-058C59AAB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8A825-367F-4CEE-9476-9F3F70E02C77}" type="datetimeFigureOut">
              <a:rPr lang="en-US" smtClean="0"/>
              <a:t>10/11/2024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56C5341-4B8A-6192-486D-DF1F9032F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C4688B7-40FF-DD36-B9EC-2F25DE533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107F5-84A3-460F-B467-3C540C4D3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983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93466F24-3E8F-6410-8D35-8FA8BEE8F7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51FF8CE6-3D52-D51D-06EA-42BA08EC47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928C371-4379-546F-12C7-04E67A059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8A825-367F-4CEE-9476-9F3F70E02C77}" type="datetimeFigureOut">
              <a:rPr lang="en-US" smtClean="0"/>
              <a:t>10/11/2024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6D487B08-9DCC-D915-A813-133E074E2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F07AC36-3A06-64B1-99D9-4502474FC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107F5-84A3-460F-B467-3C540C4D3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339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2250ADED-58C4-1E14-6EFC-F1C6E4C9C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398A946F-C463-5180-9D58-70DC626507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DB3F5DE-8AC0-8DC3-6FFC-BEDC8C0539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E8A825-367F-4CEE-9476-9F3F70E02C77}" type="datetimeFigureOut">
              <a:rPr lang="en-US" smtClean="0"/>
              <a:t>10/11/2024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1DB3CB6-3A74-4C05-0877-063BA68BF2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287E8247-C96C-4600-C515-18C63B77E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F107F5-84A3-460F-B467-3C540C4D3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050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Pismo odręczne 3">
                <a:extLst>
                  <a:ext uri="{FF2B5EF4-FFF2-40B4-BE49-F238E27FC236}">
                    <a16:creationId xmlns:a16="http://schemas.microsoft.com/office/drawing/2014/main" id="{650D083A-C7B4-34A0-C53B-E54E3498EC62}"/>
                  </a:ext>
                </a:extLst>
              </p14:cNvPr>
              <p14:cNvContentPartPr/>
              <p14:nvPr/>
            </p14:nvContentPartPr>
            <p14:xfrm>
              <a:off x="387360" y="134280"/>
              <a:ext cx="11602440" cy="6388200"/>
            </p14:xfrm>
          </p:contentPart>
        </mc:Choice>
        <mc:Fallback>
          <p:pic>
            <p:nvPicPr>
              <p:cNvPr id="4" name="Pismo odręczne 3">
                <a:extLst>
                  <a:ext uri="{FF2B5EF4-FFF2-40B4-BE49-F238E27FC236}">
                    <a16:creationId xmlns:a16="http://schemas.microsoft.com/office/drawing/2014/main" id="{650D083A-C7B4-34A0-C53B-E54E3498EC6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8000" y="124920"/>
                <a:ext cx="11621160" cy="6406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830299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315DA9D5-F4E6-0BEE-008E-32E8C6F20893}"/>
                  </a:ext>
                </a:extLst>
              </p14:cNvPr>
              <p14:cNvContentPartPr/>
              <p14:nvPr/>
            </p14:nvContentPartPr>
            <p14:xfrm>
              <a:off x="1166040" y="328680"/>
              <a:ext cx="9592560" cy="543132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315DA9D5-F4E6-0BEE-008E-32E8C6F2089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56680" y="319320"/>
                <a:ext cx="9611280" cy="5450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09052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8CDBFE6F-88F9-8621-1E85-033237E33315}"/>
                  </a:ext>
                </a:extLst>
              </p14:cNvPr>
              <p14:cNvContentPartPr/>
              <p14:nvPr/>
            </p14:nvContentPartPr>
            <p14:xfrm>
              <a:off x="897480" y="371520"/>
              <a:ext cx="11172600" cy="648684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8CDBFE6F-88F9-8621-1E85-033237E3331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88120" y="362160"/>
                <a:ext cx="11191320" cy="6505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93341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EFA8E8E0-9C3F-E555-F06E-2FC09AA8DFE3}"/>
                  </a:ext>
                </a:extLst>
              </p14:cNvPr>
              <p14:cNvContentPartPr/>
              <p14:nvPr/>
            </p14:nvContentPartPr>
            <p14:xfrm>
              <a:off x="539280" y="420840"/>
              <a:ext cx="11219760" cy="455112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EFA8E8E0-9C3F-E555-F06E-2FC09AA8DFE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9920" y="411480"/>
                <a:ext cx="11238480" cy="4569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60257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A562D9B5-D529-5DB5-B463-91C5DA6D8358}"/>
                  </a:ext>
                </a:extLst>
              </p14:cNvPr>
              <p14:cNvContentPartPr/>
              <p14:nvPr/>
            </p14:nvContentPartPr>
            <p14:xfrm>
              <a:off x="312840" y="95040"/>
              <a:ext cx="10606320" cy="589392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A562D9B5-D529-5DB5-B463-91C5DA6D835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3480" y="85680"/>
                <a:ext cx="10625040" cy="5912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96974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DD97BF9C-FE5C-0EB4-FAA8-83FFFB317CAE}"/>
                  </a:ext>
                </a:extLst>
              </p14:cNvPr>
              <p14:cNvContentPartPr/>
              <p14:nvPr/>
            </p14:nvContentPartPr>
            <p14:xfrm>
              <a:off x="972000" y="403200"/>
              <a:ext cx="9618120" cy="619272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DD97BF9C-FE5C-0EB4-FAA8-83FFFB317CA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62640" y="393840"/>
                <a:ext cx="9636840" cy="6211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570335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3941F004-117F-ACF4-5F75-3A115CE1BCF7}"/>
                  </a:ext>
                </a:extLst>
              </p14:cNvPr>
              <p14:cNvContentPartPr/>
              <p14:nvPr/>
            </p14:nvContentPartPr>
            <p14:xfrm>
              <a:off x="964080" y="488520"/>
              <a:ext cx="9920880" cy="602280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3941F004-117F-ACF4-5F75-3A115CE1BCF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4720" y="479160"/>
                <a:ext cx="9939600" cy="6041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702345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0CC2438E-29CB-F533-1A03-964ABD8EBCC8}"/>
                  </a:ext>
                </a:extLst>
              </p14:cNvPr>
              <p14:cNvContentPartPr/>
              <p14:nvPr/>
            </p14:nvContentPartPr>
            <p14:xfrm>
              <a:off x="274680" y="439560"/>
              <a:ext cx="11348640" cy="567108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0CC2438E-29CB-F533-1A03-964ABD8EBCC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5320" y="430200"/>
                <a:ext cx="11367360" cy="5689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759668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A259BD7A-6B2A-6336-B119-8DFE0C2C79FC}"/>
                  </a:ext>
                </a:extLst>
              </p14:cNvPr>
              <p14:cNvContentPartPr/>
              <p14:nvPr/>
            </p14:nvContentPartPr>
            <p14:xfrm>
              <a:off x="334080" y="470880"/>
              <a:ext cx="9729000" cy="497304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A259BD7A-6B2A-6336-B119-8DFE0C2C79F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4720" y="461520"/>
                <a:ext cx="9747720" cy="4991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297655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4996656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9985547ED3869409668EC440E4538BF" ma:contentTypeVersion="11" ma:contentTypeDescription="Utwórz nowy dokument." ma:contentTypeScope="" ma:versionID="bb4d534d5a380a62266c36c4db980fe6">
  <xsd:schema xmlns:xsd="http://www.w3.org/2001/XMLSchema" xmlns:xs="http://www.w3.org/2001/XMLSchema" xmlns:p="http://schemas.microsoft.com/office/2006/metadata/properties" xmlns:ns2="e3df25f3-32c1-478e-a538-0a30a0d666d9" xmlns:ns3="250ee321-c814-41fb-9823-fabd181dae05" targetNamespace="http://schemas.microsoft.com/office/2006/metadata/properties" ma:root="true" ma:fieldsID="520be763d65ea0a02d5fadccb36d1620" ns2:_="" ns3:_="">
    <xsd:import namespace="e3df25f3-32c1-478e-a538-0a30a0d666d9"/>
    <xsd:import namespace="250ee321-c814-41fb-9823-fabd181dae0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df25f3-32c1-478e-a538-0a30a0d666d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Tagi obrazów" ma:readOnly="false" ma:fieldId="{5cf76f15-5ced-4ddc-b409-7134ff3c332f}" ma:taxonomyMulti="true" ma:sspId="b7b31e59-74a4-4436-bc03-9931855e0d9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0ee321-c814-41fb-9823-fabd181dae05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67514712-c841-4c85-bca0-25e594a903ac}" ma:internalName="TaxCatchAll" ma:showField="CatchAllData" ma:web="250ee321-c814-41fb-9823-fabd181dae0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3df25f3-32c1-478e-a538-0a30a0d666d9">
      <Terms xmlns="http://schemas.microsoft.com/office/infopath/2007/PartnerControls"/>
    </lcf76f155ced4ddcb4097134ff3c332f>
    <TaxCatchAll xmlns="250ee321-c814-41fb-9823-fabd181dae05" xsi:nil="true"/>
  </documentManagement>
</p:properties>
</file>

<file path=customXml/itemProps1.xml><?xml version="1.0" encoding="utf-8"?>
<ds:datastoreItem xmlns:ds="http://schemas.openxmlformats.org/officeDocument/2006/customXml" ds:itemID="{04ACC461-AF11-456D-B429-1D8A6F13FE20}"/>
</file>

<file path=customXml/itemProps2.xml><?xml version="1.0" encoding="utf-8"?>
<ds:datastoreItem xmlns:ds="http://schemas.openxmlformats.org/officeDocument/2006/customXml" ds:itemID="{ACBEECC8-ADDB-4A68-9A4F-171EF4A5CB09}"/>
</file>

<file path=customXml/itemProps3.xml><?xml version="1.0" encoding="utf-8"?>
<ds:datastoreItem xmlns:ds="http://schemas.openxmlformats.org/officeDocument/2006/customXml" ds:itemID="{CABE5315-B741-4D27-8042-62B032D09FCB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Panoramiczny</PresentationFormat>
  <Paragraphs>0</Paragraphs>
  <Slides>10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Motyw pakietu Office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LUK GON</dc:creator>
  <cp:lastModifiedBy>LUK GON</cp:lastModifiedBy>
  <cp:revision>1</cp:revision>
  <dcterms:created xsi:type="dcterms:W3CDTF">2024-10-11T08:31:33Z</dcterms:created>
  <dcterms:modified xsi:type="dcterms:W3CDTF">2024-10-11T08:31:44Z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0x010100F9985547ED3869409668EC440E4538BF</vt:lpwstr>
  </property>
</Properties>
</file>