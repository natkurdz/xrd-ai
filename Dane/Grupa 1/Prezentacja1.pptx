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3.xml" ContentType="application/inkml+xml"/>
  <Override PartName="/ppt/ink/ink2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1T11:32:27.4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9168 5765 66 0,'0'-2'320'0,"-3"1"207"0,1 1 209 16,-2-2 12-16,4 2-84 0,-2 0-61 0,-1 0-65 16,2-2-68-16,-1 2-80 0,0 0-74 15,1 0-51-15,-1 0-18 0,2 0 1 0,-1 2-10 16,1 0-13-16,-2-1-26 0,2-1-36 0,0 0-44 16,-2 2-39-16,2-2-25 0,0 1-14 15,0-1-9-15,0 0-8 0,0 0-8 16,0 2-4-16,2-2-1 0,-2 0-6 0,0 0 1 15,2 0-4-15,-1 0-1 0,-1 0-1 0,3 0 0 16,-1 0 1-16,1-2-2 0,0 2 2 16,-1 0 0-16,2-1 1 0,-2-1 2 0,0 2-1 15,-1-1 1-15,1-3-1 0,-1 2 4 0,-1-2-1 16,0 1 1-16,0 0-1 0,0 0 0 0,-1 2 1 16,-1-3-2-16,2 2-2 0,-1 0 4 0,1-1 2 15,-2 3 1-15,2 0-1 0,0 0 1 16,-2 0 1-16,2 1-5 0,-2 1-2 0,0 2-1 15,2 0-2-15,-2 0 0 0,2 1-1 16,-1 0-1-16,1 1-2 0,0-2 2 0,1 1-1 16,-1-2 1-16,0 3-1 0,2-2 0 0,-2-3 3 15,4 0-1-15,-4 0-1 0,2 1 0 16,0-4 1-16,-1 1 1 0,1 0 0 0,-1-2 2 16,1-1 2-16,-2-1-2 0,2 0 2 15,-1 0 2-15,-1 0-1 0,0-1-1 0,-1 2 1 16,1-1 0-16,-2 2 0 0,2-1 0 0,-2 0 0 15,1 1-2-15,-1 2 3 0,2-1 1 0,0 2 1 16,-1-2 1-16,-1 2-1 0,2 2-1 16,-2 0-4-16,-2 1-2 0,2 0-2 0,-1 5 0 15,2-4-2-15,-1 1 0 0,2 0 0 0,-2 1 0 16,2-2-1-16,0-1-1 0,0 1 1 16,0-1 0-16,2-1 2 0,-2 0 0 0,2 0 1 15,-1-2 1-15,2 0-2 0,-1-2 2 0,-2 2-1 16,2-2 2-16,0 0 0 0,-2 0 1 0,2 1 1 15,-2-1-2-15,0 0 0 0,0-1 0 16,0 2 0-16,-2-1 0 0,0 1-1 16,0-1 1-16,2 0 0 0,-2-2 0 0,-1 4 0 15,2-2-2-15,-1 2 0 0,2-1-1 0,-2 1-1 16,2 0-3-16,0 0-12 0,-1 0-29 16,2 0-75-16,-1-2-87 0,0 2-168 0,0-1-290 15,2-3-330-15,-2 2-360 0,2-4-197 0,-1-1 144 16,-1 1 685-16</inkml:trace>
  <inkml:trace contextRef="#ctx0" brushRef="#br0" timeOffset="1657.37">6068 3282 227 0,'1'-3'487'0,"-1"2"259"0,-1-1 234 0,-1 1-163 16,2 1-154-16,-3 0-119 0,1-2-92 16,-1 2-83-16,0 0-92 0,-3 2-48 0,3-1-12 15,-4 2 6-15,1 3-8 0,-1-2-25 16,-2 3-24-16,1 1-37 0,0-3-40 0,0 4-33 16,-2 0-20-16,0 0-6 0,0 2-6 15,0 0-4-15,0 2-5 0,-1 3-4 0,-2-1-2 16,2 2-2-16,-1 2-1 0,2-1-1 0,-1 1 0 15,0-2 1-15,3-3-4 0,2 1 0 16,-1-2 0-16,2-2 1 0,-1-2-2 0,3-4-1 16,0 2-2-16,1-2 4 0,2-1-3 15,-1-1 1-15,-1-2 2 0,2 1-1 0,0 0 4 16,0-2 0-16,0 2 1 0,0-2 0 16,0 0-1-16,0 1 0 0,0-1-2 0,-1 2-2 15,1-2 0-15,0 0-1 0,0 1 0 0,0-1 0 16,1 2 1-16,-1-1 2 0,2 4-1 0,-1-1 0 15,3 1 0-15,-1 1 0 0,0 2-1 16,1-2 2-16,1 0-2 0,0 3 0 0,1-1 1 16,1 3-1-16,0-2 0 0,1 3 1 15,0-1-1-15,2 3 0 0,1 0-1 0,0-1 1 16,0 3 0-16,2 0-1 0,0-2 2 0,2 2-1 16,0-2 0-16,2 2 0 0,-1-3 1 15,1 0 1-15,1 1-2 0,0-4 2 0,1 2 7 16,-1-3 4-16,2-1 2 0,-4 1-1 15,3-1-1-15,-2 1-1 0,-1-1-7 0,0-2-3 16,0 3-4-16,-2-3-2 0,-3 1 2 16,0 0-1-16,0-1-1 0,-1-1 3 0,-2 1 0 0,1-1 3 15,-3-1-3-15,-1 0 1 0,-2-1 1 16,2-1-3-16,-3 2-1 0,1-4 1 16,-1 2 0-16,-1-1 0 0,-1-1-3 0,0 0-3 0,0 0-11 15,0-1-42-15,-3 1-71 0,0-2-69 16,-2 0-129-16,-1 0-194 0,-4-2-314 0,1-1-289 15,-1 2-202-15,1-3-66 0,-2-3 404 16,1 0 544-16</inkml:trace>
  <inkml:trace contextRef="#ctx0" brushRef="#br0" timeOffset="2459.55">6076 3188 194 0,'0'-4'447'0,"-2"3"214"16,2 0 159-16,-1 1-154 0,1 0-136 0,0 0-103 15,0 0-64-15,1 1-5 0,1 0-26 16,1 3-64-16,1 0-49 0,1 4-17 0,2-2-8 16,-1 2-10-16,2 4-2 0,3 0 11 15,-3 1 4-15,3 0-15 0,3-2-14 0,-3 1-33 16,3 0-34-16,-1-2-29 0,3 2-21 0,-2-2-10 16,2 0-17-16,0 0-6 0,1-2-3 15,-1 3-4-15,3-3 0 0,-3 1-5 0,3 0 3 16,-2-1-2-16,2 1 2 0,0 2-6 0,0-1-6 15,0 0-1-15,1 2 0 0,-4 0-1 16,3-1-2-16,-4 2 7 0,0 0 2 0,-2-1 2 16,1 3 0-16,-3-2 3 0,-1 0 1 15,1 0-1-15,-5 1 2 0,2-2-1 0,-3-1 0 16,-2 1 0-16,0-3 1 0,-1 2 1 0,2 0-2 16,-4-2 2-16,2-1-3 0,-2 1-1 15,0-3-1-15,0 2-2 0,0-1 0 0,0 0-3 16,1-1 1-16,-1-1 0 0,2-1-2 0,-2 1 1 15,0-3 1-15,0 0 0 0,0 0-1 16,0 1 0-16,0-3 1 0,0 2 0 0,0 0-1 16,0-2 1-16,0 2 2 0,0-2 0 15,0 0 0-15,-2 0 2 0,1 0 1 0,1 0 5 16,0 0 6-16,-2 0 4 0,2 0 3 0,-1 0 2 16,-2 0-2-16,1 2-5 0,-1-2-4 0,0 2-6 15,0-2-4-15,0 0-4 0,-1 1 0 16,1-1-1-16,0 1-1 0,0 0-1 0,-2 1-1 15,2 0 0-15,0 1 0 0,1 3 0 16,-1-1 1-16,-2-1 1 0,2 3 1 0,0 1 0 16,0-1 7-16,-2 1 2 0,1 0 2 0,-1 0-1 15,0 1 2-15,-2 0-1 0,1-1-6 16,-3 2-1-16,1 0-3 0,-2 0-1 16,-1 0 1-16,2 2-3 0,-4-3 2 0,1 2-1 15,0-2 1-15,-3 2 0 0,4-3 0 0,-1 1 1 16,-2-1-1-16,3-2 0 0,0 3 1 15,0-3-2-15,3-1 0 0,0-1-2 0,2 0-2 0,1-2-7 16,2-1-9-16,1-1-22 0,2-1-51 16,2-3-68-16,3-2-74 0,1-2-130 15,2-2-200-15,0-2-307 0,3 2-261 0,0-1-200 16,2 0-51-16,2 0 416 0,1 1 542 0</inkml:trace>
  <inkml:trace contextRef="#ctx0" brushRef="#br0" timeOffset="3766.31">11567 3255 257 0,'-5'-4'454'16,"2"0"201"-16,0 1 60 0,1-1-90 15,-1 2-69-15,3-2-34 0,-2 3-45 0,1-1-55 16,-1 0-62-16,2 2-71 0,-3-2-63 0,3 2-48 16,0 0-34-16,0 0-29 0,0 2-23 15,2 2 14-15,-1 1 10 0,2 2 7 0,2 3-7 16,0 2 3-16,1 3-1 0,0 2-28 15,2 2-24-15,1 1-23 0,0 1-9 0,0 1-13 16,-1-1-7-16,2 3-2 0,-1-2-1 0,1 0-5 16,-2-2-2-16,3-2 2 0,-3 0-2 15,0-3 1-15,-2-1-6 0,3-3-2 0,-2 0-2 16,-1-3-24-16,-1-2-49 0,-2 0-46 16,0-3-38-16,0-3-58 0,-3 0-117 0,0-3-120 15,-3-3-109-15,0 1-221 0,0 0-246 0,-2 1-160 16,0-2 137-16,0 0 359 0,2 2 352 0</inkml:trace>
  <inkml:trace contextRef="#ctx0" brushRef="#br0" timeOffset="4043.78">11668 3611 31 0,'6'6'241'0,"1"0"146"0,0-3 158 0,1 2-41 15,0-4-90-15,2 2 6 0,-1-3 16 0,2 0 46 16,1-4 13-16,0 1-36 0,1-2-38 15,2-3-89-15,-2-2-63 0,4-3-81 0,1 0-49 16,-1-3-35-16,1-2-19 0,2-2-16 0,2-4-14 16,-2 0-7-16,2 0 2 0,0 1 22 15,0-3 8-15,-3 3 5 0,3-2-5 16,-2 2-3-16,-2-1-18 0,2 2-26 0,-3 0-21 16,0 1-4-16,-3 1-2 0,2 2-6 0,-5 1-1 15,1 4-6-15,-2 1-22 0,-2 2-43 0,-2 2-38 16,0 2-28-16,-1 0-67 0,-3 3-109 0,-2 0-112 15,-2 3-147-15,-1 0-253 0,-3 3-246 16,1 0-88-16,-1 0 200 0,-1 1 374 16</inkml:trace>
  <inkml:trace contextRef="#ctx0" brushRef="#br0" timeOffset="4610.14">11621 3202 62 0,'-2'-4'367'0,"1"0"234"0,1 1 196 16,0 0 40-16,1-2-179 0,2 2-119 15,3-3-67-15,-1 0-55 0,3-2-64 0,0-1-72 16,3-1-58-16,2 0-32 0,4-1-13 0,2-4-10 16,3-2-11-16,5-3 5 0,-2 0-7 15,1 0-25-15,2-3-30 0,-1 2-20 0,0 0-12 16,-2 1-24-16,0-1-17 0,-5 6-12 16,-1-1-5-16,-5 3-4 0,0 3-2 0,-3 1-2 15,-2 3-2-15,-2 0 2 0,-2 1-2 0,-1 2 0 16,-2 2 2-16,1-2 0 0,-1 1 0 0,-1 0-2 15,1 1 1-15,-2 1 0 0,0-2-2 16,2 2 1-16,-2-1-1 0,2 1 1 16,-2 0 1-16,2-2 0 0,0 1 0 0,-1-2 1 15,2 1 0-15,-1 1 1 0,1-1-2 0,0 1-4 16,-1 1-1-16,3 0 0 0,0 0-2 16,2 3-1-16,1 0 4 0,0 3 10 0,5-2 3 15,-1 4 2-15,1 3 5 0,3-3 7 0,-2 4 1 16,4-1-4-16,-4 2-1 0,3 1-2 15,0-1-1-15,-1 2-7 0,0-1-2 0,0-1-2 16,-5 0-2-16,3 3-2 0,-2-3 0 0,-3-1-1 16,-1 3 1-16,-4-4-1 0,1 3-1 15,-3-2-9-15,0 2-52 0,-4-2-69 0,-1 1-102 16,-2-1-171-16,-2-3-301 0,1 2-334 16,-1-3-278-16,-2 2-163 0,1-2 255 0,-4-3 614 15</inkml:trace>
  <inkml:trace contextRef="#ctx0" brushRef="#br0" timeOffset="6111.24">6088 4211 168 0,'2'3'423'0,"-2"-1"230"0,0 0 217 0,-2 0-64 16,2 1-128-16,-3-1-98 0,1-1-85 15,-2-1-77-15,1 2-76 0,-2-1-77 0,2 3-29 16,-2 1-22-16,0 0-10 0,-2 3-8 0,0 1-21 16,-1 2-31-16,0 3-39 0,-3 3-20 15,3 5-21-15,-3 2-17 0,0 6-9 0,0 3-3 16,0 8-5-16,-3 2-4 0,3 3-1 15,-2 4 4-15,2 4 3 0,-2 1-8 16,2-1-4-16,3 5-4 0,-1-2-3 0,-2 1-9 0,6 0-7 16,-3-1 4-16,3 1-1 0,-1-1 1 15,0-1-1-15,1-1 1 0,0 3 4 0,-1-6 4 16,3 2-1-16,-2-3 2 0,2-1 3 16,-2-7 1-16,4-3-4 0,-1-8-3 0,1-3 1 15,1-4-2-15,0-5-3 0,-2-5-1 0,2-2-1 16,0-4 1-16,0-3-2 0,0-1 2 15,0-3-1-15,0-2 0 0,2-4 0 0,-1-2 0 16,1-1 0-16,-1-1-1 0,1-2-5 0,2 0-10 16,-2 0-15-16,1-2-32 0,-1 3-62 15,-1-4-59-15,1 4-60 0,-2-3-104 0,0 0-157 16,-2 1-198-16,2-1-224 0,-3 3-220 0,3-1-153 16,0 2 179-16,0-1 477 0</inkml:trace>
  <inkml:trace contextRef="#ctx0" brushRef="#br0" timeOffset="6592.33">6381 4845 367 0,'6'-18'829'15,"0"0"314"-15,-4 5 38 0,-2 2-258 0,0 0-258 16,0 4-161-16,-2 4-98 0,1 3-77 0,-4 0-61 16,1 5-54-16,-1 6-69 0,-2 5-51 0,1 6-37 15,-2 7-16-15,2 3-10 0,1 10-3 16,0 5-2-16,0 2-4 0,2 8-3 15,0-3-2-15,3-1-4 0,3 0-5 0,0-3-4 16,4-5-3-16,1-5-3 0,4-4 2 0,0-5 4 16,0-8 1-16,4-3 3 0,-2-7 0 0,4-6 5 15,0-3-2-15,2-8 1 0,0-3-1 16,-1-6-8-16,0-5-5 0,1-2-4 0,-2-2-1 16,1-4-4-16,1 0 2 0,-2-3 5 15,-1 0 4-15,-2 2 0 0,-1-1 0 0,-3 0 0 16,-2 3 1-16,-1-2 8 0,-5 2 1 15,-3 1 3-15,-3-2 0 0,-5 2-2 0,-1-2-7 16,-4 3-16-16,-3 1-26 0,-6 0-51 0,0 1-54 16,-2 4-57-16,-1 1-85 0,-3 1-142 15,-1 3-186-15,-1 4-246 0,0 3-232 0,0 4-206 16,2 1 59-16,-1 1 437 0</inkml:trace>
  <inkml:trace contextRef="#ctx0" brushRef="#br0" timeOffset="6772.65">6321 4999 103 0,'11'5'423'16,"-2"1"231"-16,-2-3 233 0,2 1 42 0,2 0-208 15,-1-1-162-15,-1 1-103 0,5 0-68 0,-1-2-96 16,4 1-107-16,-1-3-74 0,6 0-50 16,0 0-31-16,4 0-10 0,2 0-9 0,4-3-10 15,2 1-3-15,5-2-8 0,0 0-52 16,2 3-144-16,-1-1-302 0,-1 2-262 0,1 0-269 15,2 3-228-15,-2-1 86 0,1 4 517 0</inkml:trace>
  <inkml:trace contextRef="#ctx0" brushRef="#br0" timeOffset="7861.26">12220 4141 86 0,'5'2'358'0,"-1"-2"187"0,1 2 182 0,-2-1-13 15,3 2-128-15,1 2-85 0,-1-1-40 0,4 1-16 16,-1 1-57-16,2 2-73 0,1-1-73 15,-2 3-54-15,3 4-28 0,1 1-19 0,0 2 9 16,1 3 13-16,1 2 14 0,-2 3 4 0,0 1-17 16,0 3-17-16,0 4-29 0,-2 2-31 0,0 3-28 15,-2 0-25-15,-1 5-13 16,-1 3-12-16,0-1-3 0,-2 3 1 0,-1-2-3 0,2 4 0 16,-4-3 0-16,1 1 1 0,-2 0 1 15,-1-3-3-15,-1-2 0 0,-1-1 2 0,-1-4-1 16,-1-2-1-16,2-1-2 0,-2-3 1 0,-2-2-1 15,1-4-1-15,-2 2 1 0,1-6 3 16,-1-4-2-16,1-2-1 0,2-3-8 0,0-3-9 16,0-3-28-16,0-2-47 0,-1-2-49 0,1-3-44 15,2-1-34-15,-1-5-47 0,0 2-57 16,-2-5-56-16,2 1-78 0,1-1-172 16,-1 1-255-16,-1 1-190 0,1-1-9 0,1 1 240 15,-1 2 358-15</inkml:trace>
  <inkml:trace contextRef="#ctx0" brushRef="#br0" timeOffset="8512.99">12019 4628 338 0,'-5'1'641'0,"1"1"252"0,-1 2 131 0,0 1-267 16,-3 1-187-16,5 3-137 0,-2 0-93 16,1 5-70-16,0 2-69 0,-1 2-62 0,2 4-40 15,-1 6-17-15,2-3 4 0,2 6 10 0,0 0 6 16,0 1 3-16,2 0-8 0,2-1-13 0,1-1-23 15,2-1-22-15,-1-2-10 0,2-3-11 16,3-3 1-16,-2-5-2 0,1 1 0 0,2-4 4 16,-2-3-5-16,4-3 5 0,-3-4 1 15,0-3 2-15,3-3 0 0,-1-6-3 0,1-2-2 16,-1-4-3-16,1-5-4 0,-3-4-7 16,2-1-5-16,-1-5 14 0,-2 2 22 0,0-4 12 15,-3 1 8-15,-2-3 5 0,-2 0 3 0,-1-2-12 16,-4 1-20-16,-1 3-5 0,-2-1-2 0,-2 5 0 15,-3 5 2-15,0 2 2 0,-2 4 2 16,-2 3-8-16,0 3-5 0,-1 4-6 0,1 4-4 16,0 4-5-16,1 2-1 0,1 5-3 0,0 0-3 15,4 2-1-15,-1 1-2 0,3 1-8 16,1-1-26-16,0 3-42 0,2-3-47 0,1 3-48 16,1-2-49-16,1-1-79 0,0 1-97 15,0-3-102-15,1 4-169 0,-1-4-245 0,3 1-215 16,-1-3-41-16,0 0 267 0,1-1 397 0</inkml:trace>
  <inkml:trace contextRef="#ctx0" brushRef="#br0" timeOffset="8748.87">11967 4784 24 0,'0'7'513'0,"1"1"433"0,2 0 201 0,-1-4-55 16,1 0-331-16,2 0-304 0,0 1-188 0,3-2-93 16,3-1-48-16,0 2-23 0,4-2-29 15,0-1-25-15,5-1-25 0,0-1-11 0,3 1-7 16,1-4-11-16,-1 2-5 0,3 0-5 16,-1 0-4-16,-1 1-50 0,0 1-136 0,-2 1-243 15,-3 2-275-15,-2 2-259 0,-2 3-236 16,-5 4 32-16,-2 0 463 0</inkml:trace>
  <inkml:trace contextRef="#ctx0" brushRef="#br0" timeOffset="9785.59">6580 3899 262 0,'8'9'482'0,"0"-1"173"15,0 0 90-15,4-1-244 0,-2 1-178 16,4 3-96-16,0-3-43 0,2 2-7 0,0-2-13 16,1 2-32-16,-1-1-35 0,1 0-22 15,1 2-38-15,1-1-16 0,0 2-28 0,-2-1-12 16,2 4-9-16,-3 0-15 0,1 2-42 0,-2 3-118 15,0 0-262-15,-2 3-210 0,-2 2-131 16,-1 1-4-16,-2-1 199 0</inkml:trace>
  <inkml:trace contextRef="#ctx0" brushRef="#br0" timeOffset="10006.81">7328 4726 241 0,'8'16'457'16,"0"-4"160"-16,-1 1 90 0,0 2-276 0,-1-4-203 16,1 1-109-16,0-4-58 0,0 3-27 0,1-4-16 15,0 1-3-15,3 0-6 0,-2-2 0 16,1-1-9-16,5 2-13 0,-3-1-27 0,3 2-40 16,-2 3-58-16,3-2-90 0,-2 3-170 15,2 1-139-15,-2 2-24 0,3 0 84 0,-1 3 142 16</inkml:trace>
  <inkml:trace contextRef="#ctx0" brushRef="#br0" timeOffset="10166.87">7806 5198 71 0,'12'18'265'0,"-1"-2"119"0,0 1 103 0,-1-3-134 16,-1-1-147-16,2 0-62 0,-3 0-36 16,0-4 14-16,-1 2 7 0,0-4 5 0,1 2-13 15,-3-2-13-15,1-1-14 0,1 1-41 0,0 0-23 16,0-3-17-16,-1 3-15 0,1-2-28 15,-1-1-53-15,3 1-167 0,-2 0-221 0,1-2-111 16,0 0 0-16,2 1 105 0,-2-1 168 16</inkml:trace>
  <inkml:trace contextRef="#ctx0" brushRef="#br0" timeOffset="10366.44">8384 5498 285 0,'13'15'596'0,"-4"-4"221"0,-1 1 71 16,-1-2-251-16,0 1-272 0,1-3-180 0,0 2-87 16,0-4-47-16,3 1-26 0,-3 0-28 15,3-3-38-15,2 2-55 0,-2-3-62 0,3-2-72 16,0 1-128-16,0-2-225 0,2 0-129 16,0 0 10-16,0 0 133 0,1 0 191 0</inkml:trace>
  <inkml:trace contextRef="#ctx0" brushRef="#br0" timeOffset="10514.01">8996 5661 71 0,'22'14'311'0,"0"-1"159"15,-3 2 128-15,0-1-97 0,-1 0-174 0,-1 1-123 16,-1 1-77-16,3-2-38 0,-2 1-25 0,-3 1-26 16,4-4-14-16,-4 2-19 0,2-2-31 15,-2-1-58-15,-1 0-166 0,2-2-217 0,-2 0-119 16,0-1-3-16,-2-2 112 0,1 0 166 15</inkml:trace>
  <inkml:trace contextRef="#ctx0" brushRef="#br0" timeOffset="10718.48">9756 6191 179 0,'10'20'403'0,"0"1"165"0,0-1 101 15,-2-1-215-15,1-1-201 0,0 0-113 16,0 0-68-16,-1-1-33 0,0-3-26 0,3-1-33 16,-3 2-48-16,2-3-81 0,0 0-178 15,0-1-187-15,-2 0-64 0,1-2 50 0,1 2 133 16</inkml:trace>
  <inkml:trace contextRef="#ctx0" brushRef="#br0" timeOffset="10897.19">10164 6629 157 0,'16'17'343'0,"-3"0"139"0,0-2 63 0,-1 4-186 16,1-4-152-16,-1 2-92 0,1 0-50 15,0-1-32-15,1 0-22 0,-1-1-20 0,2-2-30 16,-2 1-18-16,1-1-23 0,2-1-9 16,0-1-3-16,-2 1 15 0,3-1 22 0,0 1 18 15,0 1 16-15,-1-1 7 0,-1 2-10 16,1-2-63-16,0 4-162 0,-2-3-108 0,0 3-26 15,1-2 44-15,0-1 92 0</inkml:trace>
  <inkml:trace contextRef="#ctx0" brushRef="#br0" timeOffset="11090.08">11059 7294 19 0,'32'31'576'0,"-2"-1"500"0,-5 2 186 16,-3-1-108-16,-2 2-321 0,-2 0-416 0,-2 1-205 15,-2 1-99-15,1-2-49 0,0-2-29 0,-2 1-16 16,4-2-12-16,-4-1-8 0,4-3-20 16,0-2-40-16,-2 0-58 0,1-4-96 0,0 0-100 15,0-4-138-15,1 0-251 0,-1-1-229 0,3 0-105 16,-2-4 113-16,2-1 275 16,0-2 309-16</inkml:trace>
  <inkml:trace contextRef="#ctx0" brushRef="#br0" timeOffset="12188.38">9282 5599 189 0,'2'6'433'0,"2"-5"180"0,1 1 103 16,0-4-206-16,1-3-196 0,2-2-104 0,3-4-36 15,0 0-11-15,3-4-9 0,2-3-12 0,2 2-22 16,-1-4-34-16,2-2-31 0,3 2-25 15,-3-2-11-15,3 2-25 0,0 0-76 0,-2 2-104 16,0 2-233-16,-2-1-230 0,-1 2-145 16,0-2-10-16,-3 3 192 0,-1-2 263 0</inkml:trace>
  <inkml:trace contextRef="#ctx0" brushRef="#br0" timeOffset="12530.89">9916 5095 187 0,'7'3'460'0,"-1"0"195"0,2-3 108 16,0-2-177-16,0 0-274 0,1-4-152 0,5 0-74 16,-1-2-38-16,3-4-20 0,1-1-14 15,5-2-5-15,2-3-2 0,4-2 21 0,1 0 10 16,2-1-38-16,1-1-43 0,1-1-36 16,1 1-35-16,0 1-33 0,0 0-40 15,0 3 8-15,0-2 4 0,-1 2-11 0,1-2-32 16,-4 1-65-16,0-1-23 0,-2 4 24 0,-1-1 96 15,-1 0 100-15,-2 2 100 0,-2 3 99 0,-4-2 87 16,0 2 57-16,-5 2-8 0,1 3-4 16,-3-2 8-16,-1 1 34 0,-1 0 44 0,1 2 26 15,-2 0 5-15,4 1-28 0,-2-4-55 16,1 1-59-16,3-1-69 0,-1 0-55 0,4-4-45 16,1 3-25-16,4-7-9 0,1 1-8 15,3-1-6-15,2-3-3 0,2-2 0 0,3-1-12 16,0-3-53-16,4 0-89 0,1-6-94 0,3 1-217 15,3-6-263-15,-1 1-185 0,3-1-18 16,-2-2 207-16,0-2 288 0</inkml:trace>
  <inkml:trace contextRef="#ctx0" brushRef="#br0" timeOffset="13429.84">9486 5503 8 0,'8'14'306'0,"1"-1"196"16,-2-4 151-16,1 0 53 0,1 0-311 0,1-3-192 15,1-3-96-15,-2 3-54 0,5-4-16 0,-2-1-13 16,3-1-6-16,1 0 19 0,1-3-5 15,1 0-26-15,1 0-46 0,3 0-50 0,-1-1-96 16,2 2-285-16,-1 0-153 0,-1-1-13 16,3 1 98-16,-2-2 164 0</inkml:trace>
  <inkml:trace contextRef="#ctx0" brushRef="#br0" timeOffset="13630.88">10256 5697 90 0,'17'12'329'0,"-4"0"164"16,-2-4 134-16,3 3-42 0,-2-3-192 16,0 0-124-16,1-1-45 0,1-2-47 0,2-2-25 15,1 0-68-15,1-3-38 0,2 0-27 16,1 0-19-16,3-1-5 0,1-3-12 0,0 1-28 16,3 0-49-16,-1 2-53 0,3-3-100 0,2 2-241 15,-1 0-155-15,1 2-32 0,1 0 99 0,2 0 178 16</inkml:trace>
  <inkml:trace contextRef="#ctx0" brushRef="#br0" timeOffset="13784.33">11286 5839 16 0,'22'14'269'16,"-2"-2"158"-16,-4-1 146 0,3 0 10 0,-3-2-192 16,1-3-131-16,2 2-70 0,-3-2-43 0,1-3-31 15,-1-1-36-15,3-2-25 0,-1-2-26 16,2-2-46-16,2-3-64 0,0-2-189 0,-1 0-231 15,4 0-138-15,0-3-22 0,-1 2 107 0,0-1 200 16</inkml:trace>
  <inkml:trace contextRef="#ctx0" brushRef="#br0" timeOffset="13976.9">12305 5807 39 0,'19'8'389'0,"-2"-4"256"0,0 2 184 0,0-4 59 15,0 0-363-15,4-2-212 16,-1 0-121-16,1 0-57 0,6-2-46 0,0 2-40 16,3-2-20-16,1-1-14 0,3 3-30 0,0 0-54 15,1 0-61-15,0 3-79 0,-1-1-115 0,-2 0-210 16,1 2-184-16,-3-2-48 0,2-1 100 16,-4-1 201-16</inkml:trace>
  <inkml:trace contextRef="#ctx0" brushRef="#br0" timeOffset="14681.73">11863 6351 78 0,'-2'-2'327'0,"0"-2"188"0,-1 1 171 0,2-3 8 16,-1 1-129-16,2 1-52 0,0-3-34 0,0 1-54 15,2 3-45-15,1-1-68 0,0 3-70 16,0 0-63-16,6 0-39 0,-2 1-14 0,2 2 8 15,4 3 19-15,1 4 22 0,2 2 15 16,1 5 3-16,-2 2-4 0,2 5-29 0,0 2-39 16,-4 3-33-16,0 5-24 0,-2 3-18 15,-5 2-14-15,-1 3-8 0,-2 5-4 0,-4 2-4 0,-1 1-4 16,-4 4-1-16,-1-3-3 0,-4 0 0 16,-1 0-1-16,-4-1-3 0,2 0-4 0,-4-3 0 15,1-2-1-15,-2-2-2 0,1-4 0 16,-1-7-2-16,3-2-12 0,-1-6-49 0,3-4-61 15,-2-8-67-15,3-3-118 0,1-8-177 0,1-8-309 16,0-3-261-16,3-8-211 0,1-3-98 16,1-4 331-16,0-6 526 0</inkml:trace>
  <inkml:trace contextRef="#ctx0" brushRef="#br0" timeOffset="15152.44">11323 6188 60 0,'-3'4'494'0,"-1"5"347"0,-1-1 190 16,0 4 36-16,0 1-339 0,0 5-246 15,-1 4-137-15,0 6-56 0,0 5-32 0,1 1-34 16,0 7-34-16,0 0-11 0,0 2-20 0,1 2-24 16,2 1-19-16,1-3-31 0,2-2-23 15,5-2-25-15,1-4-14 0,2-6-5 0,1-1-6 16,4-6 13-16,2-6 13 0,3-5 11 16,1-5 9-16,-2-6 3 0,5-6 4 0,-2-1-11 15,-2-9-10-15,3-3-12 0,-3-2-8 0,0-3-7 16,-2-4-2-16,1 0-4 0,-4-1-3 15,1 0 3-15,-3-1-2 0,-3 0 1 0,-2 1 0 16,-2 0-1-16,-4-2-1 0,-2 3-2 0,-4-1 0 16,-5 3-3-16,-1-2-4 0,-8 4-2 15,-1-1 2-15,-4 6-2 0,0 4 2 0,-4 4-1 16,-1 6 1-16,1 7 0 0,-1 5-3 16,1 2-6-16,3 9-15 0,2-1-30 0,3 3-52 15,3 3-51-15,4-1-53 0,2 1-79 0,2-2-125 16,2-1-156-16,4-3-239 0,1 1-225 0,4-3-203 15,0-1 26-15,2-5 395 0</inkml:trace>
  <inkml:trace contextRef="#ctx0" brushRef="#br0" timeOffset="15357.29">11192 6447 192 0,'-3'6'776'0,"-2"0"386"0,2-1 44 15,1 2-159-15,4-2-457 0,1 0-295 16,5 1-156-16,3-2-66 0,4 1-35 0,5-2-19 16,3 0-8-16,4-1-11 0,2-2 2 15,7 0-3-15,-1 0 1 0,5-2 8 0,1 1-19 16,3-2-72-16,2 1-145 0,0 0-303 0,-2 2-265 16,3 2-258-16,-2 1-164 0,-1 2 195 15,-6 1 480-15</inkml:trace>
  <inkml:trace contextRef="#ctx0" brushRef="#br0" timeOffset="16369.36">13561 3549 217 0,'7'19'422'0,"1"-1"169"0,2 7 130 16,0 2-217-16,5 4-130 0,1 6-42 0,3 3-24 15,5 7 17-15,1 4-5 0,2 4-28 0,3 7-47 16,-1 6-29-16,1 4-24 0,0 5-46 16,-2 1-32-16,1 2-17 0,-6 2-14 0,2 3-22 15,-7 0-12-15,-1 4-4 0,-2-1-4 16,-3 2 2-16,-4-1 28 0,-3 4 49 0,-2-1 44 16,-5 2 22-16,-1-2 22 0,-5 1-1 0,-1-2-24 15,-5 2-41-15,-1-1-35 0,-2 4-23 16,-1-3-28-16,0 1-18 0,-3-4-10 0,3 1-6 15,-2-2-5-15,4-4-6 0,-1-3-2 16,0-5-1-16,1-1 1 0,-2-2-2 0,2-4-2 16,-2-5 2-16,1-4-2 0,-3-1-1 0,-2-6 0 15,1-2 0-15,-2-4-2 0,-1-3-2 16,-3-3-1-16,2-4 0 0,-1-1-2 0,1-6 1 16,0-2 1-16,3-3-2 0,1-2 3 0,2-4-1 15,0-2 1-15,5-2-1 0,0 1-1 16,1-5 2-16,3 3-3 0,0 1-1 0,0-2 2 15,2 3 0-15,-1 0 1 0,3-1 0 0,-1 4 2 16,1-1-1-16,-1-1 0 0,1-2 0 16,3-1-2-16,-2 1 0 0,2-6-4 0,1-1-1 15,-1-4-5-15,3 1-4 0,0-5-2 0,0-2-7 16,0-5-18-16,0-1-43 0,2-6-59 0,-1 0-69 16,-1-5-137-16,0 0-212 0,2-4-297 15,-2-2-265-15,0 1-207 0,0-2-21 0,0-1 464 16</inkml:trace>
  <inkml:trace contextRef="#ctx0" brushRef="#br0" timeOffset="16606.49">13216 7388 90 0,'2'37'608'0,"-1"5"408"0,2-1 165 0,-1 1-74 15,0 2-383-15,4-4-308 0,-2 0-170 0,3-3-81 16,2-2-52-16,2-5-35 0,4-4-22 15,3-6 10-15,3-8 25 0,3-4 22 0,4-10 6 16,1-5-5-16,2-8-6 0,1-9-23 16,1-4-30-16,1-6-23 0,-3-3-18 0,2-9-12 15,-1-4-41-15,1-3-45 0,-4-5-76 16,-1-5-176-16,-3-6-294 0,-1-7-293 0,-4-7-258 16,-4-8-189-16,-3-5 173 0,-2-9 607 0</inkml:trace>
  <inkml:trace contextRef="#ctx0" brushRef="#br0" timeOffset="17425.07">13459 3809 61 0,'-11'4'306'0,"0"-2"173"0,3-1 146 0,4-2-62 15,2-1-186-15,2-2-90 0,2-1-35 16,4-6 5-16,2-3 22 0,4 0 19 0,1-4 9 15,1-3 2-15,4 0-16 0,-1-4-30 16,2-1-41-16,-1 0-25 0,-1 1-1 0,-3 0 2 16,-1 4 17-16,-1 3 18 0,-4 4 2 15,-1 3-15-15,-2 2-34 0,1 1-39 0,-5 5-42 16,-1 1-37-16,0 5-28 0,0 3-15 0,-1 7-10 16,-4 2-7-16,4 4-3 0,-1 1-4 15,2 3 1-15,2 3-4 0,-1-2 0 0,5 3-4 16,-3-3-20-16,4 4-50 0,-1-3-58 15,2-1-93-15,1 0-170 0,-1-2-301 0,2-2-307 16,-1 1-267-16,-1-2-182 0,2 0 212 16,-2-2 614-16</inkml:trace>
  <inkml:trace contextRef="#ctx0" brushRef="#br0" timeOffset="18522.62">14951 5095 360 0,'-5'-4'658'0,"2"1"228"16,-1 0 71-16,4 1-288 0,0-3-217 0,2 1-136 16,1-2-56-16,6-1-26 0,-1 1-26 15,4-1-37-15,2 2-20 0,2-1-18 0,2 4-29 16,3 1-20-16,1 1-12 0,4 1-6 0,0 3-13 15,1 2 12-15,-3 4 17 0,1 0 44 16,-3 3 25-16,-3 3 26 0,-4-1 11 0,-4 2-12 16,-4 2-19-16,-3 1-37 15,-6-1-23-15,-3 5-24 0,-4-1-17 0,-4 4-13 0,-4 1-7 16,-2 1-10-16,-3 3-6 0,-2-1-6 16,1-1 2-16,2 1-2 0,0 0 1 0,4-5-1 15,1 1-1-15,5-7-2 0,2 0-7 0,4-4-4 16,3-1-2-16,6-3-1 0,0-3 2 15,9-3-1-15,1-2-1 0,8-6-6 0,5-3-9 16,5-5-24-16,1-4-47 0,5-3-58 16,3-3-52-16,0-5-50 0,2-1-66 0,1-1-56 15,-3-2-10-15,0 1 24 0,0 2 28 0,-6 3 33 16,-5 1 69-16,-2 4 72 0,-7 1 83 16,0 6 83-16,-6 2 74 0,-2 6 63 0,-5 1 51 15,0 5 31-15,-4 5 1 0,-2 5-15 0,-2 5 8 16,0 5 11-16,2 5 5 0,-1 1-5 15,1 2-14-15,1 3-24 0,2 1-43 0,1-4-45 16,4 2-37-16,-1-4-31 0,4-4-15 0,4-4-8 16,2-4-2-16,2-3-4 0,2-5-2 0,3-4 5 15,0-8-1-15,1-5 4 0,2-1 4 16,-2-8 3-16,3-3-5 0,-3-5-3 16,-2-2 2-16,0-4-1 0,-3-2 0 0,-2 1 2 15,-2-6 8-15,-5 2 4 0,1-4 0 0,-7 0-2 16,-4-2-5-16,-3 0-4 0,-3 2 0 15,-5 0-1-15,-3 6-1 0,-4 2 0 0,0 3 0 16,-4 9-2-16,-2 2-5 0,-2 9-4 0,-1 1-3 16,1 8-4-16,0 8-1 0,-1-1-2 15,5 9 0-15,0 1-1 0,0 2 0 0,7 4 0 16,-4 0 0-16,6 1 1 0,2 3-1 0,3-1-4 16,2 2-6-16,3-4-9 0,3 1-15 15,2-3-32-15,2 0-63 0,2-4-57 0,2-3-72 16,2-2-148-16,3-3-240 0,0-5-287 15,2-2-226-15,0-4-207 0,2-2 28 0,-2-4 524 16</inkml:trace>
  <inkml:trace contextRef="#ctx0" brushRef="#br0" timeOffset="18752.27">15761 5158 156 0,'-14'20'769'15,"3"2"436"-15,2-4 50 0,1 2-163 0,5-2-414 16,4 0-332-16,5 1-164 0,6-3-55 16,5 2 2-16,5-7 23 0,8 0 8 0,4-2 2 15,2-2-4-15,5-3-23 0,0 0-36 0,5-2-39 16,-2-1-28-16,3-1-35 0,-2 2-62 16,-4-2-68-16,1 1-158 0,-5 1-291 0,-5 2-301 15,-6-1-319-15,-5 2-228 0,-2 0 44 16,-8-1 625-16</inkml:trace>
  <inkml:trace contextRef="#ctx0" brushRef="#br0" timeOffset="20948.02">9195 12553 162 0,'-3'3'522'16,"2"-1"335"-16,-1 1 234 0,-1 1-105 0,3-1-294 15,-2 0-179-15,-1-1-115 0,3 3-54 0,0-1-29 16,0 4-23-16,0-2-19 0,0 0-25 15,0 3-29-15,0-2-47 0,0-3-55 0,0 2-44 16,2-3-28-16,-1 0-16 0,-1-1-10 16,0 0-6-16,2-2-4 0,-2 0-1 0,0 0 2 15,3-4 0-15,-1 1 1 0,-1-1-1 16,4-5 2-16,-4 1 1 0,2-3-3 0,-1 3-1 16,-2-1 0-16,3 2-1 0,-3 0 3 0,0 1 1 15,0 2 3-15,0 1 1 0,0 1 2 0,0 0-2 16,0 2-2-16,0-1-3 0,0 1-2 0,0 0-5 15,0 0-4-15,0 0-2 0,0 0-3 16,0 1-9-16,0-1-26 0,0 2-70 0,-1 0-80 16,-1-2-168-16,0 1-284 0,-1-1-326 15,0-1-373-15,-6-1-223 0,2-3 95 0,-2-2 708 16</inkml:trace>
  <inkml:trace contextRef="#ctx0" brushRef="#br0" timeOffset="23074.9">5519 12374 34 0,'3'-3'326'0,"-1"0"220"0,1 1 205 15,0 0 24-15,0 1-151 0,-1-1-116 0,-1 2-62 16,1 0-39-16,0 0-45 0,-2 0-60 16,0 2-63-16,0-1-62 0,-2 3-53 0,2-1-43 15,-2 3-27-15,1 1-19 0,-1 1-8 16,2 4-3-16,-3 2 7 0,3 1 10 0,0 1 8 0,0 2 7 15,0 2 4-15,0 0 4 0,0 2 3 16,2 4-5-16,-1-2 3 0,1 4-7 0,-1-2-2 16,-1 0-9-16,2 1-5 0,0 1-9 15,-1-5-11-15,-1-1-4 0,0-2-2 0,2 0-2 16,-2-2-7-16,0-4 0 0,1 1-1 16,-1-4 1-16,2-2-3 0,-2-1 1 0,0-2-1 15,0-2-2-15,2 1-1 0,-1-2 1 0,-1-1 3 16,0 0-2-16,0-2 5 0,0 2 2 15,0-2 4-15,0 2-4 0,0-2 2 0,2 0-3 16,-2 2-5-16,0-2 1 0,0 0-2 16,0 1 1-16,3-1-2 0,-3 0 2 0,3 1 2 15,0-1-4-15,0 0-2 0,-1 2-1 0,1-2 1 16,0 2-2-16,2-2-1 0,-2 0 7 0,2 1-1 16,0-1 1-16,1 2-1 0,0-1 3 15,2-1-1-15,0 4-1 0,3-2 2 0,-1 0-1 16,4 1 14-16,-1 2 8 0,1-2 8 15,5 2 2-15,-2-1-2 0,2 1 4 0,2-3-11 16,2 4-6-16,-2-3-5 0,4 1-1 16,-1 0-1-16,1-2 2 0,-1-1 1 0,1 3-2 15,2-4-3-15,-2 2 0 0,1-1-1 0,-1-1-2 16,1 0-3-16,-1-1-1 0,-2 1 0 16,1-2-2-16,0 2 7 0,-3 0 3 0,-1-2 2 15,2 2-1-15,-4-2-1 0,0 2 1 0,0 0-8 16,1-1-4-16,-2 1-2 0,-1 0 2 0,3 0 1 15,-3 0-1-15,1 0 7 0,2 0 6 16,-1 0 2-16,2 1-6 0,-2-1-2 0,0 0-3 16,2 2-4-16,-2 0-6 0,1 1-3 15,-3-1 4-15,3 2 2 0,-3 0 1 0,1-3-1 16,-1 1 1-16,-2 0-1 0,-1 0 0 0,1 0 1 16,-3 0 1-16,-1-2-1 0,1 1-1 0,-3-1 2 15,0 0-1-15,-2-1 2 0,0 1-3 16,-1 0 3-16,0-2 0 0,-2 2 0 15,-1-2-1-15,-1 2 0 0,1 0-1 0,0 0 0 16,-1 0 2-16,-1 0-1 0,2 0 0 0,-1 0 1 16,-1 0 0-16,0 0-1 0,0 0 0 0,-1-2 0 15,-1 2 3-15,2-2-1 0,0 2 1 16,-1-3-1-16,1-5-1 0,-2 3-1 0,2-1-1 16,-2-3-1-16,2-1 0 0,-1-2-1 15,1 0 1-15,-2-4 0 0,2 1-2 0,2-4 0 16,-1-1 1-16,1 0-1 0,0-1 0 0,1-2 2 15,1 0 0-15,-1-3 6 0,2 2 1 0,0-1 3 16,-2-3 1-16,2 4-1 0,0-3-1 16,-2 3-5-16,3-2-1 0,-3 3 0 15,-1 0 0-15,-1 3-1 0,-1 0 1 0,2 1-5 16,-4 3 1-16,2 1 2 0,-3 1-5 0,1 3-3 16,-1-1 0-16,-1 4 5 0,-1-1-4 0,0 2-1 15,0 3 5-15,1-4 2 0,-1 5 0 16,0-2 1-16,-1 2 0 0,1 2 0 0,0-2 1 15,1 1-1-15,0-1 0 0,0 0 0 16,-1 3-1-16,0-1 0 0,2-1 0 0,0 1 1 16,0 1-1-16,1-2 2 0,-3 0-1 0,2 2-1 15,0 0 1-15,-3-1-1 0,3 1 0 16,-2-2 0-16,0 2 0 0,-1 0 1 0,-1-1 5 16,0 1-1-16,-1 0-2 0,-2 0 6 15,-1 0 3-15,0-2 1 0,-2 2-6 0,1 0 3 16,-3 0 0-16,0 0-6 0,0 0-2 0,-2 0-1 15,1 0-2-15,-3 0 0 0,1 0 2 16,-2 2 2-16,0-2 1 0,-2 0 2 0,1 1 2 16,-1-1 2-16,0 0 1 0,-2 0-5 0,0 2-3 15,-4-1 0-15,1 1-2 0,0 0 1 16,-3-2-3-16,0 1 5 0,-3 1 2 0,0-1-3 16,-2 1-2-16,-2-1 0 0,1 2-1 0,-3 0 0 15,2-1 5-15,-1 1 2 0,2-2 0 16,1 3 0-16,-1-3 0 0,6 2-3 0,2 2-10 15,3-4-11-15,5 1-14 0,1-1-30 0,5 1-70 16,4-1-72-16,1-1-110 0,4 2-177 0,4-4-308 16,1 2-316-16,3 0-218 0,2-3-120 15,4 0 315-15,2-3 590 0</inkml:trace>
  <inkml:trace contextRef="#ctx0" brushRef="#br0" timeOffset="25144.37">12465 12028 65 0,'1'0'333'0,"1"0"201"0,-2 0 183 0,2 1 0 16,-2 1-194-16,1 2-97 0,-1 0-47 15,0 2-23-15,2 2-29 0,-2 1-46 0,0 4-31 16,-2 2-33-16,1-1-37 0,-1 6-38 0,-1 2-28 15,0 2-22-15,-1 2-14 0,0 4-9 16,1 1 4-16,0 0 9 0,1 2 12 16,-1 3 7-16,1-2-2 0,1-2-6 15,-1 1-14-15,0-2-17 0,2-3-17 0,0 1-17 0,0-6-12 16,0 0-6-16,2-2-4 0,0-2-3 16,-1-3-5-16,2-1 1 0,-1-1 0 0,1-3 1 15,0-1 0-15,1 0-2 0,0 1 3 0,-1-3 5 16,0 1 0-16,2-4-3 0,-2 2 3 15,2 2 1-15,-2-3-2 0,1 1-3 0,2 0-1 16,-2-1 1-16,1 1-1 0,0 2-2 16,0-3 17-16,1 0 7 0,3 2 11 0,1-2 6 15,-2 0 0-15,4 0 2 0,1-1-13 16,1-2-8-16,-1-1-2 0,3 1-8 0,-2-3-2 16,1 0 1-16,0 0-3 0,0 0 2 0,0-2-3 15,-2 1 15-15,3-1 12 0,-3 0 3 16,0 1 3-16,0-1-2 0,1 1 0 0,-2 1-15 15,0 0-9-15,2 0-1 0,-1 0 1 0,4 0-2 16,-2 1 2-16,2 1-1 0,-1-1 1 16,4 3-4-16,1-1-3 0,0-2 1 0,1 2 0 15,1-1-1-15,3 1-1 0,-1 0 1 0,2-2 0 16,2 2 2-16,-3 1-1 0,4-3 0 16,0 2 1-16,2-1 0 0,-2 2 0 0,3-1-4 15,1 2 2-15,-3 0-2 0,1-2-3 0,-1 3 1 16,-1-3 0-16,1 0 1 0,-3 2-3 15,-1-2 1-15,-2 1 0 0,-2 0 0 0,-2-3-1 16,0 1 0-16,-2-2 1 0,-3 0 2 0,1-2 1 16,-3-1-1-16,-1-3 0 0,-1 0 1 15,-2-2 0-15,-1-3-1 0,-1 2 1 0,0-2 1 16,-3 2 0-16,0 0 0 0,-1-1-1 16,1 1 1-16,-2 2-2 0,1-1 0 0,-3 0-2 15,1 2-1-15,-1 0-1 0,1-2 0 0,1 4-1 16,0-3-1-16,-1 0-1 0,2 1 1 15,1-1 0-15,-2-2 0 0,2 1 0 0,0-1 2 16,1 0 1-16,-1 0 2 0,1-4-2 16,-1 4 0-16,1-2 0 0,1 0-1 0,-2-1 0 15,2 0 1-15,-2 0 1 0,1-1 0 0,-1 2 0 16,0-1 1-16,1 1-1 0,-1-1-1 16,-2-1 0-16,0 6 1 0,2-1-1 0,-2-1-1 15,1 2-1-15,-1 1 1 0,-2-1-1 0,4 2 1 16,-4 0 1-16,2 1 0 0,1-2 0 15,-3 1 2-15,3-1-2 0,-3-2 1 0,2 2 0 16,1-2-1-16,-3-1 2 0,2-1-2 0,-1-2 1 16,1 1 0-16,-2-4 0 0,2-1 0 15,-1 2 0-15,-2-3-2 0,3 0 1 0,-3-1 1 16,0 0-1-16,0-1-1 0,0 4 3 16,-3-2 0-16,1-3 0 0,-1 2-1 0,-1 0 0 15,-1 0 1-15,0-1-1 0,-1 1 0 0,-1 0 0 16,-2 1 1-16,1 0 2 0,-1 4-1 0,-1 0 1 15,-1 1 2-15,0 3 0 0,-1 0 0 16,0 2 0-16,1 1 0 0,-1 0 1 16,1 3-2-16,-1 0 1 0,-2 1 1 0,1 0-1 0,-2 1 1 15,2 1-2-15,-2 1 1 0,-2 1-1 16,0 0-6-16,-2 1-3 0,0 0 2 0,-4 2 2 16,-1-1 0-16,-2-1 1 0,-1 1 5 15,-1-1 3-15,-2-2-4 0,0 1-2 0,0-2 1 16,0-2 1-16,-2-1 0 0,2-2-1 0,-1-1 1 15,-1-1 1-15,2 0-2 0,2 0 1 16,-1-2 2-16,-1 1 2 0,0-1 0 0,2 2-1 16,-2 0 2-16,-2-1-2 0,0-1-1 15,1 6-6-15,-1-5-4 0,-1 3-3 0,0 1-3 16,-1 2 4-16,-1 0 3 0,2 2 4 0,-3 0 4 16,6 0 2-16,0 2-6 0,6-2-19 0,1 1-45 15,2 0-77-15,5-1-120 0,-1 0-240 16,7-1-298-16,2 0-360 0,2-2-346 0,5-3-119 15,-1-1 475-15,2 1 729 0</inkml:trace>
  <inkml:trace contextRef="#ctx0" brushRef="#br0" timeOffset="27810.19">6620 12602 75 0,'4'5'257'0,"1"-4"111"0,-2 1 93 0,3-1-157 16,-2-1-120-16,-1 2-74 0,0-1-34 15,0 1-7-15,0 0-10 0,-1-1-10 0,3 1 0 16,-2-1 12-16,3 1 2 0,-3 1-3 0,2-3-3 16,0 1 30-16,1 1 20 0,-1-1-12 15,4-1 1-15,-4 0-8 0,3 2-4 16,0-1-19-16,3 1 12 0,-2 0 9 0,1-2-2 15,2 1 4-15,0 1-1 0,-1-2-14 0,3 0-32 16,-1 1-17-16,1-1-12 0,0 0-3 0,2 0-4 16,-2 0 0-16,3 0-3 0,0-1-1 15,-2 1 3-15,3-2 1 0,-1 1-2 0,-1-1 4 16,1 0 1-16,2 1 23 0,-1-1 12 16,0 1 2-16,0-2 3 0,1 0 0 0,0 1-5 15,0 1-22-15,-2-1-9 0,2 1-6 0,-1-3-1 16,0 3 0-16,0-1 4 0,1 1-1 15,-2-2-1-15,2 0-1 0,0 1 0 0,-3-1 1 16,3 2-2-16,-1-1 3 0,0 1-2 16,-2-3 0-16,2 3 2 0,0 1-5 0,-2-2-19 15,0 1-14-15,0-4-5 0,1 4-7 0,-1-1-2 16,3 1 2-16,-3-1 17 0,1 1 14 0,-1-1 4 16,3 0 4-16,-2 1 3 0,-1-1 2 15,2 1 22-15,-1 1 9 0,0 0 8 16,0-2 3-16,1 2 1 0,-2 0 1 0,3 0-21 15,0 0-12-15,-3 0-9 0,4 0-1 0,-2 0-1 16,1 0-4-16,-2 0-1 0,2 0 3 16,0 0-1-16,-1 0-1 0,0 0-3 0,1 0 1 15,-3 0-1-15,3-3-1 0,-1 3-5 0,-1-3 4 16,-1 2 1-16,1-1 3 0,-1-1 3 16,0 1 3-16,1-1 2 0,-1 2 3 0,0-1 0 15,-2 1-2-15,3 1 0 0,-4 0 0 16,4 0 1-16,-4 3-4 0,2-2 5 0,0 2-7 15,0 1 6-15,0-1-4 0,1 1 0 0,-2 2 2 16,2-1-2-16,-2 0 0 0,2-1-2 16,0 4 2-16,-2-5 1 0,2 2-3 0,-3-2 1 15,2 0-2-15,-2 1 0 0,1-2 1 16,-1-1 1-16,-2-1-2 0,0 2 0 0,0-2 1 16,-1 1 2-16,1-1-3 0,-2 2 0 0,-1 0 2 15,1-1 0-15,0 1-1 0,-3-2 1 16,2 1 1-16,1 4-2 0,-1-4-1 0,0 2-1 15,1-1-1-15,-2 1 1 0,-1-1-1 0,2 1 1 16,-1-2 1-16,2 1 0 0,-3 0 0 0,2-2 0 16,0 2 0-16,0-2 0 0,-2 0 1 15,2-2 2-15,0 2 0 0,1-2-3 16,-2 0 0-16,1 2 0 0,0-1-1 0,3-1-2 16,-2 2-2-16,1-1 0 0,2 1 1 0,-2 1 1 15,2 1-1-15,-2-1-2 0,1 1 5 16,0 2-4-16,0 0 2 0,-1-2-2 0,2 2-1 15,-1-1 0-15,-1-2-2 0,1 3 6 0,0-2 4 16,-3 0-2-16,4-2 6 0,-2 0-1 16,0 0 3-16,0 0-4 0,0-2 1 0,1 0-2 15,0 2-1-15,-1-2 1 0,-1 2-2 16,2 0 2-16,0 0 1 0,-1 2-1 0,2-2-2 16,0 2 2-16,0 0 0 0,1 0-1 0,0-1 1 15,1-1 2-15,0 2-1 0,0-2 1 16,1 1-2-16,0-1-3 0,1 0 0 0,1 0-1 15,-2-1-2-15,2 1 3 0,1 0 1 0,-1 0-1 16,-1 0 0-16,1 0 2 0,0 1-2 16,-1-1 0-16,0 2 0 0,-2-1 1 0,2-1-1 15,-2 2 0-15,2-2 2 0,-2 0-1 16,2-2-1-16,-2 1 0 0,2-1 0 0,0 1 0 16,0-1-1-16,-2-1-1 0,2-1-1 0,-2-1-3 15,1 2 1-15,-1-1-3 0,-2 2 4 0,2-2-2 16,-1 2-1-16,-2 0 4 0,0 0 2 15,-1 2-2-15,2-1-1 0,-2 1 1 16,1 0 0-16,0 1-3 0,-1-1 0 0,-1 0-2 16,3 2 0-16,0-2-2 0,-1 2 3 0,1-2 0 15,1 0 6-15,0 0 1 0,-1 0 1 0,1 0 9 16,3 0-4-16,-3 0 2 0,2 2-2 16,0-2-1-16,0 2 3 0,0-2-2 15,0 0-1-15,1 2 1 0,0-2-1 0,0 1 1 16,1-1-3-16,2 0-1 0,-1 0 2 0,2 0-1 15,-1 0 2-15,2-1 0 0,1-1-1 0,0-2-2 16,0 0-4-16,2 3 2 0,-1-2-1 16,-2-1-1-16,1 1-1 0,0 0 2 0,0-1-1 15,-1 2 0-15,0 1 2 0,-1-1 0 16,1 2-3-16,-1-1-1 0,-1 1-3 0,2 0 1 16,-1 0 0-16,1 0-3 0,-2 0-2 0,1 0 0 15,2 0-2-15,-4 0 2 0,4 0 3 16,-3-2 3-16,2 0 8 0,1 1 4 0,0-1 7 15,-1 2-1-15,2 0 1 0,-1 0-3 0,1 0 0 16,0 0-2-16,2 0-1 0,-1 2 1 16,1-1-3-16,-1 1-1 0,0 0 1 0,3-2-4 15,0 1 1-15,-1 1-2 0,1-2 1 16,0 0-2-16,-3 0 0 0,3 0 0 0,0-2-2 16,-2 1-1-16,3-1 0 0,-4-1-1 15,2 1-3-15,-1 1 3 0,0-2-4 0,0 0 0 16,0 1 0-16,-4 1-3 0,3-1-4 0,-2 1-1 15,-3-1-3-15,2 1 3 0,-3 1 4 0,0-2 4 16,1 2 8-16,-3 0 3 0,3 0 8 16,-2 0-2-16,-3 0 3 0,4 2-3 0,-4-2-1 15,0 1 1-15,0 1-2 0,-2-1-3 16,0 1 1-16,-1-1 0 0,2 4-2 0,-4-4 2 16,1 1-1-16,1-1 1 0,-2 2-2 0,-1-1 0 15,2 0 0-15,-1-2-1 0,1 0-1 16,-1 0 1-16,2 0-1 0,-1 0-1 0,-1 0 0 15,2 0 2-15,0-2 1 0,-1 2-1 16,2-2 1-16,-2 2-2 0,1-1 1 0,2 1-1 16,-2 0-4-16,3 0 3 0,-3 0 0 0,2 0-1 15,-1 0-2-15,1 0 1 0,1 1 4 16,1-1-2-16,-1 0 0 0,0 0-2 0,0 0 2 16,2-1-1-16,0 1-1 0,-2-2 0 15,3 1 2-15,-1 1 5 0,3-3 23 0,-3 0 12 16,3 1 6-16,-3-1 4 0,3 2-1 0,-2-2-1 15,-1 1-25-15,1-1-12 0,-4 1-8 16,0 1-5-16,1-4-2 0,-3 5 1 0,-2-1-2 16,1-1 5-16,-4 1 0 0,2 1 0 15,-2 0 0-15,-2-2-1 0,-1 2 1 0,-2 0 1 0,1 0 1 16,1 0-1-16,-3 0 4 0,3 0 2 16,-3 0-1-16,0 0 1 0,2 0 0 15,-2 0-2-15,0 0-1 0,0 0 1 0,2 0-4 16,-1 0-2-16,1-1 1 0,-1 1 3 15,1-2 2-15,1 0-5 0,0 1-19 0,0-2-25 16,0-2-67-16,-1 1-92 0,1-1-158 0,-1 0-268 0,-1 1-171 16,1-4-58-16,0 1 141 0,-1-3 255 15</inkml:trace>
  <inkml:trace contextRef="#ctx0" brushRef="#br0" timeOffset="30181.52">11791 14305 291 0,'-8'0'712'0,"-4"0"354"0,4 0 106 15,0 0-228-15,0 0-360 0,4 0-187 16,0 0-129-16,1-2-98 0,1 2-72 0,1-2-36 16,2-1-21-16,1-1-2 0,5-5 23 0,2-2 26 15,3-6 50-15,6 1 33 0,-1-2 18 16,5-3-2-16,0 0-23 0,1 1-22 0,0 0-41 16,-1 4-33-16,-2 2-22 0,-3 1-11 15,-3 5-3-15,0 3-3 0,-4 1 4 0,2 4 6 16,-4 4 5-16,-1 2-2 0,-1 5-3 0,-3 6 1 15,-1 2-2-15,1 4-5 0,-6 2-10 0,1 4-6 16,-1 0-5-16,-2 4-5 0,2-2-6 16,-2 2-2-16,0-2 1 0,2 3 2 0,-3-4 0 15,3 0 0-15,0-2-2 0,1 0 0 16,2-5-2-16,0-1-1 0,0-4-1 0,2-1 0 16,1-1 0-16,2-1 0 0,4-3 1 15,-2-3 0-15,2 1-2 0,3-4-7 0,1-3-4 16,3-3-13-16,0-3-33 0,4-5-66 0,0-3-62 15,0-2-77-15,0-6-130 0,0-2-167 16,0-1-209-16,-3 1-217 0,1-3-214 0,-1 0-70 16,-4 3 276-16,1-2 433 0</inkml:trace>
  <inkml:trace contextRef="#ctx0" brushRef="#br0" timeOffset="30512.93">12305 14329 163 0,'-3'0'427'0,"-1"5"233"0,0 1 184 15,1 2-129-15,-2 4-159 0,2 3-93 0,1 2-58 16,2 3-47-16,0 4-51 0,0 0-55 0,4 2-52 15,0 1-43-15,1-1-42 0,2 0-33 0,0-3-25 16,3-1-15-16,0-5-4 0,2-2-4 16,-1-3 10-16,5-4 28 0,-2-3 30 0,3-5 28 15,1-8 9-15,-1-1 12 16,-1-6 9-16,1-2-16 0,-1-6-19 0,0-3-20 0,-3 1-9 16,-1-4-11-16,-4 0-10 0,-3-1-7 15,-3 2-4-15,-4 1-8 0,-3-2-5 0,-3 5-9 16,-2-1-10-16,-7 1-8 0,0 2-7 0,0 6-5 15,-4-1-5-15,-1 7-1 0,4-1-2 0,-2 4 0 16,1 4-2-16,2 3 0 0,0 5-2 16,2 1 0-16,1 5-3 0,1 2-1 0,4 2 0 15,-1 1-1-15,4 4-1 0,1 0-5 16,2 2-5-16,1 0-11 0,1 1-16 0,1-1-38 16,1 1-63-16,1-3-56 0,1-3-62 0,0 1-102 15,2-4-139-15,0-5-162 0,1 1-217 16,0-2-220-16,-1-4-152 0,2-4 136 0,-2-2 409 15</inkml:trace>
  <inkml:trace contextRef="#ctx0" brushRef="#br0" timeOffset="30732.79">12247 14507 299 0,'4'9'767'0,"-2"-1"285"0,1-5 19 0,0 3-218 16,2-1-342-16,0-4-208 0,4 2-95 15,-1-1-38-15,4-2-14 0,0-2-8 0,1-1-40 16,1 0-36-16,0-2-22 0,3 1-19 0,-1-4-12 16,1 2-6-16,1-1-6 0,-1-1-3 15,1 1-2-15,1 2-9 0,-2-1-57 0,-1 0-118 16,1 0-159-16,-4 3-292 16,0-2-277-16,-1 1-255 0,-2 0-50 0,-2 0 336 0,-1-1 453 15</inkml:trace>
  <inkml:trace contextRef="#ctx0" brushRef="#br0" timeOffset="30948.92">12678 14378 53 0,'3'13'612'0,"2"-4"470"0,-2-1 152 0,2-4-117 15,0 2-362-15,3-3-358 0,0-3-195 0,1-1-91 16,4-1-45-16,0-4-21 0,1 2-13 0,3-1-10 15,0-4-11-15,-1 3-8 0,2-2 2 16,-1-1-7-16,0 3-8 0,-4-1-50 16,1 0-114-16,-3 2-162 0,-2 0-296 0,-2 2-267 15,-2 2-251-15,-2-1-47 0,-3 2 338 16,0 0 447-16</inkml:trace>
  <inkml:trace contextRef="#ctx0" brushRef="#br0" timeOffset="31151.79">12764 14599 49 0,'7'8'548'0,"2"-4"405"15,-3 1 170-15,2-3-25 0,-1-1-343 0,3-2-327 16,0-2-181-16,1-1-81 0,1 0-44 16,1-4-46-16,1 2-33 0,2 0-21 15,0-2-7-15,1 2-9 0,-1 0-7 0,4-2-39 16,-2 2-82-16,1 0-129 0,-3 1-225 0,4-1-279 15,-2 3-262-15,-2-1-149 0,-1 2 142 0,0 0 409 16</inkml:trace>
  <inkml:trace contextRef="#ctx0" brushRef="#br0" timeOffset="31467.36">13358 14476 75 0,'0'22'626'0,"2"2"445"0,-2 1 160 16,-2-1-100-16,2 3-377 0,2 2-334 0,1-3-174 16,2 0-89-16,1-1-54 0,6-5-34 15,0 0-24-15,3-7-13 0,3-2-13 16,2-5-4-16,4-8-2 0,-1-4 2 0,0-5 1 16,2-7-4-16,0-3-6 0,-4-7 0 0,1-2-2 15,-1-3-4-15,-3-3 5 0,-5 2 28 16,-3 1 43-16,-3 0 45 0,-4 4 24 0,-3 3 8 15,-5 1-1-15,-2 4-28 0,-4 2-30 0,-4 5-37 16,0 4-23-16,-4 5-13 0,-1 3-10 16,-1 5-5-16,-2 7-12 0,-1 4-48 0,0 2-57 15,3 4-58-15,-1 3-130 0,0 4-247 16,3 2-305-16,2 0-262 0,2 1-222 0,0 0-51 16,2-1 478-16</inkml:trace>
  <inkml:trace contextRef="#ctx0" brushRef="#br1" timeOffset="39419.35">7091 12654 77 0,'0'0'304'0,"2"-1"159"0,-1 0 113 0,-1 1-130 16,0-2-141-16,2 2-98 0,-2 0-49 16,1-2-17-16,-1 2 56 0,0-2 32 0,0 2 16 15,0 0 16-15,0-2 4 0,0 2-3 16,0-2-34-16,0 2-19 0,0-1-14 0,0-1-16 16,0-1-16-16,0 0-16 0,0 0-22 15,0 0-21-15,0-3-20 0,0 1-15 16,0-1-12-16,3 0-12 0,-1 0-7 0,-1-1-2 0,1-2-3 15,-1 3-4-15,1-3-4 0,1 0 3 16,-1 1-1-16,1-1-3 0,0 1 1 0,-1-1-10 16,1 0 1-16,-1 2-6 0,-1-2 0 15,1 5-7-15,1-2 3 0,-2 2 0 0,-1 1-4 16,0-3 4-16,2 5-3 0,-2-3 4 0,0 0-4 16,1 2 0-16,1-1-3 0,-2-1 0 0,0 0-2 15,3 1 1-15,-3-1 1 0,2 2-3 16,-2 1-15-16,0-3-15 0,0 2-22 15,0 0-76-15,-2-1-135 0,-1 1-191 0,0-2-273 16,0 4-261-16,-2-1-224 0,1 1 63 0,0 0 410 16</inkml:trace>
  <inkml:trace contextRef="#ctx0" brushRef="#br1" timeOffset="39662.33">7119 12335 149 0,'4'-7'414'0,"-3"0"221"0,1 3 214 0,-1-4-106 15,1 5-185-15,-2 0-112 0,3 1-71 16,-2-1-60-16,-1 2-77 0,0 1-63 0,2 0-38 16,-2 0-29-16,0 1-22 0,0 2-17 15,0 1-13-15,0-1-12 0,0 4-12 0,-2-1-12 16,2 2-7-16,0 1 0 0,-1-1-7 0,1 0-2 16,0-1-4-16,0 0 3 15,0-3-3-15,1 4-7 0,-1-5 3 0,2 2-2 0,1-2-3 16,0-2-36-16,-1 1-58 0,1-2-92 15,0 0-122-15,-1-2-226 0,1 2-278 0,0-1-187 16,-1-1-31-16,2 1 220 0,-4 1 346 0</inkml:trace>
  <inkml:trace contextRef="#ctx0" brushRef="#br1" timeOffset="40064.07">7096 12759 180 0,'0'-2'361'0,"1"-1"153"0,-1-2 59 0,0 4-160 16,3 1-119-16,-3-2-78 0,0 2-56 15,2 2-42-15,-1-1-30 0,-1 4-33 0,2-1-18 16,-1 3-23-16,3 2-6 0,-3 2-3 16,4 1 2-16,-2 0 8 0,2 4 5 0,-2-1 9 15,3 2 7-15,-1-2 0 0,0 1-1 0,0-1-5 16,0-2-7-16,-1-3-3 0,-2 0-8 15,4-1-5-15,-3-3 23 0,-1-3 10 0,-1 1 0 16,1-2-25-16,-2-2-39 0,0 0-70 0,-2-4-158 16,1 1-271-16,-4-1-160 0,3 0-34 15,-4 1 107-15,2-3 206 0</inkml:trace>
  <inkml:trace contextRef="#ctx0" brushRef="#br1" timeOffset="40279.87">7119 12995 140 0,'5'4'350'0,"0"1"155"15,-1-2 124-15,1-2-178 0,-2 2-137 0,2-3-83 16,-2 2-38-16,1-2-10 0,-1-2 21 16,0 0 10-16,3 1-25 0,-3-3-19 0,0-1-13 15,2-1-28-15,-2 0-55 0,2-1-29 0,0-2-35 16,-1 3-59-16,-1-3-85 0,2 2-111 15,-1 1-264-15,0 1-221 0,0 0-120 16,0 1 53-16,2 0 225 0</inkml:trace>
  <inkml:trace contextRef="#ctx0" brushRef="#br1" timeOffset="46446.74">11643 14002 184 0,'-2'9'350'16,"-1"4"132"-16,-2 1 66 0,-1 1-216 0,-2 3-120 16,2 2-53-16,-2 2-10 0,-3 1 4 0,1 2 6 15,-1 2 4-15,0 1 4 0,0 2-7 16,-2 1-14-16,3 0-15 0,-2-1-15 0,4 0-8 16,-3 2-12-16,3-3-10 0,2 0-7 0,1-1-12 15,0-1-7-15,1-1-12 0,2 0-13 0,-1-2-4 16,3-2-1-16,0 2 7 15,0-3-2-15,0 1 4 0,0-1-1 0,3 1-5 0,-1-2-10 16,0 2-8-16,2-4-6 0,1 2-5 16,0 0-4-16,-1-2-1 0,4 0 1 15,2-3-2-15,-1 2 1 0,1-2 1 0,2 1 0 16,-1-2 1-16,1 0 2 0,2 1-2 0,-1-2 5 16,2-2-2-16,0 4 5 0,0-3 0 0,0 1 1 15,2 2 0-15,-3-2 0 0,3-1 0 16,-1 0-22-16,3 0-13 0,-3 1-7 0,1-1-3 15,2 0-3-15,-3-2-5 0,3 2 19 0,-1-1 9 16,-1-1 8-16,3 0 4 0,0-1 0 16,0-1 10-16,4 0 48 0,-2 0 25 0,2-1 16 15,1 0 12-15,3-2 6 0,-1 1 1 16,3-1-35-16,0 1-18 0,2 0-14 0,-1-1-8 16,4 0-2-16,-1 1-10 0,2-2-4 0,1 1-4 15,-3 2-3-15,5-1-4 0,-2-3-3 16,3 1 9-16,-1 1 14 0,2 1 7 0,-3-3 4 15,3 1 5-15,0 0 0 0,0 1-7 16,-1 1-13-16,2-3-6 0,1 3-9 0,0 0-6 16,1 2-3-16,-1 0 0 0,3-1 1 0,-2 4 1 15,2-2 1-15,-2 4 3 0,4-1-2 16,-4-1-3-16,2-1 1 0,0 0-5 0,-1 0 1 16,0 0-1-16,-2-2 1 0,-1-1 6 15,1-1 3-15,-1-2-1 0,-2-1 3 0,-2-1 0 16,0 0-1-16,1-2-10 0,-5-2-3 0,-1 2-1 15,-2-2-3-15,-2 0 5 0,-5-1 4 0,1 1 3 16,-3 1 0-16,-1-1-1 0,-5 1 2 16,-1-1-2-16,-2-1-4 0,1 1-1 0,-4 0 0 15,-1 0 3-15,-2 0-1 0,0 1 1 16,-2 1 6-16,1-2 5 0,-1 1 3 0,-1 1 4 16,-1 0 2-16,-2 0 2 0,4 0-3 0,-2 0-5 15,0 0-2-15,0 1-5 0,1 1-3 16,0-2-3-16,0 3 1 0,0-1-6 0,2-2-1 15,-1 2 1-15,2 0 1 0,-3-2 0 16,1 0-2-16,0 0 4 0,2-4 3 0,0 0 1 16,-2-2 0-16,1-2 2 0,1-2 0 15,0-4-1-15,0-2-1 0,-1-2 0 0,0-1-1 16,-1-3 1-16,1 0-4 0,1-3 2 0,-3-1-1 16,5-1 6-16,-5 0 13 0,5-4 5 15,-1 1 7-15,-1-3 1 0,2-1 3 0,-1-2-4 16,0-3-7-16,0-1-6 0,3-1-3 0,-3-4 2 15,-2-3-5-15,2-2-2 0,0-1-4 0,-2-4 2 16,-1 3-4-16,0 1-3 0,1 2 2 16,-4 4-2-16,2 1 2 0,-4 6 2 0,0 3 24 15,0 2 13-15,-2 4 7 0,-2 4 9 16,1 2-1-16,0 3-5 0,-2 1-19 0,0 1-14 16,0 2-6-16,-2 2-8 0,2 0-2 0,-3 2-2 15,2 0-2-15,-1-2-1 0,-2 0-4 0,3 3 4 16,-1-2-1-16,-1 2 12 0,-1-1 9 15,1 1 9-15,-2 0 6 0,0 2 3 0,-2 0 2 16,1 1-6-16,-3 5-8 0,1-5-3 0,-2 5-4 16,0-1-5-16,-2 2-4 0,1 2 0 15,-1-2-2-15,1 1 0 0,-3 1 0 0,3-2 1 16,-3 0-2-16,0-2-1 0,2 2 0 16,-4-1-2-16,3-1-1 0,0 1-2 0,-2-3 2 15,0 1 0-15,-2-2-1 0,0 1 3 16,0 0-1-16,-2-2 2 0,-1 2 0 0,0-3-1 15,-4 1 2-15,-1-3-4 0,-3 3 0 0,-2 2 1 16,-3-3-1-16,-1 1-3 0,-1-1-2 16,-3 3 1-16,1-2-2 0,-2 1-2 0,-2-1-1 15,1 0 2-15,-2-1 2 0,1 2 0 16,-3-1 2-16,0 0-6 0,0-1-1 0,-2-2-3 16,-1 0-1-16,0-2-2 0,-3 2-2 0,2-2 13 15,-2-1 5-15,3-1 1 0,1 1 1 0,1 0 0 16,1 0 0-16,3 3-5 0,2 0-2 15,3 3 1-15,1 2 0 0,5 2 1 16,2 1 1-16,3 3-1 0,3 0-1 0,4 1-6 16,2 1-4-16,5 1-2 0,2 0-4 0,4-3-1 15,2 1-3-15,2 1 4 0,0-2 1 16,1 1 2-16,4 1 1 0,-1 0 2 0,2 1 10 16,0 0-1-16,2 1-1 0,-1-1 8 0,-1 0 3 15,2 1 2-15,-2-1-7 0,0-2 5 16,2 1 1-16,-1 0-6 0,-1-2-6 0,0 2-7 15,0 0-14-15,0-2-28 0,-1 2-47 0,1-2-61 16,-2 0-54-16,2 0-95 0,0 0-165 0,0 0-271 16,-2-2-249-16,-3 2-220 0,1 0-166 15,-3-2 224-15,-3 0 558 0</inkml:trace>
  <inkml:trace contextRef="#ctx0" brushRef="#br1" timeOffset="104956.59">23518 7243 91 0,'0'-3'427'0,"0"0"305"0,0 0 254 0,0 1-10 0,0-1-236 15,0 3-181-15,-1-1-130 0,1 1-99 16,-2 1-88-16,-1-1-76 0,2 2-41 0,-1 1-16 16,1 1-4-16,-1 1-3 0,0 1-7 15,1 2-9-15,1-2-14 0,0 0-18 0,0 1-18 16,0 0-16-16,1-2-6 0,-1-1-6 16,4 0-5-16,-3 0-1 0,1-2-2 0,-1 1 5 15,4-2-1-15,-4-1 4 0,2 0 4 0,1 0 8 16,-1-1 15-16,0-1 8 0,0-1 24 15,1-1 17-15,-3-1 8 0,1 0-1 0,-1 2-3 16,-1-2-3-16,3 1-14 0,-3-1-11 0,0 4-8 16,-3-1-5-16,3 0-7 0,0 1-6 0,-1 1-5 15,1 0-6-15,0 0-6 0,-2 0-4 16,2 1-4-16,0 1-3 0,-1 0-4 16,1 1-2-16,0 0-1 0,-2-1-1 0,0 2-2 15,2-2 0-15,0-1 0 0,0 0-1 0,0 1 0 16,0-2-1-16,0 0 2 0,2 2 0 0,0-2 2 15,-1 0 1-15,2 0-1 0,0 0-5 16,0 0-7-16,-1-2-23 0,-1 2-47 16,3 0-63-16,-4-2-63 0,0 2-111 0,1 0-177 15,-2-1-293-15,-1 0-263 0,0 1-213 0,-1 0-129 16,0 0 314-16,-1 0 552 0</inkml:trace>
  <inkml:trace contextRef="#ctx0" brushRef="#br1" timeOffset="108530.2">20008 5263 30 0,'0'2'254'0,"3"-2"132"0,-3 1 111 0,4-1-75 16,-3 1-174-16,1 1-114 0,1-2-62 15,0 4-32-15,1-3-15 0,0 3-1 0,2 0 1 16,-1 0 9-16,1 1-23 0,-1 2-11 0,3-1-4 16,1-1-3-16,-1 2 7 0,1 2-6 15,0-1 19-15,0 1 15 0,1-2 1 0,2 2 8 16,0 1-10-16,0 0 1 0,1 0 14 16,1-2 9-16,2 3 1 0,-2-2-2 0,3 2-1 15,0-2-7-15,1 2-17 0,0-2-8 0,1 2-7 16,-1-2-5-16,2 1 3 0,-1 0-4 15,1 2 28-15,-2-1 11 0,0 0 6 0,0 0-1 16,2 0 2-16,-1 0 0 0,-3 0-26 16,3-2-15-16,-3 2-9 0,1-2-7 0,-1 2-1 15,0-2-1-15,-2 2-4 0,2-2 0 0,-1 3 0 16,-2-2-1-16,0 0-5 0,1-1 1 16,-1 1 5-16,-2 0 2 0,3 0-1 0,-1-1 9 15,-1-1 3-15,1 3 3 0,-1-4 5 16,-2 2-1-16,3-1 4 0,0 0 2 0,-2 2 0 15,0-5 0-15,1 2-2 0,0 1 2 0,0-3-5 16,-1 4-1-16,1-2 2 0,1 1 0 16,-3-2 1-16,1 2-1 0,3-2 3 0,-1 2 1 15,0-1-2-15,-1 1-4 0,-2 1 1 16,2-3 1-16,1 2-4 0,0 0 1 0,-2 0-1 16,0-2 2-16,1 3-1 0,0-3-3 0,-1 0-21 15,1 3 7-15,0-4 4 0,1 3 2 16,-3-1-21-16,1-2-12 0,3 1 16 0,-2 4-11 15,0-4-8-15,-2 0-4 0,1 3 25 16,0-3 7-16,-2 1 5 0,3 2 8 0,-3-3-2 0,0 3 2 16,-1-2 0-16,0 1 2 0,1 1 0 15,-2-2 0-15,1 1 4 0,-2 2-3 16,3-1 24-16,-4 0 15 0,3-1 6 0,-3 1 4 16,3 0-1-16,-2-1 0 0,1 1-26 15,-3-3-14-15,1 3-7 0,2-3-3 0,0 2-1 16,-2 0-3-16,1-2 3 0,1 0-4 0,-1-1 1 15,3 2 1-15,-2-2 0 0,-1 1 0 16,2 0 2-16,0 0 0 0,0-1 0 0,-2 2-3 16,2-1-1-16,0 0 0 0,-2-1 2 15,2 4-3-15,0-5-2 0,1 3 1 0,0 0-4 16,0-1 0-16,2 1-2 0,-1-2-1 0,1 4 4 16,1-3-2-16,-1 0 5 0,1 2-4 15,0-2-3-15,-1 3 2 0,3-3 0 0,-3 2 5 16,1 0-1-16,0-3 7 0,-1 2 3 0,2 2 1 15,0-3 2-15,-4 2 1 0,5 0-1 16,-4-2-1-16,1 0-3 0,1 2 0 0,0-2 1 16,-2 0-3-16,0 2 0 0,0-2 2 0,-1 0 0 15,2 2-2-15,-1-4 2 0,-1 3-2 16,2-1 0-16,-3 0-2 0,3 0-2 0,-2-1 3 16,1 0-3-16,0 1 4 0,0-2-2 15,2 1 0-15,-3-2 2 0,4 3 4 0,-2-1-4 16,1-4 2-16,0 2 3 0,0 1-1 0,2-1-2 15,-1 1-2-15,1 0 2 0,1-1 1 16,-1-1 1-16,0 2-2 0,2-1 1 16,-3 0 1-16,1 3-4 0,2-2 0 0,-4 0 0 0,4 1 0 15,-2 2 0-15,0-3 2 0,1 3 1 16,-1-2-1-16,-1 2 0 0,1 0 2 0,-2-1-2 16,1 0 1-16,0 0-3 0,0 0 0 15,-1 0-2-15,-1-1-1 0,0 1-1 0,2 0 2 16,-2 0 0-16,0 1 2 0,0-3 2 15,-1 1 2-15,2 1 1 0,-2-2-1 0,-1 1 1 16,2 0-1-16,-1-1-4 0,-2 1 0 0,0 0-2 16,2-1 0-16,-1 2 1 0,-1-1 2 15,1 0 5-15,-1-1 1 0,0 2 2 0,1 1 2 16,2-3-2-16,-3 1 2 0,3 3 0 16,0-4-4-16,0 3 2 0,1 0-3 0,2-1 1 15,-3 1 4-15,3-1-1 0,-1 2 1 0,1-2-2 16,-1-1 3-16,1 4 1 0,2-3-4 15,-2 0-4-15,2 3 6 0,0-2-4 0,-1 2 0 16,1-2 4-16,3 1-4 0,-2 1 0 0,-1-1 2 16,3 1-4-16,-3-1 2 0,5 0-4 15,-4 2 3-15,0-2-3 0,2 1-1 0,0 1 3 16,-1 0-1-16,-1-2-1 0,4 0-1 16,-3 3 2-16,0-3-3 0,3 2-1 0,-3 0 0 15,2-1-1-15,-2-2-3 0,2 2 1 16,-2 0-4-16,1-3 0 0,-1 0-6 0,1 2 1 15,-2-2 0-15,2 0-3 0,-2 2 1 16,-1-2 2-16,1 0 3 0,0 2 0 0,-3-2 7 16,2 0 2-16,-2 0 4 0,0 2 5 0,2-2-2 15,-4 0 2-15,1 0-1 0,1 1-2 16,-1 0-1-16,-1-1-1 0,1 1-3 0,1-1 3 16,-2 0 1-16,-3 0-1 0,4-1-2 0,-4 2-1 15,1-2-1-15,1 1 0 0,-2-1-1 16,-1 3 1-16,0-4 1 0,3 2 1 0,-5 0 30 15,3-1 27-15,0 1 16 0,-1-1 10 0,-2 3 3 16,1-4 3-16,2 1-29 0,-5 0-21 0,5 1-19 16,-5-3-7-16,1 1-4 0,0 0-4 15,-1-2-1-15,-1-1 0 0,1 1 15 16,-3-1 33-16,1 2 43 0,0-3 34 0,-2 0 14 16,0 0 6-16,0 0-11 0,0-3-29 0,-4 2-38 15,3-2-39-15,-3-1-43 0,0 0-69 0,-4 1-95 16,3-1-121-16,-3 0-274 0,0 2-240 15,1 1-143-15,-1 1 40 0,1-4 247 0,1 2 306 16</inkml:trace>
  <inkml:trace contextRef="#ctx0" brushRef="#br1" timeOffset="110522.21">23536 7313 114 0,'-2'1'271'15,"2"1"107"-15,0-2-1 0,0 2-84 16,0-2-83-16,0 2-67 0,0-2-41 0,0 0-17 16,0 0-11-16,2 0-9 0,0 0 0 0,-2 0-3 15,0 0-1-15,1 0-7 0,1-2-5 16,-1 0-3-16,2 2-5 0,-1-3-3 0,-2 1-1 15,1 0-1-15,2-1 0 0,-1 2-2 16,1-2-5-16,0-1-5 0,1 0-5 0,1 1-2 16,-1 0-4-16,4-2-1 0,0 0-3 0,0-2 0 15,3 0 3-15,2 1-5 0,-2-3 0 16,4 1-20-16,0-2-18 0,0-1-7 0,3 0-5 16,-1 0-1-16,-1-2 0 0,3-1 52 15,0 2 28-15,-1-1 19 0,0-1 7 0,2-1 26 16,0-1 14-16,0-1-22 0,0 3-15 0,0-3-4 15,0 0-9-15,0 0-27 0,2 2-13 16,-4-1-10-16,2-1-4 0,0 1-10 0,-1 0 1 16,-1 2 0-16,0-2 1 0,-1 3 1 15,0 1 4-15,0-1 5 0,1 0 3 0,-1 2 2 16,-3 0 3-16,3 0 0 0,-1-1 1 0,2 1-2 16,-2 0 0-16,-1 2 2 0,1-4-3 15,1 2 1-15,0-1-2 0,0 0-2 0,-1 1-1 16,3-1-2-16,-2 1 0 0,-1-3 0 0,3 3-5 15,-2-3 0-15,2 2-2 0,-1 0 0 16,0 0-2-16,1-1 2 0,1 0 5 0,-3 2 5 16,0 0 3-16,1-2 1 0,0 3-2 0,-2-3 7 15,3 0-3-15,-3 1-4 0,5-2 1 16,-4 2-4-16,2-4 1 0,1 1-3 0,-2 1 0 16,3-3 0-16,-1-1 0 0,-1 1-2 15,3 0-1-15,-1 0-1 0,-4 2-5 0,4-2-1 16,-1 1-1-16,-2-1 1 0,0 5 1 15,-1-4 5-15,0 1 4 0,-3 2 6 0,3-2 1 16,-1 0 5-16,2 2 0 0,-2-4-1 0,1 2-2 16,0 0-2-16,-1 1 0 0,1-2-2 15,-1 1-1-15,1-2-1 0,1 3 1 0,-1-1-4 16,1 1 0-16,-1 1 0 0,2-1-2 0,-1 0 2 16,0 4-2-16,-1-4 2 0,1 3 0 15,3-3 0-15,-4 2 2 0,4-1-4 0,-4 1 0 16,4-3-1-16,-1 2-2 0,0-2-4 15,1-2-4-15,-2 0 1 0,2 3-4 0,1-4 0 16,-2 2 4-16,1-1 5 0,1 1 7 16,-1 0 0-16,0-3 3 0,1 2-1 0,-2 2 0 15,-1-4-4-15,3 4-3 0,-1-2-2 0,0 0 1 16,-1-1 8-16,0-1 4 0,1 1 4 0,1 0 6 16,0-2 4-16,2 2-1 0,-2-2-1 15,0 1-1-15,0 2-5 0,0 0-3 0,-2 0 0 16,-2 2-1-16,0-1-2 0,-1 1-3 0,1 0-24 15,1 2-12-15,-1-2-9 0,0 0-6 16,3 1-4-16,-1-3-1 0,-1 3 24 0,2-1 12 16,1-1 32-16,-3 0 16 0,3-1 6 15,-2 2 6-15,1-1 2 0,0 1-1 0,1 0-21 16,-2-2-15-16,1 3-6 0,-1-2-4 0,0 0-3 16,-2 3-5-16,3-2 1 0,-5 1-4 15,1 1 1-15,-3 0 0 0,4 0-2 0,-4 2 1 16,0-1-3-16,0 1 2 0,-2-1-6 15,2 2 2-15,-1-2-3 0,0 0 5 0,0 3 3 16,1-4 10-16,-1 4 4 0,0-3 5 0,3 1 10 16,-2-1 4-16,2-1 1 0,0 1 1 15,-1-2 1-15,1 2-4 0,1 0 1 0,1 1-3 16,-2-4-4-16,-1 4-1 0,0-1 0 0,-1 0-1 16,-1 1-4-16,-4 2 0 0,0 1 0 15,-1 2 2-15,-3 0 4 0,-2 1-16 0,-3 2-39 16,0 1-66-16,-3 2-123 0,-2 0-266 0,-3 2-160 15,-2 1-41-15,-2 2 100 0,-3-1 196 16</inkml:trace>
  <inkml:trace contextRef="#ctx0" brushRef="#br1" timeOffset="111850.7">21074 6223 114 0,'2'0'301'0,"-2"-2"138"16,1 2 47-16,-1-1-93 0,0-1-108 0,0 2-77 15,0-1-33-15,0-2-7 0,0 0 10 16,0 1 18-16,-1 1 31 0,1-1 36 0,0 0 34 15,0 1 23-15,0-1 4 0,0-1-11 0,-2 2-28 16,2-1-41-16,0-1-53 0,-1 3-39 16,1-1-29-16,0 1-20 0,0 0-8 0,0 0-1 15,0 0 9-15,0 0-5 0,0 0-11 16,0 0-17-16,1 0-18 0,-1 0-19 0,0 0-17 16,2 0-15-16,1 1-4 0,1 2 1 0,4 0-4 15,4 0 0-15,1 2 6 0,4 1 5 16,1 2 1-16,2 0 25 0,2 1 16 0,1-2 5 15,1 1 0-15,-2 0-2 0,2-2-2 16,0 1-19-16,-1-2-13 0,-2 0-6 0,-1-2 0 16,1 0-3-16,-3-1-1 0,-3 0-4 15,0-2 6-15,-3 0 27 0,-1 0 18 0,-3-4 14 0,1 1 12 16,-2 0 6-16,-1-6 0 0,-1 3-19 16,-2-4-14-16,0-2-13 0,-1-2-6 0,0 0-8 15,-2-4-4-15,0-2-4 0,0-2-5 16,-2-2-2-16,0-2-4 0,2 1-2 0,-1-1-1 15,-1 2-3-15,1 1 0 0,-3 1 0 16,1 2 1-16,2 0-1 0,-3 2 0 0,1 1 0 16,0 2 0-16,0 2 0 0,-2-1-8 0,1 1-17 15,0 3-61-15,1 0-68 0,0-1-104 16,1-1-172-16,2 2-302 0,4-1-329 0,4 1-258 16,2-1-156-16,3 0 254 0,4-2 602 15</inkml:trace>
  <inkml:trace contextRef="#ctx0" brushRef="#br1" timeOffset="113117.34">25607 5658 35 0,'-6'2'286'16,"-1"1"173"-16,-1-1 158 0,0 1-8 0,1-2-179 16,0 1-93-16,-1 2-30 0,3-2-9 15,1-1-10-15,-4 1-18 0,7-1-30 0,-3 1-39 16,3-2-45-16,-1 0-40 0,1 1-37 16,1-1-27-16,0 0-21 0,0 0-12 0,0 0-9 15,1-1-2-15,1 1 37 0,3 0 23 0,-1-2 28 16,4-1 26-16,0 0 12 0,2-1 5 15,2-2-31-15,1-1-15 0,1-2-20 0,3 0-16 16,2-2-4-16,-3 1 3 0,5-1 0 16,-4 0-4-16,1 0-5 0,0 0-2 0,-3 1 19 15,0 2 5-15,-3-1 5 0,-1 0 4 16,-2 5 24-16,-3 1 16 0,-1-1-11 0,-2 2-8 16,1 0-8-16,-3 2-7 0,1 0-23 0,-2 4-16 15,-2 2-16-15,1-1-9 0,-1 6-7 0,-3 2-3 16,0 1-3-16,2 1-2 0,-3 1-3 15,1 1 2-15,1-1-2 0,-1 1-1 16,2 0-1-16,-2-1 2 0,2 1-2 0,1-2-1 16,0 0 0-16,0-2 1 0,2 1-1 0,-2-1-3 15,2 0-31-15,2 0-60 0,-2-2-55 0,2 1-82 16,0-1-129-16,-2 0-185 0,2-1-286 16,-2 4-220-16,0-2-208 0,1-1-3 0,-1 1 370 15,0 1 463-15</inkml:trace>
  <inkml:trace contextRef="#ctx0" brushRef="#br1" timeOffset="115502.38">23611 7266 21 0,'4'-2'271'0,"-4"1"183"0,-4 1 183 0,4 0 6 15,-3-2-81-15,-1 2-61 0,1 0-14 16,0-1-12-16,-4 1-34 0,2 0-55 0,0 1-60 15,1-1-50-15,-4 2-28 0,3-1-16 16,-1 1-7-16,-1 1-10 0,3 2-22 0,-4 1-29 16,3 0-42-16,-1 0-38 0,1 4-31 15,0-3-22-15,-1 6-13 0,3-2-7 0,0 0-5 16,1 0-3-16,1-1-5 0,1 1 0 0,1-2 0 16,1-1 0-16,1 0-1 0,3-2 0 0,0-2 2 15,1 0 2-15,1-4 3 0,3-2 2 16,-2-3 2-16,3-2 1 0,0-1 0 15,-1-3 0-15,0-2 2 0,0 0-2 0,-3 1 1 16,0-5 6-16,-1 4 2 0,-1 1 7 0,-2-2 2 16,-2 0 7-16,-2 3 2 0,0 0 2 0,-3 2-1 15,0 0 0-15,-1 3-1 0,-2-1-2 16,0 4-5-16,0 0-4 0,-1 0-4 0,1 6-6 16,-3-1-5-16,1 2-4 0,1 4-3 15,1 1-3-15,-2 1 0 0,2 0-1 0,1 1 1 16,0 3-1-16,2-3 0 0,1 0-2 0,1-2 0 15,2 1-1-15,1-5 0 0,1 2-1 16,0-1 3-16,4-4-1 0,-1-1 3 0,3-1 0 16,-1-3 1-16,2-3 0 0,-2 1 0 15,3-2 1-15,-3-4 0 0,0 1 0 0,1-1 2 16,-3-1 1-16,1-2-1 0,-2 2 2 0,-2-1 0 16,-2 1 2-16,-1 0-1 0,-3-2 2 15,-2 2 1-15,1 1 1 0,-4 0 2 0,-3 1-1 16,0 2 0-16,-1 2 3 0,0 0 0 0,1 2-2 15,-2 3-1-15,0 2 0 0,4 2-3 16,-3 0-4-16,3 4-2 0,1 2-3 0,-1 0-2 16,3 2 0-16,1 0 0 0,0 1-1 15,4-1-1-15,-1 1 0 0,0-1-1 0,4 1-7 16,0-1-11-16,1-4-17 0,0 1-38 0,0 2-72 16,2-6-74-16,-2 2-118 0,3 0-182 15,-4-2-307-15,1 0-295 0,-1 1-207 0,-2 0-94 16,0 3 353-16,-2-5 568 0</inkml:trace>
  <inkml:trace contextRef="#ctx0" brushRef="#br1" timeOffset="116338.16">20644 7307 98 0,'8'4'361'0,"-5"-2"178"0,2 1 126 0,-2 1-126 15,0-2-220-15,4 1-153 0,-3-1-85 16,4 2-44-16,-2-1-18 0,2-1-14 0,2 2-3 15,-1-2 0-15,2 0 4 0,1-1-2 0,2-1 7 16,-3 0 2-16,4 0 2 0,0 0-1 16,0-1 5-16,2-1-2 0,0 0-3 0,-1 0-17 15,-1 2-47-15,1-2-109 0,-2 2-267 0,-1-2-151 16,1 2-56-16,-3-1 69 0,-1 1 168 16</inkml:trace>
  <inkml:trace contextRef="#ctx0" brushRef="#br1" timeOffset="116510.76">21319 7419 140 0,'9'2'271'0,"-1"-2"98"0,-1 3-17 0,-1-2-133 16,-1-1-106-16,1 0-79 0,-3 0-105 15,2 2-134-15,-2-2-111 0,4 0-27 0,-2-2 40 16,-1 2 85-16</inkml:trace>
  <inkml:trace contextRef="#ctx0" brushRef="#br1" timeOffset="116705.35">21771 7399 66 0,'24'6'238'0,"-2"2"102"0,0-2 41 15,2 2-94-15,-1-2-95 0,2-1-66 16,-2 2-48-16,2-2-25 0,1-2-14 0,-1 0-16 15,2 0-7-15,-3-3-6 0,3-1-4 16,1-1-6-16,0-3 0 0,2-1 0 0,2-1-12 16,-2-1-18-16,0-1-40 0,2 1-96 0,-2 0-131 15,-2-1-85-15,1 2 5 0,-4 2 69 16,2-3 103-16</inkml:trace>
  <inkml:trace contextRef="#ctx0" brushRef="#br1" timeOffset="116874.55">22715 7405 73 0,'18'4'263'0,"-3"3"115"0,0-2 93 16,0 1-142-16,-2-2-125 0,3 0-81 0,-2-3-35 16,-1 1-21-16,3-1-10 0,0-2-16 0,-1-1-9 15,1 1-9-15,1-3-7 0,1 1-2 16,-1-4-16-16,0 2-24 0,1-2-48 0,1 2-101 16,1-3-175-16,0 1-102 0,-2 2 2 0,4-3 80 15,-1 3 123-15</inkml:trace>
  <inkml:trace contextRef="#ctx0" brushRef="#br1" timeOffset="117037.35">23457 7334 16 0,'24'4'219'0,"-1"2"116"0,1-3 107 15,-2 5-78-15,-3-4-118 0,3 4-82 16,-2-2-58-16,0-1-33 0,0 1-18 0,1-2-18 16,-2-1-13-16,1 1-9 0,1-3-3 0,-4-1-2 15,4-1-6-15,1-3-10 0,-1 1-17 16,-1 0-27-16,0-4-44 0,1 2-83 15,1-1-114-15,-1 4-114 0,0-5-10 0,1 4 66 16,-1-1 104-16</inkml:trace>
  <inkml:trace contextRef="#ctx0" brushRef="#br1" timeOffset="117204.39">24192 7349 13 0,'25'4'197'16,"2"1"107"-16,0-1 73 0,-2 1-31 0,0-1-81 16,1 1-61-16,-2 1-42 0,1-3-40 0,0 1-31 15,0 0-27-15,1 1-16 0,-1-2-15 16,1 1-18-16,0-1-1 0,1 0-2 0,0-1-8 15,1 0 0-15,-1-1-4 0,2-1-2 16,1 0-4-16,-3 0-8 0,3-1-15 0,-2-1-26 16,2 0-41-16,1-1-69 0,-1 0-100 15,-2 2-117-15,0-2-50 0,1 1 46 0,-1 2 97 16</inkml:trace>
  <inkml:trace contextRef="#ctx0" brushRef="#br1" timeOffset="117363.68">25646 7445 189 0,'34'6'313'0,"-1"-1"107"0,-1 0-23 16,-1 2-125-16,1-4-97 0,-1 2-59 15,1-2-27-15,1-1-17 0,1-2-22 0,-1 0-27 16,2-3-52-16,1 0-135 0,0-2-203 0,1-3-89 16,1 1-3-16,-2-3 81 0,0 0 128 0</inkml:trace>
  <inkml:trace contextRef="#ctx0" brushRef="#br1" timeOffset="117515.41">26915 7322 49 0,'39'2'294'0,"-1"-1"154"0,-3 1 122 0,-2 2-63 16,-2-1-218-16,0 1-136 0,-1 0-72 0,-5-2-38 16,4-1-20-16,-4-1-19 0,0 0-39 15,-1-1-75-15,-3-1-200 0,-1-2-157 0,0 0-60 16,-4 1 42-16,0-2 124 0</inkml:trace>
  <inkml:trace contextRef="#ctx0" brushRef="#br1" timeOffset="119094.74">21245 1180 308 0,'-2'0'588'0,"0"2"234"0,1-2 120 16,1 2-256-16,-2-2-187 0,2 0-127 0,2 0-95 16,-1 0-43-16,1 0-28 0,1 0-34 0,4 1-7 15,1 0 0-15,2 2 15 0,3-1 5 16,1 0-3-16,2-1 8 0,2 1-21 0,-1 0-10 15,4 0-18-15,-4 2-21 0,4-1-15 0,-1 1-22 16,-1 1-15-16,-1 3-14 0,-1-3-10 16,-3 4-7-16,-1 1-5 0,-1 1-5 0,-2 3 2 15,-4 1 2-15,-1 2 5 0,0 0 4 0,-4 3-1 16,-2 0-2-16,-5 2 0 0,-1 2-2 0,1-2-4 16,-5 3-3-16,-2-3-4 0,-1 2-2 15,-2 3-10-15,-2-3-5 0,-2 2-6 0,0-1-3 16,0 1-3-16,0-1-2 0,0-1 4 0,2 0 3 15,-1-1 0-15,3-3 1 0,2 0-1 16,1-4 1-16,4-1-1 0,0-1-2 0,2-3 1 0,2-2-2 16,0-1-1-16,2-2 0 0,2 0 0 15,1 0 0-15,0-1 0 0,1 1 1 0,2-2 0 16,2 1 2-16,2-2-1 0,1 0 2 0,2 1-1 16,2-2 1-16,2-2 1 0,2 0-1 0,1-4 0 15,1 1 0-15,2-4 1 0,-1 3 6 0,3-5 1 16,-1 1 2-16,1-1 1 0,-5 0-1 15,2 1 0-15,-3-3-8 0,1 3-1 0,-4 1-3 16,0 1-6-16,-4 0-9 0,-1 2-20 0,-3 3-40 16,3-2-63-16,-4 1-63 0,-2 2-75 0,0 2-128 15,-1 1-172-15,-1 0-252 0,0-1-217 16,0 4-206-16,0-2-46 0,2-1 356 0,-1 2 482 16</inkml:trace>
  <inkml:trace contextRef="#ctx0" brushRef="#br1" timeOffset="119639.54">21895 1682 23 0,'9'-13'415'0,"4"0"351"0,-5 1 297 0,-4-1 86 16,1 0-335-16,-2-2-236 0,1 1-94 15,-3 3-32-15,4 1-53 0,-5 2-60 0,0 0-48 16,-2 4-46-16,-1-1-61 0,-2 3-62 0,1 1-45 15,-3 4-29-15,-1 2-19 0,-1 5-12 16,-1 4-7-16,-1 5-3 0,-3 2-3 0,5 5-2 16,-3 4-4-16,3 0-7 0,1-1-2 15,3 2-2-15,4-2-2 0,1-5 0 0,0-2 3 0,5-4 4 16,1-2 1-16,2-7 3 0,4-1 1 0,0-6 2 16,1-6 2-16,4-5 1 0,-2-6 2 15,4-5-1-15,2-5 5 0,-1-4 3 0,1-6 1 16,1 1-1-16,-2-3 0 0,0-1 1 15,-1-1-3-15,-3 1-4 0,-2 1-5 0,-2-1-4 16,-1 0-2-16,0-2-2 0,-4 1 0 0,-1 1-1 16,0 3 4-16,-3 1 4 0,1 5 2 0,-3 3 4 15,1 4 7-15,-1 8 2 0,1 3 4 0,-2 0 1 16,0 3-2-16,0 5-4 0,-2 1-4 0,-1 6-6 16,2 3-1-16,-3 7-3 0,1 3 0 15,-3 3 1-15,3 4-1 0,0 3 6 0,0 3 3 16,-4 2 1-16,4 3 2 0,-2 1 1 0,-1 3 1 15,1 1-10-15,1 2-5 0,-3-1-3 16,4 1-3-16,-2-2-2 0,2-2-1 0,1-2 4 16,2-3 1-16,0-3 1 0,4-4 0 0,0-2 1 15,1-4 1-15,3-2-4 0,0-3-6 0,1-4-1 16,3 0-11-16,-3-7-23 0,4-2-53 0,-2-5-56 16,1-2-52-16,-1-4-89 0,1-2-127 0,-2-3-149 15,0 1-198-15,-2-3-225 0,3 1-208 16,-5 0-21-16,2-1 311 0,0 1 425 0</inkml:trace>
  <inkml:trace contextRef="#ctx0" brushRef="#br1" timeOffset="120092.81">22544 1408 48 0,'0'-7'473'0,"0"0"382"16,-3 1 268-16,2-1 22 0,-6 2-376 0,1 0-256 16,1 2-145-16,1-1-82 0,-3 1-57 15,2 1-35-15,1 1-20 0,-2 1-23 0,1 0-22 16,2 1-30-16,-4 2-30 0,4 2-27 0,-2-1-22 16,2 1-14-16,-1 3-10 0,2 1-2 0,0-1 0 15,2 3-4-15,0-2 1 0,4 4 6 0,-2-4 1 16,2 2 0-16,0 0 2 0,1-1 1 15,2 1 2-15,1 0-4 0,-1-2-1 0,1 2 6 16,0-2-3-16,0 2-2 0,1-2-3 0,-1 0 6 16,1 1-1-16,1-3-3 0,-2 2 1 0,0-1 5 15,-1 0 2-15,0-1-1 0,0 0 0 16,-1 0 2-16,-1-2-1 0,-2 1 0 0,0-1 18 16,-1 3 21-16,-2-2 18 0,-2 2 6 0,-2 2 5 15,-3-2-1-15,1 4-17 0,-5 0-20 0,1 1-13 16,-3 3-9-16,1-1-6 0,-1 1-2 15,-1 4-2-15,1 0-3 0,1 1-1 0,-1 1 1 16,2-1-2-16,1 1-2 0,1-2-2 0,1-3-16 16,3-1-47-16,2-3-59 0,3-4-48 0,2-2-64 15,1-5-113-15,2-6-147 0,4-4-146 0,2-5-226 16,4-4-222-16,0-3-124 0,1-4 187 0,3 0 412 16</inkml:trace>
  <inkml:trace contextRef="#ctx0" brushRef="#br1" timeOffset="120276.09">22723 1563 98 0,'13'-18'494'0,"-2"1"376"0,-3 4 273 0,-2 1-72 16,1 3-310-16,-4 1-190 0,3 3-110 0,-5 1-80 16,2 2-73-16,1 1-44 0,-3 1-34 0,1 1-40 15,-1 3-45-15,-1 3-39 0,0 2-29 16,-1 2-25-16,-1 4-19 0,1 2-11 0,-3 3-6 16,1 2-5-16,-1 1-7 0,1-2-7 0,1 3-44 15,2-4-69-15,0-1-79 0,3-1-139 16,3-4-245-16,-1-2-320 0,1-4-292 0,3 1-202 15,0-6 14-15,-1-5 509 0</inkml:trace>
  <inkml:trace contextRef="#ctx0" brushRef="#br1" timeOffset="120440.52">22881 1271 33 0,'-3'-35'505'0,"-2"6"478"0,-2 6 254 15,0 2-53-15,-1 4-379 0,2 3-294 0,-2 5-192 16,0 0-132-16,0 4-76 0,3 0-48 15,0 4-31-15,1 1-31 0,-1 1-25 0,4 3-45 16,-2 0-103-16,-1 2-123 0,4 0-173 16,-3 4-282-16,3-1-266 0,0 2-169 0,0 1 144 15,3 2 370-15</inkml:trace>
  <inkml:trace contextRef="#ctx0" brushRef="#br1" timeOffset="120874.92">22832 1801 461 0,'2'9'928'0,"1"-4"248"0,-3-2-37 0,1-5-297 15,2-1-350-15,2-8-219 0,2 0-106 0,1-5-51 16,3-1-39-16,0-5-23 0,2-1-21 16,1-3-7-16,0 4-4 0,2-5 3 0,-2 3 20 15,2 1 26-15,-3 3 22 0,-1 0 22 0,-2 6 22 16,-2 0 22-16,-2 5 5 0,0 0-12 0,-3 3-17 15,-1 4-20-15,-1 0-25 0,-1 4-28 16,-1 4-22-16,-3 5-12 0,0 3-9 0,-4 3-5 16,3 1-2-16,-1 4 2 0,-1 1-6 0,3 1-1 15,-4 2 0-15,3-1-2 0,2-2-1 0,1-2-2 16,1-3-1-16,1-2-2 0,1-2 1 0,3-4-2 16,-1-2 0-16,3-3 0 0,3-4 3 15,1-4-1-15,1-4-1 0,3-4 1 0,2-3-2 16,2-3-1-16,-2-3-2 0,-1-1-1 0,1 1 1 15,1 0 0-15,-4 2 1 0,0 2 1 16,-4 4 2-16,-2 0 1 0,0 5 0 0,0 0 1 16,-4 4-2-16,0 0 1 0,-1 3 1 0,-1 3 2 15,-1 4 0-15,0 3-1 0,-1 2 2 0,-1 2 0 16,1 3-2-16,-3 1-24 0,3 0-68 16,-1 2-64-16,0 0-117 0,1 0-173 0,-1-2-313 15,5-2-322-15,2 1-228 0,0-2-134 0,3-6 323 16,4 0 566-16</inkml:trace>
  <inkml:trace contextRef="#ctx0" brushRef="#br1" timeOffset="121492.25">23806 1083 249 0,'-1'-3'547'0,"-3"0"277"0,3 1 174 0,-4-1-192 0,-1 6-189 16,1 0-129-16,0 3-93 0,1 4-82 16,-3 7-61-16,2 4-29 0,-2 9-10 0,0 2 11 15,2 9 3-15,-1 2-11 0,0 6-19 0,1-2-36 16,2 5-44-16,2-1-41 0,2-5-29 0,5-3-16 15,2-3-13-15,2-4-7 0,5-7-4 0,0-4-4 16,3-3 1-16,2-7-2 16,0-4 1-16,2-6 0 0,-3-5 3 0,3-4 3 0,-1-5-1 15,-2-3 1-15,2-7-1 0,-1-3 0 16,-2-1 4-16,-1-6 3 0,-3 1 3 0,0-3 3 0,-3-1 4 16,-3-2 1-16,0 0-2 0,-5-3-4 15,-1 0-3-15,-4-2-2 0,-1 1-3 0,-5 2-9 16,2 2-4-16,-2 2-3 0,-2 6-3 0,0 0-1 15,-3 7 0-15,-1 2 4 0,-1 6 4 0,1 0 0 16,-2 6 0-16,1 4 0 0,-1 2-1 16,-1 4-3-16,2 4 1 0,-1 2-1 0,2 5-6 15,0 1-4-15,1 1-13 0,4 0-32 0,-1 2-62 16,2 0-57-16,4 0-75 0,-1-2-122 0,3-1-181 16,0 0-285-16,2-5-217 0,4 0-213 15,-3-4-32-15,3 1 360 0,0-6 497 0</inkml:trace>
  <inkml:trace contextRef="#ctx0" brushRef="#br1" timeOffset="121725.42">23778 1244 85 0,'1'4'512'0,"3"-1"316"0,-3 1 150 15,-1-1 64-15,5-2-341 0,-1 4-238 0,3-2-115 16,-1-2-51-16,2 2-17 0,5-1-65 15,-2 0-54-15,2-1-36 0,1-1-28 0,2 0-20 16,2-1-26-16,1-3-18 0,1 1-19 0,2 0-5 16,1-3-5-16,1 3-3 0,-3-2 0 0,2 2 3 15,-1 0-32-15,-2 2-35 0,-2-1-89 16,3 2-159-16,-5-3-296 0,-2 6-297 0,0-1-250 16,2-1-185-16,-3 2 222 0,-4-2 546 0</inkml:trace>
  <inkml:trace contextRef="#ctx0" brushRef="#br1" timeOffset="121958.03">24320 1302 146 0,'-2'9'769'0,"2"-1"440"16,0 0 60-16,0-2-167 0,2-1-405 0,1-1-327 15,0-2-148-15,4 1-74 0,1-2-40 0,2-1-18 16,3 0-19-16,1-1-19 0,2-2-22 15,3 0-10-15,0 0-6 0,2-1-6 0,-1 0-2 16,0 1 0-16,0 1-25 0,-1-1-29 0,-3 2-32 16,-2-2-85-16,-5 1-155 0,1 1-273 15,-4 1-265-15,0 0-246 0,-2 0-189 0,-4 0 180 16,0 0 503-16</inkml:trace>
  <inkml:trace contextRef="#ctx0" brushRef="#br1" timeOffset="122144.16">24347 1543 45 0,'0'9'486'0,"0"2"349"0,3-3 177 15,2-2-19-15,0-3-339 0,3-3-295 16,1-2-160-16,4-1-73 0,-1-3-37 0,4 0-20 16,2 0-30-16,0-3-19 0,3 2-12 15,0 0-75-15,-3-2-117 0,1 1-227 0,-3 0-270 16,0 2-225-16,-2 2-143 0,-1 0 128 0,-4 1 361 15</inkml:trace>
  <inkml:trace contextRef="#ctx0" brushRef="#br1" timeOffset="122977.19">25496 919 232 0,'5'0'439'0,"-2"2"170"0,1 0 117 0,-3 1-165 0,4 5-96 15,1 1-25-15,-1 5 5 0,1 1 21 0,1 4-32 16,2 5-54-16,0 4-35 0,-1 4-24 15,2 1-17-15,-1 5-41 0,-1 2-33 0,0 3-36 16,-1 3-42-16,0 0-42 0,-2 3-36 0,-2-3-21 16,0 3-8-16,-3-3-6 0,2 0-6 0,-2-3-11 15,-2-1-8-15,2-1-5 16,-3-5-4-16,2 1-4 0,-3-5-2 0,1-2 4 0,0-1 2 16,-1-6 6-16,0-3 2 0,3-4-5 0,-2-3-1 15,1 0 4-15,0-6 3 0,2 0 0 0,-1-3-8 16,1-2 4-16,-2-4 4 0,2-5-8 15,2-4-6-15,-1-5-6 0,-1-2 3 0,4-4 6 16,-3-1-1-16,1-5 4 0,-1-1 2 0,3-2-1 16,-3-3 2-16,4 1-6 0,-2 1-3 0,-2 0 0 15,-1 4-2-15,2 3 2 0,-2 2 1 16,-2 3 2-16,1 3 1 0,-1 4 0 0,-1 2-1 16,-1 2-1-16,-3 4-1 0,1 3-1 0,-2 2-3 15,-1 5 1-15,-3 4 1 0,3 1 2 0,-4 3 0 16,2 3 1-16,0 1-5 0,-1 3-3 15,0 0-3-15,-2 3-1 0,3 1-1 0,-2 1 0 16,1-2 4-16,-1 2 4 0,-1 0 2 0,1 0 0 16,4-1 1-16,-4-2-1 0,4-2-7 0,0-3-12 15,2-2-43-15,2-3-69 0,-1-2-79 16,1-1-163-16,2-3-267 0,-1-3-321 0,1-1-305 16,3-2-201-16,0-3 76 0,0-1 618 0</inkml:trace>
  <inkml:trace contextRef="#ctx0" brushRef="#br1" timeOffset="124275.06">21831 6583 96 0,'5'-6'330'16,"-2"4"178"-16,-1-1 147 0,0-1-104 0,-2 0-113 16,0 3-42-16,0-1-5 0,0 0 7 15,0 2-3-15,0-2-23 0,-2 2-49 0,0 2-64 16,-1-2-58-16,2 4-57 0,-4 1-41 0,0 1-32 15,-1 1-21-15,1 4-14 0,-3 3-11 16,2 3-4-16,-1 3-1 0,-2 3 0 0,3 6 8 16,-2 0 3-16,1 7 1 15,-2 0 2-15,3 4-6 0,-1 0-3 0,1-1-14 0,1-1-8 16,1-3 3-16,0-1-9 0,1-3 2 16,3-5-2-16,0 0 3 0,2-5-7 0,-1-2-17 15,1-5-11-15,0 1-31 0,0-6-63 0,-2-1-100 16,0-1-114-16,0-4-160 0,0 1-282 15,0-4-234-15,0 0-84 0,0 0 171 0,0-4 342 16</inkml:trace>
  <inkml:trace contextRef="#ctx0" brushRef="#br1" timeOffset="124629.79">21917 6827 313 0,'4'0'559'0,"1"2"185"0,2 4 97 0,-4 4-240 0,2 1-166 16,1 8-75-16,-2 2-29 0,1 4-16 15,0 5-21-15,-2 1-46 0,2 3-60 0,3 2-52 16,-4-2-34-16,1 1-29 0,2-1-32 16,1-6-16-16,1-2-12 0,1-4-8 0,-1-5-5 15,5-4 7-15,-3-5 4 0,2-3 6 0,0-7 2 16,-4-4 4-16,5-3 3 15,-4-7-4-15,1-4 3 0,0-4-2 0,-2-4 12 0,0-2 27 16,0-3 25-16,-5 2 29 0,1-5 14 16,-2 5 5-16,-3-3-10 0,0 2-24 0,-3 3-23 15,2 0-29-15,-4 1-17 0,0 7-11 0,-1 0-8 16,0 5-4-16,-2 3-5 0,0 0-48 16,-3 7-54-16,0 3-75 0,-3 3-148 0,-2 5-258 15,-2 3-311-15,1 2-252 0,0 4-201 16,-1 0 85-16,-1 1 521 0</inkml:trace>
  <inkml:trace contextRef="#ctx0" brushRef="#br1" timeOffset="124840.03">21886 7105 14 0,'9'3'553'0,"0"-2"488"0,2 2 203 15,-5-3-100-15,2-3-319 0,2 2-373 16,2-4-209-16,1-1-106 0,3 3-50 0,-2-5-26 15,3 1-25-15,1 2-15 0,-1-3-12 0,4 3-4 16,-4-1-3-16,5 1-5 0,-1-2-9 16,5 2-22-16,-3 0-72 0,2 0-125 0,2-1-199 15,0 3-284-15,1-2-268 0,1 3-213 16,1-2 56-16,0 3 400 0</inkml:trace>
  <inkml:trace contextRef="#ctx0" brushRef="#br1" timeOffset="125681.32">25293 6263 11 0,'4'-5'392'0,"1"3"312"0,-2-2 205 15,2 3 62-15,-2-1-274 0,3 1-206 0,-1-1-126 16,4 2-58-16,1 0-29 0,1 3-30 15,1 2-19-15,3 4 0 0,2 1 0 0,-1 6-1 16,1 1-10-16,0 6-16 0,1 4-32 0,-2 2-44 16,2 2-36-16,-4 4-28 0,2 2-16 15,-2 3-12-15,-2 4-9 0,1 2-5 16,-2 2-4-16,-3 3-3 0,-2-2-5 0,1 3-1 16,-2-1-1-16,-5 1-2 0,0-3-2 0,0-5 1 15,-4-2-1-15,1-1 0 0,0-9-1 16,-2-2 0-16,0-4-5 0,-1-5-22 0,-2-4-51 15,0-3-61-15,0-7-58 0,-1-2-96 0,-4-5-147 16,4-3-190-16,-7-3-251 0,5-5-213 0,-3-3-187 16,1-1 82-16,0-4 428 0</inkml:trace>
  <inkml:trace contextRef="#ctx0" brushRef="#br1" timeOffset="126093.04">25019 6583 121 0,'-2'9'445'16,"1"2"245"-16,-1 4 186 0,1 2-21 15,2 6-236-15,1 2-135 0,-1 6-76 0,3 4-53 16,0 4-59-16,-1 6-74 0,0 1-68 15,1 5-57-15,-3 0-39 0,6 1-25 0,-2-4-19 16,4-3-9-16,-1-5-5 0,1-5-2 0,5-7 4 16,-1-8 2-16,3-3 6 0,-2-7 5 15,2-6-3-15,-2-8 4 0,3-6-1 16,-4-7 3-16,2-4-2 0,-3-6-3 0,1-5 11 16,-2-2 12-16,-3-4 21 0,-2 0 9 0,-3 0 8 15,-1-1 7-15,-4 2-9 0,-3-1-14 0,-1 2-24 16,-2 3-12-16,-3 2-9 0,2 7-5 15,-3 1-3-15,0 4 0 0,1 2 0 0,-3 5-5 16,3 3-7-16,-1 4-10 0,0 4-33 16,1 2-28-16,-2 4-26 0,4 3-52 0,-4 2-108 15,1 3-139-15,0 1-206 0,1 1-254 0,0 0-237 16,2 1-85-16,-1 1 251 0,1-1 411 0</inkml:trace>
  <inkml:trace contextRef="#ctx0" brushRef="#br1" timeOffset="126313.78">24962 6911 27 0,'0'4'434'0,"1"0"318"0,2-2 192 16,1 2 18-16,2-1-294 0,2-1-216 15,6-1-129-15,1 1-55 0,3-4-36 0,0 1-28 16,2-2-56-16,4-3-55 0,0 1-40 15,0-2-24-15,1 2-10 0,0-3-17 0,0 0-59 16,-1-1-132-16,-3 3-233 0,-1 1-279 0,-4-1-266 16,2 2-218-16,-6-1 44 0,1 1 424 15</inkml:trace>
  <inkml:trace contextRef="#ctx0" brushRef="#br0" timeOffset="137403.93">20584 8241 154 0,'0'0'332'0,"0"0"140"15,2 2 47-15,-1-2-128 0,-1 0-112 16,0 0-70-16,3 0-35 0,-3 0-19 0,2 1-11 16,-2-1-6-16,0 0-20 0,1 0-12 15,-1 0-14-15,0 0-17 0,2 2-17 0,-2-2-22 16,1 0-14-16,-1 0-12 0,0 0-5 0,2 0-3 15,0 0-2-15,-1 2-2 0,2-2 2 0,1 1 45 16,-1-1 39-16,2 0 20 0,2 2 8 16,0-2 3-16,-1 1-3 0,2-1-40 15,3 0-36-15,-2-1-18 0,1 1-11 0,4-2-2 16,-3 1 1-16,3-1 65 0,-1 0 39 0,2-1 17 16,0 0 14-16,1 0 1 0,0-1-1 15,1-1-60-15,-3 0-31 0,4 1-19 0,-2-1-11 16,-1 1-4-16,1 1-4 0,1-1-1 15,0 1-4-15,-2 0-1 0,1-1-3 0,1 2 2 16,-2-1 0-16,2 0 1 0,-2 1 0 0,2 0-1 16,-3 1 2-16,3 0-7 0,-1 1 1 15,2 0-1-15,-4 0 0 0,2 0 0 0,0 1 0 16,-2-1 1-16,0 1-1 0,3 1-1 0,-4 0 1 16,3 1 0-16,-2-1-1 0,2-1 2 15,-3 1-2-15,2-2 1 0,0 3 0 0,-2-2-2 16,2-1 2-16,-1 0-4 0,-1 0 3 15,0 0-2-15,1 0 0 0,-3 0 0 0,0 2 0 16,0-2 0-16,-1 1 1 0,0-1-2 0,0 2 2 16,-2-1 0-16,3 1-3 0,-3 0 1 15,0-1 2-15,-2 1-1 0,3-1 1 0,-1 1 0 16,0-1 0-16,0-1-1 0,2 3 0 0,-4-1 0 16,2-1-1-16,0-1 1 0,1 2-4 15,1-1 1-15,-1 1 0 0,1-2 2 0,-1 2 1 16,3-2 3-16,1 0 0 0,-1 0 4 15,2 0 3-15,-1-2-2 0,-1 0-2 0,4 2 6 16,-2-1-1-16,2-1-3 0,-2 2-1 16,4-1-1-16,-4 1 3 0,3 1-1 0,-1-1-2 15,1 0 1-15,2 2 0 0,-3-1-2 0,5 1-2 16,-4 1 0-16,2-1 0 0,3-1 3 16,-3 2-1-16,2 0 2 0,-1-1-2 0,0-1-2 15,0 2 0-15,-1-1-2 0,-2 1-1 16,2-1-2-16,-1-1 7 0,1 2-1 0,-3-1 1 15,2 2-2-15,0-1 0 0,-2-1 1 0,1-1-2 16,-1 1-1-16,3 0-3 0,-5-1 3 16,5-1-4-16,-3 0 0 0,1 0-1 0,-1-3-1 15,3 1-1-15,-2-1-3 0,-1 0 3 0,1-1 3 16,0 1 5-16,1-2 1 0,-2 0 5 0,2 2 3 16,-2-3 2-16,2 2-2 0,0-1 2 15,-2 0-2-15,2-1 1 0,-1 3 0 16,1-1 0-16,0-1-2 0,1 0-1 0,-1 1 0 15,2 1 1-15,-1 0-3 0,1-1-2 0,-1 1 1 16,3 2-1-16,-1-1 0 0,0-2-2 0,0 2 2 16,1 1 0-16,-1-1 0 0,1 2-2 15,0-1 0-15,-1-1 2 0,1 0-2 0,0 0 2 16,0 1-1-16,-1-2 1 0,1 2-4 16,0-1-1-16,-3-1-3 0,3 3 0 0,0-1 1 15,-2-1-2-15,2 2 1 0,0 2-1 16,-5-1-1-16,5 2-3 0,-1-1-1 0,1 1 4 0,-3-1 1 15,1 4 6-15,1-2 2 0,0 2 2 16,1 0 2-16,0-1-2 0,-3 0 1 16,3-1 1-16,-2 1-1 0,1 0-2 0,3-2 3 15,-1 1 1-15,-2-1-3 0,5 0-1 0,-1 0 0 16,0-1 3-16,2 0-4 0,-2-1-1 0,1 1 1 16,0-1 1-16,0 1 1 0,0-1-6 15,1-1 3-15,0 0-3 0,0 3-1 0,-1-3 0 16,0 0-2-16,3 2 0 0,-2-2-3 15,1 0 3-15,-1 0-3 0,1 0-6 0,-1 0 5 16,2 0 3-16,-1-2 7 0,-1 2 3 16,0-3 4-16,2 3 8 0,-3 0-3 0,3-1-2 15,-2 1-1-15,-1 1-6 0,1-1 3 16,-1 3-1-16,-1 0-2 0,2 0 0 0,-2 0-3 16,2 2 3-16,-2-2 0 0,-1 3-3 0,2 0 1 15,-4-1 0-15,3 0 4 0,-3 2-5 16,-1-2 0-16,-1 0 0 0,2 0 0 0,-3 1 0 15,2-2 0-15,-4 1 1 0,4 0-1 0,-1 1-2 16,-1-3-2-16,0 1 2 0,0 1-3 16,0 1 0-16,0-1 1 0,-1-1 0 0,0 3-1 15,1 1 0-15,-1-3 3 0,1 2 1 0,-2 1 0 16,4-3 2-16,-1 2 6 0,-1 1 3 16,0-3-2-16,3 1-1 0,-2-2 0 0,1-2 0 15,1 2-2-15,-1-2 1 0,3-1-3 16,1-1 2-16,0 0 1 0,1 0-2 0,-1-1-1 15,4-1-1-15,-1-2 0 0,1 2 0 0,-3-1-2 16,3 0 1-16,-1 1-2 0,1-1-1 16,-3 2-1-16,3-1-2 0,-2 1-2 0,0-1-2 15,0 2 3-15,1 0-2 0,1 0 1 16,-3 0-2-16,3 2 2 0,-1-1 3 0,1 1 1 16,-2-1 4-16,3-1 2 0,-2 1 4 15,-1 1 1-15,3-2 0 0,-1 0 1 0,2 0-1 16,-1 0-2-16,1 0 0 0,-1 0-2 0,1 0-3 15,-1-2 2-15,0 2 0 0,0 0-2 16,0 0-1-16,-1 0 2 0,-2 0 0 0,1 0-3 16,-1 0-2-16,-2 0 0 0,1 0 1 0,-3 0-1 15,2 0 0-15,1 0-2 0,-3 0 0 0,1 0-3 16,2-1 0-16,-4 1 0 0,3-1-3 16,-4-2 4-16,2 1 2 0,-1-1 24 15,0 2 12-15,-1-1 11 0,1 1 7 0,0-1 2 16,-3-2 1-16,2 2-21 0,1 2-9 0,-4-2-11 15,3-1-4-15,0 0-1 0,-2 0-1 0,3 2 1 16,-2-3-1-16,1 2 3 0,1 0-3 16,0 0 1-16,-1 1-3 0,1-1-1 0,0 0 3 15,-1 0-4-15,-2 0 2 0,0 2-3 16,-2-2 16-16,2 1 5 0,-3-1 0 0,1 0 4 16,1 2 1-16,-6 0 1 0,1-2-12 0,1 2-4 15,-1-1 0-15,-1 0 0 0,0 0 1 16,-3 1-5-16,2-2 3 0,-3 2-5 0,-1 0-1 15,-1-2-1-15,0 2-3 0,-1 0 5 16,-4 0-2-16,3 0 9 0,-3 0 3 0,1 0 11 16,-2 2 9-16,1-2 3 0,-1 0 3 0,0 2-7 15,0-2-2-15,0 0-12 0,0 0-8 16,0 0-6-16,0 0-2 0,0-2 0 0,0 2-1 16,0 0-14-16,0 0-14 0,-1-2-15 15,1 2-22-15,0-2-58 0,-3 2-104 0,-1-2-129 16,1 0-210-16,-2 1-269 0,-1-1-240 0,2 2-93 15,-1-2 225-15,-2 2 403 0</inkml:trace>
  <inkml:trace contextRef="#ctx0" brushRef="#br0" timeOffset="142514.68">20038 5294 181 0,'0'2'325'0,"0"0"127"0,0-2-23 0,0 0-104 0,0 2-98 15,0-2-62-15,0 2-35 0,0-2-25 16,0 0-10-16,0 0-16 0,2 0-2 0,-2 0-9 16,1 0-7-16,-1 0 1 0,0 0 5 15,0 0 7-15,0 0 7 0,0 0 5 0,0 0 2 16,0 0-1-16,0 0-6 0,0 0-9 0,2 0-10 16,-2 2-12-16,0-2-13 15,2 1-10-15,-2-1-9 0,1 2-6 0,1-2-7 0,-1 4-5 16,1 1 0-16,1 1 1 0,2 0 1 15,1 1 0-15,-3 0-1 0,4-1 1 0,-3 2 1 16,3 0-1-16,-1-1 0 0,3 1 1 0,0 1-1 16,-1-1 4-16,1 1-1 0,-1-1 0 15,1 0 0-15,1-1-3 0,-1 1 3 0,2-2-3 16,-3 2 1-16,3-2-3 0,-1-1 3 16,-1 2-1-16,2-2-1 0,-3 0-1 0,4-1 0 15,-3 2 2-15,0-1 1 0,1-2-3 0,1 2 4 16,-3 2-1-16,1-3 2 0,1 0-2 15,-1 3 1-15,1-2-3 0,-1 1 2 0,2-4-3 16,-1 5 0-16,-1-4 0 0,2 5 0 16,0-5 2-16,-1 3-2 0,1-3-2 0,0 3 2 15,-1-1 0-15,2-1 0 0,-2 1 0 0,-1 1-1 16,4-1 1-16,-4-1 0 0,4 1-2 16,-5 0 1-16,1-1-3 0,1 0 1 0,-1 2 0 15,1-3-2-15,-1 0 0 0,1 3 0 16,-2-3 0-16,0 2 0 0,0-2-2 0,1 1 1 15,-3 2-1-15,2-1-3 0,-1 0 2 0,0-1-1 16,1 2 3-16,-1 0-3 0,-1 1 1 16,2-1-2-16,0 0 2 0,-4-1-1 0,3 1 4 15,-1 0 0-15,0-2 3 0,1 1 2 0,-2 0 0 16,-1 3 0-16,1-4-1 0,3-1-1 16,-4 2 0-16,1 1-1 0,0-3 0 0,2 2 1 15,-3 0 2-15,2-2 0 0,-1 3 3 0,0-2 4 16,0-1 0-16,1 2 1 0,-1 1 2 15,3-1 0-15,-2-3-1 0,0 4-1 0,1-1 0 16,-1-1 1-16,3 1-1 0,-2-1-1 16,-1 1 3-16,2 1 1 0,1-1-1 0,-2-1-2 15,-1 1 1-15,2 0-1 0,0 1 2 16,-2 0-4-16,1-1 1 0,-1 2-1 0,2-2-1 16,-2 1-3-16,1-1 0 0,-1 2 1 0,0-2 2 15,2 1-4-15,-2 0 4 0,-1 0-1 16,2-1-1-16,-1 1-2 0,2 0 3 0,-2 0-1 15,0-1-1-15,-1 3 1 0,2-4 0 16,0 1 2-16,0 0-3 0,-3 2 2 0,3-2 0 16,-1 0-3-16,0-1 1 0,1 2-2 0,-1-1 0 15,1 0 0-15,-3 0-2 0,2 0 2 16,1-1-1-16,-2 0-1 0,-1-1 2 0,1 2 2 16,3 1 1-16,-4-1 2 0,1-1 0 0,0 2-1 15,-2-2 0-15,2 2-1 0,-2-2-1 16,3 2-2-16,-3-2 0 0,2 4 3 0,-1-4-3 15,-1 1 0-15,2 0 0 0,-4 1 1 16,2-2 1-16,1 1-4 0,0 0 2 0,-1-1 0 16,2 0 0-16,-2 2-1 0,0-2-1 0,2 1 2 15,-2-1 2-15,1-1-2 0,2 1 0 16,-3 0 0-16,2-1 0 0,-4 3-2 0,4-3-1 16,-2 4 3-16,2-3 0 0,1 2 0 0,-1-1 0 15,0 0 0-15,1-1 0 0,1 2 0 16,-3-1 0-16,4 1-2 0,-2-1-1 15,2 1 1-15,-1-2 2 0,2 1 0 0,-3 0 0 0,2 3 7 16,0-4-1-16,1 3 1 0,0 0 30 16,-1-2 20-16,2 1 10 0,-2 1 3 15,0 0 4-15,0-1-1 0,2 1-29 0,-2 2-18 16,1-3-13-16,-1 3-5 0,3-2-7 0,-3 2-1 16,2 0 0-16,0-1-3 0,-2 2-1 0,1-2 1 15,1 0 0-15,-2 2-3 0,2 0 2 16,1-1-4-16,-5-1 2 0,2 1 1 0,2-3-4 15,-1 2-2-15,-3 1 1 0,2-3 1 0,0 0-2 16,2 2 1-16,-2-2 4 0,-2 0 0 16,0 0-3-16,4 0 0 0,-4-1-2 0,0 2 1 15,-1-1-1-15,3-1 7 0,-2 1 4 16,2 1 3-16,-3-1 4 0,2-1 4 0,-3 2 1 16,4-1 0-16,-2-1-2 0,-1 2 1 15,2-1-2-15,-3-1 3 0,5 3-2 0,-4-4-1 16,2 4 0-16,-1-4-3 0,1 3 3 0,0-1-3 15,0-2-3-15,-1 1 1 0,0 1 2 16,2 0 0-16,-2-1-2 0,2 0 4 0,0-1-2 16,2 2 1-16,-2-1 2 0,0 1-3 15,-2-1-2-15,5 1 0 0,-3-2 2 0,0 1 1 16,0 0-1-16,3 1 3 0,-3-2 1 0,1 3 0 16,0-1 26-16,1 0 15 0,-2 0 10 15,4 0 1-15,-3 2 8 0,0 0-3 0,2 0-23 16,-1 1-17-16,-1-1-6 0,2 1-5 0,0-2-7 15,1 2-1-15,-2 0 1 0,1 0-3 16,-1 0 1-16,2-1-5 0,0 1 2 0,-3-2-1 16,4 0-2-16,-4 2 0 0,1-3-1 15,-1 1 3-15,1 0-2 0,-1-1-1 0,1 1 0 16,-2 0 0-16,0-2 0 0,1 1-1 16,-1-1 3-16,0 2 2 0,-2-2-2 0,2 1 0 15,-2 0-1-15,2-1 1 0,-1-1-2 0,-2 1-3 16,-1-2 3-16,4 3-2 0,-2-1 0 15,-1-2 2-15,2 3 0 0,-3-1 0 0,4 0-1 16,-3-3 0-16,1 3 1 0,1 0-3 16,-1-1-1-16,1 1 3 0,0 0 0 0,-1 0-1 15,2 2-1-15,2-2 3 0,-2-1-2 0,0 3 0 16,0-1-2-16,-1-2 0 0,3 1 0 16,-2 0-1-16,1 1 0 0,-1-1 2 0,0 1-1 15,0-1 4-15,0 1-4 0,0-2 2 0,0 1-2 16,-2 0-3-16,2 2 1 0,0-3-3 15,0 3 6-15,-2-2 3 0,3 2 0 0,-1 0 3 16,0-1 2-16,0 1 0 0,0-2-2 0,0 1-1 16,0 0 1-16,-2 0-3 0,4-1-1 15,-2 0 1-15,-2 2 1 0,0-2-1 0,4 0 1 16,-4-1 3-16,0 2 0 0,3-1-1 16,-2 1-1-16,-1-1 2 0,2 1-4 0,-1 0 0 15,1-1 0-15,-1 2 1 0,2-1-1 0,-1-1-1 16,1 0 1-16,-1 3 1 0,-2-4 1 15,2 3-2-15,1-2 2 0,-1 2 1 16,0-3-2-16,0 3-1 0,2-1 0 0,-2-1 3 16,0-1 1-16,0 3 19 0,2-1 15 0,-2-1 9 15,2 1 0-15,-1-2 3 0,-1 4-3 0,0-4-18 16,2 3-12-16,-1-1-5 0,-1-1-4 16,0 2 1-16,1-2-2 0,-1 1-2 0,0-2-2 15,0 1 1-15,1 0-2 0,-2 2 0 0,-1-4 2 16,1 4 3-16,0-3-2 0,0 2 1 15,-1-1-2-15,1 0 0 0,-3-1-4 0,4 1-1 16,-3-1 1-16,0 1 1 0,-1 0 0 16,1-2-1-16,0 1 4 0,1 1-1 0,-3-2 2 15,2 0-1-15,-2 2 0 0,2-1 1 16,-2 0-3-16,1 0-1 0,0-1-1 0,1 0 0 16,-1 3 2-16,0-2 1 0,-1 0-2 0,2 1 1 15,-2 0-1-15,2-1 2 0,1 1-1 16,-2-1 3-16,1 1-2 0,0 1 1 0,0-1-1 15,0-1 2-15,2 3-2 0,0-1-3 0,-2-1 1 16,-1 1 2-16,3-1 0 0,-2 2-2 16,2-1 3-16,0-1-1 0,-3 3-2 0,1-4 3 15,2 3-2-15,0-3 0 0,-2 4-2 16,1-4 0-16,-1 1 0 0,2 0 4 0,0 2 6 16,0-2 13-16,-3 1 6 0,5 0 5 0,-5 0-1 15,4 1-1-15,-2-3-8 0,1 4-11 16,-1-2-7-16,2 0-3 0,-2 2 2 0,1-2-3 15,-1 2 1-15,0 0-2 0,2-1 1 0,-2 0-2 16,-1 2 1-16,3-1-1 0,0 1-2 16,-2-4 0-16,1 4-1 0,1 0-3 0,-2-3 0 15,2 3 2-15,0-2 0 0,-2 1 2 0,0 1 3 16,4-4 4-16,-4 2-2 0,0 2 2 16,3-3 0-16,-5 1 0 0,4 0-3 0,-2-1-2 15,1 1 2-15,-2 0-3 0,-1-1 1 0,4-1-1 16,-3 1 3-16,0 0 1 0,1-1 1 15,-1 1-2-15,1 0-1 0,-2-1 2 16,3-1-2-16,-1 1-1 0,-1 3 0 0,3-4 0 16,-4 3 1-16,3-3 0 0,-2 4-1 0,1-4-1 15,1 3 1-15,-1 0 2 0,2-1-3 16,-4 1 0-16,3 0 2 0,-2 0-1 0,2-3 0 16,0 3 0-16,-3-1 2 0,0-2-2 0,1-1 0 15,-2 1 3-15,3-1-3 0,-5-1-1 16,1 2-3-16,-1-2 2 0,1-1-3 0,0-1 5 15,-1 2 2-15,-1-2 0 0,2 0 2 0,-1 2 2 16,3 0-3-16,-3 0-2 0,1 1-1 16,0 0-1-16,1 0-1 0,1 0 1 0,-1-1 1 15,0 2-1-15,1 0 2 0,-1-1 0 16,0 1-2-16,0-1 2 0,1-1-1 0,-3-1 0 16,2 0-3-16,-1 1 3 0,1 0 0 15,-2 0-3-15,1-1 2 0,-1-1 1 0,-1 0 0 16,4 2 0-16,-4-2 1 0,1 1-1 0,-1-1 0 15,4 0 2-15,-4 2 1 0,1-2-3 16,-1 0 0-16,3 3 0 0,-3-3 1 0,2 1-1 16,0-1 1-16,-2 0 0 0,1 0 1 15,-1 0 1-15,0 0-1 0,2 0 3 0,-2 0-5 16,1 0 1-16,-1 0-2 0,0 0-1 0,0 0-3 16,0 0 2-16,-1 0-3 0,1 0-25 15,-2 0-51-15,1-1-98 0,-1 1-126 0,0-3-256 16,-1 3-268-16,2-2-217 0,-1 1-57 15,0-1 236-15,1-1 382 0</inkml:trace>
  <inkml:trace contextRef="#ctx0" brushRef="#br0" timeOffset="145229.89">23634 8304 139 0,'2'0'226'15,"-2"0"38"-15,2-1-31 0,-2 1-47 0,2-1-45 16,0 1-24-16,-1 0-15 0,1-2-8 0,-1 0-7 16,1 0-11-16,0 2-2 0,-1-2-1 15,2 0-3-15,-1 1-1 0,0-1-2 0,-1 2-4 16,2-1-6-16,-1-1-4 0,0 0-10 15,2 1-8-15,-2-1-6 0,1 1-2 0,0-1 0 16,0-2-1-16,0 2-1 0,1-1 2 0,0 0 0 16,0 0 2-16,2 0 4 0,-3 0 1 15,2-2 4-15,-1 1-1 0,1-1-7 0,0 2-5 16,3-2-8-16,-4-1 0 0,1 0-4 0,2 0-5 16,-2 0 3-16,4 0-2 0,-5-1 1 15,3 0-1-15,-1 1 23 0,2-2 15 0,0 0 3 16,-2 0 3-16,2 2 2 0,-1-3 0 15,0 0-21-15,1 1-10 0,-1 0-8 0,1 1-2 16,-1-3 2-16,3 1-2 0,0-3-3 16,-2 1-2-16,2-2-2 0,-2 2 0 0,2-3-3 15,1 2-2-15,0 0 1 0,-3 0 1 0,4-1 22 16,-2 1 17-16,-2 1 6 0,4 0 3 16,-3 1 1-16,0 0 2 0,2 0-23 0,-1 2-17 15,-2 0-8-15,2-1-2 0,-2 2-4 0,2 0 1 16,0-2-4-16,0 1 1 0,-2-1-3 15,4 0 1-15,-3 0 0 0,0-3-1 16,0 2 6-16,1-1 1 0,-2-3 4 0,4 1 2 16,-3-1 1-16,0 1-4 0,1 0-1 0,1 1 2 0,-2-2-4 15,-1 3-1-15,2-1 1 0,1 0 2 16,-3 1-3-16,1 0-2 0,1-1 2 16,-2 1-2-16,0 0 0 0,0-1 0 0,2 2 0 15,-2-1 0-15,1-1-2 0,0 2 2 0,-1-1-3 16,1-2 1-16,-1 3 0 0,1-3-1 15,3 2 1-15,-4-1-4 0,2 0 2 0,2 1 1 16,-3-1 3-16,4 1 3 0,-4-1 1 16,3 2 4-16,0 0 2 0,-1 0-3 0,0 1-1 15,-1-1-6-15,-1 5 2 0,4-4 0 16,-4 1 3-16,3 0-2 0,-2 0 0 0,-2 2 4 16,4-3 0-16,-2 0-1 0,-2 2-2 0,4-4-1 15,-3 4 0-15,0-4-1 0,1 2 1 16,0-1-1-16,-1 1 3 0,-1 0-2 0,1 1-1 15,-1 0 3-15,0-1-4 0,-2 1 1 16,4-2-2-16,-1 2 0 0,-1 0 2 0,0-2-2 16,0-1 0-16,3-2 0 0,-3 1 0 15,0 1-2-15,3-2 2 0,-1 2-2 0,-2-4 1 16,1 4 1-16,-1-2 0 0,-2 1 0 0,2 1-2 16,1-2 0-16,-1 2 1 0,-1 1-3 0,-1 0 3 15,1-2-3-15,0 3 3 0,0-2-1 16,1 0-1-16,-2-1 3 0,2 0-5 0,0 1-2 15,0-1 2-15,-2-1-1 0,3 1 1 16,-1 0-2-16,2 0-3 0,-2 1 0 0,1 0-2 16,-1 0-1-16,-1 1 3 0,2 0-2 0,-1 1 4 15,-2 2 1-15,2-2 4 0,1 3-2 16,-2-3 1-16,1 2 4 0,0 0 0 0,1-1 0 16,-1 2 4-16,0-1 2 0,2-2-2 0,-3 3-3 15,1-2 3-15,0 1-1 0,0 1-1 16,0-2-2-16,0 0-2 0,-2-1 4 0,2 1-2 15,1 1 0-15,0-1-4 0,-3 0 4 16,0 0-3-16,3 1-2 0,-2-2 5 0,-1 1-2 16,2-1 1-16,2 0-1 0,-2 2 5 0,0-2 2 15,2 0 4-15,-2-1 3 0,2 1-1 16,0-2 1-16,-3 2 0 0,1-2-2 0,2 3-4 16,-1-2 1-16,-1 0-2 0,-2 1 2 0,3-2-4 15,0 2-1-15,-3-2 4 0,1 3-4 16,1-1 1-16,-2 0 1 0,1 0-4 0,2-1 1 15,-3 0-1-15,2 2 2 0,3-4-2 0,-3 2 1 16,1-3 3-16,2 2-1 0,0-3 0 16,1 1 1-16,2-1-3 0,-1 1 1 15,0-2 0-15,0-1-2 0,1 0-2 0,1 1 0 16,0-2 1-16,0 3-3 0,0-3 1 0,1 0 1 16,-2 2-1-16,1-1 0 0,-2-1 0 0,2 2 1 15,-2-2 0-15,1 3-3 0,-3-1 0 16,3 1-1-16,-1 3 1 0,-2-3-4 0,3 0-1 15,-2 2 2-15,1-2 0 0,-1 0-2 16,1 3-2-16,-3-3 0 0,3 3-1 0,-2 1-1 16,-1-1 2-16,-2 0 4 0,0 2 3 15,2-2 3-15,-3 2 2 0,1 0 4 0,-2 0-4 16,3 2-4-16,-4-2 3 0,3 3-1 0,-3-3 0 16,3 2-1-16,-2 1 1 0,1-3 2 15,-3 2 0-15,1 2 0 0,3-3 0 0,0 1 3 16,-3 0 3-16,3-1-3 0,-2 0 5 0,3 0 1 15,-2-1-1-15,1 1 4 0,2-2 2 16,-2 2 1-16,0-3-2 0,4 2-1 0,-2-2-1 16,0 2 1-16,0-3-5 0,2 2-2 15,-2 0 3-15,1 0-3 0,1 0 0 0,0 2 0 16,-2-3 1-16,2 2-1 0,-1 0-1 0,1-2-1 16,-1 3 2-16,1-3-3 0,0 2 1 0,-1-2-1 15,2 3-2-15,-2-4 3 0,0 2-2 16,1 0 6-16,1-1-4 0,0-1-1 15,0 1-23-15,-2-3-11 0,3 3-8 0,-1-4 17 16,0 1 10-16,2-1 4 0,-1-1 29 0,0 0 12 16,4 2 6-16,-6-3-18 0,6 1-12 15,-2-1-6-15,-1-2-4 0,1 2-1 0,1-1-5 16,0-1-2-16,0 1 2 0,0 1-2 0,1-2-2 16,-2 1-3-16,1-1 0 0,0 3 0 15,-3-3-2-15,4 2-1 0,-6 2-1 0,1-2 6 16,0 3 3-16,-4 1 3 0,1-1 2 0,1 2 5 15,-3 1-2-15,0-3 2 0,3 3 0 16,-3-1-2-16,0 0 2 0,0-1 5 0,1 1 1 16,-3 1 0-16,2-1 1 0,-1 3 3 0,-1-2-13 15,-3 3-38-15,-2-1-70 0,-1 3-143 16,0 1-263-16,-1 2-166 0,-7 2-56 0,0 1 98 16,-1 1 214-16</inkml:trace>
  <inkml:trace contextRef="#ctx0" brushRef="#br0" timeOffset="147214.13">22653 7465 28 0,'3'-3'193'15,"-1"2"100"-15,3 1 50 0,-2-2-42 0,0-1-55 0,2 2-42 16,-2-3-28-16,3 3-25 0,-2-2-21 15,-1 1-12-15,-2-1 1 0,3 2 9 0,-3-1 22 16,1 1 40-16,-1-1 38 0,-1 2 40 16,0 0 18-16,0 0 9 0,2 0-11 0,0 0-27 15,-2 0-32-15,0 0-37 0,1 0-33 0,-1 0-30 16,0 2-27-16,0-2-20 0,0 0-20 16,0 0-14-16,0 0-10 0,0 0-7 0,0 0-4 15,0 0-6-15,0 0-1 0,0 0-3 16,0 0 2-16,0 0 1 0,0 0 2 0,0 0 4 15,0 0 4-15,0 0 2 0,-1 0 3 0,1 0 2 16,0 0 5-16,-2 0 4 0,0 0 3 0,2 0 4 16,0 1 0-16,-1-1-10 0,-1 2-4 15,1-1 2-15,-3 2-1 0,1-3 5 0,2 2 0 16,-3-1 6-16,2 2 1 0,-2-3 0 16,1 4 0-16,2-3-3 0,-3 1 7 0,1-1 6 15,0 1 6-15,-2 2 2 0,2-2-3 0,0 1-5 16,-3-2-8-16,3 3-10 0,-2-1-11 15,0 0-9-15,2 0-7 0,-4 1-3 0,3-1-6 16,-1 0-4-16,0 2-1 0,2-2-3 16,-2 3 1-16,0-1 2 0,1-2 0 0,-1 3 0 15,1 0 0-15,-1-1-1 0,0 1 2 0,2 3-4 16,-2-2 4-16,0-1-2 0,-1 1 2 16,1 1 0-16,0-1 3 0,1 4 1 0,-3-4-2 15,1 1-2-15,1 2 2 0,1-1 1 16,0 1-3-16,0-2 1 0,0 3 0 0,0-3 3 15,0 1-2-15,0 0-2 0,1-1-3 16,1 2 1-16,-1-2 2 0,1 3-3 0,-1 0-1 16,2-1 2-16,-3 1 2 0,3 1 0 0,-1 2 0 15,1-3 0-15,-3 2 2 0,2-2 0 16,0 1-1-16,0-1-1 0,1 0-1 0,-1 0 0 0,1 0 1 16,-3 2 0-16,3-4 2 0,-1 2-2 15,1 0 0-15,1 0 0 0,-2-2-1 0,0-1 0 16,1 2 1-16,-1 0 0 0,0-1 1 15,2-3 2-15,-1 3-1 0,-1-3 2 0,2 2-2 16,-1 0-2-16,1-2 0 0,0-1-1 0,-3 1-2 16,1 0 0-16,2 0 0 0,0-1 3 15,0 2-1-15,-1-1 1 0,-1 1 0 0,2 0 2 16,0 1-1-16,-1-1-1 0,1 2 0 16,0-4 0-16,0 1 0 0,0-1-4 0,0 1 2 15,0-3-1-15,0-3 3 0,0 4 0 0,0-2 0 16,0 0 0-16,0-1 0 0,0-1 2 15,0 0 1-15,0 2-3 0,0-2 2 0,0 1 2 16,0-1 0-16,0 0 0 0,0 3-1 16,0-3 1-16,-2 3 1 0,2-1-1 0,-2 4 2 15,2-1-5-15,-1 1 0 0,-1-1-1 0,1 1-4 16,1 0 0-16,-2 0 0 0,2 0 1 0,-2-3-1 16,2 2 0-16,0-1 3 0,0-1-3 15,0 0 2-15,0-3 0 0,0 2 0 0,0-2 1 16,0 2-2-16,0-2-2 0,0 0 2 15,2-2 2-15,-2 2 0 0,2-2 0 0,-1 1-2 16,-1-2-21-16,2 1-38 0,-1-2-45 0,1 2-36 16,0-1-45-16,-1 0-73 0,-1 1-83 15,2-1-82-15,-1 0-122 0,-1-1-264 0,0 2-219 16,5 1-81-16,-5-2 159 0,1-1 343 16</inkml:trace>
  <inkml:trace contextRef="#ctx0" brushRef="#br0" timeOffset="148100.63">22828 7695 157 0,'1'-4'389'0,"-1"2"183"0,0-1 114 0,2 2-167 16,-1-3-161-16,-1 1-89 0,2 2-35 0,1-2-9 15,-2-2 9-15,1 2 10 0,-1 0 6 0,3-1-4 16,-3 2-9-16,1-1-13 0,0-2-23 15,-1 4-29-15,-1-2-28 0,2 1-23 0,-2-2-26 16,0 3-22-16,0 1-16 0,0-1-9 16,0-1-3-16,0 2-1 0,-2 2 4 15,2-1-1-15,-1 2-3 0,-3 1-4 0,3 2-6 0,-4 1-12 16,-1 1-8-16,1 1-3 0,0 2-4 16,-1 0 1-16,-1 1-4 0,3 2 3 0,-4 1-5 15,0 1 0-15,2 2 0 0,-1 2-1 16,-2 1-3-16,3 0-4 0,-1 1 2 0,2 0-1 15,1 2-2-15,-4-1 3 0,5-1 5 16,1-1 2-16,1-1 0 0,1 0 0 0,0-1 1 16,1-2-3-16,1 2-3 0,1-5-2 0,0 4-2 15,3-3-1-15,1-2 0 0,-1 1 1 16,1-3-1-16,2 0 2 0,-1-1 4 0,0-1-1 16,0-1 3-16,1 0-1 0,-3-2 2 15,2-1-2-15,-1-2-1 0,0 0 5 0,0-2-2 16,-1-1 3-16,1-3-2 0,1 0 4 0,-1-2-1 15,1-2 4-15,-1-4 0 0,2-3-4 16,-1 2 2-16,1-4 2 0,0-2-2 0,0 1-1 16,-1-1-5-16,0-2 3 0,0 2-3 15,1-1-2-15,-1 1 3 0,0-2 2 0,-2 3 0 16,2 0-1-16,-3-1 8 0,0 4-4 0,-2 0 22 16,0 0 11-16,-1 3 8 0,-1 1 6 0,-2-1 2 15,1 2 2-15,-4 0-15 0,1 4-14 16,-2-3-10-16,0 1-6 0,1 3-9 15,-4 1-3-15,2-3-2 0,-1 3 3 0,2-1-2 16,-1 3-3-16,0-1-2 0,1 2-7 0,0 0-15 16,1 0-34-16,-1 2-26 0,2-1-21 0,1 1-29 15,-2 1-53-15,2-1-76 0,-1 0-80 16,1 2-114-16,1-3-252 0,-3 2-250 0,3-2-143 16,-1 3 74-16,1-2 303 0,1 1 350 15</inkml:trace>
  <inkml:trace contextRef="#ctx0" brushRef="#br0" timeOffset="148399.04">22755 7939 94 0,'1'6'323'0,"1"-3"144"0,1 0 124 16,2 1-87-16,1-3-169 0,2 2-117 0,0-3 25 16,2 2 20-16,0-2 31 0,3 0-3 0,0 0-27 15,3-2-20-15,0 2-62 0,1-3-42 16,2 2-53-16,-2-3-34 0,0 1-20 0,1 0-13 16,2-3-4-16,-2 3-5 0,-2 0-4 0,1-1-2 15,-1 2-51-15,0 0-82 16,-5-2-124-16,2 2-280 0,-3 1-236 0,0 1-185 15,0 0 20-15,-3-2 242 0,1 2 321 0</inkml:trace>
  <inkml:trace contextRef="#ctx0" brushRef="#br0" timeOffset="149914.54">24669 7309 5 0,'4'2'259'0,"-1"0"158"0,-1-1 139 0,-1 1-9 16,2-2-187-16,0 2-134 0,0 0-62 0,-1 0-27 15,3 1 3-15,-4-2 10 0,4 2-4 16,-2 1 21-16,2-1 2 0,3 1-8 0,-2 1 8 15,2-3 7-15,0 4 8 0,1 0-8 0,1 2-14 16,1 0-12-16,0-1-27 0,-1 0-14 0,1 2-1 16,3 1-19-16,-5 0-10 15,3 0 6-15,2 0 5 0,-5 2-12 0,4-1-18 16,-2 1-7-16,0 2-1 0,0-2-10 0,-2 2-7 16,1 1-9-16,1-1-4 0,-1 3-4 15,-2 0-8-15,2 1 0 0,-2 0-1 0,0-2 5 16,0 4 2-16,0 0 5 0,-2 0 3 0,-1 0 2 15,2 1 1-15,-4-1 0 0,2 2 2 0,-1-2-3 16,-1 0-3-16,0 0-7 0,1 0-3 16,-3-2-6-16,2 1-1 0,-1 1-4 15,0-3 2-15,-1-1 1 0,1 2-5 0,0-1 2 16,-2 0-2-16,0 1 3 0,0-1-2 0,0-1-5 16,0 3 3-16,0-3-2 0,0 1 0 0,-2 2-1 15,0-2-2-15,2 0 4 0,-1 2 4 16,-1 1-4-16,0-2-2 0,-1 2 0 0,2-2 7 15,-3 1-3-15,1-1 0 0,0-1 3 16,-1 1 3-16,0-1-3 0,1-3-6 0,0 4 6 16,1-5-3-16,-1-2 4 0,2-1-6 0,-3 0 3 15,4-3 0-15,-1-4-1 0,1 3 4 16,0-4 0-16,0-1 7 0,0-2 5 0,0-2 3 16,1-2-1-16,-1-1-4 0,0 0 3 15,2-2-11-15,-2 2-14 0,0 0-20 0,0 1-20 16,-2-1-21-16,2-1-33 0,-1 3-58 0,-2 1-93 15,-1-3-111-15,0 1-161 0,-1 1-276 0,0 3-221 16,1 0-70-16,-1-2 192 0,-2 1 353 16</inkml:trace>
  <inkml:trace contextRef="#ctx0" brushRef="#br0" timeOffset="150718.79">24676 7601 55 0,'-2'-2'300'0,"2"2"169"0,-1-2 146 0,-3 2-66 15,4 2-163-15,-3 0-123 0,2 0-69 16,-3 1-31-16,1 3-20 0,-3-3-11 0,3 1-8 15,-2 3 3-15,0 1 6 0,1 1 6 0,-1-1 5 16,0 4 2-16,-1 0 1 0,1 4-1 16,0 1 9-16,2 1-8 0,-2 4-11 0,2 2-15 15,0 2-10-15,0 2-20 0,0 2-26 16,1 1-17-16,2 0-13 0,0 1-10 0,5-3-11 16,-4 3-6-16,6-5-8 0,-2-1 0 0,1-2-4 15,0-4-3-15,5-2 1 0,-3-1 0 16,2-5 4-16,1-2 1 0,-2-4 1 0,3-2 3 15,0-4 5-15,-1-4 4 0,0-2 3 16,3-4 0-16,-2-4-1 0,1-1 0 0,-1-3-4 16,2-2 2-16,-5 0-2 0,3-4-2 0,-2 1-1 15,-2 0 2-15,0-2 1 0,-1 0-1 16,-2 1-3-16,-5-4 1 0,0 1 0 0,0 3-3 16,-5-1-1-16,0-1 13 0,-1 6 7 15,-2 0 7-15,-2 4 1 0,-1 1 3 0,1 4-2 16,-2 4-11-16,3 0-6 0,-3 6-5 15,0-1-6-15,1 5-1 0,0 0-2 0,1 2-2 16,1 4-2-16,1-3-1 0,-1 4-4 0,0 0-18 16,3 0-36-16,0 0-53 0,-2 0-74 15,2 1-89-15,2-4-108 0,1 2-151 0,2-2-251 16,-1 1-151-16,2-3-8 0,0 2 176 16,2-6 285-16</inkml:trace>
  <inkml:trace contextRef="#ctx0" brushRef="#br0" timeOffset="150993.09">24613 7869 111 0,'4'6'332'15,"4"-2"145"-15,-2 2 128 0,2-2-128 0,4 0-136 16,-2-1-75-16,3 0-42 0,3 0-21 0,0-3-34 16,1 2-29-16,1-2-64 0,1 0-30 15,-1-2-22-15,2 2-10 0,-2 0-7 0,-2-3-6 16,2 3-37-16,-4 0-69 0,0-1-146 0,-3 1-263 16,0 0-162-16,-5 1-62 0,1-1 99 15,-2 3 215-15</inkml:trace>
  <inkml:trace contextRef="#ctx0" brushRef="#br0" timeOffset="159939.06">23694 2029 21 0,'0'-1'232'0,"-2"-1"122"0,2 1 115 0,0-1-72 0,-1 0-125 15,1 0-94-15,-2 0-40 0,2 0-20 0,0 1-7 16,0-1-2-16,0 2 3 0,0-3 3 0,0 2-2 16,0-1 4-16,0 1 3 0,0 1 0 15,0 0 2-15,2-2 3 0,-2 2 1 0,1-2-4 16,-1 2-2-16,0 0-13 0,0 0-19 0,0 0-23 15,2 0-16-15,-2 0-19 0,0 0-12 0,2 2 10 16,-1-2 24-16,4 2 11 0,-4-2 8 16,4 1 4-16,-2 1-1 0,4-2 10 0,-1 1 9 15,5-1 2-15,-2 0 0 0,4-1 3 0,0-1 2 16,0-1-30-16,4-1-11 0,-3 0-5 0,3-2-5 16,-1 0-7-16,3 0-5 0,-3-1 3 15,0 1-17-15,-3 1-12 0,1 1-4 0,-5 1-5 16,-1-1 2-16,-2 2-3 0,1 0-6 0,-6 2-3 15,3 0-23-15,-4 0-73 0,-4 4-104 16,1 2-127-16,-2-3-205 0,-4 4-272 0,1 1-203 16,-2-1 3-16,-2 2 234 0,2-2 333 0</inkml:trace>
  <inkml:trace contextRef="#ctx0" brushRef="#br0" timeOffset="160200.01">23749 2120 26 0,'2'3'286'0,"0"0"164"16,-1-1 130-16,2 1-34 0,-3-2-220 0,5 1-155 16,-2-2-89-16,2 3-44 0,-2-3-17 0,2 1-3 15,1-1 8-15,2-1 7 0,0 1 3 0,-2-3 2 16,4 0 2-16,1 0-4 0,-2-1-12 15,1 1-11-15,1 0-3 0,-2-3-7 0,-1 2 3 16,0-1-2-16,1 2-1 0,-2 0 5 0,-1-2-21 16,-2 4-32-16,-3-1-44 0,1 2-81 15,-2 0-223-15,-3 0-153 0,-1 2-27 0,-2 2 73 16,-2-1 144-16</inkml:trace>
  <inkml:trace contextRef="#ctx0" brushRef="#br0" timeOffset="160420.6">23733 2284 161 0,'7'4'388'16,"-3"1"161"-16,1-3 102 0,2-1-194 0,2-1-208 16,-1-1-118-16,2-1-85 0,0-2-45 0,3 2-20 15,0-4-15-15,3 1-8 0,0-2 0 0,-1 0 19 16,1-2 42-16,1 0 19 0,1-2-3 15,-2 2-41-15,-2-4-111 0,-3 4-250 0,-1-2-160 16,-1 2-53-16,-5-2 69 0,1 3 156 0</inkml:trace>
  <inkml:trace contextRef="#ctx0" brushRef="#br0" timeOffset="166786.29">21835 2253 159 0,'1'2'311'0,"-1"-2"115"0,0 1 12 15,0-1-140-15,3 2-115 0,-3-2-67 0,2 0-39 16,-2 0-22-16,2 1-16 0,-2-1-11 0,1 3-14 15,1-3-1-15,1 2-7 0,1 1 2 16,1-2 6-16,0 2-3 0,1 1 19 0,-1 0 11 16,4 2 8-16,-1-2 1 0,0 2 28 0,0-3 24 15,2 3-3-15,-1-3 16 0,1 0 10 16,1 0 8-16,-2-1-21 0,3-2-21 0,-2 1-13 0,1-2-25 16,-1 1-15-16,-1-2-11 0,-1 0-8 15,0-1-1-15,-3 2-3 0,3-2 2 0,-5 0 5 16,0 1-8-16,-1 1-35 0,-2-2-57 0,-4 1-76 15,1-2-119-15,-1 2-252 0,-2 2-158 0,-2-2-14 16,-1 2 119-16,0 2 194 0</inkml:trace>
  <inkml:trace contextRef="#ctx0" brushRef="#br0" timeOffset="167044.31">21904 2368 175 0,'3'2'313'0,"3"-1"117"0,-2 1 35 0,0-2-175 15,1 0-93-15,2 0-39 0,-1 0-15 0,3 0-6 16,-1 0-11-16,0 0-13 0,0 0-21 0,1-2-16 16,-1 1-14-16,1 1-23 0,0-2-12 15,-1 1-13-15,-3 1-1 0,1 0-1 0,-1-3-1 16,1 3 0-16,-3 0-2 0,-2-2-2 15,3 2 6-15,-4 0-38 0,0 0-37 0,0 0-105 16,-5 2-263-16,-1 1-144 0,0 1-57 0,-2 1 96 16,-4 1 152-16</inkml:trace>
  <inkml:trace contextRef="#ctx0" brushRef="#br0" timeOffset="167225.91">21874 2592 57 0,'9'0'261'0,"-1"-1"132"0,2-1 111 0,0-1-105 16,0 0-164-16,3-2-94 0,1-1-46 15,1 2-36-15,0-3-20 0,0 1-29 0,0-1-85 16,-3 2-249-16,0 0-128 0,1 2-33 16,-5-1 47-16,0 2 115 0</inkml:trace>
  <inkml:trace contextRef="#ctx0" brushRef="#br0" timeOffset="179057.98">23555 8149 102 0,'0'0'253'15,"0"0"96"-15,0 0 18 0,0 0-56 0,0 0-61 16,0 0-53-16,0 0-40 0,0 0-27 0,0 0-24 15,0-1-20-15,0 1-7 0,0-2-3 16,0 2 8-16,0 0 6 0,0-1 14 0,0 1 22 16,-2 0 12-16,2 0 10 0,0 0 0 0,-2 0-9 15,2 0-17-15,0 0-23 0,0 0-18 16,0-2-24-16,0 2-20 0,-1 0-10 0,1-2-11 16,-2 2-5-16,2-2-6 0,0 0-4 15,-1 2-1-15,1 0 2 0,0-2-2 0,-2 2-2 16,2-3-4-16,-3 3-10 0,3-3-19 0,0 2-31 15,-1-1-34-15,-1 2-39 0,2-1-47 16,-1-1-37-16,1 2-41 0,-2-2-50 0,0 0-95 16,-1 2-136-16,0-2-16 0,0 2 73 15,-2 0 135-15</inkml:trace>
  <inkml:trace contextRef="#ctx0" brushRef="#br0" timeOffset="179294.64">23476 8097 51 0,'-2'0'253'0,"2"0"135"0,-1 0 61 16,1 0-51-16,-4 0-106 0,4-1-99 0,-1 1-73 16,-1-1-50-16,1 0-27 0,1-1-20 15,-2 0-9-15,0 0-6 0,2-2-6 0,0 3-2 16,-1-3 0-16,-1 1-6 0,1 2-12 0,1-2-19 15,-2 1-35-15,0-2-60 0,-2 2-115 16,1-1-158-16,0 1-53 0,-2 1 33 16,0 1 103-16</inkml:trace>
  <inkml:trace contextRef="#ctx0" brushRef="#br0" timeOffset="179512.47">23370 8004 65 0,'-5'0'291'0,"-1"0"146"0,1-2 123 0,0 2-100 16,4 0-157-16,-4 0-111 0,2 0-62 15,-1-1-36-15,1 1-21 0,0-2-24 0,0 2-18 16,0-1-12-16,2-1-8 0,-3-1-7 0,4 1-8 16,-1 1-13-16,-1-2-21 0,2 1-29 15,-2-2-36-15,2 2-54 0,0-1-85 0,0 2-143 16,-1-1-99-16,-1 0 1 15,2 2 89-15,-1-1 124 0</inkml:trace>
  <inkml:trace contextRef="#ctx0" brushRef="#br0" timeOffset="179707.38">23254 7936 75 0,'-3'0'298'0,"-2"0"146"0,2 0 117 16,-2-1-106-16,1 1-160 0,-1-2-113 15,4 2-58-15,-4 0-37 0,2-2-26 0,-1 2-23 16,3 0-13-16,-3-2-16 0,3 1-11 16,-1 0-15-16,1-1-15 0,-4-2-33 0,5 2-39 15,-3-1-67-15,2 2-135 0,-1-3-159 16,0 2-46-16,1 0 51 0,-2-1 121 0</inkml:trace>
  <inkml:trace contextRef="#ctx0" brushRef="#br0" timeOffset="179939.21">23104 7873 14 0,'-6'0'254'0,"1"0"148"16,-1 0 137-16,0 0-36 0,-1 0-154 0,2 0-130 16,1-2-75-16,0 0-40 0,0 0-25 0,-2 2-22 15,2-3-17-15,1-1-14 0,2 0-11 0,-1 1-11 16,0-1-12-16,-1 1-5 0,2 1-11 15,1-4-9-15,-2 4 1 0,0-1-6 0,1-1-8 16,1 1-11-16,-4 2-19 0,3-2-40 16,-1-1-72-16,-2 2-111 0,-1 0-140 0,4 1-43 15,-6 1 52-15,4-2 119 0</inkml:trace>
  <inkml:trace contextRef="#ctx0" brushRef="#br0" timeOffset="180152.58">22941 7766 36 0,'-1'-2'277'0,"-1"2"159"0,-1-1 136 0,1-1-70 0,-1 2-166 15,0-1-135-15,0-1-83 0,2 1-45 16,-1-2-27-16,0 3-17 0,1-2-10 0,-3 1-6 16,3-1-9-16,-1-1-4 0,1 1-8 15,-1 1-11-15,0-2-13 0,2 1-20 0,-1 1-19 16,-1-2-33-16,1 1-60 0,-4-1-103 0,4 2-153 15,-1-1-66-15,-1 2 29 0,0-3 103 16,-1 3 132-16</inkml:trace>
  <inkml:trace contextRef="#ctx0" brushRef="#br0" timeOffset="180337.9">22821 7711 176 0,'-5'-2'360'0,"2"2"145"0,-2-1 24 15,1-1-134-15,1 1-148 0,0-1-99 16,-2 2-57-16,1-2-33 0,1 1-25 0,0-1-14 16,1 2-15-16,-1-1-27 0,2-1-27 15,-4-1-39-15,2 3-71 0,2-1-132 0,-3 1-165 16,3 0-49-16,-3-2 48 0,1 2 114 0</inkml:trace>
  <inkml:trace contextRef="#ctx0" brushRef="#br0" timeOffset="180555.09">22691 7646 7 0,'-3'0'243'0,"-2"0"140"0,1-1 125 15,-1-1-41-15,4 0-161 0,-3 0-137 16,1 1-81-16,2 0-43 0,-3-2-24 15,3 1-17-15,-1-1-11 0,0 2-25 0,2-1-32 16,-3-1-50-16,3 3-83 0,-1-2-118 0,-2 0-112 16,0 0 0-16,0 2 74 0,1-2 109 0</inkml:trace>
  <inkml:trace contextRef="#ctx0" brushRef="#br0" timeOffset="180786.88">22541 7556 203 0,'-3'0'353'0,"-2"-1"125"0,4-1-12 0,-5 1-141 16,2 1-136-16,0-2-81 0,0 0-43 0,1 0-24 15,-2 0-16-15,2 0-9 0,2-1-8 0,-1 0-8 16,0 1-14-16,0 0-17 0,0-4-32 15,0 2-57-15,2 1-114 0,-1-2-171 0,-1 2-57 16,1 0 35-16,-1-3 96 0</inkml:trace>
  <inkml:trace contextRef="#ctx0" brushRef="#br0" timeOffset="181021.27">22408 7439 131 0,'-6'-3'306'0,"2"2"123"0,-1-1 43 0,0 0-134 15,2-1-134-15,-4 0-82 0,4-1-43 0,-1 1-24 16,1-2-16-16,-2 1-12 0,1-1-7 16,1-1-12-16,0-1-6 0,0 1-16 0,0-3-17 15,-5 0-26-15,3 1-39 0,0 0-50 16,1 2-71-16,-3-3-84 0,0 2-76 0,0 0-9 15,-1-1 67-15,0 1 98 0</inkml:trace>
  <inkml:trace contextRef="#ctx0" brushRef="#br0" timeOffset="181166.78">22181 7243 135 0,'-10'-3'317'16,"1"-3"141"-16,-4 3 38 0,2 0-96 0,0-2-123 16,2 2-91-16,-1-2-54 0,0 1-35 0,1 1-34 15,1-2-23-15,0 2-17 0,3 0-12 16,-2-3-14-16,0 3-28 0,3-2-34 0,-1 2-82 15,1 0-189-15,1 0-159 0,-1-2-49 16,2 4 54-16,2-1 128 0</inkml:trace>
  <inkml:trace contextRef="#ctx0" brushRef="#br0" timeOffset="182651.98">23710 8220 23 0,'1'-2'239'0,"4"2"128"0,-2-1 115 16,2-1-87-16,-2-2-135 0,2 1-106 16,-1 0-70-16,1-1-39 0,-2 1-19 0,2 0-10 15,0-1-7-15,3-1-15 0,-4 2-27 0,1-1-49 16,0 0-87-16,2 0-135 0,-1 1-115 15,1-2-9-15,-2 1 73 0,3 2 109 0</inkml:trace>
  <inkml:trace contextRef="#ctx0" brushRef="#br0" timeOffset="182855.95">23938 8092 24 0,'9'-2'255'0,"-3"0"144"0,1 0 130 0,-1 0-42 0,0 1-169 15,2-3-118-15,-2 1-63 0,1 0-44 0,-1 0-30 16,-1-1-17-16,1-1-19 0,-1 2-8 16,1-1-11-16,1 0-1 0,-3 0-3 0,4-1-4 15,-2 0 0-15,1 0-13 0,-1 1-25 16,2-4-33-16,1 3-67 0,-1-1-120 0,1 0-193 16,1 2-76-16,-2-1 36 0,0 0 109 15,2 2 143-15</inkml:trace>
  <inkml:trace contextRef="#ctx0" brushRef="#br0" timeOffset="183215.12">24265 7925 49 0,'4'0'281'15,"1"-1"147"-15,-1 1 120 0,0-3-93 0,1 3-167 16,-1 0-127-16,0-2-73 0,-1 2-37 0,2-1-15 16,0-1-14-16,-1 1-9 0,2-1-1 15,1-2-2-15,1 3-3 0,-2-3-1 0,3-1 0 16,1 2 2-16,0-2-1 0,0 1-7 0,2-1-15 15,-3-1-20-15,4 1-27 0,-2-1-27 16,2-1-29-16,-1 2-19 0,-1-1-1 0,3 1 5 16,-3-1 22-16,2-1 27 0,0 1 26 15,0-1 29-15,-3 0 29 0,2 1 35 0,-3-1 31 16,2 0 29-16,-1 2 22 0,-2-1 13 0,-2 0 3 16,2 0-5-16,0 1-11 0,-4 1-10 15,1-1-4-15,2 1-2 0,-3-1-4 0,-1 2-10 16,2-3-11-16,-2 3-15 0,0 0-9 15,2-2-14-15,-2 2-12 0,1 0-8 0,2-2-5 16,-3 2-6-16,2-1-7 0,-1 0 0 16,1 0 0-16,0-2-20 0,1 1-38 0,0 0-62 15,-1-1-134-15,2 0-236 0,-2 3-127 0,-1-2 0 16,2 1 113-16,1-2 176 0</inkml:trace>
  <inkml:trace contextRef="#ctx0" brushRef="#br0" timeOffset="183422.09">24864 7538 12 0,'6'-2'240'0,"-3"-1"135"0,2 0 125 15,0-3-50-15,0 3-157 0,0-2-125 16,-1-1-78-16,4-2-43 0,0 2-26 0,0-2-17 16,3-1-11-16,-2 1-5 0,3-2 6 15,1 0 4-15,0-2 6 0,1 3 2 0,-1-3-4 16,2-1-10-16,-1-1-20 0,0 1-32 0,2 2-49 15,-3-3-58-15,0 1-90 0,-1 0-90 16,-3 2-58-16,4 1 41 0,-5-2 87 16</inkml:trace>
  <inkml:trace contextRef="#ctx0" brushRef="#br0" timeOffset="183556.04">25172 7252 68 0,'10'-4'227'0,"-6"0"129"0,1 1 80 16,-2 0-34-16,1 2-81 0,0-2-76 0,-2 3-59 16,2-2-40-16,-2 1-34 0,1-1-29 15,-1-1-22-15,1 0-19 0,0-2-10 0,4 2-11 16,-3-4-8-16,1 0-4 0,3 1-1 15,0-4-14-15,2 0-32 0,-1-2-49 0,2-2-112 16,0 3-207-16,1-1-139 0,0 1-25 16,-3-1 85-16,4 3 153 0</inkml:trace>
  <inkml:trace contextRef="#ctx0" brushRef="#br0" timeOffset="183741.3">25534 6919 117 0,'8'-8'474'0,"-2"2"275"0,-1 0 164 0,-2 0-77 15,1 1-281-15,-3-2-208 0,1 2-124 16,1-2-69-16,-1 0-49 0,1 0-48 16,2-1-30-16,1-3-18 0,2 1-13 0,-2-2-40 15,4 1-58-15,-1-3-69 0,-1 3-78 16,2-4-101-16,0 3-137 0,1 1-194 0,-1-3-89 16,1 2 51-16,0 1 167 0,0-1 206 15</inkml:trace>
  <inkml:trace contextRef="#ctx0" brushRef="#br0" timeOffset="183865.84">25961 6436 59 0,'7'-6'282'0,"-3"3"140"0,0-3 114 16,2 1-116-16,-2-1-166 0,1 0-138 16,2-2-132-16,-3 0-216 0,4-2-176 0,-2 1-67 15,4-2 27-15,0-2 103 0</inkml:trace>
  <inkml:trace contextRef="#ctx0" brushRef="#br0" timeOffset="184055.55">26403 6057 378 0,'12'-9'693'0,"-3"0"236"0,0 2 76 16,0-4-295-16,-5 2-279 0,4-4-164 16,-3 2-89-16,3-1-55 0,0-2-57 0,0 3-35 15,2-2-19-15,-1 0-10 0,0-1-8 16,3 1-3-16,-2 0-24 0,2-3-44 0,-3 2-59 15,4-2-74-15,-2 1-88 0,2-2-115 0,1-1-165 16,-1 0-177-16,0 1-47 0,4 1 98 16,0-4 200-16,0 0 220 0</inkml:trace>
  <inkml:trace contextRef="#ctx0" brushRef="#br0" timeOffset="184165.44">26954 5349 108 0,'-1'-2'155'0,"1"-1"-70"16,0-2-119-16,0 2-89 0,0 0-22 16</inkml:trace>
  <inkml:trace contextRef="#ctx0" brushRef="#br0" timeOffset="187144.89">22721 12400 363 0,'0'2'690'0,"4"-1"247"0,-3 0 71 0,-1 3-299 16,3-1-231-16,-3 2-120 0,2 6-65 16,-2 9-20-16,-2 9 3 0,1 10 21 0,-2 8 14 15,-1 12-22-15,-5 10-23 0,1 9-34 16,-3 11-39-16,-3 7-38 0,-2 10-35 0,-4 11-24 15,-1 6-19-15,-3 9-14 0,-1 2-9 16,0 2-13-16,-2 3-11 0,2-3-8 0,2-1-7 16,1-2-6-16,3-5-4 0,3-6-4 0,2-6-1 15,6-10 1-15,0-8-2 0,7-11 0 16,-3-6-4-16,4-10-7 0,0-6-13 0,4-9-14 16,-3-8-31-16,-1-6-58 0,3-7-59 0,-4-6-80 15,-1-8-136-15,1-4-211 0,-6-8-290 0,1-6-236 16,-2-9-203-16,0-5 22 0,-1-9 471 15</inkml:trace>
  <inkml:trace contextRef="#ctx0" brushRef="#br0" timeOffset="187660.6">22473 12469 212 0,'-1'-2'453'0,"1"0"197"0,0-3 167 16,0-2-136-16,1-1-136 0,2-6-67 16,1-1-33-16,0-1-39 0,1-6-66 0,0-2-75 15,3-4-61-15,1-1-36 0,2-2-7 16,3-1 10-16,-1-3 6 0,4 4 9 0,-4-1-1 15,4 3-21-15,-2 1-26 0,0 4-30 0,-2 0-23 16,0 4-27-16,-2 2-20 0,-1 1-11 16,0 5-10-16,-2 1-10 0,0 4-2 0,-1 3-2 15,-1 4 1-15,3 3 1 0,-2 7 4 16,-1 2 5-16,1 9 2 0,0 6 0 0,-2 0-2 16,0 9-5-16,0-1-5 0,0 4-4 15,-2 1-3-15,3 2-4 0,0-2-2 0,0-3-40 16,1 1-62-16,-1 1-73 0,2-4-149 0,-2 2-269 15,-1-2-326-15,2-1-292 0,-3 4-218 0,2-4 55 16,-3 3 576-16</inkml:trace>
  <inkml:trace contextRef="#ctx0" brushRef="#br0" timeOffset="189046.43">22068 15281 158 0,'-10'7'379'0,"-2"-1"173"0,4-3 131 0,-1-1-169 15,1 0-203-15,3 0-116 0,2 0-67 0,1-2-52 16,1 1-45-16,2 1-35 0,3-2 30 0,2 1 62 15,2-1 79-15,8 3 59 0,0-1 62 16,4-1 30-16,5 1 0 0,5-2-26 0,5 1-45 16,3 0-34-16,6 1-49 0,4 0-22 0,6 1-23 15,2 2-27-15,8 1-21 16,5-4 26-16,6 4 13 0,5-2-8 0,6 1-13 0,1-1-8 16,3 1 2-16,5-2 10 0,3 2 14 15,5-1 2-15,2-1 1 0,6-1-1 0,5-1-12 16,-1-1-36-16,3-1-24 0,1-2-11 0,5-2-6 15,3 1-4-15,3-3-1 0,-2 1 4 0,4-3 3 16,-3 2 0-16,4 2 1 0,0-3-1 16,1 1-1-16,0 3-8 0,-1 1-5 0,0-1-3 15,0 4-1-15,0 0 0 0,0 0 2 0,1 4-5 16,-3-1 1-16,2 0 0 0,0 2 0 16,-2 0 0-16,0 2 4 0,1-3 1 0,-1 2 0 15,-3-3 3-15,-3 0 4 0,1 1 2 0,-2-1 2 16,-1-2 1-16,-5-1-3 0,-1 0-6 15,-4-1-4-15,-4 1-1 0,-6 0 0 0,-4 0-5 16,-1 1-5-16,-6-1 1 0,-6 2-3 0,-4 0 3 16,-6 0 3-16,-7 1 6 0,-4-2 2 15,-8 1 3-15,-6-1 0 0,-4 2-7 0,-8-1-2 16,-5-2-1-16,-6 1 0 0,-4-1 1 16,-7 0 6-16,-3 0 16 0,-2 0 18 0,-3 0 16 15,-3 0 9-15,-3-1 0 0,0-1-4 16,-4-1-15-16,-1 2-13 0,-1-2-13 0,0 0-10 15,-2-3-3-15,1 4-3 0,-3-1-1 0,4-3-2 16,-2 3-1-16,0-3 0 0,2 4-1 0,-3-1-1 16,5-3 1-16,-4 3 0 0,3-3-1 15,-1 4 0-15,1-1 0 0,-1-2-1 0,2 2-1 16,-1-2 1-16,0 1-2 0,1 2 0 16,-2-4-3-16,1 3-3 0,-1-2-6 0,2 0-4 15,-3 1-6-15,3-4-5 0,-2 3-6 16,-1-1-5-16,3-1-6 0,-2 0-6 0,-1 1-7 15,0-1-9-15,0 0-6 0,-2 1-5 0,2 1-1 16,-1-2 5-16,-2 0 8 0,2 3 13 16,1-2 13-16,-2 1 15 0,-1 0 11 0,3 2 6 15,0 0 6-15,-1-1 4 0,2 1 1 0,2 1 0 16,1 1 0-16,-3 1-4 0,3 0-5 0,3 0-5 16,-2 0 0-16,4 0 0 0,2 3 0 15,1-2 19-15,4 4 15 0,1-2 7 16,0 1 15-16,4 3 13 0,0-1 5 0,1 1-12 15,2 1-4-15,-1 3 4 0,2-2-6 0,-1 2-11 16,-2 2-4-16,-1 0-2 0,-3 2 3 16,0-1-3-16,-2-1 0 0,-4 3 4 0,-1 1 4 15,-5 0 0-15,-2 0-4 0,-2 0-3 0,-1 1-5 16,-5-1-5-16,0 0-5 0,0-3-3 16,-2 1-1-16,-2-1-3 0,1-1-1 0,-3-1 0 15,1-3-6-15,-2 2-10 0,0-5-19 0,1 1-42 16,1 0-71-16,1-1-72 0,-2-1-126 15,2 3-192-15,0-3-305 0,2 4-289 0,4 0-214 16,1 0-87-16,2 3 388 0,3-1 566 16</inkml:trace>
  <inkml:trace contextRef="#ctx0" brushRef="#br0" timeOffset="189582.34">29213 16326 384 0,'-6'-5'785'0,"3"1"252"16,0-1 12-16,1 1-299 0,2-3-292 0,4 2-175 16,0 1-85-16,5-4-25 0,0 0-11 0,3 2 1 15,4-1-15-15,2 0-16 0,4 3-21 16,1 0-23-16,2 0-19 0,4 2-15 0,-1 4 24 16,0 2 6-16,-2 1 4 0,3 3 2 15,-2 4 7-15,-4-1 17 0,1 4-26 0,-5 3-5 16,-2 0 1-16,-4 2-3 0,-4 2-6 0,-2-1-11 15,-4 4 0-15,-5-2-5 0,-3 3-8 16,-5 2-3-16,-6-1-4 0,-3 4-6 0,-5 0-11 16,2 1 0-16,-8 2 0 0,1-1 3 15,-1 1 0-15,2 0 1 0,0 2 0 0,2-3-5 16,4-1-7-16,5-1-6 0,1-2-4 0,5-3-4 16,4-3-2-16,4-1-2 0,5-2 0 15,6-3 2-15,2-2-2 0,7-6-3 0,0 2-4 0,9-6 0 16,4-4-2-16,1-2-1 0,6-2-1 0,0-5 5 15,1 0 2-15,0-2 0 0,2 0 7 16,-2-2 2-16,-4 0-6 0,0-1-14 0,-4 2-35 16,-5 1-71-16,-4-1-81 0,-6 0-154 0,-3 2-253 15,-8-2-318-15,-2 2-327 0,-5-2-211 0,-5 2-2 16,-4-5 586-16</inkml:trace>
  <inkml:trace contextRef="#ctx0" brushRef="#br0" timeOffset="190244.14">30042 16480 72 0,'11'-3'661'0,"-1"0"510"0,-5 1 162 0,-2 2-97 16,-2 2-328-16,-1 2-335 0,-1 1-179 0,-2 4-102 15,-2 5-67-15,-2 6-58 0,1 3-58 16,-2 6-41-16,2 4-24 0,1 3-15 0,2 2-6 15,1-1-5-15,4 2-6 0,3-1-4 0,3-3-3 16,2-6-2-16,5-4-1 0,2-5 0 0,1-5 0 16,4-7 1-16,1-7 1 0,2-5-1 0,2-6 1 15,-3-7-2-15,3-3-1 0,-2-6 2 0,-1-3 2 16,0-2 6-16,-7-3 8 0,0 0 10 0,-4 0 9 16,0-1 1-16,-7 1 0 0,-3-1-3 15,-3 2-4-15,-3 0-7 0,-2 1 2 0,-4 2 3 16,-2 4 1-16,0 0-2 0,-5 6-1 0,2 5-3 15,-4 0-8-15,0 8-7 0,0 0-4 0,-1 7-3 16,2 1-2-16,-2 7-3 0,2-1-1 16,1 3-2-16,-2 4 1 0,4 1-2 0,3 0-1 15,-2 2-8-15,4 0-10 0,1 2-17 0,2-1-35 16,-1 0-69-16,4 1-70 0,-2-2-111 0,2-3-158 16,0-1-277-16,3 2-301 0,0-6-216 0,1 2-153 15,-1-4 252-15,4-1 539 0</inkml:trace>
  <inkml:trace contextRef="#ctx0" brushRef="#br0" timeOffset="190443.62">30131 16575 8 0,'7'0'411'0,"0"0"337"0,-2 0 260 16,3 0 107-16,-4 0-295 0,5 1-254 0,0-1-155 15,2 0-69-15,3 0-71 0,-1 0-83 0,2-1-55 16,1-1-40-16,3-2-31 0,-1 2-27 15,0 0-17-15,3-1-4 0,-2 1-4 0,2-2-5 16,-3 2-27-16,2-1-31 0,-3 1-70 0,-4 2-140 16,-1-3-156-16,-2 3-291 0,-2-1-266 15,-3 0-234-15,-2-1-11 0,-3-2 396 0,-3-3 413 0</inkml:trace>
  <inkml:trace contextRef="#ctx0" brushRef="#br0" timeOffset="191382.91">22277 11030 185 0,'6'5'744'0,"-2"-1"384"0,-4 4 65 16,0-2-117-16,0 2-446 0,0 2-261 16,0 6-119-16,-2-2-56 0,0 6-29 0,0 3-29 15,-2 3-30-15,1 1-28 0,0 1-27 16,-2 1-19-16,0-2-17 0,2 0-10 0,-2-1-5 16,-1 1-20-16,2-2-32 0,-1-4-36 0,2-1-82 15,-2-2-131-15,0-5-189 0,2-4-278 16,-5 0-250-16,5-3-208 0,-2-6 68 0,2-4 407 15</inkml:trace>
  <inkml:trace contextRef="#ctx0" brushRef="#br0" timeOffset="191616.63">22181 10809 220 0,'3'2'775'0,"3"-1"346"15,-3 1 36-15,2 2-138 0,1-1-449 0,3 0-268 16,1 2-135-16,3 0-61 0,3 2-26 0,-2-2-17 16,5 1-19-16,-1 2-12 0,4-2-3 15,-2 0-9-15,-1 2-4 0,2-2-14 0,-4 4-6 16,2-1-34-16,-3-1-113 0,-5 4-165 16,-5-1-290-16,-1 4-264 0,-2 2-256 0,-6 0-106 15,-2 3 318-15,-3-3 475 0</inkml:trace>
  <inkml:trace contextRef="#ctx0" brushRef="#br0" timeOffset="191792.15">22170 11376 280 0,'-4'18'841'0,"1"-3"322"0,2-2-2 16,1-2-167-16,3 0-490 0,3-2-266 0,4 2-123 16,2-4-58-16,3 1-30 0,3 1-15 15,3-1-12-15,5 0-5 0,0-1-3 0,1 3-26 16,0 0-69-16,-2 4-136 0,-2 0-289 0,-3 6-255 15,-1 2-238-15,-6 7-119 0,-4 2 191 16,-5 5 437-16</inkml:trace>
  <inkml:trace contextRef="#ctx0" brushRef="#br1" timeOffset="197467.7">23038 14752 189 0,'-2'2'421'16,"1"0"221"-16,1-2 167 0,0 1-172 0,-2-1-183 15,2 2-108-15,0-2-52 0,0 0-75 0,2 0-63 16,-2 0-7-16,3 0-11 0,2 2 9 16,-1-2 7-16,2 2 7 0,2-1 12 0,2 3-27 15,2-2-18-15,1 2-32 0,2-1-15 16,2-1-7-16,2 2-14 0,2-1-15 0,1 0-9 15,3 2 19-15,-2-4 8 0,3 1 4 16,2-2 1-16,-1 0 0 0,3-3-4 0,0-2-20 16,-1 1-16-16,1-4-8 0,1 1-8 0,1-4 3 15,0-2 3-15,-1-3-2 0,3-4-3 16,-3-6-6-16,2 0 1 0,1-5-5 0,-3-5 42 16,1 0 31-16,-2-4 12 0,-2-2 4 15,1-2 6-15,-2 0 16 0,-5-3-29 0,0-2-21 16,-3-1-8-16,1 1-5 0,-4-3-7 0,2 2-19 15,-1-2-11-15,-3 2-5 0,1-2-5 0,0-1-4 16,0 0 1-16,-1-1 0 0,-1-3-1 16,2 2-1-16,0-2 2 0,0 0 1 0,0 0-1 15,-2 0 2-15,2 1 1 0,0 1 2 16,-2 0 1-16,1 3-2 0,-2 2-1 0,-1 2 0 16,1 1-1-16,-2 4-3 0,0 2-1 0,0 1-2 15,-2 4 2-15,0 2-1 0,0 3 0 16,1 2 0-16,-2 0 0 0,-1 4-2 0,2-1 0 15,0 6 1-15,-2-2 2 0,2 2-2 16,-1-1 3-16,0 5 0 0,0-1-1 0,-1 0-2 16,-1 3 2-16,0 2-1 0,0-1 1 0,1 3-1 15,-3 2 1-15,-2 0 1 0,1 4 1 0,0 0 1 16,-1 1 4-16,1 2 6 0,-2-2 1 0,1 0 0 16,-1 1 1-16,0 2-1 0,0-1-4 15,0 1-4-15,0 0-1 0,0 0-2 0,0 0 1 16,0 0-2-16,0 0-1 0,0 1-2 0,0-1-1 15,0 0 0-15,0 5 3 0,0-2 1 16,0 1 2-16,0 3 1 0,-1 3 0 0,-1 0 1 16,2 3-2-16,-1 1-1 0,-1 2 1 0,0 2 0 15,1 1 0-15,-2 2 1 0,1 3-1 16,0 3 2-16,0 0 2 0,-2 2-2 0,1 3-1 16,2-1-1-16,-3 4-2 0,1 4-1 15,2-2-3-15,-3 1 2 0,-1 0-2 0,2 4-1 16,-1-1 0-16,-1 1-1 0,2-2 1 0,0 2 1 15,0 0 2-15,-2-1 1 0,0-1 3 16,-1 2 2-16,1-4-1 0,2 1 0 0,0 0 0 16,-2-4 0-16,2 1-2 0,-1-3 1 15,1 0-2-15,2-1-1 0,-4-1 0 0,5-1 0 16,-1-3 0-16,1 0-2 0,1-1 0 0,-1-2 2 16,3-1-1-16,-1 0-2 0,-1 1 0 0,2-1 0 15,1-3 2-15,-1 2 0 0,0-1-1 16,0 0 0-16,1-1 1 0,-1 0 0 0,-2 0-1 15,4 0 0-15,-4 0 1 0,2-1 0 16,-1 1 1-16,0 0 2 0,-2 0 0 0,1 2-1 16,-1-2 2-16,0-1-1 0,-1 0 1 15,1-1-2-15,0-2 1 0,0-1-1 0,-2 2 0 16,2-5-1-16,0 1 0 0,0-1 0 0,2-3 0 16,-2-1 0-16,1-1 1 0,1 0 0 15,0-3 0-15,1 4-1 0,-2-4-1 0,3 1 1 16,0 0 0-16,1 1 0 0,-1-2 0 0,1 1 2 15,2 0 0-15,-2 3 0 0,3-2-2 16,-2 0 1-16,0 3 0 0,0-3-2 0,2 1 1 16,0 2 0-16,-2-1-1 0,2 1 1 15,-1-4 0-15,-1 3 1 0,2 1-2 0,-2-4 3 16,2 1 0-16,0-2-1 0,1 4 0 0,-1-4 0 16,1 1-1-16,1-2-1 0,-2 3 0 0,2-2 1 15,1 3 0-15,-3-2 0 0,3 4 0 16,0-3 2-16,-2 0-2 0,3 3 0 15,0-1-1-15,-1 1 0 0,4-1 1 0,-1 0-3 16,-1-1 1-16,4 0-1 0,-3-1 3 0,5-2-2 16,0-1 0-16,-2-1-1 0,4-1 2 15,0-1 0-15,-1 0-2 0,2-1 0 16,-3-1 1-16,3 1 0 0,-1-2 0 0,1 3 1 0,-5-3 2 16,4 1-1-16,-2 1 1 0,1 1 1 0,-1-2-1 15,-1 2 1-15,1 0-2 0,-2 2 1 16,4-2-1-16,-3 0 2 0,0 1-2 15,3 1 2-15,-1-2-1 0,-1 3 3 0,2-2-1 16,1 1 0-16,-1-2-1 0,0 1 0 0,1 1-1 16,-1-1-2-16,3 1 1 0,-2 0-1 0,2 1 1 15,-2 0-3-15,2 1 3 0,-1 0-2 16,4 0 0-16,0-1-1 0,1 2-1 0,2 1 0 16,-1 0 0-16,4-1 0 0,-1 0 1 0,2 1 2 15,0-2-1-15,1 1 4 0,1 2-1 16,1-3 0-16,-3 1 2 0,2-3 0 15,2 2 0-15,-3-1 0 0,3-1 0 0,-1-1 2 16,0-1-1-16,0 3-3 0,-2-3 0 0,-2 0-1 16,0 0-1-16,-1 0-2 0,-2 0 2 15,0 0-1-15,-2 0 0 0,1 2 0 0,-3-2 0 16,0 0 0-16,-2 1-1 0,-1 1 0 0,1-2 0 16,-4 2 0-16,-2-2 3 0,-1 2 0 0,-4 0 0 15,-2 0 1-15,-2-2 0 0,-1 1 2 16,-3-1 1-16,0 2 7 0,-2-2 8 0,2 0 10 15,-4 0 6-15,1 0 6 0,-1 0 3 16,-1 0-3-16,2 0-6 0,0 0-6 0,-2 0-6 16,0 0-6-16,1 0-5 0,-1 0-5 0,0 0-3 15,2 0-3-15,-2 0-3 0,1 0 0 16,-1-2-1-16,0 2-2 0,2 0 1 0,0 0 1 16,-2 0-1-16,0 0 2 0,1 0 0 15,-1 0 1-15,2 0 0 0,0 0 2 0,-2 0 0 16,0 0 0-16,0 0 0 0,0 0 1 0,0 0-2 15,0 0 1-15,0 0-1 0,0 0 1 16,0 0-1-16,0 0 0 0,-2 0-2 0,0 0-9 16,2 0-18-16,-1-1-57 0,-3-1-77 0,0-2-139 15,-3 2-257-15,1-1-310 0,-2-2-363 0,0 1-298 16,2-2-44-16,-7 1 585 0</inkml:trace>
  <inkml:trace contextRef="#ctx0" brushRef="#br0" timeOffset="206351.25">27765 4672 30 0,'3'-1'275'0,"-1"-1"188"0,1 1 206 0,-1 1 36 0,-1-2-44 16,2 0-40-16,-3 1-39 0,0 1-65 16,0 0-71-16,0 0-62 0,0 0-65 15,-1 0-53-15,-1 0-45 0,2 0-34 0,-5 1-31 16,1 3-35-16,-4-1-38 0,-2 3-32 15,1 0-23-15,-5 3-11 0,-1 3-8 0,-2 2-4 16,-2 0-4-16,-3 5 1 0,-2-1 1 16,-2 2 2-16,-1 0 1 0,-2 4 2 0,2-1-1 15,-2 2 1-15,-1-1 0 0,4 1-2 16,0-4 2-16,3 1 0 0,4-2 0 0,1-1-1 16,4-7-5-16,2 1-4 0,4-2-5 0,0-2 1 15,2-1-3-15,2-4 1 0,1 2-1 0,2-4 3 16,-1 0 4-16,2 0-2 0,2 0 2 15,-1-2 4-15,1 2 0 0,-1-2 2 0,3 0-4 16,-2 0 1-16,-2 0 3 0,2 0-4 0,0 0 5 16,-2 0 0-16,0 0-1 0,0 0 2 15,0 0-2-15,0 1-3 0,0 1-2 0,0-1-1 16,0 1-2-16,1 4 0 0,-1 0 0 0,0 0 4 16,0 4 0-16,0 0 3 0,0 2-1 15,0 4 1-15,0-2 0 0,0 4 3 0,0-1-2 16,0 1 1-16,0 1 0 0,2 0-3 15,-1-3-3-15,4 0-4 0,0 1-1 0,1-1-4 16,4-1 1-16,-1-4 1 0,1 1 0 0,2-4 5 16,-1 0-3-16,1-2-13 0,-2-3-42 15,2-2-41-15,-3-1-40 0,4-1-87 0,-5-4-133 16,1-4-167-16,0 0-255 0,1-3-238 16,-2-1-214-16,1-2 46 0,1-5 391 0</inkml:trace>
  <inkml:trace contextRef="#ctx0" brushRef="#br0" timeOffset="206730.61">27609 4888 167 0,'4'-1'382'0,"-1"-1"156"16,1 2 106-16,1 0-179 0,-1 0-183 0,4 0-75 0,1 2-25 16,1 1 0-16,1 0 1 15,3 0-18-15,1 2 10 0,2 2 6 0,1 1-9 16,0 0-19-16,3 1-20 0,-2-1-11 0,1 4-29 15,-1-3-35-15,-3 3 1 0,1 2 14 16,-4-3 16-16,-5 5 23 0,0-1 16 0,-6 1 19 16,-2 3-10-16,-6-1-18 0,-2 4-14 0,-4-1-20 15,0 4-20-15,-4 1-22 0,-1 0-12 16,-3 2-11-16,0 1-9 0,-2 0-5 0,1-2-4 16,-1 2 0-16,0-5-4 0,4 0-6 0,0-1 3 15,-1-3 0-15,3-3-2 0,0 0 0 16,2-6 0-16,-2 1 5 0,5-4-1 0,-2-1-1 15,-1-2 2-15,5-1 3 0,-3-2 0 16,2 0 5-16,2 0 3 0,-1-2-2 0,0-2 2 16,5 2-4-16,-3-2-3 0,2 0-2 0,2 1-2 15,1 1-4-15,-1-1-14 0,2-1-30 16,1 1-70-16,1-3-111 0,-1 0-148 0,3 1-295 16,-1 1-254-16,1-1-183 0,-1 0 38 15,1 0 327-15</inkml:trace>
  <inkml:trace contextRef="#ctx0" brushRef="#br0" timeOffset="212615.28">22511 14828 121 0,'-1'1'330'16,"-1"1"165"-16,0-2 113 0,2 3-97 0,-1-3-105 16,-1 1-55-16,2-1-20 0,0 0-13 0,2 0-18 15,-1 0-24-15,-1 0-25 0,0 0-20 16,0 0-26-16,2 0-27 0,0 0-22 0,-2 0-21 16,0 0-22-16,1 0-22 0,-1 0-20 15,0 0-15-15,2 0-14 0,-2 0-10 0,1 0-11 16,-1 0-7-16,2 0-4 0,0 0-1 0,-1 2 6 15,2-2 6-15,2 0 2 0,1 1 3 16,1-1 1-16,1 0-2 0,1-1 7 0,2 1 11 16,0 0 16-16,3-2-2 0,1 1 1 0,0-2 0 15,1 0-6-15,1 0-16 0,1-1-13 16,3 0 0-16,-1 1-4 0,-1-3-2 16,3 3-7-16,2-3-3 0,-3 4 5 0,-1-3-4 15,4 1 5-15,-7 1 3 0,4-1-3 0,-2 0-3 16,-2 4-3-16,0-3-1 0,-2 1-2 15,0 0-5-15,0 0 1 0,-1-2-2 0,-3 3-1 16,0-1 3-16,2-2-3 0,-2 2 6 16,-1-1 4-16,0-3 1 0,0 1 4 0,0-1 0 15,-3-1 2-15,1 0-3 0,-1 2 0 0,1-1-3 16,-2 0-7-16,-2 3-4 0,1-2-3 16,2 2 0-16,-6 1-3 0,4 1 3 0,1-1 2 15,-3 2-2-15,4-1 8 0,-4 1-8 0,2 0 7 16,0 0-2-16,-1 0-1 0,2 0 8 15,1-3-5-15,-2 1 2 0,1 1-1 0,0-2-1 16,0-1 7-16,-1 1-4 0,0 0-2 0,-2-1 0 16,4 1 2-16,-6 0-2 0,4-1-4 15,-1 1 2-15,1 2-1 0,-2-1-1 0,1 1-3 16,0-4 1-16,1 4 1 0,0-2 0 0,3 0 3 16,-4-1 3-16,4 0 0 0,0-2 0 15,2-2-1-15,-2 0 1 0,0-1-1 0,0 1 4 16,1-1-1-16,-3-1-2 0,2 0 5 15,0 2-2-15,0-4-4 0,-2 2-1 0,2-1 6 16,0-2-3-16,1-1-5 0,0 1 2 0,-1-2-1 16,1 0-2-16,0-1-5 0,-1 1 8 15,2-2-1-15,-1 2-4 0,-1-4 3 0,2 2 1 16,1-3-2-16,-3 0-3 0,1-1 7 16,2-4 2-16,-1-2 2 0,-1-1 3 0,2-2 1 15,-1-6 1-15,-1 2-3 0,-1-3-2 0,1-1-2 16,0-2-3-16,-1 0 4 0,-4-1-4 15,4 1 3-15,-3 5-1 0,0-3 1 0,-2 4-2 16,0-1 1-16,0 0-3 0,0 2-3 0,1 2-2 16,0 1 1-16,-1-2 0 0,0 2-6 15,2 0 6-15,-2 3 2 0,2-4 1 0,2 0-3 16,0 2 2-16,0-2 4 0,-1 0-2 0,0 3-1 16,2 1 1-16,-2-2 4 0,-1 3 0 0,2 2-3 15,-4 2 2-15,0 2 3 0,0 0-2 16,2 3 1-16,-5 2 3 0,1 2 0 15,-1 3-2-15,0 0 0 0,0 1 7 0,0 3-5 16,-1 1-5-16,1 1 0 0,0-1-3 0,0 2-3 16,0-2-7-16,0 2 6 0,0-1-1 15,0-2 0-15,1 1 0 0,2-1 1 0,-1-3 2 16,1 0-4-16,-1 2 2 0,1-4 3 0,-1 2 1 16,1-2 0-16,-1 3 0 0,-1-1 2 15,2 3 2-15,-3 1-1 0,5 0-3 0,-5-1 1 16,0 5 2-16,1-2 1 0,-1 1-4 15,0 0 1-15,0 1 2 0,0 0-2 0,0-1 0 16,2-4 3-16,-2 1-3 0,0-1 0 0,1 0-3 16,-1-2 2-16,0 0-1 0,2-1-2 0,-2 3 1 15,0 0 3-15,0-2-1 0,0 2 0 16,0 1 1-16,0 2-2 0,0 2-1 0,0-4 13 16,0 5 11-16,0-1 5 0,0-1 7 15,0 2 3-15,0 0-2 0,0-1-13 0,0 1-10 16,0 0-4-16,0 0-5 0,0-2 4 0,0 2 9 15,0-1 2-15,0-1 0 0,0 0 3 16,0-1-3-16,0 2-8 0,0-2-4 0,0-2-2 16,0 4 1-16,0-1 0 0,0 1-1 15,0-1 2-15,0 2 2 0,0-2 0 0,-2 2-3 16,2 0-1-16,0 0-2 0,0 2 0 16,0-2-4-16,0 2 1 0,0-2-3 0,-1 1 3 15,1 1-1-15,-2-1 1 0,2 1 0 0,0 1 1 16,0 0 0-16,0-2 1 0,0 0 0 15,-1 1 0-15,1 2-1 0,0-3 1 0,0 1-1 16,-3 1-4-16,1-2 4 0,2 4 0 0,0-1 1 16,0 0-1-16,0 0 0 0,0 2 0 0,0-1 1 15,0 3 0-15,0-4 0 0,0 5 1 16,0-2 0-16,0 2 0 0,0-2-1 0,0 3-3 16,0-1 1-16,0-1-1 0,0 1 4 15,0 0-1-15,0 2 0 0,0-4 1 0,0 2-2 16,0 1 0-16,0-2-3 0,0 3 2 0,0-1-1 15,0-1 0-15,0 0 3 0,0 2 1 16,0-2-1-16,0 2 0 0,0 0-1 0,0 1-1 16,0-1-1-16,0 1 0 0,0-3-1 15,-1 3 2-15,-1 1 1 0,2-1 2 0,0 0 0 16,-1-1-1-16,1 0 0 0,-2 0-1 16,2 0-1-16,-2-2-3 0,2 4 2 0,-1-4-1 0,1 2 1 15,0 0 2-15,-2 1 0 0,2-3-2 16,0 3 1-16,0-2 1 0,0 1-1 15,0 1-2-15,2-2 1 0,-2 1 4 0,0 2 2 16,1-1-1-16,-1-1 0 0,0 1 0 16,2-1 1-16,-2 1-4 0,2 1 2 0,-2-1-2 15,1 2 2-15,-1-3 2 0,2 1 2 0,-1 1-1 16,-1-2-3-16,0 2 3 0,0-2 1 0,2 3 0 16,1-3-3-16,-3-1 1 0,0 1 11 15,0 1 11-15,-3-1 4 0,1 2 1 0,2-3 5 16,0 0-1-16,0-1-8 0,-1 1-10 0,-1-2-8 15,2 3-1-15,0-3-4 0,0 1 0 16,0-1-4-16,0 0-1 0,0 2 2 0,0 0-2 16,0-1 2-16,0 0-2 0,0 2 2 15,0-2 0-15,0 1 0 0,0-1-1 0,0 0 0 16,0 0 0-16,0-1-1 0,0 1 2 0,0 1 0 16,0-1 2-16,0-1-1 0,-1 1-2 15,1-2 2-15,0 1-2 0,-2 1 0 0,0-1 1 16,2 1 0-16,-1-1 0 0,1 0-1 0,-2 1 0 15,0-1 0-15,1 1-1 0,1-2 1 16,-2 3 0-16,2-1-1 0,-1-1 0 0,1 1-1 16,0-3-2-16,-2 2 3 0,2 2-2 15,0-3 1-15,0 0 1 0,0 2 0 0,0-1 0 16,0 1-2-16,0-4 3 0,0 4-1 0,-2 0 1 16,2-3 0-16,0 2 1 0,-1 0 1 15,-1 1-1-15,2-2-1 0,-1 1 0 0,1 0-2 16,-2-1-1-16,-1 3 0 0,3-1-1 15,-1-2 3-15,-1 1 1 0,2 1 1 0,-1-1 0 16,1 1-1-16,-2-1 0 0,2 0 2 0,-2 1-2 16,2-1-2-16,0-1 2 0,-1 0 0 0,1-1 0 15,0 1-1-15,0 0 2 0,0-3-1 16,0 3-1-16,1 1 1 0,-1-3 1 0,0 2-1 16,0 1-1-16,0-1 1 0,2 0 0 15,-2 2 1-15,2-1 0 0,-2 1 2 0,0-2 1 16,0 1-2-16,0 1 0 0,0-1 0 0,0 1-1 15,1-3 0-15,-1 2-1 0,0 0 0 16,2 0 2-16,-2-2 0 0,1 0 0 0,-1 0-2 16,0-1 0-16,3-2 1 0,-1 3-2 0,-2-2-1 15,0-1 1-15,1 4 1 0,1-4 0 16,-1 3-1-16,1-2 1 0,0 1 0 16,-2 0 2-16,1 1-2 0,-1 0 2 0,2 1-1 0,-2-2 0 15,1 2 2-15,-1-1-3 0,0 1 2 16,2 1 0-16,-2-1-1 0,0-1 0 0,0 2 1 15,0 0-2-15,0-1 1 0,0 0-1 16,0-1 2-16,0 0 0 0,0 2-2 0,2-2 0 16,-2-2 0-16,0 2 0 0,0-2 0 0,0 0-1 15,0 1 0-15,1-2 1 0,-1-2-2 16,0 4 0-16,0-4-1 0,2 1 0 0,-2-1 2 16,0 1 0-16,2 0 1 0,-2-2 1 15,0 1-1-15,1 1 0 0,-1-1 0 0,0 1-1 16,3-2 1-16,-3 1-2 0,0 2 1 0,5-1 1 15,-5-1 1-15,1 1-1 0,1 1 3 16,-1-1-1-16,3-1 1 0,-3 1 0 0,3-1-2 16,-3 1-4-16,2-1 1 0,1 4 0 0,-1-4 1 15,0 1-1-15,1-2 0 0,-1 1 2 16,1 1 0-16,-1-1-2 0,0 1 0 0,0 0 2 16,1-2-1-16,0 1 1 0,0-1 0 15,2 2 0-15,-3-2 0 0,-2 0 0 0,3 1-1 16,-1 1 1-16,0-2 2 0,0 0 1 0,0 3-2 15,1-3 1-15,0 0 0 0,-1 1 0 16,-1-1-2-16,1 2 0 0,-1-2 0 0,1 1 1 16,-2-1 0-16,3 2-1 0,-3-1 2 0,2-1 0 15,1 0 0-15,-3 2 0 0,2-2 2 16,-1 2-4-16,-1-2-2 0,1 0 2 0,-1 1 0 16,3-1 0-16,-3 2-1 0,2-2 2 0,-1 1 0 15,1-1-2-15,-1 2 1 0,1-2-2 16,-1 0 2-16,2 3-1 0,-1-2 0 0,0-1 1 15,1 2 2-15,-1-2 0 0,2 0 9 16,-2 1 5-16,2-1 2 0,1 2 1 0,-2-2 1 16,3 0-3-16,-2 0-6 0,1 0-7 0,2 0 0 15,-2 0-2-15,1 0-2 0,-1 1 1 16,0-1-1-16,2 2 1 0,-3 0-1 0,1-2 1 16,1 0 1-16,-1 1-2 0,2-1 0 15,-2 2 0-15,0-2-1 0,2 0 0 0,0 1-1 16,-2 1 1-16,2-2 1 0,1 0 1 0,0 2 0 15,-3-2 0-15,2 0 0 0,0 2-1 16,1-2 1-16,-1 0-1 0,0 0 1 0,0 0 1 16,1-2-1-16,-2 2-1 0,1 0 3 0,-2 0-2 15,3 0 2-15,-4 0-2 0,2 0 1 16,-1 0 1-16,1 0-1 0,0 0-1 0,0 0-1 16,-3 2-1-16,3-2 1 0,-1 2 0 0,0-2 0 15,2 0 1-15,-1 2 0 0,1-2 1 16,-1 1-1-16,1-1 0 0,0-1 0 0,0 1 0 15,1-2 1-15,1 2-1 0,0-2 1 0,0 0 0 16,0 0 0-16,-2 0 1 0,1 1-1 16,3-1-1-16,-4 1 0 0,2-1 0 0,-2 0 1 15,0 2-1-15,2-1 0 0,-1 1-1 16,2 0 0-16,-1-2 0 0,1 2-1 0,0-1 1 16,-1 1 1-16,0-2-1 0,0 1 1 0,0-2 0 15,0 3 2-15,0-2-1 0,-2 1-1 16,4-1-1-16,-3 1 1 0,0 1-1 0,0-2-2 15,-1 2 0-15,-1-2 2 0,-1 2 0 16,1 2-1-16,-1-2 2 0,0 2 0 0,-1-2 1 16,0 1-2-16,-1 1 0 0,1-2 1 0,0 1-3 15,-2 1 0-15,0 1-1 0,0-3 0 0,0 1-4 16,1 1-21-16,-3-2-66 0,1 0-72 16,0 0-153-16,-2 0-286 0,-4-2-316 0,3 1-356 15,-3-4-234-15,0 2 28 0,-4-2 661 0</inkml:trace>
  <inkml:trace contextRef="#ctx0" brushRef="#br2" timeOffset="-207317.49">20343 6223 196 0,'4'3'413'0,"-4"-1"160"16,1-1 90-16,-1 2-239 0,2-1-197 0,-1-2-116 16,1 3-64-16,0-3-30 0,-2 1-13 0,1-1-6 15,1 0 0-15,1 0 2 0,0 0 2 0,0 0 0 16,3 2 36-16,-1-2 32 0,0 0 14 16,1 0 6-16,-1 0 5 0,3 0 5 15,1 0 8-15,1 0 17 0,1 0 8 0,2 0 7 16,0 0 20-16,4 0 7 0,-3 0 15 0,7 0-16 15,-3 0-5-15,3 0-12 0,1-2-25 0,2 2-16 16,-2 0-46-16,4-1-31 0,-1 1-11 16,2-3-6-16,-1 3-3 0,1-2-1 15,2 1 3-15,-4-1-1 0,2 1-3 0,2-1-1 16,-3 2 1-16,3-2-6 0,-2 2 0 16,-1-1-1-16,1 1 0 0,2 0-2 0,-2-2 0 15,0 2 2-15,0 0 2 0,-1-1-3 0,1 1 0 16,-2-2 2-16,2 1 35 0,-3-2 30 0,2 3 9 15,-3-2 12-15,2 1 1 0,1 1 2 16,-4-2-32-16,2 2-26 0,-1 0-13 16,2-1-13-16,-2 1-6 0,2-2-5 0,-1 2-4 15,1 0 0-15,0 0 3 0,-1 0 4 0,2 0 4 16,-3 0 1-16,2 0 2 0,0 2 0 16,0-1 0-16,-2 1-2 0,1-2 0 0,-1 3-1 15,-2 0 0-15,3-2-1 0,0 1-3 0,-3-1 1 16,5 1-2-16,-5 1-1 0,1-1-2 15,1 1 4-15,-2 0-1 0,1 0 1 0,0 0 0 16,-1-2 0-16,1 1 0 0,2 1-1 16,-2-3 1-16,-2 2-2 0,2-2 3 0,4-2-2 15,-4 2 3-15,0-3-2 0,2 1 1 0,-1-1-3 16,-1 2-3-16,-1-4 2 0,1 2-4 16,-1 2 0-16,-4-3 2 0,0 3 2 0,0-1-1 15,0 2 0-15,-3-1 1 0,2 1 2 0,-3 1-1 16,1-1 3-16,-2 2 1 0,0 1 2 15,2 0 0-15,-3 2 1 0,4-1 1 0,-2 1-1 16,4 0 0-16,0-1 2 0,0 2-2 16,0-2 1-16,5-1-4 0,0 0 0 0,4 0 3 15,-2-1-7-15,3-2 4 0,3 0-2 0,0-4 2 16,0 1-2-16,1 0 1 0,1 0 5 0,0-3-6 16,-1 3 0-16,2 0-3 0,2-2-1 15,-4 3-6-15,3-1 1 0,-1-1-1 0,0 1 2 16,0 0 5-16,1-1 1 0,-1 1 5 0,2 0-1 15,-2-3 6-15,0 3-2 0,0-2 0 16,2 1-3-16,-2 1 2 0,-1-3-2 0,-1 4-2 16,2-2 4-16,-3 2-4 0,0-1 4 15,-1 3-3-15,-2 0 3 0,0 0-2 0,-2 1-3 16,0 1-1-16,-1 0-1 0,0 1-2 16,-3-2 0-16,2 2-1 0,-1 0 4 0,-1 0-3 15,1 0 3-15,0-1 0 0,-1 1-1 0,-1-1 0 16,2-1-5-16,0 1 2 0,-2-1-1 15,2 1-1-15,-2-2 2 0,-1 3 2 0,2-2 0 16,1 1 2-16,-5-1 1 0,4 1 2 0,-2-1 1 16,1 1 3-16,1 1 2 0,-2-1-2 15,1 1-1-15,2 0 1 0,-2 0 1 0,2-2-2 16,0 2-2-16,0-1 3 0,0 1-6 0,2 0-1 16,1 1 2-16,-1 0 0 0,0-1-1 15,-2 0-1-15,1 0 3 0,2 1-1 0,-2 1-4 16,1-1 1-16,-2 0 2 0,1-1-5 15,1 1-2-15,0 1 2 0,0-1 0 16,-1-2 1-16,2 0 6 0,-2-1 7 0,2 1 6 16,0 0-2-16,0 0-1 0,-1-1 5 0,0 1-5 15,1 0-2-15,1 0 1 0,-1 2 18 0,2-1 15 16,-2-3 4-16,5 4-2 0,-1 0-1 16,-1-1-3-16,2 1-11 0,0-1-14 0,0-1-7 15,0 0 1-15,0 2-5 0,2-1 2 0,0-1-3 16,-2 2-4-16,0-2-2 0,0 1-3 15,0-1 2-15,-2 0-2 0,2 0 1 0,-1 1 3 16,1-1-1-16,0-1 34 0,0 4 30 16,1-4 17-16,1 2 5 0,0-2 8 0,-2 3 1 15,1-2-29-15,2-1-24 0,-1 1-12 16,1 1-11-16,-1-3-7 0,1 3-4 0,0-2 0 16,2 1-3-16,1-1-5 0,-3 1 5 0,2 1-5 15,0-1 5-15,0 1-1 0,-2-2 1 16,1 2-1-16,0 2-3 0,0-2 0 0,-3 2-3 15,5-2-2-15,-3 0 1 0,1 1 0 16,1-1 2-16,-1 0 2 0,0-1 1 0,1-2 6 16,1 0 28-16,1 0 16 0,0-2 8 0,-1 1 2 15,3-2 3-15,0-2-5 0,-1 2-25 16,1 0-16-16,1 2-8 0,-1-3-4 0,-1 3-4 16,0-1-1-16,0 1-1 0,2-1 0 15,-2 2 0-15,-2 0 2 0,1 0-1 0,1 0 0 16,-2 0-1-16,0 0 0 0,-1 0 0 0,0-3 0 15,-2 3 0-15,0-1 0 0,-1 1 1 16,-2 0 2-16,-2-2-2 0,1 2 0 0,-4-1 0 16,-2-1-1-16,0 1 2 0,-3 1-1 0,1-2 3 15,-5 2-2-15,-1 0 2 0,-2 0 0 16,0 0-4-16,-4 0 4 0,-1 0-4 0,-1 0 1 16,-1 2-1-16,-3-2-1 0,0 0 2 0,-1 0 1 15,-1 0 0-15,-1 0 0 0,2 0 1 16,-4 1 0-16,2-1-2 0,-3 3-19 0,0-1-68 15,-5 4-65-15,0-3-134 0,-1 0-235 16,-4 0-310-16,0-1-338 0,-4-1-225 0,-2-1-54 16,-5-3 492-16</inkml:trace>
  <inkml:trace contextRef="#ctx0" brushRef="#br2" timeOffset="-204763.25">20217 5316 91 0,'-3'2'294'0,"0"-2"132"16,0-2 112-16,1 1-140 0,-1-1-133 0,1 0-71 15,1-2-30-15,-3 4-6 0,3-3 4 0,-1 1 4 16,1-2 5-16,1 2 14 0,0 0 5 16,-2 1 29-16,2-1 7 0,0 0-5 15,0 0-16-15,2 1-24 0,-2 0-19 0,0 0-43 16,1 1-31-16,-1-2-23 0,0 0-19 15,2 0-11-15,-1 0-17 0,-1 2-9 0,0-2-5 0,4 2-4 16,-3 0-2-16,1 0 17 0,3 0 11 16,-2 2 8-16,3 0 2 0,0 0 7 15,2 2 20-15,2-2-7 0,1 1-2 0,0 1 0 16,0 1-2-16,3 2-6 0,1-3-14 0,-2 3-11 16,2 2 6-16,2-3 7 0,-2 2 3 0,0 0 1 15,1 0-3-15,0-2 2 0,-2 1-14 16,3 1-10-16,-4 0-6 0,4-2-5 0,-4 0 0 15,3-1-4-15,-2 2 2 0,3-2-2 16,-4 1 9-16,5 0 11 0,-2-1 5 0,-1-1 5 16,1 1-2-16,1-2 4 0,0 3-9 15,0-3-10-15,-3 0-7 0,3 2-2 0,-2-2-1 16,0 2-2-16,0-2-2 0,0 0 3 0,-2 0 1 16,3 0 2-16,-2-1-1 0,2 1 3 15,-2-1 3-15,2 2-3 0,-2-2-3 0,3 0 0 16,-4 0 1-16,4 1-1 0,-4 1 1 15,3-3 0-15,-2 3-2 0,0 0 1 0,1-3-2 16,-2 2 0-16,2-2 0 0,-2 1 0 0,3 2 0 16,-2-3 1-16,2 1 1 0,-3 0-1 15,2-2 2-15,0 2-1 0,-2 0 0 0,0 0-3 16,3-2-3-16,-5 0 2 0,2 1 3 16,3 0-1-16,-5-1 1 0,1 1 4 0,-1 1 0 15,2 0-2-15,0 0-1 0,-4-2-4 0,4 1 1 16,-4 1-1-16,3 0 1 0,-2 0 0 15,0 0-1-15,0 0 6 0,0-1-3 0,2-1 2 16,-4 2-2-16,1-2 0 0,2 0 0 16,0 2-5-16,0-2 2 0,-1 2-2 0,1-2 0 15,0 2-1-15,0-2-1 0,0 2 6 16,1-1-3-16,0 1-2 0,2-2 2 0,-1 1 1 16,-1-1 4-16,2 3-4 0,-1-3 1 0,3 0 2 15,-2 0 0-15,0 2 0 0,1-2-4 16,-1 1 3-16,0-1 3 0,2 0 0 0,-3 2 0 15,-1-2-4-15,2 2 1 0,-1 0 5 0,0 0-5 16,-1 1 1-16,0-1 0 0,0 2 4 16,-1-1 2-16,2 1-6 0,-2 0-1 0,0 1 4 15,1 1-1-15,-2-3 2 0,1-1-3 16,2 4 5-16,-4-3 4 0,1 0-7 0,1 3 1 16,-3-3-4-16,0 2-1 0,-1-2 0 0,1 0-2 15,0 1 3-15,-1-1 0 0,0-1 0 0,1 1 2 16,-1 0 1-16,-1 0-1 0,2 0 1 15,0 2-4-15,-2-2 33 0,2 0 31 16,0 0 16-16,1 2 9 0,-1-2 2 0,2 1 0 16,1 1-29-16,-1 0-26 0,1-2-15 0,3 4-7 15,-1-2-2-15,0 0-3 0,4-1 2 16,-2 2-1-16,0-1-2 0,0 0 1 0,1-1-2 16,1 0 2-16,0 2-3 0,0-2 1 0,-1-1 0 15,-1 2 1-15,1 3-2 0,-2-4-2 16,1 1-1-16,-1 2 4 0,-1 0 0 0,1-1-4 15,-3 1 2-15,0 2 0 0,1 0 0 0,0 0-2 16,0-1 0-16,-1 3 4 0,1-2 1 16,0 2 0-16,-1-2-1 0,-1 0-2 0,0 2 0 15,0-2-2-15,1 2-2 0,-1-3 0 0,-1 2 1 16,1 0-1-16,1 0 1 0,-3-2 0 16,1-1-2-16,-1 1 25 0,3 0 15 0,-1 0 7 15,-1-2 3-15,2 1-1 0,-1 0 0 0,1-1-21 16,0-1-13-16,2 0-6 0,-1 1-4 15,-1-3-1-15,2-1 0 0,-1 2-1 0,1 0 1 16,0-3 0-16,-1 2 0 0,1 0-1 16,3 0 1-16,-2-1 1 0,3-2-1 0,2 2 1 15,-3 0 1-15,1-2 2 0,1 0 0 16,-1 2-1-16,-1-2 0 0,2 0-2 0,-1 0-1 16,0 2-2-16,1-2 0 0,-4 1 0 0,2-1 2 15,-4 2-1-15,1-1-1 0,0 4 1 16,-4-2-2-16,4-2-1 0,-4 2-1 0,-1 1 0 15,0-1 1-15,2 0 1 0,-2 1-1 0,-2-1 3 16,0 0-2-16,0 1 2 0,-1-1-3 16,2-2 0-16,-3 4 0 0,0-4 0 0,0 1 0 15,1-1 0-15,1 2 0 0,-3-1 3 0,2 0-4 16,0-1 2-16,0 1-1 0,1-2 0 16,0 1-2-16,1 1 0 0,-1-2 1 0,1 3 0 15,-3-3-1-15,4 1 4 0,-2-1-1 0,1 0 0 16,-1 2 1-16,3-2 0 0,-1 0-2 15,0 0-1-15,0 0 2 0,1 0 0 0,0-2-2 16,-1 2 3-16,0-1 1 0,2-2-1 16,-2 1-2-16,-1 2 2 0,-1-1 0 0,3 1-2 15,-4 0-2-15,0 0 1 0,-2 0 1 0,1 0-1 16,-3 0 0-16,2 0 3 0,0 0 0 16,-1 0 1-16,-2 0 1 0,0 0 1 0,0 1-1 15,0-1 2-15,0 2-2 0,0-2-1 16,0 3 0-16,0-2-3 0,0 2 1 0,0 0-2 15,0 1 1-15,0 0 0 0,0-1 0 0,0 3 1 16,0-1 0-16,0 1 0 0,0 2-1 0,0-4-1 16,0 1 2-16,0 0-4 0,0 1 1 15,0-2-12-15,0-2-48 0,0 1-67 0,-2-1-91 16,-1-1-177-16,0-1-299 0,2 0-326 16,-3-1-289-16,-1-1-166 0,2-1 205 0,-2-3 653 15</inkml:trace>
  <inkml:trace contextRef="#ctx0" brushRef="#br2" timeOffset="-203316.6">23503 6229 149 0,'1'3'369'0,"1"-1"152"0,0 1 107 0,1-2-189 16,3-1-169-16,-2 2-81 0,1-2-39 16,3 0 28-16,5 0 19 0,-2-2 33 15,3 2 31-15,4-1 13 0,-1-2-1 0,2 0-7 16,1 1-14-16,1-1-34 0,1 0-19 0,2 1-28 15,-1-1-20-15,3-1-40 0,-4 1-16 16,5 0-13-16,0-2-27 0,0 2-6 0,-1-2 3 16,3-1-1-16,-1 0-6 0,2 0-6 0,-1-2-3 15,0 2-10-15,-1 0-13 0,1-3-5 16,1 0-3-16,-2-1-3 0,0 0 4 0,-1 0 0 16,2 0 0-16,-1-1 1 0,-1 0-5 15,0 2 1-15,-2-2 3 0,1 2-3 0,0 0-1 16,0 2-2-16,-3-1 4 0,0 0-2 0,0 4-1 15,-1-4 0-15,2 3-1 0,-5-1 0 16,3 1-4-16,-1-1 5 0,-2 2-1 0,1-1 0 16,-1 0 0-16,-1-1 0 0,-1 0-1 15,-1 1-1-15,-1-2 0 0,2 2 1 0,-2-1 0 16,0 0 3-16,0-2 1 0,1 2-2 16,0 0-4-16,-2-2-1 0,3 2-3 0,0 1 1 15,-2-2-1-15,0 1 0 0,0-2 2 0,0 2 1 16,0 0 1-16,0-2-1 0,2 0 2 15,-3 0 2-15,3 1 3 0,1-2 0 0,-1-1 4 16,-1-1-1-16,1 3-4 0,2-4 0 0,-3 4-4 16,1-2 5-16,0 0-3 0,0-2 2 15,-1 1 8-15,1 0 2 0,1 0-1 0,2-1-4 16,0-2 3-16,6 2-7 0,-5-3-1 16,4 1 0-16,-2-2 1 0,2 1 4 0,-4-2-5 15,3 3 4-15,-4-3-3 0,0 1-2 0,-2 3-2 16,0 0-1-16,-2 1 1 0,-1 1-3 15,-3 0-1-15,0 3 3 0,1 1 3 0,0-1 1 16,-3 2-1-16,2-2 0 0,-3 2 0 0,5 0-2 16,-3-2-4-16,2 2 3 0,3 0-3 15,-2-3 5-15,3 1 0 0,1 0 0 0,-1-2-1 16,2 0-3-16,-3 1 1 0,3 0-2 16,-1-2 1-16,-1 3 5 0,0-2 2 0,-1 1-4 15,1 2 3-15,-1-2-3 0,5 1 1 0,-5-3 0 16,4 2 3-16,1-3 0 0,-1 1-3 15,2-3 7-15,0 0-3 0,-1 0 1 0,1-3-2 16,2 2 0-16,-1-2 0 0,-2 1-4 16,1-1 1-16,0 0 0 0,-4 1 0 0,1-1 0 15,-2 4 2-15,-1-3-3 0,0 5-1 0,-5-2-2 16,0 1 2-16,1 1 2 0,-3 0-1 16,-1 3 2-16,-2 1-2 0,0 0 3 0,-3 2-6 15,0 2 0-15,1 0 4 0,-1-1 0 16,-2 2-3-16,3 1-2 0,0-1-11 0,0 1-22 15,2-1-18-15,-2-1-30 0,0 0-72 0,-1-3-129 16,2 1-166-16,-4 1-272 0,2-3-257 0,1 1-195 16,-3 0 64-16,-1-2 386 0</inkml:trace>
  <inkml:trace contextRef="#ctx0" brushRef="#br2" timeOffset="-201482.58">22088 5623 66 0,'0'0'316'0,"0"0"181"0,1 0 147 0,-1-2-114 15,0 0-132-15,2 0-85 0,-2 0-26 0,0-2 7 16,0 2 29-16,0-1 43 0,0 2-6 16,0-1-24-16,0 2-40 0,0-2-47 0,-2 2-51 15,2 0-32-15,0 0-20 0,0 0-15 16,-1 2-12-16,1-2-11 0,-2 2-11 0,0 1-22 16,-1 0-23-16,-2 5-25 0,0 2-17 15,-2 6-6-15,1 0-3 0,-2 4-1 0,-1 5 0 16,0 0 1-16,1 6 2 0,-1 0 3 0,1 3 3 15,-1-2-1-15,0 4-1 0,1-1-2 0,4-1 3 16,-4 0-5-16,5-2-1 0,0-3-4 16,3-3 2-16,0-3-2 0,0-3-7 0,1-2 1 15,3-3-3-15,0-1 4 0,1-4-3 16,-1 0 7-16,1-2-1 0,0-2-1 0,-2 2-19 16,2-4-28-16,-2 1-20 0,3-2-31 0,-3-1-63 15,-1-1-99-15,-2-1-121 0,0 0-170 16,0 0-276-16,-2-1-240 0,2-2-84 0,-1-2 192 15,-1 0 397-15</inkml:trace>
  <inkml:trace contextRef="#ctx0" brushRef="#br2" timeOffset="-201136.03">22148 5901 127 0,'5'-10'529'0,"-2"0"304"0,-2 4 156 16,4 0-72-16,-4 2-367 0,1 3-217 0,-1 1-133 16,3 3-48-16,-1 1-30 0,2 6-14 0,0 2-7 15,-1 3 1-15,5 2-6 0,-2 0-19 16,1 2-15-16,3 1-21 0,-2-2-15 0,3-1-11 16,0-1-2-16,-1-4-8 0,2 0-4 15,-1-3 1-15,1-2 0 0,-2-2 0 16,-1-5 11-16,-2 2 11 0,-2-4 7 0,3-1 1 0,-2-5-1 15,-3-1 3-15,1-2-14 0,0-2-8 16,-3-1 0-16,-1-1 1 0,2 1 2 0,-6-2-4 16,0 3 4-16,-2-1 0 0,0 0-8 0,-3 2-2 15,-1 1-7-15,0 2-11 0,-3 1-48 16,-2 3-84-16,2 2-112 0,-2 2-147 16,-1 2-299-16,2 2-257 0,-1 2-149 0,3 1 87 15,-1 2 330-15</inkml:trace>
  <inkml:trace contextRef="#ctx0" brushRef="#br2" timeOffset="-200933.7">22195 5976 157 0,'5'2'687'0,"-2"-1"379"0,-2 1 85 0,3-2-118 16,-1 0-458-16,0 0-275 0,5 0-154 15,-2 0-77-15,2-2-34 0,5 1-18 0,1-1-6 16,0-1-7-16,4 1-3 0,-2 1-2 0,2-1-1 15,1 1-2-15,1-4-12 0,-2 4-59 16,3-4-101-16,-4 2-142 0,2 1-298 0,-3 1-253 16,1 1-190-16,-4 1 26 0,1-1 305 15</inkml:trace>
  <inkml:trace contextRef="#ctx0" brushRef="#br2" timeOffset="-199584.72">20600 2686 49 0,'-10'7'293'0,"-1"-2"164"0,3-3 129 16,2 1-69-16,4-3-207 0,5 0-84 0,5-1-29 16,8-1 11-16,3-2 36 0,10-1 29 0,4 0 25 15,8-1-3-15,5-3-34 0,7 2-15 16,4-1-22-16,7-2-24 0,2 2-20 0,5-1-22 16,5 1-13-16,3-1-19 0,5 2-25 15,1-1-13-15,7 0-20 0,1 0-11 16,5 2-10-16,4-1-18 0,-3-2 1 0,5 5-2 15,-4-2 3-15,0 3-13 0,0 2-4 0,0 1-6 16,2 3-13-16,-1 3 0 0,-2 1-7 0,-1 3 18 16,-3 2 6-16,-1 2 11 0,-6 1-4 0,1 4-4 15,-2 1-3-15,0 0-10 0,1 2-6 16,-1-1-7-16,3-1 13 0,-1-1 4 16,-1-1 6-16,2-2 7 0,1 1 3 0,3-5-6 15,1 0-11-15,0-2 7 0,2 0 0 0,-4-3-6 16,-1 0-2-16,-5 1 32 0,-3 0 24 0,-2 1 5 15,-3-2 0-15,-5 1 6 0,-3 3 1 16,-1-2-17-16,-4 2-18 0,-3-1-15 0,-3-1-7 16,-1-2-5-16,-2-2-4 0,-3 1-5 15,1-6-3-15,-1 0-2 0,-5-6 0 0,1 1 2 16,-2-4-1-16,-4 0 3 0,-3-2 7 0,-6-1 4 16,-5 2 4-16,-3 0 2 0,-7 3 1 15,-2 0 2-15,-5 4-6 0,-7-2-23 0,-4 2-55 16,-4 1-65-16,-8 2-147 0,-2 2-219 0,-4 1-305 15,-4 0-301-15,-1 2-233 0,-6 1-31 16,-2-2 494-16</inkml:trace>
  <inkml:trace contextRef="#ctx0" brushRef="#br2" timeOffset="-196482.71">23806 6077 68 0,'0'2'274'0,"-1"-2"133"0,1 0 105 16,0 2-98-16,0-2-124 0,0 2-96 0,0-2-18 15,0 0-10-15,0 2 4 0,0-1 0 16,0-1 9-16,0 2 36 0,0-2 19 0,0 1 11 15,0-1 2-15,0 3-6 0,0-3-16 16,0 0-43-16,0 2-32 0,1-2-25 0,-1 0-26 16,0 0-25-16,2 0-21 0,-1-2-4 15,1 2 8-15,1-3 3 0,0 2 10 0,1-1 11 16,3-3 10-16,0 1-7 0,1-1-14 0,2-2-9 16,0-2-5-16,1-3 5 0,5 3 12 15,-2-3 6-15,3-3 1 0,1 0 12 0,4-2 26 16,2 0 5-16,2-3-13 0,3-3-7 15,3-2-6-15,2-1-12 0,1-3-15 0,5-3-5 16,2-4-4-16,4-3 1 0,5-1-4 0,1-6-4 16,4-2-16-16,4-6-14 0,1-1-10 15,3-3-9-15,1-3-5 0,-1-1-3 0,2-1-3 16,1-2 4-16,-2 2 2 0,0-3 7 0,-1 2 3 16,1 1-5-16,-1 0-3 0,-3 1-6 15,-1 0-3-15,0 5 2 0,-4 0 0 0,-1 0 7 16,-4 2 1-16,-1 1 2 0,-4 2-1 0,-2 5-4 15,-2-1-1-15,-2 3-1 0,-2 3 3 16,-3 0 1-16,-3 2 4 0,0 2-2 0,-6 3 2 16,1 2 0-16,-6 0-1 0,-1 7 0 0,-2 1 1 15,-6 5 2-15,-3 3-1 0,0 2 0 16,-6 4-3-16,-3 2-8 0,-3 3-24 0,-6 3-49 16,-3 3-60-16,-3 4-57 0,-5 3-104 0,-2 3-162 15,-1 0-237-15,-1 2-252 0,-2 2-223 16,0 0-168-16,-3-2 191 0,-1 0 504 0</inkml:trace>
  <inkml:trace contextRef="#ctx0" brushRef="#br2" timeOffset="-195516.69">23323 6291 13 0,'0'-8'376'0,"0"-1"288"0,0 1 214 0,-4 0 93 16,4-4-274-16,-1 0-192 0,-1-2-101 15,0-2-59-15,-1 1-28 0,0-3-11 0,-2 2-9 16,-1-4-8-16,1 0-23 0,-1-3-20 16,-4-1-32-16,0-1-41 0,-2-3-43 0,-1-3-43 15,-4-2-23-15,0-2-20 0,-5-5-8 16,-4-1-5-16,-2-5-12 0,-4-3-7 0,-1-5-6 15,-2-1-4-15,-3-2-4 16,-2-4-7-16,-2-2 3 0,-1-2 6 0,3-2 4 16,-2 0-2-16,4-1 3 0,1 2 1 0,0-3 2 15,4 2-4-15,0 2-3 0,-1 2-2 0,1-1-4 16,-2 1-2-16,1 0-4 0,-6-2 0 16,2 2-3-16,-1 0 4 0,-4-2 3 0,0 3 7 15,0 1 1-15,-2 0 1 0,2 4 2 0,1 3 0 16,0 3 3-16,3 4-7 0,2 3 0 15,1 4 2-15,3 3-1 0,6 3 1 0,-2 4 0 16,6 6-2-16,2 3-1 0,5 1-1 0,1 2 1 16,2 3-5-16,2 4-12 0,5 0-32 0,-1 5-53 15,2 1-55-15,2 1-76 0,2 4-118 16,-1 2-155-16,0 5-233 0,2 1-241 0,2 6-225 16,-2 1-81-16,0 3 261 0,-2 0 462 0</inkml:trace>
  <inkml:trace contextRef="#ctx0" brushRef="#br2" timeOffset="-192000.47">24221 14701 52 0,'0'1'135'0,"-4"-1"5"0,3 0-20 0,-1 0-39 16,-1-1-28-16,0 1-22 0,0-2-1 15,-1 1 4-15,3-1 10 0,-3 0 6 16,0 1 7-16,-1 1-3 0,1-2-20 0,-1 1-22 16,-2 1-17-16,2 1-14 0,-4 1-8 0,5-2-2 15,-3 1 9-15,1 1 12 0,-1 0 5 0,1-1 3 16,3 1 0-16,-2-1 6 15,4 1-1-15,-3-2 0 0,1 2 4 0,3 0-3 0,-1-2-2 16,1 2-4-16,0-2 0 0,0 0 0 16,1 0 0-16,-1 0 0 0,2-2 1 0,-1 0 1 15,3 2-2-15,-3-2 0 0,1-1-2 0,0 1 4 16,1-1 0-16,-2 0 3 0,1 1-2 16,1 1 4-16,-2-2 0 0,2 0-4 0,-1 1 2 15,0 1-3-15,-2 1-1 0,1-2-1 16,1 1 0-16,0-1 4 0,-1 0 1 0,1 2 2 15,-2-1 1-15,1-2 4 0,1 1 0 0,0 1-1 16,-1-2-4-16,-1 1-2 0,2 1 0 0,-1-1 0 16,1 1-5-16,1 1 11 0,-3-2 11 15,0 2 17-15,0-2 20 0,0 2 14 0,0 0 14 16,0 0-1-16,0 0-13 0,-5 0-12 16,5 0-17-16,-3 0-15 0,2 0-2 0,-1 0-2 15,0 0 7-15,1 2 5 0,-1-2-2 0,1 0 4 16,-3 0 0-16,3 0 0 0,-1 0-9 0,0 0-5 15,-1-2-3-15,2 2-3 0,-4-1-5 16,4-1-4-16,-1 1-2 0,-1-1-2 0,1 1-2 16,1-4 0-16,-3 4-4 0,1-1 0 15,2 1-2-15,-1-2 0 0,-1 1-4 0,1 0-4 16,-1 1-8-16,0-1-21 0,-1 1-24 0,0 1-29 16,3-2-44-16,-3-1-64 0,3 2-72 15,-2 1-64-15,1 0 10 0,-1-2 62 0,1 1 82 16</inkml:trace>
  <inkml:trace contextRef="#ctx0" brushRef="#br2" timeOffset="-189672.15">23990 14654 149 0,'-2'0'317'0,"2"0"137"0,0-1 0 0,0 1-73 16,0-2-97-16,0 1-76 0,0-1-42 0,0 1-26 15,-2-1-1-15,2-1 10 0,0 2 30 16,-1-2 47-16,1 3 43 0,-2-2 32 0,0 1 28 16,2-1 0-16,-1 2-16 0,-1-2-41 0,1 1-44 15,1 1-41-15,-5 0-38 0,5 0-26 0,-1 0 3 16,-1 0 7-16,2 0 5 16,0 0 18-16,0 0 2 0,0 0-7 0,0 0-23 0,-1 0-23 15,1 0-21-15,0 0-23 0,0 0-17 16,0 0-14-16,0 0-12 0,1 0-6 0,-1 0-3 15,0 0-6-15,2 0-5 0,-2 0-3 16,1 0-1-16,-1 0-1 0,0 0-2 0,0 0 3 16,0 0-1-16,0 0 2 0,0 0 1 0,2 0 2 15,1 1 1-15,-3-1 0 0,1 0-1 0,-1 0 0 16,3 2 4-16,-1-2-4 0,1 0-1 16,1 2 0-16,-3-2 1 0,4 0 1 0,-2 0-3 15,2 0 3-15,-1 0-1 0,1 0 4 16,0 0-1-16,0 0-1 0,0 0 0 0,-1 0 0 15,2-2 0-15,-1 2 0 0,2 0 0 0,-3-2 0 16,1 2-1-16,2-1 1 0,-3 1 0 16,-1 0 0-16,4 0-1 0,-4 0 2 0,0-2-1 15,0 2 0-15,1 0 0 0,0 0-3 16,1 0 2-16,-2 0 0 0,0 0 0 0,0 0 3 16,0 0-1-16,2 0 0 0,-1 0 0 15,0 0-1-15,1 0 0 0,-2 0-1 0,2 0 1 16,0-1 2-16,-2 1 3 0,2 0-1 0,-1-2 0 15,1 2-3-15,-1-3 1 0,1 3-2 0,0-1-2 16,0 1 0-16,0-2 0 0,1 2 1 16,-2-1 0-16,3 1 1 0,-2 0 0 0,1-2 1 15,1 2-1-15,2-1 2 0,-3 1 0 16,2 0-1-16,0 0 3 0,1 0-1 0,-1 0-1 16,1 0 1-16,1 0-1 0,-2 0 0 0,0 0-1 15,0 0 2-15,1 0 1 0,-1 0 0 16,1 0 0-16,0 0-1 0,-1 0-2 0,0 0-1 15,-2 0-1-15,3-2-1 0,-2 2-1 16,-1-2 4-16,2 1 0 0,1 1 2 0,-2-3-2 16,1 1 0-16,-2-2 1 0,3 2-2 0,-1-1 2 15,0 2-2-15,-1-3 2 0,-1 2-1 16,2 1 0-16,-2 0 0 0,1-1-3 0,-1 2 2 16,2 0-2-16,-2 0 1 0,0 0 3 15,1 0-2-15,-1 0 1 0,2 2 0 0,-2-2-1 16,1 0 0-16,-1 0-2 0,2 0 2 0,-4 0-1 15,1 0 0-15,2 0 3 0,-1 0-1 0,-1 0 0 16,3 0-1-16,-4 0 0 0,3 0 0 16,-2 0-1-16,1 0 3 0,2 0-2 0,-4 0-1 15,1 0 3-15,2 0-2 0,-1 0 1 16,0 0-3-16,0 0 2 0,1 0 4 0,-1 0-4 16,1 0-1-16,0 0-1 0,0 0 3 0,-1 0 0 15,1-2-3-15,2 2 1 0,-5-1 2 16,3 1 1-16,-1 0-1 0,1-3-4 0,0 3 2 15,0-2 1-15,-2 2-3 0,-1 0-1 16,3 0 0-16,0 0 2 0,-2 0-1 0,2 0 2 16,-3 0-2-16,3-1 3 0,0 1 0 0,0 0-1 15,-1-2 2-15,2 1-4 0,-1-1 2 0,0 0-1 16,1 0 2-16,0 0 1 0,0-1 0 16,1-2 0-16,-1 2 0 0,2 0 0 15,-1-1-2-15,-1 0-2 0,0-2 4 0,0 2-1 0,1-4 0 16,0 3 2-16,-1-4 0 0,2 1 2 15,-2-3-2-15,2 3-2 0,0-4 1 0,-1 1-2 16,-3-1 1-16,4 1-1 0,-1-3 0 16,-1 0 1-16,0 2 3 0,-1-3 0 0,2-1-1 15,-1-1 2-15,-2 2 0 0,1-4-1 16,2 0 0-16,-3-1-3 0,0 0 1 0,3-3-1 16,-3 0-1-16,3 0 1 0,-1-5 2 0,0 4-1 15,1-4 1-15,3-1 1 0,-4 1 0 16,2-1 0-16,2-1 0 0,-3 1 1 0,4-2 1 15,-5 1 0-15,1 3 1 0,-1-4-2 0,1 2-2 16,-1-3-1-16,1 2 0 0,0-2-4 16,-1 1 1-16,-2-3 0 0,2-2-1 0,1 4-3 15,-1-3 3-15,0-1-2 0,2 4 0 0,1-4 3 16,-3 3 0-16,0-1 4 0,2 2 2 16,-3 0 2-16,1 0 0 0,-2 1-1 0,2 0-1 15,-2 0 1-15,1 2-2 0,-2 1 0 16,1 0-2-16,0 0 1 0,-1 4-1 0,0-1-1 15,-1 1 0-15,0 2 1 0,1 0 1 0,-2 2-1 16,-2 0 0-16,4-1-1 0,-4 5 0 16,1-1-1-16,-1 3 0 0,1 0 0 0,0 2 2 15,-2 2 0-15,0 0 2 0,0 4-1 0,0-2 0 16,0 0-1-16,1 2 0 0,-1 1 0 16,0-2-2-16,0 1 0 0,3-2-4 0,-1-1-1 15,0-2 0-15,1 2-2 0,2-2 2 16,1-3 0-16,-2 1 1 0,1-1 1 0,2 2 1 15,-4 1 0-15,2 0 1 0,-2 3 1 0,1 2 1 16,-2-1 2-16,-1 2 2 0,1 0 0 16,0 4 2-16,-2-2 2 0,0 0-1 0,1 1-2 15,-1 2-1-15,0-1-1 0,0 1-4 0,0 0 1 16,0 0-3-16,0 0 2 0,0 0-3 0,0 0 0 16,0 0 1-16,0 1-5 0,-1 1 3 15,1 2 0-15,-2-1 1 0,0 2 0 0,1 0 4 16,-1 4 0-16,1-1 1 0,-4 4 3 15,5-1-1-15,-3 3 2 0,2 1-3 0,-1 1 0 16,0 3-1-16,1-3-2 0,-1 4 2 16,1 2-1-16,-1 0 1 0,0 1 0 0,2 1 0 15,-1 4 1-15,-1 0-1 0,0 0-2 0,1 1-1 16,-1 1 0-16,1 2-1 0,-4-1-1 16,2 2-3-16,0 3 2 0,0-4-1 0,-2 2-1 15,2-1 2-15,-2 2 3 0,2-2 1 0,-2-2 2 16,1 1 2-16,0-3 5 0,3 1-2 0,-3-1 0 15,1-3 0-15,0 1 0 0,1-1-1 16,-1-2-4-16,2 1 2 0,-1-2-1 0,-1 2 0 16,0-2 0-16,0 3 0 0,0-1 2 15,-4-1-1-15,2 1-1 0,-1 3-1 0,-2-3 1 16,4-1-2-16,-3 1-2 0,2 0 0 0,0 1-1 16,-2-3-1-16,2 1-1 0,0-1 1 15,1 1 1-15,-1-2 0 0,1 0 2 0,1-1-2 16,2 1-1-16,-4-2 2 0,5 0-2 0,-3-2 1 15,3 2 1-15,0-2 2 0,0 1 1 16,-1 0-1-16,1-1 0 0,0 0 2 0,0 0 1 16,0-1-2-16,1 1 2 0,-1-1 0 15,0 0 0-15,3 0 2 0,-3 0-2 0,2 0-2 16,1 0 1-16,-2-2 1 0,1-1-1 0,-1 2-2 16,1-1 2-16,0-2 1 0,-2-2 0 15,1 2-1-15,1-4 1 0,0 1 1 0,-2-2-1 16,3 0-3-16,-3-1 0 0,1-2-5 0,1-1 2 15,0 0 1-15,-2 0-1 0,1 1 1 16,-1-2 1-16,2-2 1 0,-1 0-1 0,-1 1-1 16,2 0 1-16,1 0 1 0,-2 1 1 0,-1-2 0 15,2 1-1-15,-1 2 1 0,-1-2 1 16,4 0-1-16,-4 2 0 0,1-1 1 0,-1 0 0 16,4 0-1-16,-4 2-1 0,1-2 2 0,2 2-2 15,-1-2 0-15,0 0-3 0,1 1 2 16,2-1-4-16,1 0 1 0,-2 1 3 0,1-1 0 15,2 0 1-15,1 1-1 0,1 1 2 16,0-2 1-16,3 0 0 0,0 0 8 0,3-1 6 16,2-1 4-16,0 1 0 0,4-4 1 15,1 1-3-15,1-4-6 0,5-1-5 0,-1-2-3 16,-1 1-2-16,4-1-2 0,-1-3 0 0,-1 2 1 16,1-2 0-16,-4 3-2 0,-4-1 5 15,1 1-3-15,-2 4 1 0,-2-2-2 0,-1 3-1 16,-3 0 2-16,-1 1-3 0,-4 2 2 15,-1 0-1-15,2 2 1 0,-4-1 1 0,-1 1-12 16,0-1-46-16,-4 1-66 0,-1 1-90 0,0-3-177 16,-1 0-301-16,-3 0-321 0,1-3-289 0,-2 0-178 15,1 0 209-15,-2-3 643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1T11:37:49.15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5511 4441 4 0,'2'-2'330'0,"-2"1"263"0,0-1 248 16,0 4 130-16,0-1-255 0,1 4-157 0,-1 3-90 16,2 2-76-16,0 9-60 0,1 3-31 0,2 9-16 15,2 7-15-15,-2 5-23 0,1 6-22 16,1 7-22-16,-4 4-36 0,3 4-48 0,-3 2-44 16,-1 3-23-16,1 1-17 0,-1 4-12 0,-1-3-7 15,1-2-5-15,-2-3-2 16,3-4-5-16,-3-3-2 0,2-6-1 0,-1-2-1 0,1-8 0 15,-2-3-1-15,2-6 0 0,-1-4-2 16,1-5-12-16,-2-3-37 0,1-4-61 0,-1-4-58 16,0-5-82-16,0-5-143 0,0-8-184 0,0-3-277 15,0-9-223-15,0-6-199 0,2-8 25 16,1-9 413-16,-2-8 453 0</inkml:trace>
  <inkml:trace contextRef="#ctx0" brushRef="#br0" timeOffset="249.72">5750 4517 309 0,'6'-21'627'0,"1"6"221"16,-1 2 98-16,0 4-142 0,-1 4-202 0,0 7-129 15,1 3-34-15,1 7 19 0,2 7-9 16,-1 5-85-16,0 8-73 0,-2 6-50 0,-1 8-53 16,1 6-55-16,-3 7-47 0,-1 3-26 15,-1 4-23-15,-1 5-17 0,-1 3-2 0,-1 1-7 16,-1 0-6-16,1-3-5 0,2-3 3 0,0-1 1 15,0-7-5-15,0-4-9 16,0-6-14-16,0-3-30 0,0-6-56 0,0-7-57 0,-1-4-76 16,-4-8-138-16,2-3-192 0,-2-9-284 15,-1-2-230-15,1-7-213 0,-4-5-16 0,3-10 427 16,-3-5 493-16</inkml:trace>
  <inkml:trace contextRef="#ctx0" brushRef="#br0" timeOffset="505.49">5372 5075 16 0,'-11'16'451'0,"3"1"347"16,0-6 194-16,2 1 1 0,3-3-257 0,3-3-278 16,0-3-131-16,3-1-50 0,6-4-2 15,1-1 33-15,7-5-3 0,2-2-28 0,5-4-27 16,4-5-30-16,4-4-38 0,6-6-51 0,2-2-43 15,2-5-34-15,4-2-16 0,1-2-10 0,0 1-10 16,-2 2-2-16,-4 2-4 0,-4 4-5 16,-4 4-6-16,-6 7-12 0,-5 3-62 15,-5 6-66-15,-7 8-164 0,-7 3-281 0,-3 8-307 16,-8 7-369-16,-6 6-251 0,-4 2 14 16,-7 3 690-16</inkml:trace>
  <inkml:trace contextRef="#ctx0" brushRef="#br0" timeOffset="733.09">5281 5648 360 0,'2'18'954'0,"0"-7"306"0,4-8-11 0,6-5-76 16,6-8-486-16,6-7-230 0,2-5-106 0,5-4-65 16,5-3-48-16,-1-9-81 0,5 0-53 15,0-2-38-15,2-2-24 0,-1-1-15 0,-1 3-17 16,2 0-4-16,-4 1-4 0,0 7 4 15,-3-1-1-15,-2 5-26 0,-3 4-69 0,-3 4-86 16,-5 1-150-16,-3 4-289 0,-3 4-327 16,-3 2-354-16,-2 3-221 0,-2 6 67 0,-4-2 630 15</inkml:trace>
  <inkml:trace contextRef="#ctx0" brushRef="#br0" timeOffset="1215.16">6673 5353 190 0,'0'11'856'0,"0"-2"447"16,0-1 12-16,3-1-181 0,-1-5-369 0,1-4-280 15,4-5-144-15,1-5-75 0,2-4-43 16,3-8-32-16,4-5-58 0,0-8-44 0,3-3-27 16,3-9-18-16,2-2-8 0,3-6-8 15,0-5-8-15,4-3-3 0,-2-1-2 0,3-2 0 16,-3-1 1-16,0 2 0 0,-3 4-2 0,-2 6-1 15,-3 7 5-15,-5 7 5 0,-2 8 7 16,-4 9 5-16,-3 4 4 0,0 7 3 0,-2 5-5 16,-4 7-5-16,-2 6-8 0,-2 10-5 0,-3 7-4 15,-2 9-5-15,-1 9-2 0,-2 6-2 16,-2 3-2-16,-1 11 2 0,0 3 4 0,-1 4 1 16,1 5 2-16,-2 4 0 0,4 0 0 15,-1 4-4-15,0-2-4 0,2-3-4 0,2-3-5 16,2-6-12-16,3-5-16 0,2-5-30 0,2-5-73 15,-1-9-93-15,2-3-168 0,-1-6-284 16,1-9-336-16,1-5-392 0,-2-5-218 0,2-7 144 16,1-5 719-16</inkml:trace>
  <inkml:trace contextRef="#ctx0" brushRef="#br0" timeOffset="1797.64">9085 4835 14 0,'1'9'447'0,"-1"-2"370"16,2 0 211-16,-1 0 42 0,3-2-277 0,2 0-236 15,3-1-78-15,2 2-30 0,5-1-31 0,3 1-55 16,3-3-59-16,5 0-51 0,3 0-76 15,2-3-54-15,1 0-29 0,3-4-18 0,1 2-16 16,2-1-14-16,-1 0-12 0,0-2-8 16,0 2-5-16,0-3-9 0,-3 3-4 0,-4 0-4 15,-1 0-1-15,-4 1-1 0,-1 2-2 0,-3 2-2 16,-1 1-12-16,-5 2-35 0,-1 2-79 0,-7-1-98 16,-1 1-166-16,-4 3-299 0,-3-2-337 15,-2 0-362-15,-1 1-174 0,-2-4 199 0,0-2 670 16</inkml:trace>
  <inkml:trace contextRef="#ctx0" brushRef="#br0" timeOffset="2166.05">9674 4632 68 0,'2'0'622'0,"0"3"460"0,-1-3 146 0,2 0-103 16,2 0-362-16,-1 0-316 0,1-3-152 15,3 2-48-15,2 1-6 0,1 0-5 0,0-2-16 16,5 2-29-16,0 2-35 0,2-2-38 0,0 4-33 16,2-1-22-16,2 4-12 0,1-1-9 15,2 3-7-15,0 0-6 0,1 3-5 16,0 1-7-16,-2 2-5 0,2-1 2 0,-1 5 0 16,0-3 1-16,-3 0 1 0,-3 3 4 0,-1-1 9 15,-6 0 3-15,-1 1 7 0,-3 0 6 16,-5 2 6-16,-3-1 1 0,-4 2-2 0,-4 1-3 15,-6 0-7-15,-2 2-7 0,-5 2-7 16,-4 2-8-16,1-1-7 0,-3 2-5 0,-1-2-4 16,-1 1-1-16,1 0-2 0,1-1-1 0,2-3-1 15,1-1-2-15,3-2-5 0,2-4-12 16,5 0-18-16,-2-6-42 0,5-2-81 0,2-1-128 16,3-3-221-16,2-1-304 0,4-4-363 0,4-1-366 15,0-3-101-15,7-2 486 0,-1-1 710 16</inkml:trace>
  <inkml:trace contextRef="#ctx0" brushRef="#br0" timeOffset="5036.39">14987 4968 127 0,'-2'8'424'0,"-1"-2"247"0,0 2 158 0,3-3-90 15,0-1-183-15,0 0-84 0,0-3-58 0,0 3-46 16,0-4-29-16,0 0-33 0,3-2-16 16,2-1-14-16,-2-1-5 0,3-3-10 0,2-4-16 15,0-2-28-15,3-5-40 0,2-4-39 0,2-5-34 16,0-3-23-16,4-3-12 0,0-1-13 0,3-4-10 15,2 0-7-15,-2-1-6 16,-2 1-5-16,2 2-4 0,-1 0 2 0,-3 2 2 0,-3 4 0 16,0-1 0-16,-2 6-1 0,-3 2-2 15,-2 1-5-15,1 6-4 0,-4 3-2 0,2-1-5 16,-6 4-3-16,4 4-2 0,-3-1-1 16,-1 4-1-16,1-1-1 0,-1 1-1 0,-1 1-1 15,2 1-2-15,-2 1 0 0,0 0 0 0,2 3 1 16,0 0 0-16,-2 4 1 0,4 3 3 0,-3 5-1 15,1 3 2-15,-1 4-1 0,1 4 8 16,1 5 6-16,0 3 2 0,1 5 2 0,-3 3-1 16,1 2-1-16,-1 4-8 0,-1-2-3 15,2 2-2-15,-2-1-1 0,0 0 0 0,2-2 2 16,-1-2-1-16,-1-3-1 0,5-1-1 0,-5-3-1 16,0-5 0-16,1-2 0 0,-1-2-1 15,0-4 0-15,0-3 0 0,0-4 0 0,0-2 0 16,0-2 0-16,0-4 1 0,-1-2 0 15,1 2 0-15,0-5 1 0,0-2 0 0,-2 0 1 16,-1-1 0-16,3 0 0 0,-1-1 0 0,-1-2-2 16,0-2-2-16,2 0-3 0,-1-2-5 0,1 1-7 15,0-3-13-15,0 1-17 0,0-3-29 16,0 2-68-16,0-2-76 0,0 0-125 16,-2 1-188-16,2-1-307 0,-1-1-337 0,-1 2-231 15,0 1-107-15,-1-1 398 0,2 2 604 0</inkml:trace>
  <inkml:trace contextRef="#ctx0" brushRef="#br0" timeOffset="5669.25">15936 4598 29 0,'7'-13'395'0,"0"0"313"0,-3-1 276 16,0-1 109-16,-1-2-299 0,-2 3-200 15,3-3-74-15,-3 3-14 0,2 1-56 0,-1-1-77 16,-4 2-61-16,-1 3-50 0,-2-2-64 15,2 3-61-15,-2 2-39 0,-1 0-24 0,0 3-15 16,-4 2-13-16,2 1-12 0,-3 3-9 0,0 4-8 16,0 3-6-16,1 5-5 0,-3 2-3 15,0 6-2-15,0 3 0 0,0 9-1 0,1 0-1 16,-2 7-2-16,2 5 1 0,2-1 1 16,0 4 1-16,5 3-1 0,0-2 2 0,2 2 2 15,3 2 0-15,3-4-1 0,1 0-1 0,2-4-1 16,5-7 0-16,2-4 0 0,1-5 0 15,3-5 4-15,1-7 3 0,2-2 2 0,4-8 1 16,0-8 1-16,1-2 0 0,0-7-2 0,2-6-2 16,2-4-2-16,-2-6-1 0,-1-2-2 15,0-6-1-15,-4-1-1 0,2-4-1 0,-2-1 1 16,0-2 0-16,-5-4 1 0,-1 3 1 0,-2-2 4 16,-4-3 0-16,-1 4 0 0,-6-3 0 15,-1-1 1-15,-5 2-2 0,-4 1 0 0,-3 2 0 16,-3 2 0-16,-3 4 0 0,-2 2 2 15,-2 5 0-15,-2 6-1 0,0 4 0 0,-2 6-2 16,-1 6-2-16,0 4-2 0,-1 5-1 0,4 3-1 16,-2 6 0-16,4 4-1 0,2-2 0 15,1 4-1-15,3 3 0 0,1-3-2 0,4 4-5 16,0-2-13-16,2 0-20 0,2 0-49 16,2 0-77-16,0-2-106 0,1 1-177 0,1 1-293 15,1-2-338-15,1 1-308 0,2-4-158 0,2 2 262 16,0 0 650-16</inkml:trace>
  <inkml:trace contextRef="#ctx0" brushRef="#br0" timeOffset="6269.15">16457 5249 351 0,'-1'4'1209'15,"-2"-1"459"-15,-1-1-164 0,1 2-329 0,0-4-497 16,0 1-258-16,1-1-183 0,0 2-99 0,1-2-54 15,-1 0-31-15,2-2-22 0,-1 2-16 16,1-1-9-16,0 1-3 0,0-4-3 0,1 2-4 16,1-1-9-16,-1-1-31 0,3 0-77 15,-1-1-92-15,0-3-168 0,-3 2-292 0,3 2-337 16,-3-4-358-16,2 2-179 0,-2 1 176 0,2-1 677 16</inkml:trace>
  <inkml:trace contextRef="#ctx0" brushRef="#br0" timeOffset="7133.64">17063 4603 77 0,'-3'-4'327'0,"-1"2"193"16,-1 0 211-16,1-2 7 0,-1 2-131 0,1-1-65 15,-1 2-23-15,2-1-40 0,-1 2-85 16,1 0-85-16,-2 2-79 0,1 2-70 0,-1 2-41 15,2 4-27-15,-2 0-8 0,0 4 9 0,0 5 16 16,1 2 5-16,-2 4-10 0,3 4 11 0,-1 4 14 16,1 2-8-16,1 2-15 0,4 2-12 15,1 2-6-15,1 1-22 0,2 0-25 0,3 0-16 16,1-4-9-16,1-2-6 0,5-3-4 16,1-3 4-16,0-4 8 0,4-7 7 0,1-4 5 15,2-4 0-15,1-10 4 0,0-4-7 16,0-8-8-16,1-7-8 0,-4-5-3 0,2-5-2 15,-2-7-1-15,-3-2-1 0,-2-3 1 0,-4 0 3 16,-4 0 2-16,-1 0 4 0,-6 0 4 0,-4 0 1 16,-4-1 0-16,-5 3-1 0,0-2-3 15,-5 3-3-15,0 2-5 0,-3-1-1 0,0 4-2 16,0 6 0-16,-1 0 2 0,-1 6-2 16,1 4-1-16,-1 5 0 0,0 2-1 0,1 4-7 15,-2 5 1-15,4 3 1 0,-2 6-2 0,2 2 1 16,0 5 1-16,0 4 4 0,2 3-3 15,2 4-2-15,3 5-1 0,1-1-1 0,1 1-2 16,5 2-9-16,4 1-17 0,0-2-37 0,3-2-62 16,4 0-57-16,1-5-69 0,5 0-109 15,-1-4-140-15,5-2-202 0,1-4-218 0,3-2-218 16,1-3-129-16,5-4 205 0,1-1 444 0</inkml:trace>
  <inkml:trace contextRef="#ctx0" brushRef="#br0" timeOffset="7520.99">17779 4684 146 0,'2'-12'670'0,"-4"4"426"0,1 2 129 0,-3 0-144 16,1 5-406-16,-3 5-267 0,-1 4-167 0,-2 7-91 15,1 4-44-15,0 6-16 0,2 4 3 16,-2 7 6-16,2 2 2 0,2 4-4 0,3 2-8 15,1 3-19-15,3-1-22 0,4-2-20 16,5-4-7-16,2-3-7 0,7-7-6 0,2-8-2 16,3-7-1-16,4-6-6 0,2-7-10 15,-1-7-9-15,4-7-6 0,-4-5-4 0,-1-4-3 16,-2-8 4-16,-2-4 11 0,-2-4 5 16,0 0 8-16,-4-7 8 0,-4 0 5 0,-5 1 20 0,0-3 41 15,-6-2 42-15,-3 3 22 0,-7-6 9 16,-3 1 1-16,-8 0-12 0,-4 4-32 0,-4 0-30 15,-6 6-15-15,-4 8-12 0,-5 3-6 16,-2 10-9-16,-5 8-6 0,-1 10-6 0,-1 7-8 16,1 11-5-16,1 7-5 0,6 9-4 15,2 3-21-15,5 5-75 0,3 3-94 0,6 2-179 16,6-3-284-16,3-2-338 0,9-5-390 0,4-1-204 16,4-2 206-16,3-4 723 0</inkml:trace>
  <inkml:trace contextRef="#ctx0" brushRef="#br1" timeOffset="20449.34">15809 6415 126 0,'-1'6'357'0,"-3"1"178"0,1-2 151 16,1 0-119-16,-1-1-112 0,2 1-45 16,-1-1-9-16,0-2-2 0,2 1-15 15,-1 0-40-15,-1-1-50 0,2-1-53 0,-1 1-52 16,-1 1-32-16,-1-2-12 0,3 1 10 16,0-1 21-16,0-1 28 0,0 2 10 0,3-2-8 0,-3 0-23 15,0 0-31-15,0 0-32 0,0 0-29 16,0-2-19-16,2 2-9 0,-2-1-8 0,1-1-8 15,1-4-7-15,-1 2-7 0,4-3-10 16,-2-3-7-16,2-1-4 0,2-3-1 16,0-3 0-16,3-1-1 0,-2-1 3 0,3-1 2 15,0-4 1-15,0-1 1 0,1-2 0 0,1 1 0 16,1-3 0-16,-1 1 0 0,-2 0-1 0,3-1 0 16,-1 2-2-16,0 3-2 0,-4 1 2 15,1 1-1-15,-1 4 2 0,-3 0-2 0,2 5 1 16,-3 2 0-16,-1 0-4 0,-1 5-2 15,-2 0-2-15,1 1-2 0,2 2-1 0,-4 2-1 16,2-1-1-16,-1 4-1 0,-1-1 0 0,0 2 0 16,2 3 0-16,-2 0 0 0,2 2 1 15,-1 3 0-15,1-2 1 0,0 3 0 0,-2 2-1 16,1 1 1-16,1-1 0 0,-1 4 0 16,-1 1 0-16,0-1 1 0,2 4-1 0,-2-2 1 15,2 1-1-15,-2 1 1 0,0 1-1 0,0-2-1 16,0 1-1-16,0-2 1 0,0 2-1 0,0-1-1 15,0 0 1-15,0-1-1 0,0-2 1 16,0 2-1-16,0-4 1 0,0 2-1 0,0-1 0 16,0-2 0-16,0 1 0 0,-2-4 0 15,2 0-1-15,-2-2 1 0,2 1-1 0,0-4 1 16,0-2-1-16,-1 3-1 0,1-5 0 16,-2-1-4-16,2 0-5 0,0 0-10 0,0 0-12 15,2-2-21-15,-2 0-48 0,1-2-70 0,1-2-81 16,0 2-138-16,-1-1-195 0,-1-1-311 15,3-2-285-15,2 5-199 0,-2-2-17 0,0 1 447 16,0 0 528-16</inkml:trace>
  <inkml:trace contextRef="#ctx0" brushRef="#br1" timeOffset="20773.02">16426 6541 272 0,'3'0'1178'0,"0"2"522"15,-2-2-151-15,1 0-329 0,-2 1-470 0,1-1-283 16,-1 0-197-16,0 0-93 0,0 0-53 0,-1-1-35 15,1 1-29-15,-2 0-20 0,2-2-15 16,0 2-8-16,-1-2-8 0,1 2-4 0,-3-2-2 16,3 1-3-16,0 1-2 0,3-1-2 15,-2-1-9-15,1 1-16 0,-1-3-27 0,1 0-77 16,1 2-92-16,-3-1-171 0,2 0-288 0,-2 0-334 16,0 2-395-16,-2-3-203 0,2 2 156 15,0-2 710-15</inkml:trace>
  <inkml:trace contextRef="#ctx0" brushRef="#br1" timeOffset="21586.28">16981 6023 127 0,'1'-4'404'0,"-1"3"245"0,-1-1 224 0,-1 2-59 16,1 0-154-16,-1 0-106 0,0 2-85 0,-3-1-80 15,2 3-83-15,-2-3-78 0,2 7-56 0,-3-3-13 16,2 6 10-16,-1 2 24 0,1 3 14 15,0 4-2-15,-1 4-14 0,2 4-30 16,-2 6-36-16,2 3-38 0,1 1-31 0,2 4-19 16,2-3-14-16,4 0-11 0,0-2-8 15,4-7-4-15,4-2 4 0,0-8 3 0,5-3 6 16,-1-8 4-16,4-6 3 0,0-6 2 0,0-6-2 16,0-7-4-16,2-4-3 0,-5-3-4 0,2-3-2 15,-3-3 1-15,-5 1-2 0,1-1 3 16,-6 3 2-16,-1-1 3 0,-4 4 4 0,-1 1-1 15,-6 1 2-15,0 1-2 0,-5 0-1 16,-1 0-4-16,-3 3-2 0,-3 0-3 0,0 0-3 16,-1 5 1-16,-1 0-1 0,-2 2 0 15,0 3 0-15,0 2 0 0,2 5 0 0,0 3-1 16,-1 5-3-16,2 1-2 0,2 6-1 0,1 2 0 16,2-1-2-16,4 7 0 0,1-5-1 0,6 5 0 15,1-1-5-15,3-1-15 0,3-3-45 16,2 0-67-16,5 1-66 0,-1-3-102 0,3-1-149 15,1-4-208-15,1-1-270 0,0-2-204 16,4-3-182-16,-2-1 103 0,5-1 434 0</inkml:trace>
  <inkml:trace contextRef="#ctx0" brushRef="#br1" timeOffset="22099.37">17623 6154 372 0,'-4'-3'740'0,"0"1"346"0,-1 1 76 0,0-2-292 0,-1 1-150 15,1 0-105-15,2 2-116 0,-2 0-108 16,0 2-78-16,-1 1-61 0,-2 2-82 16,2 4-63-16,-1 2-39 0,1 3-21 0,1 4-12 15,-1 3-10-15,2 4-6 0,0 4-5 0,3 2-3 16,1 2-3-16,3 0-2 0,0 0-2 16,6 0-3-16,-1-3 1 0,5-2-1 0,4-3-1 15,-1-1 0-15,6-6 0 0,0-5 0 16,4-3 0-16,-1-4-3 0,2-6-2 0,-2-6-1 15,2-2-1-15,-2-5 0 0,-3-5 1 16,-2-4 2-16,-2-2 2 0,-3-2 2 0,-3-2 1 16,-2-3 1-16,-2 1 0 0,-3-1 2 0,-4-2 2 15,-1-1 3-15,-1-1 1 0,-4 0 4 16,-2-1 3-16,-1 0 6 0,-4 2 5 0,-1 2 4 16,0 4 2-16,-5 3 0 0,-1 5-4 15,-1 3-7-15,-5 8-8 0,2 4-7 0,-2 7-5 16,-2 5-4-16,3 4-3 0,-2 6-8 0,4 3-16 15,0 1-51-15,5 1-77 0,0 2-145 16,2-1-271-16,1 0-317 0,4 0-382 0,2 0-342 16,-1-1-28-16,4-1 671 0</inkml:trace>
  <inkml:trace contextRef="#ctx0" brushRef="#br2" timeOffset="28936.32">19556 4338 128 0,'2'1'335'16,"-2"1"151"-16,0-2 129 0,1 3-177 0,-1-3-144 16,0 1-87-16,2-1-10 0,0 0 11 0,-2 2 18 15,3-2 19-15,0 0 34 0,1 0 34 0,1-2 13 16,2 2-8-16,1-4-26 0,-2 1-34 15,5 0-41-15,0-3-39 0,0 2-37 16,3 0-29-16,-1-1-24 0,1 0-17 0,1 2 28 16,-2 2 16-16,0-1-11 0,0 2-8 0,0 2 20 15,-1-1 13-15,2 2-25 0,-2 2-20 0,-2 3 0 16,2 1 6-16,-4-1-22 0,1 4-16 16,0 0-9-16,-2 2-1 0,-1 3-6 0,-1 0-8 15,-2 3-2-15,2-1-2 0,-4 2-3 16,1 1-4-16,-4 2-6 0,1 0-2 0,-4 2-2 15,2 2-2-15,-2 1-1 0,-3 0-1 16,2 2-2-16,-2 1 0 0,0-1 0 0,2 0 0 16,-1 0 2-16,3-1-1 0,-2-1 2 0,2-3-1 15,3-1-1-15,-1-2-1 0,4 1 0 0,1-4 0 16,1-4 0-16,1 3-1 0,2-5 0 16,1 1-1-16,1-2 0 0,0-3 0 15,1 0 0-15,1-1 1 0,3-2 1 0,-2-2-1 16,1 0 1-16,0-1 0 0,0-1 1 0,0-2 1 15,-2 1 0-15,1 0 1 0,1-2 0 16,-1-2 0-16,0 0 0 0,-1 0 0 0,1-1 0 16,-2-3 0-16,0 3 0 0,0-4 2 0,-2 3 0 15,0-4-1-15,0 1 2 0,0 3-1 16,-2-3 0-16,-1 2 0 0,-2-1 5 0,1 3 3 16,-1-2 4-16,-2 2 1 0,-1 0 2 15,0 1-1-15,-1 0-5 0,-1 0-4 0,1 2-3 16,-3 0-2-16,1 0-3 0,-2 2 0 0,0 0-1 15,1 2-2-15,-4-3 0 0,3 2 0 0,-1 3 0 16,-1-4-1-16,1 4 0 0,-1-3 1 16,2 3 0-16,-3-1 1 0,1-1-1 0,0 1-1 15,0 3 1-15,2-3-1 0,1 2 1 0,-3 1 0 16,0-3 0-16,2 4 0 0,0 0 0 16,0 0-1-16,0 0 1 0,2-1 0 0,-2 1 0 15,1 2-2-15,1-2 2 0,0 2-1 16,-1 0-1-16,3 1 1 0,-2 0 0 0,1 1 1 15,0-1-1-15,2 1 1 0,0 0 0 0,0 2 0 16,0-3-1-16,2 3 1 0,0 1 0 0,-1-2 1 16,2 3-1-16,2 1 0 0,-2 1 2 15,3 0-2-15,-1 1-1 0,-2 4 1 0,2-1 0 16,2 2-1-16,-4 3 1 0,2-3 0 16,1 4 0-16,-2-2 1 0,0 1 0 0,0-2 0 15,0 3 1-15,-1-3 0 0,0 1 0 16,-1 0 1-16,2 0-1 0,-2-1 0 0,-1 1 0 15,-1 0-1-15,2-1 0 0,-2 1 1 0,-2 1-1 16,2 1 0-16,-1-1 1 0,-4 1-1 0,2-2 1 16,0 2-1-16,0-2 0 0,-1-2-1 15,3 1 1-15,-2-3-1 0,-1 0 1 0,1-1 0 16,2-2 5-16,-3-3 7 0,0-1 5 16,-1-1 6-16,2-4 6 0,-3-2 5 0,-1 0 1 15,1-2 1-15,-5 0-2 0,0-3-3 0,-2 2-4 16,0-3-2-16,-4 3-3 0,3-2-3 0,-3 1-3 15,1 0-2-15,-2-2-3 0,2 4-2 16,-1-2-3-16,3 0-1 0,-2-1-3 16,3 2 0-16,4-3-1 0,-4 0-1 0,5 1 0 15,2-3-1-15,-2 1-1 0,4-1 0 0,0 1-1 16,1-2-2-16,1 0-3 0,1-2-8 0,1 1-11 16,0-1-17-16,1-3-27 0,1 2-58 15,0-3-76-15,-1 0-131 0,3 0-214 0,-3 0-305 16,2-2-351-16,3 2-283 0,-3 0-100 15,-1 0 484-15,1 0 654 0</inkml:trace>
  <inkml:trace contextRef="#ctx0" brushRef="#br2" timeOffset="33307.19">21219 5385 139 0,'0'10'333'0,"-3"0"153"0,3-4 135 0,-1 2-115 15,-1-2-68-15,2-3 26 0,-2 0 45 0,2-1 17 16,0 1-29-16,0-3-64 0,0 2-14 0,2-2-1 15,0 0-41-15,1-2-47 0,0-3-39 0,4 1-38 16,-3-5-55-16,5-1-61 0,1-3-36 16,0-4-21-16,4-2-14 0,-3-1-8 0,4-4-7 15,-2-2-8-15,5-1-7 16,-2-4-5-16,1 0-4 0,1-3-7 0,0 0-5 0,-2 1-4 16,3 0-2-16,-2 1-2 0,-1-1-2 15,-2 5-1-15,-1 3 1 0,-2 1 0 16,0 2 1-16,-1 5 0 0,-4 0 0 0,1 5 0 0,-1 3 0 15,-2 0-2-15,0 4-1 0,-3 0-1 16,1 1-1-16,-1 2-1 0,1-2 0 0,0 4 0 16,-2 0 1-16,1 0 0 0,1 1 1 15,-1 2-1-15,-1 0 0 0,2 0 1 0,0 2 1 16,-1 0 1-16,2 4 3 0,-3 0 3 0,2 5 4 16,-2 3 3-16,-2-2 0 0,-1 7 2 0,0 2 0 15,1 4-2-15,-2 2-2 0,-3 5-2 16,1 3-3-16,-3 2 0 0,-1 6-4 0,0-2-1 15,-2 3-2-15,2 1-2 0,-1-3-1 0,-1 2-1 16,2-2 0-16,2-2-1 0,-1-3-1 16,3-5 0-16,-1 0-1 0,4-8 1 0,0-2-1 15,-1-6-1-15,4-4-1 0,-1-3-5 16,1-3-3-16,1-4-12 0,1-3-16 0,1-4-22 16,0-4-47-16,-1-3-79 0,1-2-110 15,-1-1-171-15,0-1-295 0,-2-2-341 0,1 1-323 16,-1-1-144-16,2 2 280 0,-1-2 650 0</inkml:trace>
  <inkml:trace contextRef="#ctx0" brushRef="#br2" timeOffset="33779.03">21688 5481 305 0,'8'3'741'0,"-1"-1"335"0,0-4 99 16,1-1-230-16,0-2-235 0,2-3-149 16,2-4-87-16,2-2-80 0,-2-1-71 0,6-7-57 15,-4 1-71-15,3-7-63 0,-1 1-41 16,3-4-22-16,-3-1-14 0,3-3-11 0,-1 2-7 16,-1-4-5-16,0 1-6 0,-3-1-4 0,2 1 0 15,-3 0-2-15,-2 1-3 0,0 4 0 16,-1 3 1-16,-2 5 2 0,-4 5 1 0,2 2 0 15,-3 4 0-15,1 4-2 0,-3 1-3 16,1 4-4-16,0 3-5 0,-2 1 0 0,-2 7-2 16,0-1 0-16,2 7 0 0,-1 0 0 15,-1 3 0-15,0 3 1 0,-1 2 0 0,2 1 3 16,-4 4 2-16,2 1 1 0,2 1 2 0,-3 1 0 16,4 1 0-16,-3 1-3 0,2 1-3 0,-1-1-2 15,0 1-2-15,2-2-1 0,0 2-2 16,0-2-1-16,0-3 0 0,2 1-1 0,0-2 0 15,-1-1-1-15,2-3 0 0,-1 1 0 16,0-2 0-16,-1-4-1 0,-1-2 1 0,2 1-4 16,-2-3-7-16,0-3-11 0,-2 0-14 15,2-3-20-15,-1-2-43 0,-3-2-76 0,0-2-77 16,-1-2-132-16,1 0-194 0,0-3-315 0,-4-2-304 16,7 2-193-16,-3 0-44 0,3-2 434 15,1 1 553-15</inkml:trace>
  <inkml:trace contextRef="#ctx0" brushRef="#br2" timeOffset="34031.19">22266 5629 365 0,'7'-1'1187'0,"-6"1"436"0,2-2-132 15,1 1-305-15,-2-1-507 0,0-2-264 0,0 3-170 16,-2-2-93-16,1 2-60 0,-1-4-38 16,2 4-24-16,-1-2-11 0,-1 1-9 0,0 0-5 15,0 0-3-15,0 1-4 0,-1 0-8 16,-1-1-28-16,2 2-74 0,-1 0-75 0,-1-1-148 16,-2 1-266-16,-1 0-325 0,2 0-347 15,-1 0-216-15,1 0 21 0,2-2 598 0</inkml:trace>
  <inkml:trace contextRef="#ctx0" brushRef="#br2" timeOffset="34793.9">22923 4901 305 0,'0'-3'593'0,"0"1"297"0,0 1 155 0,0-1-212 0,-2-1-202 16,0 1-118-16,1-1-58 0,1 0-49 16,-4 2-54-16,3 1-49 0,-2 0-39 15,-1 4-40-15,0-1-53 0,-2 4-48 0,-1 3-37 16,2 3-29-16,-3 5-14 0,0 7-7 0,-2 6-6 16,2 3-4-16,-1 5-5 0,2 4-3 0,2 0-5 15,2 3-4-15,3-3-5 16,3-1-2-16,5-6-2 0,3-3-1 0,2-5 1 0,6-6 0 15,1-4 0-15,1-4 4 0,4-8 1 16,0-6 0-16,0-3 1 0,2-6 0 0,-1-5-1 16,-1-4-1-16,0-2 0 0,1-6 1 15,-4 2 1-15,-1-3-2 0,-3-2 2 0,-2 3-2 16,0-1 0-16,-5 0-1 0,-2 3 0 0,-2-3 0 16,-6 3-1-16,1-2-1 0,-4-1-1 15,-3 0 0-15,-4-3 0 0,-3 2 2 0,-1 0 0 16,-6 1 1-16,-1 2 2 0,-1 4 1 0,-3 2 1 15,-3 4 0-15,0 5 0 0,1 6 0 16,-3 4-1-16,2 6-2 0,2 2-2 16,-2 6-1-16,3 2 0 0,2 6-1 0,6 1 0 15,2 2-1-15,6 6 2 0,3-4-1 0,4 6 0 16,6-4-4-16,3-1-13 0,6 0-43 0,2-4-74 16,4-2-85-16,2-4-156 0,2-1-272 15,1-4-330-15,4-1-313 0,1-4-190 0,0-1 93 16,0-3 596-16</inkml:trace>
  <inkml:trace contextRef="#ctx0" brushRef="#br2" timeOffset="35141.42">23534 5008 213 0,'-6'16'658'0,"-4"3"337"0,0 4 137 16,0 5-163-16,0 1-345 0,3 5-233 0,-1 0-124 15,3 1-77-15,2 2-65 0,3 2-46 0,0-3-30 16,4-1-19-16,6-3-18 0,2-3-12 16,6-4-16-16,4-5-29 0,3-6-47 0,4-6-55 15,1-6-50-15,1-6-31 0,-1-3-9 16,0-9 16-16,0-4 76 0,-3-3 130 16,-3-3 136-16,-2-6 82 0,-3-1 83 0,-4-2 123 0,-1-1 44 15,-6-1-30-15,-4 1-62 0,-4-2-54 16,-3-3-60-16,-2 1-81 0,-5 0-54 0,-3 4-30 15,-4 3-19-15,-3 4-10 0,-5 6-11 16,-3 6-8-16,-4 7-10 0,-3 7-11 0,-1 8-6 16,-2 7-6-16,-1 5-3 0,2 8-3 0,2 2-14 15,4 3-32-15,2 5-77 0,2 1-103 0,5 0-181 16,1 1-296-16,4-2-347 0,4-2-377 16,0 0-189-16,4-2 257 0,5-2 708 0</inkml:trace>
  <inkml:trace contextRef="#ctx0" brushRef="#br2" timeOffset="47802.01">21333 7862 188 0,'0'7'487'0,"0"0"259"15,-1 1 185-15,-1-4-119 0,0-1-181 0,2 1-119 16,0-3-89-16,0 2-71 0,0-3-69 15,0 3-65-15,2-3-63 0,0 0 6 0,-1 0 32 16,2-4 25-16,1 1 11 0,2-4-9 0,2-5-8 16,1 0-46-16,2-7-43 0,2-3-35 15,1-3-25-15,2-5-14 0,3-1-9 0,0-3-5 16,0-3-5-16,2 0-6 0,-3 2 2 0,2-3 2 16,-3 4-4-16,0 0-2 0,-3 4 3 15,-1 0 4-15,1 3-3 0,-3 4-2 0,-1 3-1 16,-1 2 0-16,-2 3-6 0,-1 1-4 15,-3 5-3-15,2-1-2 0,-2 4-2 0,-3 2-1 16,5 0-2-16,-4 0 0 0,-1 2-2 0,0 1 0 16,2 1-1-16,-2 0 0 0,1 3 1 15,1 1 0-15,0 4 0 0,1 2 2 0,-1 3-1 16,1 4 2-16,-2 2 1 0,3 3 0 16,-3 4 2-16,-1 0-1 0,0 5 1 0,0 0 1 15,-1 2-1-15,-3 3 0 0,1 0-1 0,0 1-2 16,-2 1 0-16,0 1-1 0,-1-1-1 15,2-2-1-15,-1-2-1 0,0 0 0 0,2-7 0 16,-2 0-1-16,2-2 1 0,0-5-2 0,1-2 1 16,1-4-2-16,-1-2 0 0,2-3 0 0,0-1-1 15,0-2-1-15,2-1-4 0,-1-4-9 16,4-1-11-16,-1-3-18 0,0-1-39 0,1-5-74 16,-1-4-85-16,1-1-148 0,3-1-244 15,-4-5-320-15,3 0-336 0,-1 0-192 0,2-3 41 16,0-1 572-16</inkml:trace>
  <inkml:trace contextRef="#ctx0" brushRef="#br2" timeOffset="48184.88">21998 7507 300 0,'4'15'630'0,"1"5"297"16,-4 4 175-16,1 5-221 0,-1 4-254 0,-1 4-147 15,2 1-83-15,0 2-80 0,1 1-87 16,0-3-71-16,5-4-41 0,1-2-35 0,1-4-33 16,3-6-19-16,2-4 18 0,1-6 32 15,5-7 35-15,-1-5 15 0,0-5 10 0,1-7 5 16,-2-6-20-16,1-4-22 0,-2-5-25 16,0-4-9-16,-2-1-7 0,-2-2-3 0,-2 0-6 15,-5-1-1-15,-2-2-8 0,-5 0-7 0,-2 2-7 16,-3-4-7-16,0 0-5 0,-5 2 0 15,2 5 3-15,-4 0 5 0,0 5 3 0,1 6 1 16,-1 1-1-16,-1 8-5 0,0 2-8 0,-3 3-6 16,2 7-5-16,-2 4-5 0,2 3-3 15,-2 6-1-15,2 3 0 0,0 4 0 0,1 1 0 16,1 5 0-16,2 0-6 0,2 2-14 0,1 3-20 16,1-2-48-16,0 4-74 0,1-2-109 15,4 0-169-15,1-2-293 0,0-1-337 0,1 1-327 16,7-5-173-16,0 0 240 0,1-4 657 15</inkml:trace>
  <inkml:trace contextRef="#ctx0" brushRef="#br2" timeOffset="48385.39">22498 7899 453 0,'5'-1'1327'0,"-2"-2"355"0,1 1-219 16,-4 0-328-16,-2 0-507 0,0 1-263 0,2 0-160 15,0-1-85-15,0 1-52 0,0-1-33 16,0-1-19-16,0 2-10 0,4-1-6 0,-3 1-10 16,2-3-25-16,2 2-67 0,0 0-68 0,1 0-108 15,0-1-171-15,-1-1-311 0,2 2-316 16,-1-1-232-16,3 1-142 0,1 0 270 0,0 0 585 16</inkml:trace>
  <inkml:trace contextRef="#ctx0" brushRef="#br2" timeOffset="48792.91">22785 7973 18 0,'4'-3'484'15,"5"-5"415"-15,0-1 269 0,-1-3 1 0,3-2-306 16,4-5-255-16,0-2-135 0,2-4-64 15,2-3-66-15,0-1-57 0,2-4-49 0,-2-1-61 16,1-3-51-16,2-1-40 0,-2-2-24 0,2-2-11 16,-2 0-12-16,-2 2-6 0,0 2-1 15,-2 4 4-15,-3 2 4 0,-2 4 6 0,-3 6 4 16,0 3 5-16,-4 4-4 0,1 4-7 0,-3 2-7 16,-1 2-8-16,1 5-10 0,-2 0-6 15,0 4-6-15,-2 2-2 0,-1 4-3 0,0 4-1 16,-2 4-2-16,2 2 1 0,-3 1 0 15,1 6 1-15,2-1 1 0,-2 4 1 0,-1 4 1 16,1 2 0-16,-3 0 0 0,2 5-1 0,0 0 1 16,-1-2-2-16,2 1 0 0,-1-1-1 15,2 0-1-15,0-4-1 0,3 0-1 0,-1-2-2 16,2-2-8-16,-1-2-14 0,1-4-20 0,0-1-41 16,-2-4-76-16,0-3-90 0,1-1-151 15,-1-6-263-15,1-2-323 0,-3 0-328 0,2-3-188 16,2-3 68-16,0-3 610 0</inkml:trace>
  <inkml:trace contextRef="#ctx0" brushRef="#br2" timeOffset="49220.38">23727 7445 109 0,'-4'5'684'15,"-1"1"446"-15,-3 3 115 0,0 2-110 0,-2 3-347 16,2 3-283-16,0 0-141 0,2 7-69 0,-2 3-48 16,4 1-41-16,-1 4-58 0,2 1-52 15,3 0-35-15,1-2-27 0,6 0-15 0,1-5-8 16,6-6-4-16,0-2-5 0,3-3-2 15,2-6 0-15,0-4 0 0,2-5 3 0,1-3 0 16,-1-4 1-16,-1-3 1 0,0-3-2 0,0-4 0 16,-2-1 0-16,-1-2 1 0,0-2 6 0,-4 1 10 15,-1-3 11-15,-2 1 12 0,-2-4 9 16,-4 1 5-16,2-2-3 0,-6-3-7 0,0-2-8 16,-1-1-7-16,-7 2-4 0,2 0-3 15,-4 2-3-15,-2 3-4 0,-3 5-1 0,-3 4-5 16,-2 7-7-16,-3 8-4 0,-4 4-3 0,-2 7-5 15,-1 6-17-15,-1 6-68 0,-3 2-79 16,3 10-180-16,-1 2-277 0,1 4-332 0,-3 5-399 16,3 4-258-16,-4 4 99 0,2-2 774 15</inkml:trace>
  <inkml:trace contextRef="#ctx0" brushRef="#br2" timeOffset="51009.58">20933 8493 269 0,'-7'9'535'0,"-1"-1"215"0,0-2 91 16,1-1-269-16,2-2-245 0,4 1-128 0,-4-1-84 16,5-1 4-16,5-1 4 0,-1 1 66 15,5-2 35-15,3 0 19 0,4 0 40 0,4-2-34 16,4 1-25-16,7 1-49 0,5 0-21 0,6 0-23 16,3 3-8-16,5 0 6 0,5 0 3 15,5 3-15-15,2-1-3 0,5 1 34 16,2 1-12-16,7 0-19 0,0-1-14 0,6-1 10 15,2 3-7-15,2-5-33 0,2 1-18 0,2 0-9 16,0-3-4-16,-1 3-15 0,2-2-8 16,-1 2-3-16,1-3-1 0,-1 1-4 0,-5 2-4 15,2 1-3-15,-3 1 0 0,-2-1-1 0,-4 3 0 16,-4-1 0-16,0-1 1 0,-2-1 10 0,-4 0 5 16,-1-1 3-16,0-2 0 0,-4-1 2 15,-1-2-1-15,-5-4-7 0,-2 1-6 0,-1-3-2 16,-4-3-3-16,0-1-1 0,-5 0-2 0,-2-1-2 15,-4-1 1-15,-6 0 0 0,-2 1 0 16,-6-2 1-16,-1 4 0 0,-5-1-1 0,-3 1 1 16,-2 1-2-16,-5 3-2 0,-1 1-11 15,-3 1-41-15,-4-1-81 0,-2 4-143 0,-5 1-259 16,-2 1-308-16,-7 4-377 0,0 1-359 0,-6 0-39 16,0-1 625-16</inkml:trace>
  <inkml:trace contextRef="#ctx0" brushRef="#br0" timeOffset="62363.61">5669 10241 211 0,'2'-6'520'0,"-2"0"257"0,0 2 147 0,2 2-160 15,-1 0-248-15,-1 2-121 0,2 4-68 16,-1 5-41-16,-1 0-38 0,2 6-40 0,0 5-31 16,0 5-30-16,0 6-23 0,3 8-12 15,0 6 0-15,1 5 14 0,-1 7 8 0,1 5 15 16,2 5 8-16,-2 4-1 0,-1 4-14 0,-2 5-22 16,2-1-20-16,-2 4-26 0,0 1-25 15,0-4-21-15,-1 0-12 0,-1-5-6 0,-1-5-6 16,2-5-1-16,0-6 0 0,-1-7 2 0,1-6-2 15,1-5-4-15,0-10-10 0,-1-5-42 16,1-6-51-16,0-5-46 0,2-6-55 0,-2-7-101 16,-2-10-142-16,3-6-160 0,-3-10-239 15,-1-4-236-15,2-9-163 0,-4-3 129 0,2-8 430 16</inkml:trace>
  <inkml:trace contextRef="#ctx0" brushRef="#br0" timeOffset="62632.63">6016 10198 342 0,'9'-10'699'0,"-1"5"252"15,-2 3 122-15,-2 7-208 0,0 6-284 16,2 3-158-16,-4 9-44 0,1 3-10 0,-1 6-39 16,-1 8-42-16,-1 8-40 0,0 3-37 0,0 5-46 15,-1 5-46-15,-1 3-38 0,-1 1-28 16,1 1-15-16,0 2-12 0,-2-1-7 0,3 0-8 15,-1-2-3-15,1-2-5 0,1-1-4 16,0-2-1-16,0-6-3 0,0 0-11 0,0-6-42 16,0-3-64-16,0-7-61 0,-2-3-108 0,-1-6-164 15,-2-3-289-15,2-9-267 0,-2-2-213 16,-1-6-136-16,-2-6 250 0,-2-4 521 0</inkml:trace>
  <inkml:trace contextRef="#ctx0" brushRef="#br0" timeOffset="62939.13">5476 11199 33 0,'7'-2'412'0,"-2"-1"286"0,1-3 220 0,3-1 128 15,1-2-282-15,1-6-221 0,5-1-108 0,1-4-47 16,5-2-46-16,2-3-32 0,1-2-57 16,5-4-46-16,0 0-41 0,0-3-29 0,3-1-26 15,1-1-50-15,1 0-22 0,-1 1-11 16,0 1-7-16,-1 0-8 0,-3 1-7 0,0 4 0 16,0 4-6-16,-5 1 1 0,-1 6 0 15,-5 0-46-15,-2 6-50 0,-2 4-54 0,-3 4-93 0,-4 2-152 16,-3 4-243-16,-3 2-257 0,-4 4-234 15,0 3-174-15,-4-2 150 0,-1 7 468 0</inkml:trace>
  <inkml:trace contextRef="#ctx0" brushRef="#br0" timeOffset="63249.18">5576 11650 281 0,'3'11'510'0,"1"-2"170"16,0-4 116-16,7-3-185 0,0-3-124 16,5-3-39-16,0-7-14 0,6-2-13 0,2-3-47 15,1-6-85-15,5-6-78 0,0 1-59 16,5-4-46-16,-1-5-33 0,1-1-22 0,0-1-9 15,2-3-17-15,-2 0-14 0,-1-1-7 0,2 1-4 16,-2-1 0-16,-1 4-12 0,-2 0-23 16,1 1-51-16,-4 2-127 0,-1 4-189 0,-3-1-290 15,0 4-270-15,0 3-231 0,-2-1-25 16,-3 4 390-16</inkml:trace>
  <inkml:trace contextRef="#ctx0" brushRef="#br0" timeOffset="64316.58">6616 11112 210 0,'4'1'574'0,"-1"0"264"0,-2-1 109 0,1-1-144 16,1-2-230-16,2-3-154 0,-1-2-78 15,1-4-37-15,0-4-14 0,3-2-17 16,2-4-21-16,0-2-26 0,2-7-9 0,3-3-10 15,-2-1-21-15,4-6-28 0,-1-1-31 0,0 1-33 16,0-4-32-16,-1 2-19 0,2-1-16 0,-2 2-14 16,0 3-4-16,0 0 6 15,-4 7 7-15,1 1 1 0,-3 5 4 0,-1 5 9 0,-2 5-2 16,-2 0 0-16,0 4 1 0,-1 4 2 16,-1 2 0-16,-1 2-6 0,2 0-4 0,-3 1-7 15,2 6-5-15,-2 1-6 0,-2 6-4 0,2 4-2 16,0 2-3-16,-1 4 1 0,1 6-2 15,0 3 6-15,1 4 2 0,-1 2 2 0,0 5 0 16,2 2 0-16,-2 3 2 0,2 3-5 16,-1-2-1-16,-1 0-6 0,0 0-3 0,2 2-2 15,-2-3-3-15,0-1 0 0,0-2-1 16,0-2 3-16,0-3 10 0,1-4 4 0,-1-2 2 16,0-6 0-16,0-1-4 0,0-4-10 0,0-2-26 15,0-3-44-15,0-4-66 0,0-1-63 16,-1-4-91-16,-1 1-142 0,1-6-187 0,-1 1-272 15,-1-2-218-15,0-2-206 0,-2 1 41 16,4-4 431-16</inkml:trace>
  <inkml:trace contextRef="#ctx0" brushRef="#br0" timeOffset="64785.58">7149 10535 61 0,'8'-16'425'0,"0"4"285"16,-3 0 216-16,0 1 57 0,-1-2-286 16,3 4-196-16,0-2-112 0,-2-1-60 0,3 2-54 15,0 1-66-15,3-4-58 0,2 4-11 16,0-2-8-16,2 4-9 0,1-2 25 0,1 3 28 15,2 1 8-15,1 1-22 0,-2 2-10 0,0 0-9 16,1 4-35-16,-2 2-34 0,-1 1-26 0,1 3-9 16,-4 3-11-16,-2 1-1 15,2 7 0-15,-7 1 0 0,1 3 6 0,-4 5-4 0,-3 1-2 16,-3 5-6-16,-2 1-3 0,-2 2-3 16,-4 5-1-16,-1 0 1 0,0 1-1 0,-3 2-2 15,0 1-3-15,0 0-1 0,2 0-2 16,-1 1-2-16,3-1-2 0,1 0-2 0,1-1 0 15,4-3 0-15,2-2 0 0,1-6-1 16,4 0-1-16,0-6-1 0,2-2 0 0,5-5 0 16,3-2 0-16,2-7 1 0,2-1 1 0,4-5 1 15,3-4 0-15,3-4 0 0,5-4-7 16,2-5-26-16,3 0-73 0,-2-6-84 0,3 0-160 16,-2-1-287-16,1-3-329 0,-1 1-373 0,0-2-216 15,1 4 93-15,-3-1 677 0</inkml:trace>
  <inkml:trace contextRef="#ctx0" brushRef="#br0" timeOffset="65368.63">9176 10666 314 0,'2'6'714'0,"-1"-1"258"15,1-3 37-15,1 2-211 0,-1-2-270 0,4-1-167 16,3 2-81-16,3-3-29 0,2 3 3 0,2-1-31 16,2-2-47-16,3 1 3 0,3-1-15 15,0 0-18-15,2 2-24 0,0-2-16 0,2-2-15 16,-2 2-39-16,2-1-19 0,-1 1-14 15,1-2-8-15,-4-1-3 0,1 2-2 16,-2-1-1-16,-1 2-1 0,-2-1 1 0,-4 1-25 0,1 0-58 16,-5 0-63-16,-2 0-135 0,-2 0-212 15,-4 1-308-15,-3-1-295 0,-1 0-224 0,-3 0-39 16,-2-1 453-16</inkml:trace>
  <inkml:trace contextRef="#ctx0" brushRef="#br0" timeOffset="65682.92">9551 10485 211 0,'11'0'454'0,"3"2"245"0,-1-2 214 16,6 0-159-16,1 0-137 0,1 0-74 0,1 0-77 16,3 1-82-16,0 0-83 0,0 1-77 15,0 2-57-15,2 0-6 0,-2 2-7 16,0-1-7-16,-1 1-14 0,-2 0 12 0,0 2 2 15,-3 1-26-15,0 0-15 0,-2 1-7 0,-4 2-3 16,-2 0-19-16,-3 2-10 0,-2 2-6 16,-2 0-9-16,-3 0-11 0,-4 3-8 0,-2 3-9 15,-3-1-7-15,-2 1-6 0,-2-1-4 0,-3 2-3 16,-1 0-1-16,-2 0-5 0,1-3-20 16,-2 0-51-16,4-2-69 0,-2-3-91 0,1-2-165 15,4-4-303-15,4 0-315 0,3-2-284 16,3 0-171-16,4-1 183 0,4-3 617 0</inkml:trace>
  <inkml:trace contextRef="#ctx0" brushRef="#br0" timeOffset="67427.55">14375 10778 98 0,'0'3'381'0,"-2"1"245"16,2-1 216-16,0 0-29 0,0-2-157 0,0 2-98 16,0-3-81-16,0 2-79 0,0-2-68 0,0 0-62 15,2 0-40-15,-1 0 9 0,1-2 12 16,3-2 3-16,0-1-16 0,1-3-16 0,3-2-34 16,1-4-44-16,1-3-41 0,3-5-24 15,2-4-12-15,1-2-14 0,-1-1-7 0,5-5-11 16,-1-2-8-16,-1 1-5 0,3-4-5 15,0 2 1-15,-4 0 0 0,2 5 1 0,-1-1 0 0,-4 7 1 16,-1 1-2-16,-1 5-6 0,-5 2-3 16,1 4-1-16,-5 3-1 0,3 2 0 15,-4 2 1-15,0 3 0 0,-1 0 2 0,0 2-1 16,-1 7 1-16,1-1 1 0,-1 4 0 16,-1 7-1-16,0 2 1 0,0 6 0 0,0 4 1 15,0 3 1-15,-3 5 2 0,2 3 0 0,-3 4-1 16,1 1 0-16,-2 2-3 0,0 1-3 0,-2-1-2 15,2 0-2-15,2-3 1 0,-2-1-2 16,0-3 1-16,2-4 0 0,1-2-1 0,-1-5 0 16,2-2-2-16,-2-5 0 0,1-1-1 15,2-5-1-15,-1-2-1 0,-1-2-3 0,2-3-8 16,-1-1-12-16,1-3-15 0,0-2-26 16,-2-1-57-16,0-3-74 0,2-4-108 0,0-2-162 15,0-2-290-15,0 0-327 0,2-3-267 0,0-1-148 16,-1-1 270-16,1-1 604 0</inkml:trace>
  <inkml:trace contextRef="#ctx0" brushRef="#br0" timeOffset="68073.73">15015 10340 167 0,'2'-4'424'0,"-2"-1"209"0,1 2 163 0,2-4-133 15,-1 3-132-15,3-2-64 0,0-1-22 16,0 0-27-16,-1-1-48 0,2 0-57 0,2-1-55 15,2 2-48-15,1-1-32 0,2 0-3 0,-1 2-7 16,4 0-16-16,0 0-18 0,1 3 5 0,2 0-7 16,-1 3-28-16,0 1-7 0,-1 1-5 15,-2 4-3-15,1 1-26 0,-2 1-17 0,-3 6-7 16,-1 1-10-16,-1 1 0 0,-4 7 1 16,-3-2-1-16,-2 6 1 0,-5-1-4 0,-2 5 0 15,-3 0-5-15,-5 4-4 0,0 2-3 16,-5 0-3-16,-3 3 0 0,-1-1-1 0,0 1 2 15,2-3-1-15,-2 0 0 0,2-3 0 0,2 1 0 16,2-3-4-16,1-2-3 0,4-2-1 16,4-3-2-16,0-2-2 0,4-4-1 0,1-1-2 15,4-2 0-15,5-3-1 0,0-2 1 16,4 0 1-16,4-5 2 0,1-1 1 0,5-4 0 16,2-2 1-16,4-2 1 0,1-5-1 0,4-3-2 15,1-3-4-15,2-1-17 0,0-4-44 0,0-1-78 16,-1 0-89-16,0-4-161 0,-1 3-265 15,-2 0-327-15,-1 0-312 0,1 0-177 0,-4-1 114 16,1 1 590-16</inkml:trace>
  <inkml:trace contextRef="#ctx0" brushRef="#br0" timeOffset="68422.98">15687 10590 226 0,'-8'26'753'16,"0"2"372"-16,2 3 82 0,-2 2-138 0,4 2-357 15,0 2-234-15,1 1-134 0,6-4-84 0,1 0-57 16,2-4-53-16,6-4-61 0,1-6-38 16,6-6-22-16,1-2-3 0,1-7-2 0,4-7-5 15,1-4-2-15,0-6 0 0,1-6-2 0,-1-6-3 16,1-2 14-16,-2-7 20 0,-3 1 17 0,0-5 14 16,-6 0 12-16,0-3 9 0,-7-1-10 15,-4-1-8-15,-2 0-10 0,-3 0-9 0,-5 1-8 16,-4 2-4-16,-3 5-1 0,-3 2-5 15,-4 5-6-15,2 7-3 0,-7 3-8 0,0 10-7 16,-2 5-7-16,-1 6-7 0,1 8-4 16,-1 1-2-16,2 7-1 0,1 2-1 0,4 3 0 15,4 4-2-15,-1 1 1 0,6 0 0 0,1 3-2 16,2 0 0-16,4 2-11 0,4-2-15 16,0 2-33-16,4-3-76 0,2 0-88 0,2-2-161 15,2 0-283-15,2-4-329 0,1 1-352 16,4-2-194-16,-1-3 119 0,5-4 658 0</inkml:trace>
  <inkml:trace contextRef="#ctx0" brushRef="#br0" timeOffset="68630.39">16238 11055 287 0,'1'6'1227'0,"2"1"500"16,-3-1-199-16,0-1-347 0,0-2-478 15,-1 2-300-15,1-2-200 0,-2-2-95 0,2 1-50 16,0-1-30-16,0 1-17 0,0 0-16 0,2-2-43 16,-1 0-74-16,1 0-86 0,1 0-154 15,0-2-286-15,-2 0-331 0,4-1-326 0,-1 0-190 16,-1-1 125-16,0-1 617 0</inkml:trace>
  <inkml:trace contextRef="#ctx0" brushRef="#br0" timeOffset="69426.21">16789 10338 44 0,'5'-10'535'0,"-2"3"479"0,-3-2 236 16,0 5 11-16,0-3-296 0,-3 3-279 16,2-1-194-16,-6 2-123 0,2 2-77 0,-3 1-84 15,-1 0-79-15,-1 1-48 0,-2 1-28 0,-2 4-16 16,1-2-10-16,-3 3-8 0,2-1-6 15,-2 3-4-15,2 0-3 0,0 1-2 16,1 0 0-16,2 0-3 0,0-1-2 0,1 2-1 16,2-2-1-16,2 4-1 0,2-4 0 0,2 3-2 15,0-1 1-15,6 4 0 0,-1-1 1 0,4-1 1 16,3 4 0-16,1-2 1 0,6 2 0 16,1-2 2-16,2 1 2 0,2 0-2 15,0 3 2-15,2-2-1 0,2-1 2 0,-1 1-2 16,0 1 0-16,-1 0 1 0,-3 0 0 0,-1 0 0 15,-4 1 1-15,0-2-1 0,-5 1 3 16,0 1 0-16,-5-1-1 0,-3 0 1 0,-3-1 0 16,-1 2-1-16,-6-3 0 0,0-1-2 0,-3 1 0 15,-1 1 0-15,-5-3-1 0,0 1 0 16,1-1-1-16,-5-2-12 0,2 0-28 0,-3 1-67 16,0-6-68-16,2-3-122 0,-1-3-175 0,1-2-302 15,0-7-314-15,5-3-233 0,0-6-129 16,2-3 321-16,0-6 564 0</inkml:trace>
  <inkml:trace contextRef="#ctx0" brushRef="#br0" timeOffset="69654.19">16745 10285 385 0,'9'-4'951'0,"1"1"291"0,-2 2-47 0,-2-1-222 15,0 2-436-15,1 0-242 0,4 2-109 0,-2 1-26 16,3 0-5-16,1 0-15 0,2 2-22 15,2 1-12-15,1-3-10 0,2 0-32 0,2 0-27 16,-1-1-16-16,4-2-5 0,1 0-5 16,0-4-1-16,3 3-2 0,-1-2-2 0,2-3 0 15,0 1-2-15,2 2-6 0,-1-2-21 16,-1 2-51-16,1 0-43 0,-1-1-94 0,-5 1-165 16,2 1-303-16,-2 2-282 0,1 2-228 0,-3 1-156 15,2 3 236-15,-2-2 549 0</inkml:trace>
  <inkml:trace contextRef="#ctx0" brushRef="#br0" timeOffset="69989.28">17711 10484 346 0,'-19'38'1060'0,"0"8"436"0,-1 2-46 15,0 6-245-15,0 1-515 0,3 3-257 0,2 0-155 16,6 3-99-16,1-4-69 0,8 2-50 0,3-6-27 15,8-2-16-15,5-3-11 0,5-10-12 16,5-7-19-16,3-5-34 0,2-10-48 16,1-6-44-16,0-9-27 0,-1-5-15 0,-1-7 3 15,0-8 35-15,-4-4 56 0,-4-7 47 16,0-3 64-16,-3-6 72 0,-5-3 66 0,-1 1 31 16,-5-2 16-16,-5-5 3 0,-5 0-33 15,-1-1-45-15,-3-2-44 0,-7 1-25 0,0 1-14 16,-4 3-11-16,-2 10-9 0,-5 4-2 0,-6 7-6 15,0 10-1-15,-5 8-7 0,1 7-6 0,-4 11-18 16,2 8-57-16,-1 6-78 0,2 6-149 16,2 7-262-16,1 5-315 0,2 5-372 0,4 4-293 15,-3 6 1-15,-1 8 641 0</inkml:trace>
  <inkml:trace contextRef="#ctx0" brushRef="#br0" timeOffset="73205.98">14416 12559 154 0,'-2'8'400'0,"1"-2"218"0,-1-1 179 0,2-1-134 16,-1 1-136-16,-1-2-57 0,2-2-35 16,0 1-39-16,0 0-48 0,0-2-59 0,0 0-54 15,0 0-45-15,0 0-35 0,0 0-1 0,2 0 4 16,-2 0 14-16,1 0 13 0,-1 0-6 15,0 0-16-15,0 0-30 0,2 0-31 0,-2 0-31 16,1-2-28-16,-1 0-17 0,2-1-11 16,1-3-7-16,1 0-4 0,0-3-2 0,4-3 4 15,0-4 12-15,2-2 12 0,0-4 4 16,3-2 2-16,4-6 2 0,-1-4-1 0,5 0-12 16,-2-3-3-16,3 0-1 0,0-1 2 0,2-1-1 15,-3 3-3-15,0 1 0 0,0 1-1 16,-3 3 0-16,-3 3 2 0,0 4 1 0,-2 4 1 15,-4 3 6-15,-1 4 2 0,-2 1-3 0,0 3-1 16,-3 6 0-16,0-3 0 0,-1 3-7 16,0 1-5-16,-1 0-3 0,-1 2-4 0,0 0-2 15,0 4-3-15,0-1 1 0,-1 4-1 0,-1 3-1 16,0 3-1-16,2 3 1 0,-1-1 0 16,-1 5-1-16,2 2 0 0,-1 4 1 0,-1 1-1 15,0 3 1-15,2 3-1 0,-4 2 0 16,2-2 0-16,-1 3-1 0,2 0 0 0,-3-1 0 15,1 1 1-15,2-1 1 0,-3-2 0 16,1 0 1-16,-2-1 0 0,1-2 1 0,2-2-2 16,-1 0 1-16,0-4-1 0,0-1-1 0,1-2 1 15,-1-3-1-15,1-1 1 0,-1-2-1 16,1-3 0-16,-1-3-1 0,2 2 0 0,-2-5-2 16,3-1 0-16,-2 1-2 0,1-3-8 0,-1-2-10 15,2 0-20-15,0-1-37 0,0-1-70 16,0 0-71-16,0-7-108 0,0 0-160 0,2 1-262 15,-1-6-291-15,4 1-210 0,-2 0-153 0,-2-1 236 16,3-1 526-16</inkml:trace>
  <inkml:trace contextRef="#ctx0" brushRef="#br0" timeOffset="74143.52">15086 12146 131 0,'0'-2'369'0,"0"0"179"0,2 1 135 15,-2-1-161-15,2 1-157 0,-1-1-87 16,-1-1-37-16,5-2 256 0,-2 1-214 16,-1 1 26-16,1 0 5 0,1-2-10 0,-1 0-29 15,1-2-33-15,1 0-31 0,1 3-27 16,0-5-21-16,4 3-11 0,-4-2-10 0,2-1-14 15,2 2-26-15,2-2-22 0,-2 3-20 16,4-1-24-16,-2 2-16 0,1 0 19 0,1 2 21 16,-1 2 5-16,3 1-2 0,-3 1 5 15,2 2-3-15,-2 3-23 0,1 0-18 0,-1 2-9 16,-2 1-5-16,1 2-3 0,0 1-1 0,-3 4 14 16,0-4 6-16,-1 5 4 0,-3 1 4 15,-1 1 5-15,-3 3 5 0,-1-1-9 0,-1 2-3 16,-6 3-3-16,-1 3-1 0,-3 0-5 15,-2 0-7-15,-1 5-3 0,-5 0-3 0,-3-1-2 16,3 1-1-16,-5 3-1 0,2-5 1 0,0 0-2 16,3-2-1-16,-1-1 0 0,5-4-2 15,0-2-1-15,3-3-2 0,2-1-2 0,3-7-1 16,2 1 1-16,2-3-1 0,3 2 0 0,0-4 1 16,3 0 1-16,2-2 1 0,2-1 0 15,3 1 1-15,0-3 0 0,4-2 0 0,0-1-1 16,4-1 1-16,-2-2 0 0,2-3 1 0,3-1-1 15,1 0 1-15,0-4-2 0,2 2 0 16,-2-4-1-16,0 1-1 0,0 0 0 0,-1 1 1 16,-2 0-10-16,1 2-35 0,-3 1-68 15,-2 0-67-15,-2 0-112 0,1 2-170 0,-4 0-299 16,-1 0-296-16,2 1-218 0,-1 0-140 0,-4 2 267 16,4-1 549-16</inkml:trace>
  <inkml:trace contextRef="#ctx0" brushRef="#br0" timeOffset="74872.98">15808 12555 356 0,'1'3'751'0,"-1"-2"280"0,2-1 66 0,-1 0-262 16,4-1-274-16,-2-2-168 0,0-4-72 15,5-2-14-15,0-2-6 0,3-2-21 0,0-3-22 16,2-4-25-16,3-1-42 0,0-4-46 16,2-4-38-16,1-1-28 0,0-3-19 0,3-2-13 15,2-2-7-15,0-3-4 0,-2 1-6 0,2-1-5 16,-1 0 2-16,-1 0 0 0,-4 5-4 16,1-1 3-16,-5 4 1 0,2 7 1 0,-5 1-1 15,-1 4 1-15,-1 2-2 0,-3 4-3 16,-1 5-4-16,0 0-2 0,-2 1-4 0,-1 5-3 15,-1-2-2-15,1 2 0 0,1 3-1 0,-2 3 0 16,-1 5-2-16,0 0 0 0,-1 5 0 16,-2 2 0-16,3 5-1 0,-2 2 0 0,-1 4-1 15,0 1 0-15,-2 6 0 0,2-1 0 0,-2 5-1 16,-1 0-2-16,-2 3 0 0,3 0 0 16,-3 4-2-16,0-3-1 0,-2 2 1 0,1 0 0 15,-2-1 2-15,2 0 0 0,-1-2 1 0,2-1 2 16,0-4-1-16,-1-1-2 0,1-5 1 15,3 1-2-15,1-6-1 0,-1-3-2 0,0-1-7 16,2-2-12-16,3-7-21 0,0 1-46 16,0-4-75-16,0 0-83 0,0-5-146 0,3-2-243 15,-1-1-318-15,4 0-296 0,-1-1-194 0,1-1 22 16,2-2 541-16</inkml:trace>
  <inkml:trace contextRef="#ctx0" brushRef="#br0" timeOffset="75071.73">16495 12737 573 0,'2'4'1439'15,"-2"1"248"-15,-2 3-277 0,0-5-357 0,-2-1-474 16,2 0-257-16,1-2-152 0,-1-2-79 0,2 1-41 16,-1 0-27-16,1-2-14 0,1-5-8 0,2 3-15 15,1 1-53-15,2-5-76 0,-2 2-92 16,1 0-171-16,0-3-298 0,3 1-336 0,0 0-284 15,0 1-150-15,-2-4 216 0,2 0 626 16</inkml:trace>
  <inkml:trace contextRef="#ctx0" brushRef="#br0" timeOffset="75830.5">17090 12349 92 0,'-4'2'368'0,"0"-1"218"0,-2 4 183 0,1-2-40 16,-2 1-177-16,3 3-92 0,-1 2-49 0,0 2-31 15,-1 4-34-15,4 6-42 0,-1 6-43 0,3 6-12 16,3 8 9-16,2 4 7 0,-1 4-7 16,3 7-17-16,-1 1-27 0,2-1-43 0,3 1-51 15,0-5-45-15,7-6-29 0,1-7-21 16,4-9-12-16,4-7-6 0,7-10-1 0,-3-9 2 16,4-11 1-16,3-8 0 0,0-9 0 0,-4-9 0 15,1-5 0-15,-3-8-4 0,-4-1-2 16,-2-3 0-16,-5 0 8 0,-8 1 7 0,-3 3 8 15,-5 3 6-15,-7 1 2 0,-3 4-1 16,-7-2-6-16,-6 7-10 0,-2 1-7 0,-1 1-2 16,-2 4-5-16,-6 4 1 0,2 5-2 15,-3 3 2-15,0 5-2 0,0 3-3 0,0 7 0 16,0 6-3-16,3 3 0 0,-1 6-2 0,5 5-1 16,0 5-1-16,3 3 1 0,3 3 1 0,5 4 0 15,2 1 3-15,6 4-10 0,4 0-36 16,1 0-64-16,7-2-61 0,5-2-84 0,4-7-143 15,7-3-186-15,3-8-285 0,4-6-214 0,6-6-204 16,2-6 4-16,2-4 400 0,4-8 471 16</inkml:trace>
  <inkml:trace contextRef="#ctx0" brushRef="#br0" timeOffset="76134.24">17916 12467 57 0,'12'8'544'0,"-4"4"448"0,-2 8 218 0,-5 2-50 0,-1 7-350 16,0 4-231-16,0 4-142 0,0 3-85 15,0 2-58-15,2 3-43 0,-1 1-55 16,1-2-60-16,1-1-47 0,2-6-33 0,3-4-24 16,3-4-17-16,0-9-4 0,5-8-6 15,0-3 3-15,3-8-1 0,-2-6 0 0,4-11 1 16,-1-5-2-16,-1-6 1 0,0-7-2 16,0-4-1-16,-1-4 7 0,-1-3 4 0,-4 1 8 15,-5-5 8-15,-2 0 4 0,-4 1 9 0,-4 2-3 16,-3-3 0-16,-3 4-5 0,-3 3-7 15,-5 5-5-15,-1 5-7 0,-7 4-5 0,0 8-4 16,-6 9-4-16,-1 7-3 0,-2 8-4 0,-4 12-6 16,1 5-14-16,-7 9-41 0,5 6-74 0,-2 6-89 15,1 5-159-15,5 7-286 0,0 3-329 16,3 9-327-16,1 7-187 0,1 9 143 16,-2 7 627-16</inkml:trace>
  <inkml:trace contextRef="#ctx0" brushRef="#br0" timeOffset="78396.42">14207 12757 216 0,'-3'-3'414'0,"0"-3"176"16,1 4 174-16,1 1-174 0,-1 1-84 16,-1 0-32-16,1 0-4 0,1 1-31 0,-1 1-70 15,-1-1-76-15,-1-1-74 0,0 5-63 0,1-2-50 16,0-1-37-16,0 5-23 0,1 1-17 16,1 1-7-16,-1 3-3 0,0 1 2 0,2 4 0 15,0 3-1-15,2 1 0 0,0 2-5 16,1 2-5-16,0 3-4 0,0-3-3 0,2 4 2 15,4 2-5-15,-2-2 2 0,1 0 2 16,1-1-1-16,0-2 1 0,3-1-1 0,0-1 0 16,-1-2-1-16,4-6-2 0,0 1-1 0,1-3-2 15,2-3 1-15,-1-2 0 0,0-3 2 16,2-1 2-16,0-4-2 0,2-1 3 0,-1 0 4 16,1-1-3-16,-1-2-2 0,2 1 2 0,-2-2 24 15,0 3 12-15,2 0 11 0,1-1 2 16,-1 2 1-16,1 2-3 0,-1-1-17 0,1 2-14 15,0 1-10-15,-1 0 2 0,0 1-4 16,1 0 2-16,-1 1-5 0,0-2-1 0,-1 2 1 16,1-1-2-16,0-2 4 0,0 2 1 0,-3-4-1 15,5 2-2-15,-2-3 5 0,-2 3-2 16,4-6-5-16,0 3 3 0,-1-3 0 0,1 0 3 16,0 0-1-16,1 0 0 0,0-2 0 0,1-1-4 15,-4 2 3-15,3-3 1 0,-3 3-4 16,0-2 1-16,-1 1 0 0,0 0 5 0,-3 1-1 15,0-1-2-15,1 2-2 0,-3 0-1 0,1-1 0 16,-2 2-2-16,2 0-2 0,-3 1 0 0,0-1 1 16,1-2 2-16,-2 2 2 0,2 1-5 15,-3-3-1-15,1 0 6 0,-2 4-3 0,0-3 0 16,0 1 3-16,-3 0 0 0,0 0 0 16,-2 0-4-16,-1 0 2 0,0 1 0 0,0-1-4 15,-2 2 1-15,0-2 1 0,3 0 0 16,-4 2 2-16,1 0 0 0,-1-1-2 0,1 1-1 15,-2-1 0-15,3 1-1 0,1-1-1 0,-4-1 1 16,2 0 1-16,2 2 3 0,-2-2 2 16,-2 0 2-16,3 0 22 0,-3 1 36 0,1-1 20 15,-1 0 19-15,1 0 9 0,-2 1 6 0,0-2-18 16,0 2-27-16,0-5-19 0,0 2-15 16,0-2-14-16,-2 0-9 0,2-2-7 0,0-1-3 15,0 0-2-15,2-1-2 0,-2 0-1 16,2-3 0-16,-1 0-2 0,3-3-1 0,-1 1-1 15,3-4 0-15,-2-1 1 0,1 0 1 0,2-1 0 16,-1-1 1-16,-1 2 0 0,2 0 0 16,-2-1-1-16,0 5-3 0,-2 0 1 0,1 5-9 15,-3-1-50-15,1 4-74 0,-4 2-126 0,2 2-227 16,-3 2-304-16,1 2-357 0,-2 6-309 16,-3-1-96-16,-2 0 474 0,-2 2 673 0</inkml:trace>
  <inkml:trace contextRef="#ctx0" brushRef="#br0" timeOffset="80878.67">15811 12078 26 0,'-3'0'295'0,"1"-2"198"0,0 2 180 0,-1-1 3 0,3-1-181 16,-2 0-128-16,2-1-54 0,0 0-10 16,0-3 11-16,2 0 7 0,0 0-3 0,-1-5-15 15,3-1-39-15,-3-3-41 0,2 1-35 16,3-5-15-16,1-1 3 0,-1-2 1 0,2-1 10 16,3-2-1-16,-1-1-8 0,-1-5-27 15,2 3-34-15,-1-4-28 0,1 4-26 0,0 1-16 16,0-1-18-16,-3 3-7 0,3 5-4 0,-5 1-3 15,0 4-3-15,-1 1-4 0,-2 3-3 0,2 3-2 16,0 2-3-16,-2 3-2 0,0 0 1 16,3 2 0-16,3 2 0 0,1 2 0 0,1 0 1 15,1 0 0-15,2 4 0 0,0-3-1 16,3 4 0-16,-1-2-1 0,2 0 2 0,-2 2 2 16,2-4-1-16,1 1 0 0,1 0 2 0,1 1 1 15,0-4-2-15,0 0 0 0,2 0-1 16,-1 0 0-16,2-2 0 0,-2 0 0 0,0 0 0 15,0 0-1-15,2 0 4 0,-3 0 7 16,3-2 7-16,-3 0 4 0,-1 2 1 0,2-1 0 16,0 0-1-16,-1 1-6 0,-1-2-5 0,2 2-4 15,-3-2-2-15,3 0 0 0,2 2 0 16,0-2 1-16,-2 0 1 0,3 1 0 0,2-1 1 16,1-1-1-16,1 1 2 0,-1-1-2 15,2-1-1-15,2-1 1 0,0 1-1 0,-1-1 0 16,-1 0-3-16,4-1 0 0,-3 2-2 0,2-1 0 15,-1 2-2-15,-2 0 1 0,3-2 0 16,-1 4 1-16,0-1 0 0,-1 1 1 0,4-2 1 16,-2 1-1-16,5 0 1 0,-2-1 1 0,4-3-1 15,0 2 0-15,2-3 0 0,-1 1 0 16,3-1 0-16,-2-2 1 0,-1 4 9 0,0-4 3 16,-2 2 2-16,1-2 0 0,-4 5 1 15,2-4-1-15,-5 6-8 0,0-4-3 0,-3 5-2 16,1-1-1-16,-6 2 0 0,2 0 0 0,0 2 1 15,-4-1-1-15,1 4 1 0,0-2-1 16,-2 1 0-16,0 1 0 0,0-2-1 0,-3 3-2 16,3-2 0-16,-3 0-1 0,1-1-1 0,-3 0 0 15,-1 2 0-15,-1-4 1 0,-2 1 0 16,1-1 0-16,-3-1 0 0,1 1 0 0,-2 1 1 16,0-2 0-16,0 0 0 0,0 2 0 15,-2-2 0-15,2 0 0 0,-1 0-1 0,-1 0 0 16,2-2 0-16,-2 2-1 0,1-2 2 0,1 1 0 15,-2 0 0-15,2-1 1 0,-1 1 1 0,-1-2-1 16,2 1 0-16,-2-1-1 0,0 2-1 16,2-1 0-16,-1 0-1 0,1 2 1 0,-1-2 0 15,1 1 0-15,-1 1 0 0,1 0 1 16,1-1-1-16,-2 1-1 0,3-2 1 0,0 2 0 16,-3 0 0-16,3-1 0 0,-2-1-1 0,0-1 1 15,0 2 1-15,0-1-2 0,-3 2 1 16,-2-1 0-16,0 1 1 0,-2 0-1 0,0 0 0 15,1 0 0-15,-2 0 0 0,0 1 0 16,-1-1 0-16,2 3 0 0,-1 0 0 0,0 0 0 16,-1 0 0-16,2 0 1 0,-1 1 0 0,0 0 0 15,-1 1 0-15,2-1 1 0,-3 1-2 16,2 1 2-16,-2 2-2 0,4 0 0 0,-4-1 1 16,0 7 0-16,0 0 0 0,-4 4 5 15,4 1 4-15,-3 4 2 0,0 2-1 0,-1 4 2 16,0 4 1-16,0-1-5 0,0 4-4 0,-4-3-1 15,3 1-2-15,2 0-2 0,-2 0 0 0,2-7-2 16,0 2-1-16,-1-4-3 0,3-2-14 16,-2-2-26-16,-2-4-80 0,-1 0-106 0,0-2-207 15,-3-1-294-15,0-3-352 0,0-2-408 16,-3-6-169-16,-1 0 333 0,0-1 773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1T11:44:33.71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4090 2470 123 0,'1'-6'436'0,"-2"1"261"0,-1 0 218 0,-1-1-32 16,0 2-176-16,-3-1-149 0,1 1-110 0,-1 1-74 16,-1-1-86-16,-4 0-91 0,3 4-61 15,-1 4-32-15,-1 0-4 0,-1 2 5 0,0 4 6 16,0 1 21-16,2 5 13 0,-1 3 3 16,0 1-8-16,0 5-20 0,3 7-11 0,1 3-22 15,1 5-22-15,3 5-15 0,0 6-14 16,2 0-8-16,4 1-8 0,-1-1-6 0,5-1-6 15,2-2-3-15,2-7-1 0,3-2 1 0,2-8 2 16,2-5 0-16,3-8 0 0,3-4 0 0,2-8 0 16,1-7 0-16,3-7-1 0,-1-8 3 15,-2-5 4-15,-1-7 1 0,-1-4-2 16,-3-5-4-16,-3-1-6 0,-2-4-4 0,-2-2-3 0,-5 1 1 16,-3 2 1-16,-2-1 7 0,-6 4 13 0,-3 0 3 15,-3 2 0-15,-4 3 0 0,-3 2-2 16,-5 2-3-16,-4 3-7 0,-2 4-4 0,-2 4-2 15,-2 2 1-15,1 4-3 0,-3 5 1 16,3 5-1-16,2 2-1 0,1 6-1 0,3 1 1 16,1 6 1-16,4 1-1 0,2 4 0 15,3 2 1-15,3 3-2 0,2-1 0 0,4 1-4 16,2 0-2-16,2 0-14 0,3-3-44 0,2-2-64 16,1 2-58-16,2-5-83 0,2 1-143 15,-2-3-174-15,3-2-234 0,2 0-212 0,0-2-218 16,0-1-22-16,0-1 364 0,2-2 447 15</inkml:trace>
  <inkml:trace contextRef="#ctx0" brushRef="#br0" timeOffset="423.07">4893 2483 336 0,'8'-9'712'0,"-5"-1"350"0,-1 2 124 0,-1 4-268 16,-2-2-202-16,-1 1-137 0,-1 3-107 0,-3 1-100 16,-1 1-79-16,-5 0-64 0,2 3-67 15,-3 0-53-15,-2 1-31 0,-1 3-20 0,-3-1-10 16,0 3-7-16,1 0-5 0,-2 4-2 15,2-2 3-15,-2 3 1 0,3 0-3 0,1 3-3 16,-1 3-2-16,2 1-6 16,0 7-8-16,2-1-7 0,0 5-3 0,4 3-2 0,2 1-3 0,2 4-2 15,4-2 0-15,1-1-1 16,3 2-1-16,2-2 0 0,3-1 2 0,1-4 0 16,4 0 1-16,-2-4-1 0,6-3 1 0,-2-4-1 15,2-2 0-15,3-2 0 0,-2-4-1 0,4-3-4 16,0-1-9-16,-1-5-13 0,-1-2-24 0,2-2-62 15,-4-3-63-15,2-2-69 0,-5-4-116 16,2 1-158-16,-4-4-236 0,-1 1-232 0,1-1-214 16,-3-2-121-16,2-1 241 0,-1-2 471 15</inkml:trace>
  <inkml:trace contextRef="#ctx0" brushRef="#br0" timeOffset="745.76">5468 2368 390 0,'3'-21'803'15,"-1"1"343"-15,-2 3 52 0,-3 0-251 0,1 3-186 0,-2 4-172 16,-1 3-142-16,-3 1-108 0,0 5-68 16,-4 1-89-16,1 4-72 0,-5 5-42 0,1 4-20 15,-2 4-13-15,1 4-3 0,-4 5 1 0,4 2 3 16,-3 7 2-16,3 3 2 0,0 4 2 15,2 4-3-15,2 3-5 0,0 2-7 0,4 4-6 16,1 3-7-16,2-1-6 0,3-3-4 16,4-1-4-16,3-3-1 0,2-3 1 0,3-4 0 15,3-5-1-15,4-4-1 0,-1-6 1 0,6-3-2 16,0-7-1-16,2-3-7 0,-2-4-11 16,5-6-21-16,-2-4-50 0,0-3-73 0,0-4-96 15,0-3-159-15,-2 0-291 0,-1-5-320 0,2 2-287 16,-3-2-166-16,1-3 183 0,-2 0 612 15</inkml:trace>
  <inkml:trace contextRef="#ctx0" brushRef="#br0" timeOffset="1296.18">6711 2371 134 0,'2'5'476'0,"1"-3"263"15,0 2 247-15,4 1-29 0,2-2-235 16,-1-2-188-16,5 1-115 0,1-1-52 0,0 1-57 16,5-2-44-16,-3 0-39 0,4 0-28 0,2-2-17 15,-2 1-29-15,2-2-44 0,-2-3-43 0,-1 1-28 16,3 0-16-16,-5 1-12 0,1-2-4 15,-2 1-4-15,-3 1-3 0,-1 0-7 0,-2 1-49 16,-2 2-52-16,-4 1-61 0,0 0-138 0,-3 3-222 16,-4 2-310-16,-2-1-246 0,-1 5-214 15,-4-1-26-15,-4 3 468 0</inkml:trace>
  <inkml:trace contextRef="#ctx0" brushRef="#br0" timeOffset="1528.22">6676 2727 13 0,'-3'12'500'0,"3"0"443"16,0-4 219-16,2 0-27 0,-1-6-312 15,3 4-317-15,2-5-190 0,0 1-97 0,5-1-45 16,0-1 10-16,2-1 31 0,3-2-2 16,0-1-18-16,4 1-11 0,-1-1-17 0,0-2-47 15,3-1-56-15,0 3-30 0,-1-4-16 0,1 3-15 16,2 0-32-16,-2 2-70 0,0-1-73 15,0 0-155-15,0 0-290 0,-4 4-314 16,1 0-329-16,0 0-199 0,-2 2 77 0,0 0 628 16</inkml:trace>
  <inkml:trace contextRef="#ctx0" brushRef="#br0" timeOffset="5299.75">8765 1071 168 0,'2'-3'397'0,"-1"0"194"0,-1-1 167 16,0 1-130-16,0 2-65 0,0-1-35 0,0-1-35 15,0 3-44-15,0-1-66 0,0 1-83 16,0 0-93-16,0 0-70 0,0 0-49 0,0 1-31 16,2-1-10-16,-1 5-2 0,-1-2 10 0,0 2 12 15,2 1 23-15,1 3 28 0,-1 2 29 0,-1 1 21 16,3 5 0-16,-1 1-10 0,0 2-20 16,0 6-21-16,3 1-27 0,-3 4-23 0,2 2-15 15,-2 3-9-15,-1 1-3 0,1-1-9 16,-1 1-7-16,-1-1-5 0,1 1-6 0,1-6-3 0,0-4-3 15,-1 1-4-15,-1-5 0 0,2-2-2 16,-1-3 0-16,1-6-2 0,0 0-1 0,-1-4 0 16,1 0 1-16,-1-4-1 0,4-3 2 0,0-2 1 15,1-2 1-15,-1-2 1 0,4-5 0 0,0-2 1 16,0-2 0-16,0-4-2 0,2 0-1 16,-1-2 0-16,1-1 0 0,0-3 1 0,1 0 0 15,-1 1 0-15,1-3 2 0,-2 2-2 0,0 1 1 16,-1 3 0-16,-2 0-1 0,-1 6 1 0,-2-2 3 15,0 3-1-15,-2 2 2 0,-1 2 0 16,-1 1 2-16,-1-1 1 0,-1 3 3 0,-1 1 2 16,0 0 1-16,1 4 1 0,-2 1-3 0,1 0-3 15,-1 3-3-15,-2 1-5 0,1 6-2 0,-1 2-3 16,0 2 0-16,0 1 1 0,0 5-2 0,2 2 0 16,-3 4 2-16,1 0 1 0,2 1 1 15,0 2-1-15,1-2 0 0,1 2 2 0,-1-2-2 16,4-2-1-16,-1-2-2 0,1-3 1 0,1 0-5 15,2-3-10-15,3-4-26 0,-2-2-58 16,0-4-66-16,1-3-78 0,2-4-128 0,-1-4-173 16,0-3-279-16,0-6-237 0,3 0-207 0,-3-5-75 0,2 0 319 15,-1-4 502-15</inkml:trace>
  <inkml:trace contextRef="#ctx0" brushRef="#br0" timeOffset="5665.15">9176 1290 139 0,'2'-2'424'0,"-1"1"222"16,-1-1 137-16,2 1-96 0,1 2-136 0,-1 1-102 16,1 1-57-16,3 3-29 0,-3 3-13 0,2 1-65 15,1 2-58-15,-1 2-50 0,2 3-39 16,0 1-22-16,1 4-20 0,0 1-12 0,0 0-12 16,1 2-7-16,-1 3-10 0,2-4-19 0,-1 0-12 15,-1-1-10-15,0-3-3 0,-1-4-4 16,0 0-7-16,1-5 7 0,-3-2 17 0,2-3 55 0,-3-3 52 15,2-1 25-15,-1-5 9 0,0-2-1 16,-2-4-19-16,0-4-37 0,1-2-41 0,-3 0-22 16,1-4-9-16,-2 2-5 0,0-1-5 0,0-2-5 15,-2 0-4-15,1-2-3 0,-1 4-5 0,0-3-2 16,2 2-3-16,-1 4-1 0,-1 1 0 16,2 0-2-16,0 4-2 0,-1 0-2 0,1 3 0 15,0-1-1-15,1 2-3 0,-1 1 1 0,3 2-2 16,-1-1-8-16,0 1-31 0,-1 0-53 0,1 1-57 15,1 0-53-15,0 1-80 0,2-1-106 0,-2 1-113 16,0-1-89-16,0-1-124 0,0 2-243 16,2 1-135-16,-3-2 60 0,1 2 296 0,0 0 324 15</inkml:trace>
  <inkml:trace contextRef="#ctx0" brushRef="#br0" timeOffset="5931.4">9436 1333 70 0,'7'11'297'0,"-2"4"172"0,3 0 160 15,-1 4-60-15,2 1-88 0,0 1-46 0,-1 2-25 16,5-1-33-16,-2 4-50 0,0-3-58 0,3-2-75 15,1 1-64-15,0-4-53 0,0-3-32 16,2-2-2-16,-3-6 22 0,3-3 26 0,-2-3 24 16,-3-4 19-16,1-3 12 0,-3-5 13 0,0 0 20 15,-3-2 38-15,-1-1 33 0,-1-2 11 16,-2 1-8-16,-1-4-24 0,-4 3-43 0,-1-1-52 0,0-2-48 16,-3 4-30-16,-1-4-21 0,-4 1-15 15,3 2-8-15,0 1-4 0,-1 2-3 0,-2 2-4 16,1 3 1-16,1 5-2 0,-2 2-2 0,1 2-1 15,2 2-2-15,-1 5-4 0,3 3-14 0,-1 0-45 16,2 3-66-16,2 1-69 0,0-4-114 16,0 2-172-16,3-2-273 0,3-2-273 0,0-3-211 15,2-1-120-15,0-1 271 0,1-4 510 0</inkml:trace>
  <inkml:trace contextRef="#ctx0" brushRef="#br0" timeOffset="6196">9829 926 101 0,'2'-20'442'0,"1"2"302"0,-1 3 244 0,1 4-38 15,0 3-247-15,-2 5-187 0,1 0-125 16,-1 5-88-16,-1 1-78 0,0 5-67 0,0 4-33 16,2 5-16-16,0 3-1 0,-1 6 27 0,4 3 35 15,-2 4 32-15,1 1 2 0,-1 6-10 0,0 2-25 16,1 4-37-16,-1 1-45 0,-1 2-37 0,1 2-22 15,-1-2-12-15,3 1-5 0,0 1-6 16,-1-5 0-16,4-1-4 0,-2-5-11 0,1-4-53 16,-1-4-63-16,-1-3-68 0,1-7-117 0,-1-2-157 15,-2-8-226-15,0-2-256 0,0-6-219 16,-3-4-132-16,0-6 204 0,-1-5 443 0</inkml:trace>
  <inkml:trace contextRef="#ctx0" brushRef="#br0" timeOffset="6413.75">9679 1273 50 0,'0'5'418'0,"-1"1"277"0,1-3 178 16,1 0 83-16,2 0-247 0,3 0-192 0,2-1-124 16,0-1-64-16,4-1-35 0,0 0-86 0,2-1-78 15,2 1-52-15,2-3-27 0,2-1-15 16,0 3-14-16,3-2-9 0,2 0-4 0,2-2-25 15,0 2-105-15,3-2-155 0,-2 2-299 0,5 0-268 16,-1-3-268-16,3 3-158 0,-2-2 268 16,0 1 489-16</inkml:trace>
  <inkml:trace contextRef="#ctx0" brushRef="#br0" timeOffset="7199.03">10057 1813 221 0,'1'6'493'0,"-1"-3"218"16,2 0 154-16,1-3-177 0,0-4-151 0,2-4-99 15,0-3-50-15,3-4-33 0,1-5-55 16,-1-3-54-16,3-5-62 0,0-1-53 0,0-2-36 15,-1-1-25-15,2 2-8 0,-2 1-5 0,1 4 3 16,-2 0 16-16,-1 5 18 0,-3 2 4 0,0 2 10 16,1 7 5-16,-3 0-8 0,0 2-17 15,-1 3-14-15,-2 2-8 0,2 2-17 0,-1 4-15 0,1 3-2 16,-1 4 7-16,-1 2 10 0,2 5 3 16,0 2 0-16,-1 3 2 0,1 0-4 0,1 3-10 15,0-1-13-15,-1-2-8 0,2 0-6 16,-1 0-5-16,1-3-2 0,-1-2-3 0,2-1-3 15,-2-5-2-15,3-1 2 0,0-3 0 0,1-5 1 16,-1-3 1-16,2-3 1 0,3-7 0 0,0-4-2 16,0-2-2-16,0-5 1 0,2-2-2 15,-2 0-1-15,0-2-1 0,0 0 2 0,-3 4 0 16,1-1 2-16,-4 5 2 0,0 2 3 16,0 3 4-16,-2 2 2 0,0 6 0 0,-1-1 1 15,-2 1 0-15,3 4-2 0,-2 4-1 0,-1 2-2 0,-1 4 0 16,1 1 0-16,-3 7 1 0,3-3-2 0,0 4-2 15,0 1 0-15,0 0-2 0,3 0-1 16,-2 0-1-16,2 0-1 0,-1-2-1 0,1 0-5 16,-1-1-39-16,3-3-69 0,-2-3-60 0,3-2-99 15,0-6-163-15,1 0-280 0,-1-8-279 0,2-1-214 16,1-5-167-16,-1-4 189 0,0-1 528 16</inkml:trace>
  <inkml:trace contextRef="#ctx0" brushRef="#br0" timeOffset="7513.32">10591 1515 337 0,'0'6'609'0,"-1"4"260"16,1 4 95-16,-2 2-211 0,2 4-184 0,0 3-137 16,2 2-95-16,-1 0-82 0,2 4-75 15,2-3-67-15,2 1-45 0,0 1-33 0,1-5-15 0,0 0-6 16,5-3-5-16,-2-3-1 0,2-6-3 16,2-2 5-16,-2-8 2 0,3-2-3 0,-2-7 2 15,0-1 0-15,-1-6 1 0,1-4 2 16,-4-2 7-16,-1-3 14 0,-2 0 27 0,0-1 56 15,-2 1 56-15,-3-1 41 0,-2 0 6 0,-4 1-13 16,-2 0-27-16,-1-1-45 0,-2-1-45 0,-2 3-34 16,-1 2-15-16,-1 2-8 0,1 5-7 15,-3 1-5-15,2 8-3 0,-1 3-5 0,1 5-7 16,0 3-3-16,1 7-2 0,0 1-2 0,2 3-2 16,2 3-1-16,3 0 0 0,1 1-2 0,1 1-2 15,3-2-20-15,0 0-54 0,4-2-64 16,-1 1-63-16,1-4-117 0,2-1-177 0,-1-1-287 15,1-1-242-15,3 0-204 0,-2 1-110 0,3-4 308 16,0-1 508-16</inkml:trace>
  <inkml:trace contextRef="#ctx0" brushRef="#br0" timeOffset="8084.98">11116 1401 114 0,'0'-8'672'0,"0"-3"452"0,-5 3 134 0,1 2-115 15,-4-1-383-15,3 4-274 0,-3-1-155 0,0 3-88 16,-1 1-54-16,1 1-42 0,0 4-52 0,-2 0-35 15,1 2-32-15,1 0-17 0,2 3-9 16,-1 0-4-16,1 2-2 0,0 1 0 0,3 0 1 16,-1-1-1-16,4 1 1 0,-1 0 0 0,1-1 1 15,1 0-2-15,1-1 3 0,1-1 1 16,2 2 3-16,0-2-2 0,4 0-1 0,1 2 3 16,1-3 0-16,3 2 3 0,0-3-5 0,4 2 2 15,0-2 0-15,-2 3 0 0,3-5-5 0,-1 2 1 16,-1 0 0-16,-1-2 0 0,-2 2 2 0,-1-1 1 15,-2 1-2-15,-5 1 2 0,-1-2 2 16,-5 6 2-16,-3-2-2 0,-4 2-2 0,-3-1 1 16,-5 3-2-16,-2 1 0 0,-1 1-4 0,-5 1-43 15,-1 2-40-15,-1 2-36 0,-4-2-76 16,4-2-133-16,-2-1-184 0,0-3-255 0,5-4-240 16,3-5-211-16,2-9 25 0,4-4 389 0</inkml:trace>
  <inkml:trace contextRef="#ctx0" brushRef="#br0" timeOffset="8291.26">11151 868 218 0,'3'-15'889'16,"-3"4"417"-16,-5 3 34 0,2 7-140 0,-2-1-411 16,-1 5-313-16,0 2-156 0,1 4-79 0,0 2-62 15,1 3-65-15,0 5-55 0,1-1-28 16,0 2-17-16,3 2-37 0,0 1-68 0,3 0-56 15,2 0-91-15,1 1-158 0,2-3-245 0,0 2-292 16,3-1-223-16,1 1-195 0,1-1 121 0,0 4 503 16</inkml:trace>
  <inkml:trace contextRef="#ctx0" brushRef="#br0" timeOffset="8501.45">11549 1423 46 0,'0'3'714'0,"2"5"732"16,-4-1 166-16,1 2-257 0,-4 2-396 0,3 5-389 0,-4 4-216 15,0 1-143-15,1 6-78 0,-1 3-45 16,1 3-34-16,0 3-24 0,2 3-14 0,-1 2-11 16,4-1-20-16,0-3-71 0,1-3-80 0,4-5-161 15,-1-1-279-15,1-7-328 0,5-6-394 0,-1-6-256 16,2-7 49-16,1-8 712 0</inkml:trace>
  <inkml:trace contextRef="#ctx0" brushRef="#br0" timeOffset="8660.48">11674 1118 289 0,'-12'-18'1246'0,"-6"4"456"0,2 6-215 0,-1 1-344 15,3 4-452-15,-2 3-332 0,3 3-190 16,3 1-88-16,1 1-42 0,3 1-45 0,4 2-84 15,2 1-102-15,2 0-173 0,1 3-287 0,4-2-329 16,2 2-348-16,2 2-187 0,5-1 209 0,1 0 653 16</inkml:trace>
  <inkml:trace contextRef="#ctx0" brushRef="#br0" timeOffset="9666.07">12183 1719 27 0,'3'5'339'0,"-1"-2"246"0,0 3 227 15,-1 3 91-15,3 2-172 0,-1 4-143 0,0 2-109 16,3 5-72-16,0 2-74 0,2 6-77 0,0 3-73 16,0 6-57-16,2 2-33 0,-2 2-21 15,1 0-12-15,-1 3-12 0,1-1-12 0,-4 2-12 16,3-3-7-16,-1-2-3 0,0-5-2 0,0-3-4 15,-1-7-6-15,-1-3-3 0,-2-6 2 16,3-3 18-16,-4-4 16 0,-1-7 5 0,-1-6 3 16,0-7 4-16,-3-6 0 0,0-9-11 0,0-4-3 15,2-6 5-15,-4-4 7 0,1-7 12 16,1-3 5-16,-2-1-1 0,2-7-15 0,-3 1-5 0,3-2-7 16,3-2-15-16,2 2-7 0,2 1-6 15,2 9-3-15,1-1-5 0,-1 7 0 0,2 6 2 0,1 4 0 16,-1 2 1-16,1 7 0 15,-3 2 0-15,3 5 1 0,-2 2-3 0,-1 3-1 0,-1 4 0 16,2 2 2-16,-2 2 4 0,0 4 12 0,1 2 18 16,-2-1 12-16,0 4 4 0,0 1 1 15,-2 3-1-15,2 0-10 0,-4 2-14 0,0 4-8 16,-4-1-6-16,0 4-1 0,1 0-3 0,-2 1-4 16,-1 1-1-16,-1 0-3 0,2 0 0 0,-1-2-2 15,2 0 0-15,0-2-4 0,1 1-1 0,3-6-20 16,-1 0-46-16,1-4-55 0,1-3-45 15,2-1-44-15,4-4-60 0,0-2-60 0,3-5-42 16,-2-2-32-16,4-1-60 0,-2-1-79 0,3 0-69 16,1 0-6-16,-1 1 94 0,1 1 163 0,0 4 174 15,0 1 166-15,-1 3 144 0,-2 3 116 16,1 1 68-16,0 6 34 0,-1 2 34 0,1 3 6 16,0-1 4-16,1 5-27 0,-3-2-52 0,1-1-65 15,3 0-65-15,-4-2-27 0,1-2-28 16,0 0-9-16,-3-4-2 0,0-3 4 0,1-3 12 15,-2-2 15-15,-1-6 24 0,-1 1 20 0,0-9 26 16,-2-2 9-16,1-2-12 0,-4-4-27 0,0 1-32 16,-4-2-30-16,-1 0-31 0,-3-1-26 15,-2 0-15-15,-3 2-14 0,0-1-8 0,-3 1-9 16,2 4-6-16,-2-1-1 0,2 5-3 0,1 3-1 16,0 2-2-16,4 4 0 0,-2 4-1 0,5 2-1 15,-1 4 0-15,4 3-1 0,1 1-6 0,2 1-25 16,0 0-46-16,2 0-57 0,1 2-46 0,0 0-50 15,2-1-69-15,3-2-74 0,-2-2-63 16,2 1-62-16,-1-4-115 0,3 1-188 0,-2-4-180 16,2-1-15-16,2-1 179 0,-2-5 287 15</inkml:trace>
  <inkml:trace contextRef="#ctx0" brushRef="#br0" timeOffset="10235.67">12756 1634 138 0,'17'-13'307'16,"-1"-2"139"-16,1 1 43 0,-2 2-75 0,0 0-90 0,-2 1-66 15,0 0-37-15,-2 3-5 0,-1 1 3 16,-3 1 11-16,1 2 42 0,-2 2 52 0,-1 2 33 15,0 2-3-15,-2 2-29 0,0 2-35 16,-1 3-49-16,-4 2-53 0,2 6-38 0,-3 1-12 16,0 2-2-16,0 5-10 0,-2-2-20 0,3 5-15 15,-2-3-20-15,2 3-27 0,0-2-20 16,1-3-16-16,2-2 0 0,3-5-5 0,0-2-4 16,1-5-1-16,6-3 0 0,-1-5 0 0,3-5-2 15,0-7-4-15,2-3 4 0,4-1 0 0,-2-5-4 16,2-3 4-16,2-2-4 0,-4 1 0 0,2-2-2 15,-3 3 0-15,1 0 0 0,-4 3-1 0,-1 3 7 16,-3 3 7-16,-3 3 2 0,0 2 2 16,-1 3 4-16,-2 3 2 0,-2 3-3 0,-4 2-1 15,2 4 2-15,-4 3-4 0,2 2-2 0,0 2 1 16,-2 6-2-16,2-2 4 0,0 3-2 0,-1 2 0 16,3 0 2-16,1-1-4 0,0 1 1 0,1-2-4 15,3-2-3-15,1-2-4 0,1-2-3 16,0-4-1-16,3-2-2 0,0-6-22 0,0-2-19 15,0-2-20-15,3-6-17 0,-3-2-11 0,4-4-7 16,-4-2 20-16,2-2 22 0,-1-1 24 0,-1-2 21 16,1 3 10-16,-1-2 3 0,-1 4 4 15,-2-1 3-15,3 3-3 0,-5 1 1 0,2 4 2 16,-3 0 6-16,1 2 1 0,-3 4-2 0,3 2 5 16,-4 1 3-16,1 3-1 0,1 3-4 0,-1 5 1 15,-1 0 4-15,0 4-3 0,0 2-5 0,2 3 3 16,-2 2 0-16,0 2-7 0,2 5 0 15,-2 0 0-15,0 3 0 0,-2 5-3 0,2 1-1 16,-2 3 24-16,-1 1 14 0,-2 2 4 0,0 0 10 16,-4 0 22-16,1-1 8 0,0-1-13 0,-3-1-11 15,0-3-5-15,0-4-8 16,-1-3-21-16,0-7-12 0,1-2-14 0,0-5-41 16,0-5-36-16,3-4-70 0,1-7-137 0,0-2-186 15,4-7-294-15,1-4-246 0,4-2-217 0,3-6 24 16,2-2 419-16</inkml:trace>
  <inkml:trace contextRef="#ctx0" brushRef="#br0" timeOffset="10428.68">13660 1538 305 0,'5'-7'1176'0,"-7"4"489"0,-1 6-155 0,-4 6-327 15,-5 2-488-15,3 6-279 0,-7 3-191 0,3 4-96 16,1 4-55-16,1 3-32 0,-1 2-19 15,3-2-14-15,3 1-8 0,3-4-33 0,3-4-71 16,1-2-75-16,2-7-142 0,5-1-247 0,1-6-326 16,1-2-337-16,3-4-223 0,-1-4-7 0,1-3 545 15</inkml:trace>
  <inkml:trace contextRef="#ctx0" brushRef="#br0" timeOffset="10984.79">13958 1549 407 0,'1'-9'839'0,"-1"0"295"0,-1 4 18 16,-1 2-330-16,-1 5-280 0,1 2-200 0,-1 7-124 16,1 4-74-16,-1 5-32 0,1 5-20 15,2 6-17-15,0 4-13 0,0 5-12 0,0 3-4 16,0 4-19-16,0 4-14 0,0 0-4 0,0 5-2 15,-1 2-6-15,-1 2 7 0,2 5-3 16,-4-2 3-16,2 5-1 0,1 2 45 0,-2 2 37 16,-1 3 27-16,0-1 34 0,-3 4 9 15,2-4-1-15,-1 0-38 0,2-6-31 0,-1-5-31 16,1-7-32-16,1-9-36 0,0-8-83 0,0-9-97 16,1-9-181-16,-1-10-288 0,-3-11-325 15,5-12-353-15,-3-13-166 0,1-10 223 0,0-12 666 16</inkml:trace>
  <inkml:trace contextRef="#ctx0" brushRef="#br0" timeOffset="11176.51">13998 1354 437 0,'-2'-27'1281'0,"-2"7"354"0,-4 4-188 16,2 6-309-16,-4 4-509 0,1 4-251 0,1 2-165 15,0 5-84-15,2 4-51 0,-2 2-32 0,3 4-22 16,2 3-14-16,2 2-5 0,-1 2-8 15,4 1-26-15,-1-2-73 0,2 3-75 0,1-4-127 16,2 0-200-16,3-3-322 0,2-1-334 16,3-4-220-16,1-1-71 0,4-2 422 0,-2-3 576 15</inkml:trace>
  <inkml:trace contextRef="#ctx0" brushRef="#br0" timeOffset="11332.79">14376 1499 149 0,'0'12'793'0,"0"6"520"0,-4 2 129 0,-2 3-152 16,1 6-435-16,-2 2-335 0,-1 3-175 0,2-2-106 16,-2 1-84-16,2 1-67 0,1-4-46 15,2-4-80-15,1-5-87 0,1-5-152 0,-1-3-271 16,5-6-305-16,1-6-371 0,0-6-284 0,1-5-7 16,4-6 613-16</inkml:trace>
  <inkml:trace contextRef="#ctx0" brushRef="#br0" timeOffset="11495.34">14638 1092 633 0,'0'-15'1589'0,"-7"1"141"0,-1 6-342 15,-4 4-343-15,-1 4-485 0,0 6-291 16,-1 2-132-16,1 2-61 0,-1 3-38 0,5 2-29 16,0 2-65-16,0-1-83 0,3 1-158 0,3-1-274 15,1 2-313-15,4 2-384 0,-1-3-320 0,4-3 13 16,0 1 694-16</inkml:trace>
  <inkml:trace contextRef="#ctx0" brushRef="#br0" timeOffset="13353.42">8759 2592 312 0,'0'3'525'0,"-2"-1"165"0,1-2 71 16,1 1-319-16,0-1-213 0,0 2-116 0,0-2-58 15,1 0-27-15,1 0-13 0,0 0-8 16,2 0 94-16,2 0 78 0,-1 0 37 0,2 1 14 16,-1-1 13-16,3 2 65 0,2-2-57 15,-1 0-49-15,2 2-28 0,0-2-1 0,2 0-7 16,0 0-52-16,6 0-26 0,-2 0-18 0,3 0-11 15,2 0-20-15,2-2 23 0,1 2 21 16,4 0 17-16,3-2 5 0,3 1 6 0,1-2 1 16,-1-2-36-16,4 2-33 0,-2-1-16 0,1-1-7 15,-1 0-14-15,-1-2-3 0,1 2-1 16,1-1-1-16,-3-2-4 0,2 2-6 0,-3 0 2 16,2 0 0-16,-1 0 2 0,-2 0 0 0,0 2 0 15,-1 1 4-15,-1-1 7 0,-1 1-4 16,-1-1 0-16,0 2 3 0,2 0 2 15,-2 2-1-15,0 0-4 0,0 0 2 0,2 0-2 16,-1-2 1-16,1 2 0 0,1-1 2 0,0 1-1 16,-1 0 2-16,1-2 0 0,-1-1-6 0,0 3 0 15,1-1-4-15,-2-2 4 0,3-1-4 16,0 2 1-16,-1-2 1 0,2-1 8 0,-2-1-1 16,2 1 0-16,0 0 1 0,0-5-2 0,1 4 4 15,0-2-3-15,2-1-2 0,0 2-5 16,1-1 1-16,1 0-1 0,0 1 1 0,1-2 1 15,2 1 3-15,-1 2 2 0,-2-1-1 0,4-1 2 16,-3 2-6-16,2-2-1 0,1 2-4 0,-1-2 2 16,1 1-2-16,-1 0 5 0,0 0 1 15,1-1 3-15,-3 1-1 0,3 2 6 0,-3-3-4 16,1 1-1-16,0 3 0 0,-1-2-2 0,-1 2 2 16,1-2-7-16,-3 2 6 0,0 1-3 0,-2 0-1 15,-1 2 1-15,1-1-3 0,-1 1 5 0,0-1-2 16,-2 2-1-16,0 0 4 0,-1 0-3 15,-2 0-1-15,2 0 0 0,-2 2 2 0,0-2 4 16,-2 0-1-16,-1 0-4 0,1 1 3 0,1-1-3 16,-2 2 0-16,-2-2-2 0,4 0-1 0,-2 1 6 15,1-1-3-15,0 0 2 0,1 3-3 16,-1-3 1-16,2 2 3 0,0-2-1 0,0 0 1 16,0 0-2-16,0-2 4 0,0 2-2 0,2-3 0 15,0 3-5-15,-1-1 5 0,1-1-2 0,1 1-1 16,0-3 0-16,-1 2 0 0,1 0 0 0,-1-3 0 15,1 1 1-15,1-1 2 0,-1-1 50 0,0 4 25 16,1-3 12-16,1-1 4 0,-2 1-1 16,2 2-1-16,-1 0-44 0,0 0-20 0,1 1-12 15,0 2-6-15,3-2-4 0,-4 2-3 0,1 2-2 16,0-2-2-16,-2 2 0 0,2 0 1 16,-1-1-2-16,-1 2 1 0,0-2-1 0,1 3 2 15,-5-2-2-15,4 1 0 0,-3 1 4 0,-1 0-1 16,-1-3 1-16,1 1 0 0,-2 0-1 0,-1 2 1 15,1-3-2-15,0 3 0 0,-2-2 1 0,-1 0 1 16,3 1-1-16,-2-1 0 0,1 0 0 16,0 0 2-16,0 0 0 0,-2 0-1 0,1 1 0 15,0-2 2-15,-1-1 0 0,-1 3-1 0,1-1 10 16,-2-1 7-16,0-1 4 0,-1 2 0 0,-2-2-1 16,1 0 2-16,-3-2-10 0,0 1-7 15,-3 1-2-15,2-2-3 0,-3-1 1 0,1 2-3 16,-5 1 0-16,2-2-1 0,-1 1 0 0,-2 1 0 15,-2 0-1-15,1 0 2 0,-4 0-1 0,1 0 1 16,-1 0-1-16,0 1 2 0,1-1-1 0,-3 2-1 16,1-2-1-16,-1 0 0 0,1 1-1 15,-2-1 1-15,3 3-1 0,-3-1-1 0,2-1 0 16,0 1-10-16,-2 0-44 0,1 0-72 0,-1-2-82 16,0 2-156-16,0-2-273 0,0 0-327 0,-1 2-303 15,-3-2-190-15,-1 0 94 0,-3-2 592 0</inkml:trace>
  <inkml:trace contextRef="#ctx0" brushRef="#br0" timeOffset="17593.63">8971 3388 250 0,'-5'2'486'15,"3"-1"198"-15,-2 1 118 0,0 1-251 0,3 2-144 16,-2 2-67-16,1 1-34 0,2 6-2 0,0 4-8 15,0 2-17-15,2 6-22 0,1 3-39 16,0 5-36-16,0 4-43 0,2 2-28 0,0 3-28 16,2 2-15-16,-2 1-8 0,3 1-7 0,0-2-1 15,-1-2-12-15,2-1-3 0,-3-4-8 16,2-1-7-16,-1-4-7 0,0-4-6 16,-2-4 2-16,1-5-4 0,-1-2-3 0,0-4-5 15,0-3 2-15,1-2 1 0,-1-6 1 0,1-2 3 16,2-2 2-16,1-8 3 0,1-2-3 15,0-6-1-15,2-1-1 0,1-5-4 0,2-3-2 16,-2-1-2-16,2-2 5 0,0-2 3 16,-2 0-2-16,1 0 4 0,-3 0 7 0,-1 3 0 15,1 2-4-15,-5 0 32 0,-1 5 71 0,0 2 39 16,-2 4 3-16,-3 2 3 0,-2 2 0 0,-1 2-30 16,-2 4-56-16,-1 4-36 0,-1 2-10 15,-2 6-14-15,1 4-6 0,0 3-7 0,0 6-2 16,-1 4-1-16,3 2-3 0,-1 4-1 0,4 3 1 15,1 0 2-15,1 2 2 0,1 0 2 16,1-3 3-16,1-1-1 0,1-3 0 0,4-2 0 16,-1-2-4-16,5-5-2 0,-2-2-13 15,1-4-54-15,2-3-57 0,-2-2-71 0,1-7-120 16,0-4-163-16,0-6-218 0,-1-2-254 0,-1-3-222 16,1-3-122-16,-4-3 231 0,3-1 438 15</inkml:trace>
  <inkml:trace contextRef="#ctx0" brushRef="#br0" timeOffset="17921.53">9385 3881 44 0,'1'-3'328'0,"1"1"198"16,0 2 204-16,-1 2 8 0,2 1-152 0,-1 3-117 15,3 0-61-15,0 0-20 0,2 5-39 0,1 0-45 16,0 1-54-16,3 3-50 16,-1-1-38-16,-1 5-35 0,4-1-21 0,-2 2-14 15,0-2-3-15,1 4-7 0,0-3-13 0,-3 0-5 16,2-1-14-16,-3-5-16 0,-1 0-14 15,-1-3-6-15,-3-1-3 0,3-5 1 0,-3 0 4 16,-1-4 37-16,1-2 21 0,0-6 8 0,-1-4 1 16,1-3-5-16,-1-4-3 0,1-2-30 0,-3-2-20 15,2-4-10-15,-4 1-2 0,0-5-4 16,-1 0-5-16,0-1-1 0,0 1-3 0,-2-1 2 16,3 2-3-16,-1 6 1 0,0 2-4 15,3 5-5-15,-3 3-1 0,3 5-6 0,0 1 3 16,0 5-5-16,3 5 4 0,-3 1-19 0,3 5-42 15,-1-1-34-15,-1 4-60 0,1-4-108 16,1 3-155-16,-1-2-230 0,-1 1-243 0,4-1-238 16,0-4-106-16,1-3 249 0,4-1 441 15</inkml:trace>
  <inkml:trace contextRef="#ctx0" brushRef="#br0" timeOffset="18194.66">9752 3799 350 0,'6'17'691'0,"0"3"311"0,-1 0 123 0,2 3-290 15,0 2-249-15,1 2-157 0,0 1-107 16,0-1-92-16,3 1-82 0,0-3-49 0,-1-1-34 16,2-4-29-16,1-5-15 0,1-2-8 0,2-4-1 15,0-6-5-15,-2-5 1 0,2-2 3 16,-2-7-5-16,0-6 5 0,-3-1-4 0,-1-4 5 16,-1-1 46-16,-4-4 53 0,0 3 45 15,-4-3 19-15,-4 0 4 0,0 2-9 0,-5 0-41 16,-4 1-43-16,-1 1-39 0,-3-2-22 15,-1 4-15-15,-1-1-8 0,2 4-4 0,-1 3-3 16,0 3-4-16,4 4-7 0,0 3-27 0,1 5-48 16,2 2-49-16,1 4-51 0,0 1-88 15,2 0-144-15,4-1-168 0,0-1-246 0,1-2-229 16,5-3-189-16,0-1 91 0,4-6 415 16</inkml:trace>
  <inkml:trace contextRef="#ctx0" brushRef="#br0" timeOffset="18442.61">10076 3247 59 0,'3'-11'501'0,"-3"4"389"0,0 4 225 15,-3 3-1-15,3 1-376 0,-3 5-257 16,1 3-154-16,-1 4-95 0,1 1-54 0,2 8-30 16,2 2-3-16,1 6 24 0,0 4 31 15,2 5 13-15,0 2-10 0,2 5-27 0,-2 3-32 16,0 0-44-16,0 0-43 0,3 2-27 0,1-3-15 15,1-3-9-15,-1-2-5 0,2-4-2 16,0-4-2-16,-1-4-11 0,1-3-35 0,-2-5-55 16,-2-4-52-16,-1-5-49 0,-1-3-93 0,-4-4-144 15,-1-1-170-15,-3-6-230 0,0-3-222 16,-1 0-199-16,-3-2 95 0,-1-2 435 0</inkml:trace>
  <inkml:trace contextRef="#ctx0" brushRef="#br0" timeOffset="18671.45">9911 3681 29 0,'8'2'329'0,"0"-2"301"0,5 0 300 16,0-3 177-16,2 1-330 0,3-4-192 0,-1 3-90 16,2-2-140-16,0 2-100 0,3-1-103 15,-1-1-61-15,1 1-39 0,2 0-20 0,-2 1-8 16,-3 0-14-16,1 2-4 0,1 1-6 15,-4 1-22-15,0 2-120 0,-2 2-193 0,-1 3-287 16,-4 1-271-16,-1 2-267 0,-2 3-136 16,0 3 350-16,-2 1 523 0</inkml:trace>
  <inkml:trace contextRef="#ctx0" brushRef="#br0" timeOffset="18850.7">10594 4098 24 0,'4'17'704'0,"-3"-6"643"0,-2 0 129 16,-1-2-229-16,0-3-346 0,2 0-433 0,-1-3-234 15,-1-1-123-15,2-2-85 0,0 0-76 0,0-3-82 16,0 0-166-16,2-2-248 0,-1 1-291 0,3-1-284 16,-1 2-207-16,0-5 57 0,0 4 534 15</inkml:trace>
  <inkml:trace contextRef="#ctx0" brushRef="#br0" timeOffset="19881.7">11831 3635 13 0,'3'-17'479'0,"0"2"456"0,-3 3 283 0,0 0-32 15,-1 4-336-15,-2 2-303 0,-1 2-197 16,-2 4-119-16,1 2-79 0,-4 6-46 16,-1 4-37-16,2 6-24 0,-4 7-18 0,2 6-11 15,-1 3-2-15,3 6-2 0,-1 2-7 0,2 3-8 16,1-2 3-16,4-3 1 0,1-2-1 0,4-5-4 16,0-8 2-16,5-3 2 0,3-6-2 15,0-6-2-15,2-7-5 0,1-5 9 0,-1-7 0 16,2-3 3-16,-2-9 0 0,1 0 4 15,-4-6 1-15,1-1-1 0,-2-4-3 0,-1 1 2 16,-3 1 1-16,-2 0-5 0,1 1 2 16,-3 2 1-16,-1 4 1 0,-1 3-3 0,1 3 1 15,-2 5 20-15,2 1 13 0,0 3 9 0,-2 2 2 16,1 5-1-16,-1 4-2 0,2 4-17 16,-1 4-16-16,1 6-12 0,1 3-3 0,1 2 0 15,-1 5-1-15,4 2 4 0,0 2-1 16,-2 2 5-16,3 4 1 0,-1 2 2 0,-2 2 2 15,0 3-1-15,-1 3 2 0,-2 2-3 0,-2 3 2 16,-1-1-4-16,-2 2-2 0,-1-1 2 0,-5-1-2 16,0-2-1-16,-3-1-1 0,1-4 1 15,-1-3 5-15,-2-4-2 0,-1-5 0 0,1-5 1 16,0-6-1-16,0-4-1 0,1-6-3 16,2-7 1-16,2-4-1 0,0-7-1 0,4-3 1 15,1-5-2-15,3-3-1 0,3-2-1 16,1-3-1-16,6-4-1 0,2-2-2 0,4-1 2 15,1-1 1-15,5-3-2 0,2 1 2 0,4-3 1 16,2-2-1-16,1-2-2 0,2-2 0 16,0 0-1-16,0 0 2 0,1 1 8 0,-3-1 2 15,2 1 2-15,-2-1-1 0,-2 0 0 0,-4 2-1 16,2 1-2-16,-4 1-3 0,-4 3 0 0,-2 1 6 16,-1 3-2-16,-5 0 3 0,-1 2 4 15,-2 1 37-15,-3 1 23 0,-4 3 13 0,-1 4 9 16,-2 1 2-16,-4 4-3 0,0 6-31 15,-3 1-16-15,0 7-10 0,-3 4-10 0,0 4-5 16,0 6-6-16,-2 2 0 0,4 3-4 0,-1 6-4 16,5 0-1-16,-2 5-3 0,1 4 0 15,2 2-3-15,2 1-1 0,3 1 0 0,1 2 0 16,2 1 1-16,2-2-1 0,3-1 1 16,1-4 1-16,4 0 1 0,2-4-3 0,1-2-5 15,2-2-32-15,2-5-73 0,1-2-91 0,1-5-169 16,-1-3-289-16,0-2-333 0,2-3-340 15,0-3-188-15,1-4 178 0,-1-1 664 0</inkml:trace>
  <inkml:trace contextRef="#ctx0" brushRef="#br0" timeOffset="21007.52">12345 4089 32 0,'-2'0'339'0,"0"0"224"0,2 0 166 15,-1 0-12-15,1-1-227 0,1-4-169 0,1-1-102 16,1-5 7-16,2-1 11 0,0-5 1 0,3-3 8 15,1-5-2-15,1-3-10 0,-1-2-35 16,0-2-27-16,-2 1-13 0,-1 1-36 16,-1 4-17-16,0 0-6 0,-1 6-17 0,0 2 1 15,-3 3 1-15,2 5 3 0,-1 2 5 16,-2 1 0-16,2 2-8 0,-2 4-13 0,0 2-15 0,0 4-17 16,-2 4-12-16,2 4-12 0,0 3-5 15,0 4-2-15,0 6-2 0,3-2-4 0,-1 5-6 16,1 1-2-16,0-1-1 0,2 0 2 15,3 1 0-15,-4-1 7 0,1-1 2 0,2-3-1 16,-1-2-1-16,2-5-3 0,-2-1 0 16,2-6-2-16,2-3 3 0,0-5 1 0,0-5 1 15,1-6 1-15,3-5 2 0,-1-6-1 0,-1-2 3 16,1-5-2-16,1-1 3 0,-2-2 1 0,-3-1-2 16,0 1 1-16,-1 3 0 0,-4 1 3 15,-1 2-2-15,-3 2 26 0,0 5 26 0,-2 1 18 16,-1 4 5-16,1 0 1 0,-1 4 2 0,-2 2-23 15,1 1-24-15,2 2-19 0,-1 0-10 16,2 4-6-16,-1 2-4 0,0 1-3 0,2 3-1 16,0 4 0-16,0 0 0 0,2 5 0 15,0 3-1-15,1 0 3 0,0 2-2 0,1 1 0 16,1 0 2-16,0-1-1 0,1 0-2 0,-1-2 1 16,3-4 0-16,0 1 1 0,-2-3-2 15,2-4-1-15,0-1 3 0,1-4-2 0,-1-1 3 16,-1-2 0-16,-1-2 1 0,2-4 1 15,-2-2-1-15,1-3 0 0,-1-3-1 0,-1-3-3 16,2-3 1-16,0-2 2 0,-1-3 0 0,-1-1-3 16,3 0 2-16,-4 1 3 0,3-3-2 0,-1 4 1 15,-1 1-2-15,0 1 0 0,1 1 1 16,-3 5-1-16,0 0 1 0,-1 7-16 0,0-3-32 16,-1 3-47-16,-1 5-53 0,0-1-73 0,-1 1-130 15,-3 0-146-15,3 2-177 0,-2 2-253 16,-1 0-228-16,0 2-97 0,1-1 246 0,0 4 415 15</inkml:trace>
  <inkml:trace contextRef="#ctx0" brushRef="#br0" timeOffset="21442.56">12953 3918 128 0,'13'10'365'0,"-2"-2"202"0,3 0 185 16,-1-2-74-16,1-3-105 0,-1-2-53 0,3-2-25 16,-2-4-55-16,0-5-60 0,-1-1-74 15,-2-6-76-15,1 0-42 0,0-3-15 0,-3 0 14 16,0 0 20-16,0-4 8 0,-5 4-6 15,0-2-26-15,-3 2-34 0,-1 0-37 0,-1 2-36 16,-4 0-27-16,-2-1-16 0,-1 5-9 16,-4-3-2-16,2 4-7 0,-4 3 1 0,1 1-3 0,1 3 0 15,-2 3 0-15,1 4-3 0,-1 4-3 16,3 4-3-16,-1 4-2 0,3 3-3 0,0 8-2 16,2 0 0-16,2 9 1 0,-1 0-2 15,6 4 1-15,-1 3 2 0,2-2 1 0,-1 2 0 16,6-1 1-16,-3-3-1 0,4-1 0 15,-1-3-2-15,2-4-1 0,2-3-3 0,-2-5-21 16,1-5-43-16,-1-1-62 0,3-7-58 0,-1-3-87 16,-2-3-143-16,2-4-164 0,-3-3-258 15,3-3-214-15,-3-1-193 0,1-3 26 0,-2 0 386 16,1-4 435-16</inkml:trace>
  <inkml:trace contextRef="#ctx0" brushRef="#br0" timeOffset="21860.91">13198 3660 268 0,'0'0'479'0,"4"0"180"0,-3 3 112 0,1 3-205 16,1 3-147-16,3-1-81 0,1 6-12 0,2-1 5 16,-1 1-14-16,3 4-30 0,0-1-32 15,0 0-34-15,-1 3-44 0,2-1-47 0,-1 1-43 16,2-2-31-16,-2-1-22 0,0 0-15 0,3-5-7 15,-2 0-4-15,-3-2-6 0,0-1-4 16,1-3 2-16,-2-1 3 0,-2-3 3 16,0 0 3-16,1-4 6 0,-2-3 5 0,-1 0 1 15,1-3 2-15,-2-6-6 0,2 1-2 0,0-3-7 16,-4-2-4-16,2-4-4 0,-1-5-3 0,0 0 4 16,-1-2 1-16,2-4 0 0,-1 2 0 15,1-3 14-15,1 5 17 0,-3 2 21 0,2 2 17 16,0 5 20-16,-1 2 12 0,-1 5-7 15,-1 2-18-15,2 4-20 0,-1-1-19 0,-1 3-18 16,2 3-10-16,-2 0-5 0,3 2-3 0,0 4 0 16,-1 0 0-16,1 0 4 0,1 4-3 15,-1 0-4-15,0 1 3 0,1-2-2 0,-1 3-26 16,-1 0-44-16,3 0-48 0,-2 2-110 16,0-3-162-16,1 4-301 0,0 0-273 0,2 0-237 15,2-1-131-15,0 2 305 0,2-5 514 0</inkml:trace>
  <inkml:trace contextRef="#ctx0" brushRef="#br0" timeOffset="22462.08">13902 3484 56 0,'2'-3'547'0,"-4"3"449"0,-1 0 220 0,-2 2-64 15,-3 1-368-15,0 5-262 0,-2-1-162 0,1 6-79 16,0 1-39-16,-2 3-27 0,0 3-31 15,1 3-37-15,-1 1-32 0,0 5-24 0,3 2-20 16,-1 3-16-16,4 4-12 0,0-4-8 0,2-1-2 16,3-3-10-16,3-4-11 0,2-3-8 15,0-6 0-15,6-6-2 0,-2-2-3 16,4-8 1-16,1-5 0 0,2-6 2 0,1-5-2 0,2-6-1 16,-3-4 1-16,3-4-3 0,-1-2 2 15,-1-2-1-15,-1 0 2 0,-2 4 1 16,-1-1 3-16,-2 5 0 0,-3 3 2 0,-2 4 1 0,-1 3 0 15,-2 5-1-15,-1 3 0 0,-4 4-1 16,0 6 1-16,-1 4 1 0,-2 4 2 0,1 5 4 16,-1 4-1-16,-2 1 0 0,1 4-2 15,2 2-3-15,0 1-3 0,3 4-4 0,1 1 1 16,1 1 0-16,1-3-1 0,4 0 0 0,4-5 1 16,-1-5 1-16,2-3-2 0,2-8 0 0,1 0 0 15,0-9-2-15,2-4 0 0,1-6 0 16,-2-4-1-16,2-5 0 0,-1-4-1 0,1-5 1 15,-1-4 0-15,2-4-1 0,-2-2 4 0,2-5-1 16,-2-3-1-16,2-3 1 0,-1-4 1 16,-1-2 0-16,1-6 1 0,-1-1 1 0,-2 0 0 15,-1 1 1-15,1 3 2 0,-6 7 2 16,-2 8 5-16,-1 7 4 0,-2 7 4 0,-3 10-2 16,-1 4 0-16,-2 9 0 0,-2 10-3 0,-2 7-3 15,1 8 1-15,-2 6 2 0,2 6 1 0,1 5 1 16,4 7 7-16,-4 5 4 0,3 7 0 15,-1 4 0-15,1 3 0 0,2 4-7 0,0-1-6 16,3-1-8-16,1-4-4 0,2-3-4 16,2-7-4-16,3-4-8 0,-1-4-14 0,-1-7-45 15,2-4-76-15,-3-5-105 0,0-4-180 0,0-4-295 16,0-6-343-16,-2-3-321 0,0-3-160 0,3-5 277 16,-2-2 665-16</inkml:trace>
  <inkml:trace contextRef="#ctx0" brushRef="#br0" timeOffset="25220.29">16141 2227 148 0,'-2'9'502'0,"1"-1"279"0,-2-1 150 0,3 0-93 16,-2 2-233-16,4-3-146 0,-2 2-99 0,3 0-59 15,0 2-45-15,0-2-55 0,0 0-55 0,2-2-44 16,1 0-28-16,2-2-1 0,-1 0-4 16,-1-3-6-16,5-1 4 0,-3-1 23 0,0-4 23 15,0 0 19-15,1-2 17 0,-2-1 11 0,-1-3-1 16,-3 1-20-16,2 0-20 0,-2 0-27 16,-2 3-13-16,-1-2-11 0,0 1-8 0,-4 1-6 0,2 2-6 15,-2 1-6-15,-1 2-8 0,-2 2-7 16,1 0-6-16,-2 4-6 0,0 0-5 15,3 0-4-15,-1 2-3 0,0 0-2 0,0 1-2 0,3 2-1 16,-2-3 1-16,1 2-1 0,1 0 2 0,2-1 0 16,-1 1 0-16,2-2-2 0,0-1 1 15,0-1 0-15,2-1-3 0,-1 2-1 0,2-2-13 16,-1-2-47-16,1 1-75 0,1-2-120 0,0-2-195 16,2 1-305-16,-1-1-349 0,0 1-323 0,1 1-143 15,-1 0 395-15,3 0 657 0</inkml:trace>
  <inkml:trace contextRef="#ctx0" brushRef="#br0" timeOffset="26994.83">17553 1406 123 0,'-3'-8'440'0,"-5"3"277"0,-3 4 205 0,-2 2-75 16,-1 4-225-16,-2 5-117 0,-3 6-108 0,3 4-72 15,-1 10-62-15,1 2-53 0,0 10-49 16,3 8-41-16,1 8-25 0,4 8-6 0,0 3-11 15,5 8-10-15,1 3-11 0,2 1-4 0,2 2-3 16,1-1-10-16,3 0-11 0,3-3-2 16,1-6-3-16,3-4-9 0,4-8-8 0,1-5-21 15,2-7-16-15,2-6-25 0,-1-7-12 0,1-5-12 16,0-6-19-16,-2-5-18 0,-3-5-33 0,-3-1-47 16,-2-6-74-16,-3-2-89 0,-5 0-121 15,0-5-238-15,-4-1-190 0,0-1-65 0,-4-1 106 16,1-5 267-16</inkml:trace>
  <inkml:trace contextRef="#ctx0" brushRef="#br0" timeOffset="27440.16">17978 2103 38 0,'-2'1'428'0,"-1"6"315"0,-3 5 237 0,2 2 61 16,-3 5-330-16,2 7-219 0,0 1-129 16,2 8-68-16,2-1-55 0,1 6-53 0,0 3-48 15,0 0-38-15,3-1-29 0,2-3-26 0,3-5-15 16,1-4-4-16,5-4-4 0,2-9 0 15,5-6 0-15,-1-6 0 0,1-8-2 0,4-7-11 16,-1-7-3-16,-1-6-2 0,-2-6-7 16,1-5 7-16,-3-4 2 0,0-3 0 0,-3-1 8 0,-3 1 16 15,-1-1 34-15,-5 3 36 0,-4-1 30 16,-3 2 14-16,-3 1-3 0,-5 3-12 0,-6 2-27 16,-1 2-27-16,-4 4-22 0,-1 3-12 0,-3 8-7 15,0 4-7-15,-2 7-4 0,-1 9-7 0,1 6-8 16,1 6-6-16,1 6-3 0,1 3-4 15,4 5-3-15,2 5-4 0,5-1-5 0,3 2-30 16,1-1-58-16,5-1-51 0,4-2-75 0,-1-2-130 16,7-4-185-16,1-2-283 0,3-2-226 15,3-3-212-15,1-4-11 0,5-3 386 0,-3-2 468 16</inkml:trace>
  <inkml:trace contextRef="#ctx0" brushRef="#br0" timeOffset="27765.46">18674 2271 250 0,'9'5'628'16,"-2"-2"264"-16,-3-1 149 0,5 1-160 0,0 0-260 16,0-3-199-16,3 0-108 0,0 0-52 0,1 0-76 15,2-2-70-15,1 1-49 0,2-2-28 0,-2 0-18 16,2 0-10-16,2-1-7 0,-2 1-4 16,1 0-2-16,1 0-5 0,-2 0 0 0,0 2-1 15,-1-2-10-15,-4 3-42 0,-1-2-100 0,0 0-132 16,-2 2-185-16,-5 0-292 0,2 0-253 15,-6 0-137-15,-1 0 183 0,0 0 383 0</inkml:trace>
  <inkml:trace contextRef="#ctx0" brushRef="#br0" timeOffset="28029.43">18948 2098 227 0,'9'-1'444'15,"-1"-1"197"-15,3-1 122 0,1 0-226 0,1 2-168 0,0-2-99 16,3 1-42-16,-2-1-25 0,3 3-20 0,2 0-12 16,-3 0-10-16,1 3-4 0,1 0 12 0,-1 3-5 15,-2 2 1-15,-2 0-14 0,-3 4-5 16,0 0-10-16,-3 2-24 0,-2 2-21 0,-2 0-23 16,-1 0-22-16,-4 4-19 0,-1-1-12 0,-2 1-6 15,-2 0-4-15,-3 0-3 0,2 0-2 16,-3 2-13-16,2-2-61 0,-1-2-139 0,-1-1-216 15,2-1-282-15,2-1-261 0,4-3-217 16,1-2 64-16,2-3 430 0</inkml:trace>
  <inkml:trace contextRef="#ctx0" brushRef="#br0" timeOffset="28584.94">19673 2466 170 0,'-2'11'561'0,"-1"-7"289"0,3 0 116 0,3-4-84 15,2-4-269-15,3-5-177 0,5-4-108 0,1-7-52 16,6-3-23-16,1-5-48 0,6-5-48 0,2-4-25 16,1-3-17-16,1-3 19 0,3-1 8 15,0 1 8-15,0-1 7 0,-3 5-10 0,-2 2-5 16,-2 4-34-16,-6 4-23 0,-3 7-14 0,-4 4-21 16,-3 5-7-16,-2 4-1 0,-4 6 1 15,0 4-2-15,-2 10-7 0,-3 4-6 0,0 7-7 0,-3 5-8 16,2 4-6-16,-3 4-4 0,1 3-3 15,0 1-1-15,0 3-1 0,-2 0 2 0,5-2 0 16,-3 1 1-16,2-1 1 0,1-1 0 16,0-2-3-16,0-2-18 0,1-5-53 0,2-4-65 15,-1-4-72-15,2-8-129 0,-1-4-183 16,1-5-311-16,1-7-256 0,-1-4-209 0,1-4-73 16,2-7 371-16,-1-5 519 0</inkml:trace>
  <inkml:trace contextRef="#ctx0" brushRef="#br0" timeOffset="28881.71">20415 1350 6 0,'9'-9'331'0,"-2"2"230"16,2 6 284-16,0-1 174 0,0 4-264 0,3 3-188 15,-1 1-98-15,5 4-61 0,-3 4-107 0,-1 0-79 16,4 6-38-16,-2 2 0 0,2 4 14 15,-2 3 21-15,2 1 8 0,-3 6-13 0,-1 0-29 16,-1 4-41-16,-1 4-41 0,-1 2-33 0,-2 2-24 16,-4 4-17-16,0 4-9 0,-3-2-7 0,-2 6-5 15,-1 0-4-15,-2 2 0 0,1 1 0 16,-5 2-2-16,0 3 1 0,-2 1-3 0,1 1 0 16,0 0-25-16,-1-3-58 0,-2-2-60 0,4-2-84 15,-3-7-151-15,3-2-249 0,0-8-302 16,0-4-248-16,5-5-203 0,-4-9 71 0,5-6 514 15</inkml:trace>
  <inkml:trace contextRef="#ctx0" brushRef="#br0" timeOffset="29663.85">21766 1828 22 0,'15'5'376'0,"0"0"367"0,2-1 332 16,0 2 92-16,0-1-356 0,5-2-229 0,0 0-141 16,4 0-140-16,-1 2-107 0,2-5-79 0,2 0-48 15,-3 0-33-15,1-3-19 0,0 0-10 16,-2 0-2-16,-1-1-3 0,0 1-4 0,-4-1-8 15,1 1-26-15,-7 0-110 0,-3-2-144 0,-2 4-222 16,-5 1-283-16,-3 0-271 0,-2 4-183 16,-6 1 207-16,-3 4 440 0</inkml:trace>
  <inkml:trace contextRef="#ctx0" brushRef="#br0" timeOffset="29861.56">21740 2235 98 0,'-2'10'540'0,"4"-2"326"16,-1-2 185-16,6-1 13 0,2-2-385 0,5-2-250 16,2-2-125-16,6-1-66 0,5-1-58 15,3-1-60-15,3-3-46 0,4 1-34 0,-1 0-19 16,3 2-9-16,-4-2-9 0,2 4-14 0,-4 2-62 16,-5 0-132-16,-1 2-201 0,-3 4-283 0,-6 1-265 15,-1 2-231-15,-8 2 28 0,1 2 410 16</inkml:trace>
  <inkml:trace contextRef="#ctx0" brushRef="#br0" timeOffset="38027.97">9081 7084 27 0,'-3'-5'416'15,"-2"2"376"-15,-1 1 308 0,0-2 58 0,-1 0-353 16,1 2-201-16,-2 1-99 0,-1-1-73 0,2 0-70 16,-1 2-60-16,-1 2-45 0,1 0-51 15,-1-1-56-15,-1 3-46 0,-1 0-33 0,0 0-20 16,1 1-10-16,-2 2-8 0,2 2-6 15,-2 0-6-15,2 2-3 0,-1 1-3 0,0 7-3 16,3 1-5-16,-1 3-1 0,1 7-2 16,0 3 0-16,3 4 3 0,2 3 1 0,1 4 1 15,4-1 0-15,1-2-1 0,2 1 0 16,4-4-4-16,2-2 0 0,2-5-1 0,3-2 0 16,0-6 2-16,4-4 3 0,2-7 4 0,2-3 3 15,0-6 1-15,3-6 1 0,1-7-1 16,-1-4-4-16,3-5 0 0,-3-7-4 0,1-2-1 15,-4-1-1-15,-1-7 0 0,-3 2 0 0,-4 0-1 16,-2-1 1-16,-3 1-1 0,-2 2 2 16,-4 1-2-16,-5 0 0 0,-3 2 0 0,-5 1 0 15,-3 1-1-15,-2 1-2 0,-6 2 0 0,-1 1-2 16,-2 3-2-16,-2 1-1 0,-1 7 0 16,0 1-1-16,-1 4-1 0,2 5-1 0,1 6-1 15,1 3-1-15,1 4-3 0,2 5-8 16,3 1-17-16,2 0-48 0,2 2-75 0,2 1-107 15,2-2-173-15,0 0-297 0,5 1-338 0,0-1-307 16,3 1-154-16,4-3 264 0,1-1 637 0</inkml:trace>
  <inkml:trace contextRef="#ctx0" brushRef="#br0" timeOffset="38927.8">10327 7004 278 0,'-3'-2'591'0,"-2"1"326"15,2-1 188-15,-2 1-263 0,-1-1-175 0,0 0-144 16,1 2-95-16,-3 0-60 0,3 2-52 16,-3 1-38-16,-1 2-37 0,1 3-35 0,0-1-39 15,-1 6-48-15,1 1-38 0,0 6-30 16,1 6-16-16,-2 5-11 0,5 7-8 0,2 6-5 16,0 3-5-16,4 4 1 0,1 1 1 15,6 0-1-15,1-3 0 0,1-1 1 0,5-6-3 0,1-5-3 16,2-5 0-16,5-8 5 0,1-5 3 15,-1-9 1-15,5-9 0 0,-1-5 2 0,0-10 1 16,-1-3-3-16,0-9-2 0,-3-6 0 16,-4-2 0-16,1 0 0 0,-4-3-1 0,-6-1 1 15,-1 1 1-15,-2 0 2 0,-4 3-1 0,-2 0 1 16,-5 3-1-16,-5-1-1 0,-2 2-4 16,-1 0 0-16,-6 1-1 0,-2 2-2 0,0 1 0 15,-3 3 0-15,0 3-1 0,1 5 1 0,-2 6-3 16,1 4-2-16,1 7-1 0,-1 4 0 15,1 5-1-15,5 6-5 0,-1 1-6 0,4 4-27 16,1 3-66-16,2-1-67 0,2 2-103 16,3 0-169-16,-1-2-306 0,3 1-310 0,3-4-232 15,3 2-155-15,3-4 260 0,1 0 582 0</inkml:trace>
  <inkml:trace contextRef="#ctx0" brushRef="#br0" timeOffset="39723.11">11766 6988 232 0,'-2'-6'570'0,"2"2"322"0,-1 0 199 16,-1 1-197-16,1 0-237 0,-1 2-167 0,0 1-123 15,-2 0-96-15,-1 3-91 0,2 0-58 0,0 3-36 16,-2 2-4-16,0 1 18 0,2 3 27 16,-2-1 27-16,2 5 22 0,-1 2 6 0,0 3-14 15,0 2-27-15,0 3-27 0,1 5-30 0,0 0-26 16,1 2-18-16,1 3-11 15,1 2-6-15,1-1-7 0,1 1-3 0,4 2-3 0,1-5 0 16,2 2-3-16,2-3-2 0,4-5-1 16,3 1 5-16,3-8 2 0,1-7 3 0,2-3 1 15,4-5 1-15,-1-9-2 0,2-5-2 0,-1-4-6 16,2-5-3-16,-3-8-4 0,-3-5 0 0,0 0 1 16,-4-5-1-16,-1-3 1 0,-2-1 3 15,-1 1 0-15,-5-2 1 0,-3-2 0 16,-3 3 1-16,-2 0-1 0,-4-1-1 0,-4 4 1 15,-2-2-1-15,-2 3 1 0,-5-1 0 16,-2 3 0-16,-3 4 1 0,-3 5-3 0,-1 3 0 16,-2 6-3-16,-1 8-1 0,-3 5-2 0,-1 6-7 15,-2 8-23-15,1 4-67 0,-1 5-70 0,1 1-126 16,2 3-210-16,2-3-310 0,4-1-340 16,3-3-240-16,0-5-98 0,6-1 428 0,-4-2 614 15</inkml:trace>
  <inkml:trace contextRef="#ctx0" brushRef="#br0" timeOffset="40993.98">7116 7427 326 0,'0'-6'711'0,"0"0"356"0,-3 0 112 0,1 2-292 15,-1-2-174-15,-2 3-111 0,2 0-112 0,-3-1-100 16,1 3-74-16,-1 0-52 0,-1-1-74 16,-2 2-63-16,0 0-36 0,-1 0-23 0,0 2-16 15,-4 0-10-15,1 4-10 0,1-2-8 0,-1 5-6 16,-1 1-2-16,2 0-5 0,0 3-4 15,-2 5-1-15,3-1 1 0,3 5-3 16,-3 2 0-16,5 2-2 0,1 1-5 0,0 1-3 16,5 1-3-16,0-3-3 0,3 1 0 0,1-4 5 15,2-2 8-15,1-2 3 0,3-4 3 0,0-4 1 16,3-2 4-16,1-6-1 0,0-5 1 16,3-4 2-16,-1-6 1 0,3-5 1 0,-2-3-2 15,-1-3-4-15,0-2-1 0,-3-2-2 16,1-2-3-16,-3 1 0 0,0-1 0 0,-3 3 1 15,-2 3 1-15,-1 2 0 0,0 2 1 0,-2 1 2 16,-1 4 2-16,-2 0-2 0,0 2-1 0,-2 0 0 16,-1 2-1-16,1 2-2 0,-1 2 0 15,-2-3-1-15,4 4-1 0,-4 1 0 0,4-1-1 16,-1 1 1-16,1 2-1 0,-1-1 0 16,2 3-1-16,-2-2-2 0,2 2 0 0,0 2-3 0,0 0 1 15,0 1-2-15,0 4 0 0,0 1 0 16,0 3 1-16,2 1 1 0,0 5 0 15,1 0 2-15,0 3 1 0,3 3 0 0,0 0 0 16,2 3 1-16,2 2 0 0,1-3-1 0,0-1 1 16,3 2-1-16,-3-5 0 0,4-1 1 15,0-1-1-15,0-4 1 0,2-4 1 0,0-4-1 16,2-2-1-16,0-5-6 0,0-2-12 0,2-2-23 16,-1-5-78-16,-2-1-111 0,-1-2-229 15,-1-3-292-15,1 2-357 0,-2-2-436 0,0-2-181 16,1 3 424-16,0-1 819 0</inkml:trace>
  <inkml:trace contextRef="#ctx0" brushRef="#br0" timeOffset="47112.96">6126 7266 249 0,'0'0'451'16,"-1"-2"206"-16,-1 1 116 0,2-1-147 16,-2 1-74-16,1-1-37 0,-1-2-46 0,2 2-56 15,0 2-69-15,-1-1-78 0,1-1-71 0,-2-1-55 16,2 1-33-16,0 1-21 0,0-2 0 16,0-3 2-16,0 1 10 0,2-1 21 0,1 0 9 15,0-3 0-15,0 1-14 0,2-1-11 16,-2 1-19-16,2-1-27 0,1 1-8 0,-1 1-6 15,1 2-5-15,1-1-2 0,-1 1 8 0,5 1 1 16,-3 0-9-16,3 3-7 0,0 1 3 0,0 0 2 16,2 1-9-16,-1 2-2 0,0 2 5 15,0 0 3-15,-1 2-5 0,-1 1 4 16,2 0 2-16,-2 6 3 0,-2 1 3 0,1 0-2 16,-3 2 1-16,-1 2-5 0,0 2 1 0,-2 1-6 15,-3 4-1-15,0-1 0 0,0 3 0 0,-3 0 0 16,-2 4-1-16,0 0-2 0,-4 1-4 15,1 1-3-15,-1-2-4 0,-1 1-2 0,-1 2-3 16,0-4-2-16,1-2-1 0,-2 0 0 16,2-2-2-16,-2-3 0 0,4 0-1 0,-2-2 1 15,2-2-1-15,-1-4-1 0,4-1 1 0,-1-2 0 16,1-4-1-16,2-1 0 0,-3 1 0 0,4-4 0 16,1-2 0-16,-1 0 0 0,1-1-1 15,1 1-1-15,-2-2 0 0,2-1-2 0,0 0 0 16,0 0 0-16,2 0-1 0,-1-4 1 0,2 2 1 15,-1-1 2-15,4-2 0 0,-3 1 2 16,2-1-1-16,1-1 0 0,-1 1-1 0,0 2-1 16,2 0-1-16,-2 0 1 0,3 0 0 15,-3 3 1-15,4 0 0 0,-2 0 0 0,1 3 0 16,0 0 0-16,1 0 0 0,1 2 0 0,-1 0-1 16,2 1 1-16,-1-1 0 0,1 1 0 15,0 0 0-15,-2 0 0 0,1-2 1 0,2 1 0 16,-2-2 2-16,1 3-2 0,0-4 2 0,0-1 0 15,0-1 1-15,2 0 1 0,-2-3 1 16,-1-3 2-16,2-2 0 0,-2-2 1 0,2-3-1 16,-2-4-2-16,-1 1-2 0,2-3 0 0,-1 1-2 15,-2 0-1-15,0 0-4 0,-1 0-8 16,-2 3-16-16,-2 3-32 0,2 1-76 0,-5-1-113 16,0 3-210-16,-3-1-295 0,0 1-353 0,-2 4-404 15,-3-1-170-15,-3 0 369 0,0 2 779 16</inkml:trace>
  <inkml:trace contextRef="#ctx0" brushRef="#br0" timeOffset="49732.98">6251 8777 78 0,'-5'-5'322'0,"-1"2"193"15,-2-2 200-15,2 1-37 0,0-1-130 0,-1-1-58 16,2 0-23-16,-1 3-38 0,3-2-51 16,-2 1-56-16,4 1-72 0,-1 0-58 0,1 1-56 15,-1 0-39-15,2 2-37 0,0-1-11 16,2-1-1-16,-1 1 3 0,2-2-2 0,2 0 13 15,-2 0 42-15,5-2 20 0,-2 0 1 16,4-2 20-16,1 2 9 0,0-2-9 0,2 2-37 16,4-3-12-16,-1 1-10 0,4 3-20 0,1-2-18 15,-2 2-4-15,3 2-3 0,-3 0-8 0,0 2-11 16,0 2-8-16,-1 1-1 0,-3 3 0 16,-2 1-1-16,1 3-1 0,-6 4 5 0,0 1 4 15,-2 4 0-15,-3 2 6 0,-3 2 4 16,-3 4-1-16,-3 1-2 0,1 2-4 0,-1 0-3 15,-2 1-8-15,-1 0-6 0,-1-1-3 16,2-2 1-16,-2-2-1 0,1 2 0 0,1-4 0 16,2-2-1-16,-1-2-1 0,0-1-1 0,2-5 1 15,2 0 0-15,-2 0-1 0,3-5-1 16,-1 0 1-16,1-3-2 0,1 1-1 0,1 0-1 16,3-1 1-16,-1-1 2 0,3 1 0 0,-1 0 0 15,4 1 1-15,3-3 1 0,0-1 0 0,3 2-1 16,2-4 1-16,0 1 1 0,3-4 1 15,0 1-1-15,3-4 1 0,-1 1 0 0,4-1-1 16,-1-3 0-16,1 1-2 0,-3-3 1 0,2 1-1 16,0 1 0-16,-4 1-1 0,-1-2 0 15,0 2 1-15,-3-2-2 0,-2 1-9 16,-1 2-19-16,-1-1-54 0,-4 2-71 0,-3-1-85 16,0-1-153-16,-2 1-238 0,-1-1-320 0,1 4-266 15,-3-5-189-15,0-1 51 0,0 4 526 0</inkml:trace>
  <inkml:trace contextRef="#ctx0" brushRef="#br0" timeOffset="50202.39">7348 8450 211 0,'2'-14'588'15,"-2"3"344"-15,-2 2 194 0,-4 0-176 0,2 0-262 16,-3 2-124-16,2 3-72 0,-1 4-62 16,-2 0-80-16,0 2-65 0,2 4-53 0,-2 3-68 15,-3 3-56-15,3 5-41 0,2 6-24 0,-1 3-9 16,-2 10-6-16,4 5-3 0,0 8-2 15,2 4-4-15,0 7 2 0,3 3 0 0,0 4 2 16,3 1-1-16,0-2-1 0,2-3-1 0,3-7-5 16,1-3-5-16,1-9-3 0,4-7-1 15,-1-4-2-15,0-7-1 0,2-7-1 0,-2-4 0 16,-1-4 2-16,1-5 1 0,1-5 0 16,-2-5 1-16,-3-5 0 0,4-5-1 0,-5-5-1 15,1-3-2-15,-2-4-2 0,-1 0 1 0,-2 0 2 16,-2 0 0-16,-2-2 0 0,-2 3 0 0,-4 2 1 15,-3 1-3-15,-1 2 1 0,1 2-2 16,-4 1 1-16,4 6-3 0,-3 0-4 0,2 5-10 16,0 1-16-16,2 5-39 0,0 5-66 15,2 1-68-15,1 3-112 0,0 2-174 0,4 1-303 16,1 2-288-16,3-3-218 0,3 2-125 0,2-3 318 16,6 0 566-16</inkml:trace>
  <inkml:trace contextRef="#ctx0" brushRef="#br0" timeOffset="50832.37">9446 8887 186 0,'10'2'401'0,"1"2"157"0,-2-1 95 0,0-1-231 16,0 2-198-16,2-1-111 0,-1-1-56 15,1 2-30-15,1-2-44 0,-1-2-96 0,-1 2-268 16,4-1-146-16,-3 1-46 0,3-2 50 0,-3-2 147 16</inkml:trace>
  <inkml:trace contextRef="#ctx0" brushRef="#br0" timeOffset="51002.4">10239 8951 118 0,'12'5'322'0,"-4"-2"138"0,2 2 100 0,2-4-179 15,-2-1-202-15,4 0-158 0,-1 0-227 0,2 0-190 16,0-1-73-16,2 1 20 0,1 0 103 0</inkml:trace>
  <inkml:trace contextRef="#ctx0" brushRef="#br0" timeOffset="51161.99">11015 8878 9 0,'14'7'217'0,"0"-1"107"15,-2 2 100-15,0 0-68 0,1 0-176 0,-2 1-180 16,1-2-245-16,-2 1-108 0,0 0-15 0,-1-2 54 16,0 0 93-16</inkml:trace>
  <inkml:trace contextRef="#ctx0" brushRef="#br0" timeOffset="53438.45">6422 10143 102 0,'-3'-8'314'0,"1"1"161"0,1 0 149 16,-1 1-86-16,1 1-76 0,-1-3-12 15,2 5 14-15,0-2 11 0,0 3-22 0,0-2-56 16,-2 2-60-16,2 0-46 0,0 0-16 16,0 2-7-16,0 0-4 0,0 0-12 0,0 0-15 15,0 2-27-15,0-2-44 0,0 2-42 0,0-2-35 16,-1 4-25-16,-1 0-19 0,-1 1-15 15,1 6-10-15,-1 0-9 0,0 5-6 0,3 4 0 16,-2 4-3-16,2 1 1 0,2 4-1 0,-2 1 1 16,3-1 0-16,-1 1-2 0,1 2 1 15,0-3-1-15,0-1-1 0,2-3 0 16,0-1-2-16,1-5 1 0,-1-1-1 0,0-1 0 16,1-3 0-16,-1-3 1 0,2-2 1 0,0-1 1 15,-1-5 1-15,2 0-1 0,0-3 3 0,3-3-1 16,-1 0 0-16,2-5 2 0,1-1 0 15,0-2-6-15,1-3-5 0,0 2-3 0,0-3 0 16,2 1-2-16,0-2-1 0,-2 4 6 16,0-2 4-16,-1 3 2 0,-2-2 0 0,0 4 0 15,0-2 0-15,-3 4 0 0,1 1-1 16,-4-1 0-16,0 4 0 0,0-1 1 0,-2 2-2 16,0-2 0-16,0 2 2 0,-3 0 0 0,3 2 2 15,-1 0 0-15,-1 0 0 0,-1 0 0 0,0 2 0 16,2 0 1-16,-2 2 2 0,0 1 2 15,2 1 3-15,-1 5 3 0,1 0 1 0,-2 3 0 16,1 4-1-16,1 1-1 0,-2 1-3 0,3 1 7 16,-3 4 0-16,2 1 2 0,-2 0 2 15,3 3 0-15,-3-1-1 0,2 3-6 0,-2-4-2 16,1 1 0-16,-1 1-3 0,0-6 0 0,0 1 0 16,0-2-2-16,0-1 0 0,0-2-3 15,-1 0 0-15,1-5-2 0,-2-2-1 0,2 0 0 16,0-3-1-16,-1-2-1 0,-1-1 0 0,2-1-1 15,0-1-7-15,0-2-9 0,0 1-16 16,0-1-30-16,0-1-58 0,0-1-65 0,0-1-90 16,0-2-152-16,3 1-260 0,-1 0-296 0,1-2-246 15,1 2-194-15,1-1 133 0,-2-1 560 16</inkml:trace>
  <inkml:trace contextRef="#ctx0" brushRef="#br0" timeOffset="54768.99">7714 10369 127 0,'6'-1'347'0,"-3"-2"161"0,0 1 159 0,-1-1-125 0,0 1-60 16,-1 0-18-16,1-2 3 0,-1 3 2 15,-1-2-30-15,0 1-53 0,0-1-59 0,0 0-14 16,0 1 6-16,-1 0-10 0,-1 2-26 0,1-4-27 15,-1 3-32-15,-1-1-54 0,-1 1-62 16,1-1-41-16,-3 0-22 0,2 1-14 0,-1-1-10 16,-2 2-6-16,2 2 1 15,-1-1 0-15,-3 1-3 0,2 1-1 0,-1 0-3 0,2 3-2 16,-3 0-2-16,-1 2-2 0,2 3-1 0,-3-1-1 16,3 3 0-16,-1 3-1 0,-2 0-1 15,3 1 1-15,0 3 5 0,1 0 4 0,0 1 1 16,2 1 0-16,2 1-1 0,1 0 0 15,-1 3-7-15,3-2-3 0,3 3-2 0,1-2 0 16,0 3 1-16,2-4 1 0,2-1-1 0,0 1 2 16,2-4 0-16,2 0 2 0,0-2-2 15,2-1 0-15,0-3 1 0,3 0 0 0,1-4 1 16,-1-3-2-16,2-3 0 0,3-2 0 16,0-5-1-16,2-2 0 0,-3-4-2 0,2-1 0 0,1-3 3 15,-2-1 0-15,-1-2-8 0,1 0-34 16,-2-1-79-16,-4 0-115 0,1 3-210 0,-2 0-298 15,1 0-352-15,-2 4-366 0,-3 0-136 0,0 4 392 16,0 2 706-16</inkml:trace>
  <inkml:trace contextRef="#ctx0" brushRef="#br0" timeOffset="55953.23">9360 10610 33 0,'4'2'357'0,"-2"-2"262"0,1 1 213 16,0-1 55-16,-1-1-194 0,1-1-122 0,2-2-102 15,-2 0-64-15,0 0-24 0,3-3-31 0,-1-2-42 16,0 0-38-16,3-2-27 0,-2 0-28 0,2-1-31 16,0 0-39-16,4-4-38 0,-2 0-31 15,1-3-23-15,5-1-16 0,-2-3-14 0,4-3-9 16,0-1-8-16,0-5-2 15,2-2-3-15,1 0-1 0,-2-5-3 0,1 3 0 0,0-1 2 16,-3 2-1-16,-1 1 0 0,0 3 1 16,-5 5 1-16,-1 3-15 0,-3 6-46 0,-4 2-70 15,-3 3-121-15,-3 4-183 0,-2 5-305 0,-4 0-325 16,-2 6-300-16,-4 1-124 0,-2 4 358 0,-2 4 605 16</inkml:trace>
  <inkml:trace contextRef="#ctx0" brushRef="#br0" timeOffset="56175.95">9446 10195 336 0,'5'6'710'0,"-3"-1"238"16,3 3 43-16,-2-4-197 0,3 4-240 0,3 1-172 16,1 1-81-16,1 2-26 0,0 0-17 15,2 5-44-15,1 0-33 0,2 3-14 0,0 1-20 16,-2 1-22-16,3 1-14 0,-1 1-23 15,0 1-30-15,-2 1-26 0,2-2-12 0,-2 1-16 16,0 0-57-16,1-4-49 0,-2 1-73 16,-1-5-144-16,1-2-207 0,-1-2-306 0,-1-6-234 15,1-3-214-15,0-4 40 0,1-2 454 0</inkml:trace>
  <inkml:trace contextRef="#ctx0" brushRef="#br0" timeOffset="56606.12">10525 10501 353 0,'-3'7'730'16,"-1"0"323"-16,-2-3 99 0,3-1-292 16,0 3-264-16,1-4-169 0,1-1-120 0,-1 3-96 15,2-4-72-15,2 0 2 0,1-2 6 0,3-3 20 16,2-4 8-16,3-3 9 0,2-6-4 15,4-3-41-15,2-3-32 0,0-7-38 0,5-2-23 16,-1-3-16-16,3 0-11 0,-2-1-7 16,1 0-5-16,0 0-3 0,-3 1-3 0,1 5-1 15,-3-1-1-15,-1 5-1 0,-3 4 2 16,-4 3-28-16,-2 3-66 0,-2 5-68 0,-5 1-150 16,-3 7-244-16,-3-1-322 0,-5 5-321 0,1 5-228 15,-6-2-12-15,-2 1 568 0</inkml:trace>
  <inkml:trace contextRef="#ctx0" brushRef="#br0" timeOffset="56824.07">10465 10086 98 0,'0'10'644'0,"1"2"437"0,-1-2 132 15,0 2-98-15,2 1-390 0,3 1-285 0,0 1-134 16,1 1-71-16,3 2-39 0,2 2-31 0,-1 2-32 15,4 1-37-15,0 0-41 0,2 1-22 16,0 1-10-16,4 0-9 0,-1-2-4 0,2-1-51 16,1-2-55-16,0 0-128 0,3-5-193 15,-1 1-297-15,2-5-315 0,0-2-238 0,1-3-94 16,0-3 385-16,3-1 543 0</inkml:trace>
  <inkml:trace contextRef="#ctx0" brushRef="#br0" timeOffset="57493.62">12128 9975 39 0,'-5'0'350'0,"-4"1"257"0,3 1 226 0,-1 1 55 16,1 1-233-16,1 2-142 0,-1 2-79 0,3 1-66 15,1 4-49-15,1 5-45 0,2 4-3 16,2 7 1-16,5 4 6 0,0 7-12 0,3 3-20 16,2 6-27-16,-1 0-50 0,4 3-45 0,0-2-47 15,1-1-28-15,3-5-16 0,0-4-12 0,4-6-8 16,-2-6-2-16,5-10-2 16,1-5 1-16,2-12-2 0,2-10 0 0,1-9 1 15,2-9 0-15,-3-7 0 0,-1-10-2 0,-1-4-3 16,-3-3 0-16,-2-3-2 0,-4-2-1 0,-5 5-1 15,-4 2 2-15,-5 0 9 0,-6 4 2 16,-6 3 4-16,-3 4-1 0,-9 4 1 0,-2 1-1 16,-5 6-7-16,-3 3-4 0,-3 6-5 0,-3 3-1 15,2 11-3-15,-5 7-1 0,1 7-5 16,0 7-8-16,0 8-28 0,2 4-68 0,1 3-68 16,2 4-131-16,3 0-204 0,4 1-313 15,3-2-316-15,5-1-228 0,2-2-83 0,5-2 430 16,1-3 584-16</inkml:trace>
  <inkml:trace contextRef="#ctx0" brushRef="#br0" timeOffset="59514.48">6656 12088 61 0,'6'0'603'0,"2"0"470"0,-5-1 173 0,0 1-98 15,-1 0-350-15,-2 0-307 0,3 0-177 0,-3 0-95 16,2 0-56-16,-2 0-34 0,0 0-42 16,0 0-42-16,0 1-31 0,0 1-15 0,1-1-20 15,1 6-38-15,0-1-33 0,-2 3-85 16,0 5-132-16,0-2-204 0,0 5-282 0,-2 2-251 15,2 0-204-15,-2 1 104 0,1 0 434 16</inkml:trace>
  <inkml:trace contextRef="#ctx0" brushRef="#br0" timeOffset="59688.77">6683 12697 280 0,'0'11'572'0,"0"-2"233"15,0-3 93-15,0-1-278 0,0 1-223 16,0-3-172-16,0-3-95 0,0 4-61 0,0-2-40 16,0 0-58-16,0-1-88 0,0 2-118 0,0 2-290 15,0-1-199-15,0 3-115 0,0-1 64 0,0 1 235 16</inkml:trace>
  <inkml:trace contextRef="#ctx0" brushRef="#br0" timeOffset="59841.65">6676 13206 207 0,'0'9'299'0,"0"-1"-21"0,0-1-206 16,0 0-246-16,0-5-96 0,2 2 10 0</inkml:trace>
  <inkml:trace contextRef="#ctx0" brushRef="#br0" timeOffset="60023.75">6681 13476 161 0,'0'8'356'0,"-1"-3"141"0,-1 1 84 0,2-3-215 16,0 1-164-16,0-2-98 0,0 1-63 0,0-3-63 15,0 4-126-15,0 0-229 0,0-1-112 16,0 3-13-16,-2-3 75 0,2 1 135 16</inkml:trace>
  <inkml:trace contextRef="#ctx0" brushRef="#br0" timeOffset="60237.83">6646 13794 108 0,'2'3'333'0,"0"-2"158"0,-1 0 112 0,1-1-167 16,-1-1-170-16,1 0-121 0,-2-2-72 16,2-3-44-16,-1 1-46 0,1 0-41 0,1 1-139 15,-3-2-217-15,2 1-106 0,-1 1-1 0,-1 2 94 16,3-1 136-16</inkml:trace>
  <inkml:trace contextRef="#ctx0" brushRef="#br0" timeOffset="62077.18">6379 14871 23 0,'0'-3'385'16,"-1"3"299"-16,-1-2 208 0,2 1 41 0,0 1-361 16,2-2-230-16,-1 0-112 0,1-1-44 0,4 0-27 15,2-1-15-15,0-2 44 0,3 0 21 16,1-2-20-16,3 2-39 0,1-1-16 0,0 1-18 16,1 0-46-16,-1 1-23 0,1 1-8 0,1 2-5 15,-3 1-3-15,1 1 19 0,0 3 29 16,-3-1 23-16,-1 4 23 0,-1 3 24 0,-4 0 18 15,2 5 1-15,-4 0-16 0,-2 3-22 16,-3 1-28-16,-2 4-22 0,-1 1-22 0,0 0-19 16,-5 3-14-16,2-1-6 0,-2-3-5 15,0 2 0-15,0-2 3 0,0-4-2 0,2-1 1 16,1-4 1-16,0-1-1 0,1-3-3 0,1-1-5 16,0-2-4-16,1-1-6 0,2-2-3 15,0 1-6-15,0-2-1 0,3-1 1 0,2-1 1 16,2 0 2-16,5 0 3 0,2 0 4 0,0-1 1 15,5 1 0-15,2 0 4 0,1 1-1 0,0 2 0 16,0 1-1-16,-1-1-5 0,-1 4-5 16,-2-1-4-16,-1 2 2 0,-4 2 2 0,-1-1 0 15,-4 3 8-15,-1 1 12 0,-3 2 6 16,-2 0 3-16,-2 3 2 0,-3-3 2 0,-2 4-1 16,-1-1-5-16,-4-1-5 0,-2 1-3 0,-1-1-3 15,-3 0-2-15,-2-4-2 0,1 0-2 16,-2-2-1-16,0-1 0 0,0-3-1 0,3-2-2 15,-1-1 1-15,3-2-2 0,0-2-2 16,4 0-6-16,2-4-3 0,2 0-19 0,1-2-44 16,1 0-58-16,2-3-49 0,4 1-59 15,-1-1-113-15,2-4-135 0,3 0-133 0,1 2-229 0,-1-3-228 16,2 2-154-16,3-1 148 0,-1 0 395 16</inkml:trace>
  <inkml:trace contextRef="#ctx0" brushRef="#br0" timeOffset="62876.28">7054 14795 109 0,'0'-1'357'16,"2"1"191"-16,-2 0 157 0,0-2-99 15,0-1-161-15,0 2-101 0,0-2-49 0,0 1-26 16,0 0-14-16,0-2-4 0,2 4-1 0,-2-3 3 15,1-3-16-15,-1 2-17 0,2-1-32 16,1 2-37-16,0-3-37 0,2 0-35 0,-1-1-22 16,1 2-12-16,3-3-3 0,0 2-7 15,3 1-6-15,-1 0 22 0,1-1 13 0,3 2-3 16,-3 0-4-16,5 3 1 0,-3-1-1 0,0 2-16 16,2 2 18-16,-1-1 21 0,-1 3 15 15,-2 0 14-15,1 2 12 0,-2 2 0 0,1 0-24 16,-2 1-17-16,-2 2-12 0,-1 1-16 15,-1 0-7-15,1 3-7 0,-3 1-1 0,0 2-8 16,-1 0-6-16,-2 1-1 0,0-1-4 16,0 2-3-16,-2 2-2 0,-1 1 0 0,0-2-1 15,-1 1-1-15,-1 0-2 0,0 0-1 0,0-2 0 16,-1 0-3-16,-2 0-1 0,2 0 0 0,-1-2-2 16,1 1-1-16,1-1 0 0,-2-1 0 15,2 0-2-15,0-2 0 0,2-1 0 0,0 0 1 16,-1 0-2-16,4-1 1 0,0-1 0 0,0-2 1 15,0 2 1-15,0-3-2 0,2 0 1 16,1-1 0-16,0 3 0 0,2-6-1 0,-2 4 1 16,2-2-1-16,3-1 1 0,-2 1 0 15,1-3-1-15,1 2 1 0,1-1 0 0,-1-3 0 16,3-1 0-16,0 1 0 0,0-2 0 0,0-2 0 16,3 1-1-16,-1-3-11 0,1 0-47 15,-1-2-69-15,3 1-88 0,-2 0-160 0,0 1-298 16,2-2-329-16,0 3-300 0,0-2-189 0,1 0 149 15,-3 1 627-15</inkml:trace>
  <inkml:trace contextRef="#ctx0" brushRef="#br0" timeOffset="65600.81">7834 14653 146 0,'2'-5'398'16,"-2"2"234"-16,-2-1 216 0,2 2-56 0,0 1-132 15,0-2-80-15,0 3-71 0,0-2-82 0,0 2-72 16,0-2-65-16,0 2-38 0,0 0-14 16,0 0-11-16,0 0-13 0,0 2-29 0,0-2-38 15,0 2-40-15,0 1-39 0,3 4-28 16,0 4-20-16,-1 3-10 0,2 4-2 0,1 4-5 16,3 4-1-16,0 4 2 0,1 3 4 0,3 5 4 15,-3 0 1-15,4 4 2 0,-2-3 5 16,1 3-3-16,-2-2-1 0,1 0-2 0,-2-3-3 15,1-4-2-15,-2-3-4 0,0-4-2 16,0-2-2-16,-4-4-1 0,3-4-1 0,-4-3 0 16,0-2-1-16,0-2-2 0,-1-5 0 15,1 1 2-15,2-3-1 0,-1-2 1 0,0-5 2 16,0-1 4-16,3-3-4 0,-1-3 1 0,2-3 1 16,-2 0 2-16,1-5-2 0,-1 2-2 0,3-3 0 15,-1-2 0-15,0 1-3 0,-1 1 1 16,2-2 0-16,-1 3 0 0,-2 0 2 0,2 1 1 15,-2 5 1-15,1 0-2 0,-4 5 2 16,2 0-2-16,-2 2-3 0,-1 3 1 0,-1 0-2 0,2 0 3 16,-3 2 0-16,2 2-1 0,-2 0 2 15,4 4 2-15,-2 0 2 0,1 2-2 0,-1 2 3 16,1 3 1-16,0 0 1 0,0 2-1 16,1 2-2-16,-1 0 3 0,2 2 1 0,-1 2 5 15,-1 1 4-15,2 0 0 0,0 3 2 16,0 0 0-16,-1 0-4 0,1-1-12 0,1 2-7 15,-1-2-2-15,0 0-5 0,1-2 0 0,1 0-1 16,0-3 6-16,0 0 3 0,-1-2 1 0,2-1 0 16,1-3-1-16,-1-2 0 0,0-2 1 15,2-2 1-15,2-2-1 0,-2-1 1 0,2-2 0 16,1-3-4-16,0-4-53 0,1-2-71 16,-1-1-150-16,-1-3-275 0,-1 4-302 0,1-6-380 15,0 1-308-15,-1-1-30 0,-1-1 668 0</inkml:trace>
  <inkml:trace contextRef="#ctx0" brushRef="#br0" timeOffset="66980.02">9824 15194 6 0,'-3'-1'282'0,"0"-1"203"0,0 2 213 15,1 0 100-15,-1 0-184 0,0 0-100 0,2 2-46 16,-1-1-32-16,-1-1-54 0,1 2-64 16,-1 0-56-16,1-2-44 0,1 0-31 0,-1 1-2 15,2 1 4-15,0-2 2 0,0 1-6 16,0 1-16-16,2-2-32 0,-2 0-39 0,1 0-36 15,-1 0-22-15,0 0-18 0,2-2-12 16,-2 2-5-16,2-1-3 0,1-2 20 0,0-1 11 16,0-2 5-16,3-1 1 0,1-4 5 0,-1-1-1 15,2-1-16-15,1-2-13 0,1-4-3 0,1-1-2 16,1 0-1-16,1-2 1 0,1-2 1 16,2-3 1-16,2 0 2 0,-1-1-5 0,2-4-6 15,-1 2-5-15,2 0-2 0,0-2-2 16,-2 5-5-16,3-2 7 0,-3 2 2 0,-2 4 2 15,-2 1 1-15,-2 5 1 0,-3 2 1 16,-1 4-1-16,-2 1 1 0,-1 2 0 0,-2 0 0 16,0 5-2-16,-1-1-1 0,-2 2 10 0,0-1 2 15,0 1 0-15,0 1-11 0,-2-1-48 0,-1 2-64 16,-2 2-84-16,-4-2-150 0,1 4-188 16,-3 0-319-16,1 0-272 0,-2 4-214 0,2-2-31 15,-4 0 448-15,3 2 485 0</inkml:trace>
  <inkml:trace contextRef="#ctx0" brushRef="#br0" timeOffset="67261.41">9834 14772 184 0,'-3'3'441'0,"3"-1"214"0,-2 2 140 0,2 0-197 15,0 0-177-15,2 1-67 0,1-2-7 0,2 5 4 16,1 1-2-16,0-2-10 0,2 6-35 16,-1-2-47-16,3 4-50 0,0-3-47 0,1 5-23 15,3-2-3-15,-1 4-15 0,1-2-14 16,-1 1-17-16,1 0-11 0,0 0-25 0,-1 1-22 16,1-1-6-16,-2 0-9 0,1 1-3 15,0 0-2-15,1-2-3 0,-1 0-45 0,-2 0-54 0,0 0-123 16,0-1-199-16,-3 0-295 0,3-2-313 15,-4 1-247-15,-3-3-111 0,1-2 396 16,0-2 557-16</inkml:trace>
  <inkml:trace contextRef="#ctx0" brushRef="#br0" timeOffset="68052.17">11450 14662 419 0,'0'2'837'0,"-2"-2"300"0,-1 4 29 16,1-1-329-16,-4 2-281 0,3 3-165 0,2 2-95 16,-3 4-62-16,3 2-27 0,-1 4-12 15,2 4-15-15,0 3-22 0,0 3-23 0,2 5-26 16,-1-3-25-16,3 4-24 0,0-2-18 16,2-3-16-16,1-2-13 0,-1-4-6 0,2-4-6 15,3-2 0-15,-1-5 0 0,1-4-1 16,0-3 2-16,1-4 1 0,-2-5 0 0,4-2-1 0,-4-6-1 15,2-4 3-15,-4-1-1 0,0-3 4 16,0-2 0-16,0-4 0 0,-2 1-1 0,-3-2 1 16,2 2-2-16,-5 0-1 0,3 0 1 15,-3 3 1-15,-1 0 0 0,-1 1-1 0,2 2-1 16,-3 2 1-16,1 3 0 0,1-1-1 16,-1 6-2-16,2-3 3 0,-2 5-2 0,2 1 0 15,0 1-3-15,0 1-4 0,0 0-4 0,0 0-2 16,2 4 0-16,0 0-2 0,-1 3 2 0,4 3 3 15,0 3 2-15,0 1 4 0,2 3 1 16,1 3 0-16,-1 4 3 0,1 0 1 16,-1 4 0-16,1 2 8 0,-1-1 0 0,-1 5 5 15,-1-1 1-15,1 6 5 0,-3-3 6 0,-1 4-4 16,-1 1 2-16,-2-1 0 0,-1 1 2 0,-1-1-5 16,-3-2-4-16,1-1-1 0,-3-1-4 15,0-3-3-15,-3-3-4 0,2 0-1 0,-4-5-1 16,-3-3-2-16,2-1-2 0,-5-5-1 15,3-3 0-15,-4-1-10 0,-1-4-13 0,-1-3-35 16,3-4-63-16,-1-2-63 0,0-6-104 0,3-1-160 16,3-4-278-16,1 1-294 0,5-3-222 0,3-1-164 15,2-2 210-15,5-1 555 0</inkml:trace>
  <inkml:trace contextRef="#ctx0" brushRef="#br0" timeOffset="68931.19">12783 14527 6 0,'5'0'342'16,"-1"0"246"-16,1 0 180 0,-2 0 142 0,2 0-237 15,1 0-153-15,1-2-91 0,1 2-37 0,2-1-28 16,0-4-78-16,1 4-67 0,2-2-64 15,-2 3-45-15,1-2-38 0,-1 2-5 0,-1 2 6 16,2-2 2-16,-2 3 36 0,0 3 18 0,0-3 28 16,-1 5-2-16,-1 1-3 0,-2 2-10 0,1 1-31 15,-2 0-17-15,-3 5-24 0,0 0-14 16,-2 1-16-16,-2 1-9 0,0 1-8 16,-3 0-5-16,1 2-5 0,-4-1-4 0,2 2-2 15,-4 2-3-15,1 2-1 0,1-1-4 0,1-2-1 16,-1 1 1-16,-1 0-1 0,5-2 0 0,-3-2-1 15,2 1 1-15,2-2 1 0,0-1-1 16,1-1 2-16,2-2-1 0,0 4 1 0,3-6 0 16,-1 3 0-16,1-4-1 0,0 3 0 15,2-5 1-15,0 1 0 0,3-1-1 0,-2 1 1 16,2-4 0-16,2 1-1 0,0-1-2 16,0 0 0-16,1-2-2 0,2-2 2 0,-2 1-2 15,5-4 2-15,-2 1-1 0,0 0 1 0,0-2 2 16,2-2 0-16,-2 0 1 0,2-1 1 0,-2 0-1 15,1 0-9-15,1-4-37 0,-4 2-63 16,1 0-60-16,-4-1-93 0,-1 0-150 0,2 0-200 16,-6 1-283-16,1 2-222 0,-2-3-190 15,-3 3 67-15,0 0 442 0</inkml:trace>
  <inkml:trace contextRef="#ctx0" brushRef="#br0" timeOffset="69193.75">12731 14929 73 0,'3'-1'569'16,"1"1"395"-16,1-2 154 0,2 0-34 0,-1 2-359 15,6-1-280-15,3 1-168 0,2 0-79 16,2 0-37-16,5 0-19 0,-1-2-28 15,4 1-27-15,0 1-15 0,0-2-11 0,3 1-2 16,-3-2-33-16,0 0-15 0,1 1-5 0,-1 1 2 16,-3-3 1-16,0 3-39 0,-2 1-59 15,-2-2-148-15,-2 4-264 0,-2-1-283 0,-4 3-301 16,-1 2-225-16,-4 0 57 0,-6-2 525 16</inkml:trace>
  <inkml:trace contextRef="#ctx0" brushRef="#br0" timeOffset="69935.86">9565 15908 329 0,'3'0'612'0,"-1"0"245"15,-1 0 98-15,1 0-311 0,1 0-228 16,-1 0-147-16,1 1-47 0,3-1-8 0,2 2-12 16,3-2 3-16,2 0 6 0,4 0 8 15,1 0-15-15,4 0-37 0,0 0-35 0,3 1-22 16,2-1-18-16,-1 3-20 0,2-3-30 0,2 0-12 15,-1 0-10-15,1 0-6 0,-2 0-7 16,2-3-1-16,0 3 0 0,-2 0-16 0,-1 0-33 16,0 3-95-16,-3-1-173 0,-5-1-290 15,0 4-284-15,-2-2-290 0,-3 2-184 0,1-2 242 16,0 3 570-16</inkml:trace>
  <inkml:trace contextRef="#ctx0" brushRef="#br0" timeOffset="70567.97">11491 16127 27 0,'6'0'496'16,"2"0"458"-16,-3-2 259 0,-2 2-42 15,0-1-348-15,-3 1-244 0,3 0-148 0,1 0-85 16,-3 1-58-16,1-1-46 0,0 0-47 16,-1 0-54-16,1 0-54 0,-1 0-45 0,2 2-25 15,0-2-12-15,5 1-5 0,0 0-3 0,5 1 1 16,1 0 3-16,5 0 2 0,3-2 1 15,4 1 0-15,2-1 0 0,2-1 0 0,3 1 1 16,1-2-15-16,0-2-63 0,1 2-62 16,-4-1-121-16,1-2-172 0,-2 2-310 0,-3 2-321 15,3-1-238-15,-4 0-129 0,-3 0 353 16,-2 1 552-16</inkml:trace>
  <inkml:trace contextRef="#ctx0" brushRef="#br0" timeOffset="70951.67">12973 16191 14 0,'4'0'341'0,"4"3"228"0,-2 1 248 0,4 2 153 16,2 1-283-16,3 1-154 0,2 1-93 0,2-3-57 15,3 1-72-15,2 0-74 0,0-2-57 0,1-2-60 16,4-1-35-16,-1-2-23 0,2 0-21 16,0-2-20-16,0 1-14 0,0-1-55 0,0 2-164 15,-3 0-302-15,-3 3-264 0,-4 2-267 16,-1 6-237-16,-3 1 90 0,0 5 553 16</inkml:trace>
  <inkml:trace contextRef="#ctx0" brushRef="#br0" timeOffset="72239.83">15649 14920 47 0,'-5'3'477'16,"1"-2"407"-16,0 1 242 0,3-2-26 0,-1 2-392 16,2-2-260-16,0 0-164 0,3 0-89 0,1-2-49 15,4 0-23-15,3 1 14 0,3 1 8 0,2-2 37 16,4 2 9-16,4-1-6 0,3 1 8 15,1-2-24-15,2 1-17 0,3 1-38 0,2 0-34 16,2-3-18-16,-2 3-27 0,1 0-13 16,-1-2-8-16,-1 2-7 0,-4-1-3 0,-2 1-4 15,-2 0 1-15,-2 0-2 0,-2 0 1 16,-3 1-1-16,-1-1 0 0,-6 2-10 0,-1 1-56 16,-3-3-60-16,-1 1-91 0,-6-1-175 15,-1 0-301-15,-1 2-323 0,-4-1-265 0,-2-1-180 16,-5-1 216-16,2-1 633 0</inkml:trace>
  <inkml:trace contextRef="#ctx0" brushRef="#br0" timeOffset="72800.59">15961 14696 34 0,'0'-2'351'0,"-2"-1"333"0,1 2 338 0,-3-2 60 0,1 0-259 16,-2 0-177-16,-1 3-87 0,-2-2-86 16,2 2-87-16,-2 0-74 0,-2 0-44 15,-2 2-46-15,1 1-55 0,-3 0-53 0,-1 1-35 16,1 1-21-16,-2 1-16 0,-1 2-7 0,1 0-6 16,-1 0-5-16,1 2-4 0,-3 0-3 15,5 1-4-15,-5 2-3 0,3-2-2 0,-1 3-2 16,-4-1-1-16,5 2-2 0,-3 0 0 0,3 1-1 15,-1-2-1-15,1 3-2 0,0-1-1 16,4 1-1-16,-4-1-1 0,6 1 1 0,-2-2-2 16,4 2 2-16,0 0 0 0,1-1 0 0,3 1 2 15,-1-1 0-15,5 2 0 0,0-4 1 16,2 3-2-16,2 0 2 0,1-2-1 0,2-3 0 16,-1 4-2-16,5-1 1 0,-2-4 0 0,4 1-1 15,1-2 0-15,2 0 0 0,1-4 0 16,3 0-1-16,0-2 2 0,4-3 0 0,1 1 1 15,-1-4-5-15,1 1-34 0,2-1-75 0,-2 0-101 16,0 0-174-16,1 2-294 0,-5 0-340 16,2 0-346-16,-3 4-170 0,0-1 239 15,-1 0 660-15</inkml:trace>
  <inkml:trace contextRef="#ctx0" brushRef="#br0" timeOffset="73819.38">17721 14826 99 0,'-12'3'586'15,"1"3"445"-15,-4-2 186 0,0 2-69 0,1 0-414 16,0 3-236-16,-2-1-150 0,5 4-104 0,-3 0-58 16,4 4-40-16,-1 2-41 0,0 2-35 0,3 5-24 15,2 0-10-15,-1 6-15 0,4-3-7 16,2 2-4-16,1-2-8 0,1-3-2 0,4-2 0 15,1-3-1-15,3-3-1 0,1-5 3 16,0-3 8-16,1-4 1 0,1-3-3 0,1-4 3 16,0-4 0-16,0-6 0 0,-2-3-4 0,1-5 1 15,-1-3-2-15,-1-3 4 0,-1-1-3 16,-1 0 0-16,-3-2 20 0,-2 3 18 0,1 0 13 16,-4 3 14-16,0 3 7 0,0 0 5 15,-4 4-10-15,3 3-11 0,-1 1-8 0,0 1-13 16,1 5-6-16,-1 1-11 0,1 2-8 0,-1 5-9 15,0 1-5-15,2 6-5 0,0 5-4 16,0 4 2-16,2 4-2 0,0 3 1 0,-1 6 4 16,1 0 2-16,-1 3 2 0,1 6 1 0,-2 0 4 15,-2 3 0-15,1-1-1 0,-2-1-1 16,-4 1 0-16,-2-3 0 0,-1-2-1 0,-1-3 0 16,-3-1-2-16,0-5 1 0,-2-1-1 15,-2-4 0-15,0-3 0 0,-1-1 0 0,1-5-2 16,-2-1 2-16,2-4 0 0,1-2-2 0,3 0 0 15,-2-4 2-15,5-2-1 0,0 1-1 16,5-4-4-16,-1 0-2 0,6-4 0 0,2 0-1 16,2-2 0-16,5-1-1 0,3-2 5 15,4-3 2-15,2-1 1 0,2 1 1 0,6-5 2 16,2 0 1-16,3-4-3 0,5 0 2 0,1-2-2 16,5-4-1-16,0-2-2 0,2-3 0 15,3 1 0-15,-2-5-1 0,2 0 3 0,-5-1 0 16,2-1 1-16,-5 0 0 0,-5 2 2 0,-1 5 1 15,-9-2 0-15,-2 8 2 0,-4-1 0 16,-4 2 1-16,-4 3 3 0,-6 1 2 0,-3 0 1 16,-7 2-2-16,-3 4 1 0,-1-1 2 0,-6 5-2 15,-1-1-2-15,-4 8 1 0,0 3 2 0,-1 3-2 16,0 5-1-16,1 5-2 0,0 3-2 16,1 5-2-16,2 1-2 0,5 3-2 0,-2 1-3 15,5 5 2-15,2 1 0 0,3 2 2 0,2 1-1 16,1 0 1-16,5 3 0 0,1-3 1 15,4 0-3-15,2-3-1 0,2-3-2 0,3-2-7 16,2-5-21-16,3-3-64 0,0-6-71 0,1-2-126 16,2-3-196-16,-2-5-308 0,0-2-335 15,-1-1-250-15,-2-4-102 0,1-5 402 0,-7 4 600 16</inkml:trace>
  <inkml:trace contextRef="#ctx0" brushRef="#br0" timeOffset="74520.6">18195 14940 254 0,'1'1'597'0,"3"1"332"0,-3-2 163 16,1 1-235-16,-1-1-229 0,1 0-168 15,0 0-123-15,-2-1-85 0,1 1-54 0,1 0-24 16,-1 0-14-16,3 0-6 0,0 1 16 0,-1-1-3 15,2 2 0-15,0 0-15 0,0 2-12 16,-1 4-15-16,2 0-28 0,-1 2-19 0,2 3-24 16,-4 2-15-16,0 3-12 0,0 2-6 15,0 0-6-15,-1 1-3 0,0 1-5 0,-1-2-4 16,4 0-4-16,-2-3-1 0,0-3-2 0,0-1 0 16,2-3 2-16,2-5 0 0,0-3 1 15,-1-6 4-15,4-6 0 0,0-3 0 0,2-6-1 16,1-4 2-16,1-1-1 0,-1-3-2 0,1 1-1 15,-1-1 0-15,-1 3-1 0,-1 2-3 16,0 4 1-16,-3 1 0 0,2 4 0 0,-6 3-1 16,1 2 0-16,0 5 2 0,-2 3-1 15,1 4 3-15,-4 4 1 0,1 4 1 0,-1 4 0 16,0 2 1-16,-1 2 0 0,1 0 0 0,0 1 1 16,0 2-3-16,0-1-1 0,1-1 0 15,1 1 0-15,2-4 0 0,-1-1-2 0,2-1 1 16,1-4 1-16,1-3 0 0,1-2-1 0,1-1-2 15,2-5 2-15,2-1-4 0,0-3-5 16,-1 1-7-16,2-2-8 0,-1 1-14 0,3 0-20 16,-2-1-30-16,0 1-39 0,1 2-37 0,0-1-31 15,-2 2-18-15,3-1-2 0,-4 1 19 16,1-3 43-16,0 1 48 0,0-2 35 0,-3-1 22 16,2-4 20-16,-3 0 8 0,0-4 8 0,1-1 7 15,-4-3 11-15,2-1 8 0,0-4 13 16,-2 0 18-16,-1 0 30 0,0-3 46 0,1 3 48 15,-1-2 35-15,0 5 17 0,-2-4-7 16,-2 6-24-16,-1-2-32 0,0 2-43 0,-1 1-29 16,-1 0-26-16,1 4-15 0,-5 0-5 0,2 1-7 15,-2 2-5-15,0 1-8 0,-2 6-3 16,-2 2-3-16,1 2-6 0,-1 4-4 0,-1 5-4 16,3 3-2-16,0 3-2 0,0 4 0 15,1 2 0-15,2 5 1 0,0-1 0 0,5 1-10 16,0 0-48-16,3-4-71 0,2-3-82 0,3-4-146 15,-2-4-216-15,4-1-324 0,-1-4-279 16,5-4-193-16,-1-2 23 0,1-5 481 0</inkml:trace>
  <inkml:trace contextRef="#ctx0" brushRef="#br0" timeOffset="74773.49">18961 14941 268 0,'9'-13'676'16,"-5"2"398"-16,1-2 124 0,-3 6-266 0,1-1-200 15,0 4-157-15,-2 2-148 0,1 4-110 16,-1 4-68-16,-1 3-54 0,0 3-62 0,0 7-53 15,0 1-23-15,0 3-21 0,0 1-14 0,2 5-11 16,0-3-4-16,-1 2-2 0,4-2-5 16,0-3-2-16,0 0 3 0,2-6 0 0,0-3 2 15,-1 0 0-15,1-6 2 0,-1-2 0 16,2-5-1-16,-4-2 1 0,1-7-1 0,0 0-2 16,2-4-1-16,-4 1 0 0,3-4 0 0,-3-2-4 15,2-2-16-15,-4 4-47 0,4-3-58 16,-2 2-55-16,2-2-85 0,3 2-128 0,-4 1-150 15,5-2-216-15,-1 6-219 0,4 0-191 16,1 2 4-16,2-1 308 0,1 4 406 0</inkml:trace>
  <inkml:trace contextRef="#ctx0" brushRef="#br0" timeOffset="75061.5">19412 14888 196 0,'2'-2'953'0,"-5"1"656"0,-2 2-5 0,-1 1-313 16,-4 2-476-16,-1 4-311 0,-2 0-192 0,-1 4-131 15,2 0-71-15,-1 4-42 0,-3 0-29 0,5 3-15 16,0 2-10-16,1-1-5 0,2 0-4 16,4-2-2-16,-1-2-2 0,5-3 0 0,5 0-3 15,-1-6 0-15,4-2-4 0,1-5-4 0,3-3-4 16,-1-2-6-16,5-5-1 16,-3 0 0-16,-2-2 2 0,1 1 3 0,-2-1 4 0,-1 3 6 15,1 0 1-15,-2 1 0 0,-4 6 1 0,1 1 1 16,0 2-1-16,-3 1 2 0,-1 7 0 15,-1 2 2-15,0 0 1 0,-1 4 0 0,-1 0-5 16,0 2-17-16,1-3-49 0,-1 0-72 16,2-5-75-16,0-1-133 0,2-3-193 0,1-5-310 15,0-4-276-15,6-2-196 0,-2-4-71 0,2-4 393 16,2-3 531-16</inkml:trace>
  <inkml:trace contextRef="#ctx0" brushRef="#br0" timeOffset="75338.64">19724 14378 204 0,'12'-43'679'16,"0"5"403"-16,-3 4 128 0,-3 5-146 0,1 3-248 15,-3 6-196-15,0 5-154 0,0 3-113 16,-2 1-74-16,2 3-80 0,0 4-76 0,-3 2-56 16,-1 4-24-16,3 2-14 0,-3 5-5 0,0 7-4 15,0 3-1-15,-3 7-2 0,-2 5-5 0,-1 9-1 16,-2 6-2-16,-3 8-2 0,0 3-3 15,-1 7-1-15,-4 1 5 0,2 2 2 16,1-1-1-16,0-2 1 0,2-5 3 0,3-7-2 16,1-5-3-16,3-5-8 0,1-4-18 0,3-7-65 15,2-8-70-15,-1-3-107 0,3-5-174 0,0-3-298 16,7-4-328-16,0-3-251 0,6-2-151 0,1-6 263 16,4 0 591-16</inkml:trace>
  <inkml:trace contextRef="#ctx0" brushRef="#br0" timeOffset="76258.44">21654 14888 211 0,'-8'-3'573'0,"-1"-1"337"16,0 4 186-16,-3 2-187 0,3 3-263 0,-4 4-166 15,5 2-112-15,-1 4-32 0,-1 6-24 16,6 6-12-16,-4 7-21 0,1 5-22 0,1 5-36 16,1 7-59-16,1 8-45 0,0 2-43 0,0 5-25 15,0 1-17-15,0 1-9 0,0-2-8 16,2-4-6-16,0-3-2 0,0-8 0 15,2-8-4-15,-1-5-1 0,1-8 0 0,0-5 2 16,-2-8 0-16,2-7-1 0,-1-6 2 0,-3-8 1 16,3-8 1-16,-1-9-3 0,1-8 0 0,1-9-1 15,0-7-2-15,0-9-1 0,0-7-1 16,1-6-1-16,-1-5-2 0,3-5 1 0,2-2 1 16,0 3 0-16,4 2-1 0,-1 6 0 15,3 7 0-15,0 5-3 0,0 8 1 0,2 10 1 16,0 4 0-16,-2 4 0 0,1 6 1 0,1 4 0 15,0 4-2-15,1 3 1 0,0 4 1 16,0 5 1-16,2 2 0 0,0 2 0 0,0 3 2 16,1 0 1-16,-2 6 0 0,2-1 0 0,-3 2 0 15,0 1 0-15,-2 6 1 0,-6-2 1 16,0 4-1-16,-5 2 1 0,-1 1 1 0,-3 4-1 16,-4-3-1-16,-3 1 2 0,2 0-1 0,-4-3-1 15,0 1 2-15,1-4 0 0,-3 0-1 16,3-3-2-16,1-2 1 0,1-3 0 0,3-2-3 15,1-2-3-15,2 0 0 0,1-1 1 0,5-4-2 16,2 3 1-16,3-1 2 0,3-2 2 16,3 2 0-16,5 0 0 0,1 2-2 0,3-2 0 15,2 3 1-15,4 2 0 0,-1 0 1 0,1-1 1 16,-1 4 1-16,-2-3-1 0,1 1-2 0,-4-5 1 16,1 3-1-16,-2-6 0 0,-3-2-1 15,-2-6 3-15,-1 0 0 0,-2-7 0 0,-3-3 0 16,-2-3 2-16,-2-1 0 0,-4-5 1 15,-3 4 3-15,-1-6 0 0,-7 3 2 0,-2-2-1 16,-2 2 0-16,-6 0-1 0,2-1-3 0,-4 4 0 16,0 2-1-16,0 5-3 0,0 2 0 0,0 7-3 15,2 2-1-15,1 8-1 0,1 2-3 16,-2 4 0-16,6 4 0 0,-1 4 3 16,4 0-1-16,2 4-9 0,2 1-29 0,1 2-63 15,2 2-60-15,2-1-88 0,5-3-154 16,1-2-237-16,2-2-291 0,5-7-228 0,4 0-190 15,4-7 80-15,1-5 501 0</inkml:trace>
  <inkml:trace contextRef="#ctx0" brushRef="#br0" timeOffset="76560.72">22441 14736 52 0,'10'-20'609'0,"-3"2"514"0,-4 4 291 0,-2 3-48 0,-4 5-381 15,2 1-365-15,-6 5-206 0,1 5-120 16,-1-1-104-16,0 4-85 0,0 4-50 0,3 3-25 15,0 0-15-15,3 3-7 0,1 2-4 16,1 2-2-16,3 2-2 0,0 0-2 0,4 4-1 16,3-4 3-16,-1 1-1 0,3 0-1 0,-1-2 3 15,1-1 2-15,-1 0-1 16,3-2-16-16,-6-3-28 0,4-1-52 0,-4 1-57 0,-1-4-48 16,1-1-43-16,-4-1-15 0,0-2 15 0,-3-1 62 15,-2 1 68-15,-2-1 48 0,-3-1 31 16,0 1 15-16,-4 1 6 0,0 2 4 15,1-2 1-15,-5 3 2 0,2 4 0 0,1-2 5 16,-2 0 1-16,2 1 3 0,2-2-4 0,2-2-31 16,0 1-79-16,3-4-134 0,1-4-170 0,2-4-295 15,3-4-262-15,5-1-174 0,-2-8 99 16,6-2 383-16</inkml:trace>
  <inkml:trace contextRef="#ctx0" brushRef="#br0" timeOffset="76748.83">22837 14558 447 0,'-3'-9'1222'0,"-2"7"401"16,-4 4-160-16,-3 7-336 0,-2 4-495 0,1 4-246 15,0 2-158-15,1 2-99 0,3 1-59 16,-2-1-33-16,6-1-19 0,0-1-14 0,4-3-49 16,1-1-78-16,1-1-117 0,2-6-200 15,2-1-299-15,0-3-353 0,4-4-327 0,-1-4-132 16,-1-3 374-16,2-1 671 0</inkml:trace>
  <inkml:trace contextRef="#ctx0" brushRef="#br0" timeOffset="77223.03">23215 14122 12 0,'-7'6'395'0,"-2"4"318"15,3 0 283-15,-1 4 120 0,1 5-298 0,-2 4-230 16,5 7-112-16,-2 2-41 0,4 8-43 0,-1 5-65 15,0 4-50-15,-1 3-44 0,2 3-55 16,-3 5-52-16,3-2-46 0,-1-1-33 0,2-2-21 16,0 0-13-16,3-6-5 0,1-2-4 0,-3-6 0 15,4-4-12-15,-2-3-41 16,1-5-59-16,-1-2-59 0,-3-5-77 0,-2-4-145 0,-3-3-188 16,-3-4-272-16,0-2-222 0,-4-5-201 0,-1-4-1 15,-1-5 418-15,-2-4 461 0</inkml:trace>
  <inkml:trace contextRef="#ctx0" brushRef="#br0" timeOffset="77417.64">22948 14821 90 0,'3'-2'554'0,"0"2"350"16,0 0 197-16,3 2 11 0,2 2-386 0,2 0-256 16,2 4-150-16,3-4-70 0,2 3-67 15,1-1-70-15,0 0-49 0,4 2-32 0,-1-1-15 16,4-1-9-16,-1 1-6 0,1 0-7 0,-1-2 4 15,3 1 3-15,-2-1-15 0,1 1-37 0,-3-2-127 16,1-1-190-16,-3-1-288 0,-1-2-282 16,-4 0-255-16,1-2-85 0,-5-2 394 15,0-2 497-15</inkml:trace>
  <inkml:trace contextRef="#ctx0" brushRef="#br0" timeOffset="77589.06">23473 14748 75 0,'-4'8'617'0,"3"6"463"15,-2 2 179-15,-2 4-81 0,0 3-356 16,-3 3-302-16,4 2-184 0,-3 0-101 0,2 1-54 16,0-1-50-16,1 2-52 0,-1-3-36 0,2-3-39 15,2 2-56-15,1-5-73 0,0-2-147 16,1-3-217-16,2-2-299 0,2-4-285 0,-4-4-225 16,6-5-7-16,-4-4 468 0</inkml:trace>
  <inkml:trace contextRef="#ctx0" brushRef="#br0" timeOffset="77763.95">23577 14650 412 0,'0'-12'1179'15,"-5"4"355"-15,1 0-111 0,-3 7-276 0,1 1-519 16,-2 1-255-16,0 2-153 0,2 2-81 0,1 0-65 16,2 2-37-16,1 2-21 0,0 1-55 15,4 2-70-15,0-1-88 0,2 1-149 0,1 2-260 16,3 0-331-16,1-1-289 0,3 4-192 0,2-5 96 15,-1 1 557-15</inkml:trace>
  <inkml:trace contextRef="#ctx0" brushRef="#br0" timeOffset="78021.62">23779 15089 145 0,'0'36'744'15,"0"-2"428"-15,0-2 64 0,4-2-149 0,-3-3-412 16,2-5-338-16,5-4-161 0,2-3-79 15,-1-6-36-15,7-4-15 0,-3-7-6 0,4-5 19 16,0-4 29-16,1-5 50 0,-1-2 52 16,0-4 23-16,-4-3 6 0,0-1-14 0,-5-2-17 15,-3 2-33-15,-4 0-36 0,-2 1-26 0,-4-1-20 16,-5 3-16-16,-4 0-16 0,1 4-14 0,-4 3-10 16,1 2-8-16,-3 6-6 0,3 3-4 15,-3 6-8-15,3 5-15 0,-1 2-37 0,4 6-73 16,-1 2-92-16,6 1-169 0,2 1-292 15,3 2-332-15,3 2-343 0,3 0-194 0,2-1 169 16,3 1 677-16</inkml:trace>
  <inkml:trace contextRef="#ctx0" brushRef="#br0" timeOffset="78388.66">24201 15226 638 0,'13'-13'1619'16,"-6"-1"149"-16,-1 2-343 0,-5-2-357 0,1 0-482 15,-2 2-294-15,0 0-130 0,0 2-64 16,0 0-41-16,0 3-27 0,1 3-16 0,-1-1-9 16,4 4-4-16,-1 1-2 0,2 3-1 15,-1 6 2-15,1-1 0 0,4 4 2 0,-2-1-1 16,1 4-1-16,3 0-1 0,0 1-5 0,2-5-7 16,1-1-5-16,0-4-4 15,3-2-3-15,1-6-1 0,1-4 3 0,1-6 6 0,1-7 5 16,-1-1 3-16,2-3 4 0,-1-2 3 15,1-2 0-15,-1-2 2 0,-4 1 1 0,1 3 2 16,-4 1-2-16,-2 4-1 0,0 3 1 0,-4 4-1 16,-1 5 1-16,-2 0 2 0,-2 7 3 15,-1 7 5-15,-2 1 2 0,0 9 3 0,-2 4 1 16,-1 2-2-16,1 2-1 0,-1 1-6 0,3 2-2 16,0 2-3-16,0-3-2 0,2-1-3 15,1-1-12-15,2-2-31 0,0-2-78 0,3-3-90 16,-2-5-163-16,0-1-294 0,0-5-337 15,3-1-366-15,-5-4-190 0,4-1 145 0,-3-1 674 16</inkml:trace>
  <inkml:trace contextRef="#ctx0" brushRef="#br1" timeOffset="92216.82">5900 6951 108 0,'2'0'375'0,"-1"0"220"16,1-1 195-16,-1 1-36 0,-1 0-114 16,2 0-94-16,0 1-69 0,-1-1-63 0,-1 0-65 15,0 0-90-15,0 0-72 0,0 0-43 16,2 2-20-16,-2 0 9 0,0 2 11 0,1 2 10 16,1 2 0-16,-2 0-10 0,0 2-13 0,0 1-21 15,0 1-25-15,0 2-18 0,0-1-16 16,0 2-6-16,0 4-13 0,0 0-13 0,0 1-6 15,0 1-5-15,-2 2 0 0,2 2-2 16,0 1 0-16,0 2 0 0,0-2 0 0,0 3 0 16,0 3-1-16,2-3 0 0,-2 2 2 0,0 0 1 15,2 2 2-15,-2 0 2 0,1 0-3 16,-1 3 0-16,0-3-2 0,2-1 0 0,-2-1-3 16,0-2-1-16,1-3-2 0,1 1 0 0,0-4-1 15,-1-2 0-15,2-2 0 0,-3-2 1 16,3-2 2-16,-3-2-1 0,2-2 0 0,-1-2-2 15,-1 2 1-15,0-3-1 0,2-1 1 16,-2-1 0-16,0 1 0 0,0 0 2 0,0-2-1 16,0-1-1-16,0 1 1 0,0-2-1 0,2 3 0 15,-1-3-3-15,-1 0 0 0,0-1 0 16,2 1-1-16,-2 0-1 0,0-1 2 0,0 2 3 16,1-1 0-16,-1 0 2 0,0 1 1 0,0 0-3 15,0 2 1-15,0 0-2 0,0-1-2 16,0 1 1-16,2 0-3 0,-2-1 3 0,0 1 0 15,0-3-1-15,0 3 1 0,0-3 2 16,0 0-1-16,0 1 0 0,0-3 0 0,2 1 0 16,-2-2-2-16,0 1 1 0,0-1 0 15,0 0-1-15,1 0-2 0,-1 0 4 0,0 0-1 16,0 0-3-16,2 0-1 0,-2 2 1 0,2-2 0 16,-1 0-3-16,2 3 3 0,2-2 2 0,-2-1 2 15,0 2 2-15,2-1-2 0,-2 1 1 16,2-1-1-16,0-1-2 0,1 2 2 0,-2-2-1 15,3 2 1-15,-1-1 1 0,1-1-1 0,0 2 2 16,0-1-2-16,-1 1 1 0,2 0 1 16,1 0-3-16,-1 2 1 0,0-3 2 0,0 0-1 15,3 1-2-15,-1 0 1 0,-1-1 1 16,4 3 1-16,-2-3-1 0,0 1 1 0,2 0 12 16,0 0 9-16,0 0 1 0,0 1 2 15,1-2-1-15,-1 2 1 0,3-1-13 0,-3 0-8 16,-1-1-2-16,2 1-2 0,-1-2 0 0,0 0 0 15,-2 0 0-15,3 0 1 0,0-2-2 0,-2 1 1 16,1-3 1-16,0 1-1 0,1 2 1 16,-2-2-1-16,-1-1 2 0,3 2 1 15,-3-1 0-15,1 1 0 0,-2 0-2 0,1 1 0 16,-3-1-2-16,3 0-1 0,-1 2-1 0,-2 0 2 16,1 0 0-16,-3-1 1 0,2 1 1 0,-3 0-2 15,1 0 1-15,-1 0 0 0,0 0-1 16,-2 0 2-16,0 0-1 0,2 0 0 0,-2 0 0 15,-1 0 0-15,1 1 1 0,0-1-2 16,0 0-1-16,-2 0 3 0,3 0-2 0,-3 0 1 16,1 0-2-16,0 0 2 0,-1 0 0 0,1 0-1 15,-2-1 2-15,1 1-1 0,-1-1 1 16,0 1 2-16,0 0 3 0,-1 0 0 0,1 0 0 16,-2 0 1-16,2-2 0 0,0 2-1 0,-1-2-2 15,1 2-2-15,-2-2 1 0,2 0-3 16,0 2-1-16,0-2-1 0,0 1-1 0,0-1 0 15,0 1 0-15,0-1-1 0,0 0 1 0,0-1 1 16,2 2 1-16,-1-2 0 0,-1-2 0 16,0 2 0-16,0-2 0 0,2 1 0 15,-2-4 1-15,1 2 0 0,-1-2-1 0,2-2 1 16,-2-1 0-16,2-1-1 0,-1-2 0 0,2 1 1 16,-1-2-1-16,2 0 0 0,-2-1 0 0,1 1 1 15,0-3 1-15,-1 2-3 0,3-3 1 16,-2 3 0-16,0-4-2 0,2 2 0 0,1-2 0 15,-3-2 1-15,2 2-1 0,-2-3 0 16,2-1 1-16,0-1-1 0,0-2 0 0,-1 0 0 16,2-3 0-16,-2 4 2 0,-1-2 0 0,2-1 2 15,-2 1 1-15,0-2 0 0,0 2 2 16,2 0-2-16,-2-3 0 0,0 3 0 0,-1 0 0 16,1 1-1-16,-2 1 1 0,1 1-2 0,0 2 1 15,-1 1-2-15,-1 2-4 0,2 2 3 0,-2 0 2 16,0 5 2-16,-2 0 0 0,2 1-1 15,0 3 6-15,-1 1-5 0,1 0 1 0,-2 4-4 16,2-4 2-16,-2 3-2 0,2 2-5 16,-1-2 4-16,-1 1-1 0,2-1 1 15,-3 1 0-15,3-1 1 0,-2 0 6 0,2-2-4 16,-3 1-2-16,3 1 0 0,-1-3 1 0,-1 4-1 16,2-1 0-16,-3 2 0 0,3-2 1 0,-1 1-1 15,-1 2-1-15,0-1 2 0,1 0 1 16,1 1-1-16,-2 0 2 0,1 1-1 0,-1-2-1 15,-1 2 0-15,3-2-1 0,-2 1 1 16,-1 2-1-16,1-3 0 0,1 2 0 0,-1-1 0 16,-1 2-1-16,0-2 0 0,2 0 0 0,-1 2 2 15,-1 0 0-15,1-1 1 0,-1 1-1 16,1 0 0-16,-1-1 2 0,0 1 2 0,0 0 2 16,-2 0-1-16,-1 1 0 0,1-1 3 0,0 1-2 15,-1 1-2-15,-1 0 0 0,0 1 4 16,1-1 3-16,-1-1 3 0,-1 4 2 0,2-4 2 15,-2 2 1-15,0 0-2 0,0-1-2 0,0 0-2 16,-3-1-1-16,2 2-3 0,-1-1-1 16,-1 2-1-16,0-2 0 0,-1-1-2 0,0 1 0 15,0-1-1-15,-1 1-1 0,-1-2-1 16,0 2-1-16,-1-1 1 0,1 1-1 0,0-1 0 16,-2-1 0-16,0 2 1 0,1-2 0 0,-1 1-1 15,0 2 1-15,0-3 0 0,-3 2 1 16,3-1 0-16,-1 1-6 0,1-1-2 0,-3 1-3 15,2 0 0-15,1-1-2 0,0 1 0 0,2-1 3 16,1 1 4-16,-1 2 0 0,3-2 0 16,-2 1 0-16,4-2 0 0,-1 1 0 0,1-1-2 15,1 1-2-15,3 0-12 0,-1-1-19 16,-1-1-68-16,0 2-80 0,2-2-174 0,0 1-284 16,-1 4-317-16,1-2-397 0,-3 0-243 0,0 2 87 15,2-1 750-15</inkml:trace>
  <inkml:trace contextRef="#ctx0" brushRef="#br1" timeOffset="95743.46">6387 7118 192 0,'0'0'433'16,"0"0"201"-16,-3-1 154 0,3-1-171 16,-1-1-135-16,-1-3-69 0,0 1-30 0,2-1-21 15,-1-3-36-15,-1-1-45 0,-1-2-48 0,1-2-46 16,-1-4-42-16,0-2-31 0,1-2-18 0,-2-3-6 15,2-1 7-15,1 0 21 0,-1-2 21 16,2-2 17-16,-1 0 7 0,-1-2-11 16,0 1-22-16,1-5-29 0,-1 1-28 0,0-1-25 15,1-2-20-15,-1-2-6 0,2-1-5 16,-3 1 6-16,1-2 4 0,1 3 2 0,-1-3-1 0,1-2-2 16,-1 1-2-16,-2 0-7 0,2 0-8 15,-1 0-4-15,-2-3-3 0,0 0 0 0,2-3-2 16,-2 0-1-16,-1-2 2 0,3-1 2 15,-2-1 1-15,0 2 0 0,2-1 1 0,0 2 1 16,-2 3 1-16,2 1-1 0,1 2-2 16,-2 1 0-16,1 1-1 0,0 2-3 0,1 0-1 15,0 0-3-15,1-2-1 0,-1 0-1 0,2-1 1 16,2 0-2-16,-1-2-1 0,1-1 3 0,0 1 1 16,-1-4 3-16,1 4 3 0,-1-1 2 15,1 0 3-15,-2 0-2 0,4 2-2 0,-4 1 1 16,2 3-4-16,-2 0 0 0,3 1-2 15,-3 1 2-15,3-1 0 0,-1 0-1 0,1 4-1 16,-1-1-1-16,1 0-1 0,0 2-1 0,-1-3-1 16,1 4 3-16,0-3 1 0,0 1-1 0,-3 2 3 15,0 1 3-15,2 0 0 0,-2 1 2 16,-2 2-1-16,2-4 3 0,0 5-2 0,-3 0 0 16,3 1-2-16,-3 1-2 0,3 1 0 15,0-1-1-15,0 0-1 0,0-3-1 0,2 5 1 16,-1-1 1-16,2 1 2 0,-3 0-4 0,3 0 2 15,0-1-2-15,1-1-1 0,-1-2-2 16,0 2-1-16,0 0 3 0,-1-3 0 0,1-3-2 16,0 0 0-16,0 1 3 0,-3-3-1 15,2 3-1-15,-2 1 3 0,0 1 4 0,-2 2 1 16,2-2-2-16,-3 2 3 0,2-1 1 0,-1 1-1 16,2-1 2-16,0 2-3 0,-1-5-2 15,2 2-2-15,-1-4 0 0,3-1-1 0,2 0-1 16,-2-3-1-16,3 0 0 0,-1-1-1 0,3-2 1 15,1-2 0-15,-1 0-3 0,0 0 2 16,-1 1-1-16,0-1 1 0,-2 1 1 0,-2 2 3 16,-1-1 1-16,0 1 4 0,-2-1 2 0,-2 3 1 15,0 2-10-15,-1 0-3 0,0 2-4 0,-3 2-3 16,1 2-2-16,2 1 0 0,-2 3 7 16,2 2 0-16,1 1 3 0,1 1 0 0,-1 1 1 15,5-2-1-15,-1-1 2 0,3-3 1 0,1-1 2 16,2 1-2-16,0 0 1 0,-2-3-2 0,4 1 1 15,0-4 1-15,3 1-3 0,-1-3 1 0,3 1-1 16,-2 1 2-16,1 4 0 0,-3 0-1 0,5 2 1 16,-3 1 0-16,1 2 3 0,0 2-1 15,-3 1-1-15,3 0 2 0,-2 2-2 0,1 0 0 16,0 1 0-16,3-3 1 0,0 0 1 0,4-2 0 16,-4 2 0-16,2 0 1 0,-2 2 0 15,-1-1-1-15,0 2-1 0,-1 0-4 0,-1 4 3 16,-1 0-1-16,-1 1-2 0,0 3 1 0,3-2 1 15,-4 3 0-15,4-1 1 0,0 1 2 0,-1 3 0 16,3-2-1-16,-2 2 0 0,3 0 0 0,2 0-1 16,-3 2-2-16,1-1 1 0,1 1 1 15,-1 1 1-15,-1 1-1 0,2-1 1 0,-4 2-2 16,5-2 0-16,-2 2 2 0,-1 0-2 0,1 0 1 16,1 0 0-16,-1 0 4 0,-1 0-3 15,3 2-1-15,-3-2 1 0,4 2 0 0,-1-2 0 0,-1 0-1 16,2 1 0-16,-1 1 0 0,0 1 2 0,3 0 0 15,0 0 1-15,-1 0 1 0,1 2-1 16,0-2 1-16,1 2-3 0,0-1 0 0,-1 1 1 16,2-1-2-16,-2 1 1 0,0 1 1 0,2 0 2 15,-2-1 0-15,-3 0-4 0,0 1 1 16,0-2-1-16,-2 1 2 0,2 0-2 0,-4-1 0 16,0 3 2-16,-2-3 2 0,-2 1-1 0,0 1-1 15,-1-1 1-15,-2-1-1 0,1 3 0 0,-3-1-2 16,2 1 4-16,-3 0-4 0,3 2 1 0,-2-3 0 15,1 2 0-15,-1 1 0 0,1-1-1 0,0 1 0 16,-1-1 0-16,1-2 0 0,1 3-1 16,-2-1-1-16,3-2 1 0,-1 3-2 0,1-4 1 15,1 1 1-15,-2 0 1 0,0-2-1 0,2 3 1 16,-1-4 0-16,-1 3 8 0,0-2 3 0,1 0 2 16,-1-1 2-16,-1 2 0 0,-1-1 0 15,2-1-9-15,0 0-6 0,-2 0 0 0,2-1-3 16,-3 1 1-16,3-1-1 0,-4 0 3 0,1 0 2 15,-2 0-1-15,1 0-1 0,-3-2 0 0,1 0 1 16,1 0-2-16,-3 0 1 0,2 0 0 16,-1 0 0-16,-1 0 1 0,0 0-1 0,3 0 0 15,-3 0 3-15,0-2-1 0,2 0 1 0,-2 2-2 16,1 0 0-16,-1-2 2 0,0 2-4 0,0-2-10 16,-1 2-38-16,-4-2-62 0,2 1-75 0,-3-1-149 15,-1 0-227-15,-1 0-316 0,-1 2-292 16,-1-1-222-16,-1 1 8 0,-3-1 517 0</inkml:trace>
  <inkml:trace contextRef="#ctx0" brushRef="#br1" timeOffset="96205.92">8009 1222 240 0,'2'3'435'0,"1"-1"155"15,-3 2 55-15,2 0-203 0,1-3-92 0,-1 2-31 16,-1 2-15-16,4-1-18 0,-2 1-12 16,0 0 17-16,0 1-17 0,2-2-35 0,0 1-21 15,1 0-12-15,2 1 0 0,-2-2-47 0,2 3-47 16,0-1-26-16,1 0-15 0,1 0-6 0,1-1-8 15,3 2 2-15,-2-1-3 0,3 1-7 16,0-1-3-16,0 1-6 0,0 0-10 0,0-1-13 16,1 0-9-16,1 0 0 0,-2 0-8 0,0 2 5 15,-2-2 29-15,1 0 22 0,-4 2 9 0,0-2 8 16,-1 1 30-16,-3 0 19 0,-1 0-9 16,-3 4-7-16,-1-2 0 0,-4 2-10 0,1 2-21 15,-4 0-18-15,-3 1-14 0,-1-1-6 0,-3 4-7 16,-2-3 0-16,-3 5-4 0,-1-2-4 0,-1 1-3 15,-1 0-4-15,-3 1 5 0,2-2-4 16,0-1-1-16,3-3-2 0,-3 2-2 0,3-4 0 16,2-1-11-16,0-2-1 0,2-2-2 0,1 2-13 15,4-2-46-15,-1-1-77 0,2-2-158 0,4 1-272 16,0 0-311-16,2 0-372 0,2 1-343 16,1-2 8-16,0 3 703 0</inkml:trace>
  <inkml:trace contextRef="#ctx0" brushRef="#br1" timeOffset="103097.9">6006 14733 147 0,'-3'-3'371'0,"1"-1"193"0,-1 1 158 16,1-2-150-16,1 0-109 0,-1-2-58 0,1 2-10 15,1-2-10-15,0 1-22 0,1-1-32 16,-1 0-44-16,2 3-44 0,-1-2-57 0,1 3-40 16,0 0-25-16,-1 1-8 0,-1 0 9 0,0 2 28 15,2 0 23-15,-2 0 8 0,2 0-11 16,-1 0-20-16,-1 4-21 0,2-1-35 15,-1 4-21-15,3 1-18 0,-3 4-8 0,2 4-11 16,2 1 0-16,-2 5 0 0,0 3-3 0,0 4-3 16,1 2-2-16,-1 4-1 0,-2 3-4 15,1 4-5-15,0 1-9 0,-1 2-6 0,-1 2-4 16,0 3-1-16,0-2-5 0,0 2-2 0,0-2 4 16,2-3 3-16,-2 1 1 0,1-5-1 0,1-1 2 15,2-3-3-15,-2-2 2 0,1-2 5 0,0 0 3 16,1-4 3-16,-1-1 2 0,0-1 1 15,0-2-1-15,0 0-7 0,3-5-5 0,-2 1-1 16,-1-3-1-16,0 0 0 0,0-4 1 16,0-2 0-16,2 2 1 0,-3-4-2 0,3 0 1 15,1-2-2-15,-2 0 1 0,1 1 0 16,2-3 1-16,-1 0 0 0,2 3 2 0,0-1-1 16,0 0 0-16,1 0 0 0,2-2 0 15,0 3 0-15,2-3-2 0,0 0 0 0,-1 2 0 16,4-2 1-16,2-1-3 0,-1-2 0 0,3 1 3 15,-2 0 1-15,4-3 0 0,0 0 2 16,0-1 1-16,0-1 1 0,2 0-2 0,1-1 0 16,-1-2-1-16,2 0 0 0,0 0 2 0,-2-1-1 15,4 0 1-15,-1-1 0 0,0 2-1 16,0-3 1-16,2 0-1 0,-1-1-1 0,2-1 1 16,0 0 0-16,0 1 1 0,-1-1-1 0,1 1 0 15,-2-1 1-15,2 0-2 0,-1 1 1 0,-1 0 0 16,0 0 0-16,1 2-1 0,-2-1-1 15,-2 0 1-15,2 3 0 0,-2-4 2 0,1 4-2 16,-1-2 1-16,0 2 0 0,-1-1 1 16,1-2-1-16,-1 1 0 0,1 3 0 0,0-3 0 15,-2 1 0-15,0-1 0 0,-1 4 0 0,-1-3-1 16,1 1 1-16,-1 0-2 0,-1 1 2 16,-4 0-1-16,3 1-1 0,-3 1 0 0,-1 0-1 15,0-1 2-15,-3 2-1 0,1 0 1 16,-2 0 0-16,2 0 0 0,-4 0 0 0,1 0 0 15,-1 0-1-15,-1 0 1 0,0 0-1 0,0 0 0 16,1 0 0-16,-2-2 0 0,-1 2-1 16,2-2 0-16,0 0 2 0,-2-1 0 0,2 1 1 15,-1-1 0-15,0 0 1 0,0-2 0 0,-1 1-1 16,-1-2 0-16,3 1-1 0,-2-1-1 16,0 0 0-16,1-1 1 0,-2 3 1 0,-2-1 0 15,2-2 0-15,-1-1 1 0,-1-1 0 0,0-1-1 16,-1 0 1-16,-2-2 0 0,2-1 2 15,-2-1-2-15,-2-1 0 0,2-3 0 0,-2-2-1 16,-1-2-1-16,2 1 0 0,-3-2-1 16,0-3 1-16,-1-3-2 0,0 1 1 0,1-3-1 15,-3 0 0-15,2-2-2 0,-4 0 0 0,3-3 0 16,-1-1 1-16,-1 0 1 0,1 0 0 16,0-1 2-16,-1-2 1 0,3-1 1 0,-4-1-1 15,5 2 0-15,-1 1 1 0,0 0-2 16,0 2 2-16,3 2-1 0,-1-3-2 0,0 3 1 15,0 1-2-15,0-2 0 0,2 3-1 0,-1-1 0 16,0-3 0-16,-1 6 0 0,0-1 1 0,1 0 0 16,-3 3-1-16,2-2 0 0,0 5 1 15,0 1 1-15,-2 1 0 0,2 4 1 0,-2 0 1 16,2 4-1-16,0 1 2 0,-2 3 0 16,2 2-2-16,-3 0 2 0,3 3-1 0,0 1 0 15,-1-1 1-15,0 3-1 0,0 1 1 16,-2-2-1-16,-2 4 0 0,2-1 1 0,-2 1 0 0,-2 1 2 15,1 0 0-15,-2 0 1 0,0 1 1 16,-2 1 1-16,-3-1 0 0,-1 4 1 0,1-4 0 16,-3 1 2-16,-3 1 0 0,1-3 0 15,-1 1 3-15,-3 1 1 0,0-2-1 0,-2 0 0 16,-3 0-1-16,0-2 0 0,-3 2-2 0,-4-1-4 16,-4 1 0-16,-1-2-1 0,-6 2-2 15,-4-1-2-15,-2 1-1 0,-6 0-1 0,-3 0-2 16,-2 0-1-16,-3 3-1 0,2 2 1 0,-1-1 2 15,1 4 0-15,1 1 1 0,0 5 2 16,2 3 1-16,3 1-6 0,4 6-4 0,1-1-1 16,5 3-5-16,5 1 0 0,4 2-1 15,5-3 1-15,9-1-7 0,6-2-18 0,6-2-34 16,8-2-73-16,7-4-123 0,8-3-214 0,9-4-293 16,3-5-340-16,7-5-362 0,4-5-147 15,2-6 431-15,5-3 710 0</inkml:trace>
  <inkml:trace contextRef="#ctx0" brushRef="#br1" timeOffset="105098.44">7529 14055 232 0,'4'1'450'0,"-2"1"182"0,-1-2 40 0,1 0-245 0,1-3-142 15,2-1-16-15,3-3 12 0,3-6 28 16,2-5 75-16,4-4 27 0,2-3-19 0,3-7-77 16,5-4-75-16,3-5-61 0,3-5-55 15,4-2-35-15,2-3-33 0,5-3-18 0,-1-2-11 16,4 2 3-16,1 1-2 0,4-2-8 0,0-1-3 16,4 1 4-16,4 1-1 0,2 0-6 15,1 1-7-15,1 3-7 0,-2 2 1 0,1 2-3 16,-1 4-6-16,-2 3-5 0,-3 4 2 15,0 4 5-15,-2 3 1 0,-3 7 4 0,-1 1 5 16,3 1 2-16,-2 7-1 0,-1-2-2 0,-1 5 0 16,2 0-1-16,-2 1-2 0,0 5 0 15,0-3 1-15,0 3-1 0,5-1-3 0,-1 0-6 16,1 1 7-16,2-5-2 0,2 1 2 0,2 1 2 16,3-4 3-16,5-1 5 0,1-5-6 0,1 1 0 15,4-4-3-15,0-1-8 0,2-1-3 16,1-2-2-16,2 0 5 0,-2-4 7 0,3 3 6 15,-2-6 6-15,3 3 4 0,0 0 0 16,-1-1-3-16,-1 2-7 0,1 0-5 0,-3 0-2 16,-3 1-1-16,1 2 1 0,-3 3 4 0,1 0 4 15,-1 2 1-15,-2 2 1 0,0-1-3 16,-1 3-2-16,0 0-2 0,-3 0-1 0,0 0-4 16,-1 2 0-16,-2-2-1 0,0 0 3 15,-2 2 1-15,1-4 2 0,-1 1 2 0,0 0 2 16,1-1 6-16,-1-2 0 0,1-2-7 15,-1 0-5-15,-1 1-3 0,-1-3-4 0,0 0-4 16,0-1-3-16,-3 0 3 0,0 0 6 0,0 2 5 16,-3-4 3-16,0 2 7 0,-1 0 1 0,-1-1-1 15,-1 0 3-15,1 1-2 0,-1-2-3 0,-2-3-3 16,-2 4 3-16,-2-3-1 0,-1-2-4 16,-1 1 2-16,-5 1 2 0,1-6 7 0,-1 2 20 15,-2-5 10-15,-2 3 5 0,-3-1 4 16,-1-4 0-16,-1 2-3 0,-3 3-17 0,-3-2 0 15,-1 2 20-15,-2 2 16 0,-4-1 9 16,2 3 16-16,-4-2 10 0,0 3-4 0,-3-1-8 16,2-2-10-16,-4 2-10 0,-1-4-16 0,0 2-6 15,3-2-8-15,-3-4-12 0,0 1-7 16,1-4-4-16,3 0-3 0,-3-4-4 0,5-2-5 16,-1 2 0-16,2-3 0 0,3 1 0 0,1-1-2 15,-1 0-1-15,2 1 0 0,2-1 0 16,2 1 0-16,-2-2-2 0,3 2 1 0,1-1 1 15,-4 1 1-15,0-1-2 0,2-2 2 16,-2 0 0-16,-2-2-1 0,1 0-2 0,-2-2 2 16,-2 0-1-16,1 0-1 0,-6 2 0 15,2 2 3-15,-4 1-2 0,-4 2 1 0,0-1 0 16,-2 3 5-16,-3 2 8 0,1 1 0 0,-4 2 3 16,1-3-1-16,-5 2 2 0,1-2-6 15,0 2-4-15,-1-3-3 0,-2 0-3 0,-2-5 1 16,1 0-2-16,-1 0-1 0,-1-4-2 0,2-2 0 15,-3-2-1-15,0-4 2 0,2 0-2 0,-1-1 1 16,1-3 2-16,-2-1 1 0,3 2 1 16,-2-1-1-16,1 4 6 0,-1-1 2 0,-1 2 1 15,0 1 0-15,-3 4-1 0,0-2 1 0,1 5-5 16,-2-1-2-16,-2 3-2 0,1 2 2 16,-3-1-1-16,-2 3 3 0,1 2 1 0,-1 0 3 15,0 1 1-15,0 0-2 0,0 2-1 16,-2-1 0-16,2 2-2 0,1-1-2 0,-1 2-2 15,2-1 1-15,1 2 0 0,-5-2 0 0,2 5-1 16,0 0 0-16,-1 1 0 0,0 2 1 16,-2 2-1-16,1-1 1 0,0 3 1 0,-1 0 1 15,1 2-2-15,-1 0-1 0,3 1 0 16,-1-1-1-16,1 2-1 0,1 0 0 0,0 0 1 16,0-1-1-16,-1 0 1 0,4 1 0 15,-2-5-1-15,1 3 1 0,0-3-1 0,2-1 2 16,1 2 0-16,0-3 0 0,0 0 0 0,1 0-2 15,0-2 1-15,3 1-1 0,-1-3-1 0,-1 1 0 16,4 1 0-16,-3-2-1 0,1 2-1 16,3 0 0-16,-3-1 1 0,0-3-1 0,-1 2 0 15,2 2 1-15,0-3 0 0,-2 1 0 16,2 0 1-16,-1 3 1 0,0 0 0 0,0 0 0 16,1 3 2-16,-2 0-1 0,2 2 0 0,0 0 0 15,0 3-1-15,2-1 1 0,-1 2 0 16,1 1-1-16,2 0 1 0,-1-1-1 0,2 2 0 15,-2 0 0-15,2-2-1 0,-1-1 1 16,1 0-1-16,1-1 0 0,2 1 0 0,-3 1-1 16,4 4 0-16,-1 2 1 0,2 0 0 0,-1 4 0 15,0 1 1-15,1 2 1 0,-1 3-1 0,2 1 1 16,-1 0 0-16,-1 1 1 0,2 1 0 16,-2 1 0-16,2-1 0 0,-1 0 1 15,-1 0-2-15,1 1 0 0,1-4-1 0,-5 3 0 16,5-2-1-16,-1 1 1 0,-1-2 0 0,0 1-1 15,1 2 2-15,-1-2-1 0,2 2-1 16,-3 0 1-16,3-1-1 0,0 2 1 0,-2 1-3 16,1 1 1-16,-1-2-3 0,2 2-1 0,-1 2-1 15,-1-1 0-15,0 2-2 0,1 3-9 16,-2 1-27-16,1 2-67 0,0 0-74 0,-2 0-151 16,-1 2-251-16,2 0-317 0,-2-1-349 0,0 0-234 15,0-1-7-15,-2-4 595 0</inkml:trace>
  <inkml:trace contextRef="#ctx0" brushRef="#br1" timeOffset="105462.44">12789 5353 121 0,'-8'5'410'16,"2"1"265"-16,1-3 213 0,-1-2-82 0,3 0-172 15,0-1-92-15,1 2-89 0,2-2-80 0,0-2-71 16,3 0-54-16,0-6-40 0,6 0-37 16,0-5-11-16,2-3 5 0,3-4 8 0,2-4-6 15,1-1-8-15,2-5-21 0,2-1-23 0,1 0-22 16,0-2-24-16,-1 2-15 0,1 0-18 16,-4 2-3-16,0 4-3 0,-1 1-7 0,-4 4-5 15,1 2-4-15,-4 4-1 0,-1 2-7 16,-2 4-5-16,0 3 0 0,1 4 1 0,0 1 0 15,0 5 2-15,0 4 1 0,0 3 2 0,-2 5 0 16,2 2 1-16,0 2 0 0,-2 3-1 16,-1 4 1-16,3 2-1 0,-3 0-3 0,4 0-2 15,-2 3-2-15,1 0-1 0,-2 0-65 0,2 0-95 16,-4 2-203-16,-2-2-273 0,1 0-321 16,-1 1-425-16,-4 0-262 0,-3-2 215 0,-1 3 807 15</inkml:trace>
  <inkml:trace contextRef="#ctx0" brushRef="#br1" timeOffset="111631.73">18791 3975 215 0,'2'9'542'0,"-1"2"251"0,1-5 114 16,-1 1-194-16,1-1-202 0,2-3-102 15,-4-1-58-15,5 0-21 0,-2-2 9 0,4-2 21 16,2-2 0-16,4-5-35 0,0-3-41 16,4-6-43-16,1-4-46 0,2-4-51 0,2-4-45 15,0-3-30-15,2-3-15 0,0 2-7 16,-1 1-4-16,-4 2-3 0,0 3 0 0,-4 3-1 16,-1 5-2-16,-5 3-2 0,-1 5 4 0,-2 3-4 15,-1 1-1-15,-2 4 1 0,2 4 4 16,-2 1 6-16,2 7 3 0,-2 3 5 0,3 4 1 15,-1 3 1-15,0 5-8 0,-2 4-7 0,0 2-10 16,1 0-6-16,-3 6-7 0,2-4-5 16,-1 2-5-16,-2 0-2 0,-2 2-1 0,2-3-1 15,-1-1 0-15,-1 2-1 0,1-2 0 16,-4-3-1-16,2 1-1 0,-1-1-1 0,-1-2 0 16,2 0-2-16,-3-3-7 0,2-1-15 0,-3-1-26 15,2-2-56-15,-3-2-94 0,-1-1-195 0,3-1-282 16,-2-1-347-16,0-2-424 0,-1-1-318 15,-1-5 181-15,0-1 870 0</inkml:trace>
  <inkml:trace contextRef="#ctx0" brushRef="#br1" timeOffset="113327.54">23074 3001 257 0,'9'7'868'0,"-4"-1"363"16,-2-3-8-16,1 1-174 0,-1 0-485 0,-2-1-282 15,3-2-142-15,-3 2-67 0,1-1-33 16,-1-2-20-16,3 0-10 0,0 0-6 0,1 0-3 16,1-2-1-16,2-1-18 0,0 0-43 15,1 0-88-15,-1-1-119 0,1 2-145 0,1 0-282 16,-2 1-261-16,0 1-159 0,0 0 85 0,1 1 330 16,-4 1 347-16</inkml:trace>
  <inkml:trace contextRef="#ctx0" brushRef="#br1" timeOffset="113505.85">23314 3098 262 0,'4'5'552'0,"-3"0"221"0,3-2 97 15,-4 1-244-15,1-2-235 0,2-2-151 16,2 1-85-16,-4-2-49 0,4 1-30 0,0-5-23 16,1 2-21-16,2-1-10 0,1 0-4 15,3 0-7-15,-3-2-43 0,4 1-79 0,0 0-101 16,0 1-187-16,-1 1-253 0,1-2-172 15,-1 4-6-15,-1-2 178 0,2 1 258 0</inkml:trace>
  <inkml:trace contextRef="#ctx0" brushRef="#br1" timeOffset="113684.24">23706 3063 44 0,'5'5'551'15,"-2"2"433"-15,-1-4 186 0,0 0-72 0,-2-1-363 16,0-2-322-16,1 0-199 0,1-3-98 15,1 0-49-15,0-3-56 0,5 0-69 0,-2-2-88 16,2-1-110-16,2 2-116 0,2 0-160 0,1 1-263 16,3-1-159-16,-2 3 11 0,3-1 208 15,1 1 279-15</inkml:trace>
  <inkml:trace contextRef="#ctx0" brushRef="#br1" timeOffset="113817.89">23999 2976 172 0,'21'0'431'0,"-9"-1"278"0,2 0 267 15,-4-1-105-15,-4 0-159 0,2 0-119 0,-5 2-93 16,2-2-84-16,-2 2-103 0,-1 0-89 15,-1 2-57-15,1-2-48 0,0 0-39 0,-2 0-40 16,1 0-25-16,1 0-39 0,0 0-43 16,1 0-45-16,-2-2-100 0,4 0-141 0,-1-1-195 15,0 1-274-15,0 2-237 0,1 2-155 16,2-2 165-16,0 0 412 0</inkml:trace>
  <inkml:trace contextRef="#ctx0" brushRef="#br1" timeOffset="122125.18">3674 15432 66 0,'0'5'257'0,"0"-2"129"0,0 1 123 0,-3 1-109 16,1 0-98-16,2-1-35 0,-3 1-9 15,0-2 3-15,1-1 5 0,1 1 15 0,-1 0 28 16,-1-1 9-16,3 0 1 0,-2 0-14 0,1 0-29 16,-1-1-37-16,2 1-57 0,-3-1-49 0,3 1-38 15,0-1-31-15,0 1-23 0,0 1-18 16,3 3-9-16,-1-1-9 0,1-1-3 15,0 5-3-15,0-2-1 0,2-1-1 0,2 1 3 0,2 0 5 16,0-1 3-16,1-1 2 0,4 3 4 16,-1-5 1-16,2 1-4 0,1-2-6 0,3 0-2 15,-1-2 1-15,4-4 0 0,0 2-4 16,-1-2 0-16,4-3 1 0,-1 0 0 0,-1 1 2 16,2-1-1-16,-2 0 2 0,0 1 2 15,1-1-2-15,-3 0 0 0,1 2-3 0,-2 1-1 16,1-2 0-16,-4 3-1 0,1-1 0 0,-2 1-1 15,-1 2 4-15,0-2 0 0,-3 1-1 16,1-2 4-16,-2 2-1 0,0-1-2 0,-3 1-2 16,0 1 2-16,-2-1-2 0,2 2 0 0,-2 0 0 15,-2 0 0-15,0 0 0 0,0 0-1 0,-1 0 0 16,0 2-5-16,0-1-16 0,-2 1-37 16,1 1-78-16,-2-3-96 0,0 2-114 0,0 0-122 15,1 0-184-15,1 1-234 0,-2-3-79 16,0 0 100-16,-3-1 247 0,3-3 258 0</inkml:trace>
  <inkml:trace contextRef="#ctx0" brushRef="#br1" timeOffset="122477.43">4188 15232 125 0,'1'1'335'0,"1"1"139"0,1-1 98 16,2 1-168-16,1-1-159 0,2 3-75 16,0-1-7-16,3-1 1 0,2 0 27 0,1 1 4 15,3-1 22-15,1 0 12 0,2 0-11 16,2 2 8-16,2-3 10 0,0 3-4 0,3-2-33 16,0 2-39-16,0-2-26 0,-1-1-32 15,0 5-40-15,-4-1 4 0,0 1 7 0,0-3 8 16,-4 5 9-16,-1 1 4 0,-4 0 2 0,-1 3-22 15,-4-1-11-15,-3 2-6 0,-2 3-9 16,-1 0-6-16,-4 2-6 0,1 1-2 0,-4 1-6 16,-2 1-9-16,-1 1-4 0,-2 1-5 15,-2-1-3-15,-3 0-3 0,0-1-5 0,-2 1-2 16,1-2-16-16,-3 0-22 0,3-2-68 0,-3-1-121 16,3 0-146-16,2 0-299 0,3-5-262 15,2 2-230-15,4-2-4 0,4-3 342 0,1 0 414 16</inkml:trace>
  <inkml:trace contextRef="#ctx0" brushRef="#br1" timeOffset="168385.85">9258 4688 90 0,'2'3'275'15,"-1"-2"114"-15,-1 1 88 0,2 1-177 0,0-2-145 16,-1-1-80-16,1 2-42 0,-2-2-25 0,3 0-8 15,-1 1-2-15,-1-1 2 0,4 2 0 16,0-2 6-16,4 0 19 0,-1 0 12 0,0 0 5 16,3 0 1-16,0 0 2 0,2 0-2 15,1-2-17-15,-1 2 39 0,2-1 29 0,0 1 17 16,2 0 9-16,-1-2 1 0,1 2 1 16,-1 0-45-16,2 2-34 0,0-2-17 0,0 1-9 15,2 1 20-15,-2-2 11 0,2 1 2 0,1 1-1 16,-2 0 3-16,1-1-3 0,2-1-29 0,-4 2-11 15,3-2-2-15,-1 0-4 0,-1 0-1 16,3-2 9-16,2 2 1 0,1-3-22 0,-1 1-13 16,3-1-6-16,1 2-7 0,2-2-4 15,0 0-3-15,0 0 22 0,0 1 9 0,0 1 10 16,2-1 2-16,-3 2 2 0,-1 0-2 0,0 0 7 16,-1 0 2-16,0 0 2 0,-3 2 0 15,1-1 2-15,-1 1 21 0,1-1 10 0,-4 1 4 16,3-2 2-16,-2 3-1 0,0-2 101 15,-1-1 25-15,-1 2 10 0,3-2 2 0,-2 0-6 16,3 0 0-16,-2 0-81 0,3 0-45 0,-2 0-20 16,2 0-8-16,0 0-6 0,0 0-9 15,0 0-4-15,2 0-1 0,-3 0-4 0,2 0 1 16,0 0 44-16,3 0 42 0,-2 1 20 16,1-1 9-16,2 2 5 0,0-2-3 0,0 0-18 15,0 0-25-15,2 0-11 0,1 0-7 0,0 0-6 16,1 0-3-16,0 0-19 0,1 0-17 15,-1 0-10-15,0 1-7 0,2 1-6 0,-1 0 3 16,0-1 1-16,0 2 5 0,1 1 0 16,1 0 2-16,2-1 9 0,1 0-7 0,1-1 0 15,4 1-4-15,0-2 5 0,2 1-1 0,-1-2-5 16,3 2 3-16,-1-2-1 0,1-2-2 16,-2 2-8-16,2-2 1 0,2 1-2 0,-5-1 0 15,2 2 2-15,-3 0 2 0,1 0 4 16,-2 0 1-16,0 2 4 0,-1 1 1 0,-2 1-1 15,3 1 2-15,-1-1-3 0,-2 2-1 0,2 1 1 16,-2-1-5-16,0 2-3 0,-2 2-3 16,1-3 3-16,-2 1-2 0,1 0-4 0,-1 0 3 15,0-1-2-15,-1 0 1 0,-1-1 0 0,4-3 3 16,-6 0 4-16,4 0 5 0,-3-3 7 16,2-3 2-16,0 0 0 0,0-2 2 0,-2 0-2 15,-1-1-4-15,-2-1-8 0,-2-1-35 0,-3 0-110 16,-3 2-160-16,-10 0-298 0,0-3-269 15,-6 4-248-15,-6-1-97 0,-6 4 311 0,-5-1 461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1T13:09:07.20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 1802 59 0,'8'5'254'0,"-4"-1"122"16,1-2 117-16,-5-2-121 0,0 0-111 0,0 0-42 15,0 0-10-15,0 0 21 0,0 0 23 0,0 0 31 16,0 0 24-16,0 0 13 0,5-3 3 16,2 0-9-16,0-3-25 0,1 3-31 15,-3-4-36-15,1 1-39 0,-1-1-36 0,-2-2-24 16,-1 1-18-16,2-2-6 0,-2-2 9 15,1 0 14-15,2-2 7 0,1-1 0 0,1-1-9 16,2-3-15-16,1-1-7 0,-1 0-12 0,2-3-15 16,0 0-10-16,-1-3-7 0,2 3-6 0,-2 0-16 15,1-1-11-15,-2 2-7 0,1 2-3 16,-4 0-3-16,1 3 0 0,2 3-1 0,-3-1 0 16,-1 3-2-16,0 2-2 0,0 0 0 15,-1 2 1-15,-1 2-1 0,-1 0-2 0,-2 6-3 16,0 0 2-16,0 0 0 0,0 0-2 0,0 0-1 15,0 0-1-15,0 0 1 0,0 0-2 0,0 0 0 16,0 0 0-16,0 0 4 0,0 0 3 16,0 0 4-16,5 6 2 0,-2 0 5 0,0 5 2 15,0 3 1-15,1 1 0 0,-3 4-2 16,1 2-1-16,-2 2-2 0,1 2 2 0,-1 3-1 16,-1 2-1-16,1 2 0 0,-2 2 1 15,-1 1-3-15,0-3-1 0,1 2-3 0,-1-1 0 16,1-3-1-16,-1-1-1 0,1-5-2 0,-1 1-1 15,2-2 1-15,-1-5 0 0,-2 0 0 16,4-5-2-16,-2 1-1 0,1-4 2 0,-1-1-5 16,2-4 4-16,0-5-3 0,0 0-2 0,0 0 1 15,0 0-1-15,0 0 1 0,0 0-4 16,0 0-18-16,0 0-40 0,0 0-55 0,0 0-55 16,0 0-87-16,0 0-139 0,0 0-163 0,-2 0-226 15,2 0-227-15,-1 0-199 0,-3 2 10 16,4-2 361-16,-1 2 417 0</inkml:trace>
  <inkml:trace contextRef="#ctx0" brushRef="#br0" timeOffset="312.35">1171 2057 106 0,'8'0'485'15,"-3"0"376"-15,-5 0 292 0,0 0-85 0,0 0-268 16,0 0-152-16,0 0-116 0,0 0-109 0,0 0-105 16,0 0-67-16,0 0-55 0,6-2-68 0,-6 2-50 15,0 0-33-15,0 0-17 0,0 0-15 16,0 0-8-16,3-4-3 0,-3 4-2 0,3-5-2 15,-3 5-5-15,0 0-19 0,0 0-57 16,0 0-55-16,0-7-115 0,0 2-171 0,-1-1-298 16,-1 1-305-16,-1 1-244 0,1 2-155 15,-2-1 303-15,2 1 565 0</inkml:trace>
  <inkml:trace contextRef="#ctx0" brushRef="#br0" timeOffset="48798.96">4728 1776 211 0,'4'-1'380'16,"-3"1"149"-16,2-2 57 0,-1 2-148 0,-2 0-81 15,3 0-17-15,-1 2 1 0,-1-2 4 0,1 1-17 16,0 1 8-16,-1 1-7 0,1 1-26 15,1 0-33-15,-3 5-24 0,2 1-14 0,-1 3-32 16,2 4-31-16,0 3 8 0,-1 3 3 0,1 4 4 16,-1 4-8-16,-1 7-25 0,1 0-16 15,-1 7-36-15,-1 3-28 0,0 6-18 0,0 4-11 16,-1 3-9-16,1 8-11 0,-2 3 4 0,-1 7 4 16,0 6-3-16,0 3-8 0,-2 7 9 15,2 3 8-15,-2 3-4 0,0 6-4 0,2 1 0 16,0 7 0-16,-2 0-5 0,4 4-3 0,-1 0 1 15,0 3 1-15,0 1-2 0,0 4-1 16,2-1-1-16,0 1-6 0,0 1-2 0,0-2-4 16,0-5-2-16,4-3 0 0,-4 0 1 0,2-9 0 15,0-2-4-15,-1-7-1 0,2-7 0 0,-3-5-1 16,2-10 0-16,0-4 1 0,-2-5 1 16,1-6 1-16,-1-5-1 0,-1-2-2 0,-1-5-4 15,-1-5-9-15,1-3-9 0,-1-4-13 16,-1-7-23-16,-1-6-53 0,2-6-66 0,-4-4-89 15,2-8-135-15,-3-6-191 0,1-6-312 0,0-5-260 16,-1-10-196-16,2-6 40 0,-3-7 435 0,1-9 488 16</inkml:trace>
  <inkml:trace contextRef="#ctx0" brushRef="#br0" timeOffset="49668">4626 1634 199 0,'3'4'477'0,"-3"0"234"0,3-2 196 0,-3 0-143 0,2 0-171 16,-2-1-113-16,4-1-78 0,-4 0-55 0,2-1-71 15,-1-3-71-15,3 0-57 0,-1-7-41 16,3 0-32-16,-1-3-20 0,4-2-24 0,-1-3 0 15,2-2 7-15,2-1 2 0,0-1 2 16,-1 1 0-16,3-2 2 0,-3 4-9 0,3 0 5 0,-4 2 2 16,1 3 1-16,-2 2-3 0,-1 3 2 15,0 2 15-15,0 3 7 0,1 4 7 0,-1 1 8 16,-1 3 4-16,-1 5 6 0,3 1-18 0,-4 3-19 16,0 5-16-16,0 0-11 0,-2 5-8 0,0 0-7 15,2 0 0-15,-1 4-1 0,-2 3-1 0,-1-2-2 16,1 3-51-16,-2 2-53 0,-3-1-98 15,1 1-160-15,-2 4-283 0,1-3-319 0,1 1-262 16,-1-1-203-16,0-1 196 0,1 0 578 0</inkml:trace>
  <inkml:trace contextRef="#ctx0" brushRef="#br0" timeOffset="51553.75">4632 5908 145 0,'8'0'347'0,"-3"-1"140"0,1-1 94 0,-1-1-178 15,3 2-158-15,1-2-83 0,1 0-13 0,1-1 17 16,3 1 12-16,2 0 19 0,1-1 17 16,4-1 5-16,0 2-23 0,2-1 16 0,4 2 21 15,1-1-22-15,1-3-31 0,2 3-18 16,1-1-14-16,1 0-46 0,2 1 9 0,-2-2 0 15,2 2-1-15,3-2-2 0,0 1-4 16,0 2-6-16,0-5-49 0,0 4-28 16,4-3-16-16,0 4-5 0,-1-1-4 0,3-3 3 15,2 2 5-15,0 3 5 0,0-1 14 0,4 0 6 16,1 2 5-16,1 0-2 0,3 0-4 0,1 2 1 16,-1 0-12-16,0-1-11 0,1 1-6 15,1 2-4-15,1-2 1 0,-1 0-1 0,0-1 5 16,1 1 6-16,1-2 1 0,2 0 6 0,1 2-1 15,3-2-3-15,1 0-4 0,-1 2-7 16,0-2-4-16,2 2 0 0,-1-2-8 0,-1 2 2 16,2-1 2-16,0 1 9 0,-1-1 2 0,1 2 1 15,4-1 4-15,0-1 1 0,0 1-1 0,1-2-7 16,0 0-1-16,-1 2-4 0,-1 0 0 16,1 2-3-16,-1-3 3 0,-1 2 5 15,-1 3 4-15,3-3 2 0,-1 2 2 0,1 1 2 16,0 0-4-16,0 0-2 0,-1 1-3 0,0 0-2 15,-1-2-3-15,-1 1-2 0,-2 3 2 16,1-3 4-16,-2 2 0 0,0 0 3 16,0-2 3-16,2 0-4 0,-2 3-2 0,0-3-1 0,-2 1-1 15,-1 2-1-15,1-3 2 0,-3 0 1 16,-1 2-1-16,-1-4-2 0,-1 1 1 16,-3 0 0-16,3 1 2 0,-2-3 4 0,2-1 1 15,-2-1 2-15,1 2 3 0,2-3-2 0,1 2-3 16,-1 0-5-16,-1-2-1 0,0 0-3 0,0 1-1 15,-3-1-3-15,3 2 1 0,-2 0 4 16,0 0 0-16,-1 0 3 0,0-2 0 0,3 1 3 16,1 1 1-16,-1-1-3 0,3-1 1 15,0 1-1-15,-1 1 2 0,-1-2-3 0,1 2-1 16,-4-2-3-16,4 2 48 0,-2-2 28 0,-2 1 12 16,0 3 5-16,-1 0 2 0,2 0 2 15,-3-1-40-15,2 1-25 0,-4 1-14 0,3-1-4 16,-2-1-3-16,0 1-2 0,-3 0-3 15,0-1 0-15,-3 3-2 0,1-3-2 0,-2-1 4 16,-1 0-2-16,-3 0-2 0,1 0 1 0,-3-2 2 16,-5 2 0-16,1-2 4 0,-1 0-2 15,-3 0 5-15,-2-2-2 0,-1 2-1 0,-3-2 0 16,-2 0-1-16,-1 0 0 0,-2-1-1 0,-4-2 1 16,0 4 4-16,-5-2 3 0,0 1 46 15,-2 0 33-15,-4 0 22 0,0 0 13 0,-2 2-1 16,1-2-4-16,-4-1-38 0,0 0-28 0,0 0-20 15,-2 0-13-15,-1-1-10 0,-1 0-4 16,1 1-3-16,-3-5-2 0,1 5-2 0,-3-2 0 16,2 1 0-16,0-2-1 0,-1 3 1 15,-2-2 0-15,1 0 2 0,0 0-2 0,0 1 1 16,-1 1 1-16,1 0 3 0,0-1 1 0,0 3 2 16,0 0 3-16,2-1 1 0,1 0 0 0,0 2 0 15,2 0-3-15,1-2-5 0,-2 2-2 16,4 0-4-16,0 0-2 0,0 0-3 0,3 0 0 15,0 0 0-15,2-2 4 0,1 2 0 16,4 0 3-16,0-2 1 0,2 2 0 0,-1-1 2 16,3 1 0-16,-1 0-2 0,1 0 1 0,-3 0-2 15,0 1 1-15,0 1-2 0,-3 0 1 16,-1 0 2-16,-3 3 7 0,2-2 6 0,-4 3 7 16,-1 4 4-16,-4-3 0 0,0 6 0 15,-3-2-6-15,1 3-4 0,-3 4-7 0,-3-4-5 16,0 5-2-16,0-1-3 0,1 1-1 0,-4-1-10 15,5-1-19-15,-4 0-64 0,2-3-72 0,1-2-149 16,0 2-264-16,3-5-313 0,3-1-369 16,0 1-269-16,4-6-29 0,0 0 634 15</inkml:trace>
  <inkml:trace contextRef="#ctx0" brushRef="#br0" timeOffset="52454.04">12182 6594 128 0,'9'-9'371'0,"-1"1"187"0,2-1 171 0,2-2-85 16,0 0-120-16,3 1-54 0,-2-2-37 15,4 1-18-15,-1-1-51 0,1 2-67 0,0 1-77 16,-2 3-56-16,-4 1-31 0,3 2-37 16,-4-1-10-16,0 7 23 0,-1 0 49 0,-1 1 37 15,-2 6 27-15,-3 2 7 0,-1 4-11 16,-2 0-31-16,-2 2-39 0,-4 4-39 0,-1-1-31 15,-2 5-19-15,-2-2-13 0,-2 6-7 0,-1 1-5 16,1 0-5-16,-4 1-2 0,4 1-3 16,-2 2-3-16,2-1-5 0,1-3-3 0,2 0-4 15,2-3-4-15,2-4-3 0,-2-1-2 0,6-3-1 16,1-1-3-16,2-3 0 0,1 1 0 16,4-7-1-16,0 3 2 0,2-5 2 0,0-4 0 15,6 2 2-15,-2-4-1 0,3-4-1 16,1-1-8-16,3-3-13 0,-1-3-30 0,2-5-57 15,0-3-61-15,1 1-53 0,3-4-51 16,-2-2-65-16,2-2-51 0,-3 1-8 0,0-2 2 16,0 2-16-16,-2-2-3 0,-2 4 38 0,-1 1 69 15,-2 0 88-15,-2 6 117 0,-2 3 106 16,-3 2 89-16,-2 2 55 0,-1 6 36 0,0-1 15 16,-3 4 1-16,1 1 4 0,-1 2 4 0,-1 5 5 15,2 0 1-15,-2 4-5 0,3 4-18 0,0-1-25 16,2 5-28-16,1-1-24 0,1 1-20 15,2-1-16-15,2-1-12 0,0-1-17 0,3-4-12 16,1-3-12-16,3-2-8 0,0-4-6 16,3-4 29-16,1-4 21 0,-2-6 10 0,4-1 28 15,-2-6 28-15,0-2 18 0,-1-5-19 0,-1-2-8 16,-4-3-4-16,0 0-19 0,-2-1-12 16,-3 0-11-16,-4 1-6 0,-3 0-10 0,-4 2-6 15,-3 0-10-15,-3 1-9 0,-5-1-9 0,1 7-6 16,-3-2-5-16,-2 3-5 0,0 3-2 15,-2 3-2-15,0 4-3 0,-1 1-3 0,-2 6 0 16,2 4-4-16,0 5-12 0,0 0-27 0,-1 5-70 16,0 2-64-16,2 1-109 0,-2 1-166 15,1 2-286-15,1 0-313 0,4 0-223 0,-1 0-159 16,5-2 230-16,-1 1 566 0</inkml:trace>
  <inkml:trace contextRef="#ctx0" brushRef="#br0" timeOffset="52660.79">12716 6887 382 0,'7'1'965'0,"-4"-1"293"0,2 0-55 0,1 0-203 0,0 0-386 15,4 0-214-15,1 0-111 0,5 0-57 16,-2 0-34-16,3-3-42 0,4 2-57 0,-2-4-47 16,4 2-20-16,1-2-14 0,1 1-7 15,-1-4-4-15,3 2-5 0,2-2-20 0,-1 1-60 16,-1-2-67-16,-2 0-153 0,0 0-264 0,-2 3-306 15,-1-3-318-15,-2 2-217 16,-4 0 38-16,-2-3 580 0</inkml:trace>
  <inkml:trace contextRef="#ctx0" brushRef="#br0" timeOffset="55687.77">5298 4391 209 0,'1'7'350'0,"1"-1"119"16,1 0 11-16,-1 0-200 0,1-1-123 0,0 2-70 15,2-2-30-15,-1 1 5 0,1-1 7 16,0 3 3-16,3-2 68 0,3-2 46 0,-2 2 25 15,4-2-15-15,1-3 136 0,2-1 53 16,0 0-45-16,4-5 11 0,-2-4 4 0,4-3-14 16,3-7-111-16,-2-5-43 0,2-5-21 15,2-8-49-15,0-5-38 0,1-7-13 0,2-6-11 16,3-6-16-16,-1-5-11 0,3-7-5 16,-2-5-4-16,0-1-8 0,-1-3-2 0,-2-2-8 15,-3 0-5-15,-4 0 1 0,-1-1 5 0,-4-1-13 16,-3 3-2-16,0-1-2 0,-4 4 4 15,-2 2-7-15,-1 6 10 0,-1 4 14 0,0 7 10 16,-3 4 1-16,-1 8 1 0,0 2 2 0,-1 7-13 16,-1 1-3-16,2 8-4 0,-1 4 1 0,0 2-2 15,-1 6 0-15,-1 4-2 0,2 1 0 16,-1 3-1-16,1 2-1 0,0 1-2 16,0 3-3-16,0-1-1 0,1 3-1 0,-1 2 0 15,-1-1 2-15,1 2 4 0,1 3 6 0,-1 2 2 16,1 5 5-16,2 4 5 0,-2 2-4 0,-1 6-8 15,-1 6 13-15,2 1 8 0,-1 7 7 16,-2 6 2-16,1 5 5 0,-1 7 43 0,0 3 16 16,2 8 2-16,-2 4 0 0,0 4-9 15,-2 4-3-15,2 3-14 0,-1 2-17 0,1 0-7 16,-2 1-7-16,2 2 1 0,-3-1 4 0,3 0-16 16,0-1-6-16,0-2-9 0,0-3-5 15,0-5-2-15,3-5-9 0,-1-3-3 0,-1-5-3 16,2-7 4-16,-1-3 4 0,3-6-1 0,0-4 2 15,0-3 0-15,-1-5-1 0,2-5-1 16,2-2 1-16,-1-3 5 0,-1-2 1 0,5-2 4 16,-3-1 1-16,3-3 0 0,1-5-1 0,1 1-5 15,1-1-4-15,-1-2-1 0,4-3 0 16,-2 1-1-16,2-4 1 0,-1-1 1 0,4-1 2 16,-2-1 2-16,3-2-2 0,-1 1 1 15,-1 1 1-15,3-2 0 0,2 0 0 0,-2 1-8 16,2-1-4-16,-1 1-2 0,4 1-1 0,-2-2-2 15,2 2-2-15,1 2 8 0,0-3 4 16,0 1 2-16,3-2 1 0,-3 0 0 0,4-1 1 16,-2 0 0-16,0-8 7 0,1 2 4 15,1-4 3-15,-2-6 1 0,2-2-2 0,-2-4 0 16,-2-1-9-16,0-4-3 0,-1-5-4 0,-2-3 0 16,-2 2 0-16,-1-2 2 0,-3-1 3 0,-3 1 2 15,-2 0 1-15,-3-2-1 0,-3 0 4 16,0 2-2-16,-4-2-1 0,-2 2-2 0,0 2-1 15,-4-2 0-15,0 0-3 0,-1-1 0 0,0 2-1 16,-3 3-1-16,1 3 2 0,2 1 0 16,-2 4 0-16,2 5 2 0,0 3 1 0,-1 4-1 15,1 1 2-15,2 6-2 0,-2-1 2 16,3 4-2-16,-2 3-4 0,2 0 1 0,-1-1-3 16,1 2-4-16,0 2-1 0,1 4 2 0,-1 0 0 15,0 3 0-15,2 4 3 0,1 2 3 16,-2 5 1-16,2 0-2 0,-1 6 2 0,1 1 0 15,1 4 0-15,0 0-2 0,-2 3 0 0,1 2 2 16,0 3-1-16,-1 1-1 0,2 2 0 16,-4 2 2-16,2 0-2 0,0 3 1 0,-1-2 2 15,-1 2 4-15,3-1-3 0,-3-1 1 0,4-2-2 16,0-2 1-16,1-1-2 0,2-1 0 16,3-1-1-16,0-3 4 0,4-1 0 0,2-3-2 15,3-4 3-15,0 1 1 0,5-5 1 16,1-1-3-16,2-5 0 0,1-2-4 0,2-5 0 15,3 0-5-15,1-5 3 0,-1-3 5 16,2-3 0-16,-2-3 5 0,2-1-3 0,-2 0 3 0,2-4-3 16,-1 2-6-16,-2-4-1 0,1 4-1 15,-3-3 0-15,-1 2 1 0,-4 0-1 0,2 0-1 16,-2 1-1-16,-1 3 3 0,0-2 1 16,-3 1 0-16,-1 0 2 0,2 1 2 0,-3-1 1 15,0-2-2-15,1 1 1 0,0-2 2 0,0-3-1 16,2-1 2-16,-3-3-1 0,3-3 1 15,0-1-2-15,-2-2-3 0,0-2 0 0,0-2-2 16,-2 1 2-16,1-1 0 0,-3-2 3 0,-1 3 1 16,-3 0 3-16,-3 4 0 0,0 1-1 15,-1 2-1-15,-3 2 1 0,0 1 0 0,-2 5-1 16,0-1 0-16,-1 4-1 0,-1 1-2 16,-1 1 0-16,2 1-2 0,-1 2 0 0,-1 0 0 15,0 1 0-15,0-1 0 0,0 2 0 0,2 1-1 16,-2 0-3-16,0 0 2 0,0 0-2 15,0 4 0-15,0 1 0 0,0 1 0 0,-2 6-1 16,2 1 0-16,0 5-2 0,-1 1 3 0,1 2 0 16,1 3 3-16,-1 1 2 0,4 2 1 15,0 1 3-15,3 0-1 0,5-1 0 0,-2 1-1 16,4-3 0-16,4 2-2 0,0-2 2 0,3-2-3 16,3 0 0-16,1-1-3 0,3 0 1 0,2-2-4 15,2 0 0-15,0-2 0 0,1-1 1 16,2-3 2-16,-2 0 2 0,4-2 2 0,-3-2 3 15,4-2 1-15,-2-2 2 0,-1-2-1 16,2-4-1-16,-2 0-1 0,-1-3 0 0,2-2 0 16,-1-4-4-16,-2 0 3 0,-3-3-2 15,0-4-2-15,-3-2 1 0,-1 1 0 0,-1-2-1 16,-3 0 0-16,0 1 0 0,-4 0 1 0,-1 1-2 16,-1 0 0-16,-2 3-1 0,-4-2 1 15,-1 1 0-15,2 3 1 0,-3-4 1 0,0-1 0 16,1 2-2-16,-1-1 1 0,2-2-1 0,-2-2-1 15,3 0 1-15,-2-1 1 0,-1 1 1 16,3-2 1-16,0 2-1 0,-4 2 0 0,2 2 0 16,-3 3 0-16,-1 1 1 0,0 4 1 0,-2 0 0 15,-1 5 1-15,-2 2-1 0,0 2-2 16,0 4 0-16,-2 5-3 0,-1 4-1 0,0 2 0 16,1 4 3-16,2 2 2 0,0 4-1 15,0 0 1-15,2 4 0 0,3-1 0 0,1 2-1 16,2 3-1-16,1-2 2 0,3 1-1 0,3 2-2 15,1-4 3-15,3-3-2 0,3 1 3 16,0-5-1-16,5 1 3 0,3-5 0 0,2 0 2 16,1-3 1-16,6-1-1 0,-1-4 0 15,4-1-1-15,-1-3-1 0,3-2-4 0,0 0 0 16,0-3-3-16,1-3-2 0,0-1-1 0,0-2 1 16,-1-5 0-16,0 1 2 0,-1 0 1 0,0-6 4 15,-2 2 2-15,-3-1 0 0,1 0 0 0,-4 0-1 16,0-1 0-16,-3 4-2 0,-4-2 1 15,0 5-2-15,-4 1 2 0,-3-1-2 0,-1 5 0 16,-2 2 0-16,-1 4 1 0,-2-1-2 16,0 4 1-16,-2 1 2 0,-1 2 0 0,1 3-1 15,1 1-2-15,1 0 1 0,0 3 0 0,0-2-1 16,3 4-2-16,-1-2 0 0,3 1 2 16,0-2 0-16,3 0-2 0,2-2 0 0,3-1 1 15,2-3-1-15,2-1-2 0,1-4 0 16,2-1 1-16,2-2 1 0,2-1 2 0,0-2 2 15,3-3 2-15,0 0 2 0,3-1 1 16,2 0-2-16,-1 1 0 0,3-3-2 0,0 3 1 16,1-2-2-16,2 2-1 0,-2 1-1 0,3 1 1 15,-1-1-1-15,-1-1-3 0,0 2 3 16,-1 1-1-16,0 0 1 0,-2 0 2 0,2 0 1 16,0 0 1-16,0 0 0 0,0 0-2 0,0 0 1 15,1 1-2-15,-4 2 0 0,0-1-1 0,-4-1 0 16,-3 2 1-16,-2 2-6 0,-5 0-20 15,-5 2-65-15,-4-2-64 0,-5 1-124 0,-6 3-196 16,-4-3-307-16,-6 2-324 0,-3 0-239 0,-4-2-112 16,-6-1 396-16,-1-4 583 0</inkml:trace>
  <inkml:trace contextRef="#ctx0" brushRef="#br0" timeOffset="57082.13">5801 4758 209 0,'3'0'541'0,"1"0"345"16,-1 0 216-16,-1 0-182 0,0 0-234 0,-1 0-166 15,-1 0-102-15,2 2-74 0,-2 2-56 16,0-2-41-16,2 5-31 0,-2 2-33 0,0 2-31 15,-2 1-47-15,2 2-38 0,0 3-27 0,0 0-19 16,0 0-9-16,0 0-8 0,0-3-2 0,0 0-36 16,2-2-58-16,-1-3-52 0,2-3-103 15,-1 0-164-15,3-4-309 0,-2-2-275 0,6-2-227 16,-2-4-147-16,2-3 272 0,0-3 539 0</inkml:trace>
  <inkml:trace contextRef="#ctx0" brushRef="#br0" timeOffset="57774.12">7108 4780 157 0,'5'-6'377'0,"0"3"187"0,0-1 161 16,-2 2-147-16,0-1-122 0,1 1-58 0,-2 0-14 16,1 0-3-16,-3 0 0 0,3 2-28 15,-1 2-18-15,1 2 2 0,-1 0-20 0,1 1-31 16,-1 4-51-16,-1 0-40 0,2 2-42 16,-3 0-53-16,0 2-37 0,0-2-26 0,0 3-17 15,0-3-13-15,0 1-38 0,0-1-58 16,0 1-79-16,-3 0-168 0,0-1-294 0,1 1-306 15,1-2-287-15,1 0-185 0,1 0 153 0,1-2 606 16</inkml:trace>
  <inkml:trace contextRef="#ctx0" brushRef="#br0" timeOffset="58421.04">8528 4637 191 0,'0'3'633'0,"0"2"368"0,-2 1 161 16,2 0-182-16,-1 0-306 0,-1 2-222 16,2 2-159-16,-2 1-95 0,1 1-77 0,1 2-49 15,-2-3-30-15,2 3-22 0,0 1-8 0,0-2-13 16,2 1-33-16,-1-3-109 0,1 0-159 15,0 0-296-15,-1-1-269 0,4-2-266 16,-2 0-132-16,2-4 288 0,4-1 491 0</inkml:trace>
  <inkml:trace contextRef="#ctx0" brushRef="#br0" timeOffset="58985.12">9736 4684 365 0,'0'2'717'15,"0"1"288"-15,0 2 99 0,0 1-284 0,0 0-251 16,2 2-180-16,-1 4-109 0,-1 2-85 16,0 0-71-16,0 3-59 0,0 3-30 0,0 0-19 15,0 4-9-15,-1-1-16 0,-1 4-74 16,-1-2-153-16,-4 3-276 0,1 0-269 0,-2-1-266 16,-3-1-190-16,0 0 151 0,-6-2 495 0</inkml:trace>
  <inkml:trace contextRef="#ctx0" brushRef="#br0" timeOffset="60228.55">5484 5494 217 0,'5'-1'350'0,"-2"1"124"0,1 0-13 0,0 0-126 0,-1-1-83 15,0 1-43-15,1-4-9 0,-1 2 11 16,0-2 0-16,2 1-8 0,-2-2-23 15,3 1 6-15,0-4-11 0,1 2-24 0,-1-2-30 16,2 1-23-16,0 0-15 0,-2 1-33 0,1-1-23 16,-1 4-12-16,2-2-28 0,-2 3-13 0,2 2-7 15,-1 2 0-15,-1 1-4 0,1 2-2 16,0 2 22-16,1-1 9 0,-2 4 5 16,2-1 0-16,0 0 2 0,0 0-1 0,-2-1-1 15,4-1 0-15,-2-1 1 0,1-4 2 0,-1 0 0 16,3-2 2-16,-1-3 1 0,2 0 0 0,1-5-1 15,0 0-1-15,1-2-1 0,0 0 0 16,2 0 0-16,-2 2-1 0,3 0-1 0,-2 1-1 16,2 4 0-16,-4 0 3 0,4 1-3 15,-4 4 3-15,2 1-3 0,-2 0 3 0,3 4 0 16,-3-1-2-16,1 2 0 0,0 0 2 16,-1 0 2-16,1 1 1 0,0-3-1 0,2-1 1 15,0-2 3-15,0-2 0 0,0-1 22 0,1-1 8 16,2-2 5-16,-2-1 3 0,0 0-2 15,1-2 0-15,-1 1-19 0,-1 2-13 0,0 0-7 16,0 1-3-16,0 1-3 0,-2 1-3 0,2 3 0 16,-2-2 2-16,0 4 1 0,-1 0 1 15,2-1 4-15,0 1 2 0,-1 0-1 0,2-2 0 16,1-2 1-16,-1 1-1 0,1 0 3 16,1-2-3-16,1-2-17 0,-2 2-15 0,1 0-2 15,-1-2-8-15,1 2-4 0,-3 2 1 16,1 0 18-16,1 0 14 0,-4 3 5 0,3-2 5 15,-5 4 0-15,3-2 22 0,-1 2 8 0,-2-1 2 16,1-1-21-16,-2 1-11 0,1-2-27 16,0-3-55-16,0 1-36 0,2-2-48 0,-2-3-28 15,0-1-42-15,1-2-36 0,1-1-25 16,1 0-35-16,-2-4-71 0,-1 3-111 0,1-1-14 16,-1 3 80-16,1-1 125 0</inkml:trace>
  <inkml:trace contextRef="#ctx0" brushRef="#br0" timeOffset="61392.51">7429 5484 131 0,'24'4'260'0,"-1"0"96"0,-2 0 18 16,1-1-153-16,0 2-109 0,0 3-37 16,-1-5-19-16,1 1-19 0,0 0-18 0,-4-1-7 15,2 1-4-15,1 0-2 0,-2-3 27 0,0 0 12 16,-2 2 4-16,2-1 2 0,0 0 0 16,-1-1 0-16,0 3-33 0,-2-2-14 0,3 3 4 15,0-3-3-15,-1 0 1 0,2 4-2 16,-2-3 2-16,2 1 0 0,-1-1-6 0,2-1 2 15,-1 0 6-15,2 2 19 0,-1-2 17 16,3-1 7-16,-1 1 6 0,1-2-3 0,0 1-1 16,1-1-18-16,2-1-6 0,1-1-31 0,2-1-15 15,0-1-16-15,2 2-6 0,-2-1-8 16,0 1-4-16,2-1 21 0,-2 3 15 16,0 0 7-16,0 3 30 0,0 0 17 0,0-1 2 0,0 2 2 15,-2 1-2-15,2 3 0 0,0-3-28 16,-1 2-13-16,-1-2-11 0,2 2-3 0,-4 0 0 15,1-3 3-15,1 2 26 0,-4-1 28 16,1 1 23-16,0-3 13 0,-1 0 5 0,-2 0 2 16,0-1-20-16,-1-2-27 0,0-2-9 0,-3-1-6 15,0 0-1-15,-1 0-7 0,-1-3 1 0,-2 0 0 16,-2-2-4-16,0 1-4 0,-4 2-2 16,0-1 1-16,-2 3-3 0,0-1-3 15,-2 2 2-15,0 1 1 0,-2 2 10 0,1 1 10 16,0 2 10-16,2-1 7 0,-3 3-2 0,1-1 4 15,0 2-8-15,2-2-9 0,-1 2-11 16,1 1 45-16,0-3 32 0,3 2 16 0,1-4 11 16,2 1 0-16,1-3 4 0,3-1-43 0,1-1-29 15,3-4-21-15,1 0-8 0,1-4-5 16,1 0-7-16,0-2-2 0,2 2-3 16,-1-2-1-16,-2 2-8 0,3 0-2 0,-3 4 1 15,-1 1-4-15,2 2 2 0,-4 2 18 0,2 4 14 16,-1 1 6-16,-3 3 4 0,3 1 1 0,-1-1 2 15,-1 2-23-15,2 0-12 0,-3-1-4 16,1 0-1-16,-1 0 0 0,4-2 5 0,-4-3 5 16,3-1 2-16,-3 0 4 0,3-1 3 0,0-4 0 15,-1-2 0-15,0 1-1 0,0-2 0 16,1-1-4-16,0-2 0 0,-3 4-4 0,-1-3-4 16,0 4-3-16,-3-1-1 0,-4 1 0 15,2 3 19-15,-4 3 39 0,0 1 39 0,0 1 27 16,-2 3 12-16,-1 1 0 0,0 0-17 0,0 2-33 15,-1-2-36-15,3 3-24 0,1-2-15 0,0 0-4 16,2-2-1-16,3 0-3 0,3 1-1 16,1-4 0-16,2-2 0 0,2 0-2 15,0-3-3-15,3 0-1 0,0 0 1 0,1-2-1 16,2 1 0-16,0-1-1 0,2-1 0 0,1 0-1 16,-1 2-5-16,0-3 1 0,2 0-1 15,1 1-1-15,0 1 4 0,0-1 3 0,0 1 5 16,0-1 6-16,3 2 0 0,-3-2 3 0,3-2 3 15,-1 2-2-15,1 0-3 0,2 1 0 16,-1-1 0-16,0 2-2 0,-1-1-3 0,2 2 0 16,-2 0-1-16,0 0-1 0,-1 0-2 0,-2 2-2 15,2-1-2-15,-2 1-2 0,0 1 3 16,-2 0-4-16,2 0 0 0,0 2 0 0,0-2 0 16,-1 0-2-16,1-2-2 0,0 1 1 15,0-2 8-15,0 2 4 0,1-4 2 0,-1 2 6 0,2-3 3 16,0 1 2-16,-1-1-2 0,2 2-6 15,-1-4 5-15,0 2-3 0,1 2-4 16,0-3 3-16,-1 3-2 0,1-1-1 0,-1 1-2 16,-1-1-1-16,1 2 2 0,1 0-6 0,2-1 0 15,-1 1-1-15,1-3-4 0,0 3 0 0,2-2 0 16,-1 1-3-16,3-1 2 0,-1-1 8 16,0 0 2-16,2 0 5 0,-1 0-1 15,-1-3-61-15,-3 1-139 0,0 0-275 0,-3 2-264 16,-4 0-244-16,-6-1-188 0,-6-1 132 0,-7 2 446 15</inkml:trace>
  <inkml:trace contextRef="#ctx0" brushRef="#br0" timeOffset="66930.42">11330 1319 199 0,'0'0'347'0,"0"0"151"0,0-1 10 16,1 1-68-16,-1 0-29 0,0-2 12 0,0 2 25 15,0 0 34-15,2 0-11 0,-2 0-47 0,1 0-62 16,-1 0-71-16,0 0-68 0,2 2-74 15,-2-1-47-15,0 1-35 0,2-1-5 0,-2 4 38 16,1 1 33-16,-1 3 24 0,2 5 10 0,0 0 9 16,-2 2-14-16,0 2-41 0,0 2-33 0,-4 2-26 15,4 0-15-15,-3 2-12 0,1-2-16 16,-1 1-10-16,0 0-6 0,-2-2-5 0,2 1-3 16,-1-1-2-16,-1-2 5 0,2 1 2 0,-1-3 0 15,1-3 2-15,-2 1-1 0,4-5-2 16,-1 0-2-16,-1-3 2 0,3 1-1 0,-2-5-1 15,2-1 1-15,2-3 2 0,-2-3 1 0,3-4-1 16,0-4 8-16,4-6 5 0,-2-3 2 0,1-4-4 16,3-3-2-16,-2-1 2 0,-1-2-6 0,2 0-2 15,-2-1-1-15,2 0-4 0,-3 3-5 0,1-2-1 16,-1 4 0-16,0-1-4 0,1 2-3 16,-1 3 8-16,-1 0 3 0,1 1 2 0,-1 3-2 15,0 1 2-15,1 5 2 0,-1-1 1 0,-2 1-4 16,3 4-1-16,0-2 0 0,0 5-1 0,-1-3 0 15,2 4-2-15,-1 0 3 0,0 1 1 16,0-2 2-16,1 4-2 0,-1-1 2 0,4 1 0 16,-2 1 1-16,-1 1 0 0,2 0-1 0,1 1 1 15,-1 2 0-15,-1 3 0 0,1-1-2 0,-1 3 2 16,1 1-1-16,-3 0 2 0,0 2 2 16,-2 0 0-16,0 5 2 0,0-4 0 0,-3 4 0 15,-3 2 7-15,-1 0 2 0,-3 1 2 0,1 2 1 16,-4-1 2-16,-1 2 3 0,0-2-8 0,-1 1-3 15,0 0-1-15,-2-1 1 0,0-1-4 0,3-4 1 16,-2 2 0-16,2-2-2 0,1-1 0 16,1-1-2-16,3-3 1 0,-1 0-3 0,1 0-1 15,3-2-1-15,0 1-3 0,0-1-2 0,1 0-1 16,4 1 3-16,1-1-2 0,0 1 0 0,0-3 1 16,3 2 1-16,1-3-1 0,4 2 0 0,-2-4 2 15,3-1 2-15,1-1 2 0,2-1 0 16,1-3 1-16,-2 0-2 0,5-4-1 0,-3 0-14 0,1-1-36 15,-4-1-60-15,2 1-53 0,-5 2-72 16,1-1-131-16,-2 1-160 0,-4 1-265 0,0 2-221 16,2 1-219-16,-3 2-60 0,-2 2 331 0,2 1 467 15</inkml:trace>
  <inkml:trace contextRef="#ctx0" brushRef="#br0" timeOffset="67286.05">11744 1749 109 0,'3'2'366'0,"3"-2"217"0,-3 0 212 16,2-3-28-16,0-1-77 0,0-5-81 0,1-1-74 15,0-4-66-15,2-3-62 0,0 1-60 16,0-2-66-16,3-6-43 0,-1 0-25 0,-1-2-20 16,0-3-37-16,1-2-43 0,-2 0-36 0,1 1-24 15,-1 0-14-15,-3 1-11 0,2 4-3 0,-3 5-2 16,0 1 1-16,0 4-3 0,-1 3-5 15,-1 2-6-15,-1 3-3 0,1 0-2 0,-2 4-2 16,2 2-3-16,-2-1-3 0,1 4 0 0,-1 1 1 16,0 5-1-16,2 2 2 0,-1 1 2 0,-1 4-1 15,2 2 1-15,0 2-1 0,1 1 6 0,-1 0 4 16,1 0-5-16,1 2-1 0,-1 0-1 0,0-1 1 16,2-1-7-16,0 0-5 0,0-3 4 15,0 2 1-15,1-2 1 0,0-2 1 0,1-1-18 16,-1-3-53-16,0-1-59 0,-1 0-60 15,-1-4-118-15,-2 0-159 0,0-3-191 0,-1 0-245 16,-1-3-222-16,-1 0-155 0,-3 0 187 0,1-1 419 16</inkml:trace>
  <inkml:trace contextRef="#ctx0" brushRef="#br0" timeOffset="67501.28">11804 1566 146 0,'2'3'351'0,"1"0"145"0,3 2 127 16,-1-4-158-16,1 2-147 0,4-1-66 16,0 0-31-16,0-1 8 0,1 1 6 0,3-1-22 15,-1-1-29-15,4 0-30 0,-2 0-21 0,0 0-31 16,2-1-43-16,0 1-1 0,0 0-5 0,-1-2-36 16,0 1-102-16,-2 1-94 0,0-2-182 15,0 2-287-15,-2-2-205 0,0 2-54 0,-2-1 196 16,-1-2 265-16</inkml:trace>
  <inkml:trace contextRef="#ctx0" brushRef="#br0" timeOffset="68014.66">12213 1367 140 0,'0'-6'493'0,"2"3"355"0,-2-1 249 0,0 3-135 0,0-2-232 15,0 3-185-15,0-2-148 0,0 2-109 0,0 2-59 16,-2 1-29-16,2 2-7 0,0 4 10 15,-4 0-4-15,2 5-17 0,-1-2-34 0,-2 5-38 16,2 3-29-16,-2 0-31 0,0 2-20 0,1-2-9 16,-1 4-5-16,4-4-6 0,-1 0-4 0,2-2-2 15,2-1-2-15,1-3-2 0,3-2 0 16,0-2-1-16,1 0 0 0,1-5-3 0,2-2 2 16,0-3-1-16,1-2 2 0,3-2 1 0,-1-1 1 15,1-4 1-15,2-1 1 0,0 0 0 0,-2 0-2 16,3 3-1-16,-4 1-2 0,1 0-1 0,-1 4-2 15,-2 0-1-15,2 2-2 0,-4 2 1 16,1 3 2-16,1 1 0 0,-3 3 2 0,-2 2 3 16,3 3 4-16,-2 0-2 0,-2-2 0 0,1 3 1 15,-1 1 0-15,0-3-2 0,1 0 1 0,-2 0 1 16,1-4-2-16,0 0-2 0,-2-3 0 16,2-1 1-16,1-3 0 0,-1-1 1 0,0-2 4 15,-1-3 1-15,1-2-1 0,0-1 0 0,3-4 0 16,-2 0-3-16,-1-1-2 0,0-5 1 0,-2 1 1 15,2-3-2-15,-2-1 0 0,1-1 0 0,-2-4 3 16,-1-1 2-16,1-3 4 0,-2-3-6 16,0-1-3-16,0 1 0 0,-2-3-4 0,-1 4-5 15,-3 1-1-15,0 5 6 0,1 0 3 0,-1 5 1 16,-1 3 1-16,1 4-1 0,-2 2-2 0,3 2-3 16,-1 4-4-16,1 1-4 0,-2 2-36 15,0 4-58-15,2 0-59 0,-1 2-120 0,1 0-168 16,2 2-309-16,-1 0-281 0,4 1-224 0,0-1-122 15,1-1 345-15,5 1 526 0</inkml:trace>
  <inkml:trace contextRef="#ctx0" brushRef="#br0" timeOffset="69023.92">15377 3247 28 0,'-3'2'419'0,"3"2"334"0,-1-1 210 0,-1-1 24 15,2-1-334-15,2 2-175 0,-1-1-116 0,2-2-62 16,1 0-22-16,3 0 12 0,1-2-13 16,4 2-46-16,1 0-21 0,0-3-10 0,4 2-22 15,0-2-41-15,1-3-30 0,-2 4-19 0,5-3-32 16,-2-3-26-16,-2 3-15 0,2 1-7 16,-1-3-5-16,-1 2-2 0,-1 0 2 15,-1 0-2-15,-2 0-23 0,-2-1-69 0,-1 3-60 0,-4 2-127 16,-1-1-177-16,-1-1-314 0,-4 3-307 15,0 0-216-15,-1-3-91 0,-2-3 368 0,-2 0 535 16</inkml:trace>
  <inkml:trace contextRef="#ctx0" brushRef="#br0" timeOffset="69299.94">15621 2999 279 0,'6'0'504'0,"3"-2"225"0,1 2 175 0,1 0-186 0,5-2-132 15,0 1-70-15,4-3-65 0,-1 2-73 16,2 0-81-16,3 2-94 0,-1 0-70 16,2 0-45-16,1 2-32 0,-2 2-23 0,1 1-14 15,-1-1-12-15,-4 4-1 0,-1 2 8 0,-2 0 12 16,0 2 13-16,-5 2 2 0,-3 2 2 0,-2-1 0 16,-4 2-3-16,-1 3-12 15,-4-2-6-15,-3 2-6 0,-3-1 0 0,0 3 0 0,-6-2-7 16,1 0-4-16,-4 0-29 0,3 0-28 15,-3-4-55-15,1-1-137 0,-2-3-201 0,2-2-294 16,1-3-257-16,3-1-232 0,0-4-31 16,6-1 434-16</inkml:trace>
  <inkml:trace contextRef="#ctx0" brushRef="#br0" timeOffset="70114.52">17675 1847 166 0,'6'-5'415'16,"0"1"182"-16,4-1 131 0,-2 0-160 0,0-1-147 15,6 2-91-15,-2-1-32 0,3 0-18 0,2-1-33 16,0 5-5-16,1-2-18 0,1 1-35 16,0 1-33-16,0 1-17 0,0 0 11 0,0 0-20 15,0 1-13-15,-3 1 7 0,-1 1 14 0,-2 3 36 16,-2 0 15-16,-3 0 27 0,-3 5-4 0,-4 0-16 16,-1 4-22-16,-4 2-38 0,-6 2-35 0,-2 2-37 15,-5 2-21-15,0 0-15 0,-5 6-9 16,1 0-8-16,-1 0-4 0,-1 2-3 0,0 0-4 15,3-2 5-15,0 0 3 0,3-4 2 0,4-2-1 16,1-1-3-16,6 0 1 0,1-5-4 16,2 1-6-16,8-4-1 0,-1-2 3 0,4 0 0 15,5-4-5-15,4-2-29 0,2-4-59 0,2-2-56 16,4-8-89-16,1-1-147 0,0-3-203 16,4-2-292-16,-1-5-232 0,-1 1-205 0,2-2 46 15,-2 0 446-15</inkml:trace>
  <inkml:trace contextRef="#ctx0" brushRef="#br0" timeOffset="70532.25">18290 1933 298 0,'-4'-3'709'0,"0"-1"363"0,-1 2 115 16,0-1-278-16,1 3-258 0,-1-2-186 16,2 4-130-16,-4 1-80 0,4 1-39 0,-3 4-18 15,0-1-22-15,1 4-27 0,-2-2-15 16,4 5-28-16,-2-3-33 0,1 0-30 0,2 4-18 15,2-4-14-15,2 1-8 0,2-1-3 0,1-1-1 16,2-2 0-16,1-2 0 0,2 2 4 0,3-5 1 16,0-1 2-16,3-4 2 0,0-1 1 15,1-5 3-15,2 2-1 0,-3-3-7 0,1-2-4 0,-1 0-5 16,-1-1-5-16,-2 1 0 0,1-2-1 16,-4 2 7-16,-2 2 3 0,0 0 4 0,0 2 1 15,-5 0-1-15,0 3 1 0,0 0-2 16,-1 0 1-16,-1 3-3 0,-1-1 1 0,2 2-4 0,-2 2 1 15,-2 1-2-15,1 5-4 0,-1-3 1 16,1 6-1-16,-3 2 2 0,1 2 6 0,2 1 7 16,-4 1 4-16,2 3 1 0,0 0 1 0,-2 1 1 15,2 1-8-15,-4 2-3 0,3 0-3 16,-6-1 0-16,4-1-3 0,-4 0 2 0,2 2-2 16,-2-4 1-16,-2 2 0 0,3-4 2 0,-2-1 3 15,1-2-21-15,1-2-49 0,-2-4-53 0,1-2-60 16,2-3-119-16,2-1-165 0,2-5-212 15,-1-1-246-15,3 0-229 0,2-3-140 0,3-3 227 16,2-1 450-16</inkml:trace>
  <inkml:trace contextRef="#ctx0" brushRef="#br0" timeOffset="70834.67">18647 2222 190 0,'14'14'401'0,"-1"3"182"16,-1-1 151-16,0 0-214 0,0 0-160 15,-2-1-99-15,3-1-55 0,-1-3 23 0,-1 1-14 16,5-6 28-16,-2 2 15 0,1-7 16 16,0-1 8-16,2-6-45 0,-1-1-26 0,2-3-47 15,-2-5-33-15,-1-2-19 0,-2 0-1 0,-2-1 32 16,2-1 45-16,-7-1 25 0,1 1 13 0,-6-1-10 16,-1 0-28-16,-1 0-47 0,-6-2-50 15,1 1-42-15,-5-4-28 0,0 4-14 0,-2 1-10 16,-3 3-4-16,2 0-4 0,-5 3 5 0,5 3 0 15,-5 4 2-15,0 1-3 0,5 4-4 16,-4 2-10-16,2 2-25 0,2 5-49 0,1 1-47 0,1 1-47 16,-1 2-96-16,4 0-119 0,1-1-135 15,-1 3-163-15,2-1-243 0,2-1-217 0,4 1 13 16,-3 0 284-16,6-3 382 0</inkml:trace>
  <inkml:trace contextRef="#ctx0" brushRef="#br0" timeOffset="72050.78">19366 2330 324 0,'0'1'683'16,"0"-1"277"-16,0 0 91 0,4 0-256 16,-3-3-235-16,2 0-168 0,2-4-100 0,0 0-66 15,4 0-45-15,-1-4-40 0,2-3-27 0,1 2-7 16,1-2 3-16,-2 0 1 0,2 2-9 0,-2-2-4 15,1 3-14-15,-2 0-25 0,-2 3-24 0,-1 1-14 16,-1 2-8-16,-2 2-11 0,2 1-5 16,-2 2 4-16,0 2 3 0,0 4-2 0,1 2 0 15,-1 1 5-15,0 5 4 0,0-1-5 0,-1 0-4 16,1 3 2-16,1-1 1 0,-1-2-2 0,1 0-6 16,1 0 3-16,-2-1 0 0,3-4 3 15,-1 1 0-15,4-1-2 0,-1-4 3 0,2-1 7 16,2-1 1-16,-1-4 0 0,2-4 1 0,1 0-1 15,-1 0-4-15,3-3-2 0,-3 2-1 0,0 0-4 16,-3-2 0-16,1 1-1 0,0-1 3 16,-3 2-3-16,0 3-3 0,-3 1 2 0,2-2-4 15,-5 4 1-15,3-1 1 0,-3 2-1 0,1 0 4 16,-2 2 4-16,1-1 3 0,0 2 4 0,1 0-3 16,-2 1-1-16,3 0-1 0,0-1-1 0,-1 2-4 15,0-1-2-15,2-1 1 0,2 2 0 16,-3-3 0-16,4-1 0 0,-2 1 1 0,4-2 4 15,0-2 1-15,0 1-1 0,2-1 0 0,-1-2-3 16,1 2 1-16,0 0-4 0,0-2 0 16,-2 2 3-16,-2 1 0 0,1-1-1 0,-3 2-4 15,1 0 3-15,-1 0 0 0,-1 2-4 0,-2 1-1 16,1 1 2-16,0 0 4 0,-1 2-4 0,-2 0-1 16,1 0 4-16,0 0-9 0,-2-1-34 15,1 2-35-15,-1-2-26 0,2 0-22 0,-1-1-30 16,1 2-28-16,0-4-24 0,-2-1-47 0,0-2-78 15,0 1-100-15,0-5-109 0,0 2-111 0,1-1-108 16,-1 0-51-16,2-2 69 0,-2-1 164 16,0 0 199-16,0-3 175 0</inkml:trace>
  <inkml:trace contextRef="#ctx0" brushRef="#br0" timeOffset="72216.28">19996 2249 157 0,'0'-18'290'0,"0"0"132"16,0-2 83-16,-2-2 5 0,2-3-57 0,2 2-35 16,-1 0 0-16,1 0 22 0,0 3 11 0,-1 1-21 15,2 2-53-15,-1 4-68 0,-2 2-76 16,0 2-74-16,0 2-58 0,0 3-44 0,0-1-25 15,0 3-18-15,1 2-3 0,-1 0-4 0,0 4-5 16,3 1 0-16,-3 2-3 0,2 4-13 16,0-2-34-16,-1 3-58 0,-1 1-87 0,-1 1-110 15,1 2-125-15,0 1-173 0,0 2-255 0,0 1-147 16,1-3 43-16,1 3 229 0,-1 2 298 0</inkml:trace>
  <inkml:trace contextRef="#ctx0" brushRef="#br0" timeOffset="72535.44">20105 2390 228 0,'6'0'574'0,"-1"-3"304"0,1 0 187 0,2-3-169 16,0-1-245-16,0-2-175 0,0 0-112 0,3-2-74 15,-2 2-46-15,1-2-29 0,-1 2 4 16,-1 1 2-16,0 1-3 0,-1 0-22 0,0 3-37 16,-2-2-40-16,-2 3-42 0,0 1-30 0,1 1-20 15,-3-1-12-15,1 0-7 0,0 2-3 0,-2 2-3 16,1 0-2-16,2-1 0 0,2 2 3 15,-4 2-3-15,2-1 2 0,1 3 1 0,0-3 0 0,1 4-1 16,0-4-2-16,3 3 0 0,-2-3-1 16,2 2 0-16,2-1 0 0,2-3-1 0,1-2 2 15,3 0 2-15,0-4 2 0,2 0 1 0,2-2-1 16,0 0-1-16,0-1-1 0,-2 3 0 0,-1-2-3 16,-1 4-1-16,-2 1 0 0,-2 2-7 15,-3 2-31-15,-3 5-51 0,-3 1-51 0,-1 5-57 16,-4 1-124-16,-1 2-181 0,-3 5-276 0,-3 2-237 15,2 3-228-15,-1-1-110 0,2 2 355 16,-2 2 527-16</inkml:trace>
  <inkml:trace contextRef="#ctx0" brushRef="#br0" timeOffset="81210.39">22233 1998 51 0,'5'0'281'0,"0"-1"145"0,-1 1 120 0,1 0-87 16,-4 0-190-16,2 1-118 0,1 0-36 0,-3 1 7 15,3 3 42-15,-3 4 50 0,2 2 62 16,-1 4 73-16,1 7 20 0,0 4 17 0,1 8-16 16,-2 6-26-16,2 6-28 0,-1 10-27 0,-2 9-10 15,-1 7-26-15,-3 14-10 0,0 7-21 16,-5 11-28-16,-3 7-28 0,-2 7-35 0,-2 9-28 16,-1 6-35-16,-5 8-21 0,-1 2-12 0,0 2-12 15,1-1-9-15,1-3-7 0,2-4-3 16,0-8 1-16,5-8-3 0,0-6-2 0,4-12 0 15,2-10 1-15,1-10-6 0,3-9-18 0,3-10-49 16,0-12-57-16,0-9-52 0,0-9-62 16,2-9-110-16,-1-10-141 0,-1-9-154 0,0-10-229 15,0-10-226-15,-1-9-141 0,-1-10 181 16,-3-8 430-16</inkml:trace>
  <inkml:trace contextRef="#ctx0" brushRef="#br0" timeOffset="81674.78">22059 2264 217 0,'2'-6'465'0,"-1"-1"223"16,-1 1 172-16,2-1-140 0,1-2-145 0,-2 0-81 16,2-4-53-16,-1 0-57 0,3-1-73 0,1-4-86 15,-1-4-64-15,4-1-49 0,1-5-32 0,0-1-24 16,2-3-14-16,-1-1-14 0,1-3-9 15,1 1-6-15,0 4-9 0,0 0 2 0,-1 5 2 16,-3 5 5-16,1 4 2 0,-3 4-4 16,-1 3 2-16,1 4-4 0,-1 4-7 0,3 3 0 0,-1 4-1 15,0 3 5-15,1 6-6 0,1-1 0 16,0 1 2-16,-2 5-1 0,-1-1 1 0,3 1-5 16,-4 1 3-16,2-2 4 0,1 2-3 0,-1-1-2 15,-1 0-3-15,-1 1 4 0,2 0-2 16,-2 0-5-16,-1 0-13 0,-2-2-33 0,-1 2-126 15,-4 2-175-15,1 1-291 0,-6 0-271 0,2 2-259 16,-4 1-100-16,0 5 363 0,-4 0 488 0</inkml:trace>
  <inkml:trace contextRef="#ctx0" brushRef="#br0" timeOffset="82708.34">21796 5109 139 0,'17'-3'364'0,"0"-4"165"0,2-1 125 16,3 0-149-16,3-1-168 0,4-4-75 0,2 1-18 15,2 0 18-15,2 1 31 0,5 0-2 16,2-3-35-16,5 5-4 0,0-4-16 0,2 4-37 16,3-2-53-16,2 3-26 0,2 1-17 15,1 4-31-15,5 0-27 0,1 1 9 0,5 4 5 16,2-1 0-16,3 4-3 0,3 2-1 0,1 1 0 16,5 3-18-16,4-2-17 0,0 5-1 15,5-3-3-15,2 4 1 0,3 0-6 0,4-1-9 16,0 1-8-16,2-1 1 0,0 0 5 0,2 1 1 15,2-2 2-15,2 0 4 0,0 1 2 16,2 0-9-16,0-3-2 0,-2 1 3 0,1-1 0 16,0-1 1-16,0-2 26 0,2 2 16 15,-5-6 3-15,3 1-3 0,-5 0 4 0,-1-1 3 16,0-2-19-16,-5-2-8 0,-2 0-9 0,-1-2 31 16,-5-2 24-16,0 0 11 0,-4 1 4 15,-5-2-1-15,-3 1 0 0,-3-2-27 0,-4 0-25 16,-3-1-12-16,-5 0-4 0,-3 1-4 0,-3-1-1 15,-5 0-2-15,-1-1-3 0,-7 2 1 0,-1-2-4 16,-7 4-1-16,-6-3 2 0,-5 4 4 16,-5-3 35-16,-3 3 28 0,-4 2 25 0,-4-1 11 15,-3 1 2-15,-2-1-4 0,-4 2-28 16,-4 0-27-16,-2 0-22 0,-3 2-12 16,-4-1-7-16,-1-1-4 0,-1 2-2 0,-2 1-1 15,0-3 0-15,-1 1-1 0,1-1-1 16,-2 0 1-16,1-1-1 0,0-1-1 0,0-1 1 15,4 0 0-15,0-1 2 0,3 2-2 0,3-1 0 16,0-2-2-16,2 2-2 0,3 2-2 0,-1-1 0 16,4 0 0-16,4-1-2 0,0 2 2 15,5-1 2-15,1-2 2 0,1 4-1 0,5 0 1 16,0 3 0-16,1 0 3 0,0 1-1 0,-1 3 0 16,3 0 1-16,-4 3 1 0,2 2 0 15,-3 2-1-15,-1 1 1 0,-4 2 1 0,-1 1-1 16,-1 4 1-16,-6 1-2 0,-1 0 1 0,-4 2-1 15,-1 0 0-15,-3 1-1 0,0-4-4 0,-5-1-10 16,2-4-33-16,-5-1-69 0,0-4-61 16,-2-4-102-16,-3-5-159 0,-1-5-236 0,-3-2-293 15,-1-6-217-15,-2-3-180 0,-1-6 139 16,-4-4 509-16</inkml:trace>
  <inkml:trace contextRef="#ctx0" brushRef="#br0" timeOffset="84500.78">22633 4095 207 0,'5'6'431'0,"0"-1"164"15,-1 0 95-15,2-1-231 0,2 1-170 0,0 0-38 16,6-2 39-16,2-2 74 0,3-1 49 16,2-4 14-16,8-4-47 0,1-9-63 0,4-4-75 15,4-6-82-15,2-8-61 0,3-6-33 0,4-7-21 16,0-7-21-16,4-3-8 0,-1-6-3 16,0-1-2-16,-3-1-4 0,-3 0-5 0,0-2 5 15,-2 1 1-15,-8 1-1 0,0 1 0 16,-4 1 4-16,-7 0 2 0,-2 2-5 0,-5 3-2 15,-2 4 1-15,-5 4-1 0,-1 2-4 16,-4 6-4-16,-1 6 3 0,-2 2 12 0,-1 5 8 16,-1 7 20-16,-1 3 26 0,2 6 20 0,-1 0 11 15,1 6-5-15,-2-1-10 0,0 2-22 16,2 4-22-16,0 2-23 0,0 1-12 0,0 4-9 16,0 4 0-16,4 6 4 0,-3 3-5 15,2 3 1-15,3 3 0 0,1 6 1 0,-2 3-4 16,1 2-2-16,0 6 4 0,2 3-1 0,-2 6 2 15,1 1 5-15,-2 4 2 0,-1 1 7 16,0 4-1-16,-2 1 2 0,-2 4 6 0,0 0-7 16,-2 3-3-16,-2-1-3 0,1-3-3 0,0-1 0 15,1-5-1-15,-1 0-2 0,3-4-2 16,2-8-1-16,1-1 2 0,2-6 3 0,2-5-5 16,3-2 2-16,0-9 3 0,5-2 0 0,0-8 3 15,3-2 1-15,0-4 3 0,4-6 4 16,2-2 1-16,-2-4-3 0,2 1-3 0,1-6 1 15,0 0 1-15,0-2-6 0,2-1 0 0,-3-1 2 16,3-1-2-16,2-2 0 0,-3 0-1 16,1 0 4-16,2 1 4 0,-3-3-2 0,1 4 0 15,-3-4 3-15,3 2-6 0,-2 0 0 16,1 0-3-16,-1 0 5 0,-3-1-1 0,4-1-3 16,-1 0 5-16,-3-2-1 0,1-1-2 0,-2 0-4 15,1-2 5-15,-1 1 3 0,-4-2-3 16,0 3 1-16,0-2 1 0,-4 1 4 0,-1 4-3 15,-3 2 19-15,0 1 29 0,-4 4 21 0,2 3 12 16,-6 3 4-16,3 3-2 0,-4 2-17 16,0 4-25-16,-4 2-22 0,0 4-10 0,-1 6-7 15,-2 4-5-15,-2 4-1 0,3 1-2 0,-1 4 0 16,2 4 1-16,1 0-2 0,-1 4-1 16,4 3-1-16,-2 4-1 0,3 1-3 0,3 2 0 15,-2 2 2-15,5 0 0 0,4-1 4 0,1 1-2 16,5-4 4-16,1-1 0 0,5-2-3 15,4-3-1-15,4-6 0 0,3-4-1 0,3-2 2 16,7-8 0-16,0-4 1 0,4-3 1 0,4-7 2 16,2-4-1-16,3-4 2 0,-2-6-2 15,4 0 0-15,-1-3 1 0,-2-1-2 0,-1 0 3 16,-5-1-4-16,-2 1 1 0,-5 1 0 16,-4 2-3-16,-7 1-2 0,-2 3 0 0,-6 1 1 15,-4 2 0-15,-4 4 1 0,-5-1 2 0,-2 4 3 16,-3 1 1-16,-3 3 0 0,-2 0-1 15,-2 3 0-15,-3 3-1 0,1 2-1 0,-2-1-1 16,1 2 0-16,0 0 2 0,0-2-1 0,0 4-1 16,2-3-1-16,0 0 0 0,1-1-1 15,4 2-1-15,-1-4-1 0,4-1 1 0,3 0 0 16,4-3 1-16,2-1 1 0,3-3 1 16,5-1 0-16,7-2-1 0,1-4-1 0,5 0 3 15,1-3 1-15,6 0-1 0,0 0 2 0,3-2 0 16,0 0-1-16,4 5 0 0,-3-4-1 15,2 5-1-15,-1 3 0 0,-3 0-1 0,-2 5-1 16,-2 3 2-16,-2-1 0 0,-4 6 0 0,-2-1 0 16,-3 3 0-16,-4 2 0 0,-1 0 0 15,-4-1 1-15,1 1-2 0,-7 0 3 0,2-4-1 16,-7-2-10-16,-1 0-25 0,-1-3-43 16,-2-4-55-16,-1 2-54 0,-2-4-95 0,-4-4-140 15,-2 1-176-15,-3-5-257 0,1 3-224 0,-2-4-198 16,-5 0 84-16,1-3 426 0</inkml:trace>
  <inkml:trace contextRef="#ctx0" brushRef="#br0" timeOffset="85213.51">23422 4319 221 0,'0'6'585'15,"0"-3"272"-15,0 2 127 0,1 0-148 0,-1 2-228 16,0 1-160-16,0 1-107 0,0 2-62 0,0 3-50 15,0 0-66-15,-1 3-67 0,-2 1-40 16,1 0-26-16,-1 3-14 0,2-3-9 0,1 3-7 16,-2-3-1-16,4-2-16 0,-2 1-52 15,1-4-104-15,2-3-136 0,2-1-220 0,1-3-287 16,1-4-251-16,2-2-94 0,4-6 225 16,-1 1 397-16</inkml:trace>
  <inkml:trace contextRef="#ctx0" brushRef="#br0" timeOffset="85438.88">24205 4348 124 0,'8'7'659'0,"-2"-1"415"0,-4 3 140 15,-2 2-104-15,-2 1-422 0,-3 3-289 0,-1-1-163 16,-1 3-86-16,-1 2-57 0,1 1-35 0,-1-2-28 15,1 3-21-15,-1-1-14 0,1 1-38 16,0-1-116-16,-1-1-170 0,3-1-291 0,1-2-265 16,-1 1-260-16,4-2-109 0,2 0 325 15,4-4 483-15</inkml:trace>
  <inkml:trace contextRef="#ctx0" brushRef="#br0" timeOffset="85825.42">25433 4572 74 0,'3'-9'607'0,"0"5"451"0,-3 2 151 15,0 0-106-15,0 5-394 0,-3 2-310 0,2 4-187 16,-3 2-94-16,1 3-47 0,0 3-29 15,-1 0-14-15,2 1-17 0,-1 2-9 0,1 0-16 16,1 0-46-16,-1 0-99 0,0-2-134 0,4 0-218 16,0-5-280-16,2 0-253 0,1-2-103 15,3-4 212-15,0-1 391 0</inkml:trace>
  <inkml:trace contextRef="#ctx0" brushRef="#br0" timeOffset="86019.17">26433 4896 73 0,'-5'3'137'0,"0"0"-52"0,0 0-93 15,2-1-97-15,0-2-38 0</inkml:trace>
  <inkml:trace contextRef="#ctx0" brushRef="#br0" timeOffset="87131.84">23125 4704 132 0,'4'2'329'0,"0"1"137"16,1-1 96-16,-1-1-196 0,5 1-148 0,1 2-79 15,1 0-41-15,3-3-23 0,1 2-15 0,2 2-7 16,3-2-23-16,0 3-11 0,2-3-5 15,0 0-1-15,0 2 3 0,3-2 5 0,4 3-4 16,-1-2 0-16,4-1-4 0,-1 3 0 0,4-1 1 16,2 1-7-16,0-1-1 0,3 1 0 15,0 1-4-15,-2-2-8 0,2 3-4 0,0-1 1 16,1 0-8-16,0 0-2 0,0 2-4 16,-2-1 6-16,0 0 3 0,-5 1 9 0,1 0 9 15,-1 2 5-15,-1-2 6 0,2 2 3 16,-4-2 1-16,3 2-2 0,-1-2 0 0,-1 0-4 15,1-1 0-15,0 2 0 0,0-3-1 0,0 1-3 16,0-1-1-16,-1-2-1 0,-1 1-3 0,-1-2 0 16,0-1-4-16,-3 1 0 0,1-2-2 15,-5-2 0-15,-1 0 0 0,-1 0-2 0,-5-2 1 16,-1 0 1-16,-2 0 0 0,-2 0-2 0,0 2 4 16,-3-1-2-16,2-1 17 0,-1 0 11 15,1 2 12-15,-2-1 1 0,0 1 4 0,2-2-1 16,0 2 8-16,1 0 1 0,3 0 16 0,2 0 31 15,5 2 17-15,-1-2 10 0,4 1-17 16,0 1-7-16,4 0-14 0,2-1-26 0,5 5-14 16,4-3-4-16,3 0 41 0,2 0 21 15,6 2 25-15,4-1 36 0,1 0 14 0,5-2-3 16,4-2-44-16,0 0-31 0,1 0-26 16,3-2-32-16,2 2-18 0,1-4-13 0,0 2-68 15,1-1-131-15,-3-1-260 0,0 2-267 0,-4 0-236 16,-5 0-168-16,-4-3 138 0,-9 0 414 0</inkml:trace>
  <inkml:trace contextRef="#ctx0" brushRef="#br0" timeOffset="112199.27">5195 9031 42 0,'3'-4'409'0,"0"-1"325"0,-1 1 295 16,-2 0 88-16,0 1-331 0,0 0-219 16,-2 2-119-16,2-1-59 0,-3-1-66 0,0 3-60 15,-2 0-33-15,-1 0-22 0,-2 0-31 0,0 5-43 16,-3-2-33-16,0 1-27 0,-2 3-19 15,-2 2-19-15,0 0-10 0,-2 2-6 0,1 0-6 16,0 2-5-16,2 3-2 0,0-2-2 16,3 1 2-16,0 3 0 0,1 2-1 0,2 1 1 15,2 0 0-15,1 3-10 0,2-1-5 0,3 2-4 16,0-2 1-16,3 1-4 0,2-4-3 16,0-2 8-16,1-1 3 0,2-3 3 0,1-2-2 15,1-2 4-15,3-3-1 0,2-4 4 0,-2-3 1 16,4-4 1-16,1-4 8 0,-1-3 5 15,-1-3 3-15,0-5-2 0,1-1 2 16,-4 0 1-16,0-2-8 0,-1 1-4 0,-4-1 0 16,0 2 6-16,0 3 2 0,-4-1 1 0,0 3 2 15,-3 1 2-15,1-1 2 0,-2 2-3 16,-2 2-3-16,-1-1 0 0,1 1 0 0,-1 2-3 16,-1 1-2-16,-1-1-1 0,2 2 1 0,0 1-1 15,-1 1-2-15,1 1 1 0,2 1-2 0,-1 0-3 16,2 1-2-16,-3 0-1 0,3 2-1 15,0 0-1-15,0 0-1 0,0 0-1 0,0 2-3 16,0 1 1-16,0 4-2 0,0 1 1 0,1 4 1 16,1 1 1-16,1 3 2 0,2 1 1 15,-2 0 1-15,4 3-7 0,0 0-3 0,1 0-2 16,0 0-1-16,2 0 0 0,2 0-1 16,0 0 5-16,0-3 10 0,1 1 5 0,1 0 1 15,0-2 1-15,1-3 1 0,0 1 0 0,0-3-7 16,0 0-4-16,1-2 0 0,-2 0-3 15,-1-3-6-15,1-1-18 0,-1 0-38 0,-2 1-64 16,-2-2-61-16,-1-2-90 0,-1 0-141 0,0-1-179 16,-2-1-273-16,0-1-215 0,0-1-197 15,-2-2 30-15,2-1 410 0,-2-3 444 0</inkml:trace>
  <inkml:trace contextRef="#ctx0" brushRef="#br0" timeOffset="112833.11">5794 8978 37 0,'2'1'486'0,"-2"-1"382"0,3 2 200 0,-1-1-14 16,-1-1-368-16,1 0-284 0,2 3-138 16,1-1-63-16,0-1-26 0,1 2-21 0,4 1 0 15,2-3-4-15,0 2-40 0,2-1-26 16,-2-1-22-16,4 2-13 0,-3-1-19 0,4-1-11 15,-1-1-3-15,1 0-6 0,-2 0-4 0,0-1 0 16,1-1-4-16,-2 2 3 0,-1-3-2 16,0 3-11-16,-2-1-20 0,-3 1-31 0,-2 1-88 15,-4-1-150-15,-2 3-253 0,-2 2-277 0,-3 1-251 16,-1 0-186-16,-4 3 175 0,-4-1 482 16</inkml:trace>
  <inkml:trace contextRef="#ctx0" brushRef="#br0" timeOffset="113049.96">5764 9214 288 0,'2'1'510'0,"4"1"202"0,0-1 158 16,1-1-221-16,2 0-192 0,1 0-106 16,4-1-52-16,-1-1-61 0,4 1-76 0,-1-4-71 15,1 2-37-15,2 2-20 0,-1-3-14 16,0 2-3-16,0 1-6 0,1 0-39 0,0-1-87 15,-2 2-119-15,-1 0-254 0,0 3-253 0,1 0-200 16,-1 2-38-16,0 0 221 0,-2 2 334 16</inkml:trace>
  <inkml:trace contextRef="#ctx0" brushRef="#br0" timeOffset="114723.04">7685 9336 70 0,'3'6'447'0,"-1"-2"266"15,-1-1 146-15,1-1 2 0,-2-2-404 0,3 0-238 16,2-2-118-16,-2-1-51 0,4-1-25 16,0 0-12-16,1-2-8 0,2 3-26 15,1-2-53-15,0 3-67 0,0-4-55 0,3 4-96 16,-1 0-272-16,1 2-141 0,-1 2-1 16,1 0 129-16,0 2 179 0</inkml:trace>
  <inkml:trace contextRef="#ctx0" brushRef="#br0" timeOffset="114902.56">8106 9407 177 0,'6'4'389'0,"0"-2"154"0,-1 0 99 16,-2-1-226-16,1 1-190 0,0-1-108 0,0-1-57 16,0 3-26-16,2-3-14 0,-1 2-8 15,2-2 0-15,-1-2-9 0,2 2-17 0,4 0-33 16,-2-3-69-16,4 3-239 0,-1 0-158 15,0 0-51-15,4-1 51 0,0-1 135 16</inkml:trace>
  <inkml:trace contextRef="#ctx0" brushRef="#br0" timeOffset="115070.26">8629 9528 148 0,'7'6'322'0,"-1"-1"120"0,0-2 66 0,0-3-203 15,3-3-144-15,0-3-74 0,2 0-13 0,0-5-15 16,3 0-16-16,-1-1-25 0,2-2-38 0,0 3-66 16,1-1-167-16,-2 1-158 0,0 1-57 15,0 2 38-15,-4 0 105 0</inkml:trace>
  <inkml:trace contextRef="#ctx0" brushRef="#br0" timeOffset="115175.83">8851 9413 4 0,'9'2'156'0,"-3"2"131"16,1 2 149-16,-2-2 85 0,-2 3-68 0,0-2-98 15,0 2-77-15,-2-2-57 0,2 0-50 0,-1-2-46 16,-2 1-43-16,3-2-35 0,-1-1-24 15,3 0-7-15,1-1-4 0,3-1-12 16,-1-2-51-16,5 2-93 0,1-4-274 0,4 2-181 16,-1 0-81-16,2 1 46 0,3-1 176 0</inkml:trace>
  <inkml:trace contextRef="#ctx0" brushRef="#br0" timeOffset="115746.88">10941 8743 11 0,'-7'-3'320'0,"-1"1"302"0,-4 1 317 15,2 1 128-15,-2 1-244 0,-2 2-196 0,-1 2-130 16,-2 1-126-16,2 6-91 0,0 2-60 0,0 2-31 15,0 6-16-15,0 4-16 0,0 3 1 16,2 7-13-16,-1 2-31 0,3 2-28 0,1 3-20 16,1 1-13-16,4-2-21 0,4-2-15 0,2-3-3 15,4 0-6-15,4-4-4 0,2-3-3 16,5-1-19-16,0-4-52 0,4-4-51 0,4-2-70 16,-1-2-133-16,3-3-199 0,3-2-295 15,1-2-240-15,1-1-222 0,-1-5-22 0,2 0 413 16,-2-4 497-16</inkml:trace>
  <inkml:trace contextRef="#ctx0" brushRef="#br0" timeOffset="116075.08">11594 8728 45 0,'9'-2'330'0,"2"4"241"0,-1-1 255 0,4 2 94 16,-1 3-189-16,4 1-112 0,-1 3-95 0,4 1-89 16,-1 3-90-16,2 3-88 0,1 0-49 0,-2 3-38 15,1 4-21-15,-2 2 4 0,-2 1-8 16,-2 3-11-16,-2 2-33 0,-3 3-16 0,-2 4-16 15,-3-2-28-15,-3 3-15 0,-2 4-9 16,-3 2-1-16,-2-2-5 0,-3 1-43 16,-3 1-61-16,-2 0-71 0,-4-3-149 0,1 1-241 15,-6-4-318-15,0 0-273 0,1-3-211 0,-6-2 30 16,-1-6 523-16</inkml:trace>
  <inkml:trace contextRef="#ctx0" brushRef="#br0" timeOffset="117106.9">5304 10708 178 0,'11'-5'470'0,"-5"-1"275"0,-1 4 240 16,-2-1-104-16,-1-1-177 0,0 1-144 0,-4 1-87 15,2 0-42-15,-3 0-47 0,-2 0-54 0,0 4-43 16,-4 0-38-16,1 0-38 0,-2 1-53 16,-4 0-52-16,0 5-41 0,-2 0-24 0,0 4-14 15,-1 0-7-15,1 4-3 0,-3 2-3 16,3 2 0-16,-1 0 1 0,1 3 0 0,2 0-2 16,3 2-9-16,0 1-5 0,6 1-6 0,0-3-3 15,2 1-4-15,3-2-2 0,2-3 5 16,1 2 3-16,5-4 2 0,1-3 2 0,1 1 1 15,3-5 3-15,2 0-1 0,4-5 9 16,0-5 2-16,5-1 2 0,1-1 2 0,3-5-2 16,1-5-1-16,1 0-8 0,0-3-7 15,0-1-25-15,-3 1-62 0,2-3-67 0,-4 0-125 16,2 2-206-16,-4 1-308 0,-2-2-325 0,1 1-253 16,0-2-111-16,-4 3 423 0,1-3 607 0</inkml:trace>
  <inkml:trace contextRef="#ctx0" brushRef="#br0" timeOffset="117318.35">5872 10635 180 0,'3'2'802'0,"0"2"410"0,0-1 37 16,0-1-170-16,2 0-436 0,0 0-323 0,1-2-144 15,2-2-68-15,3 0-29 0,3-1-17 0,-1-3-11 16,3 2-10-16,-2-1-15 0,3-2-7 15,1 2-11-15,-1-1-3 0,-1 0-4 0,1 1-2 16,1 2-23-16,-2 1-40 0,-4 1-118 16,1 1-166-16,-5 1-294 0,0 4-282 0,-2 2-246 15,0 1-105-15,-1 2 332 0,-3 1 488 0</inkml:trace>
  <inkml:trace contextRef="#ctx0" brushRef="#br0" timeOffset="117505.38">6033 10800 61 0,'-3'6'586'0,"1"-1"434"0,2 1 156 0,0-5-97 0,0 2-378 16,3-1-328-16,-1-1-198 0,4-1-91 15,1-1-47-15,5-1-18 0,-1 1-13 16,5-1-6-16,2-2 2 0,2 1-7 0,4 0 2 16,1-2-32-16,4 2-74 0,1 0-92 0,3-3-137 15,5 3-298-15,1 0-257 0,4-1-159 16,6 0 62-16,3-1 284 0</inkml:trace>
  <inkml:trace contextRef="#ctx0" brushRef="#br0" timeOffset="117917.58">8164 10951 321 0,'10'5'550'0,"1"-2"174"0,0 2 68 16,1-2-309-16,3-2-230 0,-1 0-119 0,5 1-59 15,3-2-29-15,-1-2-17 0,4 1-12 0,2-2-22 16,-2 0-49-16,2-1-61 0,-2 1-86 15,2-1-169-15,-4 2-215 0,0 0-93 0,1 2 48 16,-2 2 155-16,-1 2 187 0</inkml:trace>
  <inkml:trace contextRef="#ctx0" brushRef="#br0" timeOffset="118174.46">8741 11016 98 0,'15'11'269'0,"0"-3"111"16,-2-1 58-16,4-1-123 0,-2 1-121 0,2-3-61 15,-1-1-15-15,3-1 0 0,1-2 0 16,1-2-19-16,4-1-5 0,2 0 12 0,0-2 4 15,3 1-8-15,0-4-4 0,2 2 3 0,1 0-7 16,-1-2-21-16,-1 4-32 0,1 0-15 16,-2 1-14-16,-2 0-1 0,-1 2-4 0,0-2-1 15,-5 3-5-15,0-2 1 0,-1 2-18 16,-5 0-27-16,-1 0-13 0,-2 0-10 0,-2 0-4 16,-3 0 1-16,0 0 28 0,-3 0 28 15,-2 2 21-15,0-2 14 0,-3 3 12 0,2-2-1 16,-2 1-1-16,0-2-8 0,0 0-12 0,3 0-12 15,-2 0-20-15,1 0-33 0,1-2-41 16,0-2-106-16,2 1-248 0,3-2-132 0,1-1-20 16,4-3 92-16,2 0 155 0</inkml:trace>
  <inkml:trace contextRef="#ctx0" brushRef="#br0" timeOffset="118743.73">11326 10368 266 0,'2'-6'729'0,"-2"0"361"0,-5 1 98 0,-1 0-229 0,-2 2-331 16,-3 0-217-16,-1 3-133 0,-3 0-84 15,1 3-51-15,-5 2-38 0,0 1-25 16,-2 5-18-16,-1 2-15 0,-3 3-13 0,1 4-19 15,-4 5-3-15,0 7-11 0,-1 2-8 0,0 6-1 16,2 2-1-16,2 1 5 0,5-1-5 16,4 0 5-16,3-5 1 0,5 0 1 15,5-2-4-15,3-4-1 0,5-3-18 0,5-3-24 16,2-5-33-16,2 0-93 0,4-8-145 0,-1-3-244 16,2-2-264-16,3-6-252 0,-1-1-168 0,1-3 188 15,0-3 461-15</inkml:trace>
  <inkml:trace contextRef="#ctx0" brushRef="#br0" timeOffset="119539.01">11915 10308 141 0,'4'-19'510'0,"-2"2"285"0,1 5 168 0,2 1-85 16,-2 3-235-16,5 2-177 0,-2 0-112 16,4 2-61-16,-2 2-45 0,4 4-51 15,-2 2-35-15,-2 4-15 0,4 4-12 0,-2 5-10 16,2 3-11-16,-2 3-13 0,-2 6-25 0,0 2-26 16,0 5-15-16,-2-2-14 0,-1 6-8 0,-2 2-8 15,-3 1-3-15,0 3-2 0,-2-2-39 16,-1-1-34-16,-2-1-61 0,-1-3-139 0,-3 0-195 15,-1-8-303-15,2-3-253 0,-4-4-224 16,-1-8-18-16,-1-3 438 0</inkml:trace>
  <inkml:trace contextRef="#ctx0" brushRef="#br0" timeOffset="120846.3">11343 2123 266 0,'-2'6'492'0,"2"-1"171"0,2 1 77 0,1 0-279 16,6 0-185-16,0 4-58 0,9-3 19 0,1 2 44 15,3 0 57-15,8 0 16 0,3 0-12 0,7-3-42 16,5-1-50-16,6 1-51 0,5-4-29 0,5 1-2 16,4-3 4-16,4 0 18 0,1 0 8 0,3-2-5 15,-2 2-35-15,0 0-32 0,-3 2-34 16,0 0-36-16,-6 2-27 0,-2 2-14 0,-8 2-4 16,-4 0 0-16,-4 2 0 0,-8 0-5 0,-4 2 5 15,-5-1 2-15,-4 1-3 0,-3-1-3 0,-5 1-1 16,-2 0 0-16,-2-2-9 0,-2-3-3 15,-4 2 5-15,0-2 2 0,0-3-2 0,-2 1 11 16,0-2 6-16,-2 0 3 0,-1-2 0 16,0 1 1-16,-4-2 2 0,1 0-17 0,-2-2-43 15,-1 1-67-15,-3-1-72 0,0-1-152 0,1 2-231 16,-3-4-316-16,0 2-289 0,0 3-215 16,0-1 0-16,-5 1 526 0</inkml:trace>
  <inkml:trace contextRef="#ctx0" brushRef="#br0" timeOffset="128716.98">11501 8519 32 0,'-4'0'240'0,"3"2"130"0,-2-1 120 15,-1 1-68-15,3-2-131 0,-2 3-71 16,1-2-30-16,-1-1-3 0,1 0 14 0,1 2 25 15,-1-2 30-15,0 1 17 0,2-1 16 0,0 0 2 16,0 2-13-16,2-2-29 0,-2 0-31 16,0 0-38-16,2 0-35 0,-1 0-38 0,-1 0-31 15,2 0-28-15,1-2-20 0,0-1-11 16,2-1-9-16,3-1-1 0,1-1-3 0,4-3 0 16,1 1 2-16,2-1 13 0,4-2 24 0,0 0 13 15,3-3 7-15,1 1 3 0,4 0-4 16,-1-3-12-16,2 2-19 0,-1 1-10 0,-1-2-11 15,0 1-6-15,0 3 4 0,-3-2-1 16,-2 4-4-16,-5-2-2 0,2 5-1 0,-4 1 2 16,-3-1-4-16,-1 2 0 0,-3 2 0 0,1 0-1 15,-4 1 4-15,3 1 0 0,-3 0 3 16,1 1-3-16,0 1 2 0,-1 0-3 0,2 1-3 16,-3 0 2-16,1 1-2 0,3 0-1 0,-4-2 0 15,1 0 4-15,0 1 3 0,0-1-3 16,1 1 0-16,-2-1-1 0,2 0 1 0,-3 0-1 15,0 0 1-15,0-2 3 0,-1 0 1 16,-1 1 0-16,-1-1-2 0,0 0 1 0,0 0-3 16,0 0-6-16,0 0-19 0,-3 0-69 0,0 0-118 15,1-1-143-15,-2-1-212 0,-4-2-289 16,3 2-240-16,0-3-39 0,1 2 274 0,-1-3 382 16</inkml:trace>
  <inkml:trace contextRef="#ctx0" brushRef="#br0" timeOffset="128993.73">12086 8168 144 0,'10'1'331'0,"-2"-1"150"0,1 0 127 15,1 2-178-15,1 1-122 0,2-2-38 0,1 1 1 16,-1-1 23-16,4 2 24 0,-4-1 3 16,4 1-18-16,-2 0-1 0,0-1-18 0,-2 4-48 15,1-2-30-15,-4 0-34 0,-2 0-7 16,-2 4-14-16,2-2 7 0,-5 0 21 0,2 3 1 15,-4 1 2-15,-1 0-9 0,-3 3-21 16,-2 0-31-16,-4 1-31 0,0-1-26 0,-1 1-21 0,-2-1-15 16,0-2-11-16,1 4-5 0,0-6-4 15,0 0-4-15,3-2-5 0,-1 0-8 16,4-4-54-16,0 2-53 0,4-2-48 0,1-2-73 16,1-1-125-16,4-3-150 0,4 2-161 0,1-4-233 15,1 2-218-15,5-2-68 0,-2 1 248 0,3-4 399 16</inkml:trace>
  <inkml:trace contextRef="#ctx0" brushRef="#br0" timeOffset="129451.73">12821 8312 229 0,'-2'4'497'15,"2"-2"258"-15,-3 0 182 0,3 0-182 0,0 1-155 16,0-3-107-16,0 1-87 0,0-1-76 16,0 0-78-16,0 0-67 0,0-1-48 0,3-1-10 15,0-1 9-15,3-1 20 0,-1-1 20 0,3 0 18 16,0-3-5-16,0-1-25 0,6-2-24 16,-2-1-27-16,1 0-28 0,4-1-29 0,-2-2-16 15,1 0-9-15,1 1-12 0,-1-2-7 16,0 1-3-16,-2 1-2 0,-1 1-3 0,-2 0-1 15,0 4-2-15,-2 0-1 0,-2 0 0 0,-2 5-2 16,-2-3-2-16,0 3-16 0,-3 1-61 16,0 1-60-16,-3-1-94 0,-2 3-147 0,-3-1-199 15,0 1-317-15,-3 0-235 0,-2 1-198 0,1 0 72 16,-1 1 448-16</inkml:trace>
  <inkml:trace contextRef="#ctx0" brushRef="#br0" timeOffset="129715.21">12806 8066 293 0,'2'0'495'0,"0"2"161"0,1-2 61 0,0 4-163 16,0-3-107-16,2 2-55 0,3 4-4 0,-2 0 14 15,0 0-24-15,2 2-68 0,0 2-69 16,0 1-60-16,0 2-50 0,-1 0-48 0,0-2-30 15,1 4-28-15,-2-3-12 0,-1 0-10 16,3 2-5-16,-2-3-5 0,1 1 0 0,-1-1 0 16,1-1-6-16,-1 1-24 0,1-2-74 0,-2-2-113 15,0-1-137-15,-2-2-223 0,2-1-283 16,0-1-214-16,1-3-12 0,-1-1 276 0,1-3 362 16</inkml:trace>
  <inkml:trace contextRef="#ctx0" brushRef="#br0" timeOffset="130286.4">13799 7921 249 0,'4'-6'572'0,"-1"-1"325"16,-2 1 207-16,-2-1-211 0,-1 0-228 0,-1 3-142 15,0-4-63-15,-2 3-40 0,0 1-64 16,-4 1-56-16,3-3-37 0,-2 1-40 0,-4 1-58 16,0 1-53-16,-1 2-38 0,-1-2-24 0,1 3-24 15,-4 0-10-15,3 0-8 0,-2 2-6 16,3-1-6-16,-1 1-3 0,3 0 4 15,1 2 0-15,0 1 1 0,0-1 0 0,4 1-2 16,-1-1 1-16,2 1 0 0,-1-2 0 0,3 3-1 16,0-2 0-16,1 3 1 0,2 1 0 15,0-3-1-15,0 4 1 0,2-2 8 0,1 1 4 0,2 0 1 16,2 1 2-16,-2 0 2 0,3 2-1 16,0-2-6-16,2 2-5 0,-1-2-1 0,2 2-1 15,0-2-2-15,0 0 0 0,-1 2 0 16,2 0 1-16,-2-2 0 0,-2 2-1 0,1-2 0 15,-1 4 3-15,-3-4-3 0,2 2 2 0,-4-4-1 16,-2 3 1-16,1 0 4 0,-4 0-2 16,1 0 2-16,-2 0-1 0,-1 0 2 0,-2-1 1 15,-1 0-2-15,-2-1 0 0,1-2-1 16,-1 0 2-16,-1-2-3 0,-1 1 0 0,2-2 0 16,-4 0-1-16,4-3-2 0,-1 3-4 0,0-3-6 15,1-3-12-15,0 3-24 0,2-3-41 0,-2 2-54 16,4-1-48-16,0 1-54 0,1-1-104 15,0-1-142-15,1 1-212 0,1-1-227 16,1 0-228-16,2 2-136 0,-1-2 241 0,4 0 479 16</inkml:trace>
  <inkml:trace contextRef="#ctx0" brushRef="#br0" timeOffset="131269.6">14278 7806 152 0,'-1'0'326'0,"-1"-1"142"0,-1 1 51 16,0 0-88-16,2 0-90 0,-3 0 6 15,1 0 52-15,1 0 51 0,-1 0 26 0,0-2-8 16,0 2-37-16,0-1-71 0,-2 1-37 15,2 0-23-15,2 0-17 0,-3 0-20 0,-1 0-24 16,2 0-27-16,-2 0-40 0,1 1-43 0,-4 1-41 16,0-2-28-16,0 1-16 0,2 2-14 15,-5 1-8-15,1-1-8 0,0 3-5 0,-2-2-5 16,3 3-3-16,-4 0-1 0,0 2-1 0,2 2 1 16,0 0-2-16,0 2 0 0,1-1-1 15,1 3-1-15,3 1 0 0,-1-2-2 0,4 3 0 16,-2 0 2-16,5-1-1 0,0 3 1 15,0-5 1-15,5 3 0 0,-2-2 2 0,4-3 0 16,-1 1 1-16,3 0 0 0,1-4 0 0,0-2 0 16,2 0 0-16,-1-3 0 0,2 0 1 15,0-3 2-15,-1-1 1 0,2 0 1 0,-2-1 0 16,2-1 0-16,-3-2-1 0,0 2-6 16,0-1-14-16,-2-1-33 0,1 2-54 0,-1-2-57 15,-1 3-61-15,-1-3-103 0,-2 2-142 0,-1 1-189 16,2 0-238-16,-1 0-223 0,0 1-161 15,-2-2 149-15,2 0 443 0</inkml:trace>
  <inkml:trace contextRef="#ctx0" brushRef="#br0" timeOffset="131854.2">14560 7965 341 0,'3'-6'670'0,"-1"3"307"0,-1 0 142 16,-1-2-287-16,0 4-232 0,0-1-153 15,-1 1-112-15,1-2-99 0,-4 6-81 0,1-2-61 16,0 1-34-16,-3 1-24 0,1 3-15 16,-1-1-3-16,-1 5-2 0,2 0-3 0,-2 2-4 15,4 3-2-15,-2-1-2 0,3 3-1 0,-1 2-4 16,3-1-1-16,0 2 1 0,3-1 1 15,1-2 0-15,0 0-6 0,4 0 1 0,0-2 3 16,0-1-3-16,4-4-1 0,0 0 2 16,2-4 5-16,0-1 2 0,2-3-1 0,0-4 4 15,0 1-2-15,-1-6 2 0,1 0-3 0,-2-1 2 16,-1-4 3-16,-1 0-6 0,-2-1 17 16,-2 1 17-16,1-5 28 0,-2 3 18 0,-2-1 8 15,-4 2 6-15,-1-5-10 0,0 4-16 16,-1-1-23-16,-4 0-19 0,-2 1-8 0,-2-1-6 15,1 2-3-15,-2 1-2 0,-2 3-4 0,-1 0-3 16,1 3-2-16,-1 1-2 0,0 2-6 16,1 3-8-16,-1 1-8 0,1 4-29 0,2 1-33 15,0 3-30-15,2-1-38 0,-1 3-72 16,1-2-107-16,0 3-101 0,3-2-150 0,1 0-271 16,1 1-217-16,1 0-51 0,2-2 219 0,2 2 351 15</inkml:trace>
  <inkml:trace contextRef="#ctx0" brushRef="#br0" timeOffset="132779.85">14906 7913 321 0,'2'-4'625'16,"-1"3"256"-16,1 1 93 0,-2-1-270 0,2-1-224 15,-1 2-152-15,1 2-109 0,-1-1-58 16,-1 2-29-16,2 2-12 0,1 0 10 0,-3 3 9 15,1 2 2-15,-1 2-9 0,-1 2-25 0,1 0-19 16,0 5-22-16,0-1-11 0,0 2-6 16,0 3-11-16,-3 1-5 0,3-1-8 0,0 3-8 15,0-1-10-15,0-1-5 0,0 1 1 16,0-2-4-16,0-3 2 0,0 2 4 0,0-4 3 16,3-1 0-16,-3-1-5 0,1-4 3 0,-1-1 0 15,0-5-3-15,2 1-1 0,-1-3 4 16,-1-1 13-16,0-4 8 0,0-3 2 0,2-3-4 15,-2 0 2-15,3-3-4 0,-3-1-9 0,2-3-7 16,0-1-1-16,-1 0 4 0,1-3-1 16,-1-1 5-16,1 1-5 0,1-2-2 0,0 0-2 15,3 0 1-15,-2 0-2 0,0 0 1 0,1 0-1 16,2-2-1-16,-1 2 0 0,3-2-1 16,-1 1-1-16,2-1-4 0,1 1 1 0,-2-1 6 15,1 2-2-15,1 0-3 0,-2 0-2 0,1 2-1 16,1 4 2-16,-2-3-6 0,-1 6 0 15,0 1 2-15,1 0 1 0,0 3 0 16,-3 1-2-16,2 3 1 0,1-1 1 0,-1 2-2 16,-1 2 5-16,-1 2 0 0,3 2 3 0,-2-1-1 15,-1 2 0-15,2 0 3 0,0 2-4 16,-4-1 1-16,1 1 4 0,0 2 1 0,-2-4 2 16,2 4-1-16,-3 2 6 0,-2-2 13 0,0 0 7 15,-2 1 17-15,1 0 15 0,-3 0 16 16,-1 0 14-16,-1 0 0 0,0 0 0 0,-4-2-3 15,2 1-8-15,-3 0-13 0,2-1-15 0,-1 0-13 16,-1-2-12-16,0 0-11 0,0 2-9 16,1-2-6-16,1 0-1 0,-2-1-3 0,3 4 0 15,-1-3-2-15,1 3-1 0,0-3 1 16,1 3-1-16,-2 1 0 0,3-2-1 0,1 3 0 16,0-2 0-16,0 0-1 0,1 0-2 0,-1 0 0 15,4 0 0-15,-1 0 3 0,2 0 0 16,2-3 2-16,-1 2 1 0,4 1-1 0,-2-2 1 15,0-1-1-15,3 3 2 0,3-3 0 16,-2 0-1-16,3 2 1 0,-1-2 0 0,4 0 0 16,0 3 3-16,-1-2 0 0,2-1-1 0,1 3 2 15,0-1 0-15,1-1 0 0,0-1-3 0,0 1 1 16,1 0-1-16,-2-3 0 0,0 0 3 16,-2-1-1-16,-1-1-1 0,0 1 1 0,-1-1 0 15,0-2-3-15,-3 0-42 0,-2 0-61 16,-1 0-63-16,1 0-126 0,-3-2-188 0,-3 2-316 15,0 0-284-15,2 2-216 0,-2-2-96 0,0 0 384 16,1-2 541-16</inkml:trace>
  <inkml:trace contextRef="#ctx0" brushRef="#br0" timeOffset="135419.63">21416 8174 272 0,'10'-9'676'0,"-3"1"368"0,-2-1 135 16,-4-2-240-16,1 3-214 0,0-2-116 0,-4 3-112 16,0-1-102-16,-1 0-74 0,-3 0-58 0,-2 1-70 15,-1 1-68-15,-3 1-39 0,-3 1-24 16,-1 2-17-16,-2 4-13 0,-1 0-9 0,-3 3-7 16,0 3-6-16,0 5-5 0,-4-1-2 15,3 5-3-15,-1 3-3 0,1 2 1 0,2 2 1 16,4 4-1-16,2-2 0 0,1 0 2 0,6 1 1 15,5-1 0-15,1-2-1 0,6-3 1 16,2-1-1-16,5-2 0 0,3-4 0 0,3-4 1 16,4-4-1-16,3-5 0 0,3-2-1 0,-1-6-1 15,3-5 1-15,-2-5 0 0,-2 0 0 16,2-3 1-16,-3-2 2 0,-4 0 2 0,0 0-1 16,-5 0 3-16,-2 0 1 0,-2 2-1 15,-3 0 0-15,-3 3-1 0,-4-1 0 0,-1 0-2 16,-1 2 0-16,-3 1 0 0,-1 1 0 0,1 1 0 15,-2 4-1-15,1-2 0 0,0 6-2 16,0 1-1-16,-1 2-1 0,-2 2-3 0,4 3 0 16,-3 3 0-16,2 5 0 0,0 2 0 0,1 1-1 15,-1 6 2-15,2 1 0 0,2 2 1 16,-1 1 2-16,2 0 0 0,2 1 1 0,-1 2-1 16,5 0 2-16,0-1-3 0,2 0 1 15,1-2-1-15,3-1-1 0,1-2-3 0,2-1-17 16,0-3-53-16,2-1-73 0,1-1-91 15,0-4-168-15,2-2-273 0,2-1-327 0,0-2-279 16,1-3-168-16,1-3 155 0,2-3 596 0</inkml:trace>
  <inkml:trace contextRef="#ctx0" brushRef="#br0" timeOffset="135893.37">22024 8034 32 0,'0'5'501'0,"2"0"401"0,0 1 197 0,-1-3-5 16,4-2-318-16,1 3-280 0,4-3-186 0,-1 1-80 15,5 0-41-15,2-2-48 0,1-2-49 16,3 0-30-16,2 1-22 0,-2-1-16 0,-1-1-10 16,3 0-9-16,-1-1-3 0,-5 2 1 15,-1 0-14-15,-2 1-29 0,0-1-72 0,-9 2-138 16,1 0-219-16,-5 0-288 0,-3 5-268 15,-3-1-211-15,-4 1 77 0,-1 1 450 0</inkml:trace>
  <inkml:trace contextRef="#ctx0" brushRef="#br0" timeOffset="136088.32">22024 8258 47 0,'4'6'463'0,"-3"2"320"0,4 0 224 0,1-4 65 16,2 0-330-16,2-1-255 0,3-2-141 0,2 1-75 15,2 0-66-15,-1-2-70 0,5 0-56 16,-1 2-41-16,-1 0-20 0,2 0-11 0,1 0-6 16,-5 0-6-16,4 3-29 0,-7 2-97 15,0-2-143-15,-3 1-237 0,1 1-277 0,-5 1-264 16,0 1-154-16,-6 0 204 0,1 2 440 16</inkml:trace>
  <inkml:trace contextRef="#ctx0" brushRef="#br0" timeOffset="137219.73">21466 10035 332 0,'2'-7'844'0,"-4"0"336"0,-3 2 25 0,-1 0-202 16,-3 2-309-16,-1 0-199 0,0 3-121 0,-5 2-79 16,0 1-45-16,-2 2-59 0,0 1-62 0,-2 1-43 15,-2 3-21-15,5 0-9 0,-2 1-12 16,1 1-7-16,0 3-6 0,4-2-6 0,0 3-4 16,1 1-7-16,3 1-5 0,-2 0-2 0,6 0-3 15,0 1 0-15,5-1-2 0,0 0 0 16,3 1 0-16,1-2 0 0,1-2-1 0,4 2 0 15,0-3-1-15,3-3-1 0,0-1 1 0,2 0 0 16,2-2-1-16,0-4 2 0,1-1-1 16,2-3 0-16,2 0-4 0,-1 0-18 0,-2-3-59 15,1 0-68-15,-3-2-104 0,1-1-177 0,-3 2-308 16,4-1-323-16,-4 0-260 0,2-1-156 16,-2 2 280-16,3-1 612 0</inkml:trace>
  <inkml:trace contextRef="#ctx0" brushRef="#br0" timeOffset="137792.07">22144 9915 121 0,'2'1'680'0,"1"5"421"0,-1-4 106 0,1 1-116 16,0-3-404-16,5 2-288 0,1 0-167 0,1 0-80 16,7 1-39-16,-1-3-30 0,5 2-25 0,2-2-24 15,3-2-13-15,-2 1-9 0,-1-3-5 16,2 2-4-16,1 0-10 0,-3-1-24 0,-3-2-66 15,-3 2-145-15,-4 0-201 0,-5-1-289 16,-2 2-274-16,-5 2-227 0,-4 0 41 16,-5 2 453-16</inkml:trace>
  <inkml:trace contextRef="#ctx0" brushRef="#br0" timeOffset="137965.82">22171 10137 9 0,'-1'17'357'0,"1"-5"254"0,1-1 184 0,2 0 53 15,2-4-261-15,3-1-222 0,6-1-119 0,2-3-58 16,2-1-34-16,3 1-22 0,2-4-62 0,2 2-45 16,2-3-90-16,-2 2-123 0,4-1-227 15,-6 0-253-15,1-1-185 0,2 2-76 16,-3-2 181-16,2-2 311 0</inkml:trace>
  <inkml:trace contextRef="#ctx0" brushRef="#br0" timeOffset="138630.16">23618 8329 194 0,'6'2'785'0,"-2"0"391"0,0-2 34 15,6-4-156-15,-2 1-455 0,4-1-305 0,2-4-150 16,2 0-69-16,3 2-36 0,0-3-18 0,0 2-10 16,2 0-12-16,-2-1-72 0,0 2-127 15,0 1-175-15,-5-1-289 0,2 2-265 0,-4 2-229 16,0-1 36-16,-3 3 372 0</inkml:trace>
  <inkml:trace contextRef="#ctx0" brushRef="#br0" timeOffset="138802.18">24162 8391 15 0,'8'8'333'15,"-2"0"219"-15,1-4 168 0,2 0 63 0,-1-3-343 16,3-1-209-16,1 0-105 0,3-3-52 0,2-1-44 15,-1 0-72-15,3-3-110 0,-1-2-266 16,2 2-191-16,-1-2-94 0,0 1 34 16,1-3 184-16</inkml:trace>
  <inkml:trace contextRef="#ctx0" brushRef="#br0" timeOffset="138971.1">24748 8322 5 0,'8'7'342'0,"-1"0"245"0,-1-1 187 15,2-2 136-15,0-1-269 0,-2 1-226 0,4-3-118 16,1-1-63-16,1-1-42 0,1-3-76 0,3 0-57 16,1-3-33-16,1 0-16 0,-3 1-10 15,1-3-8-15,1 1-20 0,-4 2-66 0,0-2-106 16,-5 2-161-16,-3 1-275 0,-1 2-207 0,-4 1-99 16,-1 2 135-16,-2 2 296 0</inkml:trace>
  <inkml:trace contextRef="#ctx0" brushRef="#br0" timeOffset="139488.78">23446 10278 209 0,'7'3'532'0,"-2"1"233"0,3-4 97 16,3-4-178-16,3 1-303 0,3-3-186 15,3 0-91-15,2-2-47 0,2 1-23 0,3 1-15 16,1-1-21-16,1-2-67 0,-1 3-114 0,-1 1-293 16,0-2-202-16,-1 4-122 0,-3 0 15 15,-1-1 213-15</inkml:trace>
  <inkml:trace contextRef="#ctx0" brushRef="#br0" timeOffset="139808.78">24135 10331 4 0,'6'11'417'16,"2"-4"344"-16,-3 0 214 0,3-3 11 0,0-2-321 16,0-4-288-16,3 0-188 0,3-4-89 15,2 0-44-15,1-2-50 0,4-1-76 0,-2 0-89 16,4-3-92-16,3 1-83 0,0-3-77 0,1 2-33 15,3-1 11-15,0 0 56 0,-1 2 79 16,0-2 87-16,-2 1 77 0,-2 4 73 0,-2 1 74 16,-1-1 64-16,-4 3 42 0,-1 1 9 15,-2 2 3-15,-3 1-1 0,-4 1-2 0,-2 1-1 16,1 1-6-16,-2 2-3 0,-4 0-4 0,2 0-28 16,-1 4-22-16,-2-2-24 0,0 0-14 15,0 2-9-15,0-4-13 0,0 1 1 0,0 0-3 16,0-1-2-16,1-1 0 0,1 0-13 15,-1-1-6-15,3 0-28 0,-1-2-32 0,2-2-68 16,-2 0-170-16,2-1-176 0,2 0-65 0,1 2 43 16,0-5 123-16</inkml:trace>
  <inkml:trace contextRef="#ctx0" brushRef="#br0" timeOffset="140872.74">26491 7461 33 0,'-2'4'367'0,"-2"-1"247"16,-5 0 193-16,-1 1 87 0,0 3-321 15,-3 4-182-15,-2 3-99 0,0 3-42 0,-4 9-42 16,1 3-51-16,0 7-28 0,-2 6 9 16,0 2 1-16,0 4-17 0,0 3-6 0,3-2-7 15,4 4-19-15,1-5-43 0,7-4-22 0,2 0-14 16,6-5-5-16,4-1-3 0,3-5-13 16,2-4-45-16,1-3-85 0,2-6-117 0,1-2-164 15,5-7-297-15,0 0-247 0,1-6-131 0,0-4 123 16,1-6 344-16</inkml:trace>
  <inkml:trace contextRef="#ctx0" brushRef="#br0" timeOffset="141197.03">27142 7438 127 0,'14'1'372'0,"-2"-1"179"0,3 2 162 0,0 2-87 16,0 2-159-16,1 4-86 0,3 2 25 0,-1 3 2 16,1 5-15-16,1 0-43 0,-2 5-65 15,0 1-47-15,-3 3-66 0,0 4-45 0,-3 1-47 16,-4 3-28-16,-1 3-13 0,-4 0-8 15,-3 1-10-15,-4 1-11 0,-4-1-3 0,-2-1-7 16,-1 2-1-16,-4-4-10 0,-1 1-25 16,-2-2-87-16,0-3-132 0,0-1-206 0,-1-3-284 15,1 2-267-15,-2-4-202 0,0 1 126 16,0-1 413-16</inkml:trace>
  <inkml:trace contextRef="#ctx0" brushRef="#br0" timeOffset="141889.73">26295 9661 72 0,'-7'-4'341'0,"-2"4"188"0,0 0 192 0,-3 8 27 16,-2 2-196-16,1 4-79 0,1 5-43 0,-1 2-29 16,4 5-59-16,-4 3-64 0,5 1-59 0,0 0-56 15,3 2-36-15,-1 1-28 0,3 2-23 16,3-4-23-16,2 2-18 0,1-2-11 0,5-2-11 16,0 1-5-16,1-5-9 0,7 2-27 15,-2-5-70-15,3 0-114 0,0-5-145 16,1 1-296-16,3-1-266 0,-4-2-207 0,4-1 16 15,-2-4 321-15,1-4 392 0</inkml:trace>
  <inkml:trace contextRef="#ctx0" brushRef="#br0" timeOffset="142192.71">27315 9604 66 0,'12'-9'657'0,"1"0"479"16,-5 1 132-16,-2 3-135 0,1 3-365 0,-3 5-385 15,1 4-192-15,-4 5-93 0,1 5-47 16,0 5-24-16,-2 1-13 0,-4 7-9 0,3 2-2 16,-7 3-6-16,2 2 0 0,-2 3-2 15,0 2 3-15,-5 0 5 0,1 1 1 0,-2 3 5 16,-1 2 0-16,-2 0 2 0,1 0-5 15,-3 3-3-15,1-2-5 0,0 2-5 0,-3-4-22 16,-1 2-90-16,-2 0-153 0,-1-3-251 0,-2 1-273 16,0-3-267-16,2 0-186 0,-5-1 188 15,1-3 481-15</inkml:trace>
  <inkml:trace contextRef="#ctx0" brushRef="#br0" timeOffset="152551.1">931 12883 121 0,'5'-3'336'0,"-5"3"177"0,0 0 160 16,0 0-125-16,0 0-102 0,0 0-43 0,0 0-39 16,0 0-41-16,4-2-33 0,1-2-4 15,0 2-18-15,1-1-28 0,1-2-20 16,-3 2-9-16,4-1-13 0,-2-4-29 0,1 4-14 15,1-1-17-15,2 2 11 0,2-3-7 16,-1 1-10-16,3 0-18 0,0 1-5 0,2-2-6 16,0 1-21-16,0 0-13 0,-2 2-13 0,3 0-8 15,-2 2-19-15,-1 1-10 0,-3 0-7 16,1 1-2-16,-2 2 4 0,-2 0 7 16,0 4 8-16,-2 2 9 0,-1 2 8 0,-2 2 3 15,-3 6-4-15,-3 1-1 0,-1 3-7 16,-3 2-9-16,1 3-6 0,-4 3-7 0,2 1-3 15,-3 2-4-15,0 0-2 0,1-2 0 16,1 0-2-16,-1-2 1 0,1 1-1 0,4-6-2 16,-4-3 0-16,4-3-2 0,2 0-1 15,0-7 0-15,1 0-3 0,0-2 1 0,1 0-3 16,2-3 2-16,1-3 0 0,0 4 2 16,1-5 2-16,0 0 0 0,2 0 0 0,0-1 5 15,2-1 4-15,1-1 1 0,0-1 0 16,-1-1 0-16,5-1-1 0,-2-2-10 0,-1 1-20 15,2-2-69-15,-1 0-73 0,-1-1-145 0,4 1-224 16,-5 2-312-16,3-1-357 0,-3 2-241 16,-5 0-55-16,-2 0 531 0</inkml:trace>
  <inkml:trace contextRef="#ctx0" brushRef="#br0" timeOffset="152783.79">1625 13230 186 0,'0'15'1084'0,"0"-1"574"0,1-1-123 0,-2-4-322 15,1-2-432-15,-2 0-344 0,2-3-222 0,-1 0-98 16,1-2-51-16,0 1-34 0,0-2-23 0,1-1-13 16,-1 2 0-16,2-2 2 0,-1-2 1 0,1 2 1 15,3-3 0-15,0 2 1 0,-1-5-20 0,4 4-65 16,-3-4-67-16,0 1-129 0,-2 2-199 0,0-2-318 15,0 2-332-15,2 0-245 0,1 0-101 16,-3 2 426-16,-3 1 596 0</inkml:trace>
  <inkml:trace contextRef="#ctx0" brushRef="#br0" timeOffset="166423.24">15776 9284 18 0,'-2'2'337'0,"1"0"230"0,-1-1 174 16,0-1 57-16,2 2-350 0,0-1-207 0,2 1-110 16,3 1-62-16,0-2-33 0,2 1-10 15,3-1-5-15,1 2-6 0,3-1 3 0,-1-2-7 16,4 2 0-16,-1-1-3 0,5-1-4 0,-1-1-30 15,-1 1-44-15,3-2-51 0,0 0-59 16,1 2-80-16,0 0-167 0,-1 0-164 0,2-1-38 16,-3 1 74-16,1-2 147 0</inkml:trace>
  <inkml:trace contextRef="#ctx0" brushRef="#br0" timeOffset="166597.79">16493 9278 276 0,'8'5'494'15,"-1"-2"169"-15,-4 2 79 0,2 1-299 0,-2-5-205 16,-1 2-107-16,2-1-66 0,-2-1-32 0,2 1-19 16,1 1-1-16,3 0-7 0,5-3-14 15,-2 0-28-15,3 0-38 0,5-3-59 0,1-2-104 16,1 2-236-16,3-1-124 0,0-4-10 0,-1 3 101 16,4-1 162-16</inkml:trace>
  <inkml:trace contextRef="#ctx0" brushRef="#br0" timeOffset="166780.67">17197 9245 323 0,'8'3'556'0,"-3"-2"181"16,0 1 63-16,-1-1-318 0,1-1-227 0,3-1-120 16,-2-2-75-16,4 0-36 0,-1-1-18 0,4 1-27 15,-2-3-26-15,0 2-33 0,3-1-31 16,-1 2-51-16,-1 0-69 0,1 0-146 0,0 0-170 15,-5 1-53-15,0 1 51 0,0-2 139 16</inkml:trace>
  <inkml:trace contextRef="#ctx0" brushRef="#br0" timeOffset="167459.78">15411 10612 257 0,'14'2'495'0,"-3"2"184"16,0-1 86-16,-3 0-284 0,1 1-210 0,1-2-114 15,2 0-78-15,0 1-40 0,3-3-25 16,1 1-10-16,1-1-8 0,3-1-10 0,2 1-29 16,-2-2-41-16,5 1-58 0,-2-1-80 15,2 2-189-15,-1 0-169 0,1 0-41 0,-3 2 77 16,2-2 158-16</inkml:trace>
  <inkml:trace contextRef="#ctx0" brushRef="#br0" timeOffset="167766.84">16302 10633 236 0,'18'2'453'0,"-4"-1"166"0,0 0 91 16,-3-1-273-16,2 2-173 0,-4 0-103 15,1-2-58-15,2 0-34 0,-1 0-14 0,2-4-16 16,1 3-21-16,2-3-11 0,3-2-5 16,2-1 0-16,-1 2-2 0,4-3-20 0,1 1-26 15,0-1-36-15,2 1-39 0,-1 1-42 0,1-1-25 16,1 0 9-16,-1 2 23 0,1 0 36 15,1 1 44-15,-1 1 38 0,-1 1 38 0,-2-1 32 16,-1 2 23-16,0-1 21 0,0 2 20 16,-2 2 25-16,-5-1 22 0,2 2 10 0,-1-1 20 15,-1-1 21-15,-3 2 5 0,0-1-10 0,-1-1-22 16,1 3-26-16,-1-3-35 0,-2 1-33 16,2-1-32-16,-2 4-17 0,1-4-13 0,-2 1-5 15,1-1-7-15,0-1-48 0,-2 0-80 16,0 0-141-16,-3 0-275 0,0-1-192 0,-3 1-93 15,0-2 90-15,-1 1 244 0</inkml:trace>
  <inkml:trace contextRef="#ctx0" brushRef="#br0" timeOffset="184480.98">4533 13291 75 0,'1'-2'306'0,"1"2"165"0,1 0 152 0,-1 0-100 16,-1-1-122-16,2 1-74 0,-1 0-35 16,-1-2-11-16,-1 2 6 0,0 0 3 0,2 0 6 15,-1 0 267-15,-1 0-316 16,0 0-32-16,2 0-40 0,-2 0-36 0,0 0-23 15,0 0-20-15,0 0-18 0,0 0-9 0,0 2-2 16,0-2-1-16,0 0-11 0,2 1-9 16,-2-1-6-16,0 0-14 0,1 2-8 0,-1-2-4 15,0 3-5-15,2 1 15 0,-1-1 8 0,1 4 11 16,0 0 1-16,-1-1 1 0,1 4 18 16,-1 0 6-16,1 4 0 0,0-1 1 0,-1 2 0 15,2 2 17-15,-3 3-8 0,2 0-14 0,-1 4-7 16,-1-1-5-16,0 1-1 0,0 3-14 15,0 3-5-15,-1 0-5 0,1 2-3 0,-2-1-1 16,2 3-3-16,-3 1-6 0,2 1-3 16,1 3 2-16,-2-1 0 0,2 3-1 0,0-1 0 15,0 3 0-15,0 3-1 0,2-1 3 0,-2 2 4 16,1 1 2-16,-1 1 2 0,0 3 1 16,0-3 0-16,0 0-4 0,0 3-11 0,0 0 0 15,0-1-2-15,0 0-2 0,0 1-1 16,0-1-1-16,0 1 4 0,0-1-3 0,0 2 0 15,0-2 1-15,-1 2 1 0,-1 2 1 0,-1-2 1 16,1 3-5-16,-1-2-3 0,0 1-4 0,-2 1-3 16,2 0-1-16,0 1 3 0,-2 1 8 15,0 1 3-15,2 1 1 0,0-1 2 0,0 3 1 16,1 1-10-16,-1 3-4 0,1-2-1 16,1 2-2-16,1-2-2 0,0 1 0 0,0-1 5 15,1-2 0-15,1-4 8 0,1-1 2 0,-1-6 2 16,1-1 0-16,0-3 1 0,0-5-1 15,1-4-6-15,0-5-2 0,-2 0-1 0,-1-9-2 16,2-3 0-16,-3-2 0 0,2-6-3 0,-2-1-6 16,0-4-7-16,0-1-9 0,0-1-16 15,-2-2-32-15,1-4-56 0,-2 0-55 0,-2-2-94 16,-1-4-151-16,1-2-247 0,-1 1-288 0,-1-7-241 16,2 0-194-16,-4-5 157 0,1-4 528 15</inkml:trace>
  <inkml:trace contextRef="#ctx0" brushRef="#br0" timeOffset="185694.38">4308 13332 277 0,'2'5'597'0,"-1"-1"286"0,-1 1 152 15,0-2-229-15,2-1-205 0,-2-1-142 0,0 2-105 16,0-1-81-16,1-2-72 0,-1 0-58 0,2-2-39 16,-2 2-30-16,0-3-21 0,2 3 14 15,1-3 38-15,0-1 22 0,3-4 13 0,-1-1 3 16,1-4 20-16,2-1-12 0,0-2-36 0,1-3-24 16,1-1-20-16,1 0-11 0,0 0-23 15,0-2-13-15,3-1-8 0,-4 1-4 0,3 1-3 16,-1-1-3-16,-1 4-1 0,-1-2-1 0,2 1-1 15,-2 5 4-15,2-3 3 0,-4 5 2 16,0 1 0-16,0 0 2 0,2 3 0 16,-4 2-6-16,0 2 4 0,2 1 2 0,2 3 5 15,-2 1 1-15,0 1 4 0,1 6 3 0,0-3-4 16,1 6 2-16,-2 0-1 0,3 5-1 0,-3-4-3 16,0 7-2-16,0-2-3 0,-1 1-4 15,0 0-4-15,-1 2-2 0,1 0-2 0,-2 0-2 16,1-1-1-16,-2-1-2 0,1 0 1 15,-2-1-2-15,2-1-2 0,-2 2-12 0,1-6-43 16,0 2-77-16,-4 0-114 0,3-3-201 0,-3 1-303 16,0-1-350-16,0 3-332 0,0-2-131 0,0 0 360 15,0 2 691-15</inkml:trace>
  <inkml:trace contextRef="#ctx0" brushRef="#br0" timeOffset="187263.19">4161 16629 151 0,'0'2'389'0,"-2"0"203"0,2-2 154 16,0 0-180-16,0 0-177 0,2-2-113 0,-2 2-74 16,3-2-1-16,0 2-16 0,2-2-16 15,1 0 38-15,2 1 30 0,2-2 0 0,1 0-5 16,0 0-14-16,2 1-9 0,2 0-38 15,0 0-28-15,4 1-15 0,-1 0-43 0,3-1-8 16,3 1 5-16,-1-1-7 0,4-2-9 0,0 2-9 16,2 1-5-16,1-3-20 0,4 2-17 15,-2 2-7-15,3-2-2 0,-2 2 1 0,4-2 1 16,-1 2 6-16,2-1-4 0,3 1 4 0,0 1 0 16,2-1 11-16,4 2 35 0,-1-2 13 15,5 2 6-15,-1 0-1 0,-1 2-3 0,3-1-14 16,2 1-33-16,-3-1-15 0,4 0-8 0,-1 0-1 15,1 1-1-15,0-1 2 0,-1 0 3 0,3 0-2 16,2 0 5-16,1-3-3 0,0 1 2 16,0-1-3-16,0-1 1 0,0 1-6 15,0-2-4-15,0 1-3 0,-1-2-3 0,-4 1 3 16,2 1 0-16,-2-1 4 0,-1 1 5 0,1 1 3 16,-1 0 1-16,0 0-1 0,1 0 1 15,-1 1-2-15,-2 1-3 0,2-1-3 0,-2 4-2 16,-1-2 0-16,1-1-4 0,-2 2 1 15,1-1-1-15,-2 2 0 0,3-1 7 0,-2-1 1 16,0-1 1-16,2 1 3 0,-1-1 2 0,1-1-1 16,3-1-2-16,2 2-1 0,-3-2 1 15,3 0-2-15,1-2-1 0,-1 2-2 0,2-1-3 16,-3 1-4-16,3 0-1 0,-2-2 1 0,0 2 3 16,2 0 1-16,-1-2 4 0,2 2 4 0,0-1 0 15,2-1 0-15,-2 1 1 0,2 1-3 16,-1-2-1-16,-1 1-1 0,0-2-3 0,-3 3-2 15,2 0 0-15,-4 0 3 0,1 0 1 0,0 3 1 16,-2-2 5-16,-1 1 2 0,0 1-3 16,1-2 2-16,-1 3 0 0,0-1-4 0,-3 0-2 15,2 1-1-15,-4 1 0 0,1-2-4 0,-1 0 0 16,-1 2 0-16,-1-1-2 0,1-1 2 0,-2 2 2 16,0-2 3-16,-3-1-1 0,1 1 2 15,0 0 0-15,-1 1 3 0,0-1 29 0,1 0 15 16,1 1 9-16,-3-1-1 0,1-2 2 0,0 4-2 15,-4-4-25-15,0 1-16 0,0-1-9 16,-2 1-3-16,2-2 0 0,-3 1-4 0,1-1 0 16,1-1-1-16,-2 1 0 0,1-2 0 0,-2 1 1 15,1-2 0-15,-3 0 4 0,1 0-1 16,0 0-1-16,-1 1 3 0,-2-1 0 0,0 0-2 16,0 0-1-16,-3-2 1 0,1 4 0 0,-1-2-1 15,-4 1-1-15,0-1 0 0,-2 1 0 16,-4 1-1-16,-1-1 0 0,-5 1 1 0,0 1 3 15,-5-2 2-15,1 2 14 0,-4 0 12 0,0-3 7 16,-1 3 6-16,-1 0 3 0,-1 0-1 16,0 0-11-16,0 0-10 0,-1 0-8 0,-1 0-7 15,-1 0-5-15,1 0-3 0,-1 0-3 16,0 0-1-16,0 0-3 0,0 0-6 0,1 0-12 16,-4 0-19-16,4-1-49 0,-2 1-65 15,-1 0-67-15,0-2-113 0,-1 1-162 0,-2-1-250 16,3 1-260-16,0-3-212 0,2 3-148 0,0-4 240 15,-2-1 504-15</inkml:trace>
  <inkml:trace contextRef="#ctx0" brushRef="#br0" timeOffset="187633.35">10803 16506 347 0,'-2'-4'667'0,"1"0"296"0,1-2 80 0,0 2-310 15,1 2-194-15,-1-1-132 0,2 0-99 0,1 1-78 16,2 1-51-16,0-2-20 0,6 1-13 16,-2 1-28-16,4-1-17 0,4 1-18 0,-1 1-9 15,3 0-19-15,2 0 21 0,-1 1 20 16,2 1 5-16,2 1 0 0,-3 1-3 0,4 1-4 16,-3 0-35-16,0 1 1 15,-3 3-5-15,2-1 2 0,-4 3 8 0,1-2 6 0,-3 2 2 16,-2-2-15-16,-2 5-6 0,-2-3 2 0,-2 2-3 15,-4 2 2-15,0-4 3 0,-3 2 0 16,-3 0 0-16,-2 2-4 0,-3 0-7 0,-4 1-4 16,1-2-7-16,-5 1-7 0,2-1-6 0,-4 0-4 15,2 0-3-15,-4 0-5 0,2-2-2 16,-2 0-4-16,1-2-2 0,1 1-2 0,0-3-3 16,2 1-9-16,0-4-15 0,2 2-27 0,1 1-72 15,2-3-85-15,3 1-161 0,-3-2-280 0,5 2-328 16,1-2-372-16,3 0-228 0,2-1 92 0,2 0 677 15</inkml:trace>
  <inkml:trace contextRef="#ctx0" brushRef="#br0" timeOffset="188566.22">10784 17445 157 0,'5'-4'473'0,"1"0"336"0,-3 2 250 0,0-2-136 16,-1 2-219-16,0 1-161 0,-2 1-127 0,0 0-114 15,-2 0-94-15,2 1-67 0,-2 1-35 0,2 2-7 16,-1 1 9-16,-1 1 18 0,-1 3 20 16,0-1 17-16,0 1 2 0,2 3-13 0,-3 1-23 15,1-1-28-15,1 1-28 0,-1-1-20 0,0 1-16 16,1 4-9-16,-1-1-4 0,2 0-3 15,-1 3 5-15,-1 1-2 0,0 0-8 0,2 3-6 0,-1 0-3 16,0-2-2-16,2 4-6 0,2-4-5 16,-2 1 4-16,3-2 2 0,0-2 0 0,3 0-1 15,-1-3 1-15,1 1 0 0,-1-4 0 16,3 0-2-16,1-2 3 0,-1-2-2 0,2-1 0 16,2-1 1-16,-2-1 1 0,3-2-1 0,1-3 0 15,0 0 2-15,2-2 0 0,0-1-2 0,1-3 2 16,2 2-1-16,-3-3 0 0,3-2 2 0,-3 1-3 15,3 1-4-15,-3-2-16 0,-1-1-33 16,0 0-64-16,-1 2-56 0,-3-1-88 0,-3-2-147 16,1 2-192-16,-4 0-287 0,0 2-216 0,-4-1-208 15,1 3 55-15,-4 1 448 0</inkml:trace>
  <inkml:trace contextRef="#ctx0" brushRef="#br0" timeOffset="188835.93">10707 17671 73 0,'4'-1'595'0,"1"2"451"0,0-1 179 0,0-1-82 15,0 1-373-15,2-3-272 0,1 0-173 0,0-2-96 16,5 2-53-16,-1 0-32 0,4-1-15 15,-2 0-27-15,4 0-19 0,-1-1-11 0,2 2-10 16,-1 1-12-16,2 0-24 0,1 1-11 0,-1 0-5 16,-1 1-35-16,0 1-55 0,-1 0-75 15,0 3-160-15,-3-2-254 0,2 1-308 0,-1 3-287 16,3-2-208-16,1-1 83 0,-2 1 562 0</inkml:trace>
  <inkml:trace contextRef="#ctx0" brushRef="#br0" timeOffset="191593.32">2646 12984 140 0,'-1'-2'384'15,"-1"-2"210"-15,-1 0 202 0,1 3-71 0,1-1-107 16,-1-2-78-16,-1 3-55 0,3 0-49 0,-1 1-72 16,1 0-78-16,0-1-66 0,0 1-32 0,0 0-20 15,0 0-13-15,0 0-16 0,0-2-15 16,0 2-11-16,0 0-23 0,0 0-9 0,1 0-14 15,-1 0-10-15,0 0 1 0,0 0-1 0,0 0-1 16,0 0-12-16,0 0-3 0,0 0 0 0,0 0-5 16,0 0-8-16,0 0-5 0,0 0-1 0,0 0-5 15,3 0-3-15,-3 0-3 0,0 0 1 0,0 0 2 16,0 0-1-16,0 2-1 0,0-2-1 16,0 0-2-16,0 1-2 0,0-1-2 0,0 0 0 15,0 1 1-15,0-1 1 0,0 1 1 0,0 1 0 16,0 2 1-16,0 1 1 0,0 2 3 0,-3 1 2 15,2 3 0-15,-1 0 0 0,-1 2-1 16,1 3-1-16,-1-2-5 0,-2 3-2 0,2-1-2 16,-2 0-2-16,2-2 1 0,-1-2-1 0,-1-1 2 15,3-2 4-15,-1-1 4 0,0-1 5 0,1-2 6 16,-1 0 2-16,0-2 1 0,0-2-3 16,-3 1-5-16,1-2-4 0,-2-2-7 0,1 1-3 15,-1-4-3-15,-2 1-2 0,1-4 0 0,0-2-2 16,0 3 1-16,-1-6 0 0,1 1 1 0,3 0 0 15,-3 0-1-15,1-1 1 0,2-1-1 16,0 2 0-16,2 0 1 0,0 0-1 0,-1 1 1 16,3-2-1-16,-1 4 1 0,2-4-2 0,0 4 0 15,0-4 1-15,2 2 0 0,-2 0 0 0,3-1 1 16,-1 1-1-16,1-2 0 0,0 2 1 16,2 1-1-16,0-1 1 0,1 0 1 0,-3 3 0 15,3-1 0-15,-1 1-1 0,0 2-1 0,0-1 1 16,2 2-1-16,-2 2-1 0,2-2 1 0,-1 1 0 15,-1 2 0-15,4 1 0 0,-3-1-1 0,-1 1 3 16,3 1-1-16,-1 0 0 0,2 1 1 0,-1 2 0 16,0 0 1-16,1 2 0 0,2-1 0 15,-3 3 1-15,3-3 0 0,0 4-1 0,-1 0 0 16,4-2 0-16,-3 1 0 0,-1 1 0 16,4 0 0-16,-3-2 0 0,3 0 0 0,-3-1 1 15,2 1-2-15,-1-2 1 0,0 0-1 0,0-1 0 16,-1-2 0-16,-1-1 0 0,2 0 1 0,-2 0-1 15,1-1 0-15,0-2 1 0,0-2 5 0,-1-4 2 16,2-1 2-16,-1 0 1 0,-1-1-1 16,2-3 0-16,-2 2-7 0,-2-4-5 0,3 3-15 15,-3 0-30-15,-2 1-76 0,-3 0-88 0,-1 2-169 16,-2 3-285-16,0-2-331 0,-2 1-364 0,1 8-193 16,-4-3 139-16,0 3 680 0</inkml:trace>
  <inkml:trace contextRef="#ctx0" brushRef="#br0" timeOffset="192384.26">3325 12653 154 0,'0'8'374'0,"0"1"185"0,1-1 156 15,-1 2-180-15,2-2-168 0,-1 0-108 16,1 2-60-16,1-7-62 0,0 5-55 0,3-4-42 16,-3 2-16-16,1-4-12 0,1 0 43 0,-1 0 84 15,1 0 102-15,0-4 70 0,1 0 36 0,0 0 8 16,-4-3-39-16,3-1-46 0,-2-1-45 15,0 2-8-15,-1-3 13 0,1 1 7 0,-3 3-9 16,0-3-24-16,0 2-39 0,-3 0-44 0,1 2-41 16,1 0-34-16,-4 1-20 0,3-2-13 0,-3 4-3 15,2 0-6-15,-2 4-4 0,-1-1-2 0,3 2-2 16,-3 1-2-16,3 3-7 0,-1 2-24 16,1 0-52-16,0 0-53 0,0 2-58 0,0 2-117 15,0-3-154-15,3 3-201 0,-2-1-242 0,2 2-229 16,2 1-158-16,1 0 201 0,1-2 445 0</inkml:trace>
  <inkml:trace contextRef="#ctx0" brushRef="#br0" timeOffset="192700.6">3598 13090 264 0,'3'3'725'0,"-3"0"347"15,2-1 72-15,-2-1-267 0,3-1-291 16,-3 2-246-16,3-1-147 0,-1 2-87 0,0-1-51 16,1-1-28-16,1 1-13 0,-1-1-9 0,2-1-2 15,-2 0 0-15,2 0 20 0,0-1 21 0,1-1 12 16,0 1 13-16,-1-4 13 0,-2 1 30 16,2-1 22-16,-2-1 20 0,2-2 21 0,-5 4 13 15,2-4 1-15,-2 0-26 0,0 0-30 0,-2 2-31 16,2-1-31-16,-3 0-24 0,-2 1-19 0,2-1-10 15,0 2-8-15,-2 0-6 0,0 2-6 0,-1 2-23 16,1-1-45-16,-1 2-52 0,-1 2-43 16,1 1-53-16,-1-1-93 0,0 4-130 0,-1-3-123 15,0 4-240-15,0-3-242 0,2 3-182 0,0-2 79 16,-1 1 413-16</inkml:trace>
  <inkml:trace contextRef="#ctx0" brushRef="#br0" timeOffset="193019.52">3326 13184 146 0,'2'2'375'0,"-1"-2"168"0,3 0 157 0,-1 0-119 15,3-4-97-15,-2 0-25 0,3-1 3 0,1-4-1 16,2-1-33-16,0-2-59 0,2 1-62 0,0-4-64 16,1-3-45-16,1-1-35 0,0-2-24 15,1-2-21-15,2-4-17 0,-1 3-24 0,1-6-15 16,2 1-21-16,-1-2-18 0,0 1-11 0,0-2-9 16,-1 3-3-16,-1 0-6 0,1 0 6 15,-1 1-21-15,-2 1-33 0,-2 3-45 0,0 0-107 16,-4 3-156-16,-3 1-270 0,1 1-278 0,0 4-248 15,-4-1-150-15,1 1 253 0,-3 3 487 0</inkml:trace>
  <inkml:trace contextRef="#ctx0" brushRef="#br0" timeOffset="201841.17">4928 16082 156 0,'-2'0'273'0,"2"0"105"16,0 0-33-16,-1 0-96 0,-1 0-63 0,2-3-36 16,0 3-22-16,0 0-22 0,0 0-14 15,0-1 0-15,0 1-8 0,0 0-7 0,0-2-9 16,0 1-1-16,0 1 1 0,0-4 4 0,0 2 3 16,2 0 23-16,-1 0 14 0,-1 1 12 15,0-4 13-15,2 2 0 0,-2 0-7 0,0-1-19 16,3 2-22-16,-3-3-12 0,3-1 15 15,-1-1 8-15,-1 1 4 0,3-1 1 0,0-1 22 16,-1 0 5-16,0-1-30 0,1 0-27 0,-1-2-14 16,2 0-10-16,-2-1-24 0,2 1-12 15,-1-1-6-15,1-2-3 0,1 1 0 0,-1 0 0 16,0-1 2-16,0 1-19 0,2 0-15 16,-2 0-3-16,0-2-6 0,1 1 37 0,1 1 24 15,0-2 29-15,0 1 17 0,-1 3 10 16,1-3 1-16,-1 0-31 0,0 2-24 0,0 0-12 15,-1-2-6-15,2 3-3 0,-1-1-3 0,0 1 0 16,0-1-3-16,1 1 0 0,-1-1-2 16,1 1 1-16,0-2-3 0,0 1 0 0,-1 1 0 15,1-2 3-15,0 2 0 0,-1-2 2 0,1 2-2 16,-1-2 6-16,2 4 0 0,-2-1-2 16,1 0-3-16,-1 0 0 0,1 0 3 0,-1 0-7 15,3-1 1-15,-1 0 1 0,0 0 1 16,1-1 18-16,1 0 8 0,0-1 5 0,0 0 3 15,0-1 2-15,0 0-1 0,2-2-15 0,-1 3-8 16,-1-1-4-16,2-3-3 0,-2 4-3 16,1 1-1-16,1-2-1 0,0 0 1 0,-3 3-2 15,2-1 0-15,0 1-3 0,-1 0 1 16,-1 2 1-16,1-2-5 0,-2 2 0 0,1 0 0 16,-1 1 1-16,2 2 0 0,0-2-1 0,-2 2 4 15,0 0 0-15,2-2-1 0,-1 2 2 16,-1 0 1-16,2-2 0 0,-1 0 1 0,1 2 0 15,-1-3 4-15,1 0 3 0,-1 1 1 0,2-2-1 16,-1 1 1-16,2-2 1 0,-2 2-2 16,2-2-1-16,0 2 2 0,-1-3-1 0,1 0 0 15,1 2-2-15,-2 1-2 0,2-2-1 0,-2 2-2 16,1-2 0-16,-1 3-2 0,1-2-1 16,0 2 3-16,-1-1 0 0,2 1 0 0,-2 0-2 15,0-1 4-15,0 1 0 0,2-2-2 16,-2 1-1-16,1 2 1 0,0-2-1 0,0 1-1 15,-1-2 0-15,0 2 1 0,3-1 1 0,-4 0 2 16,1 4 1-16,0-5-2 0,0 2 0 16,-1 2 0-16,-1 0 0 0,2 0 0 0,-3 1-1 15,1-2-1-15,1 3 0 0,-2 0 0 16,1 0 0-16,-1 1-2 0,0 0 2 0,0-1 1 16,2 1 1-16,-2 0 2 0,1-1-3 15,-1 3 0-15,3-2 0 0,-1-3 0 0,-1 3 0 16,2 0 2-16,-1-2-2 0,-1 0 0 0,4-1-1 15,-4 2 0-15,1 1 2 0,1-2-2 16,-2 0 1-16,-1 1 0 0,1 1 1 0,0-2 0 16,-1 2-1-16,-2-2 0 0,3 1 0 0,-1 1 0 15,0-2 0-15,0 1-2 0,1 0-2 0,-1-2 1 16,2 3-4-16,-1-2 7 0,-1 1-2 16,2-2 2-16,1 1 0 0,-2 0 2 15,-1 1 1-15,0-1 0 0,3-1-3 0,-3 1 2 16,0 1-1-16,3-1 1 0,-3-2 1 0,3 1 0 15,-2 2 5-15,1-1-4 0,1-1-1 16,0-1-2-16,-1 3 0 0,-1-1-1 0,2 0 0 16,0 0-1-16,-1 0 2 0,2 0-2 15,-2-1 1-15,1 0 0 0,1 2 0 0,0-4 3 16,-1 3-2-16,1-1 1 0,-2 1 0 0,2-1 0 16,-2 3-4-16,1-2 2 0,0 2 2 0,0-1 0 15,-1-1-4-15,2 1 2 0,-2 1 1 16,1-2-1-16,1 2 0 0,1-3 0 15,0 1 0-15,-2 0 2 0,2 1-1 0,-1-2-2 16,1 1 3-16,1-1-2 0,0 0 1 0,0-2-2 16,1 1-1-16,-1 2 0 0,2-4-5 0,1 1 1 15,-1-1-1-15,1 0 3 0,-1 2-1 16,3-2-2-16,-3 1 2 0,1-1 0 0,-1-1-2 16,2 2 0-16,-4-1 0 0,3 2 1 0,-2-3-1 15,0 2 0-15,0 0 1 0,0 1 1 16,1 1 3-16,-2 0 1 0,-1-2 2 0,3 2 4 15,-5 0-1-15,3 0 3 0,-1 1-1 0,-2 0 0 16,1 1-1-16,-2-1-1 0,1 2 0 16,-2 0-2-16,1 0 3 0,-2 1-2 0,1-1 2 15,-1 2-2-15,2-4 2 0,-2 4 0 16,1-1-2-16,-1 1 3 0,0-1-3 0,3 1 3 16,-1-3 1-16,1 3 0 0,1-2-4 0,1 0 3 15,1-2-4-15,0 1 2 0,2 0-3 16,0 1 1-16,1-1-1 0,1-2 3 0,2 3 0 15,2-3 2-15,1 1-2 0,0-1 1 16,1-1-3-16,1 1-1 0,-1-1 0 0,0 0-1 16,1 3-2-16,-1-3 0 0,-1 1 0 0,0 3-3 15,0-2 1-15,1 1 0 0,-2-2 3 16,-3 1-3-16,2 1-4 0,-4 2 5 0,2-1-4 16,-2-1 1-16,-1 0 0 0,-2 1 1 15,-1 1 3-15,-3 1-2 0,2-3 3 0,-2 3 1 16,-2 1 3-16,1-1-2 0,-3-1 2 0,1 0-1 15,-1 0-2-15,-1 2 2 0,3-2-2 0,-4 0 1 16,3 1 0-16,-1 1 2 0,2-3 3 16,1-1 1-16,1 1 1 0,1-1 1 0,3-2 0 15,-1 1-1-15,1 0-2 0,1-2-3 16,0 1 1-16,1-1 0 0,3 1-1 0,-3-1 1 16,1-1 1-16,1 0 0 0,-1 1-1 15,2-1-1-15,-3 0 1 0,-2 4-2 0,0-2-1 16,-2 1 1-16,-2 0-1 0,-2 2-1 0,-1 0-4 15,-1 1 4-15,-1-1 0 0,-1 3 0 16,-2-1 0-16,1-1 0 0,0 2 3 0,-1-1-3 16,0 1 0-16,-1-2-2 0,3 2 1 0,-3-3 1 15,2 2 0-15,0 1 0 0,0-2 3 16,2 1-5-16,-2-1 4 0,0 0 0 0,1-1 1 16,-1 2-2-16,2-1-2 0,-2 1 2 15,3-4-1-15,-3 4-3 0,0-1-3 0,1 1 4 16,0-1 0-16,-2 0-2 0,1 2 3 0,0-2 0 15,-1 2-2-15,1-2 2 0,-2 2 1 16,1 0 0-16,-2 0-1 0,1 0 1 0,1 0 0 16,-2 0 0-16,0 0-31 0,0 0-51 0,0 0-87 15,-2 0-113-15,1 0-161 0,-2 0-297 16,-2 0-211-16,1 2-86 0,-1 0 150 0,-2 2 320 16</inkml:trace>
  <inkml:trace contextRef="#ctx0" brushRef="#br0" timeOffset="204647.56">9141 13499 240 0,'-1'8'455'0,"1"-4"192"0,0 3 207 0,1 0-167 16,1-1-103-16,0 2-66 0,-1 0-43 0,1-2-55 16,-1 0-104-16,1 0-95 0,0-2-77 15,-1 0-57-15,2-1-36 0,-3-1-10 0,2-1 4 16,-2-1 3-16,4 0 60 0,0 0 40 15,-3 0 40-15,2 0 9 0,1-1-13 0,0-1-10 16,-2-1-43-16,0-1-30 0,-1 2-34 16,1-1-19-16,-2 0-10 0,1 1-7 0,1 1-8 15,-2 1-5-15,0 0-5 0,0 0-5 0,0 0-4 16,-2 0-3-16,2 1-3 0,0 1-1 16,-1 1-1-16,1 2 0 0,0 1-2 0,0-2-23 15,0 2-56-15,-2 0-57 0,2-2-77 0,-1-1-147 16,-1 0-190-16,2-2-278 0,0-1-242 15,0-4-217-15,0-3-23 0,-2-5 417 0,2-2 463 16</inkml:trace>
  <inkml:trace contextRef="#ctx0" brushRef="#br0" timeOffset="205063.05">9113 12817 164 0,'3'-8'395'0,"0"4"171"0,1-3 130 15,0 0-176-15,2 1-165 0,2-1-97 0,0 0-53 16,4 1-2-16,2-1 14 0,0 1-10 16,2-1-30-16,0-1 8 0,1 5 38 0,-1-2-14 15,1 1-37-15,0 2 19 0,-1 0 7 0,-2 0-27 16,-1 4-43-16,-2-2-11 0,0 4 18 15,-3 0 13-15,-3 4 30 0,-2 4 15 16,-1 4 9-16,-4 0-6 0,-3 4-26 0,-3 2-39 16,-4 1-44-16,1 2-24 0,-2 2-23 0,-3 0-15 15,2 1-9-15,-2-1-6 0,3-3-3 0,1-1-3 16,4-3-4-16,0-2 6 0,3-4 1 0,2 0-1 16,0-2-1-16,3-3 3 0,3-1 4 15,0 0-6-15,4-4-3 0,1 1-6 0,3-3-3 16,3-2-2-16,2-2 5 0,1-3 3 15,2 1-23-15,2-4-52 0,1 0-53 0,0 1-63 16,-1-4-136-16,1 2-190 0,-2 0-298 16,-1 1-233-16,0-1-220 0,-2 3-71 0,-5-1 377 15,-3 3 497-15</inkml:trace>
  <inkml:trace contextRef="#ctx0" brushRef="#br0" timeOffset="207086.97">4861 16261 34 0,'5'-2'204'16,"0"1"91"-16,1-2 80 0,2 0-120 0,0-1-91 15,2-3-54-15,0 2-28 0,3-3 0 0,0 1-8 16,3-1-6-16,0-3-3 0,1 0-5 0,3-1-3 16,0 1-23-16,0-2 17 0,0-1 12 15,1 0 6-15,3 0 1 0,-1-3 0 16,-2 0 2-16,1 2-31 0,2-2-16 0,-1-1-9 16,0 2 21-16,1-3 11 0,-1 3 0 0,2-1 1 15,-1 0-1-15,-1 1-1 0,0-1-26 0,1 3-12 16,-1-2-1-16,0 0 3 0,0 2 0 15,1 0 2-15,0-2-20 0,0 3-17 0,1 0-8 16,3-1-10-16,-1 1-6 0,0 1 3 16,1 0 20-16,1 1 11 0,-1-1 7 0,2 2 3 15,-1 0 2-15,-2 0-6 0,3 0 4 16,-2 2 4-16,1-3 0 0,-1 2-1 0,-1-3 1 16,2 2 0-16,-1 0 1 0,0 0-1 0,-1-2 0 15,0 2 4-15,0 0 0 0,0 0-2 16,0 3 23-16,1-4 11 0,-2 4 2 0,0-3 12 15,-2 3-24-15,2 2-11 0,-1-3-28 0,0 1-17 16,2 2-6-16,0-3-8 0,0 2 19 0,1-2 12 16,2 0 3-16,-3-1 6 0,5 0 1 15,-2 1 3-15,4-1-2 0,-2 0 2 0,1-1 0 16,0 0-2-16,-3 2 2 0,2-1-2 16,-2 3 0-16,0-2 2 0,0 0 0 0,0 0 0 15,2 2 0-15,-2-1 27 0,0 0 13 0,2 0 0 16,-2-2 3-16,0 2 7 0,0-2-2 15,0 1-19-15,0 1-11 0,-1-2-22 0,1 1-20 16,-2 1-10-16,2-2-7 0,0 3-4 16,0-1-5-16,-1-2 22 0,-1 3 11 0,2 1 7 15,-2-2 8-15,1 2-6 0,-2 1 3 0,-1-2 3 16,1 2 0-16,-1 0 0 0,-1-1 0 16,2 0 2-16,-2 1 0 0,0-1 25 0,1 0 13 15,-2 1 6-15,1 1 1 0,2-3-1 16,-2 1-1-16,0 0-28 0,2 1-17 0,-1-2-9 15,-1 0-2-15,0 1-1 0,2 0 5 16,-2-2 5-16,2 0 6 0,-3 0 2 0,3-1 3 16,0 0 1-16,0-1-1 0,-1 1 1 0,1 1 1 15,2-4 4-15,-1 3-1 0,-1-1-3 0,3 0 2 16,-1 0 2-16,-1-2-5 0,2 2 1 16,-1-2-28-16,-1 0-12 0,-1 1-12 0,1 0-4 15,-1-2 20-15,0 2 14 0,0-1 28 0,0 0 55 16,0 2 29-16,-2-3 8 0,2 2-15 15,0 0-11-15,-2 0-8 0,1 0-34 0,-1 0-14 16,0 0-7-16,0 2-3 0,0-1 1 16,-2-2 7-16,2 2-6 0,2 0-22 0,-3-1-18 15,-1 1-6-15,0 0-6 0,0 2-2 0,-2-2-4 16,-2 1 21-16,0 1 13 0,-2 2 3 0,-3 0 4 16,-4 1 0-16,2 0 22 0,-4 2 70 15,-3-2 120-15,0 3 101 0,-2-1 45 16,0 2 4-16,-3 0-28 0,0 0-62 0,-3 2-94 15,0-2-78-15,0 1-47 0,0 1-24 0,-1 0-11 16,1-2-7-16,0 0-6 0,1 2-3 16,-1-2-3-16,2 2-3 0,-1-2-17 0,-2 0-59 15,2 2-108-15,-3-2-135 0,2 1-279 0,1 1-268 16,-1-1-215-16,2 1-17 0,-1-1 290 16,2-1 387-16</inkml:trace>
  <inkml:trace contextRef="#ctx0" brushRef="#br0" timeOffset="207821.09">9734 14946 159 0,'5'3'462'0,"-2"-1"270"15,-1 1 205-15,2-1-111 0,-2 0-187 0,1 0-140 16,0 1-95-16,-1-3-78 0,0 1-79 15,-1 1-70-15,2 0-60 0,-3-2-39 0,2 0-20 16,1 0-17-16,-1 0-5 0,1 0-7 16,0-2-1-16,2 2-1 0,-1-3-8 0,0 2-3 15,-1-3-9-15,0 0 1 0,0 1 0 0,1 0-1 16,-3-1 27-16,2 3 33 0,0-1 43 16,-3 1 31-16,3-1 23 0,-3 2 11 0,2-1-19 15,-2 1-27-15,0 0-34 0,-2 0-29 0,2 1-27 16,0 1-20-16,-1-2-14 0,-1 3-6 15,2-2-7-15,-3 3-1 0,2-1-20 0,-1 0-44 16,-1-1-49-16,1 2-46 0,1-1-81 16,-1-2-132-16,2 1-143 0,-2-4-181 0,2 1-234 15,2-2-221-15,0-5-36 0,-1 0 294 16,1-2 402-16</inkml:trace>
  <inkml:trace contextRef="#ctx0" brushRef="#br0" timeOffset="208249.89">9836 14236 381 0,'-2'-10'708'0,"2"3"254"0,0 0 67 0,3-3-310 0,-1 1-246 16,4 0-163-16,0-2-98 0,2 0-45 15,2 0-38-15,2-1-28 0,0 1-20 16,3-1-1-16,-2 1 2 0,4 1-12 0,-2 0-13 16,0 0-9-16,1 3-5 0,-2-2-13 15,1 6-15-15,-3 0-2 0,-1 3 1 0,-3 2 6 16,0 1 10-16,0 3 16 0,-3 1 29 16,-4 3 15-16,-1 4 5 0,-1 2 15 0,-4 1 5 0,-1 3-3 15,-2 3-17-15,-2 0 6 0,1 4 1 16,-4 0-5-16,2 2-7 0,-1-1-9 0,2-2-8 15,0 3-19-15,0-4-14 0,2-2-15 16,1 0-12-16,2-5-7 0,4-1-2 0,-1 0-4 16,2-4-3-16,3 0 3 0,2 0 3 15,0-6 0-15,5 2-3 0,2-3 3 0,3-3-1 16,3-3 1-16,4-2-2 0,2-4-15 0,3 0-68 16,0-3-83-16,3-6-162 0,-2 2-284 15,1-1-320-15,-1-3-362 0,-3 1-214 0,-2-1 113 16,-1 2 658-16</inkml:trace>
  <inkml:trace contextRef="#ctx0" brushRef="#br0" timeOffset="-211452.71">4561 17218 147 0,'0'0'345'0,"0"-2"182"15,0 0 144-15,-2 1-94 0,2 1-54 16,-1-2-21-16,1 1-17 0,0 1-21 0,-2 0-56 16,2 0-73-16,0 0-77 0,0 1-66 0,0 1-54 15,2 3-59-15,-2 1-32 0,3 6-16 16,2 0-2-16,0 4 3 0,2 4 7 0,1 2 8 16,2 4 7-16,1-3-2 0,-2 1-7 0,3-4-12 15,0 1-9-15,-2-4-13 0,1-3-8 0,1-2 2 16,-1-6-4-16,1-1 2 0,0-5 6 0,1-3 5 15,-1-4 4-15,-2-5 0 0,1-3 2 0,-2-5 5 16,-1-3-7-16,-1-5-2 0,-2-1-3 0,-1 2-3 16,-1-2-3-16,-3 1-1 0,-3-1 5 15,-1 6 2-15,-3-2-2 0,1 4-2 0,-4 1 1 16,-2 3-5-16,0 3-2 0,-2-1-4 0,3 4 1 16,-2 2-5-16,-1 4 4 0,3 1-4 0,-1 2-7 15,2 4 1-15,2 0-6 0,-1 2-15 16,3 5-23-16,1 0-15 0,0 2-26 0,2 3-78 15,-1 1-106-15,3-3-120 0,-1 5-178 0,4-3-278 16,1-3-232-16,2 1-28 0,0-4 235 0,3 1 370 16</inkml:trace>
  <inkml:trace contextRef="#ctx0" brushRef="#br0" timeOffset="-210922.77">5639 16556 296 0,'2'6'588'0,"1"-1"275"0,-1-1 156 16,4 7-248-16,-3-4-178 0,0 8-134 0,-1-4-89 15,1 3-85-15,-1 4-78 0,-1-3-64 0,2 2-49 16,-1 2-34-16,-2-1-19 0,2 0-14 15,-1 1-7-15,1-2-8 0,-2-1-4 0,1-1-5 16,1 1-3-16,2 1-6 0,-2 1-21 0,-2-2-73 16,0 1-143-16,-2-1-192 0,-4 3-288 15,3-2-268-15,-2 3-221 0,-1-3 74 0,-1 1 431 16</inkml:trace>
  <inkml:trace contextRef="#ctx0" brushRef="#br0" timeOffset="-210541.27">5456 17711 218 0,'5'-4'449'0,"1"-5"211"0,-2-1 180 0,3-3-172 15,-1-4-125-15,2-3-61 0,3 0-42 16,-1-3-47-16,1-3-68 0,1 0-70 0,-2 1-64 16,1-1-52-16,0 5-40 0,-1-1-31 0,-2 4-24 15,1 4-13-15,-3 0-12 0,-1 5-6 0,0 0 0 16,-2 3 0-16,0 4 27 0,2 0 23 16,-2 4 34-16,2 0 17 0,-2 5 5 15,-1 4-8-15,-1 1-18 0,1 4-21 0,-1 0-33 0,-1 4-23 16,-1 0-8-16,1 2 0 0,-2-1-6 0,2 2-1 15,0 1 1-15,-1-2-2 0,1 1 0 16,-2-3-24-16,2-1-39 0,0-3-40 0,0-2-53 16,0-3-87-16,2-5-137 0,-1-1-128 0,2-7-171 15,2-2-259-15,0-1-182 0,2-1 22 16,3-5 297-16,0 0 338 0</inkml:trace>
  <inkml:trace contextRef="#ctx0" brushRef="#br0" timeOffset="-210304.33">5826 17554 59 0,'12'2'273'15,"-2"4"152"-15,0-2 154 0,-2 3-50 0,1 2-110 16,-1-2-18-16,0 3-10 0,-2 0-25 0,3 0-52 16,-2-1-59-16,1-1-69 0,-2 0-12 0,5-4-8 15,-3-3-6-15,0 1 4 0,3-5 6 0,-3-1 3 16,0-5-45-16,3-2-31 0,-5-4-18 0,2-1-16 16,-1-1-17-16,-3-1-10 0,2-2 1 15,-4 2-12-15,1 1-9 0,-3 0-5 0,-2 0-1 16,-1 3 0-16,-1-1-6 0,-1 1 2 0,-1 3-2 15,-1-1-4-15,-1 0-10 0,1 4-30 0,-3-1-66 16,2 1-98-16,0 1-111 0,-1 3-130 16,4 1-203-16,0-1-255 0,2 2-113 0,3 1 77 15,0-1 256-15,2 0 294 0</inkml:trace>
  <inkml:trace contextRef="#ctx0" brushRef="#br0" timeOffset="-209718.99">7356 16730 246 0,'2'-6'519'0,"0"1"245"0,-1 2 156 0,2 0-224 0,-1 0-183 16,1 1-123-16,-1 1-78 0,-1-2-68 16,1 3-14-16,2 0-21 0,-2 3-20 0,1 0-18 15,0 0-10-15,1 5-6 0,0 1-41 0,1 3-28 16,-3 4-20-16,3 4-14 0,-1 1-15 16,-1 5-8-16,-1 1-9 0,-1 2-9 0,1 1-5 15,0 2-3-15,-1-1-2 0,-1 1-19 0,3-2-25 16,-3-1-61-16,0-5-138 0,0 0-188 0,-1-4-295 15,-1 0-268-15,2-2-234 0,-1-2 5 16,-1-4 424-16</inkml:trace>
  <inkml:trace contextRef="#ctx0" brushRef="#br0" timeOffset="-209190.81">7193 17551 18 0,'2'-2'278'0,"1"-1"173"0,0 0 163 0,-1-2 23 15,4-2-170-15,-1-1-121 0,2-1-76 16,3-1-45-16,-2 0-42 0,2-1-44 0,2 2-52 15,-2-1-51-15,1 1-34 0,2 2-20 0,-4 0-11 16,2 3-6-16,-3-2-5 0,0 4 73 0,2 1 71 16,-3 2 58-16,1 1 47 0,-3 4 23 15,0 2 14-15,-2-1-33 0,-3 5-42 16,0 2-41-16,0-1-39 0,-3 2-22 0,1 2-21 0,-1-2-17 16,0 1-11-16,-2-1-7 0,2 0-4 15,0-4-5-15,-2 1-4 0,4-4-3 0,-1-1-6 16,2-4 1-16,0 0 0 0,2-2 2 0,-1-2 2 15,5-2 2-15,-1-3 5 0,3 0-1 0,3-3 2 16,0-2-2-16,0 0 1 0,5 0 2 0,-2 0-5 16,-1 0 3-16,3 4 1 0,-5-1-4 15,3 3 0-15,-4 2 0 0,-1 3 1 0,-1 2 1 16,-3 2-2-16,-2 4 6 0,-3 3 1 0,0 3 0 16,-2 1 2-16,-3 3 10 0,-1 0 6 15,-3 2 2-15,1 2 0 0,-2-2-2 0,-1 0-2 16,3 0-11-16,-1-2-5 0,0-3-19 0,1-2-31 15,1-1-87-15,-1-6-113 0,3-2-120 0,-2-2-153 16,4-6-244-16,1 1-221 0,2-2-16 16,3-1 193-16,-1-3 292 0</inkml:trace>
  <inkml:trace contextRef="#ctx0" brushRef="#br0" timeOffset="-208945.59">7663 17667 7 0,'11'6'216'0,"0"-1"126"16,0-1 134-16,-1 1-7 0,-2-4-101 0,3-2-40 16,-2-1 2-16,-1-5 34 0,1 0 12 15,-2 0-8-15,1-6-23 0,-2 0-33 0,0-1-33 16,-1-3-48-16,0-1-35 0,-2 2-25 0,-1-1-24 16,-2 1-18-16,-2 0-23 0,-1 3-27 0,1-1-21 15,-4 1-24-15,0 1-16 0,-2 3-8 16,3 1-7-16,-3 1-2 0,2 2-2 0,-2 2-4 15,0 0-15-15,3 3-29 0,-3 1-59 0,2 2-97 16,-2 1-125-16,3 0-132 0,2 4-290 0,0-2-223 16,1 0-101-16,2-1 158 0,4 1 326 0</inkml:trace>
  <inkml:trace contextRef="#ctx0" brushRef="#br0" timeOffset="-208304.09">8681 16718 192 0,'7'0'426'16,"-4"3"212"-16,0 3 163 0,0 0-166 0,-3 2-129 16,2 1-60-16,-2 2-34 0,3 1-39 15,-2 3-47-15,-1 0-59 0,0-1-62 0,0 4-61 16,0-1-44-16,0-1-36 0,0-1-27 15,0 0-15-15,0-1-11 0,0 0-5 0,2-2 0 16,-1-1-9-16,-1 1-20 0,2-2-61 0,0 0-109 16,-2-2-135-16,0 3-195 0,-2 0-289 0,0 1-228 15,-1-1-59-15,-1 2 234 0,-1 2 363 0</inkml:trace>
  <inkml:trace contextRef="#ctx0" brushRef="#br0" timeOffset="-207981.5">8676 17602 233 0,'-1'2'608'0,"-2"-2"337"0,1 0 158 0,-2 1-219 15,2 1-290-15,1-2-193 0,1 0-135 0,0 2-101 16,1 2-78-16,1-1-46 0,2 3-25 0,1-1-8 16,1 1-4-16,-1 2-1 0,3 0 1 15,1 2-2-15,-2 1 2 0,1-2-1 0,-2 3 1 16,3-2-1-16,-2 2-2 0,-2-1 6 0,-1 3 0 16,-2-2 1-16,1-1-3 0,-3 2 1 15,0 1-15-15,-3-3-56 0,-2 2-106 0,0-2-123 16,-3-2-148-16,-1-2-257 0,1 2-245 0,-2-3-103 15,1-3 158-15,-2-1 315 0</inkml:trace>
  <inkml:trace contextRef="#ctx0" brushRef="#br0" timeOffset="-207781.79">8689 17540 250 0,'10'-12'478'0,"1"0"204"0,-2 2 124 0,-1 1-245 15,3-2-179-15,-3 3-106 0,2 1-65 0,1 0-58 16,0 3-44-16,-2-1-45 0,2 2-30 16,0 2-13-16,2-1-10 0,-2 4-8 0,0-1-14 15,2 2-45-15,-4 0-68 0,3 2-102 0,-2 0-171 16,0-1-244-16,-2 2-145 0,3 2 16 0,-3-2 169 16,0 2 240-16</inkml:trace>
  <inkml:trace contextRef="#ctx0" brushRef="#br0" timeOffset="-207516.6">9108 17698 172 0,'8'12'337'0,"-1"-4"124"16,-1 1 56-16,3-3-167 0,1-3-110 0,-1-1-48 16,2-4-19-16,0-1 3 0,-1-6-4 15,2 1 23-15,-2-3 15 0,-2-1 16 0,1-3 9 16,-1 1 13-16,-1-2 15 0,-2-1-6 0,-1 2-11 15,-2 3-16-15,-2-5-21 0,-2 4-31 16,-1 3-35-16,-2-1-41 0,-1 1-35 0,-4 3-25 16,0 0-21-16,-2 2-10 0,1 3-9 0,-3 0-16 15,3 4-25-15,-2 0-48 0,1 3-59 0,0 2-84 16,0 2-91-16,2 0-103 0,1 1-170 16,1-1-221-16,5 2-117 0,1-2 46 0,2 0 203 15,4-4 275-15</inkml:trace>
  <inkml:trace contextRef="#ctx0" brushRef="#br0" timeOffset="-206888.31">9943 16589 251 0,'2'0'556'0,"-1"0"259"0,-1 2 143 0,3 2-202 16,-3-1-183-16,2 6-114 0,1-1-84 15,-1 4-61-15,-1 2-56 0,1 4-48 0,1 4-50 16,0 1-39-16,-1 1-26 0,-1 4-24 0,-1 0-14 16,2 2-14-16,-1-3-14 0,-1 1-17 15,0 0-6-15,0-2-1 0,2-3-16 0,0 0-24 16,-1-1-49-16,1-2-113 0,-1-2-158 0,-1-1-261 16,-1 1-271-16,-1-3-256 0,2 1-112 0,-1-2 299 15,-3 4 457-15</inkml:trace>
  <inkml:trace contextRef="#ctx0" brushRef="#br0" timeOffset="-206270.15">9818 17627 70 0,'0'0'303'0,"0"0"170"16,2 0 145-16,-2 0-115 0,1 0-147 0,-1 0-114 16,2 0-56-16,-1 0-2 0,1 0 27 0,3 0 43 15,1 0 33-15,0 0 12 0,2-2 7 16,0 1-32-16,0-1-47 0,1 2-59 0,1-4-45 16,-2 4-28-16,1-2-38 0,-1 2-25 0,0 2 4 15,-1-1 11-15,0 2 6 0,-2 2 15 16,0-1 6-16,-2 3 1 0,0 3-8 0,-3 1-18 15,0 3-6-15,0 1-18 0,-1 2-9 0,-6 19 3 16,4-18-15-16,0 2-5 0,-3-3 3 16,3 2 1-16,0 0-1 0,1-5-2 15,0 1-4-15,2-1-17 0,2-3-46 0,0-4-87 16,-1-3-108-16,4-2-122 0,-1-5-150 0,3-1-232 16,1-7-215-16,1 0-29 0,2-4 172 0,0-5 287 15</inkml:trace>
  <inkml:trace contextRef="#ctx0" brushRef="#br0" timeOffset="-205954.12">10130 17573 190 0,'-4'5'475'15,"1"2"268"-15,-4 1 192 0,0 1-164 0,2 2-160 0,-1 0-122 16,1 0-101-16,0 1-87 0,1-3-79 0,1 2-75 16,1-3-57-16,-1-1-45 0,3 2-22 15,0-2-16-15,3-3-5 0,0 1-4 16,3-2-1-16,-1-2 3 0,2-1 0 0,1-1 2 0,2-1 4 15,-2-1-2-15,2-3 2 0,1 2-2 0,0-1-3 16,0-3 5-16,-3 4-4 0,3-1 0 16,-3 2 2-16,-1 1-2 0,-3 1 0 0,2 2-2 15,-1 1 3-15,-2 1 4 0,-3 3-3 0,0 3 2 16,-3 1-1-16,1 2-1 0,-4 0 0 16,0 4-3-16,1-1-1 0,-1 2 0 0,-1 1-1 15,-2-2 1-15,3 1-3 0,-1-1-17 0,1 1-49 16,0-3-81-16,-2-3-97 0,5-2-115 15,-2 0-138-15,5-5-203 0,0 0-194 0,2-3-36 16,1-2 148-16,0-5 250 0,6 1 242 0</inkml:trace>
  <inkml:trace contextRef="#ctx0" brushRef="#br0" timeOffset="-205714.72">10341 17727 117 0,'5'6'323'0,"0"2"149"0,0 1 116 0,-2-1-180 15,3 0-139-15,-3 0-90 0,2-1-53 0,0-2-30 16,1-1 11-16,-1-2 0 0,3-4 7 16,-2-2 40-16,2-1 32 0,-1-3 15 0,-1-3-4 15,1 0 6-15,-2-1-2 0,-1-3-19 0,0 2-6 16,-2 0 4-16,0 0-5 0,-2 1-8 0,-2 0-16 16,0 4-29-16,-1-1-29 15,0 0-29-15,-2 2-26 0,0 3-16 0,1-1-18 0,-1 2-27 16,0 2-55-16,0 1-79 0,-1 0-100 0,1 1-104 15,-1 2-146-15,3 3-242 0,-2 2-165 16,2 0-4-16,1 0 166 0,-1 2 258 0</inkml:trace>
  <inkml:trace contextRef="#ctx0" brushRef="#br0" timeOffset="-195113.14">17107 13134 144 0,'5'-4'356'0,"-4"-2"170"15,2 3 138-15,-3 0-175 0,2-1-103 16,0 3-56-16,-2-1-48 0,0 2-40 0,0-1-37 16,0 1-35-16,0 0-60 0,0 1-37 15,0-1-16-15,0 5 17 0,-2 0 24 0,0 2 29 16,2 3 27-16,-3 2 21 0,3 2 19 0,0 3-12 16,-1 5-27-16,1 3-23 0,0 4-13 15,-2 2-17-15,-1 6-18 0,2 3-10 0,-1 3-2 16,2 5-11-16,-2 3-6 0,-1 3 21 15,0 3 6-15,1 1 4 0,-2 2-2 0,0 2 15 16,1 1 17-16,-2 2-9 0,-1 2 10 0,2-1 2 16,-3 5-1-16,2 0-11 0,-3 3-23 15,-2 0-17-15,0 5-23 0,-1 0-16 0,-5 5-9 16,3 1-4-16,-4 2-2 0,1 1-1 0,-1 1-1 16,-2-2 0-16,1 4-1 0,1-3-5 0,1 0-3 15,1-5-3-15,0 0-3 0,3-5 1 16,1-1-1-16,1-2 3 0,-1-4 0 0,3 2 3 15,0-4 3-15,2 0 0 0,-3 1-2 16,2-3-1-16,-1 0-2 0,3 1-1 0,-4 0-2 16,4-2-2-16,-1-1 2 0,1-4 0 0,0-1 0 15,0-8 1-15,1-6 2 0,2-4-2 0,2-8-5 16,0-8-17-16,0-4-26 0,2-9-41 0,-2-4-53 16,4-9-53-16,-4-9-93 0,4-6-126 0,-3-8-182 15,-1-8-259-15,3-6-230 0,1-6-194 16,-3-9 93-16,2-6 426 0</inkml:trace>
  <inkml:trace contextRef="#ctx0" brushRef="#br0" timeOffset="-194358.95">16922 13144 239 0,'5'-3'497'0,"-2"-4"225"0,2 3 190 0,-1-5-170 16,5-2-125-16,0-3-93 0,0-1-73 0,6-1-66 16,0-2-77-16,3-4-58 0,2-4-37 15,2 1-16-15,2-2-1 0,0 0-2 0,0-2-10 16,1-1-23-16,-2 4-36 0,-2 0-30 15,-2 5-34-15,0 1-21 0,-5 6-20 0,-2 1-10 16,-2 6-5-16,-2 2-4 0,0 5 3 16,0 8 2-16,-3 3 1 0,0 7 4 0,-4 4-3 0,1 2 1 15,-1 7-4-15,-2 0-1 0,-1 4-3 16,2 1-3-16,-1 1 0 0,1-3-3 0,0 3-11 16,0 0-64-16,0-3-67 0,0 1-138 15,-2-1-215-15,-1-1-309 0,0-2-344 0,-2 1-239 16,2 0-64-16,-3-2 492 0,1-1 577 15</inkml:trace>
  <inkml:trace contextRef="#ctx0" brushRef="#br0" timeOffset="-192504.93">16331 16569 272 0,'-2'-2'587'16,"2"2"301"-16,-3-2 159 0,3 1-235 0,-2-1-240 15,2-2-144-15,2 0-114 0,1 1-101 16,0-1-77-16,1 1-55 0,3-3-34 0,1 1 6 16,4-1-4-16,0 2 2 0,2-1 0 15,3 1-2-15,1-1-4 0,3 2-7 0,0-1-2 16,0 0 2-16,6 2 1 0,0 0-3 0,3 2 4 15,2 0-15-15,3 0-7 0,1 2-8 16,3 0-3-16,2 0 0 0,2 1-2 0,5 0-1 16,-4 0-2-16,3 2-1 0,1 1 0 0,2-3-2 15,-1 3-8-15,2-1 2 0,1 1 1 16,3-2 2-16,-1 1 3 0,2 0 1 16,2 3 8-16,1-3 0 0,2-1-2 0,1 3-6 15,0 0 0-15,1-1-4 0,0 1 0 0,0 2-4 16,1-3-3-16,2 2 4 0,-5-1 1 0,4 0 4 15,-2-1 1-15,2 3 7 0,3-3 1 16,1-1 1-16,1 2-1 0,2-2-7 0,-1 0 0 16,0-2-4-16,3 1-1 0,-2-1 0 0,2 0 3 15,-5 0 6-15,4 1-2 0,1-1-1 16,-1 3 4-16,3-2-1 0,0 1-2 0,-2 0-3 16,0 2 0-16,-1-2 1 0,1 3-3 0,-2-1-1 15,1-1 5-15,1 1 5 0,-2 0 2 16,3 1 35-16,2 0 38 0,-1 2 19 0,2-3 8 15,-2 4-2-15,-1-4-1 0,2 3-29 0,-4-2-35 16,0 3-13-16,0-2-11 0,3-1-3 0,-1 4-2 16,3-4-3-16,-2 2 0 0,2 0-5 0,-2 0-6 15,3 0 1-15,-5 0-5 0,2-2 1 0,-2 1 1 16,0 3 4-16,-2-2 4 0,1 2 4 0,1 0 4 16,-2-1-4-16,0 2-4 0,0-2-1 0,-1-1-6 15,-2 1 0-15,0 1-6 0,-1 0 4 16,-3-1 3-16,0 2 5 0,-4-4 6 0,3 2-4 15,-3-2 6-15,-1 1-2 0,0-2 0 0,-1 1-5 16,-2 0-1-16,-5-3-1 0,0 2-3 0,-1-2 2 16,-5 0-4-16,-1-1 0 0,-3-1-2 15,-4 1 2-15,-4-2-2 0,-2 0 0 0,-2 0 1 16,-5-1 1-16,-3-2-2 0,-6 1 3 0,-2 1 2 16,-2-2 30-16,-4 1 37 0,-1-1 27 0,-2 0 19 15,-2 0 0-15,-3 0-2 0,0-1-26 16,-1 1-27-16,-3-3-24 0,1 1-16 0,2 0-7 15,-3 1-5-15,0-2-2 0,1 0-1 0,0-2-2 16,1 2-1-16,0 0 0 0,-1 0 0 0,2 0-1 16,1-2-1-16,0 1 0 0,0 1-1 0,0 0 0 15,0-1 1-15,0 3 0 0,0-2-1 0,0 1 1 16,1 1 0-16,2-2-1 0,-1 0 0 16,0 1 0-16,1 1 2 0,2-1-2 0,-1 0 1 15,-1 0 1-15,4 1 0 0,-3 0 0 0,1-1 0 16,2-2 0-16,-1 2 1 0,-2 1 0 0,0-1 0 15,0 1-1-15,0-1 1 0,1 2 0 16,-4-2 1-16,2 2-1 0,2-2 0 0,-4 2 2 0,2 0-1 16,-1-1-1-16,0 0 2 0,-1 1-2 15,-1-2 2-15,2 1-1 0,-1-1 2 0,-1 2 1 16,2-3-2-16,0 2 2 0,-2-2-3 0,0 1 1 16,0 0 0-16,0 0 0 0,0 0 1 15,0-1-1-15,0 1 1 0,-2-2-1 0,0 1-1 16,2 1 0-16,0 0-1 0,-1 0 0 0,1 0-1 15,-2 2 0-15,2-3 1 0,-1 1-2 0,1-1 1 16,-2 0 2-16,2 2-1 0,-2-3 0 0,1 2-1 16,-1 0 1-16,2 0 0 0,-1 1-1 0,-1-3 0 15,-1 0 1-15,0-1 1 0,2 1-1 16,-1 2 1-16,-1-3-1 0,1 1 0 0,-1-1 2 16,0 0-2-16,-1 1 0 0,1-2 0 0,-3 1 1 15,5-2-2-15,-4 3 1 0,2-2 0 16,1 1 1-16,-1 2 0 0,1 0 0 0,1 0 0 15,-1 1-1-15,0 1-3 0,2-2-2 0,0 3-1 16,0 0-1-16,4 0-1 0,-3 3-1 0,4-2 3 16,0 2 2-16,1 2 1 0,3 0 3 0,1 0 0 15,0 2 3-15,2 1 0 0,1-1 0 16,2 1 0-16,0 0 0 0,2 3 1 0,-1-2 0 16,1 1-1-16,-1-3-1 0,-2 4 1 0,1-4-1 15,-3 3-1-15,-2-1 7 0,-2-1 3 0,-3 1 7 16,1 1 5-16,-5 0 5 0,-2 0 5 15,-5 2-4-15,-1-1-3 0,-1 1-5 0,-3 0-5 0,-3 2-5 16,0 0-5-16,-5-2-2 0,3 2-2 0,-5-2-2 16,1 1 0-16,1-1-1 0,-2-2-1 15,3 1 0-15,-2-4-5 0,3 0-11 0,3-1-24 16,-2-3-69-16,1-3-74 0,3 0-156 16,3 0-257-16,0-3-315 0,5-1-365 0,-4-3-244 15,3-1-13-15,1-3 636 0</inkml:trace>
  <inkml:trace contextRef="#ctx0" brushRef="#br0" timeOffset="-188503.04">15913 12766 285 0,'5'-3'651'0,"-2"-1"354"0,-1 0 150 16,-2-3-268-16,0 0-229 0,-2 3-59 15,-1-4-80-15,0 2-98 0,0 0-83 0,-7-1-58 16,4 0-51-16,-4 0-81 0,-2 1-59 16,-1 0-31-16,0 1-19 0,-4 2-10 0,1 2-10 15,-3 1-4-15,1 1-3 0,0 4-4 16,-1 0-3-16,1 4-1 0,1 4-4 0,0 0-3 15,3 3 0-15,1 6-1 0,0 0 1 0,5 5-2 16,3-3 1-16,2 5-1 0,3-2-2 0,5-3 1 16,1 0 0-16,7-2 3 0,3-6 2 15,4-3 1-15,3-4 4 0,5-6 0 0,2-4 2 16,2-6-1-16,1-4-1 0,0-4 0 16,-1-3 0-16,-2-1 0 0,-3-1 1 0,-5 0 1 15,-3 0 1-15,-7 3 3 0,-3 1 5 0,-5 1 5 16,-4 0 3-16,-3-1-2 0,-3 4 0 15,-4 0-3-15,-2 1-6 0,-3 0-5 0,-2 3-5 16,1 2-3-16,-1 2-3 0,-1 4 0 0,1 0-1 16,1 1-1-16,-1 7 0 0,2-3-1 15,-2 4 0-15,4 2-3 0,1 4-12 0,2-4-29 16,1 2-61-16,1-2-64 0,3 1-81 16,0-4-122-16,5 1-157 0,0-2-195 0,2-4-231 15,5 0-210-15,-3-3-91 0,4-2 220 16,1-2 414-16</inkml:trace>
  <inkml:trace contextRef="#ctx0" brushRef="#br0" timeOffset="-188239.5">15923 12360 27 0,'-2'-14'425'0,"-1"5"345"15,0 1 224-15,0 4 10 0,-3 4-361 0,2 1-262 16,1 4-164-16,-2 5-78 0,2 7-24 15,-2 2-5-15,2 6 24 0,-2 4 13 0,-1 5 10 16,2 5-12-16,-4 4-24 0,-1 1-20 16,0 4-35-16,0 5-23 0,-1-2-17 0,-1 3-13 15,3-2-8-15,-1-1-5 0,1-2-4 0,0-2 0 16,3-4 1-16,2-3 0 0,1-3-5 16,-1-5-18-16,3-4-47 0,-1-5-95 0,-1-3-129 15,0-2-170-15,-1-3-292 0,0-2-251 16,-3-3-122-16,1 0 155 0,2-6 366 0</inkml:trace>
  <inkml:trace contextRef="#ctx0" brushRef="#br0" timeOffset="-186201.29">17398 16440 21 0,'2'0'390'0,"-2"0"324"0,0 0 244 16,0 0 46-16,0 0-358 0,0 1-227 0,0 2-157 16,0 1-103-16,0 2-66 0,0 3-41 15,0 0-26-15,1 3-14 0,-1 2-7 0,2-1-5 16,-1 3 0-16,-1 3-10 0,2 0-61 15,-2 1-104-15,0 0-136 0,0 2-290 0,2-2-228 16,-2 0-151-16,1-5 75 0,2 2 298 0</inkml:trace>
  <inkml:trace contextRef="#ctx0" brushRef="#br0" timeOffset="-185984.97">19023 16926 199 0,'18'9'393'0,"-6"1"147"16,-4-3 92-16,-1 4-254 0,-4 0-187 15,-1-1-127-15,-1 2-118 0,-1 0-269 0,2 0-162 16,-2-1-55-16,1 1 47 0,-1-4 131 0</inkml:trace>
  <inkml:trace contextRef="#ctx0" brushRef="#br0" timeOffset="-185822.55">19752 16986 154 0,'9'17'338'0,"-2"0"132"0,-2 1 95 0,-4-2-233 15,3 1-169-15,-4 1-138 0,0 0-229 0,-2-3-191 16,0 1-71-16,2-1 15 0,-1 0 100 0</inkml:trace>
  <inkml:trace contextRef="#ctx0" brushRef="#br0" timeOffset="-182733.59">17716 13903 190 0,'2'-2'354'15,"-1"1"134"-15,2 1 34 0,-3-2-153 0,3 1-113 16,-1 1-59-16,-2 0-29 0,0-3-18 0,1 3-15 16,-1 0-21-16,0 0-19 0,0 0-12 15,0 0-13-15,0 0-4 0,2 0-3 0,-2 0 8 16,1 0 7-16,-1 0 4 0,0 0 8 16,2 0 1-16,-2 0-5 0,0 3-14 0,2-3 60 15,-1 1 21-15,-1 1 0 0,2 1-4 0,-1-2-5 16,-1 4-2-16,2 0-25 0,0 1-9 15,-1 0-5-15,1 2-5 0,0 0-4 0,-1-1-4 16,2 0-33-16,-1 3-25 0,2-2-13 16,-1 2-8-16,1-3-6 0,0 2 1 0,0-2-3 15,1 2 6-15,-2 2 22 0,3-3 10 0,-2 1 3 16,1 0 1-16,0-1 1 0,0 2-6 16,1 0-19-16,0 0 5 0,-3 0 4 0,2 2-1 15,0 0 4-15,0-1-3 0,-2 1 0 16,2-1-11-16,1 3-7 0,-3-3-2 0,2 3-3 15,-2 0 3-15,0-2-2 0,2 1-1 0,-2 4-3 16,2-5 0-16,0 1-3 0,-4 3-1 0,2-2 3 16,2 0-2-16,-2 1 0 0,-1-1 3 15,1 0-3-15,1 1 5 0,-1 1-4 16,3-4 0-16,-5 2 2 0,2-1-2 0,1 0 3 16,-1 1 0-16,0-1-3 0,0-2 2 0,1 4-3 15,-1-2 1-15,1 1 0 0,-1 2-2 0,0-2-4 16,1 3 3-16,-1-2 0 0,0 2 2 15,2 0 0-15,0-1-3 0,1 1 3 16,-3-1-1-16,2 3 0 0,1 0-1 0,-1-3-3 16,1 4 4-16,0-4-1 0,2 3 0 0,0-1-4 15,0 0-2-15,2 1 1 0,-1-2 0 16,2-1 0-16,0 2 3 0,0-3-2 0,2 2 4 16,1-1 2-16,-1-2-3 0,1 1-2 0,1 2-2 15,0-4 5-15,0 2 3 0,-2-1 0 0,2 0 1 16,1 0 4-16,-2 2 47 0,2 0 43 15,-2-2 20-15,3 3 9 0,-1 0 1 0,0 0-4 16,-2-3-41-16,2 1-34 0,-2 0-22 0,0 1-9 16,1-4-8-16,0 2-3 0,-2 0-1 15,0-3-2-15,3 3 0 0,-4-3-3 0,2 0 4 16,-1 0 0-16,0 0 0 0,-2-1-2 16,0 0-3-16,1 0 2 0,0 0-1 0,-1 0-1 15,1 1-2-15,0 0 7 0,-2-1 0 0,3 0-2 16,-2 0 0-16,2 1 0 0,0 0-2 15,1 0 0-15,-2-1-2 0,1 0 1 0,3 2 0 16,-2-4 1-16,2 3 3 0,0-2-2 16,1 1 3-16,-1-3-4 0,1 2 0 0,1-2 1 15,-2 2-2-15,1 2 1 0,0-3-4 16,1 1 0-16,-2 0 1 0,2-1 0 0,0 2-2 16,-1 0 1-16,0 0 3 0,1 0 1 0,-1 2 1 15,1-3 2-15,-1 2-1 0,4-2-2 0,-4 2 1 16,2 0 2-16,-1-1-3 0,2 0 5 15,0 2-2-15,-2 0-1 0,4-3 0 0,-1 4-2 16,-2-4 2-16,3 4-5 0,0-2 2 0,-1 0 3 16,1 0 0-16,1 1 2 0,-1-1-4 0,1-1 1 15,0 0-2-15,1 2-1 0,0-3 1 16,-3 2-2-16,2-2 3 0,1 0 2 0,-2 1 0 16,0-1 1-16,0-3 0 0,2 2-1 15,-2-1 1-15,2 1-1 0,-1-2 2 0,-1 2 0 16,1 0 24-16,1-2 13 0,-1 0 4 0,-1 0 4 15,-1 2-1-15,1-2 3 0,2 1-24 16,-2 0-13-16,-1-1-4 0,1 1-4 0,-1-1-2 16,0 0-1-16,1 2-2 0,-1-2 3 15,-2 0-1-15,3 2 2 0,-2-2-2 0,0 0 1 16,0 2 0-16,0-2-1 0,-2-1-1 16,3 2 0-16,-1-3-1 0,-1 3 1 0,2-2 1 15,-4 2 0-15,2-2 0 0,0 0 1 0,-1-2-1 16,-1 3-2-16,-1-3 1 0,-1 0-1 0,1 0 0 15,-2-1-1-15,-1 1 1 0,0 0-1 16,-4 0 1-16,3-2-1 0,-3 1 0 0,0-2 1 16,-2 1-1-16,-2 1-1 0,-1-2 1 0,2 1 0 15,-4-1 1-15,-1 2-1 0,1-2 0 16,0 0 3-16,-2 0-1 0,0-2 1 0,0 2 2 16,-2-1-12-16,0-1-47 0,-2 1-69 15,-4-2-127-15,2-2-213 0,-2 2-304 0,0-1-346 16,-5 0-303-16,0-2-128 0,1-1 434 15,-2-1 657-15</inkml:trace>
  <inkml:trace contextRef="#ctx0" brushRef="#br0" timeOffset="-180984.75">18253 13766 185 0,'-1'-1'388'16,"-1"-1"151"-16,0 0 100 0,2 2-246 0,0 0-177 15,0 0-94-15,0 0-60 0,0 2-28 0,2 1-17 16,0 0-5-16,-1 5-1 0,4 0-3 16,-2 2 1-16,2 0 1 0,1 0-27 0,2 1 17 15,-2 3 24-15,4-3 14 0,0 3 6 16,2-1 1-16,-1 0 28 0,3 0-17 0,2 3 30 15,1-2 57-15,1 1 7 0,3 1 27 16,-1-1 8-16,2 1 0 0,4 1-45 0,0-1-64 16,1 2-15-16,3 0 13 0,2 1 55 0,0-2 27 15,-1 1 6-15,4 1 2 0,-2-3-2 0,2 3-39 16,0-2-58-16,3 1-34 0,0 0-16 16,-2-1-6-16,2 1-1 0,1 0 2 0,1 1 3 15,-2 0 4-15,0-2 3 0,3 1-3 16,-3-1-2-16,0 2-4 0,0-1-3 0,1-1-4 15,-4 3 1-15,2-3-3 0,-1 3-1 0,-3-4 2 16,1 4 0-16,-3-1-1 0,-1 1-2 16,0-2 4-16,-1 0-5 0,-1 2 1 0,-1-1 0 15,0 1 21-15,-1-2 27 0,0 2 9 16,-1 0 4-16,1-2 2 0,-3 4-3 0,2-4-19 16,-1 2-23-16,0 0-9 0,0-1-4 0,-1 1-2 15,1-4 1-15,-2 4-2 0,4-1 2 16,-4-2-2-16,1 0-3 0,0 0 3 0,0 0-4 15,1 0 0-15,-1 0-2 0,0-1 4 16,1 1 13-16,-1-3 10 0,2 5 5 0,1-2 3 16,-2-1 5-16,1 1-3 0,-1 0-6 0,1-1-10 15,-2 1-4-15,0-1-3 0,2 1-3 0,-1-2 0 16,1 2-7-16,-3-2-3 0,2 1-1 16,0-3 2-16,-1 5 0 0,-2-5 2 0,3 0-1 15,-4 1 2-15,-1-1 1 0,2-2 0 16,-3-1-1-16,-1 2-2 0,-4-4 3 0,0 1-3 15,-1-1 2-15,-2-2-1 0,-3 2 0 0,-1-4 1 16,-1 1 1-16,1-2 27 0,-3-1 39 16,0 1 50-16,1 0 27 0,-4-3 9 0,0 1 3 15,0 1-25-15,-4-1-33 0,1 1-41 0,2-2-26 16,-4 2-17-16,2-2-23 0,-2 1-56 16,0 1-59-16,-3-1-74 0,0 4-144 0,-1-2-213 15,1 0-308-15,0 0-240 0,-1 2-203 0,1-4 22 16,2 1 467-16</inkml:trace>
  <inkml:trace contextRef="#ctx0" brushRef="#br0" timeOffset="-180541.86">21645 15674 384 0,'-2'-4'752'0,"0"1"328"0,-1-2 78 0,2 2-341 15,-4 2-241-15,2-1-172 0,0 1-121 0,1 2-92 16,-1 1-51-16,1 1-24 0,-1 3-15 0,3-2-10 16,0 1-11-16,0 1-8 0,0 2-17 15,0-2-18-15,3 0-8 0,-1 0-12 0,1-1-3 16,1 0-2-16,-1-1 1 0,3 0-3 15,-3 0 2-15,2-1-3 0,-2-2 4 16,0 1-6-16,0-2-4 0,1 2 2 0,-1-2-1 16,-2 0-26-16,4 0-46 0,-5-2-44 0,0 2-137 15,-3-3-206-15,1 0-302 0,-2-1-265 0,2 0-227 16,-3-2-65-16,2 0 444 0</inkml:trace>
  <inkml:trace contextRef="#ctx0" brushRef="#br0" timeOffset="-180181.25">21621 15025 253 0,'7'-18'569'0,"-4"4"231"0,4-1 135 0,1-1-188 15,0-2-244-15,6 2-161 0,-1-1-82 0,4 3-50 16,-1 0-58-16,3-1-52 0,-1 4-40 15,1 2-27-15,-3 0-16 0,-1 4-9 0,0 0-8 16,-1 4 16-16,-5 1 22 0,-1 3 32 16,-2 3 26-16,-3 2 18 0,-1 2 15 0,-4 3-2 15,-2 2-4-15,-4 2 1 0,0 3 11 16,-2 0 17-16,0 2 15 0,-2-1-4 0,1 1-16 0,1 0-24 16,-2-2-30-16,4 1-34 0,-1-2-23 15,3-1-19-15,-1-2-6 0,2 1-6 0,1 0-4 16,0-2-1-16,4-3-3 0,-2 0 2 0,2 0-33 15,2-2-54-15,0-2-44 0,1 1-69 16,0-3-119-16,1-1-170 0,0 1-252 0,0-1-230 16,0-1-224-16,-2 1-56 0,1 1 310 15,2-1 451-15</inkml:trace>
  <inkml:trace contextRef="#ctx0" brushRef="#br0" timeOffset="-179811.88">21123 16202 6 0,'-2'9'484'0,"2"-1"490"0,0-3 275 15,-1-1-21-15,-1 0-259 0,2-2-267 0,0 0-211 16,0 0-130-16,0-1-80 0,0-1-67 0,0 0-83 16,0 0-58-16,0-1-32 0,2-1-23 15,-2 0-7-15,1 1-6 0,-1 1-4 0,0-1-2 16,2-1-3-16,-2 2 3 0,2 0-3 0,-2-2-28 15,0 2-54-15,1-2-54 0,-1 2-57 16,0-2-103-16,2-1-157 0,-2 1-197 0,1-1-236 16,-1-2-223-16,4 1-170 0,-4-2 143 15,1-2 448-15</inkml:trace>
  <inkml:trace contextRef="#ctx0" brushRef="#br0" timeOffset="-179493.43">21113 15744 112 0,'5'-11'426'0,"2"-1"227"0,-1 1 160 0,2-1-53 16,1-2-287-16,2 3-181 0,-1-1-97 16,4 1-50-16,-1 0-48 0,-1 5-46 0,1 0-23 15,-2 3-14-15,2 0-8 0,-4 3-3 0,-1 3 0 16,0 0 8-16,-3 3 32 0,-4 3 31 15,3 4 38-15,-6 0 37 0,-1 3 33 0,-1 1 24 16,0 1-13-16,-4 1-19 16,0 0-29-16,2 1-31 0,-1 0-32 0,-2 0-29 0,4-3-17 15,2-2-15-15,0 1-6 0,1-1-6 0,2-4-1 16,2 1-1-16,-1-3 0 0,4 2-5 16,2-5-3-16,2 2-22 0,1-5-90 0,-1 0-149 15,7-3-289-15,-3-3-263 0,0 0-262 16,4-2-159-16,-2-2 217 0,0-3 478 0</inkml:trace>
  <inkml:trace contextRef="#ctx0" brushRef="#br0" timeOffset="-166889.16">18128 13642 74 0,'-1'-1'239'0,"-4"-1"106"0,2 1 22 16,2-1-75-16,-1 0-82 0,0-1-55 15,-1 2-31-15,3 1-14 0,-2-2-2 0,2 1-2 16,-1 1 0-16,-1-3-3 0,2 3 3 0,0 0 8 16,0 0 10-16,0 0 22 0,0 0 23 15,0 0 26-15,0 0 16 0,0 3 4 0,0-3-5 16,0 0-11-16,0 1-12 0,0-1-18 16,0 2-20-16,0-2-18 0,0 0-20 0,0 1-24 15,0-1-23-15,0 0-21 0,0 0-16 0,0 2-14 16,0-2-9-16,2 1-6 0,-1-1-4 15,-1 2-1-15,2 0 0 0,0 1 3 0,-1-2-1 16,3 4 1-16,-3-2 3 0,2 0-2 16,2 0 2-16,-1 2-3 0,1-2 2 0,2 3-2 15,-1-3 0-15,2 2-2 0,-2 1 2 0,2 0 0 16,0 0 1-16,1 2-2 0,3 1 3 16,-3-1 4-16,4 1 4 0,-4 2 1 0,4 2 35 15,1-2 26-15,-3 1 12 0,3-1 1 16,-1 2 2-16,1 1-1 0,-3-1-32 0,2 0-21 15,1 1-13-15,-3-1-8 0,2-1-2 16,-4 0-6-16,3 2 0 0,-2-2 0 0,0 1-2 16,0-1 2-16,-4 1 2 0,3-2 0 15,-1 2 4-15,0-4-12 0,-3 2-40 0,3-4-83 16,-4 2-120-16,1-1-156 0,0-1-299 0,0 0-251 16,0 0-142-16,1-1 110 0,-2 1 342 0</inkml:trace>
  <inkml:trace contextRef="#ctx0" brushRef="#br0" timeOffset="-163733.04">22532 12469 187 0,'1'-2'486'0,"-1"-1"264"0,0-1 156 0,0 0-168 15,2 2-253-15,-1 2-147 0,-1-1-105 0,2 2-62 16,0 5-11-16,-2 1-6 0,1 4 9 16,1 6 13-16,-1 3 13 0,-1 3-12 0,0 1-37 15,0 4-32-15,0 1-30 0,-1 0-25 16,1 1-20-16,-2-4-14 0,2 4-8 0,2-6-6 15,-1-3-4-15,-1-1-2 0,2-2 1 0,0-6-1 16,-1-1-1-16,-1-2 2 0,2-1 0 0,0-5 0 16,-2-3-1-16,1-2 1 0,2-5 3 15,2-3-1-15,-1-3-2 0,0-4 1 16,0 0-1-16,1-6 0 0,0 1-1 0,0-1-3 16,-1-2 0-16,3-1-2 0,-4 1 1 0,0-1 1 15,4 1 1-15,-3 2 4 0,4 2 0 0,-2-1 3 16,1 4 3-16,-1-1 1 0,3 2-3 15,-1 3-2-15,0 0 2 0,0 3-2 16,2 0-2-16,-4 4-2 0,0-1 2 0,-1 3 0 16,-2 0 0-16,2 3-2 0,0 0-3 0,-4 0 1 15,2 0 0-15,-3 2 1 0,2 2-3 0,0 0 5 16,-2 2 3-16,0 1 2 0,0 2-1 16,-4 0 0-16,4 3-1 0,-1 1-1 15,-1-1-4-15,1 3 2 0,1-2 0 0,0 2 0 16,0 1 0-16,0-3 3 0,1 4 5 0,-1-2-5 15,3-1 3-15,1 2-1 0,-3-3 2 0,4-1-4 16,-2 1-3-16,2-2 3 0,3 1 3 16,-2-3-1-16,0-1-2 0,1 1-3 0,1-2 6 15,-1-1-6-15,1-1-4 0,2-2-1 16,-1-1-1-16,-1 0 5 0,2-1-2 0,1 0 1 16,-3-1 2-16,0-2-8 0,-2 2-25 0,1-1-69 15,-3 1-112-15,-1-1-130 0,-1 0-202 16,-1 0-285-16,-1 0-234 0,0-2-53 0,-1 4 236 15,-1-4 366-15</inkml:trace>
  <inkml:trace contextRef="#ctx0" brushRef="#br0" timeOffset="-163366.93">22932 12618 257 0,'3'16'498'15,"0"3"218"-15,0 3 148 0,0 0-227 16,1 2-183-16,1-2-107 0,2 1-78 0,1-3-61 16,0-1-71-16,3-3-57 0,3 0-32 0,-1-5-17 15,4-2-5-15,-1-5 30 0,3-2 28 16,-2-4 17-16,1-2 9 0,-1-5 17 0,-1-2 16 16,-2-3-15-16,-3-1-17 0,-1-4-7 15,-2 4 3-15,-4-2 8 0,-4-3 10 0,-3 0-1 16,-3 2-2-16,-3 0-10 0,-3-1-12 15,-5 3-19-15,1 0-18 0,-4 2-13 0,-1 2-7 16,2 3-5-16,0 2-2 0,2 1-16 16,-2 5-10-16,3 2-11 0,2 2-5 0,1 2-6 15,2 1-2-15,3 0-3 0,2 3-33 0,4 1-36 16,2-1-33-16,3-3-59 0,2 0-90 16,3-2-114-16,5-2-92 0,1 0-127 0,3-4-249 15,3 0-175-15,2 0-10 0,1-1 202 0,0-2 311 16</inkml:trace>
  <inkml:trace contextRef="#ctx0" brushRef="#br0" timeOffset="-163133.95">23324 12585 167 0,'11'2'322'0,"-5"1"137"0,1-2 47 15,-2 4-123-15,-2-2-84 0,-2 2-42 0,4 1-17 16,-4 0 1-16,-1-1-1 0,2 2 4 16,-1-1 9-16,-1 2-1 0,2 0 4 15,-2 0-11-15,-2 0-18 0,2 1-20 0,-3 0-33 16,2 2-22-16,-4 0-29 0,1 0-27 0,-1 4-26 15,-2-2-22-15,1 1-14 0,-2 1-12 16,4-1-9-16,-3 1-5 0,2 0-1 0,0-2-4 16,2 2-1-16,3-1-3 0,0-3 1 0,0-1-1 15,5 0-17-15,-2-1-26 0,4-5-52 16,-2 1-65-16,2-2-95 0,1-3-116 0,2 0-154 16,-2-1-257-16,4-2-158 0,-1-2-13 15,3 0 187-15,1-2 293 0</inkml:trace>
  <inkml:trace contextRef="#ctx0" brushRef="#br0" timeOffset="-162447.14">23664 12641 218 0,'8'-10'516'0,"-4"0"279"0,1 0 204 16,-2 1-167-16,1 3-186 0,-1 0-133 0,-2 1-109 16,1-1-85-16,-2 5-81 0,2-2-66 15,-2 1-43-15,0 2-26 0,0 2-3 0,-2 1 3 16,0 4 9-16,-1 3 7 0,-2 2-2 15,1 2 3-15,-3 3-14 0,0 3-16 0,-1 0-20 16,1 1-20-16,1 3-12 0,-1-2-13 0,1-1-7 16,3-1-7-16,2 0-6 0,-1-3-2 15,2 0-5-15,2-3 0 0,-2-2-1 0,1-1 3 16,1-5 5-16,3-1 2 0,-1-4 5 0,2-2-1 16,1-4 3-16,-1-4-2 0,5-1-4 15,-3-3 0-15,-2-1-4 0,2-3 0 0,2 0-3 16,-4-1 1-16,0-1 0 0,-1-1-2 15,-1 2 1-15,-1 0 1 0,-2 0 1 0,4 1 2 16,-5 3-1-16,1 3 0 0,-1 0 3 0,0 5 0 16,0 1 0-16,0 1-6 0,-1 2 0 15,-4 7-2-15,2-2-3 0,0 5-1 0,-2 2-3 16,0 1 3-16,0 5 1 0,1-1 1 16,-2 3 0-16,2-1 2 0,3-1-1 0,-1 1 2 15,4-1-3-15,-1-5 0 0,4 1 1 0,4-4 1 16,3-4 4-16,0-1 1 0,2-3 2 0,4-4 0 15,-2-3 0-15,2-3 1 0,0 0-4 16,-1-2 0-16,-1 0 0 0,0 0 0 16,-5 1 1-16,0 2-2 0,-5 1 3 0,2 1-1 15,-3 1-1-15,-1 1 0 0,-3 2 0 0,2 2-3 16,-3 1-1-16,0 0-3 0,0 1-3 16,-3 4 4-16,0 0-1 0,0 3-2 0,-2-1 1 15,0 4-1-15,0-2-15 0,-1 4-35 0,1-2-48 16,2 1-45-16,0-3-56 0,0 3-108 15,1-4-132-15,2-2-183 0,2 2-239 0,3-3-232 16,-1-4-148-16,6-1 172 0,-2-3 427 16</inkml:trace>
  <inkml:trace contextRef="#ctx0" brushRef="#br0" timeOffset="-162269.29">24075 12679 360 0,'1'2'776'0,"-1"0"302"0,-3 1 63 16,2 3-287-16,-5-1-290 0,1 2-216 15,0 4-116-15,-1-1-75 0,-1 2-60 0,2 0-41 16,-1 4-25-16,2-3-11 0,-3 4-7 0,4-1-7 16,-2 1-6-16,0 1-17 0,1-1-66 15,-1 0-109-15,2-5-145 0,0 4-242 0,0-4-278 16,3-3-239-16,0 2-43 0,0-5 269 16,1 1 395-16</inkml:trace>
  <inkml:trace contextRef="#ctx0" brushRef="#br0" timeOffset="-161927.75">24364 12688 18 0,'4'-7'538'0,"-1"4"489"16,0-2 218-16,1 2-87 0,-2 1-347 0,-1 0-345 15,-1 0-218-15,4 4-113 0,-4 2-60 0,-2 2-34 16,0 4-19-16,-1 1-9 0,2 7-6 15,-5 1 0-15,1 1 0 0,-1 4-4 0,-3 3-7 16,0 3-12-16,0 3-53 0,-4-1-116 16,1 1-154-16,-1-1-274 0,0 1-268 0,4-3-253 15,-1-2-64-15,4-3 313 0,0-5 437 16</inkml:trace>
  <inkml:trace contextRef="#ctx0" brushRef="#br0" timeOffset="-161112.71">24257 13019 264 0,'3'0'501'0,"0"-3"211"0,0 0 140 15,2-3-203-15,2-2-148 0,0 0-72 0,1-1-39 16,0-6-34-16,2 2-53 0,0-1-58 16,2-4-55-16,2-1-45 0,-1-3-35 15,-1 1-16-15,6-2 7 0,-2 1 10 0,1 1 6 16,0 1-5-16,-3 1-10 0,-1 1-15 0,1 6-33 16,-4 1-23-16,-1 0-18 0,-3 3-9 15,1 3-6-15,-1 1 3 0,-1 4 0 0,3 0 2 16,-4 4 4-16,1 2 4 0,2 4 26 0,-2 1 9 15,-1 6 10-15,2-2 3 0,-3 5-1 16,2 2-5-16,-1 2-20 0,-3 1-12 0,2-1-9 16,-1 4-7-16,-2 2-1 0,0-5 0 15,0 4-5-15,0-1-1 0,-2-4 2 0,1 1 0 16,-1 0 0-16,1-4-11 0,-4-1-35 0,1-1-46 16,1-3-38-16,-3-2-53 0,2-4-106 15,-1-2-142-15,-2-4-146 0,1-1-239 0,-2-3-242 16,4-1-162-16,-3-5 149 0,1-1 399 15</inkml:trace>
  <inkml:trace contextRef="#ctx0" brushRef="#br0" timeOffset="-160896.31">24315 12946 18 0,'3'3'369'16,"0"-1"272"-16,2 0 254 0,3-2 154 0,2 0-274 15,2-2-209-15,4 0-122 0,5-1-75 16,1 0-85-16,1 0-95 0,1-1-74 0,3-1-48 16,0 2-31-16,-2 0-21 0,2 1-6 15,-3 2-11-15,-2 0-17 0,2 0-63 0,-4 0-119 16,-2 0-149-16,-1 0-298 0,-2 2-273 16,0 1-240-16,-4 0-22 0,3 0 341 0,-4 1 428 15</inkml:trace>
  <inkml:trace contextRef="#ctx0" brushRef="#br0" timeOffset="-160095.81">24894 12783 215 0,'8'-4'508'0,"-4"3"256"15,1 0 158-15,-2 1-219 0,1 0-204 0,-1 0-136 16,-1 1-67-16,1 2-32 0,-2 2-25 0,4 3-21 16,-4 1-13-16,1 3-19 0,-1 1-33 15,-1 4-32-15,0 2-20 0,0 1-5 0,-1 4 1 16,-1-1-5-16,1 2-8 0,-5 1-10 15,3 0-15-15,-2 1-19 0,1-3-15 0,0 4-6 16,-1-5-7-16,2 0-4 0,-2-3-2 0,2-3-3 16,0-3-3-16,1-3 0 0,2-2 0 15,-1 1 14-15,1-7 17 0,0 1 15 0,0-4 12 16,1-2 3-16,3-2 3 0,-3-3-11 16,2-4-14-16,2 0-17 0,-2-1-7 0,2-1-8 15,-2-1-5-15,2-3 2 0,0 0-2 16,-1-1 0-16,2 1-2 0,1-3-2 0,-2 0-1 15,3-2-2-15,1 2 1 0,-1-2 3 16,1 1 0-16,3-3 0 0,-2 3-1 0,2-3 2 16,0 4-1-16,-1 1-3 0,1-1 0 0,-2 3 3 15,1-2-1-15,-1 7-1 0,1-2 0 0,-2 0-1 16,0 6 1-16,1 1-2 0,-2-1 0 16,2 3-1-16,-2 1 2 0,3 4 1 0,-3 0-1 15,0 0 2-15,1 0 3 0,-1 4 2 0,2 1-1 16,-4 1-2-16,3-1 0 0,-2 3 0 15,1 1-1-15,-4 0 0 0,4 2 1 0,-3-2 1 16,0 3 4-16,-4 1-1 0,-1-1 4 16,0 0-1-16,-1 4 3 0,-3-1-2 0,-2 0-1 15,-2-1 1-15,0 2-3 0,-1-2 2 0,-4 0-1 16,2-3-1-16,-2 4 1 0,-1-4 0 16,-2 3-2-16,2-5-4 0,-2 3 6 0,1-1 17 15,0 1 15-15,0-2 10 0,3 0 5 16,-1 3 3-16,1-4-4 0,4-1-15 0,-1 1-17 15,3-1-11-15,2-1-3 0,1-1-6 0,3 2-2 16,3-3 2-16,2 2 2 0,2-2 6 0,3 0 4 16,0-2 4-16,4 3 2 0,0-3 1 15,4-2-2-15,-1 1-4 0,2 1-3 0,0-1-4 16,3-1-1-16,0 1-4 0,0 2-1 16,-1 0 0-16,0-2-3 0,1 3 0 0,-6 0-20 15,2 1-50-15,-3 0-60 0,-1 1-79 0,-4 2-166 16,-1 0-279-16,0 0-301 0,-2 0-267 15,-2 1-197-15,-4-2 109 0,1 3 594 0</inkml:trace>
  <inkml:trace contextRef="#ctx0" brushRef="#br0" timeOffset="-146119.11">29183 13607 120 0,'0'1'317'0,"0"-1"151"0,-1 2 131 0,1-2-162 16,-3 0-123-16,3 1-62 0,-2-1-42 0,2 2-38 15,0 0-38-15,-1 1-32 0,1 1 8 0,0 5 19 16,0 4 29-16,0 7 40 0,0 6 42 16,1 3 27-16,-1 9-3 0,2 3-17 0,1 7-22 15,-2 6-35-15,1 0-32 0,-2 5-25 0,0 3-19 16,-2 2-4-16,1 7 17 0,-5 5 32 16,1 4 32-16,-2 5 18 0,-1 6 0 15,-1 0-12-15,-2 6-30 0,-2 2-34 0,-4 6-34 16,-3 6-30-16,-1 3-22 0,-4 3-16 0,-1-1-10 0,0 3-7 15,-3-3-3-15,2-5-3 16,2-1 0-16,-1-6 1 0,3-7-5 0,2-8-3 16,5-9-1-16,2-12-3 0,6-9-1 0,2-9-3 15,1-8-6-15,3-10-10 0,-1-7-20 16,3-3-33-16,0-9-54 0,0-4-49 0,0-9-63 16,0-5-118-16,0-6-145 0,0-7-224 0,0 0-231 15,0-5-228-15,0-3-91 0,-1-5 289 0,1-1 457 16</inkml:trace>
  <inkml:trace contextRef="#ctx0" brushRef="#br0" timeOffset="-145350.97">28998 13651 189 0,'3'-3'417'0,"1"-3"170"0,1-2 124 0,-1 1-185 16,3-4-171-16,3-3-69 0,2 2-19 0,-1-3-1 15,5-2 3-15,0-2-9 0,1-1-12 0,3 0-23 16,0 1-21-16,0-3-18 0,0 2-23 15,1 0-24-15,-2 3-30 0,-1 0-21 0,-4 4-23 16,-2 3-19-16,1 1-13 0,-5 5-10 16,-2 2 0-16,-1 4-3 0,-2 5 5 0,2 1 0 15,-5 6-1-15,0 1-3 0,-2 4-6 0,-1 4-3 16,0 1-7-16,0 3 1 0,0-1-3 16,-1 1 0-16,3 3-4 0,-2-2-12 0,1 3-30 15,0-4-91-15,-1 1-140 0,0 0-214 0,-1-2-284 16,0-1-260-16,0 0-173 0,0-2 150 15,3-1 427-15</inkml:trace>
  <inkml:trace contextRef="#ctx0" brushRef="#br0" timeOffset="-143969.09">28592 16279 42 0,'6'4'310'0,"-3"-1"157"0,1-1 120 15,-1 0-42-15,2-2-221 0,-2 2-134 0,2 0-71 16,1-1 10-16,2 0 14 0,0-1 52 16,1 3 27-16,4-1-2 0,0 0 11 0,4 1 9 15,0 1 2-15,4 0-44 0,2-1-13 16,3 1 1-16,-1 0-24 0,7 0-35 0,0 1-23 16,4-2-14-16,2-1-14 0,0 0-15 15,3 2-6-15,1-1-2 0,3 1 0 0,0-1 0 16,2 1-14-16,0 0-14 0,-1 1-7 15,3 1-5-15,-2-1-7 0,4 2-4 0,-1 2-1 16,0-3 0-16,0 2-1 0,-2 3 0 0,2-2 1 16,-1 2-3-16,-1-2-1 0,-1 2-4 15,-3 0 2-15,3-1 3 0,-4 0 2 0,1-1 3 16,-1 0 2-16,-1 0 5 0,0-1-1 0,-1-1-2 16,0 0-3-16,2-1-1 0,-4-1 1 0,3 0 0 15,-2-1-2-15,-1 0-1 0,-1-1-1 0,0-1 2 16,1 0-1-16,-3 0-2 0,1 0 1 15,-2-1-3-15,0 1-2 0,1 2-2 0,0-2 0 16,-1-1 0-16,0 1-3 0,-1 2 4 0,1 0 6 16,0-1 13-16,-2 4 12 0,3-3 8 0,2 3 4 15,-1 1-4-15,1-3-1 0,0 4-11 0,1-2-11 16,1 1-5-16,-2-3-1 0,3 2 19 16,-2-1 9-16,3 1 5 0,-3-3 0 0,4 2 6 15,-4 0-3-15,3-1-18 0,-3 0-7 16,0-1-3-16,0 1-1 0,1-2-4 0,-2 2 20 0,0 1 24 15,1-3 16-15,0 1 2 0,-1 1 2 0,0 0 3 16,0-1-20-16,-3 1-21 0,1-2-13 16,-2 0-6-16,0 2-4 0,-3-1-5 0,1 0 1 0,-4-1-1 15,1 0-2-15,-5 0 2 0,1 0-3 16,-3 1 0-16,0 0-4 0,-4-1 4 0,-1-2 1 16,-3 2-3-16,0-1 5 0,-2 0-3 0,-4-1 4 15,-2-1-2-15,0 2 0 0,-3 0 1 0,0-2-1 16,-3 0 1-16,0 2 0 0,0-2 0 0,-3 2-4 15,0-2 1-15,0 0 4 0,0 2-2 0,-3-2 1 16,1 0-3-16,0 0 0 0,2 0-4 0,-4 0-6 16,3 0-10-16,-2-2-31 0,1 0-24 0,2 0-28 15,-2-2-20-15,-2 1-20 0,3 1-7 0,-2-1 7 16,-2 2-8-16,3-2-17 0,-3-1-46 0,1-1-58 16,1-2-63-16,0 1-49 0,1 0-39 0,0 0-20 15,0 1 27-15,2 0 35 0,-3-2 26 0,3 0 6 16,-2 3-24-16,4-2-36 0,-2 1-33 15,-1 0 45-15,3 1 95 0,-3-2 108 0</inkml:trace>
  <inkml:trace contextRef="#ctx0" brushRef="#br0" timeOffset="-143714.62">32286 16682 129 0,'7'3'282'0,"0"-3"119"0,-1 2 17 16,1-1-78-16,1 2-75 0,1-1-31 0,-1 1-3 16,0-1 22-16,3 1 35 0,-3 0 60 0,3 1 46 15,3 1 9-15,-5-2-5 0,4 2-35 16,0 2-52-16,0-2-67 0,-1 0-59 0,-1-1-36 15,0 4-26-15,0-2 12 0,-1 0 23 0,-2 2 25 16,1 1 20-16,-3 0 1 0,-2-1-11 0,-1-1-32 16,-2 2-33-16,-1-2-40 0,-1 2-29 0,-2 0-22 15,-2-1-13-15,-2 2-10 0,-3 0-9 0,-2-1 3 16,0 0-1-16,-1 2-3 0,-1-2-2 0,-5 0 1 16,2 2-1-16,-4-3-2 0,0 1 0 0,1-3-1 15,1 0-8-15,-3 0-29 0,0-1-57 16,1-2-60-16,-3-3-102 0,1-5-167 0,1 1-255 15,-1-4-300-15,3 0-246 0,-1-2-188 0,2-3 182 16,-1-4 550-16</inkml:trace>
  <inkml:trace contextRef="#ctx0" brushRef="#br0" timeOffset="-142262.65">29896 11488 30 0,'2'1'266'0,"0"-1"149"0,-1 0 124 0,-1 2-58 16,2-2-186-16,-1 0-123 0,1 0-76 0,-2 0-41 15,2 0-24-15,-2 0-2 0,0 0 6 16,1 0 7-16,-1 0 16 0,0 2 12 16,0-2 12-16,2 0-1 0,-2 0-4 0,2 0-12 15,-2 0-10-15,0 0-11 0,0 0-10 0,0 0 3 16,0 0 6-16,0 0 14 0,0 0 20 15,0 0 26-15,0 0 28 0,0 0 28 0,0 0 31 16,0 0 22-16,0 0 18 0,0-2 13 0,0 2 0 16,0 0-13-16,0 0-26 0,0 0-30 0,0 0-37 15,0 0-33-15,0 0-26 0,0 0-22 16,0 0-9-16,0 0 2 0,0 0-2 0,0 0 4 16,0 0 8-16,0 0 7 0,0 0 4 15,0 0 3-15,1 0 4 0,-1 0 8 0,0 0-6 16,0 0-5-16,0 0-8 0,0 0-13 0,0 0-13 15,0 0-16-15,2 0-6 0,-2 0-8 16,0 0-10-16,1 0 0 0,-1 0 0 0,0 0 0 16,0 0-5-16,0 0 3 0,0 0 2 15,0 0 2-15,0 0 2 0,0 0-3 0,0 0 4 16,0 0 0-16,0 0-1 0,0 0-1 16,0 0 1-16,0 0 17 0,0 0 14 0,0 0 7 15,0 0 7-15,0 0-2 0,0 0-2 0,0 0-3 16,0 0-10-16,0 0-1 0,0 0-4 15,0 0-1-15,0 0 2 0,0 0-11 0,0 0-6 16,0 0-3-16,0 0-2 0,0 0 0 16,0 0-3-16,0 0 1 0,0 0 1 0,0 0 0 15,0 0 0-15,0 0-3 0,0 0-1 0,0 0 1 16,0 0-3-16,0 0-1 0,0 0 2 0,0 0 1 16,0 0 2-16,0 0-4 0,0 0 2 15,0 0-1-15,0 0-3 0,0 2 3 0,0-2-1 16,0 2 1-16,-1-2-1 0,1 0 2 0,0 1 1 15,-3 2 0-15,-1 3-1 0,3 0 2 16,-4 2-1-16,0 3-1 0,-1 0-1 0,0 3 0 16,-1 2-2-16,1 3 0 0,-1-1 3 0,1 4-1 15,-2-2 2-15,4 4 0 0,0-1 1 16,3 1-1-16,-2 0 1 0,3 0 0 0,0-1 2 16,0 2-1-16,3-4-2 0,2 1 2 15,-2-2-2-15,2-2-3 0,4 0 0 16,-3-1-1-16,2-1 2 0,0 0-3 0,5-3 0 15,-4-2 0-15,7 1-1 0,-3-4 2 0,4 1-2 16,-1 0 1-16,3-3 3 0,-2-1 1 0,4-1 0 16,-1 1 0-16,0-2 2 0,-2-2-1 0,1 1-1 15,-1-2-15-15,-3 0-31 0,0 0-63 16,-4 0-52-16,0-2-79 0,-3 1-141 0,-3-2-193 16,-2-2-282-16,-2 2-221 0,-2 0-214 0,-1-2 0 15,-3 1 422-15,-1-5 482 0</inkml:trace>
  <inkml:trace contextRef="#ctx0" brushRef="#br0" timeOffset="-141963.59">29920 11622 330 0,'6'-1'898'0,"1"-1"327"15,-1 1 3-15,1-3-150 0,0 3-368 16,1-1-245-16,4 2-130 0,0 0-70 0,1 0-37 16,0 0-73-16,2 2-58 0,1-1-30 0,0 3-19 15,1-3-11-15,-1 4-18 0,0-1-7 0,0 1-4 16,-1 0-4-16,0-2 0 0,0 2-1 16,0 1 1-16,-2 0-2 0,1-1 1 0,-2 0 0 15,1 1-1-15,-5-4-6 0,0 3-29 0,-2-3-52 16,0 1-54-16,-4 1-53 0,-2-2-104 0,-3 0-153 15,-3-1-191-15,-2 1-247 0,0 2-223 16,-2 0-185-16,-2-3 148 0,-1 2 449 0</inkml:trace>
  <inkml:trace contextRef="#ctx0" brushRef="#br0" timeOffset="-141742.77">29883 11757 247 0,'3'4'564'0,"-2"0"274"0,5 0 200 16,-1 1-149-16,3-2-254 0,2 0-159 0,2 0-79 16,3 0-68-16,2 0-84 0,0 0-76 15,4 2-49-15,-1-4-33 0,-1 2-28 0,3 1-21 16,-1-1-12-16,-5-2-12 0,3 2-2 0,-3 0-13 16,-1 0-26-16,0 0-35 0,-5-1-85 15,2 0-129-15,-4 1-177 0,-1-2-290 0,0 1-254 16,-1-1-213-16,1 1 57 0,-3 1 386 0</inkml:trace>
  <inkml:trace contextRef="#ctx0" brushRef="#br0" timeOffset="-141183.29">30441 11695 380 0,'6'-3'885'15,"-3"1"321"-15,-2-2 1 0,3 2-291 0,-3 1-256 16,1 1-185-16,-1 0-119 0,1 0-55 0,0 1-42 16,-2 3-43-16,-4 2-56 0,3 1-50 15,-6 6-32-15,-2-1-29 0,1 5-16 0,-5 1-12 16,1 2-7-16,-2 4-6 0,2-4-2 0,-2-1-4 16,6 1-2-16,0-2 0 0,2-2-3 0,5-3 0 15,1-1 2-15,0-2 2 0,3 1-1 16,3-6 0-16,0 1 1 0,2-3 1 0,2-2 1 15,2-1-1-15,1-1 0 0,1-2 1 0,1-1-2 16,0-2-1-16,0 1-1 0,-1-2 1 0,-2 1-1 16,1 4 1-16,1-1-2 0,-2 1 1 15,-2 0 1-15,0 2-3 0,-2 2 2 0,0 1-2 16,-1 1 1-16,0 2 2 0,-2 3-2 0,0-4 4 16,-2 6-1-16,0-2-1 0,1 0 1 0,0 2 0 15,-3-3 0-15,2 1-3 0,1-2 2 16,-1-2 0-16,2 0-1 0,-2-2 1 0,2-2 1 15,2-2 3-15,0-4 0 0,-1 2 0 0,1-4 0 16,2-1-2-16,-3-2 0 0,0-2 0 16,3 0-1-16,-5 1-2 0,4-1 1 0,-2-5 1 15,1 1-1-15,-2-1-1 0,-1-1 3 0,4 0 0 16,-3-2 0-16,0 0 0 0,-1-1-2 0,1 1 0 16,0 0 0-16,1 1 0 0,-1 4 0 0,-4 4 0 15,3 0 0-15,-3 4 0 0,1-1-4 16,-1 5 0-16,-1-1-1 0,0 2-1 0,0 4-3 15,-1 2-32-15,-2 3-66 0,-1 0-64 0,-1 1-130 16,-2 2-191-16,2 0-318 0,-1 2-305 0,3 0-220 16,-2 4-96-16,0 0 401 0,2 0 562 15</inkml:trace>
  <inkml:trace contextRef="#ctx0" brushRef="#br0" timeOffset="-140997.58">30765 12124 361 0,'-5'3'1460'0,"0"0"416"0,2-2-324 16,-3 2-396-16,-1-1-445 0,4 0-349 0,-2-2-173 15,4 0-82-15,-3 1-43 0,3-1-29 0,1 0-21 16,0-1-23-16,1 1-28 0,3-4-59 16,-4 0-84-16,1 1-159 0,-1-3-277 0,4 3-325 15,-3 1-386-15,1 0-313 0,-1 2 34 0,1-1 725 16</inkml:trace>
  <inkml:trace contextRef="#ctx0" brushRef="#br0" timeOffset="-139261.04">28662 13325 240 0,'-6'-4'514'0,"1"1"278"15,-2 0 198-15,1-1-204 0,-2 2-175 16,-3 1-118-16,0 1-97 0,-3 1-89 0,1 4-84 16,-1-2-70-16,-2 3-37 0,2 2-19 0,-4 4 10 15,4 2 2-15,-2 1 1 0,4 2-3 16,-2 2-13-16,4-3-20 0,2 3-27 0,2-4-22 15,4-2-14-15,2 3-4 0,5-7-1 16,-1 2 0-16,6-5 2 0,1-1 2 0,3-5 2 16,2-2 0-16,2-3 3 0,-2-1 1 0,2-3-3 15,0 0-2-15,-2-5 7 0,-1 3 28 16,0-3 23-16,-6 2 13 0,2 0 12 0,-4 2 5 16,-1 0-8-16,-3 3-22 0,0-2-19 0,-1 1-14 15,0 0-8-15,-2 5-6 0,0 0-3 16,0 0-6-16,0 1-5 0,0 2-5 0,-4 2-4 15,3 1-2-15,-1 2-1 0,-1 2-1 16,1 3 1-16,-1 0 1 0,2 1 1 0,-3 3 1 16,3-1-3-16,1 2 3 0,0 0-1 0,1 1-5 15,1-2-41-15,0 1-61 0,2-1-56 0,0-1-100 16,-1-2-152-16,2-1-228 0,1 0-272 16,0-1-220-16,0-2-184 0,2-4 128 15,2-1 456-15</inkml:trace>
  <inkml:trace contextRef="#ctx0" brushRef="#br0" timeOffset="-138911.72">28926 13277 347 0,'3'1'811'0,"0"-1"323"0,0 1 31 0,-1 1-294 15,-1 0-302-15,1 1-215 0,-2 2-136 16,0 2-81-16,0 1-45 0,0 3-33 0,0-3-21 15,-2 4-13-15,1-1-11 0,-4 2-3 0,4-2-4 16,-2 5-3-16,-1-4-1 0,3 0-9 16,-3 2-8-16,3 0-35 0,-2-5-82 0,-1 2-120 15,0-2-140-15,-2 0-266 0,2 0-270 16,0-1-202-16,-1 1 34 0,2-4 322 0,-1 2 370 16</inkml:trace>
  <inkml:trace contextRef="#ctx0" brushRef="#br0" timeOffset="-137876.89">29406 12984 165 0,'4'-2'430'0,"-1"0"223"16,-2-2 174-16,1 2-117 0,0-1-131 15,-1-1-85-15,1 3-49 0,-2-1-55 0,0 0-57 16,-2-2-72-16,1 2-72 0,-4 0-63 0,-2 1-45 16,1-1-28-16,-3 2-19 0,1 2-6 15,-4 1 6-15,2 1 12 0,-2 0 10 0,3 1 17 16,-3 2 15-16,0 2 0 0,3 1-6 15,-2-1-14-15,1 2-13 0,2 2-17 0,-1-2-17 16,3 3-11-16,1 0-8 0,2 0-2 0,-1 1 4 16,3-1-8-16,-1 0 0 0,2 1 2 15,2-1-1-15,-1-1 0 0,3-1-2 0,0-2 6 16,1-1 1-16,3 2-40 0,0-3-40 16,1-1-94-16,0-2-151 0,0-1-266 0,0-1-302 15,1-1-249-15,1 2-178 0,0 0 189 0,3-1 506 16</inkml:trace>
  <inkml:trace contextRef="#ctx0" brushRef="#br0" timeOffset="-136227.74">29332 15591 83 0,'0'-2'346'0,"0"2"188"0,-1-2 148 16,2-1-88-16,-1-3-194 0,5-1-122 0,-1 0-56 15,3-6-6-15,1 0-2 0,6-1 16 16,0-4 18-16,8-3 16 0,4-2 1 0,0-5-18 16,8 0-26-16,4-3-30 0,1-3-38 15,5-2-45-15,4-1-39 0,2-3-18 0,6 0-13 16,-2-1-5-16,3 1-8 0,3 0 4 0,1-2 6 15,3 0-7-15,1-1-4 0,3-2-6 0,1 1-8 16,1 1-7-16,-1-1-5 0,-1 1-1 16,1 0-4-16,0 3-1 0,-5 1 0 0,1 4 3 15,-5-2 4-15,0 6-4 0,-3 3 3 0,-1 0 6 16,-6 2 3-16,2 3-1 0,-3 1-2 16,-3 2 2-16,-3 0-5 0,-2 5-6 0,-3-1 2 15,-3 3-3-15,-3 0-1 0,-4 2 0 0,-3 2 3 16,-3-2 3-16,-4 5-2 0,-1-1 0 0,-6 2 3 15,2 0 2-15,-5 2 0 0,-2 1 0 16,-1-1 1-16,-2 3-3 0,-1-2 2 0,-1 2 3 16,-1 0 0-16,0 0 0 0,0 0 2 0,0 2 1 15,0-2-3-15,0 0-4 0,0 0-2 0,0 2-4 16,0-2 1-16,0 0 1 0,0 1-2 0,0-1-1 16,0 2-5-16,2-1-11 0,-2-1-36 15,-2 2-79-15,2-2-117 0,-1 0-146 0,-2 0-276 16,-1 0-260-16,0 3-188 0,-1-1 50 0,0-1 327 15,-4 1 371-15</inkml:trace>
  <inkml:trace contextRef="#ctx0" brushRef="#br0" timeOffset="-134972.35">29724 14656 116 0,'7'15'296'15,"0"1"151"-15,0-2 137 0,-1 1-149 0,2 2-87 16,3 2 4-16,0 1 29 0,0 5 1 0,5-1-24 16,0 9-2-16,3-2-24 0,0 4-51 0,2 1-41 15,2 2-36-15,2 1-23 0,0 1-39 16,2 2-24-16,1-1-18 0,2 1-23 0,0 1-16 15,1-1-13-15,4 1-12 0,-1-1 23 0,1 1 16 16,3-2 4-16,1 1 3 0,0-2 1 16,-1 1-5-16,1-3-32 0,3-3-20 0,0-1-9 15,-1 0-11-15,3-6 0 0,2 0-1 0,0-3-2 16,0-5-1-16,1-2 2 0,-1-4 4 0,3-4 1 16,-1-3 3-16,1-2 2 0,2-5-6 15,-3 0 1-15,3-3-3 0,-3 0-42 0,-4-4-39 16,-2 0-59-16,-5-3-132 0,-4 3-194 0,-6-6-309 15,-3 1-248-15,-4 0-231 0,-6-1-29 0,-2-1 424 16</inkml:trace>
  <inkml:trace contextRef="#ctx0" brushRef="#br0" timeOffset="-133558.43">29444 15002 218 0,'-1'-2'411'0,"-2"2"166"0,-1-2 91 0,3 0-244 16,-1 0-171-16,1 2-89 0,2 0-59 0,1-1-38 16,3-1-26-16,1 0 7 0,4-1 12 15,5 2 7-15,4-1 41 0,4 1 29 0,3 1 16 16,6 0-16-16,3 1-14 0,4 2 60 15,4 0 7-15,3 2-18 0,4 5 30 0,6-3 18 16,-1 4 5-16,3-2-47 0,2 4-17 16,7-2-8-16,-1 2-39 0,7-2-14 0,3 1-3 0,2 1-14 15,2-2-21-15,-1 1-10 0,3-1-3 16,0 1-10-16,-2-1-13 0,2-2-1 0,-3 0-4 16,-3 0 2-16,-3-3-8 0,-1 4-4 0,-5-2-3 15,-6-2-4-15,-2-2-1 0,-2 4-5 0,-5-5 1 16,0 2 0-16,-3-4-1 0,-1 1 2 15,-4 0-1-15,-3-4-1 0,-1 0-11 0,-6 1-20 16,0-1-34-16,-7 1-80 0,-4-2-145 0,-4-3-166 16,-6 2-286-16,-4 1-261 0,-1 0-208 0,-5 0 68 15,-5-2 421-15</inkml:trace>
  <inkml:trace contextRef="#ctx0" brushRef="#br1" timeOffset="-120129.25">1171 6243 106 0,'13'-6'293'0,"1"-5"152"0,-1-1 161 0,4-4-103 0,3-4-53 16,1-3-1-16,4-6 10 0,4 1-6 0,-1-5-32 15,1-2-51-15,-1-2-58 0,2-3-54 0,-3 0-58 16,3 0-44-16,-4 0-44 0,2 0-32 0,-1 1-24 15,0 2-18-15,-2 0-13 0,2 2-6 16,-2 1-3-16,-4 2-6 0,-1 7-3 0,1-3-6 16,-5 5 2-16,1 2-3 0,-4 3-2 0,-2 4 0 15,1 0-2-15,-2 3 5 0,-4 2-1 0,2 1-3 16,-2 2-10-16,1 2-20 0,-4 1-33 0,0 1-86 16,-3 2-113-16,0 2-129 0,-1 1-177 0,-4 6-275 15,3-1-205-15,-4 2 10 0,1-1 242 0,-1 4 331 16</inkml:trace>
  <inkml:trace contextRef="#ctx0" brushRef="#br1" timeOffset="-119647.05">1225 6218 144 0,'6'5'402'0,"-1"0"193"0,0-2 132 16,-2 0-151-16,-3-3-228 0,6 3-117 0,0-2-10 15,6-1 31-15,3 2 47 0,1-2 43 0,3-2 34 0,-3 2-6 16,3-4-44-16,3 2-27 0,2-1-20 16,10-2-37-16,1-1-15 0,5-1-26 0,1-1-28 15,1 0-42-15,0-2-40 0,-1 0-18 0,3 0-26 16,-1 0-9-16,-1-2-9 0,1 0-4 15,-1 2-7-15,0 0-8 0,-4-2-7 0,2 2-3 0,-4 2 2 16,0 1 0-16,-3-2 0 0,-1 1 1 16,-2 3 0-16,-2-1 1 0,-2 1-25 0,-2 1-52 15,-2 2-55-15,-5-1-67 0,2-1-119 16,-6 0-172-16,1 1-258 0,-3 0-237 0,-2 1-223 16,-2-1-98-16,-2 0 289 0,-4-1 473 0</inkml:trace>
  <inkml:trace contextRef="#ctx0" brushRef="#br1" timeOffset="-119193.45">2308 6246 365 0,'3'3'685'0,"0"0"242"0,1-3 105 0,-1 0-254 15,0-3-229-15,3-3-162 0,-3-3-83 0,2-4-48 16,1-2-58-16,2-2-58 0,3-4-37 16,-1-2-20-16,5-4-15 0,0-2-17 0,4 1-14 15,0-3-12-15,3-3-12 0,1 2-11 0,3-1-6 16,-2 1 2-16,1 1-6 0,-1 1 5 0,1 1 3 15,-3 4-5-15,0-1-11 0,-3 2-29 16,-1 2-74-16,-4 2-138 0,-3 3-172 0,-3 0-292 16,-2 4-264-16,-3 2-212 0,-5 0 56 0,-1 2 400 15</inkml:trace>
  <inkml:trace contextRef="#ctx0" brushRef="#br1" timeOffset="-118846.39">1862 5450 276 0,'0'1'484'0,"0"-1"162"0,3 2 115 0,2-2-205 0,3 0-143 16,2 0-36-16,2 0 11 0,2 1-4 0,2-1-3 15,0 2-52-15,3 0-62 0,0-1-46 16,3 1-48-16,3-2-25 0,2 0-13 0,3-2 2 16,0 1 1-16,3-4-10 0,2 2-11 0,0-5-9 15,3 2-32-15,0 0-27 0,1-3-18 16,-1-1-15-16,2 0-2 0,-1 2-4 0,-1-1-5 0,-1-2 0 16,-2 2-5-16,-2-2-38 0,0 3-51 15,-4-1-69-15,-3 2-121 0,1 3-185 0,-7-2-312 16,0 5-259-16,-3 2-224 0,-4 5-46 15,-1-2 383-15,-2 5 496 0</inkml:trace>
  <inkml:trace contextRef="#ctx0" brushRef="#br1" timeOffset="-118262.39">2178 6289 188 0,'7'-2'391'0,"-1"1"148"0,-1 1 104 15,0 0-165-15,2 1-55 0,-2 3 29 0,3 3 33 16,0 2 6-16,0 8-26 0,-2 1-68 15,0 2-104-15,-1 6-96 0,0 5-69 0,-2 4-37 16,2 4-27-16,-4 4-13 0,-1 4-16 0,-1 4-8 16,-1 1-6-16,-4 3-8 0,3 2-5 0,-4 1-7 0,3-1-9 15,-3-3-19-15,1-5-53 16,-2-4-109-16,0-5-139 0,0-3-216 0,-3-6-284 16,2-3-246-16,-1-7-101 0,-2-7 231 0,-1-3 405 15</inkml:trace>
  <inkml:trace contextRef="#ctx0" brushRef="#br1" timeOffset="-117831.02">1476 6425 115 0,'3'3'367'0,"1"-1"172"16,-3 1 142-16,1 0-81 0,1 3-151 0,-1 3-95 15,2 1-47-15,-1 2-7 0,0 3-16 0,2 5-26 16,0 4-42-16,0 3-25 0,-2 6-9 0,0 1-20 16,0 5-18-16,-1 2-28 0,-2 2-29 0,0 2-21 15,0 0-22-15,0 1-18 0,-2-1-10 0,2-2-9 16,0 0-6-16,-3-3-9 0,3 1-52 0,-3-4-86 15,0-2-121-15,-2-1-145 0,0 0-290 0,2-3-256 16,3-1-119-16,0-3 115 0,0-5 330 0</inkml:trace>
  <inkml:trace contextRef="#ctx0" brushRef="#br1" timeOffset="-117503.52">1579 7456 125 0,'14'3'300'0,"1"-3"141"0,2 0 151 0,2 0-160 0,5-3-40 16,1-3-23-16,3-2-17 0,2 1-42 0,0-4-59 16,0-2-59-16,2-2-79 0,1-2-46 0,0 2-29 15,1-4-16-15,-1 1-10 0,-1 0-1 0,-1 1 1 16,-1 1 5-16,0 0-15 0,0-1-56 16,-3 2-102-16,0 2-184 0,-3-1-265 0,-2 2-182 15,-3 1-62-15,-2-1 140 0,-1 1 271 0</inkml:trace>
  <inkml:trace contextRef="#ctx0" brushRef="#br1" timeOffset="-117142.42">2504 7333 291 0,'3'-2'502'0,"3"-2"148"0,2-1 158 0,0-6-209 16,2-4-150-16,2-5-80 0,3-5-48 0,0-5-13 15,3-3-85-15,1-6-85 0,3-2-60 0,0-6-38 16,2-1-18-16,3-4-14 0,0-1-9 16,1-4-10-16,-1 0 2 0,1 1 3 0,2-2-2 15,-4 1 5-15,-1 2 6 0,0 0-44 0,-3 1-95 16,-2 3-128-16,-3 2-267 0,-6 3-247 16,0 2-190-16,-5 1 9 0,-4 3 258 0,-4 0 327 15</inkml:trace>
  <inkml:trace contextRef="#ctx0" brushRef="#br1" timeOffset="-116857.14">2743 5476 195 0,'5'2'443'0,"-2"-1"186"0,0 4 157 16,1 3-126-16,-1 1-145 0,1 6-95 0,-1 5-35 15,2 3-14-15,0 7-39 0,-2 4-62 16,2 6-68-16,-1 3-48 0,-2 5-35 0,-1 5-35 16,-1 1-32-16,0 6-22 0,0 0-15 0,0 3-29 15,0-1-86-15,-1 1-140 0,-1-3-198 16,0 0-286-16,-2-2-269 0,4-4-189 15,-5-4 109-15,2-5 411 0</inkml:trace>
  <inkml:trace contextRef="#ctx0" brushRef="#br1" timeOffset="-114411.95">1378 7468 90 0,'0'-13'319'0,"-2"0"172"0,2 2 163 0,0 1-49 0,2-2-83 15,0 2-30-15,-1 0 6 0,-1 0-11 0,-3 4-39 16,-2 0-72-16,-4-2-78 0,1 5-63 0,-2 0-64 16,0 3-44-16,2 0-35 0,1 3-24 15,2 3-14-15,2-1-21 0,0 3-8 0,3 2-8 0,0 3-6 16,5 4 5-16,3 3 12 0,0 1 18 0,4 4 11 16,1 2 8-16,0-1 5 15,3 1-2-15,-2-2-16 0,3-2-13 0,0 0-15 0,-1-6-3 0,3-3-5 16,-1-2 0-16,1-4 1 0,1-5 0 15,-1-3 1-15,2-3 0 0,-2-5-1 0,0-6 1 16,1-2-2-16,-4-6-3 0,0 0-5 0,-3-3-1 16,-1-1 2-16,-4-2-2 0,-2 2 16 0,-1 3 17 15,-3 0 12-15,-2 1 8 0,-2 3 2 0,-3 3 0 16,-1 1-15-16,-2 4-14 0,-4 0-10 0,-1 2-10 16,-3 7-6-16,2-1-3 0,-2 3-4 15,2 3-2-15,-2 1-4 0,3 3 0 0,1 4-2 0,2 1 1 16,2 2 1-16,0 4 5 0,5 2-1 0,-1 0 3 15,4 5 2-15,0 0-1 0,4 2 2 0,-1 0 0 16,4-5 0-16,-1 4-3 0,2-6 1 16,3-2-2-16,-1-4-1 0,1-3 0 0,1-2 0 15,-1-6 4-15,3-3 2 0,-4-3 1 0,3-6 0 16,-2-2-2-16,-2-5 1 0,-2-2-2 0,-1-2-1 16,0-4-2-16,-3 2 1 0,-1-1 0 0,-2-1 2 15,-2 3 2-15,-1 1 1 0,-5 1 1 0,0 4 0 16,-1 0 1-16,-4 1-3 0,1 1-3 0,-2 1-3 15,-1 4 0-15,2 1 0 0,-1-1-3 0,3 5-1 16,-1-1-7-16,4 4-19 0,-2 0-43 0,2 4-58 0,2 2-51 16,3 4-66-16,0 0-106 0,3 2-129 15,0 2-140-15,5 0-229 0,5 2-224 0,5 0-126 16,5 0 150-16,1-2 387 0</inkml:trace>
  <inkml:trace contextRef="#ctx0" brushRef="#br1" timeOffset="-113923.65">2452 7347 116 0,'-5'18'362'0,"0"-1"201"0,2 2 194 16,0 5-32-16,1 2-127 0,1 4-71 0,2 2-45 15,1-3-66-15,3 1-79 0,0-5-96 16,2 1-82-16,1-4-61 0,0-4-40 0,3-4-11 15,0-3-6-15,2-2-2 0,1-6 3 0,-1-3 3 16,1-5-1-16,-1-5-8 0,2-6-7 0,-2-4-10 16,0-6-6-16,-1-2-8 0,0-4 0 15,-3-3-5-15,-1 0-1 0,-2 0 1 0,-1 1 0 16,-5 1 2-16,-2 6-2 0,-2-1 2 0,-4 5 2 16,-5 2-1-16,-3 3 0 0,-4 5-3 15,-2 1 0-15,-1 7 0 0,-4 4-2 0,2 2-1 0,-3 7-2 16,3 3 2-16,1 4-2 0,2 3-4 15,0 2 2-15,3 2 5 0,4-2 2 0,1 4-5 16,6-5-9-16,2 1-51 0,1-3-105 0,2-2-141 16,3-3-220-16,3-6-286 0,0-1-255 15,2-6-96-15,2-6 225 0,-1-5 403 0</inkml:trace>
  <inkml:trace contextRef="#ctx0" brushRef="#br1" timeOffset="-113390.68">2196 6168 153 0,'3'1'346'0,"1"-1"150"15,-4 2 131-15,2-1-164 0,1 2-116 0,-1 0-21 16,-1 0 15-16,1 4 27 0,1 0 5 0,-1 1-14 15,1 1-15-15,-1 3-40 0,-1 4-43 16,1-2-50-16,1 5-45 0,-1-1-38 0,2 2-28 16,-1 0-30-16,0-2-21 0,2 0-15 0,0-6-13 15,0 0-9-15,4-4-9 0,-1 0 2 0,2-7 1 16,2-1-1-16,-1-4 2 0,1-4 3 16,0-3 3-16,1-5-7 0,1-2-3 0,-3 0-1 15,0-4 0-15,-2 2-2 0,-1 0 3 0,-3 1 7 16,-3 4 10-16,1-1 1 0,-6 1 3 0,1 4-2 15,-6-1-3-15,-1 1-3 0,-2 4-9 0,-2 2-1 16,-4 0-9-16,1 5-1 0,-3 0 0 16,-1 3-3-16,0 2-3 0,-2 1-3 0,2 3 0 15,2 1-8-15,-2 0-17 0,1 0-28 0,3 0-71 16,-3 0-123-16,5 0-155 0,-3 1-287 0,2-2-266 16,1 1-203-16,1-4 37 0,-1 2 364 15</inkml:trace>
  <inkml:trace contextRef="#ctx0" brushRef="#br1" timeOffset="-113004.3">1359 6075 207 0,'2'11'414'0,"1"2"195"0,5 5 187 0,-2-1-160 16,2 0-143-16,2 3-77 0,0 0-48 0,0-2-66 15,0 2-89-15,1-3-81 0,-2 0-58 0,1 0-34 16,1-6-16-16,0 0 17 0,0-6 47 16,0 1 23-16,0-5 23 0,0-2 16 0,0-3 8 15,-3-1-18-15,0-6-39 0,-3 0-22 0,1-3-16 16,0-2-8-16,-2 2 12 0,0-1 43 15,1 1 30-15,-2 2 11 0,-1-4 0 0,-2 4-9 0,-3 0-24 16,0 1-47-16,-4 0-29 0,-1 2-18 0,-1 1-11 16,-1 4-11-16,-1-2-3 0,0 3-3 0,2 1-2 15,-1 2-5-15,2 0-3 0,-1 0-8 0,-1 2-38 16,1-1-42-16,1 1-38 0,2 1-74 0,2-3-119 16,0 0-135-16,-1 0-109 0,0-2-203 0,5 1-249 15,5-2-95-15,4-4 157 0,1-3 317 0,1-3 305 16</inkml:trace>
  <inkml:trace contextRef="#ctx0" brushRef="#br1" timeOffset="-112649.48">2009 5208 201 0,'-8'1'446'0,"2"2"245"0,-1 3 199 16,1-1-168-16,2 1-162 0,0 1-109 0,1 0-79 16,0 3-69-16,3 0-77 0,-2 3-44 0,4 0-31 15,-2 3-24-15,5-3-24 0,-2 2-24 16,3-1-23-16,3-2-27 0,1-2-12 0,0-1-6 16,4-2-1-16,-3-2-2 0,5-5-3 0,-2 0 2 15,2-3-1-15,-2-3 0 0,3 0-4 0,-4-4-2 16,0-2 1-16,1 1 1 0,-3-3 2 0,-2 1 1 15,-1 3 5-15,-3-2 4 0,-3 3 6 0,1-2 0 16,-3 4 1-16,0 1-3 0,-3 0-2 16,1 1-4-16,-1 2-9 0,-4 3-9 0,3 0-17 15,-2 3-34-15,-1 2-68 0,1 1-86 0,1 0-104 16,0 1-116-16,4 4-194 0,-2-1-246 0,3 3-121 16,4-1 54-16,1 2 234 0,2-2 286 0</inkml:trace>
  <inkml:trace contextRef="#ctx0" brushRef="#br1" timeOffset="-112258.52">2953 5468 17 0,'-8'-4'453'0,"2"4"394"0,-2-2 291 15,0 2 26-15,0 2-327 0,0 1-288 16,2 0-175-16,-1 0-96 0,1 0-86 0,0 0-47 16,-2 2-33-16,3 1-30 0,-1-2-19 0,1 1-14 15,0 4-8-15,2-1-22 0,-1 0-18 0,2 2-2 16,2 0-5-16,0 3-6 0,2-2-2 0,2 0 3 16,2 2 4-16,2-2-1 0,2-3 5 15,1-2 3-15,3-2 5 0,2-2-10 0,0-6-10 16,1 0-11-16,1-3-9 0,-1-4-10 0,-1-1-9 15,0-1 9-15,-3-2 9 0,-1 1 9 16,-3-1 4-16,-2 0 3 0,-2 0 1 0,-1 1-3 16,-4 3-7-16,-3-1-9 0,0 4-16 15,-3-1-29-15,-4 4-45 0,-4 4-56 0,1 1-67 0,-4 1-76 16,1 4-80-16,-3 4-83 0,1 2-143 16,0 1-176-16,2 4-43 0,-2 0 93 0,3 0 213 15,2 3 232-15</inkml:trace>
  <inkml:trace contextRef="#ctx0" brushRef="#br1" timeOffset="-112006.97">2973 6471 44 0,'-9'7'448'0,"1"-1"347"0,-2 1 241 0,-2-2 34 16,1 0-330-16,0 0-262 0,-2-1-155 15,2-1-96-15,0 0-72 0,3 0-66 0,0-1-67 16,0-1-98-16,1-1-143 0,2 2-206 0,0-2-286 16,2 2-256-16,1-2-174 0,-1 0 112 15,3 0 392-15</inkml:trace>
  <inkml:trace contextRef="#ctx0" brushRef="#br1" timeOffset="-88767.52">1049 4984 15 0,'2'11'205'0,"-2"-2"111"0,0 4 120 0,0 2-61 15,-3-2-96-15,1 3-46 0,-1 2-17 16,-2 4-9-16,2 2 1 0,-3 2 8 0,1 3 6 16,2 0 11-16,-2 5-3 0,0 1-7 15,2 2-14-15,-2 3-27 0,-1 1-20 16,2 1-1-16,-1 1-15 0,-2 0-16 0,1 5-19 16,0-1-37-16,-2 3-31 0,1 2-35 15,-1 0-20-15,-1 2-14 0,1 4-8 0,-3-2 13 16,-1 2 9-16,0 4 7 0,0 0 22 15,-2 3 9-15,1-1 9 0,-1 2 4 0,1 1 5 16,-1-1-16-16,3 2-27 0,-2-1-14 16,2-2 3-16,1 1 1 0,1-1 18 0,1-3 25 15,2-1 16-15,-2-1 8 0,3-3-6 16,0 0-6-16,-2-1-21 0,5-3-9 0,-3-3-5 16,2-4-3-16,0-1-3 0,1-1 2 15,2-1-5-15,-1-3 2 0,-1-3-2 0,2 0-1 16,2-4-1-16,-1 1-2 0,1-5 0 15,-1-1-19-15,4-3-7 0,-3-1-7 16,3-1-2-16,2-3 1 0,-2 0-4 0,0-2 19 16,3 0 12-16,-2-4 3 0,2 1 4 0,0 0 1 15,-2-1 1-15,1-1 1 0,2 1-1 16,-3-3 5-16,1 2-5 0,-1 0 7 0,-1-1-2 16,2 0 17-16,-2-1 8 0,0 1 3 15,0-2 3-15,1 0-4 0,0 1-19 16,-1-2-10-16,0-2-4 0,3-1-4 0,-2 1 2 15,2-2-1-15,2 0 19 0,-2-2-5 16,1 1-3-16,2-2 0 0,0 0-3 0,2-2 0 16,-1 0 0-16,1 0 5 0,3-2 3 0,0 0 1 15,1 0 4-15,2 0 2 0,-3-1-1 16,4 0-2-16,0-1-2 0,3 1-4 16,-1 2 1-16,2-2-3 0,3 0 1 0,0 1 1 15,3-1 1-15,0 0 3 0,0 1-4 0,-1-1 1 16,-1 2-1-16,-1-2-2 0,1 0-7 0,1 0 2 15,-3 1 1-15,3 1-2 0,-2-3 2 0,0 3-1 16,1 1 1-16,1 0-2 0,1-2-1 0,-2 2 3 16,2 0-4-16,0 0 2 0,2-1 0 0,-2-1 2 15,3 2-2-15,-1-3 1 0,1 0 1 0,0 2 0 16,3-1-4-16,-1-1 2 0,0 0 3 16,0-2 3-16,1 2-2 0,1-3-3 0,2 0 4 15,1 1-2-15,-1-2-4 0,4 2-1 0,-2 0 2 16,2-1-2-16,1 0 0 0,-1 3 2 0,1-2-2 15,-3 2 0-15,2-1 0 0,1-1 0 0,-3 2 1 16,2 0-1-16,-1-1-1 0,0 3 2 16,-3-2-1-16,2 2 3 0,-1-1-1 0,-2-1 1 15,1 2 2-15,-3 1 1 0,1-2-2 0,-2 2-1 16,-2 0-2-16,2 0 2 0,-2 2-2 0,0-2-1 16,-1 0-1-16,-4 1 0 0,1-1 2 15,-4 3 2-15,0-3 0 0,-3 0-3 0,-4-3 4 16,1 3-3-16,-5-1 2 0,0-1-3 0,-3 2 2 15,-3-1 2-15,1-1-4 0,-2 0 2 16,-1 0-1-16,-1 0 1 0,0 0 0 0,1 1 1 16,-3-1 0-16,2-2 2 0,-2 2-3 0,0-1-1 15,2-3 3-15,0 4-1 0,1-3-2 0,-3-1-2 16,2-1 6-16,0 2-1 0,1-3 2 0,-1 0-1 16,1 0-2-16,0-1 2 0,-1 0-4 0,2-2 1 15,-1 0-2-15,0 1 0 0,-1-1 5 0,1-1-2 16,1-2-1-16,-1 3-2 0,2-1-1 15,-2-1-2-15,0 1-1 0,1-2-4 0,-2 3 1 16,4-1-1-16,-4 0 2 0,1-1-1 0,-1 0 1 16,1 0 1-16,0-3 3 0,1-1-1 15,-2 1-1-15,-1-2-1 0,1-2 0 0,0-3 0 16,1-3 3-16,0 0 0 0,-1-5 0 0,0-4 6 16,0-1 0-16,1-3 1 0,0-2-4 0,-1-4 0 15,1-3-1-15,1-2-3 0,2-2-6 16,-3-2 1-16,1 0-2 0,1-3-2 0,-2-1 3 15,3-1 8-15,-2 0 5 0,1-1 4 0,0-3 2 16,1 1 4-16,-2-3-2 0,-1 1-5 16,2-1-2-16,-1 1-3 0,0 1-6 0,1 2-3 15,-3-1-6-15,0 4-4 0,1-2 5 0,-2 3 4 16,3 1 7-16,-1-1 5 0,-1 0 4 0,3 2 4 16,-2 3-3-16,-1-3-5 0,1 6-1 15,-1 0-4-15,1 4 2 0,-3 4-2 16,-1 1-1-16,1 3 4 0,-3 4-2 0,2 0 1 15,-2 5 0-15,-2 2 1 0,2 0 2 0,-3 3-7 16,1 2 0-16,-1-1-1 0,-1 4 2 0,-1 2-4 16,0-1 4-16,0 1-1 0,0 1 1 15,-1 3-1-15,0-1-1 0,1 2 2 0,-1-1-2 16,1 0 2-16,-1 4 1 0,0-1 1 16,1 0 0-16,0 1 3 0,-1-1 4 0,-1 1 5 15,2 2 3-15,-4-2 4 0,1 4-1 0,0-3-1 16,-1 3 1-16,-1-2 0 0,2 1 2 15,-3 1-3-15,0 0 2 0,2 0-2 0,-1 1 1 16,-2-2-2-16,0 1 1 0,0 2 7 0,1-1 4 16,-2-2 6-16,-1 4 4 0,1-2 9 0,-2 1-2 15,0-2-5-15,-4 2-3 0,3 2 1 16,-3-2 2-16,-1 2 8 0,1 0 17 0,-3 0 30 16,-2-1 19-16,2 1 9 0,-4-2 6 0,1-1-11 15,-2 2-20-15,1-1-25 0,-3 1-20 0,2-1-17 16,2 0-19-16,-4 0-7 0,1 0-5 15,1-1-5-15,-3 1-3 0,0-2-3 0,-2 0 0 16,-1 1 2-16,-2-1 3 0,-4 2 2 0,1-1 3 16,-3-1-7-16,-3-1 0 0,-1-1-5 0,0 1-4 15,-3-3-2-15,1 3-4 0,-1-1 9 16,-2 1 1-16,0-2 4 0,0 4 0 0,1-2 7 16,0 2 9-16,0 1 4 0,1 1 2 0,1-2-5 15,1 3-2-15,-1 0-6 0,4 0-9 0,-1 3-4 16,4-2-4-16,-1 1 5 0,0 1 2 0,5 0 0 15,-2 0 1-15,1 0 0 0,1 3 0 0,0-2 1 16,1-2-1-16,0 3 0 0,0-3-1 0,-1 1 0 16,1-1-8-16,-1-2-35 0,-2-2-50 0,1 0-47 15,-2-2-73-15,-2-1-129 0,0-4-181 0,-4 1-270 16,-4 0-230-16,1-1-216 0,-3 3-14 16,2 0 376-16,1 0 467 0</inkml:trace>
  <inkml:trace contextRef="#ctx0" brushRef="#br1" timeOffset="-78580.43">1161 8751 170 0,'2'-5'386'16,"-2"5"208"-16,0 0 215 0,0 0-133 0,0 0-102 15,0 0-87-15,0 0-76 0,0 0-72 0,0 0-61 16,2 9-64-16,-1 0-42 0,1 7-14 15,0 2-8-15,-1 4-9 0,2 1-24 16,1 3-14-16,-3 1-5 0,2 4-4 0,2-2 7 16,-2 0 2-16,0 0-7 0,0 1-13 15,-1-1-18-15,1-1-11 0,-1 1-20 16,-1-4-13-16,1-1-4 0,-2 0 0 0,0-2-3 16,0-2-2-16,-2-2 0 0,1 0 1 0,-1-2-10 15,-1-4-17-15,1 1-38 0,-1-6-35 16,0 0-52-16,-3-3-107 0,6-4-148 15,-6-4-182-15,-1-3-260 0,-1-2-245 0,-3-3-157 16,3-4 171-16,-1 1 424 0</inkml:trace>
  <inkml:trace contextRef="#ctx0" brushRef="#br1" timeOffset="-78279.24">981 8822 139 0,'2'-4'344'0,"-2"4"176"0,0 0 150 16,0 0-131-16,0 0-116 0,0 0-79 15,2-7-61-15,1 2 6 0,0 2-19 0,3-2-33 16,3 1 25-16,1 1 9 0,3 0-4 16,1-1-57-16,0 1-6 0,5 2-7 15,-3-1-57-15,3 1-29 0,1 1-16 0,0-3-10 16,2 3-41-16,-2 0-20 0,1-2-12 15,-2 2-7-15,0 0-4 0,-3-1 1 0,-1 1 0 0,0 0-1 16,-1 0 2-16,-3 0 3 0,0 0 0 0,0 0-3 16,0 0-14-16,-1 1-14 0,4-1-34 15,-6 0-96-15,-2 2-143 0,-6 2-176 0,0-1-283 16,0 2-261-16,-3 3-186 0,0-1 132 0,-7 1 406 16</inkml:trace>
  <inkml:trace contextRef="#ctx0" brushRef="#br1" timeOffset="-77880.91">1383 9130 166 0,'6'2'385'15,"1"1"151"-15,0 1 136 0,1 2-123 0,-1 1-110 16,2 2-54-16,2-1 1 0,-3 4 10 0,0 2-25 16,0-1-51-16,0 2-76 0,-3-1-64 0,-2 0-43 15,2 1-44-15,-2 0-33 0,0 1-25 0,-1-2-18 16,-1 1-9-16,2-1-23 0,-3-1-71 16,-4-1-103-16,1-3-139 0,-4 2-222 0,2-3-276 15,2-2-210-15,0 0-3 0,-2-4 252 0,-1-4 349 16</inkml:trace>
  <inkml:trace contextRef="#ctx0" brushRef="#br1" timeOffset="-77692.83">1376 9002 45 0,'10'-3'441'0,"-2"2"301"0,0-1 172 0,-2 1 31 0,-1-3-348 16,0 4-270-16,-2-1-139 0,2-1-71 0,-2 1-33 15,1-1-40-15,1-1-69 0,-3 0-85 16,-2 2-106-16,0-2-139 0,3 1-274 0,2 0-209 16,3 2-50-16,1-1 149 0,-4-1 268 0</inkml:trace>
  <inkml:trace contextRef="#ctx0" brushRef="#br1" timeOffset="-77103.54">1838 9068 106 0,'-3'4'319'0,"1"-2"159"16,-2 2 133-16,4-3-156 0,-2 1-157 0,1-1-92 16,1 1-67-16,1 0-51 0,1-2-37 0,2 0-25 15,1 2-13-15,-2-2-7 0,4 0-1 0,-1 0-3 16,2 0 0-16,1 0 2 0,1 0 2 16,0 0-3-16,2-2 5 0,-1 0 1 0,2 0 4 0,-2-1 0 15,2 2 24-15,-1-3 11 0,-2 2-29 16,-1-2-60-16,2-2-93 0,-3 3-220 0,-3 0-208 15,0 1-90-15,-2-1 60 0,-3-1 165 0</inkml:trace>
  <inkml:trace contextRef="#ctx0" brushRef="#br1" timeOffset="-76843.09">1981 8979 84 0,'9'2'241'0,"1"-1"113"16,-2 2 65-16,2 0-122 0,0-1-82 0,0 1-21 16,2 0-18-16,-1 0-7 0,-1 0-8 0,1 0-14 15,0 2 18-15,-3-2-1 0,0 2 22 0,1-1 12 16,-4 2 20-16,1 2 13 0,-2 0-21 0,-3 1-25 16,-1 0-41-16,0 3-36 0,-3 0-39 0,1-1-27 15,-2 4-16-15,-1-4-13 0,-2 1-19 0,-2-1-46 16,3-2-70-16,-2-1-89 0,1-2-118 15,-2 2-228-15,4-2-206 0,-1-3-76 0,1 0 96 16,2-1 223-16</inkml:trace>
  <inkml:trace contextRef="#ctx0" brushRef="#br1" timeOffset="-75991.49">2718 8885 202 0,'-4'2'383'0,"1"0"157"15,-2 2 84-15,2 1-202 0,0-1-144 0,1 1-88 16,2 1-52-16,2 3-32 0,1 0 3 0,2 5-3 16,1 2 3-16,1 1 6 0,2 1 23 0,-1-1 3 15,3 1-31-15,-2-1-24 0,3-3-15 16,-3 2-12-16,2-2-28 0,0-7-14 0,-1 2-3 16,2-3-3-16,-2-5 3 0,0-1 2 0,-1-3 4 15,-3-5 3-15,2-1 2 0,-3-4-3 16,0-1 1-16,-2-3-2 0,1-3-1 0,-4 2-1 15,0-2 5-15,0 0 22 0,-4 2 22 0,-1-1 8 16,0 2-9-16,-1 3-12 0,-2-2 1 0,0 3-15 16,-1 2-19-16,-1 0-14 0,-1 2 7 15,0 2 1-15,3 2-10 0,0 0-17 0,-1 5-8 16,2 0-26-16,3 5-43 0,0 0-55 0,1 4-72 16,3 4-72-16,-2 0-90 0,4 3-103 15,0 2-202-15,-1-1-71 0,4-2 67 0,-2 2 165 16,2 0 196-16</inkml:trace>
  <inkml:trace contextRef="#ctx0" brushRef="#br1" timeOffset="-75572.25">3255 8812 102 0,'-5'8'334'0,"-1"0"152"0,1 2 131 0,2 3-107 15,0 2-174-15,1 3-110 0,2 0-60 0,2 2-26 16,1-3-30-16,0 2-38 0,4-2-32 0,0-2-17 15,3 0-10-15,0-6-4 0,2 1-7 16,1-4-1-16,1-3 5 0,-1-2 1 0,1-4 2 16,-2-4 5-16,1-1 2 0,-2-3-2 0,0-4-1 15,-4-2-1-15,-1 0-2 0,-3-1 1 16,0-1 0-16,-3 2-1 0,-3 0-1 0,0-1-2 16,-5 4 2-16,-2 1-6 0,-2 1 4 0,-1 2 0 15,0 1 0-15,-2 3-4 0,0 1-1 0,0 4-4 16,0 1-10-16,1 3-28 0,3 1-36 0,-1 4-43 15,2 2-47-15,2 2-59 0,3 1-58 16,-1 5-168-16,1-1-106 0,4-1 5 0,-1 2 98 16,4-1 140-16</inkml:trace>
  <inkml:trace contextRef="#ctx0" brushRef="#br1" timeOffset="-75257.57">3616 8828 110 0,'7'10'307'0,"-4"1"143"0,2 2 135 0,-3-1-151 0,1 1-104 16,0 4-68-16,-1-5-40 0,1 0-39 0,0-2-43 16,0-1-40-16,0-1-52 0,0-2-23 15,1 0-12-15,-1-3-2 0,0-2 1 0,0-2 6 16,-1-1-1-16,1-2 3 0,-3-5 4 0,2-2-24 15,-2-2-19-15,-2 0-11 0,1-1-5 16,-3-3-5-16,-1 3-8 0,-1-1 25 16,-2 2 10-16,-1-1 9 0,-1 3 1 0,1-1 1 0,-4 4 2 15,2-1 0-15,0 4-2 0,3 0-7 0,-1 4-20 16,1 1-29-16,0 3-30 0,3 0-34 16,0 3-46-16,2 3-59 0,0 1-136 0,1 1-138 15,1 0-35-15,1-1 66 0,0 0 124 0</inkml:trace>
  <inkml:trace contextRef="#ctx0" brushRef="#br1" timeOffset="-74874.76">4246 8154 229 0,'0'-15'557'0,"0"5"279"0,0 2 175 15,-1 2-184-15,-1 1-234 0,0 3-172 16,1 2-118-16,-2 4-84 0,-2 3-83 0,2 6-66 16,-2 4-40-16,2 5-15 0,0 5-10 0,0 4 0 15,-1 3 2-15,3 5-2 0,1-1 3 16,0 1-3-16,3 1-4 0,0 0-18 0,2-4-63 16,2-4-118-16,-1-3-136 0,3-2-247 15,1-4-264-15,-1-3-196 0,2 0 12 0,0-3 299 16,-1-2 341-16</inkml:trace>
  <inkml:trace contextRef="#ctx0" brushRef="#br1" timeOffset="-73272.71">4523 8186 93 0,'2'0'301'15,"-1"-1"152"-15,1 1 114 0,1-2-134 0,-1 2-135 16,-1 0-91-16,1 0-63 0,-1 0-49 0,1-2-30 15,1 2 3-15,2-2 0 0,-1 0 5 16,1 0-1-16,3-2 1 0,-1 1 42 0,2 0-3 16,-1-1-1-16,2 1-7 0,-1 2-4 0,0-1-6 15,-1 1-36-15,2-1-30 0,-1 2-13 16,-1 0-11-16,-1 0 1 0,-1 0 49 0,1 2 29 16,-2-1 13-16,0 1 9 0,0-1 36 15,-2 0 38-15,0 1-7 0,1 2 11 0,0-1 17 16,-4 0 7-16,0 4-18 0,0 1-14 15,-4 1-12-15,0 2-16 0,1 4-23 0,-2 1-15 16,-3-1-14-16,0 4-20 0,-1-1-24 0,0 2-15 16,-1 0-10-16,-2-2-9 0,2 2-5 0,2-2-3 15,-1-4-3-15,2 2-4 0,1-4-7 16,1-3 0-16,2 2 0 0,0-3-6 0,1-2-3 16,2 0-3-16,2-2 2 0,-1 1 1 15,2-2 1-15,2 0 5 0,0 0 1 0,2-3 7 16,0 0 2-16,1-3-1 0,2 2-1 15,-1-2 4-15,2 0 6 0,0-2-6 0,2 0 1 16,-2-1-1-16,0 0 5 0,2-2-4 0,-2 1-9 16,-2 0-25-16,2 1-29 0,-1-1-30 0,-1 2-60 15,-1 0-90-15,0 1-119 0,-3-2-120 16,-2 3-230-16,2-1-251 0,0 2-149 0,-1 0 77 16,1 0 304-16,1 1 345 0</inkml:trace>
  <inkml:trace contextRef="#ctx0" brushRef="#br1" timeOffset="-72758.73">5018 8189 20 0,'-2'-4'320'0,"-1"-2"234"0,-2 2 242 0,1 0 125 0,-1 1-200 15,0 1-157-15,0 1-93 0,1-1-75 16,-1 4-86-16,0-1-94 0,-2 2-78 0,0 3-53 16,1 0-34-16,-1 1-27 0,1 3-9 15,1 1-12-15,1 1-2 0,-1 2-2 0,3 0 1 16,2 1 1-16,0-1-1 0,0-1 3 15,2-1-1-15,1-3 1 0,2 2-3 0,0-5-1 16,2 1-1-16,1-3 2 0,-1-2-1 0,2-2 2 16,2-4 1-16,-1-1 1 0,1-3-1 15,1-5 1-15,0-1 2 0,0-1-1 0,-1-2 2 16,-1-1 3-16,-1-1-1 0,-1-1 2 0,-2 2-6 16,-1 1 0-16,0 1-1 0,-1 1-2 15,-4 4-1-15,2 0-3 0,-4 4 4 0,2 1-4 16,-4 1-2-16,4 3-2 0,-3 2 0 15,1 2 3-15,-1 3-1 0,0 1 1 0,1-1 1 16,-1 5-1-16,3 0 2 0,-2 3-5 16,4-2 2-16,-2 3-2 0,3 0 3 0,0 0 1 15,1-1-3-15,-1 1 3 0,4-2-19 0,0 1-34 16,-1-2-64-16,2-1-90 0,-1-4-109 0,3 1-145 16,-3-2-280-16,4-3-206 0,-2 0-69 15,1-2 150-15,-2-4 297 0</inkml:trace>
  <inkml:trace contextRef="#ctx0" brushRef="#br1" timeOffset="-72488.92">5253 7709 224 0,'5'-3'392'0,"0"0"132"0,0 1 34 15,1 2-193-15,3 2-150 0,-1 0-40 16,2 2-10-16,0 2 2 0,2 0 64 0,1 2 31 16,-1 4 14-16,1-1-25 0,-2 5-3 0,3 2 0 15,-4 1-61-15,2 2-48 0,-2 0-31 16,-2 5-17-16,0 0-37 0,-1 3-20 0,0-1-15 16,-4 4-18-16,2-1-62 0,-5 3-97 15,2-3-121-15,-4 2-216 0,0 2-266 0,-4-4-197 16,1 1-10-16,-6-3 225 0,2 1 316 15</inkml:trace>
  <inkml:trace contextRef="#ctx0" brushRef="#br1" timeOffset="-69971.11">1073 10217 114 0,'0'0'350'16,"-3"-6"218"-16,-2 3 231 0,-1 1-52 0,1-1-91 15,0 1-67-15,-1 0-68 0,0 1-64 16,-5-2-66-16,3 2-27 0,0 1-37 0,-3 0-36 15,5 0-39-15,-1 1-41 0,2-1-40 0,5 0-60 16,-6 2-43-16,0-1-26 0,6-1-15 16,-6 1-13-16,1 3-5 0,0-1-6 15,2 5-4-15,-1-3-4 0,1 5 0 0,3 4 0 16,0 1-3-16,2 7 2 0,1 2 2 16,2 4 4-16,0 8-1 0,3 1 1 0,2 3 0 15,0-1 0-15,1-1-2 0,3-1 0 16,-1-2 8-16,1-5 0 0,-1-4 4 0,3-2 0 15,0-9-1-15,1-1 2 0,1-3-6 16,0-7-2-16,3-5-3 0,0-4 3 0,-1-6 0 16,5-4 1-16,0-1 2 0,-1-4-3 0,3-2-3 15,-3 0-4-15,-2 3-1 0,-3-1-3 16,-2 1-3-16,-1 1 7 0,0-1 3 0,-5 3 4 16,2-3 2-16,-5 2 1 0,-2 0 3 0,-1 0-2 15,-2 1 2-15,-3 0 0 0,-3 3 7 0,0-2 3 16,-4 1-1-16,-1 1 1 0,-4 3-2 0,1-1 8 0,-5 2-2 15,2 1-4-15,-5 0-5 0,-2 4-4 16,-1 2-3-16,-3 1-9 0,-2 1-5 0,6 1-4 16,-3 2 4-16,4 0-1 0,2 2 4 15,1-1-3-15,4 1 0 0,1 1-2 0,4 0 0 16,3 0-1-16,0 2 0 0,2 2-5 16,3-1-17-16,0 2-41 0,2-2-50 15,1 2-45-15,5-2-57 0,0 2-92 0,3-4-112 16,0 2-107-16,2 0-171 0,2-1-243 0,0 2-195 15,2-2 23-15,-4-2 285 0,1 3 379 16</inkml:trace>
  <inkml:trace contextRef="#ctx0" brushRef="#br1" timeOffset="-69689.5">1596 10439 218 0,'5'6'333'0,"0"-3"118"0,1 0-7 0,4-1-147 16,-1 0-99-16,-1-1-50 0,5-2-27 15,-2-1-25-15,0-2-40 0,3 0-17 0,-1-2-14 0,1 0-7 16,-3 0-5-16,2-3 1 0,1 0-5 15,-3 2-1-15,0-2 2 0,0 1-3 0,-3-1-32 16,3 1-52-16,-3 2-89 0,0 0-232 0,-2-1-114 16,0 2-19-16,-1 3 93 0,-3-2 145 0</inkml:trace>
  <inkml:trace contextRef="#ctx0" brushRef="#br1" timeOffset="-69422.35">1829 10317 70 0,'11'-3'225'0,"-3"1"102"0,3 2 56 0,-2-1-104 0,1 1-57 16,1-2-30-16,0 2-10 0,-2 0-15 0,3-1 8 15,-2 1-10-15,0 1 26 0,0-1 34 16,-1 3 39-16,-1-1 54 0,0 2 58 0,-2-1 41 16,0 2-16-16,-4 0-40 0,-1 2-47 0,-2 1-53 15,1 2-69-15,-2 0-51 0,-4 4-38 0,2-1-29 16,-3 1-17-16,1 1-17 0,-2-1-17 0,-1 3-10 15,1-3-5-15,-1-2-3 0,-1 4-21 16,3-4-21-16,1-3-31 0,-1 2-84 0,1-3-120 16,0-2-137-16,3 1-159 0,1-1-284 0,4-1-234 15,3-2-30-15,2 2 236 0,1-4 354 0</inkml:trace>
  <inkml:trace contextRef="#ctx0" brushRef="#br1" timeOffset="-68789.57">2322 10542 100 0,'2'5'323'0,"2"-4"164"16,-4 1 153-16,2-1-96 0,-2-1-121 0,3 0-75 15,-3 0-51-15,2 0-35 0,-1-1-50 0,-1 1-58 16,2-2-52-16,-2 2-42 0,2-1-23 16,-1-1-16-16,2-1-12 0,2-1-8 0,0-3 41 0,4 1 32 15,1-4 17-15,1-1 10 0,5-4 35 16,0-1 39-16,2-1-16 0,3-3-17 0,0-2-13 15,2 1-9-15,-1-3-33 0,2 1-36 0,-3-2-23 16,-1 2 2-16,1 2 1 0,-4 1-8 16,-3 2-68-16,-3 5-114 0,-2 1-141 0,-2 4-307 15,-7 3-274-15,0 5-237 0,-3 5 4 0,-5 0 315 16,0 5 396-16</inkml:trace>
  <inkml:trace contextRef="#ctx0" brushRef="#br1" timeOffset="-68385.22">2330 10391 158 0,'3'5'319'0,"2"1"145"0,0-1 70 15,1 2-139-15,2 3-80 0,-2-3-43 0,2 1 7 16,2 2-17-16,-1-1-28 0,2 1-37 0,-3-2-38 16,3 3-28-16,-1-2-51 0,-1 2-34 15,2-3-17-15,-1 2-7 0,-1 0-6 0,2-3 0 16,-3 2-10-16,2 1-60 0,-2 0-99 0,1 1-150 16,-1 0-265-16,-3 0-186 0,0 1-74 15,-2 0 135-15,0-3 252 0</inkml:trace>
  <inkml:trace contextRef="#ctx0" brushRef="#br1" timeOffset="-68150.68">2719 10551 140 0,'3'5'339'0,"-1"0"140"0,2 2 117 0,-4-1-179 0,2 2-156 16,-2 1-90-16,1-1-42 0,-1 5-24 0,2-4-35 16,-2 5-26-16,0-3-20 0,3 2-9 0,-3 2-2 15,0-3-13-15,2 1-37 0,-2 2-84 16,0-3-197-16,0 0-188 0,0-1-84 0,0 0 23 16,0-3 137-16</inkml:trace>
  <inkml:trace contextRef="#ctx0" brushRef="#br1" timeOffset="-67921.16">2885 10530 19 0,'8'-5'265'16,"0"-2"140"-16,-2 2 128 0,2-1 47 0,-2-3-172 15,1-1-132-15,1-2-41 0,1-2-24 0,-1-1-27 16,0-5-57-16,2 2-55 0,0-2-29 0,-2 0-18 15,2-1-36-15,2 1 11 0,-2-4 0 16,1 5 0-16,-2-1 0 0,1 1-24 0,-3 2-34 16,-3 3-113-16,1 2-271 0,-4 4-184 0,-1 5-87 15,-3 0 54-15,-4 3 189 0</inkml:trace>
  <inkml:trace contextRef="#ctx0" brushRef="#br1" timeOffset="-67727.04">2855 10431 37 0,'9'11'222'0,"0"-2"100"0,0-1 106 15,0 1-97-15,-1 1-90 0,2-1-54 0,-1-1-32 16,1-2-17-16,-1 1-26 0,2 1-22 0,-1-2-41 16,1 0-24-16,1 2-8 0,-2-2-3 0,0 3 0 15,0-2-22-15,0-1-54 0,-2 3-203 16,1-3-174-16,-1 3-75 0,0-3 20 0,-3 1 106 15</inkml:trace>
  <inkml:trace contextRef="#ctx0" brushRef="#br1" timeOffset="-67233.44">3261 10602 200 0,'0'6'454'0,"0"-2"230"0,0-2 196 0,-1 3-181 0,-1-1-166 16,2 1-122-16,0 0-94 0,-2-1-72 15,2 2-91-15,-1 3-63 0,1-4-44 0,0 4-23 16,-2 0-11-16,2-3-8 0,0 2-1 0,0 0-5 16,2-2-7-16,-2 0-29 0,0 0-74 0,1-3-92 15,1-2-108-15,1 1-207 0,-1-2-251 0,1 0-138 16,-1-2 57-16,1-2 221 15,-1-2 265-15</inkml:trace>
  <inkml:trace contextRef="#ctx0" brushRef="#br1" timeOffset="-64468.44">4324 9955 61 0,'-2'-4'296'0,"1"4"163"0,-2 0 152 0,-2 2-42 0,0 1-150 16,0 0-98-16,-1 5-48 0,-2-2-36 15,0 5-23-15,2 0-26 0,-1 1-13 0,0 3-2 16,0 2-11-16,3 3-32 0,-1 2-34 0,1 3-29 16,3 1-10-16,-1-1-18 0,2 4-10 15,0-1 15-15,0-1 4 0,2-2-1 0,-1 0-19 16,1-4-14-16,1 1 14 16,2-2 6-16,0-3 8 0,0-1-1 0,2 2-3 0,-2-3-55 15,0-2-92-15,1 1-97 0,1-5-107 0,-1 2-109 16,-2-3-170-16,1-4-190 0,-1 1-54 15,-1-4 91-15,0-1 207 0,-1-4 214 16</inkml:trace>
  <inkml:trace contextRef="#ctx0" brushRef="#br1" timeOffset="-63737.46">4493 9945 98 0,'3'-3'315'0,"-1"0"161"16,-1 0 137-16,1 2-93 0,0-1-89 0,-1 0-43 15,-1 0-15-15,2 0 9 0,-2 2-6 16,0 0-25-16,1 0-35 0,-1 0-39 0,2 0-46 16,-2 0-47-16,0 0-41 0,2 2-38 15,-2 0-28-15,0 3-28 0,-2 3-14 0,2 1-6 16,-2 3-1-16,1 2 3 0,1 3 0 16,-2 3 8-16,1 2 2 0,-1 1-2 0,2 0-10 15,-2 1-2-15,2-2-5 0,-1-2-12 0,1-4-5 16,1 1-5-16,-1-2 0 0,2-4-1 15,1 1-3-15,-1-4 2 0,1 0-1 0,3-4 2 16,-1 0 1-16,0-3 0 0,1-1 0 0,0-1 6 16,4-3 0-16,-2-2-6 0,0-1 2 15,1-2-4-15,0-1 0 0,1 0-4 0,-2 0 1 16,1 0 4-16,-1 3-4 0,-1-4 4 16,-1 5 2-16,-3 1 2 0,3-2 1 0,-4 3-3 15,1 2 4-15,0 0 2 0,-3 2-2 0,2 0-2 16,-2 0 1-16,0 2-2 0,-2 4 3 15,2 3-2-15,-3-2 2 0,1 6-2 0,1-2-2 16,-1 3 4-16,-2-2-4 0,2 4 0 16,2-2-1-16,-1 2 0 0,-1-2-2 0,2 2 1 15,-1-3-2-15,1 0 0 0,1-3-5 0,-1 1-14 16,2-1-15-16,-1-4-23 0,-1 0-48 0,2 0-82 16,1-4-102-16,-2-1-110 0,1 1-147 15,-1-2-274-15,3 0-193 0,-3-2-15 0,3 2 197 16,-1-1 307-16</inkml:trace>
  <inkml:trace contextRef="#ctx0" brushRef="#br1" timeOffset="-63365.75">4844 10314 298 0,'-3'0'504'16,"1"0"167"-16,1 0 41 0,-1 0-265 0,2-2-214 0,-1 2-122 16,-1 0-75-16,2 0-58 0,2-1-59 15,-1 1-77-15,1-2-186 0,-1 2-193 16,3 0-72-16,-1-1 40 0,0 1 133 0</inkml:trace>
  <inkml:trace contextRef="#ctx0" brushRef="#br1" timeOffset="-63198.31">5010 10300 16 0,'3'-2'202'0,"0"2"97"0,-1-1 89 0,1 1-102 15,2-5-120-15,0 4-77 0,-2-2-52 16,3 0-72-16,0-1-114 0,-1 1-145 0,0 2-46 16,0-4 22-16,-2 2 71 0</inkml:trace>
  <inkml:trace contextRef="#ctx0" brushRef="#br1" timeOffset="-62649.99">5190 9636 139 0,'3'-4'354'0,"-1"-2"160"0,1 3 115 15,0 1-184-15,-1 0-179 0,-1 2-106 16,1 0-56-16,1 0-13 0,-1 4 10 0,1 1 35 16,0 2 44-16,2-1 39 0,-2 3 19 15,2 0 6-15,0 4-2 0,-1 1-22 0,1 1-34 16,0 3-30-16,2 1-26 0,-2 3-31 15,0 1-35-15,0 0-28 0,0 3-18 0,2 2-8 16,-3-1 0-16,0 2 0 0,0 3 3 16,-1 1 4-16,0 1 2 0,0 1-7 0,-1-1-38 15,1 1-70-15,-3 3-105 0,-3-1-134 0,1-2-266 16,-1 4-250-16,0-3-146 0,-4 3 60 16,1-4 275-16,-5 0 314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6D9563-A2D0-0CBC-6BC0-F288AF21A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7B3AE37-533A-BE7F-1CBB-C581CE57A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A72F9D-89E7-A76D-A7AE-0EEFFBF5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95646F-919F-79C1-5A96-307E5750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05898C-7C08-E09E-5D9E-9B69C983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4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DCD175-6164-9F9E-C9BB-9E879B2D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59793C-ACEE-901B-3EF8-2D0DBE8E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968052F-08BA-89C9-810D-9F6E4780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CD95823-E3AE-21B1-9032-E61F8214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784497-171B-4506-577C-FCFA0947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7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62EC53-6DEF-E0AC-74E8-AD507977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070F067-832B-B7D4-C4F1-7193DD7FD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34B759-65A0-DB70-8297-E31D45C8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B0D0E7-91BC-FC34-F6B2-6D0262BB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E8EA73E-A3A9-25F8-0CDD-30BB1EE9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0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79BB85-7DA8-174B-2147-A9CE2643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57EB866-2D04-1229-63AC-AA80D56E6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F44FB96-C0AA-79D3-6661-949AC6B1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3B66497-7BA0-C21D-E7A9-09863BA5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D2F9A6D-945B-EA7F-3681-8066B06E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52DA321-2DFC-4DA1-1F36-DCB62802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0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577B87-8A34-B8D5-5B07-0AD70D14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A1BE54A-C81F-AE37-9CAD-87F23A4A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463C87E-8352-B059-822F-0DD0494C5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C3F0CBA-0732-D3D8-39FC-795D952EA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B90F0EE-AB9F-7DD4-8DE9-9B5367E1B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6362230-8EA0-715E-4107-AE7689BC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9AF453FC-0FDC-A97E-7CE1-1B1B59BD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BA97B6B-6F1D-F0CA-72F0-E69D6028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8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671939-186F-84F6-04CB-0840B451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1258CAF-84AF-0386-10D3-1652C9C3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08E5D48-BBAF-7F3E-7E28-C214A3DD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B659722-9D2E-8DFC-1E23-7725AEDB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9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09E729F-BAF3-5FC4-DCA7-BD12CE60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FE5760B-1AF3-D3CA-A9C7-F0B92D50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100EF4-7A64-B790-8F15-DEF24FD3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4ED7FC-8F94-6B81-669E-434CE84A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C01E14-F812-063B-871F-305D8C37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0611F36-22D3-0A3D-2053-217EDFDDF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0EE04F-0C30-C692-EEBB-28C20791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12EB58E-F64E-8AC7-4D8C-2E43F022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420782-F018-23FE-596A-643DA30B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9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0C8DA8-5277-3612-B41B-671E7671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ADB4691-BD80-5D75-9C6E-BF939824D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BA34BBF-F8E7-912D-2EC7-58D10D726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C4AED50-0D3A-A732-4654-6301E8A3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97F68FC-DEE0-5A7C-63B4-F4C94789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116E855-B17E-4687-B6F6-2FEB88A2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23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C93C97-4B5F-2838-476F-B9537FE2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D5B5497-9C0C-6220-F7CD-347E247C1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F0E09CF-1E05-AAFC-24ED-92D787C6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38D12D5-15D8-FA36-D8AA-DE39926B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594B4F-4802-4D23-50C4-743E108B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3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D64971B-E156-853A-3BE5-4D2F533C7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A158C3B-5B8B-71A6-2014-A30167111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C15F33B-8114-31D2-364D-5FF0D78C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C5BACF-F7B1-D8FB-13F3-12F8A5FD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22EEAF-9359-681D-08DC-CFD20E18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747AD6-CC61-DCE5-C426-54663675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C411979-0CDF-5C2B-1248-BE2AE989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9A5397-A5F1-6B36-DBBA-B32D59B86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77F84-A969-4CD0-AF20-21A419653A54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635E20-C999-1AEC-0A6B-86E9EB83C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B2D59F0-6BF8-76B7-B99F-7269FB453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E6B1F-B8F6-4483-9101-00AF2D60E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8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20A098FC-BD91-0D0D-1E2A-15E96747257B}"/>
                  </a:ext>
                </a:extLst>
              </p14:cNvPr>
              <p14:cNvContentPartPr/>
              <p14:nvPr/>
            </p14:nvContentPartPr>
            <p14:xfrm>
              <a:off x="1986840" y="330840"/>
              <a:ext cx="8983080" cy="58132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20A098FC-BD91-0D0D-1E2A-15E967472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7480" y="321480"/>
                <a:ext cx="9001800" cy="58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421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26F5658-9B1F-02D2-AA09-C774A2EB2E48}"/>
                  </a:ext>
                </a:extLst>
              </p14:cNvPr>
              <p14:cNvContentPartPr/>
              <p14:nvPr/>
            </p14:nvContentPartPr>
            <p14:xfrm>
              <a:off x="1901160" y="1549800"/>
              <a:ext cx="6797880" cy="32511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26F5658-9B1F-02D2-AA09-C774A2EB2E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1800" y="1540440"/>
                <a:ext cx="6816600" cy="326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383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AC9B45C9-5C81-20A6-5B47-31084078A3D8}"/>
                  </a:ext>
                </a:extLst>
              </p14:cNvPr>
              <p14:cNvContentPartPr/>
              <p14:nvPr/>
            </p14:nvContentPartPr>
            <p14:xfrm>
              <a:off x="1312920" y="299160"/>
              <a:ext cx="7577640" cy="55695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AC9B45C9-5C81-20A6-5B47-31084078A3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3560" y="289800"/>
                <a:ext cx="7596360" cy="558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207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43456C0-AD5B-4ACE-2EB0-BA4031944D34}"/>
                  </a:ext>
                </a:extLst>
              </p14:cNvPr>
              <p14:cNvContentPartPr/>
              <p14:nvPr/>
            </p14:nvContentPartPr>
            <p14:xfrm>
              <a:off x="248040" y="406080"/>
              <a:ext cx="11460960" cy="60526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43456C0-AD5B-4ACE-2EB0-BA4031944D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680" y="396720"/>
                <a:ext cx="11479680" cy="607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894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13782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D0C83B1D-A7C2-46E5-B887-E131B9CC8D5E}"/>
</file>

<file path=customXml/itemProps2.xml><?xml version="1.0" encoding="utf-8"?>
<ds:datastoreItem xmlns:ds="http://schemas.openxmlformats.org/officeDocument/2006/customXml" ds:itemID="{F69A1D5B-2FF4-4062-8389-BC8705FCDE57}"/>
</file>

<file path=customXml/itemProps3.xml><?xml version="1.0" encoding="utf-8"?>
<ds:datastoreItem xmlns:ds="http://schemas.openxmlformats.org/officeDocument/2006/customXml" ds:itemID="{B9F87EAB-FCCC-4F5B-AA88-2D624BF3809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1</cp:revision>
  <dcterms:created xsi:type="dcterms:W3CDTF">2022-10-11T13:16:05Z</dcterms:created>
  <dcterms:modified xsi:type="dcterms:W3CDTF">2022-10-11T13:16:21Z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