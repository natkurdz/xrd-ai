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7.xml" ContentType="application/inkml+xml"/>
  <Override PartName="/ppt/ink/ink5.xml" ContentType="application/inkml+xml"/>
  <Override PartName="/ppt/ink/ink9.xml" ContentType="application/inkml+xml"/>
  <Override PartName="/ppt/ink/ink6.xml" ContentType="application/inkml+xml"/>
  <Override PartName="/ppt/ink/ink8.xml" ContentType="application/inkml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78" autoAdjust="0"/>
    <p:restoredTop sz="94660"/>
  </p:normalViewPr>
  <p:slideViewPr>
    <p:cSldViewPr snapToGrid="0">
      <p:cViewPr varScale="1">
        <p:scale>
          <a:sx n="83" d="100"/>
          <a:sy n="83" d="100"/>
        </p:scale>
        <p:origin x="370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customXml" Target="../customXml/item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customXml" Target="../customXml/item3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openxmlformats.org/officeDocument/2006/relationships/customXml" Target="../customXml/item2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cm"/>
          <inkml:channel name="T" type="integer" max="2.14748E9" units="dev"/>
        </inkml:traceFormat>
        <inkml:channelProperties>
          <inkml:channelProperty channel="X" name="resolution" value="1612.54919" units="1/cm"/>
          <inkml:channelProperty channel="Y" name="resolution" value="2580.07886" units="1/cm"/>
          <inkml:channelProperty channel="F" name="resolution" value="10E-6" units="1/cm"/>
          <inkml:channelProperty channel="T" name="resolution" value="1" units="1/dev"/>
        </inkml:channelProperties>
      </inkml:inkSource>
      <inkml:timestamp xml:id="ts0" timeString="2024-10-31T07:21:25.346"/>
    </inkml:context>
    <inkml:brush xml:id="br0">
      <inkml:brushProperty name="width" value="0.05292" units="cm"/>
      <inkml:brushProperty name="height" value="0.05292" units="cm"/>
    </inkml:brush>
    <inkml:brush xml:id="br1">
      <inkml:brushProperty name="width" value="0.05292" units="cm"/>
      <inkml:brushProperty name="height" value="0.05292" units="cm"/>
      <inkml:brushProperty name="color" value="#FF0000"/>
    </inkml:brush>
    <inkml:brush xml:id="br2">
      <inkml:brushProperty name="width" value="0.05292" units="cm"/>
      <inkml:brushProperty name="height" value="0.05292" units="cm"/>
      <inkml:brushProperty name="color" value="#00B050"/>
    </inkml:brush>
    <inkml:brush xml:id="br3">
      <inkml:brushProperty name="width" value="0.05292" units="cm"/>
      <inkml:brushProperty name="height" value="0.05292" units="cm"/>
      <inkml:brushProperty name="color" value="#7030A0"/>
    </inkml:brush>
  </inkml:definitions>
  <inkml:trace contextRef="#ctx0" brushRef="#br0">959 558 169 0,'0'0'377'16,"0"0"186"-16,-6-2 147 0,1 1-142 0,0-1-57 15,5 2-2-15,0 0-13 0,-7-3-34 16,4-1-47-16,-4 2-48 0,2 0-32 16,0-1-27-16,5 3-13 0,0 0-22 0,0 0-27 15,0 0-39-15,0 0-51 0,0 0-51 16,0 0-45-16,0 0-28 0,5 5-16 0,3 1-8 15,6 2-1-15,2-1 0 0,6 2 1 16,0-2 2-16,4 1 8 0,4-2 3 16,0-1 3-16,0-1 0 0,0-2 0 0,0 4 0 15,-3-4-9-15,0 1-3 0,-2-1-3 16,-3 0 4-16,-6 1 1 0,-2-2 6 0,-3 2 4 16,-4 0 5-16,-4-1 5 0,-1 1-2 0,-2-3-2 15,-4 8-2-15,-2 1-5 0,-2 1-5 16,-3 2-4-16,-2 0-2 0,-1 1-2 0,-2 1-1 15,-1 2-1-15,-2 2-1 0,0 1-1 16,0 0-1-16,-2 0-1 0,-1 2 0 0,3-1-1 16,-3 3-1-16,3-1-1 0,0 0-1 0,2 1 0 15,2-2-1-15,3-1 0 0,2-1 1 0,2 2-1 16,1-3 0-16,2-3 1 0,3 1-1 16,1-2 0-16,1-2 1 0,3-2 0 0,0-1 0 15,0 0 0-15,5 0 0 0,0-2 0 0,0 1 0 16,4-2 0-16,-2 1 2 0,3-3-2 0,-1 2 2 15,-2 0-2-15,3-2 1 0,-1 2-1 16,1-1 0-16,-1-1 0 0,1 0 0 0,0 0-1 16,-1-2 0-16,3 2-1 0,-1-2 1 0,0 1-1 15,2-3 0-15,-2 0 0 0,2-4-1 0,-2 3-5 16,2-3-7-16,0 0-10 0,4 0-19 0,-2-1-41 16,1 1-72-16,-2-4-77 0,-4 2-147 0,-5 0-241 0,1 0-310 15,-1 0-303-15,3 2-202 0,2-1 31 0,-4 0 550 16</inkml:trace>
  <inkml:trace contextRef="#ctx0" brushRef="#br0" timeOffset="404.72">1698 707 58 0,'6'-19'514'0,"2"7"404"0,-4 3 237 0,0 0-14 16,-3 3-354-16,-1 2-173 0,2 1-89 16,-2 2-88-16,-2-1-73 0,1 4-65 0,-3 0-61 15,0 3-78-15,-2 1-68 0,-1 3-33 0,1 2-16 16,1 1-10-16,-1 6-7 0,0-2-1 0,1 5 0 16,2-1-1-16,-2 5-3 0,3-3 1 0,-1 4 0 15,3 0-3-15,-2-3-3 0,2 4-2 0,2-2-2 16,-2-2-3-16,2 3-2 0,1-2-2 0,-2 0-2 0,3-2 0 15,-1 3-1-15,2-2 0 0,-1-1 0 0,2 1-1 16,-1-3 0-16,3 1 0 0,-1-4 0 0,2 2-1 16,2-2-1-16,0-1 1 0,3-1 0 0,-1-2 0 15,1-1 0-15,2-3-1 0,1-1 2 0,1-2 0 16,1-5-1-16,1-1 0 0,1-1 2 0,1-5-2 0,0-2 0 16,-1-2-2-16,3-1-5 0,-2-2-5 0,-2-2-8 0,1 1-10 15,-2 0-13-15,-3-2-28 0,1 2-52 16,-6 0-65-16,0-1-93 0,-3 0-161 0,-2 1-261 0,-4-1-297 15,1 2-262-15,-3-1-162 0,0 2 181 0,0-1 566 16</inkml:trace>
  <inkml:trace contextRef="#ctx0" brushRef="#br0" timeOffset="692.34">1680 732 12 0,'-11'0'454'0,"8"0"435"0,0 1 255 0,0 1-15 16,1-2-340-16,-3 0-292 0,2 1-175 0,0-1-104 16,6 0-30-16,2 0-23 0,3 0-17 15,5 2-11-15,2-1 29 0,0 1 2 0,2-1-22 0,3-1-15 16,0 2-12-16,2-1-16 0,1-1-45 16,2 0-24-16,-2 1-12 0,2-1-9 0,0 0-7 15,0 0 1-15,-2 0-3 0,-1 0 0 16,0-1-4-16,-2 1 0 0,-4 0-5 0,-3-1-36 0,0 1-53 15,-5 0-55-15,-5 1-122 0,-1 0-195 16,-4 5-306-16,-1 3-282 0,-4-3-235 0,-1 2-126 16,-4 0 390-16,1-1 567 0</inkml:trace>
  <inkml:trace contextRef="#ctx0" brushRef="#br0" timeOffset="889.95">1563 1028 94 0,'0'7'518'0,"3"-4"311"0,2-2 148 16,2 2 9-16,3-3-384 0,0 0-230 0,3-3-97 0,1 0-49 16,-1 0-26-16,2-2-29 0,0 0-34 0,2-3-36 15,1 1-29-15,2 1-19 0,2-2-14 0,-1 2-19 0,2-1-8 16,1 1-6-16,1 1-5 0,-2-1 3 16,0 3-1-16,-1 0 3 0,0 2-6 0,-1-1-7 0,-2 4-51 15,0-2-124-15,-3 3-185 0,-3-2-292 0,-1 2-264 16,-1 3-236-16,0 0-23 0,-1 1 371 0</inkml:trace>
  <inkml:trace contextRef="#ctx0" brushRef="#br0" timeOffset="1622.54">2376 769 174 0,'5'-5'755'0,"0"8"399"0,-1-1 64 0,-1 0-146 16,0 1-436-16,-1 3-253 0,3 3-88 0,0 1-10 16,-1 2-6-16,1 3-10 0,1-2-24 0,1 5-46 0,-3-2-55 15,1 0-47-15,0 6-33 0,1-3-20 16,-3 3-10-16,2 1-6 0,-2 1-6 0,0 0-4 0,2-2-3 16,-3-1-4-16,0 1-3 0,-1-3-2 0,1-3-1 15,-2 0-1-15,0 0-1 0,0-2 2 0,-2-3 0 16,1 1 2-16,-3-2 1 0,1 1 1 0,-2-3-1 15,0 3-1-15,1-4 1 0,-2 0-2 0,1-1-1 16,0-3-2-16,0 2 1 0,2-4 2 0,-2 1 1 16,-1-2 1-16,1-2 3 0,2-2-2 0,-2-1 1 15,2-3-2-15,0-2-1 0,1-3-3 0,-1-1-2 0,2-2-1 16,-1-2 0-16,2-3 0 0,2 0-1 0,-1-3 0 16,1 0-1-16,-1-2 0 0,3 2-1 15,-1-1 1-15,2 0-2 0,-1 2 2 0,1-1-1 0,3 0 1 16,0 0-1-16,1 0 0 0,2-1 2 15,0 5 0-15,1-3 1 0,3 2 2 0,-2 2-1 16,1-1 1-16,-1 3-1 0,2-2-1 16,0 5 1-16,-1-1 0 0,-1 4-2 0,-2 2 0 15,0 2 0-15,0 1 0 0,-1 1 1 0,-1 3-1 16,-1 2 3-16,-2 2 0 0,-1 1 1 16,-2 3 2-16,0 0 0 0,0 1 1 0,-3 2 1 15,-1 2 0-15,-1 1 0 0,-2 1 0 0,-1 2 1 16,0 2 0-16,0-1 2 0,-3 0 0 0,1 3 1 15,0-1 0-15,-1 1-2 0,-1-1 0 16,-2 2-2-16,1-1 0 0,1 2-1 0,-2 0 0 0,1-1-2 16,-1 1 1-16,2-2-2 0,-1 1-1 0,2-4-1 15,-1 1 0-15,4-3-1 0,-1 1-1 0,1-5 0 16,3 1 0-16,-1-3 0 0,1 0-1 0,1 1 1 16,1-3 0-16,1 0 0 0,3 0 0 0,-1-2 1 0,2 3-1 15,1-4 1-15,-1 2 1 0,4 0 0 0,1-1-1 16,-2 0 2-16,4-3-1 0,-1 2-1 15,3-1 1-15,1-1-1 0,0 2 0 0,0-3 0 0,2 2 0 16,-1-2-1-16,3 0-1 0,-3 0-1 0,4 0-1 16,-2 0-9-16,1-2-13 0,1 2-26 0,-4-2-57 0,1 1-76 15,-2 0-116-15,0-3-216 0,0 3-302 16,-1-4-338-16,0 2-277 0,-1-1-116 0,-2-3 389 16,-1 0 685-16</inkml:trace>
  <inkml:trace contextRef="#ctx0" brushRef="#br0" timeOffset="1991.67">3081 880 299 0,'-3'9'1016'0,"-2"3"412"0,-1 1-58 16,0 5-206-16,1 2-449 0,0 1-260 0,0 2-144 0,2 4-75 15,0 0-48-15,1 1-47 0,2 4-46 16,3-4-32-16,2 3-21 0,3-4-14 0,5-2-10 0,-1 0-4 15,6-4-4-15,-1-2-2 0,5-3 1 0,0-3-1 16,1-2 1-16,4-4-2 0,-1-2 1 0,3-4-1 16,-1-1-1-16,1-3-3 0,-3-5-3 15,1 1-3-15,-1-5-2 0,-2-1-1 0,-1-2-1 0,-2-2 1 16,-4-2 2-16,-1-1 1 0,-2-3 2 0,-4 3 1 16,1-3 2-16,-6 0 0 0,-2 0 1 0,-3-1 2 15,-3-1 0-15,-2-1 1 0,-6-4 1 0,1-2-2 16,-3-2 1-16,-2-4 0 0,-1 3 3 0,-3-1 5 15,-1 5 4-15,-3 3 2 0,-2 5 1 0,-3 7 0 16,-2 5-4-16,0 8-4 0,-1 6-6 16,1 8-3-16,4 2-1 0,-1 3-3 0,6 6-1 15,-1-1-2-15,3-1-2 0,5 3-10 0,0 0-17 16,6-2-44-16,1-1-72 0,1-1-107 0,1-4-192 16,1 0-295-16,4-2-343 0,0 0-335 0,1 0-180 15,2-2 299-15,-1-1 705 0</inkml:trace>
  <inkml:trace contextRef="#ctx0" brushRef="#br0" timeOffset="4156.84">6861 5886 172 0,'0'0'534'0,"-1"0"330"0,-1 3 224 16,1-3-135-16,-1 1-263 0,2 1-183 0,0-1-126 16,-2 1-83-16,2 0-67 0,2 0-40 15,-2 2-7-15,0-3-1 0,2 2 7 0,-2 0-20 16,1-2-26-16,1 1-10 0,-1-1-23 0,-1-1-15 16,2 2-19-16,0-2-1 0,-1 0 0 15,-1-2-11-15,3 2-4 0,-3-1-9 0,0-2-4 16,0 0-8-16,0 0-7 0,0 0-4 0,0-1-6 15,0 2-4-15,0-1-3 0,0 1-2 16,0 1 0-16,-1-2-2 0,-1 3-2 0,2 0-2 16,0 0-2-16,0 0-2 0,0 0-2 0,-1 0-1 15,1 0-2-15,-2 0 1 0,2 3-2 0,0-2-2 16,-2 1-2-16,2-1-5 0,0-1-16 16,0 0-40-16,0-1-76 0,-1-2-121 15,1 0-231-15,0 1-304 0,0-4-362 0,0 1-367 16,-2 1-126-16,1-2 473 0,-3 2 744 0</inkml:trace>
  <inkml:trace contextRef="#ctx0" brushRef="#br0" timeOffset="7625.93">2426 5773 119 0,'2'5'360'16,"-2"-2"184"-16,0-2 141 0,0 3-140 16,0 0-147-16,0-2-81 0,0 2-34 0,0-2-7 15,-2 3 0-15,1 1-4 0,1-1-15 0,0 1-24 16,-2 0-25-16,2 0-27 0,-3 1-28 15,3 1-28-15,-3-1-18 0,2 0-20 0,-1 3-17 16,0-3-16-16,1 1-7 0,-1 3 14 0,2-1 0 16,0 1 11-16,0 2 6 0,0-3 16 15,0 2 15-15,2 0-2 0,-2 1-4 0,0-2 0 0,1 3-1 16,-1-2-12-16,2 1-17 0,-2 1-14 0,0-1-8 16,0-1-16-16,0 3-10 0,0-3-5 15,2 3-4-15,-2-2-2 0,0-1-3 0,1-1-7 16,-1 1-5-16,0-2-5 0,0 1-2 0,3 0-1 15,-3-1-1-15,0-2 11 0,0 1 3 16,0-2 11-16,0 1 10 0,2-3 3 0,-1 1 5 16,-1-1 0-16,0 0-1 0,0-3-5 0,0 3-11 15,0-3-2-15,0 1-5 0,0-2-5 0,0 1-3 16,0-1-2-16,2 0 1 0,-2 2-2 0,0-3 1 16,3 0 1-16,-3 2 0 0,3-2-1 0,-1 2-1 15,-1-2 0-15,1 2-1 0,1-2 2 16,0 0 2-16,2 0 2 0,-2 0-1 15,2 0 1-15,0 0 0 0,-1 0 0 0,3-2-1 0,-2 0-2 16,2 2 0-16,0-2-2 0,-1 2 2 16,1 0 0-16,-1 0 0 0,3 0 1 0,-4 0 1 0,3 0-1 15,0 0 0-15,3 0-2 0,-3 2 1 16,0 0 0-16,3 0 4 0,-2-1-2 0,1 0 1 16,-1 1 1-16,2 1 2 0,-1-2-3 15,2 1 1-15,-1-1 10 0,1-1 12 0,0 2 4 16,-1-1 4-16,2 1 0 0,-2-1 1 0,0-1-10 15,1 0-10-15,0 2-5 0,-1-2-4 0,3 1-1 16,-3-1-1-16,2 0-1 0,-2 2 0 0,0-2-1 16,1 0 1-16,0 1-2 0,0-1-1 0,-1 0 1 15,-1 0-1-15,2 0 6 0,-1 0 5 16,1 0 1-16,0 0 1 0,-1 0 0 0,2 0 1 16,-2 0-5-16,0 0-2 0,3 0-3 0,-4 0 0 15,1 0-7-15,0 2-3 0,0-2-2 0,0 0-2 16,0 0-1-16,0 0-2 0,0 0 9 15,0 0 2-15,-1 0 3 0,2 0 1 0,-2-2 2 0,-2 1-1 16,4-1 0-16,-4 1 0 0,2-1 0 16,-2 1-1-16,3-1 0 0,-3-1 0 0,1 2 0 15,2-1-1-15,-3 1 0 0,0 0 0 0,3-1 0 16,-1 0 0-16,-1 1 0 0,2 0 0 0,-3 1 0 16,2 0 0-16,-1 0-1 0,2 0 1 0,-1 1 0 15,-2 0 1-15,2-1 0 16,0 2-1-16,-2 0 1 0,3-1-1 0,-3 2 0 0,0-2-1 15,0 1 1-15,1-1-1 0,1 1 0 0,-2-1 1 16,-2 1 1-16,3-1-1 0,-2 1-1 16,1-2 0-16,-2 1 0 0,2 1 0 0,-2-1 0 15,2 1 0-15,-3-2 0 0,0 1 1 0,2-1-1 16,-2 2 0-16,0-2 1 0,0 0-1 0,0 1 0 16,1-1 0-16,-3 0 0 0,0 1 0 15,2-1 1-15,-2 0 2 0,0 0-1 0,1 0-1 0,-1 0 0 16,0 0 1-16,1 0-1 0,-2-1-1 15,1 1-1-15,-1 0 0 0,1-1 2 0,-1 1-1 16,1 0 0-16,-2 0 1 0,1 0-1 0,1 0 2 16,-1-2-2-16,1 2 1 0,-3 0-1 15,4 0 0-15,-2 0 1 0,0 0-2 0,-1 0 1 16,2 0-1-16,-1 0 1 0,0 0 0 0,-1 0-1 16,1 0 1-16,-1 0 0 0,1 0 0 0,-2 0-1 15,3 0 1-15,-1 0 0 0,-2 0 0 0,1 0 0 16,1 0 1-16,-2 0-1 0,0 0 0 0,2 0 0 15,-2 0 2-15,0-1-1 0,0 1-1 16,0 0 1-16,0-2 1 0,0 2 1 0,0-1-1 16,0 1 2-16,0-3-1 0,0 1 1 0,0-1-1 15,0 0-2-15,-2-1 0 0,2-2-1 16,0 0 0-16,0-2 0 0,0 1 0 0,0-2 7 16,0-2 1-16,0 1 2 0,0-2 2 0,0 0-2 15,0-1 0-15,0 0-6 0,0-1-1 0,2 1-2 16,-2-2 0-16,0 0-1 0,0 0 2 15,0-2-6-15,0 0-4 0,1-1-1 0,-1 0-1 16,0 0-1-16,3-2 1 0,-3 1 4 0,0-2 4 16,2 2 2-16,-1 0 0 0,-1 1 0 0,2-1 0 15,-2 4 0-15,1-2-1 0,-1 2 0 16,2 0 0-16,-2 2 1 0,0 0 0 0,0 1-1 0,0 1 2 16,2 0-1-16,-2 4 0 0,0-1 0 15,0 1 1-15,0 1 0 0,0 4 1 0,0-4 0 16,0 5 2-16,-2-1 2 0,2 0 2 0,0 2 0 15,-2-1 0-15,1 1 0 0,1 1-2 0,-2-1-1 16,-1 4-3-16,0-3-1 0,2 0 1 0,-1 4 0 16,-1-5 3-16,1 2 2 0,-1 1 2 0,0 0 3 15,1 0 0-15,-1-1 3 0,-2 0 0 16,2 2-1-16,-3-3 0 0,1 0-1 16,2 1-2-16,-2 0 0 0,0-2-2 0,-1 1-1 0,0-1-1 15,1 0 1-15,-1 0-2 0,-1 0 0 16,1 0 0-16,-2 0 0 0,2 0 0 0,0 0 0 15,-1 0 0-15,-2 0-1 0,3 0 0 16,-3 0 0-16,3 0-2 0,-2 0 0 0,-1 0 0 0,1 0-1 16,-2 0 0-16,-1 0 0 0,2 0-1 15,-1 0 0-15,-2-1 0 0,2 1 0 0,-1-2 0 0,0 2 0 16,0 0-1-16,1 0 1 0,-4 0-1 16,3 0 1-16,-1 2 1 0,2-2-2 0,-3 1 2 15,1-1 1-15,1 1-1 0,-2 1 0 0,2-1 0 16,0 1 1-16,-2-1-1 0,2 2 1 15,0-3-1-15,-3 2-1 0,4-1 0 0,-2 1-1 16,1-2 0-16,1 1 0 0,-2-1 1 0,4 2 4 16,-2-2 4-16,-1 0 2 0,3 1 1 0,0-1 0 15,0 2 1-15,-1-2-5 0,1 0-2 0,0 0-1 16,2 0-1-16,-2 0-1 0,0 0 0 16,3 0 0-16,-1-2 0 0,-1 2-4 0,0-1-3 15,-1 1-1-15,3 0-2 0,-2-2 1 0,0 1-2 16,1-1 5-16,-1 2 2 0,2-1 1 0,-1-1 0 15,0 0 1-15,0 1 1 0,1 1 0 16,0-1 0-16,0-1 0 0,0 1-1 0,-2 1 1 16,0-2-1-16,2 1 0 0,-1 0-1 0,1-1 0 15,-2 2 0-15,0-2 0 0,1 1 0 0,-1 0 0 16,1-3 1-16,0 4 0 0,0-2 0 16,-1 2-1-16,2-2 0 0,-1 0 1 0,0 1-1 15,0-1 0-15,1 1 0 0,-2 1 0 0,1-3-1 16,0 3 1-16,1 0 0 0,0-2 0 0,-1 2 0 15,3 0 1-15,-2 0-1 0,2 0 0 16,-2 0 1-16,2 0-1 0,0 0 1 0,0 0-1 16,0 0 1-16,-1 0-1 0,3 0 0 0,-3 2 0 0,1-2 0 15,2 0 0-15,-5 0 0 0,4 0 0 16,-1 3 1-16,-2-3-1 0,2 0 1 0,0 1 0 16,-2-1 0-16,2 2 0 0,-2-2-1 0,1 0 1 15,-1 0 0-15,0 0-1 0,-3 0 1 16,3-2-1-16,-4 2 1 0,1-1-1 0,1 1 0 0,-1 0 0 15,1-3 1-15,-1 3 0 0,0 0-1 16,-3 0 0-16,5-2 1 0,-2 2-1 0,1 0-1 16,-2 0 1-16,4 0 0 0,-1-3-1 15,1 3 1-15,0 0 0 0,-1-2 0 0,0 2 0 0,1-1 0 16,0 1 0-16,0 0 0 0,0 0 1 16,1 0 0-16,-2 0-1 0,1 1 0 0,2-1 0 15,-2 2 1-15,0-2-1 0,2 0 0 0,-2 3 0 16,-1-3 0-16,3 0 1 0,0 0-1 0,-2 0 0 15,3 2 0-15,-3-2 0 0,2 0 0 16,0 0-1-16,-1 0 0 0,2 3-1 0,-1-3 0 16,1 0-1-16,1 1 0 0,-1-1-2 0,2 2 0 15,0-1-4-15,2 1-8 0,1 0-14 0,0-2-28 16,3 0-66-16,-1 0-88 0,1-4-161 16,-1 3-278-16,1-2-330 0,2-2-373 0,-2-1-250 15,1-1 95-15,1-3 698 0</inkml:trace>
  <inkml:trace contextRef="#ctx0" brushRef="#br0" timeOffset="8945.54">3747 6054 104 0,'-4'-1'329'0,"-3"1"174"0,2-2 140 15,0 2-78-15,0-2-131 0,0 2-18 16,2 0-5-16,-1 2 8 0,1-2-13 0,-2 2-25 15,3-2-47-15,-1 0-68 0,0 1-54 0,1-1-54 16,2 1-31-16,-1-1-24 0,1 0-19 0,0 2-15 16,0-2-16-16,1 0-10 0,-1 0-16 15,4 0-11-15,0 0-8 0,3-2 77 0,2 2 41 16,1-2 15-16,1 0 6 0,4 0 25 0,1 0 8 16,3-2-56-16,0 1-31 0,2-1-22 15,2 2-4-15,3-3-21 0,-1 3-15 0,3-2-6 16,2 0-5-16,-1 1 3 0,1-2-6 15,2 3-6-15,1-1-4 0,-2 0-2 0,1 0-1 0,0 1-1 16,-4 1 0-16,1-1-1 0,-2-1-1 16,-2 3 1-16,0-1-1 0,-3-1 0 0,-1 1-1 15,-2 1 1-15,0 0 0 0,-3-2-1 16,-1 2 0-16,-2-1 0 0,0 1 1 0,-1 0-1 16,-2-1 0-16,-2 1 0 0,-1-2 0 0,0 2 0 15,-1 0 0-15,-1-2 1 0,-3 2-1 16,1 0 5-16,1 0 5 0,-4 0-2 0,0 0-17 15,0 0-43-15,-4 0-72 0,-1 2-79 16,-1-2-162-16,-1 3-269 0,-2-3-319 0,-2 0-301 16,1 0-200-16,-2-1 27 0,2-1 600 0</inkml:trace>
  <inkml:trace contextRef="#ctx0" brushRef="#br0" timeOffset="9376.31">4169 5861 32 0,'0'2'443'0,"2"-2"354"0,-1 0 206 15,2 2-16-15,-1-2-345 0,-1 1-189 16,4-1-133-16,-2 3-62 0,4 0 5 0,1 0 15 16,1 0-1-16,2 0-21 0,0 0-9 0,2-1-28 15,0 1-24-15,0 0-26 0,2 2-18 16,-1-3-37-16,2 2-24 0,1 0-12 0,-1 0-19 15,1-1-15-15,1 1-4 0,1 1-2 16,-2 0-6-16,2 1-1 0,-3-2 1 0,0 2 0 16,1 2 5-16,-2-1 2 0,-1-1 2 0,-3 1-1 15,0 1-1-15,-2 0-2 0,-2-1-6 16,-3 1-5-16,1-1-2 0,-5 2-4 0,0 0-1 16,-3-1-3-16,-2 3-2 0,0-3-2 15,-4 1-1-15,0 0-2 0,-3 0-1 0,-2 0 0 16,0-2-2-16,-3 4-1 0,2-5-2 15,0 1 1-15,0-3-3 0,1 0 0 0,0 0 0 0,4-3-1 16,0 0-1-16,0 1-1 0,5-2-1 16,0 0-2-16,-1-2-4 0,5 1-8 0,1-2-16 15,1 0-28-15,2-2-64 0,0-1-78 16,2-1-140-16,1 0-264 0,3 1-319 0,1 0-368 16,3 0-259-16,-2 1-34 0,3-1 611 15</inkml:trace>
  <inkml:trace contextRef="#ctx0" brushRef="#br0" timeOffset="12738.62">10409 5664 37 0,'2'-3'297'16,"-2"1"191"-16,2 2 186 0,-1-3-7 16,-1 3-134-16,0-2-93 0,2 1-47 0,-2 0-3 15,2 1-17-15,-2-4-33 0,1 3-41 16,-1 0-46-16,0-3-47 0,2 3-50 0,-2-2-33 15,1 1-10-15,-1 1 9 0,0 1 27 0,0 0 22 16,0 0 11-16,0 0-6 0,0 0-13 16,0 1-27-16,0-1-32 0,-1 2-29 0,1 0-23 15,-2 0-15-15,1 3-13 0,-1 1-8 16,2 2-8-16,-2 3-3 0,2-1-1 0,0 0 0 16,0 4-2-16,0-1 0 0,0 2 1 0,2 0 0 15,-2 0-1-15,0 2 2 0,0-1 0 16,0 1 0-16,0 1 0 0,0-2 0 0,0 1-2 15,0-1 7-15,0 0 4 0,0 0-1 0,0-1 3 16,2-2-2-16,-2 0 0 0,1 0-6 16,1-2-6-16,-1-1-1 0,1-1-1 0,1-2 1 15,-2 0 0-15,2-1 0 0,-1-1-1 16,1 0-1-16,-1-3 1 0,1 3-2 0,0-3 1 16,1-2 1-16,0 3 1 0,1-3 1 0,-1 0 0 15,1 0-1-15,0-3 1 0,0 3-1 16,1-2 1-16,2 2 0 0,-2-5-1 0,2 4 0 15,-1 0 1-15,0-1-3 0,1 0 0 16,0 0 0-16,0 2 1 0,2-2-1 0,-1 0 1 16,-1 2 1-16,3-1 0 0,0 1 1 0,-1 0 1 15,1 0 1-15,0 1 0 0,0-1 1 16,1 0-2-16,-2 2 2 0,1 0-3 0,3-2 1 16,-2 1 0-16,2 0 0 0,-2 1 0 0,1 0 0 15,1-2 1-15,-2 1 0 0,3 0-2 16,-2-1 1-16,1 2 2 0,0 1 0 0,2-3 11 15,-2 0 5-15,3 2 4 0,-2-2 1 0,2 0 0 16,-1 0 0-16,3 0-10 0,-3 0-6 16,3-2-3-16,-2 2-2 0,1 0-2 0,0-3 0 15,-3 1 0-15,2 1-1 0,-1 1 0 16,1 0-1-16,-2 0 0 0,0 0-1 16,1 0 0-16,-2 0 1 0,1 0 0 0,0 1 0 15,-2-1 0-15,3 2 0 0,-2-2 0 0,0 0-1 16,1 0-1-16,0 0 0 0,0 0 0 15,0 0 1-15,0 0 0 0,-1-2 1 0,3 1-1 16,-1 1 1-16,-2-1 0 0,4 1 0 0,-4-2-1 0,2 0 1 16,-2 1 2-16,-1 0-1 15,3-3 0-15,-2 3-1 0,-2 0 2 0,1-1-2 16,1-1 0-16,-3 0 1 0,2 2 1 0,0-2-1 16,-2 0 1-16,1 1 0 0,-1-1 0 15,1 0 0-15,0 0-1 0,-2 0 0 0,-1 2 0 0,2 0-1 16,0-1 0-16,-3 2 1 0,3 0 0 15,-1 0-1-15,-1 2 0 0,1-1 0 16,-2 0 2-16,1 1-1 0,-1 1-1 0,0-2 0 16,0-1 0-16,-2 1-1 0,2 1 0 0,-2-2 0 15,1 0 0-15,-1 0 2 0,-1 0 0 0,-2 0 0 16,2 0 0-16,1 0 0 0,-3 0-1 16,2 0 0-16,-2 0-1 15,0 0 1-15,1 0-1 0,-3 2 0 0,2-2 1 0,2 1 0 16,-4 1 1-16,2-2-1 0,-1 1 1 0,0 1-1 15,-1-2 2-15,1 0-2 0,-2 1 0 0,2 1 0 16,-1-2-1-16,1 0 0 0,-1 1 0 16,-1-1 0-16,2 2 1 0,-2-2 1 0,0 1 0 15,0-1-1-15,0 0 1 0,0 0-1 0,0 0 0 16,0 0 0-16,0 0 0 0,0 0 0 16,0 0 1-16,0-1 2 0,0-1-1 0,0 1 0 15,0-2-1-15,-2 0 1 0,2-2-1 0,0-1 0 16,0 1 0-16,0-5 0 0,0 1 1 15,-1-2 0-15,-1-1 0 0,2-1-1 0,0-2 2 16,-1 0-3-16,1 0-5 0,-2-4-3 16,2 1-4-16,0-1 0 0,-2 0-1 0,1-2-1 15,-1 0 6-15,2 1 4 0,-2 0 1 16,1-1 1-16,-1 1 7 0,-2 1 4 0,2-2 2 16,-1 3 1-16,2 0 1 0,-3 3-1 0,3-2-5 15,-2 4-4-15,1-1-2 0,-1 2-1 16,-1 2 0-16,3 1 1 0,-2 0 0 15,-2 2-1-15,4 0 1 0,-2 2 0 0,1 1 0 0,0 0-1 16,-1 1 0-16,1 0 2 0,1 1-1 0,-1 1 0 16,-1-1 0-16,3 2-1 15,-3 0 4-15,0 0 0 0,-2 2 2 0,2-1 0 0,0 1 2 16,0 1 0-16,-1 1-1 0,1-1 2 16,-2 0 1-16,1 2 0 0,-2-3 2 0,2 3 3 15,-2 1-1-15,1-4 1 0,0 1-2 16,1 1 1-16,-4 0 1 0,3-2 0 0,0 2 0 15,-1-3-1-15,0 2 1 0,-2-1 2 0,2-1-3 16,-1 0 0-16,-1-1-2 0,-1 2 0 16,3-2-2-16,-4-2-3 0,3 2 1 0,-3-1 1 15,0 1 0-15,2-1 0 0,-3-1-1 0,0 2 1 16,1-2-3-16,-2 1-2 0,2 0-1 16,-1 1 0-16,-1-4 0 0,-1 4-1 0,1-1 1 15,0 0-1-15,-1-1 1 0,0 2 0 16,1-2 0-16,-3 2 0 0,2 0-1 0,-1 0 1 15,-1 0-1-15,3 0 0 0,-2 2 1 16,2-2-1-16,-2 2 0 0,3-2 0 0,-2 1 0 16,1 0-1-16,1 1 1 0,-2 0 1 0,2-1-1 15,0 0-5-15,-1 1-1 0,2 0-2 0,-1-1-1 16,0 0-1-16,0-1 2 0,-2 0 3 16,2 0 2-16,0 0 2 0,-2-1 0 0,1 0-1 15,-2-1 1-15,1 0 0 0,0 1 0 0,-3 0 1 16,3-1 0-16,-2 0-1 0,0 0 1 15,0 0-2-15,2 0 1 0,-2 1-1 0,2-1 0 16,-1 1 4-16,-1-2 3 0,1 3 0 16,1-2 1-16,-1 2 1 0,2 0-1 0,-1-3-4 15,-1 3-2-15,1 0-2 0,2 0-1 16,-2 3 1-16,2-3 0 0,0 0 0 0,0 0 0 16,0 2-1-16,-1-2 1 0,0 3 0 0,3-3 0 15,-4 1 0-15,2-1-1 0,-1 0 1 0,0 0-1 16,-1 0-1-16,0 0 1 0,1-1 0 15,-2 1 1-15,2-3 0 16,-1 3 1-16,0 0 0 0,0-2 1 0,0 2-1 0,1 0 1 16,1 0 0-16,0 0 0 0,0 0-1 0,1 0 0 15,1 0 1-15,1 0-1 0,0 2 0 0,-1-2-1 16,1 0 0-16,3 3 1 0,-1-2-1 0,1 1 0 16,-1-2-3-16,3 1-2 0,-2 1-2 15,3 0 2-15,-1-2-1 0,0 1-3 0,1 0 4 16,-1 1 2-16,1 0 1 0,1-2-4 0,-1 1 2 15,1 0 1-15,-2 1 5 0,3 1 1 16,0-2 2-16,0 1 0 0,0-1-3 0,3 2-8 16,-2-2-14-16,2 1-16 0,-1 0-34 15,0-2-64-15,-1-2-68 0,1-1-105 0,1-1-172 16,0-2-276-16,1-2-313 0,0-5-246 16,-2 0-179-16,2-4 214 0,-4-1 606 0</inkml:trace>
  <inkml:trace contextRef="#ctx0" brushRef="#br0" timeOffset="13070.34">10643 4881 61 0,'8'-15'436'0,"-1"2"328"15,-2-1 246-15,1 3 20 0,0 0-283 0,-3 4-204 16,0-2-147-16,-1 3-78 0,1 0-60 0,-1 2-25 15,1 3 13-15,0-1 20 0,0 4-4 16,-1-1-21-16,0 2-23 0,0 2-41 0,0 5-49 16,0 2-45-16,-1 2-20 0,-1 6-14 15,0 1-11-15,0 5-10 0,0 0-6 0,0 0-6 16,-1 2-6-16,1-1-4 0,0-2 3 0,0-1 1 16,0-2 0-16,0 1-1 0,0-4 0 15,1-1-2-15,-1-3-12 0,0-3-21 0,0-1-45 16,0-2-71-16,-1-4-76 0,-1-1-134 15,0-4-200-15,-2-2-312 0,2-4-292 0,1-1-207 16,-1-5-76-16,2-2 420 0,0-1 558 16</inkml:trace>
  <inkml:trace contextRef="#ctx0" brushRef="#br0" timeOffset="13406.95">10672 4791 128 0,'1'-9'573'0,"-1"3"342"0,0 2 161 16,3-1-64-16,1 2-349 0,-1 0-224 0,2 3-141 15,1 0-66-15,3 0-49 0,1 0-49 16,1 0-18-16,2 4 9 0,1 1 26 16,3 1 15-16,-1 2 18 0,1 0 1 0,0 1-7 15,0 3-18-15,-3-2-29 0,3 1-18 16,-4 2-22-16,1 0-8 0,-3 0-11 0,-1-1-15 16,-1 4-4-16,-2-2-7 0,-1 0-2 0,-3 2-7 15,0-1-6-15,-3 3-4 0,-1-1-6 16,-4-1-5-16,0 4-4 0,-3-3-4 0,-1 2-2 15,-1 0-2-15,1-1-1 0,-4 0-1 0,2-1 5 16,1-2 2-16,-5-1 1 0,4-1 0 16,-2-3 0-16,0 0-1 0,2-2-5 0,-1-3-2 15,4 1-2-15,-2-3-1 0,3 0-1 0,2 0 0 16,0-2-4-16,0 1-5 0,5-2-11 16,0-2-24-16,0 0-49 0,3-2-71 0,-1-2-81 15,1-1-159-15,2 0-260 0,3 0-311 0,-2-2-290 16,4-3-196-16,2-1 52 0,-1-1 604 15</inkml:trace>
  <inkml:trace contextRef="#ctx0" brushRef="#br0" timeOffset="13769.32">11173 4765 341 0,'0'2'903'0,"-2"1"335"15,2-1 2-15,-1-1-186 0,-1 2-311 0,1 0-210 16,-1 3-130-16,-2-2-79 0,2 2-58 0,-1 2-70 16,-2-1-65-16,3 2-49 0,-2 1-24 15,0 3-14-15,-2 0-9 0,0 2-8 0,0 0-6 16,1 3-6-16,-2 1-5 0,3-2-2 16,0 1-3-16,0 2-3 0,2-2 0 0,1 0-1 15,2 1 1-15,1 0-1 0,2 0 0 0,1-1 1 16,0 0 0-16,3-2-1 0,2-2 0 15,2 3-1-15,1-6 5 0,1 0 3 0,2-2 2 16,1-2-2-16,-1-2 2 0,3-3-2 16,1 1-5-16,-2-3-3 0,2-4-4 0,0-1-5 15,-2-1-9-15,1 1-16 0,-3-4-37 16,0 0-66-16,-3 0-60 0,-2-2-69 0,-2 2-108 16,-1-3-158-16,-3 3-194 0,-2-1-216 0,0 0-209 15,-1 2-148-15,-2-1 179 0,-2 0 474 0</inkml:trace>
  <inkml:trace contextRef="#ctx0" brushRef="#br0" timeOffset="14026.99">11086 4828 49 0,'-5'-1'495'15,"2"1"381"-15,2 0 234 0,1-1 28 0,1 1-363 16,4-3-252-16,1 1-126 0,1 2-38 15,4-2-49-15,0 2-47 0,2 0-31 0,2 0-36 16,0 2-45-16,0-2-50 0,1 0-30 0,2 1-25 16,0 0-13-16,-2 2-6 0,1-2-6 0,-2 0-4 15,2 0-1-15,-2 1-3 0,-3 1-8 16,-1-3-7-16,-3 2-32 0,-3 1-59 0,1 0-57 16,-6-2-85-16,-3 3-155 0,-1-2-223 15,-5 3-285-15,1-2-230 0,-4 3-208 0,-2 1 73 16,-4-1 487-16</inkml:trace>
  <inkml:trace contextRef="#ctx0" brushRef="#br0" timeOffset="14202.2">11073 4986 24 0,'-4'6'436'0,"4"-1"347"16,2 1 245-16,4-4 59 0,-2 2-312 0,4-3-262 16,2 2-146-16,2-2-84 0,1 1-74 15,4-1-66-15,0-1-46 0,1 0-47 0,0-1-25 16,2-1-13-16,2 2-9 0,-1-3 0 15,0 2-1-15,-1 0-2 0,2-1-5 0,-3-1-6 16,2 2-34-16,-4-1-98 0,0-1-185 0,-4 2-288 16,1-1-268-16,-1-1-254 0,-1 0-112 0,0 0 300 15,-1-2 508-15</inkml:trace>
  <inkml:trace contextRef="#ctx0" brushRef="#br0" timeOffset="14428">11614 4810 373 0,'2'5'871'0,"0"-1"325"16,-2 0 3-16,1 1-291 0,-1 1-258 15,2 2-160-15,-1 3-99 0,4 0-69 0,-1 3-49 16,-2 0-40-16,1 3-63 0,1 0-63 0,-1 2-40 16,0-1-25-16,0 3-15 0,0-2-3 15,1 0-2-15,0-1-3 0,-1 1-4 0,0 0-5 16,-1-4-31-16,-2 2-77 0,0 0-69 15,-3-4-123-15,0 0-175 0,-1-2-272 0,-3-2-312 16,2-1-222-16,-1-3-150 0,-1-3 283 16,1-2 536-16</inkml:trace>
  <inkml:trace contextRef="#ctx0" brushRef="#br0" timeOffset="14637.09">11445 4738 154 0,'-2'-10'764'16,"2"2"422"-16,0 2 63 0,3 2-152 0,1-1-414 0,4 4-307 16,1 0-142-16,5-1-68 0,2 2-35 15,3 0-25-15,2 2-21 0,0-2-25 0,2 0-20 0,2 1-11 16,0-1-11-16,0 1-7 0,0 1-23 16,-2 1-38-16,1-2-71 0,-2 1-179 15,-4-1-291-15,-1 1-281 0,-3-1-281 0,0 2-206 16,-4 2 139-16,0-1 607 0</inkml:trace>
  <inkml:trace contextRef="#ctx0" brushRef="#br0" timeOffset="19218.89">6942 5905 88 0,'-1'-1'306'0,"-1"0"169"16,2-3 112-16,-3 2-53 0,1 0-88 0,1-1-77 15,-3 1-44-15,3-2-19 0,-2 4-13 16,1-2-16-16,-1-1-19 0,0 1 4 0,1 1-12 0,-1 0-25 16,2-1-28-16,-1 0-30 0,-1 1-26 15,1 0-38-15,-1-1-26 0,0 0-16 16,1 1-6-16,-1 1 3 0,1-1 18 0,-1-1 28 15,2 0 30-15,-1 2 12 0,-1-1 5 16,0 1-5-16,0 1-17 0,3 1-29 0,-2 0-28 0,-1 0-20 16,1 3-18-16,2 1-13 0,-3 2-9 15,3-1-7-15,0 3-3 0,3-2-3 0,-3 1-1 16,2 0-1-16,1-2 7 0,-1 1 2 16,3 0 2-16,-1-1 4 0,1-2 1 0,-2-1-1 15,2 0-6-15,1-2-4 0,-1 0-1 0,1 0 0 16,0-4 3-16,-1 0 1 0,-2 0-1 15,2-3 4-15,-1-1-10 0,0-1-4 0,-2-1-2 16,1-2 7-16,-2 0 10 0,-1 1 13 16,-4-1 16-16,2 0 8 0,1-1 7 0,-4 3-6 15,2 1-5-15,-2-1-9 0,-2 2-5 0,1 2-4 16,-1 1-2-16,0 0 1 0,-1 1-2 0,2 0-2 16,-2 2-3-16,3 2-2 0,0 0-3 15,1-1-4-15,0 2-3 0,1 2-3 0,0-1-1 16,1 2-1-16,-2 1 0 0,4-1-1 15,0 1 0-15,0-1 0 0,0-1 0 0,0 2 0 16,2-1 1-16,0-3-2 0,-2 1 2 0,0-3-1 16,2 1 1-16,-2 0-1 0,0-1 3 15,0-1 1-15,0 0 1 0,0-1 1 0,-2-3 1 16,0 2 0-16,0-3 0 0,-1 1-2 16,0 0 0-16,-1-2 1 0,1 2-1 0,0 1-1 15,-2-1 0-15,2 4 0 0,-3-2 0 0,3 2-2 16,1 2 0-16,-1-2-1 0,0 4-1 0,1 1-2 15,-1 3 0-15,1-1-3 0,2 1-1 16,-3 2-15-16,3 0-42 0,-2 0-73 0,1-2-100 16,1 0-195-16,1-2-301 0,1-2-336 15,0 1-325-15,-1-2-163 0,1-1 280 0,1-1 706 16</inkml:trace>
  <inkml:trace contextRef="#ctx0" brushRef="#br0" timeOffset="21207.42">4926 6031 171 0,'2'0'386'15,"1"3"158"-15,-3-3 100 0,2 0-228 16,-1 0-180-16,1 0-109 0,-1 0-60 16,1 0-30-16,-2 0-18 0,2 0-6 0,-1 0-3 15,2 0-9-15,0-3-1 0,0 1 2 0,1 1 2 16,0 1-4-16,1-1 4 0,0-3-2 0,4 3 2 15,-2 0 3-15,-1-3 5 0,4 3-7 16,-1-2-26-16,-1 1-41 0,2 1-86 0,0 0-206 16,-2-1-166-16,0 2-51 0,2-1 63 15,-1 1 142-15</inkml:trace>
  <inkml:trace contextRef="#ctx0" brushRef="#br0" timeOffset="21426.34">5323 6053 82 0,'8'2'296'0,"0"2"138"15,-2-2 117-15,0 0-128 0,1 1-171 0,-2-2-94 16,0 0-42-16,-1 1-17 0,1-2-11 0,-2 2 3 16,0-2-8-16,2-2-5 0,0 2-13 0,-2-3-14 15,3 0-14-15,0 2-15 0,1-2-7 16,-1 0-6-16,2 0-4 0,1 0 30 0,-1 1 11 15,2 0-19-15,-2 2-52 0,1 0-107 0,1 0-275 16,-2 2-190-16,4 2-85 0,-4-4 63 16,3 1 186-16</inkml:trace>
  <inkml:trace contextRef="#ctx0" brushRef="#br0" timeOffset="21624.32">5838 6078 99 0,'10'0'292'0,"-2"0"123"16,-2 0 83-16,2 0-143 0,-3 0-136 0,1-3-87 0,-1 0-46 16,0-2-25-16,4 1-12 0,-3-2-19 15,1 2-13-15,2-2-7 0,1-1-30 0,-2 1-46 16,1 0-99-16,-1 1-208 0,1 1-99 16,-1 0-3-16,2-1 83 0,-1 2 131 0</inkml:trace>
  <inkml:trace contextRef="#ctx0" brushRef="#br0" timeOffset="21838.92">6275 5985 226 0,'6'3'412'16,"-1"0"146"-16,-2-1 46 0,2 2-217 0,1-3-169 15,-3 1-100-15,0-1-55 0,1 1-23 16,-1-2-14-16,2 0-7 0,-2-2-5 0,2 1-3 15,1-2-1-15,-2 1-5 0,1-1 3 0,2-1 1 16,-1 1 1-16,2 0-7 0,1 0-3 16,-1 2 4-16,2-1-28 0,2 0-73 15,-2 2-128-15,2 0-223 0,-2-2-112 0,0 2-14 16,0-2 105-16,2 0 170 0</inkml:trace>
  <inkml:trace contextRef="#ctx0" brushRef="#br0" timeOffset="22039.9">6629 5947 139 0,'9'1'295'0,"-1"1"133"16,-3 0 33-16,2-2-106 0,-4 1-74 16,2-1-51-16,-1 0-34 0,-1 0-30 0,0-1-27 15,-1 1-28-15,1 0-34 0,-1-2-25 16,1 2-15-16,2-2-14 0,-2 2-8 0,5-1-4 16,-2 0-2-16,2-1 0 0,0 0-2 0,3 1 1 15,-2-2 3-15,4 0-2 0,0 0-7 16,0 2-22-16,-1-2-37 0,2 1-55 0,0 1-89 15,-1 1-198-15,0 0-165 0,1 0-47 0,-1 0 74 16,2 0 151-16</inkml:trace>
  <inkml:trace contextRef="#ctx0" brushRef="#br0" timeOffset="22209.16">7187 5936 14 0,'11'5'278'16,"-3"-2"172"-16,-3 0 148 0,1 2-24 0,0-3-204 0,-1 3-156 15,-2-3-101-15,2 1-51 0,-2-2-24 16,2 1-8-16,0-2-7 0,1 0-10 0,0 0-51 16,-1-2-100-16,2 1-224 0,-1-2-169 0,3 1-66 15,-1-1 49-15,0-1 153 0</inkml:trace>
  <inkml:trace contextRef="#ctx0" brushRef="#br0" timeOffset="22426.11">7652 5967 81 0,'8'0'251'0,"-2"-3"113"0,-1 0 49 16,0 3-99-16,0-2-99 0,1 2-73 0,-2-3-42 16,1 1-29-16,0 1-20 0,-2 1-12 0,2 0-7 15,0 0-5-15,4-1-5 0,-2 1-2 16,-1-2-5-16,5 0 3 0,-2 0 1 0,3-3-34 15,0 0-56-15,-1 0-210 0,0-1-149 0,3-1-52 16,-2 2 34-16,0-3 120 16</inkml:trace>
  <inkml:trace contextRef="#ctx0" brushRef="#br0" timeOffset="22622.27">8310 5932 200 0,'6'3'448'0,"-1"0"180"0,1-1 102 0,0-1-217 16,-1-1-234-16,3-1-169 0,0-3-142 0,3 2-193 16,-1-3-253-16,1-1-139 0,4-1-19 0,-2-2 109 15,4-1 192-15</inkml:trace>
  <inkml:trace contextRef="#ctx0" brushRef="#br0" timeOffset="22861.99">8858 5839 155 0,'5'3'410'0,"-2"0"179"16,-1 0 112-16,1 0-186 0,-1 2-219 0,1-2-146 15,0 1-77-15,0 0-36 0,-1 1-17 0,4 0-7 16,-3-3-4-16,2 3-3 0,1 0-6 16,2-2-15-16,-2 2-22 0,2-5-37 0,-1 4-50 15,2-2-76-15,-1-2-149 0,0 1-171 16,0 0-50-16,0 1 61 0,0-2 135 0</inkml:trace>
  <inkml:trace contextRef="#ctx0" brushRef="#br0" timeOffset="22996.01">9110 5948 84 0,'6'4'302'0,"-1"-3"149"0,1 2 92 0,0-3-113 0,-1 3-159 0,0-3-115 15,0-3-72-15,0 3-51 16,-1-2-40-16,2 1-40 0,-1 0-37 0,0-3-51 0,0 2-78 16,0-2-101-16,-2 3-95 0,3 1-16 0,-1-1 62 15,-1-1 105-15</inkml:trace>
  <inkml:trace contextRef="#ctx0" brushRef="#br0" timeOffset="23175.85">9298 5968 12 0,'5'2'299'16,"-2"0"217"-16,2 2 184 0,-2-1-1 0,0 0-212 16,-2-1-177-16,1 0-124 0,1 0-80 15,-1-1-47-15,-1 1-23 0,1-1-25 0,1-2-34 16,0-1-48-16,1-1-69 0,0-1-82 0,2 0-136 15,1-2-196-15,-1-2-93 0,1 3 39 16,-1-4 145-16,3 1 176 0</inkml:trace>
  <inkml:trace contextRef="#ctx0" brushRef="#br0" timeOffset="23331.18">9476 5893 240 0,'5'0'433'15,"0"-1"168"-15,0 1 21 0,-2-2-148 0,2 1-150 0,1 1-98 0,-3 0-50 16,0-3-29-16,2 3-28 0,-2-2-24 0,2 2-22 15,0-3-22-15,1 1-18 0,0 1-24 16,-1 0-31-16,2-3-49 0,-3 2-76 0,4-2-100 16,-2 2-172-16,1-2-202 0,-1 0-82 0,2 1 59 15,1 0 176-15,-1-1 198 16</inkml:trace>
  <inkml:trace contextRef="#ctx0" brushRef="#br0" timeOffset="23552.61">9801 5886 10 0,'2'3'230'0,"-1"-2"130"16,2-1 107-16,0 2-51 0,0-2-131 15,-1 0-116-15,1 0-74 0,0 0-52 0,2 0-43 16,0 0-41-16,0-2-60 0,1 1-73 15,0-2-106-15,-1 3-85 0,0 0-34 0,0 0 51 16,-2 0 95-16</inkml:trace>
  <inkml:trace contextRef="#ctx0" brushRef="#br1" timeOffset="43691.72">2384 5434 179 0,'0'-3'330'16,"0"3"140"-16,0 0-12 0,0 0-89 0,2 3-73 15,-2-3-53-15,2 0-39 0,-2 0-27 0,0 2-14 16,0-2-16-16,0 3-15 0,0-2-13 16,0 2-4-16,0-1-2 0,0 1-4 0,0 2 0 15,2-3-2-15,-2 2-2 0,0 0-5 0,0 0 0 16,2-1-1-16,-2 2 4 0,0-1 1 0,1-1-2 15,-1 3-9-15,0-2-5 0,0 1-12 16,0 1-10-16,0 0-9 0,0 2-11 0,-1-2-9 16,1 1-8-16,0 1-9 0,0 1-3 0,-2 0-6 15,2 0-5-15,0-1 1 0,0 0-6 0,0 3 0 16,0-4-1-16,0 3-1 0,0-3 1 16,0 2 0-16,0-2 0 0,0 2 0 0,0-2 1 15,0 1 0-15,0-3-1 0,0 4 0 0,0-1 0 16,0-4 0-16,0 2 1 0,2-2 2 0,-2 2-1 15,1-1 0-15,-1 1 0 0,0 0 2 0,2-2-4 16,-2 2 2-16,0-2-2 0,0 3 0 16,0-1 0-16,0-1-1 0,1 1 2 0,-1-2-5 15,0 0 3-15,0-1 2 0,0 0-1 0,0 0 0 16,0-1-2-16,2-1 0 0,-2-1-2 16,0 2-1-16,0-2 3 0,0 0-5 0,0 0 1 15,2 0 2-15,-1 1 0 0,-1-1 1 0,0 0 0 16,0 2 3-16,0-2 3 0,2 1 1 0,-2 1 0 15,0-2 1-15,0 1 1 0,0 2 0 0,0 0-3 16,1 0 4-16,-1 2-4 0,2-3-3 0,-2 2 5 16,0 0-4-16,0-1 2 0,0-1-3 15,2 1 2-15,-2 0-2 0,0 0-1 0,1-1 1 16,-1 0 0-16,0 0 0 0,0 1 1 0,0-2 1 16,0 3 2-16,0 0 0 0,0-1-3 0,-1 1 1 15,1 1-2-15,-2 1 3 16,2-2-2-16,0 1 1 0,-2 1 12 0,1-4 9 0,1 2 11 15,0-2 3-15,0 0 3 0,-2 1-1 16,2-3-9-16,0 2-10 0,0-2-5 0,0 0-7 16,0 0-3-16,0 0-5 0,0 0 1 0,0 0-2 15,0 0 0-15,0 0 5 0,0 0-1 0,0 0 2 16,0 0-5-16,0 0 1 0,0 0-1 0,2 3-4 16,-2-3 2-16,0 0-2 0,0 0 0 15,0 0-1-15,1 0 1 0,1 0-1 0,0 0 1 16,-1 0 4-16,1 0 0 0,1 0 0 0,-1 0 1 15,2 0-1-15,-1-3 1 0,-1 3-1 0,1 0-1 16,0 0 2-16,-1 0-1 0,1-2 0 16,0 2-2-16,0 0 2 0,2 0 0 0,0 0 0 15,-2 0 0-15,2-3 2 0,-2 3 2 0,2-2-3 0,-2 1 0 16,2 1-1-16,-1-1 1 0,1 1-1 16,-2-2 1-16,0 2-1 0,2-2 0 0,-2 2 1 15,2 0-2-15,-2-1 0 0,2 1 1 0,-2-1 1 16,0 1 0-16,0 0-1 0,-1-2 1 15,3 2 3-15,-2-2-4 0,0 2 0 0,2 0 1 16,-1 0 0-16,1 0 3 0,-2 0-4 16,1 0-1-16,0 0 0 0,1 0 1 0,0 0-2 0,-1 0 0 15,1 0 2-15,0 0 0 0,-2 0-3 16,2 0 1-16,0 0 6 0,0-1-4 0,1 1 1 16,-2 0-1-16,1 0 0 0,0 0 0 0,1-1 0 15,-1 1 0-15,3-2 1 0,-2 2 0 16,1 0 0-16,-1-2 0 0,3 2-3 0,-2-1 0 15,-1 1 1-15,2 0-2 0,1 0 3 0,-1 0-1 16,0 0 0-16,-1 0 3 0,2 0 1 16,-1 0-2-16,-2 0-1 0,2-1 0 15,0 1 5-15,0-2-5 0,0 2 1 0,0-1-1 0,1 1 1 16,-2-2 1-16,-1 1-1 0,2-1 15 0,0 1 11 16,-2 1 4-16,2-2 1 0,-3 1-2 0,1-1-1 15,2 2-15-15,-2-2-9 0,-1 1-1 0,0 1-5 16,0-1 1-16,2-1 1 0,-2 2-1 15,0-1 0-15,-2-1-1 0,2 1 2 0,0 1-1 16,1-3 2-16,-2 1 0 0,1 1-2 16,0-2-2-16,0 1 2 0,0 0 2 0,-2 0-6 15,3-1 4-15,-1 1 1 0,-2 1 3 0,2-2-4 16,0 3 0-16,-1 0 5 0,2-2-1 0,1 2-2 16,-2 0-1-16,-1 0 3 0,1 0-3 0,0 0-1 15,3 0 0-15,-4 0 0 0,1 0 0 0,0 0-3 16,0 0 1-16,1 0 0 0,-1 0 1 15,-1 0-1-15,1 0 4 0,0-3 0 0,0 3 1 16,-2 0 0-16,3-2 1 0,-1 2-2 0,-2-1 0 16,2 1-1-16,0 0 1 0,-2-1-1 0,0 1-1 15,2 0 1-15,-1-2-1 0,1 2-1 0,-2-2-1 16,1 2 2-16,0 0 4 0,0-1-3 16,-1 1-1-16,0-1 1 0,1 1 1 0,-1 0-1 15,1-2 2-15,-1 2 0 0,0-2-2 0,0 2 2 16,1 0-1-16,-1 0-1 0,0-1-3 15,1 1 1-15,0 0-14 0,-1 0 8 0,0 0 2 16,0 0-9-16,2 0-6 0,-2 0-6 0,0 0 12 16,2 0-11-16,0 1-2 0,-2-1 16 0,2 0 3 15,-2 2 4-15,0-2 2 0,2 2 4 16,-2-2-3-16,3 0-1 0,-3 1 2 0,0-1 0 16,2 1 0-16,-2-1 0 0,2 0 0 15,0 0 0-15,-2 0 0 0,3 2 1 47,-1-2 0-47,0 2-1 0,55 5 3 0,-54-7-4 0,1 2 4 0,2-2-2 31,-3 3 3-15,1-3-2-16,1 1-1 0,19 4 4 0,-21-3-5 0,0-2 3 0,-1 2-1 16,1-2-2-16,-1 2-1 0,-2 0 0 0,2-1 1 15,1 0 0-15,-3 1 0 0,0-2 0 0,1 2 1 16,-1-1-1-16,0 0 0 0,0 1 5 0,1-1-4 15,-1 1-1-15,0-1 2 0,0 0 1 16,0 1-2-16,-2-2-1 0,3 2 2 0,-3-1 1 16,3 1-1-16,-3-2 2 0,2 1-4 15,-1 1-1-15,1-2-1 0,-1 0 17 0,-1 1-8 16,1-1 12-16,2 0 7 0,-2 0-12 0,1 0 7 0,0 0-10 16,-1 0-7-16,1 0-2 0,-1 0-2 15,1-1 13-15,-1 1-6 0,1 0-5 0,-2-2 12 16,4 2-7-16,-4 0-4 0,2-1 2 0,-1 1-4 15,1 0 0-15,-1-2 3 0,0 2-4 16,-1 0 0-16,1-1-1 0,-2-1 0 0,1 2 1 0,1-2-2 16,0 1 8-16,-1-2-3 0,-1 2 4 15,2-2 0-15,-2 0 2 0,3 0 0 16,-3-4-2-16,2 2 4 0,0-1-2 0,-2-2-1 0,0 1-1 16,2-4-3-16,-2 1-2 0,0-1-1 15,2 0-2-15,-2-2-2 0,1 1 3 0,-1 0 0 16,0-1 0-16,0 2 0 0,0-1-1 0,2-1 1 15,-2 0-3-15,1 1 3 0,-1 1-2 16,2-3 3-16,-2 1 1 16,2-1-3-16,-1-1-2 0,1 0 3 0,-1 0-1 0,1-1-1 15,1 1-2-15,-1-3 2 0,1 1 1 0,0 1-2 0,0 0 2 16,0-2 0-16,-1 4 1 0,-1-1 2 0,1 3 0 16,-2-2-1-16,2 4 2 0,-1-1-3 0,-1 2 7 15,0 0 3-15,0 2 3 0,0 1 3 16,0 0-4-16,-1 0 1 0,-1 1-6 0,2 1-1 15,0 0 0-15,-2-1-5 0,2 2 4 0,-1 0 1 16,1 1-2-16,-2-1 2 0,1 0 5 0,-1 2 14 16,2 0 14-16,-3-2 24 0,2 3 22 15,-1-1 22-15,0 0 10 0,1 1 10 0,-1 0 3 16,-3-2 0-16,2 2-5 0,0 0-13 0,0 0-17 16,-2 2-18-16,-1-2-15 0,0 0-18 0,-1 1-14 15,1-1-8-15,-1 1-1 0,-3-1-4 16,0 0 1-16,2 3-2 0,-3-2-2 0,0-1 2 0,1 1 1 15,-4 0 1-15,3 1 2 0,-1-2 1 16,-1 3 0-16,2-3-2 0,-3 2-2 0,2-2 0 16,-3 0-3-16,2 0-2 0,-1 0 2 0,0 3 2 15,-2-3 0-15,3 0 0 0,-1 0-1 16,-2 0 1-16,0 0 3 0,-1 0 2 0,1 0 0 0,0 0 0 16,-3 0 1-16,3 0 0 0,-1 0-7 15,-1 0-4-15,0 0-2 0,-1 0-2 0,3 1-3 16,-3 1-1-16,1-2 2 0,1 1-1 15,1 1 1-15,-1 1 0 0,1 0 0 0,-1 0-1 16,-2 0 0-16,3 0-3 0,-1 0 1 0,1 0-1 0,-3 1 0 16,3-1 1-16,-1 0 0 0,-1 0-5 15,1-1-3-15,0-1-2 0,1 2-1 0,-3-3-1 16,4 1 1-16,-3-1 3 0,1 0 3 0,0-1 1 16,1 1 1-16,-3-1 0 0,2-1-1 0,3 1 0 15,-1-1 1-15,-2 1-1 0,4-1 0 16,-2 1-1-16,2 1-3 0,1 0-12 0,0-2-19 15,0 2-49-15,2 0-77 0,2-1-151 0,-1 1-273 16,1 1-309-16,0 1-377 0,3-1-333 0,-1 1-24 16,1-2 689-16</inkml:trace>
  <inkml:trace contextRef="#ctx0" brushRef="#br1" timeOffset="45019.74">3448 5409 61 0,'0'0'209'0,"0"1"70"16,-2-1 3-16,2 1-58 0,-1 1-99 0,-1 1-99 15,2-2-112-15,-2 3-97 0,1-2-72 0,1 0-20 16,-2 0 40-16,2-2 70 0</inkml:trace>
  <inkml:trace contextRef="#ctx0" brushRef="#br1" timeOffset="46918.98">3584 5563 97 0,'2'0'274'0,"-1"0"133"0,-1 0 43 15,3 0-68-15,-3 0-76 0,0 0-51 16,0 0-27-16,0 0-13 0,0 0-3 0,0 0 2 16,0 0-1-16,0 2 5 0,0-2-3 0,0 1 3 15,0-1 1-15,2 0-7 0,-2 0 12 0,1 0-11 16,-1 0-19-16,0 0-28 0,0 0-23 15,2 0-23-15,-2 0-35 0,0 0-23 0,0 0-17 0,0 0-12 16,1 0-10-16,-1 0-5 0,0 0-7 16,2 0-6-16,-2 0-1 0,0 0 0 15,0 0 0-15,0 0-4 0,2 0-3 0,-1 0 2 16,-1 0-1-16,0 0 0 0,2 0 1 0,-1 0-1 0,1 0 2 16,1-1 2-16,-1 1 1 0,1-2-3 15,0 2 0-15,3-2 9 0,-1 1 11 0,0-2 0 16,0 2 3-16,1-1 3 0,0 1 0 0,0-1-8 15,1 1-7-15,-1-1-4 0,1-1-7 0,2 1-1 16,-3 0 0-16,2 0 15 0,-1 1 12 16,2-2 12-16,-1 2 6 0,2-1 0 0,-2-1 2 15,2 2-14-15,-3-1-14 0,1 0-10 0,3 2-3 16,-3-1 2-16,0 0-7 0,0-1 0 16,1 2 3-16,-3-2 1 0,2 1-1 0,0-1-4 15,1 1 5-15,-1-2-2 0,1 1 2 16,1 2-1-16,-2-3 1 0,0 1 3 0,-1 1-2 15,3 0-2-15,-3-1 0 0,1 2-3 0,0-2 0 16,1 2 7-16,-1 2 50 0,0 0 31 16,1-1 16-16,-4 0 6 0,3 1 2 0,-1 1-6 15,-3-3-43-15,1 0-27 0,1 2-19 0,-3-2-8 16,2 0-6-16,-3 0-3 0,1 0-1 16,0 0 2-16,-1 0 3 0,1-2 2 0,0 2-1 15,0-5-2-15,0 4 0 0,-1-2-3 0,-1 0-2 16,1 2 2-16,1-3-1 0,-3 3 3 15,2 1 1-15,-1-1 1 0,1-1-1 0,-2 2-2 16,3 0-1-16,-3 0 0 0,2 0-2 0,1 2 2 16,-1-1 0-16,-1-1 0 0,1 1 0 15,1 3-2-15,-2-3 2 0,-1 0-4 0,2 3-7 16,-2-3-17-16,0 0-43 0,0 1-38 16,0-2-34-16,0 3-41 0,-2-3-82 0,1-3-101 15,-4 3-98-15,4-2-158 0,-2 2-262 0,1 0-218 16,0 0-21-16,-1 2 251 0,3-2 369 15</inkml:trace>
  <inkml:trace contextRef="#ctx0" brushRef="#br1" timeOffset="47324.09">4000 5379 186 0,'0'-1'618'16,"0"1"358"-16,0-2 127 0,1 2-189 0,-1 0-318 15,0 0-222-15,2 2-154 0,-1-2-92 16,1 0-51-16,1 1-28 0,1 0-19 0,0 1 11 16,2 0 8-16,2-1 4 0,-3 2 3 0,5-2 1 15,-1 2-6-15,1 0-19 0,-1-1-11 0,2 1-9 16,0-2-7-16,0 1-1 0,2 1 1 15,-4-2-1-15,1 2 5 0,2 0 10 0,-2 1 8 16,1 0 12-16,0 2 9 0,-1-2 12 0,-1 1 19 16,0 4 26-16,-1 0 28 0,-1 1 11 15,-1-1 11-15,0 0 2 0,-1 0-7 0,-2 2-19 16,-1-2-23-16,-2 0-21 0,0-1-19 16,-2-1-16-16,1 0-17 0,-3-1-11 0,1 2-11 15,-3-4-5-15,0 2-3 0,-2 0-4 16,0 0-3-16,0 0-16 0,-1-4-34 0,-1 4-58 15,2-3-50-15,-3 0-48 0,3 0-72 16,-1-1-124-16,-1-1-136 0,1-1-190 0,1 0-232 16,0 0-224-16,0 0-49 0,2-1 332 0,-1-3 443 15</inkml:trace>
  <inkml:trace contextRef="#ctx0" brushRef="#br1" timeOffset="48456.69">5698 5328 270 0,'13'1'497'0,"-1"2"171"16,-1-1 86-16,5-1-279 0,0 0-222 0,3 1-118 15,0 0-60-15,1-4-29 0,2 0-19 0,0 1-11 16,-1-2-4-16,1-1-3 0,0-1 4 15,1-2-1-15,0 0 0 0,-1-1-24 0,0-1-39 16,-1 1-68-16,1 1-157 0,-3-1-240 16,0 2-139-16,0 2-11 0,-1-1 117 15,2 4 195-15</inkml:trace>
  <inkml:trace contextRef="#ctx0" brushRef="#br1" timeOffset="48768.27">6991 5304 67 0,'0'1'234'16,"3"1"98"-16,-1 0 16 0,0-1-68 0,-1 2-118 15,1-2-154-15,-1 2-196 0,-1 0-131 16,2 2-30-16,2-2 37 0,-1 0 87 0</inkml:trace>
  <inkml:trace contextRef="#ctx0" brushRef="#br1" timeOffset="48953.38">7372 5290 219 0,'36'-1'454'0,"-1"-2"194"16,0 3 120-16,-2-2-220 0,2 2-187 0,-2 0-118 15,-1 2-65-15,1-2-50 0,-1 0-39 16,1 0-38-16,-3 0-24 0,3 0-16 15,-3 0-11-15,2-2-24 0,-2-1-48 0,0 0-68 16,0-3-87-16,0-1-131 0,-3-1-221 0,1-1-120 16,-2 2 19-16,-1 0 151 0,0-1 196 0</inkml:trace>
  <inkml:trace contextRef="#ctx0" brushRef="#br1" timeOffset="49123.95">8349 5232 125 0,'10'3'437'15,"-1"0"234"-15,-4-2 135 0,1 2-126 16,-1 0-260-16,0 0-174 0,1 2-114 0,0-1-58 16,1-1-31-16,-1 2-14 0,2-3-44 15,1 2-71-15,1-3-118 0,-2 0-271 0,3-1-192 16,-2-1-103-16,1 0 57 0,2-3 207 0</inkml:trace>
  <inkml:trace contextRef="#ctx0" brushRef="#br1" timeOffset="49300.27">8841 5247 313 0,'25'6'629'0,"-1"-2"233"16,-5 2 77-16,3-3-239 0,-1 2-235 0,-2-3-132 15,1 1-77-15,-1-2-48 0,2-2-30 16,-1-2-45-16,4-3-42 0,-2 0-37 0,5-4-17 16,2-2-11-16,2-3-12 0,1 0-23 15,1-6-33-15,2 0-38 0,1 1-45 0,0-4-43 16,-1 4-44-16,2-1-33 0,-2 0-30 0,-1 2-36 15,-2 5-53-15,0 0-123 0,-4 4-180 16,-1 3-69-16,-2 2 60 0,0 3 171 0,-1 4 204 16</inkml:trace>
  <inkml:trace contextRef="#ctx0" brushRef="#br1" timeOffset="49453.17">9851 5059 93 0,'18'11'386'0,"1"3"226"0,-2-3 162 16,-1 1-76-16,3-2-238 0,-3 2-165 15,1-1-101-15,-1-2-62 0,3-1-41 0,0-2-36 16,0-2-21-16,1-1-13 0,2 0-8 0,-1-3-3 15,1 0-18-15,0-1-23 0,1-1-38 16,-1-1-53-16,-2 0-64 0,-1 2-87 16,0-2-121-16,0 2-169 0,-3-1-105 0,-2-1 27 15,0 2 137-15,0-1 182 0</inkml:trace>
  <inkml:trace contextRef="#ctx0" brushRef="#br1" timeOffset="54887.57">2061 5656 106 0,'0'-3'264'0,"0"0"113"0,2 1 21 16,-2 0-93-16,0 0-84 0,0 0-49 16,0 1-31-16,0 0-7 0,0-1 7 0,0 0 9 15,0 1 10-15,1 1 3 0,1 0 9 0,-2-1 4 16,2 1 6-16,-1 0 10 0,-1 1 12 0,2-1 12 15,-2 0 4-15,2 1 25 0,-2-1-1 0,1 2-13 16,-1-2-23-16,0 0-25 0,0 2-25 16,0-2-44-16,0 0-29 0,0 0-23 0,0 0-17 0,-1 0-12 15,1 0-10-15,0 0-6 0,0 0-6 0,0 0-4 16,0 0-2-16,0 0-3 0,0 0-4 0,0 0 1 16,0 0 0-16,0 1 2 0,0-1 1 0,-2 0 2 15,2 1 2-15,0-1 1 0,-2 4 2 16,2-3 0-16,0 2 1 0,-1 0-3 0,-1 0 4 15,2 2-2-15,-2-1-5 0,1 1 0 0,1-1-4 16,0 2 1-16,-2 0-2 0,2 0 1 0,0 0 2 16,-1 2 0-16,-1-3 1 0,2 1 2 0,0 2 1 15,-2-2-4-15,2 2 4 0,-1 0-4 0,1 2 5 16,0-3-3-16,-2 2-2 0,2 0-1 0,0 0-1 16,0 0 2-16,0 0-5 0,2 0 0 0,-2 1-1 15,0-2 4-15,0-1-2 0,1 1-1 16,-1 0 1-16,2-2 2 0,-2 1-1 0,0-1 1 0,0 0 1 15,0-4 0-15,0 4 4 0,0-1 2 16,0-3 9-16,-2 3 0 0,2 0 3 0,-1-1-1 16,1 0 1-16,0 1-3 0,-2-1-8 0,2 1-2 15,-1-1-5-15,-1 2 1 0,-1 0-2 0,3 0-1 16,-1 0 0-16,1-1 0 0,-2-1 2 0,2 0 0 16,0 2-1-16,-2-4 1 0,1 2 3 0,1-3-2 15,0 2 2-15,0-3-4 0,0 1 0 0,0 1-2 16,0-2 1-16,0 0 3 0,0 0-4 0,0 0 2 15,0 0 1-15,0 0 4 0,0 0-6 0,-2 0-5 16,2 0 6-16,0 0-1 0,0 0-3 16,0 0 2-16,0 0 3 0,0-2 2 0,0 2-7 0,0-1-1 15,0 1-7-15,-1 0-7 0,1-2-10 16,0 1-15-16,0 0-20 0,0-1-46 0,-2-1-78 16,0 0-93-16,-1 1-117 0,2 0-144 0,-1 0-216 15,0 0-199-15,1 1-26 0,-1 1 161 0,1-2 290 16</inkml:trace>
  <inkml:trace contextRef="#ctx0" brushRef="#br1" timeOffset="55560.98">1973 5932 189 0,'0'0'367'0,"-2"0"166"0,1-1 21 0,-1 1-101 16,2 0-105-16,0 0-81 0,2 0-54 16,-1 0-27-16,-1 0-22 0,2 0-17 0,-2 0-12 15,1 0-13-15,-1 0-8 0,2 0-10 0,-2 0-8 16,2 1-7-16,-1-1-3 0,1 0 7 0,-2 2-1 15,1-1 5-15,-1-1 4 0,2 1 2 0,1 1-4 16,-2 1-13-16,-1-2-12 0,0 1-14 0,2 0-15 16,-1 0-13-16,1 2 20 0,0-2 14 0,-1 3 9 15,-1-3-2-15,2 1-1 0,0 1 2 0,-1 0-24 16,-1 2-19-16,2-2-8 0,-1 0-2 16,1 1-3-16,-2-1-2 0,3 2-3 0,-1-1 0 0,-1-1-6 15,1 2 1-15,2-1-5 0,-2-1 0 16,0 0-2-16,-1 1 2 0,1 0-1 0,-1-2 1 15,1 2 2-15,1-3-2 0,-1 2-1 0,-1 0-2 16,1-1 0-16,1 0 0 0,-1-2 0 0,-1 2 0 16,3 0 0-16,-3 2 1 0,4-2 2 15,-4 0-3-15,2-2 1 0,-1 2 0 0,1 0 2 0,0-1-3 16,1 0-3-16,-3 0 4 0,3 0-1 16,-3 0-1-16,1 0 0 0,2 0 2 0,-2-2 3 0,-1 1-3 15,1-1 0-15,-2 1 0 0,3-1-2 0,-3 2 0 16,0-2 0-16,2 0-1 0,-1-2 2 0,-1 2 10 15,0-1 5-15,2 0 11 0,-2-1 5 0,1 0 6 16,1 0 4-16,0-2 4 0,-1 2 4 16,1-3-3-16,1 1-2 0,0-2-5 0,2-1-2 0,-2 2-8 15,0-1-11-15,0 2-10 0,-1-2 1 16,1-1-5-16,0 1-2 0,-1-1-5 0,1 1 5 0,-3 1 4 16,2-1-5-16,1 0-1 15,0 2-1-15,-2-1 3 0,1-1-5 0,-1 2-4 0,1-1-8 16,0 3-20-16,-1-2-23 0,1 2-52 0,-2-2-104 15,0 1-143-15,0 2-241 0,0 1-265 16,0 0-240-16,0 0-107 0,0 0 242 0,0 0 432 16</inkml:trace>
  <inkml:trace contextRef="#ctx0" brushRef="#br1" timeOffset="81082.83">2969 1827 289 0,'0'0'580'0,"0"0"235"0,0 1 106 0,0-1-243 16,0 0-182-16,0 2-96 0,0-2-60 0,0 0-42 15,0 0-38-15,0 0-46 0,0 0-55 0,0 0-55 16,0 0-39-16,2 2-24 0,0-1-9 0,-2 2 25 16,2 1 36-16,0 2 37 0,1 3 33 0,-2 0 25 15,3 3 12-15,-1 0-18 0,0 2-26 0,0 1-27 16,-1 1-25-16,1 1-23 0,0 4-20 0,0 0-15 16,-1 1-5-16,-1 2-6 0,1 2-4 0,-1 1-3 15,-1 1-1-15,2 1 4 0,-2 0-4 16,0 3-4-16,0 0-3 0,0-2-2 0,-2 4-2 0,2-1-7 15,-1-1 0-15,1-1-1 0,0 0-2 0,-2-2 0 16,2-1-2-16,0 0-1 0,0-3-1 16,0-3 0-16,0 0-1 0,0-4 0 0,0-1 1 15,2-3-1-15,-2-3 0 0,0 0 1 0,0-3-1 16,0-2-1-16,0 0 0 0,0-3-1 0,0 0 0 16,0 0 1-16,0-1 0 0,-2-2 0 0,2 0 2 0,0-3 0 15,-1 0 0-15,-1 0-1 0,-1-3-1 16,2 0-2-16,-1 0-4 0,-1-1-6 0,0-1-10 15,-1 1-19-15,1 1-33 0,-2-1-62 0,-1 1-59 16,0-1-82-16,0-1-126 0,-1 1-167 0,-1-1-241 16,3 2-226-16,-2 0-212 0,2 2-27 0,-1-1 323 15,1-1 464-15</inkml:trace>
  <inkml:trace contextRef="#ctx0" brushRef="#br1" timeOffset="81520.23">2850 2500 85 0,'0'-1'392'0,"-3"-2"251"0,0 3 194 0,3-2-45 15,-1 2-181-15,-1-3-122 0,2 3-77 0,0-2-56 16,-2 2-52-16,2-1-49 0,0 1-54 0,2-1-50 16,-2 1-33-16,0 0-14 0,0 0-2 0,0 1-2 15,0 0 1-15,2 1 12 0,-1 1 9 0,1 2 12 16,-1 3 8-16,5-1 1 0,-4 3-8 15,4 4-14-15,-1 0-22 0,0 3-24 0,3 2-22 0,1 1-15 16,-1 1-6-16,2 3-5 0,0 2-2 0,2 1-3 16,-1-1-2-16,3 3-2 0,-3 1-1 15,3 0-2-15,-1-1 1 0,1-1-2 0,-1-2 5 0,0-1 2 16,-1-2-2-16,1-4-3 0,1-1-7 0,-1-3-3 16,-2 0-10-16,1-6-4 0,-2-1-2 15,2-2-1-15,-2-2 8 0,-2-2 4 0,4-4 11 0,-4 0 5 16,2-4 3-16,1-4 2 0,-2-4 5 15,1 0 4-15,0-4-4 0,0-1-2 0,-2-3-2 16,-1 0-1-16,2-1-6 0,-4-2-7 0,1 0-2 16,-1 3-2-16,-2-3-3 0,-1 2 0 0,0-1-2 15,-2 1 0-15,0 2 0 0,-2 1 0 0,2 2-2 16,-2 1-6-16,1 3-11 0,-1 2-24 0,-1 2-62 16,0 1-81-16,-2 2-157 0,0 2-277 0,-1 3-317 15,3 3-372-15,0 0-270 0,-1 2 38 0,1 0 686 16</inkml:trace>
  <inkml:trace contextRef="#ctx0" brushRef="#br1" timeOffset="84170.57">2918 3551 8 0,'-6'3'413'0,"-2"2"409"0,0 0 295 16,2-2 28-16,-1 0-340 0,0 0-276 15,2 0-152-15,3-2-85 0,-1 1-35 0,1-1-15 16,1 1-4-16,1-2-24 0,-2 0-30 16,2 2-46-16,0-2-46 0,2 0-42 0,-2 0-30 0,3 0-14 15,2 0-6-15,1 0-4 0,5 0 2 0,2 0 2 16,6-2 2-16,3 2 1 0,2-2 5 16,4 1 21-16,2-1 15 0,2-1 5 0,1 2 4 15,0-2-1-15,1 1-1 0,-3 1-21 0,-1-1-13 16,-3 1-5-16,-3 1-4 0,-2 0 3 15,-5 0 5-15,1 0 3 0,-7 0 7 0,1 1 4 16,-4 1 6-16,-3-1 3 0,0 2 1 0,-2 0 1 16,-3 2-2-16,-3 2-4 0,-2 3-7 0,-5 3-6 15,-2 4-7-15,-4 0-5 0,-3 4-5 0,0 2-2 16,-2-1-2-16,0 3 1 0,0-2-2 16,0-1 1-16,-1 2 0 0,5-2 0 0,-2-1 0 15,4 0-1-15,0 0 0 0,2-5 0 0,1 1-1 16,3-2-1-16,3-2 1 0,0-2-1 15,0-1-1-15,4-1-1 0,2-1 1 0,0 1 0 16,3-2 0-16,5-1 0 0,-2 2 2 0,4-2 0 16,2 0 0-16,0-1 1 0,2-1 0 0,3-1 1 15,2-2 0-15,0-1-1 0,3 0 1 0,2-3 0 16,1 0 0-16,-1-3-1 0,3 0-1 16,-2-1-1-16,0-1 1 0,-1 1-1 0,-2-3 0 0,-1 3 1 15,-1 0-3-15,-2-1-5 0,-1 2-17 0,-2-1-39 16,-3 3-72-16,-2-3-75 0,-2 3-152 15,-2 0-238-15,0 0-316 0,-1-1-314 0,-4 3-209 16,1-2-14-16,-2 2 555 0</inkml:trace>
  <inkml:trace contextRef="#ctx0" brushRef="#br1" timeOffset="85073.71">3766 3577 13 0,'0'-3'289'0,"0"0"207"0,-2 2 185 16,2-2 13-16,0 1-182 0,-1 0-137 16,1 0-85-16,-2-2-47 0,2 1-23 0,0 1-6 15,-2-2 3-15,2 2-1 0,0-2 1 0,-1 3 14 16,1-2-4-16,0 3-22 0,-2 0-21 0,2 0-11 15,0 0 6-15,0 1-3 0,0-1 11 16,0 0 10-16,0 0 1 0,0 0-15 0,0 2-34 16,0-2-29-16,0 1-34 0,-1 3-27 0,1-2-23 15,-2 3-13-15,0 1-10 0,2 3-6 0,-1 2-2 16,-1 2-2-16,2 2-1 0,-1 4 0 16,-1 0-2-16,2 2 8 0,0 1 2 0,2-1 0 15,-1 2 2-15,-1-3 2 0,2 1 0 0,-1-1-6 16,1-2-2-16,1-1-2 0,-1-3-2 0,-1 1-1 15,1-5-1-15,1-1-2 0,-3-3 2 0,2 0 0 16,-2-2-1-16,1-1 1 0,-1-2 1 16,0-1 2-16,0-1 1 0,-1-3-1 0,1-2 2 15,0-5 1-15,-2-4 0 0,1 0-7 0,-1-3-4 16,-1-1-2-16,1-2 0 0,-3-1-1 0,1 0-1 16,-4 0 7-16,3-2 1 0,-3-1 2 15,2 3 1-15,-1 0-1 0,0 2 0 0,2 4-1 16,3 1 1-16,-1 4 1 0,0 3-2 0,1 2-2 15,1 1-2-15,-1 1 0 0,4 3-1 0,-1 2-2 16,4 3 3-16,0 4 0 0,1 3 3 16,3 3-1-16,1 0 2 0,0 5 0 0,2 1 6 15,-1-3 4-15,2 4-2 0,0 0 3 0,-1-1-1 16,2-1 0-16,-1 1-5 0,1-4-1 0,-1 0 0 16,0-2 0-16,-1-1 0 0,1-4 0 15,-1 1-2-15,-2-3 0 0,0-1-2 0,-1-1 1 16,-1-3 0-16,-2 1 1 0,1-3 1 0,-4 0 9 15,3-5 5-15,-3 1 5 0,-3-3 0 16,3-2-3-16,-3-3 2 0,0 1-4 0,-3-4-4 16,2-2-2-16,-3-3-2 0,-2-1 4 15,0-2-5-15,0-3-3 0,-1-1-2 0,-2-1-2 16,1-2-1-16,2 4 0 0,-1 2 0 16,2-1-1-16,-2 6 0 0,5 3-1 0,-3 1 0 0,4 4-2 15,-1 3-2-15,1 1-1 0,1 4 0 16,1 0-2-16,2 3-2 0,4 3-13 0,0 1-32 15,3 6-65-15,0-2-62 0,0 4-112 16,3-2-172-16,-2 2-274 0,5 3-298 0,-2-2-231 16,4 2-168-16,-1 1 242 0,2 3 561 15</inkml:trace>
  <inkml:trace contextRef="#ctx0" brushRef="#br1" timeOffset="85418.06">4268 3788 350 0,'5'2'867'0,"-2"0"338"15,-3-2 2-15,2-2-282 0,-2 1-286 16,-2-2-184-16,2-1-109 0,-1-2-63 0,-1-4-31 16,2-2-28-16,-2-3-45 0,2-3-51 0,0-5-39 15,2-2-22-15,1-5-21 0,-1-3-17 0,1-1-11 16,2-3-4-16,0 0-4 0,2-1-4 16,0 3-1-16,-1 0-2 0,-1 5 6 0,1 5 3 15,0 2 1-15,-1 5 2 16,-2 5 0-16,1 2-1 0,-1 4-1 0,0 1 0 0,2 2 2 15,1 6 3-15,3 2 1 0,-1 3 2 0,2 3-3 16,-1 2-4-16,2 5-3 0,-1 1-3 16,1 1-3-16,0 2-1 0,0 1-2 0,2 3-1 15,-2-1 0-15,0 2-1 0,0 0-1 16,-3 1-1-16,2 2 6 0,0-4 1 0,-3 2 1 16,-1-4-1-16,2 2-8 0,-2-4-21 15,-3-3-43-15,-1 0-66 0,-2-3-62 0,-2-3-80 16,-1-1-127-16,-3-2-161 0,-2-3-224 0,0-2-218 15,-3 0-216-15,0-2-73 0,-2-2 297 16,-1-3 471-16</inkml:trace>
  <inkml:trace contextRef="#ctx0" brushRef="#br1" timeOffset="85610.06">4292 3619 76 0,'-3'-5'543'0,"0"1"406"0,1 1 179 15,1 0-120-15,-1 0-337 0,2 2-271 0,2-1-162 16,1 0-79-16,0 1-42 0,6-1-19 15,-1 1-8-15,0-3-14 0,4 0-29 0,0-1-23 16,2-1-8-16,2 0-4 0,0-2-8 16,1 2 13-16,-1-1 7 0,1 2 3 0,1-1-1 15,-2 2-9-15,-1 0-43 0,-2 3-145 16,0 0-231-16,-2 2-282 0,-2 0-275 0,1 3-245 16,-1-1-26-16,-1 0 433 0</inkml:trace>
  <inkml:trace contextRef="#ctx0" brushRef="#br1" timeOffset="86314.09">4678 3360 301 0,'0'-6'754'0,"-2"0"335"0,1 0 66 15,-1 2-260-15,2-2-305 0,-2 3-213 16,2 1-136-16,0-2-86 0,0 2-49 0,0 2-34 15,2 0-31-15,-2 0-14 0,2 0-5 0,-1 0 6 16,3 5 10-16,0-3 52 0,1 4 52 0,2 4 35 16,0 0 17-16,1 2 3 0,0 3-14 15,-1 0-43-15,0 4-41 0,1 2-32 0,-1 2-23 16,-1 0-18-16,2 2-10 0,-2 0 0 16,0 2 2-16,1-1-1 0,-2-2-3 15,1-1 0-15,-2-3-2 0,1-1-6 0,-2-3-5 16,1-2-1-16,-1-4 1 0,-1-1 4 0,-1-5 7 15,-1 1 6-15,0-4 2 0,-1-2 0 0,-1-2 1 16,-1-5-3-16,-2-3-7 0,2-4-10 16,-2-2-6-16,-3-3-3 0,2-3-1 0,-4-2-2 15,2 0 1-15,-1-4 11 0,-2-1 7 0,1-1 1 16,1 1 3-16,-1 2-2 0,2-2 2 16,2 5 1-16,-2 5 0 0,2 0 3 0,3 7 2 15,0 0 1-15,-1 4-1 0,3 1-5 0,-1 3-5 16,2 0-4-16,0 4-3 0,0 1-2 0,3 3-5 15,-1 3-3-15,1 2-1 0,2 3 0 16,0 3-1-16,2 1 0 0,-2 2 6 0,2-1 1 16,-1 3 2-16,0-2 1 15,2-1 0-15,0-1 1 0,0-1-1 0,0-1 1 0,0-3-1 16,0-1-1-16,1-4 1 0,-1 0 0 16,1-5 0-16,1-3 2 0,-2-3 0 0,3-5 2 15,-3-1-2-15,2-6 2 0,0 0 0 0,-3-3-2 16,-1 0 1-16,1 0 0 0,-3 0 0 15,2 2 0-15,-4 1 1 0,1 1 2 0,-1 4 4 16,-1 3 3-16,-1 0 2 0,0 3-1 16,2 1 0-16,-2 4-2 0,2-1-5 0,-1 6-3 15,1-1-1-15,1 3 0 0,0 5-1 0,0 0 2 16,3 3-2-16,-1-1-1 0,0 5 1 16,0-1-1-16,3 4 0 0,-2-2 0 0,2 3 1 15,-2 0-1-15,2 0 0 0,0 0-1 0,0 1-1 16,0 1-2-16,0-2-11 0,3 0-25 15,-3-2-53-15,1 1-65 0,-2-4-80 0,0 0-154 16,0-2-239-16,-1-1-305 0,1-4-265 0,2 0-208 16,-1-3 19-16,0-2 533 0</inkml:trace>
  <inkml:trace contextRef="#ctx0" brushRef="#br1" timeOffset="86631.18">5306 3763 45 0,'5'4'539'15,"-1"0"450"-15,-1-2 215 0,0 1-62 0,-1-6-374 16,1 1-263-16,-1-5-140 0,1-1-48 16,0-3-14-16,2-4-15 0,-2-1-20 0,3-4-35 15,1-3-58-15,-1-2-52 0,1-2-42 0,0-1-31 16,1-2-23-16,0-2-5 0,-1 1-2 0,-1 1-3 15,3-2-1-15,-4 3-1 0,-2 1-2 16,0 3-7-16,1 0-3 0,-3 3-2 0,-1 3-1 16,0 2 0-16,0 0 0 0,0 4-1 0,-3-1-1 15,0 3-4-15,0 2-22 0,-1 0-48 16,-1 1-64-16,-2 2-64 0,1 1-116 16,-1 2-171-16,-1 0-275 0,-3 1-261 0,2 4-219 15,-1 1-143-15,-1-2 259 0,3 1 535 16</inkml:trace>
  <inkml:trace contextRef="#ctx0" brushRef="#br1" timeOffset="86868.73">5253 3160 239 0,'-4'6'888'0,"1"-1"417"0,-2 1-13 0,3 1-155 15,-1 1-405-15,0-1-251 0,3 4-124 0,-2-1-76 16,2 2-44-16,2 0-52 0,-2 1-59 0,3 1-53 15,0 1-32-15,2 1-20 0,0 1-8 16,4-4-7-16,-1 4-2 0,0 0-2 0,3-1-2 16,2 0-4-16,-2 0-52 0,1 0-70 15,-2 0-119-15,0 1-231 0,0-1-296 0,-3 1-365 16,-1 3-312-16,-1-2-123 0,-3 1 441 16,-1 2 702-16</inkml:trace>
  <inkml:trace contextRef="#ctx0" brushRef="#br1" timeOffset="88019.77">6327 3316 120 0,'0'0'404'0,"-1"-2"233"16,1 2 177-16,-2 0-93 0,2 2-199 0,0-2-112 15,2 0-55-15,-2 3-56 0,1-3-70 16,-1 0-44-16,5 0-19 0,-1 0-20 0,1-3-30 15,5 0-4-15,2 0 21 0,1 0-5 0,0-2-23 16,4 1-24-16,0 1 7 0,1-1-6 16,-1 1-12-16,1 0-7 0,-1 2-8 0,-2-1-1 15,-2 4 40-15,0-1 46 0,-2 2 35 0,-3 1 17 16,-3 0 6-16,-2 4-6 0,-3 0-49 16,0 1-41-16,-5 4-35 0,-3 2-21 0,-1 0-15 15,-1 3-9-15,1 1-8 0,-2-3-6 16,1 2-3-16,2-1-3 0,-1-1 0 0,4 0-3 15,1-4 0-15,0 2-2 0,3-4 1 16,1 1-1-16,1-3 0 0,1-1 0 0,3 1-2 16,1-1 2-16,3-3 0 0,1-1 1 15,4-1-1-15,-1-1 3 0,4-2 0 0,-1-2 1 16,4-1-2-16,1-2-11 0,3-5-38 0,0 3-69 16,-1-1-86-16,1-2-167 0,-2 3-294 0,0-3-324 15,0 2-328-15,-2 1-203 0,-2-1 139 16,-2 2 663-16</inkml:trace>
  <inkml:trace contextRef="#ctx0" brushRef="#br1" timeOffset="88820.24">7511 3001 65 0,'-3'-1'360'0,"0"1"231"0,1 0 193 0,-1 0-21 16,0 0-212-16,3 0-133 0,-1 0-87 0,1 0-64 15,0 1-62-15,1 0-52 0,-1 1-50 16,3 1-43-16,2 3 16 0,1 2 16 0,2 3 38 16,0 3 20-16,5 3 17 0,0 2 9 0,0 6-28 15,2 0-12-15,2 3-9 0,-1 4-8 16,0 2 3-16,-2 1 1 0,2-1-11 16,-3 3-15-16,-1-5-21 0,-1 2-17 0,-1-2 5 15,-2-2 7-15,-1-1 14 0,0-4 9 0,-4-2 2 16,0-3 5-16,-1-1-18 0,0-3-14 0,-4-2-12 15,2-4-9-15,-2 0-9 0,-2-4-6 0,0 0-6 16,-2-5-6-16,-3-1-8 0,-1-5-4 16,0-2-3-16,-2-6-3 0,-1-1 0 0,2-9-3 15,-3-2-1-15,3-7 0 0,0-4-3 16,3-5 0-16,3-4-1 0,4 1 1 0,1-1 0 16,3 0 0-16,3 2 1 0,3 4 0 15,-1 2 1-15,4 1 1 0,0 3 1 0,1 3 0 16,1 3 0-16,2-3 0 0,0 5 1 0,0 2-1 15,1 3-2-15,-3 3-1 0,-1 2 0 0,1 3 1 16,-1 4-1-16,-1-1 1 0,-1 5 1 0,-1 2 1 16,-1 4 1-16,-1 2 4 0,0 5 4 15,-3 0 4-15,-2 5 1 0,2 4 1 0,-5 3 5 16,-2 2-3-16,-1 5-5 0,0-2-2 0,-2 4-3 16,-1-1-2-16,-1 0-6 0,1-1 0 0,0 0 1 15,3-1-1-15,-2-2 0 0,3-3-1 16,-1-2-1-16,2-1-2 0,1-4-5 0,0-1-20 15,0-4-41-15,1-2-66 0,2-4-66 0,1-6-120 16,-1-3-167-16,3-8-198 0,3-3-257 16,-1-5-220-16,2-4-166 0,-1-2 189 0,-1-3 442 15</inkml:trace>
  <inkml:trace contextRef="#ctx0" brushRef="#br1" timeOffset="89133.37">7962 3000 176 0,'6'2'480'15,"2"6"251"-15,-1 3 162 0,-1 2-135 0,3 4-200 16,1 2-146-16,-1 2-68 0,5 2-58 0,-2-2-54 15,3 1-57-15,1-2-53 0,0-2-37 0,2-3-37 16,0-4 3-16,3-3 1 0,-2-3 10 16,0-5 13-16,-3-3 12 0,3-5 28 15,-3-2 25-15,-1-4 44 0,-2-1 45 0,-1-3 20 16,-5-3 2-16,-1 0-19 0,-6-2-34 0,0-1-47 16,-5 2-44-16,-3 1-27 0,-4-1-23 15,-1 2-11-15,-4 1-11 0,-1 0-4 0,-4 4-6 16,2 1-7-16,-1 3-4 0,1 4-7 0,-1 2-3 15,5 4-4-15,-1 2-1 0,3 4-2 0,1 1 0 16,2 4-2-16,3 4-1 0,3 1-2 0,-1 2-3 16,5 2-6-16,1 0-20 0,1 1-42 15,5-1-69-15,1 1-76 0,1-4-136 16,4 3-250-16,-1-3-310 0,2 0-303 0,3-1-211 0,-2 0-16 16,3-2 513-16</inkml:trace>
  <inkml:trace contextRef="#ctx0" brushRef="#br1" timeOffset="89698.33">8405 3132 362 0,'0'-5'881'16,"-2"-1"325"-16,-1-1-4 0,0 0-287 0,-1-6-339 15,0 1-207-15,4-3-94 0,0 0-28 0,4-3-18 16,-2-3-10-16,1 0-15 0,0-2-27 0,2 0-34 15,0-2-41-15,0 5-29 0,0-2-21 0,1 6-15 16,-2-1-15-16,1 6-11 0,-2 0-5 0,1 4-2 16,-1-1-4-16,-1 6 1 0,-1-2 7 15,2 4 5-15,2 4 3 0,-2 0 3 0,0 4 8 16,0 2 1-16,2 3-4 0,-2 2-4 0,2 1-2 16,-2 1-2-16,3 3-6 0,-1-3-6 0,0 2 6 15,0-1 1-15,0-2 1 0,-1-1 0 0,2-2-1 16,1 0 1-16,-1-2-9 0,-1-4-2 15,3-2-3-15,-1-1 0 0,0-4 2 0,3-2 1 16,-2-2 2-16,2-6-5 0,-2-1-2 0,-1-3-1 16,2-2-1-16,-1-2-3 0,-2-2 0 15,-1-1 6-15,0 2 3 0,-2-2 1 0,0 2 3 16,-1 2 1-16,-1 0 6 0,-1 5 8 0,0 0 8 16,0 4 4-16,0 2 3 0,0 1 0 15,0 0-7-15,0 3-7 0,0 2-9 0,0 5-5 16,-1 2-4-16,1 1-2 0,0 4 0 0,1 2-1 15,-1 1 0-15,2-1-1 0,-1 1 1 0,3 2 4 16,-1-3 2-16,2-1 1 0,0-1 1 0,2-1 0 16,-1-4-1-16,1-1-5 0,1-1-1 15,0-5 0-15,4-1-1 0,-2-3 1 0,2-3 1 16,-2-1-1-16,1-1 1 0,0 0 0 0,-1 0-1 16,-1-1-1-16,-1 2 0 0,1-1 1 15,-2 3-1-15,-1 0 1 0,-1 1-1 0,1 1 1 16,-3 1-1-16,0 1-2 0,-1 2 1 0,1 0-1 15,0 5-3-15,-1-1-10 0,-2 5-21 0,2-2-52 16,-2 3-75-16,-2 1-109 0,2-1-214 0,0 1-301 16,2 2-343-16,-1-4-307 0,4-1-140 0,1 1 349 15,2-2 719-15</inkml:trace>
  <inkml:trace contextRef="#ctx0" brushRef="#br1" timeOffset="89863.92">9157 2952 136 0,'2'5'1148'0,"-4"2"695"0,-1-1-190 0,-3 1-406 16,-2-1-432-16,0 0-357 0,-3 0-235 0,3-1-103 16,1-1-49-16,-2 0-25 0,3 0-20 0,1-2-16 15,2 0-22-15,0 1-43 0,1-3-83 0,2 0-137 16,0-3-264-16,2 0-315 0,1-2-386 0,3 3-394 16,2-4-62-16,3 0 639 0</inkml:trace>
  <inkml:trace contextRef="#ctx0" brushRef="#br1" timeOffset="90782.13">9761 2207 156 0,'2'-13'371'0,"-1"1"180"0,-1 1 126 15,0 0-138-15,2-1-107 0,0 2-28 16,-1 0 25-16,-1 1 1 0,0-2-16 0,0 4-36 16,0 1-51-16,0 0-59 0,-1 3-61 0,-1 0-23 15,2 0-4-15,0 1 3 0,0 1 1 16,2 0-10-16,-2 1-21 0,1 0-33 0,1 1-35 16,-1 0-33-16,1 6-24 0,4 0-12 15,-1 3-6-15,1 7 20 0,1 3 13 0,-1 2 7 0,5 5 5 16,-3 4-6-16,2 1-1 0,0 5-21 0,0 0-14 15,0 2-6-15,0 1-10 0,0 1 6 16,-2-3 0-16,4 0-3 0,-4-3 0 0,2-5 0 16,0-2 2-16,0-5-2 0,2-3-1 15,0-6 1-15,-1-2 0 0,2-3 2 0,1-6-1 0,1-4 3 16,2-5-1-16,-1-6 2 0,1-3-1 0,2-7-1 16,-2-3-1-16,2-3-1 0,-1-2-1 15,-1-3 0-15,-2 1 1 0,-2 1 0 0,-1-1 1 16,-3 4 11-16,-3 2 9 0,-1 2 8 0,-2 5 9 15,-3 2 8-15,0 2 0 0,-3 5-8 0,0 0-7 16,-5 6-8-16,2 3-10 0,-4 2-7 0,2 6-2 16,-4 3-3-16,-1 3-1 0,1 5 1 0,0 5-1 15,0 2 1-15,-1 4 0 0,5 3-1 16,-2-1 0-16,3 2-1 0,4 0-1 0,0-2-2 16,1 1 0-16,5-4-2 0,0-2-2 0,6-3-15 15,0-4-32-15,2-5-67 0,4-3-63 0,-2-5-121 16,6-6-189-16,-1-6-303 0,2-6-304 15,2-4-233-15,-1-4-142 0,4-6 345 0,-3-2 596 16</inkml:trace>
  <inkml:trace contextRef="#ctx0" brushRef="#br1" timeOffset="91359.1">10436 2339 12 0,'-1'-8'528'0,"-1"4"504"0,-4 2 237 0,-2 2-63 16,0 4-292-16,0 2-281 0,-3 5-177 0,3 0-106 15,0 3-64-15,0 3-54 0,-1-1-60 0,4 1-65 16,0 1-47-16,2-2-28 0,3-1-18 15,2 0-7-15,1-1-6 0,3-4-3 0,2 0 0 0,2-2 0 16,1-5 1-16,4-1 0 0,2-5 8 16,1-3 2-16,0-3 2 0,4-5 0 0,0-3-2 15,0 1 1-15,-1-3-7 0,1-1-3 0,-2-1-2 16,0 2 2-16,-2 1 4 0,-3 1-2 16,0 2-1-16,-5 4-1 0,1 1 1 0,-5 3 0 15,1 2 0-15,-3 2 1 0,0 2 0 0,-1 2 3 16,0 1 1-16,-3 4 1 0,4 1 0 0,-2 3 1 15,-2 1 0-15,3 1 0 0,-1 1-1 0,-1 0-3 16,3-1-2-16,-1-2-1 0,0 0 0 0,2 1-2 16,0-6-1-16,1-1 0 0,-2 0 0 15,4-7 1-15,-1-1 0 0,-1-5 0 0,3-5-1 16,-1 0-1-16,1-5 3 0,-2-1 1 0,-1-3-6 16,-1-1-1-16,0-1-1 0,-3-1 0 0,-1-1 1 15,-4-1-2-15,1 1 5 0,-2-2 4 16,-3-1 5-16,0 3 5 0,-1 1 3 0,1 0 5 15,-1 3 2-15,-1 3 0 0,1 1-2 0,3 1-5 16,-1 5-5-16,1 2-2 0,1 3-5 16,2 0-2-16,0 4-1 0,2 4-1 0,2 6 1 0,0 4 1 15,2 3 0-15,1 8 2 0,1 2 0 0,-1 5 2 16,3 2 3-16,1 3 7 0,1 3 4 16,-2 2-3-16,4-1-1 0,1 0-4 0,0-2-3 15,3-1-8-15,1-5-5 0,0 0 2 0,2-5 2 16,2-5-1-16,-1-1 2 0,2-4-2 0,-2-3 2 15,-2-5 0-15,1-2-2 0,-3-4 3 16,0-3-1-16,-5-4 6 0,2-1 3 0,-4-2 4 16,-1 0-1-16,-1 0 1 0,-4-1-1 0,-2 2-8 15,-1 2-16-15,-1-1-45 0,-4 2-72 0,-3 2-100 16,0-1-192-16,-3 2-296 0,0 0-346 16,1 0-335-16,-4-1-183 0,5-1 253 0,-2-1 719 15</inkml:trace>
  <inkml:trace contextRef="#ctx0" brushRef="#br1" timeOffset="91546.74">11067 1992 540 0,'-4'3'1252'0,"-4"0"328"0,-1 1-155 0,0-1-351 16,1 2-453-16,0-1-233 0,0 1-147 0,-1-3-93 16,4 3-63-16,0-2-38 0,2 0-23 0,0 2-13 15,3-3-9-15,0 3-16 0,3-3-35 16,2 1-70-16,0-3-79 0,0 0-132 0,2-3-206 15,0 1-312-15,-1-4-308 0,2-1-216 16,0-3-32-16,0-1 439 0,-2-3 539 0</inkml:trace>
  <inkml:trace contextRef="#ctx0" brushRef="#br1" timeOffset="92464.85">11124 1732 368 0,'0'12'721'0,"-1"1"279"0,1 3 90 0,1 2-261 15,2 3-278-15,-1 3-138 0,4 1-66 0,0 3-46 16,-1 3-39-16,0 0-33 0,2 2-32 0,0 3-42 16,1-1-36-16,0-1-41 0,2 1-32 15,0-2-24-15,0-3-14 0,0-3-7 0,0-3-5 16,0-2 2-16,1-4 2 0,-2-2-2 0,1-3-2 16,-2-4 2-16,1-4 4 0,-1-1 1 0,-1-6 0 15,-1-2 4-15,-3-5 3 0,2-2 29 0,-2-2 28 16,-3-2 20-16,0-2 12 0,-4-2 2 15,0-1-8-15,-2-1-27 0,-2-2-27 0,2 1-18 16,-4-2-10-16,4 0-4 0,-2 3 5 0,3 0 4 16,0 6 3-16,-1-2 1 0,3 6-4 0,0 2-2 15,1 1-4-15,-1 3-6 0,3 1-3 16,0 3-3-16,0 1 1 0,3 3-1 0,-1 1-1 16,1 3 2-16,2 0-1 0,2 2 2 0,-2-2-1 15,3 0 1-15,-1 1 0 0,2-3-2 0,-1 2 1 16,2-3 1-16,-2 0-1 0,2-1 1 0,-2-2 6 15,2 1 4-15,-1 0 2 0,-1-2 0 16,0 1 0-16,-1-1 0 0,0-1-6 0,-2 1-1 16,1-4-3-16,-1 2 0 0,-1-2 1 0,0-2 0 15,1-1 0-15,-1 2-1 0,-2-1 1 0,0 2 1 16,-1-2-1-16,1 2-1 0,-2 2-1 16,0-1 0-16,2 1-1 0,-1 2-1 0,-1 3-2 15,2 0 0-15,-1 3 0 0,1 3-1 0,0 2 0 16,2 0-2-16,-2-1-12 0,5 1-29 0,-2-1-53 15,2-2-62-15,1-2-52 0,1-1-61 16,2-2-69-16,-1-5-52 0,2 0 7 0,-1-3 41 16,-1-1 29-16,2-1 42 0,-2-3 95 0,1 2 123 15,-2-1 134-15,-1 1 96 0,-3 1 62 0,0 0 89 16,-2 3 90-16,2 1 13 0,-4 2-44 0,1 1-58 16,-1 0-53-16,-1 0-71 0,-1 1-76 0,1 2-53 15,-2 1-32-15,2 3-16 0,0 2-9 0,0 0-1 16,0 0 1-16,2 3-1 0,1-1 0 15,0 1-2-15,2 1 0 0,3-2-4 16,0 1-5-16,1-3-1 0,1 2 0 0,2-4 0 16,1-1-1-16,0-1 0 0,1-4 0 0,2-1 1 15,0-2-4-15,-2-2-3 0,3-3-1 0,-2 0-8 16,0-4-2-16,-2 1-2 0,1 0 1 0,-3-1 2 16,-1-2 3-16,-1 3 6 0,-1 0 5 0,-1 0 0 15,-1 3 2-15,-2 3 1 0,1-2 2 0,-2 2-1 16,-1 4 0-16,1-2 1 0,-1 2 1 15,-1 2 2-15,1 4 2 0,1 0-1 0,0 3 1 16,-1 2 0-16,4 2 5 0,-3 1 2 0,0 2-1 16,2 1 1-16,-2 1-2 0,1 2 0 0,-1 2-6 15,0 1-2-15,-1 1 1 0,-1 2 5 16,-2 3 7-16,-1 1 7 0,-1 3 6 0,-4 1 4 16,-1 4 2-16,-4 3-1 0,-2 2-2 0,-4 2-4 15,2 1-5-15,-6 3-5 0,2 0-4 0,1-5-3 16,0-3-6-16,1-3-2 0,4-4-3 15,1-6-2-15,3-7-1 0,3-5-3 0,2-6-8 16,5-9-17-16,2-7-43 0,3-9-76 0,1-6-108 16,3-5-217-16,1-4-301 0,1-5-360 0,2-5-353 15,-2-3-153-15,3-4 359 0,-1-3 766 0</inkml:trace>
  <inkml:trace contextRef="#ctx0" brushRef="#br1" timeOffset="92911.73">12176 2095 287 0,'0'0'692'15,"-2"0"321"-15,-1 0 96 0,1 0-219 0,-3 3-299 16,1 0-184-16,0 3-105 0,0 1-35 0,-1 7 14 16,1 0 17-16,0 5-8 0,1 3-20 0,1 6-27 15,2 2-46-15,0 3-58 0,2 3-51 16,1 3-32-16,4 0-19 0,2 1-14 0,0 1-9 16,1-3-7-16,4 0-3 0,-1-4-4 0,2-2-4 15,2-4 1-15,0 0-7 0,-1-6-32 0,-1-3-74 16,0-3-73-16,-3-4-147 0,-1-3-251 15,-2-5-325-15,-2-4-332 0,-2-3-204 0,-4-4 1 16,-1-5 568-16</inkml:trace>
  <inkml:trace contextRef="#ctx0" brushRef="#br1" timeOffset="93122.63">12164 1746 448 0,'-4'-19'1079'0,"-3"2"259"15,0 1-112-15,-1 5-173 0,1 2-480 16,2 1-195-16,-1 4-95 0,3 0-51 0,-1 2-28 16,4-2-53-16,-2 4-52 0,4 0-43 0,-1 2-24 15,5 1-43-15,2 0-76 0,2 1-59 0,-1 1-120 16,5 1-192-16,-2-3-316 0,1 3-301 16,0-1-222-16,1 0-117 0,-2 0 337 0,0 1 580 15</inkml:trace>
  <inkml:trace contextRef="#ctx0" brushRef="#br1" timeOffset="93935.05">12406 1791 158 0,'5'9'736'0,"0"1"425"0,-2 1 83 0,-1 1-133 15,1 1-404-15,1 1-241 0,1 2-109 0,0-1-66 16,1 1-43-16,2-3-37 0,3 0-46 16,0-1-66-16,2-1-52 0,4-4-25 0,1-1-16 15,1-4-12-15,3-2-1 0,1-2 6 0,0-4 3 16,1-5 1-16,-1 1-1 0,-1-4 1 0,-1 0 1 15,-1-4 9-15,-1 3 19 0,-3-5 14 16,0 4 15-16,-5-1 10 0,0 2 8 0,-3 2-1 16,-3 1-7-16,-2 1-6 0,0 3-6 0,-3 0-8 15,-1 4-8-15,-3-1-8 0,1 3-11 0,-2 4-8 16,-4 3-7-16,4 1-4 0,-1 2-2 0,-1 3-3 16,0 2 1-16,2 2 0 0,0 0-1 0,2 5 0 15,2-2-1-15,1 0 0 0,0 0 0 16,1-2-1-16,4-1-1 0,1-1 1 0,3-2-1 15,0-4 1-15,3-1-1 0,2-4 2 16,1-3-1-16,0-3-1 0,3-4 2 0,-1 0-1 0,2-4 5 16,-3 1 2-16,3-2 2 0,-3-1 1 0,-1 2 0 15,0-1 0-15,0 3-4 0,-2 0-3 0,-3 3-2 16,2 0 0-16,-2 3 0 0,1 1 1 16,-2 4-1-16,-1 3 1 0,0-1 1 0,0 5-1 15,-2 1 1-15,1 3 0 0,-1-2 0 0,-1 5 0 16,1 0 0-16,-1 1 0 0,-2 1 0 15,0 2-1-15,0 0 1 0,-1 1 0 0,-2 3-1 0,0 0 0 16,-2 1 1-16,1 3 1 0,-4 0 2 16,0 2 4-16,-4 0 3 0,1 0 1 0,0-2 1 15,0-2-1-15,0-2-1 0,2-4-3 0,0-3-2 16,2-6-1-16,0-3-2 0,-1-5-1 0,5-6-2 16,0-5-2-16,3-5 0 0,0-8-1 0,5 0-2 15,-1-8-5-15,2-3-9 0,2-4-11 16,2 2-19-16,1-7-26 0,0 2-20 0,0 3-11 0,1 2 0 15,0 1 5-15,-2 4 20 0,-2 5 26 16,0 4 21-16,-1 3 13 0,-1 5 6 0,1 2 6 16,-4 2 1-16,2 4 5 0,0 0 3 0,1 4 2 15,-1 2 2-15,4 1 0 0,-2 3 0 16,3-1 1-16,0 3-2 0,4-2 0 0,0 0-1 16,1-1-1-16,-1-1 3 0,2 0-1 0,0-3 0 15,2-1-1-15,-4-1 2 0,0-4 1 0,0-1-4 16,-2-2 2-16,-2-3 2 0,1-3 11 15,-4-1 14-15,-1-1 12 0,-1-2 11 0,-4-2 15 16,-2 1 11-16,-2-4 1 0,-2 3-6 0,-2-5-3 16,-5 1-4-16,-3 0-10 0,-2-3-8 15,-5 3-4-15,0 0 0 0,-3 3 3 0,0 3 2 0,-2 5-1 16,2 2-4-16,4 5-7 0,-2 5-9 16,3 4-15-16,3 4-14 0,-2 5 0 0,5 4 0 15,1 3 0-15,2 5 0 0,2 0 0 0,3 1 0 16,5 1 0-16,2 0 0 0,5 2 0 0,1-3-28 15,3 1-26-15,3-5-60 0,-4-2-81 16,6-2-174-16,-4-3-273 0,3 2-337 0,4-3-425 16,-5-2-312-16,4-3 54 0,-1-3 828 0</inkml:trace>
  <inkml:trace contextRef="#ctx0" brushRef="#br1" timeOffset="94596.61">14468 1755 110 0,'-2'-2'773'0,"-1"2"720"16,0-3 127-16,0 3-269 0,0 0-443 15,-2 0-367-15,2 0-185 0,1 0-152 0,-2 0-82 16,0 0-47-16,3 2-30 0,-2-1-20 0,1-1-12 15,-1 0-8-15,3 0-4 0,0 0-3 0,0 0-5 16,3 0-9-16,0 0-25 0,0 0-75 0,-1-1-85 16,3-2-181-16,-2-2-287 0,0-2-331 15,1-1-380-15,-4 0-201 0,0-2 156 0,-4 1 734 16</inkml:trace>
  <inkml:trace contextRef="#ctx0" brushRef="#br1" timeOffset="94897.54">13989 574 402 0,'-1'-19'1010'0,"-3"3"353"0,3 4-30 0,-1 2-277 16,1 4-427-16,-1 3-219 0,2 5-107 15,2 5-68-15,-1 5-57 0,2 5-29 0,1 7-19 16,0 2-30-16,2 6-25 0,2 1-25 16,0 5-12-16,0-1-14 0,2 1-9 0,-1-1-11 15,1-2-5-15,2 2 2 0,-1-1-1 0,-1-4 0 0,4-1 0 16,-3 0-1-16,-1-2-10 0,1 0-34 0,-3-1-70 16,-2-1-73-16,-3-3-157 0,-1 0-280 15,-4-2-319-15,1 1-333 0,-2 0-211 0,-1-4 37 16,-4 2 639-16</inkml:trace>
  <inkml:trace contextRef="#ctx0" brushRef="#br1" timeOffset="96118.39">13064 3220 145 0,'3'-6'474'0,"-3"2"283"0,0-2 198 0,0 3-66 16,0-2-229-16,0 3-143 0,-1-3-97 0,1 2-61 15,-2 1-31-15,2 0-22 0,0 2-22 16,0 0-12-16,0 0-22 0,0 0-25 0,0 0-44 15,2 0-48-15,-2 0-43 0,1 0-36 16,-1 0-21-16,0 2-8 0,2 0-1 0,-2 1 6 16,0 2 2-16,2 2 10 0,-1 2 3 15,2 1-8-15,-3 4-4 0,3 3-9 0,-3 1-4 16,2 2-6-16,-1 3-5 0,1 3 5 0,-2 0 5 16,2 4 3-16,-1 0 0 0,1 0-1 15,-1 2-1-15,3 0-2 0,-1 2-7 0,0-2-5 16,0-3-2-16,3 1-1 0,-3-3-2 0,2-1-1 15,0-2 0-15,-2-3 2 0,2-2-1 16,0-1 1-16,-1 0 1 0,1-3 1 0,-2-1-1 16,1-1 0-16,-3 0 0 0,1-3 0 15,-1 0-1-15,1-1 0 0,0 0 0 0,-1-2-1 0,1 0-1 16,-1-1 1-16,-1-2-1 0,2 0-1 16,2 0 0-16,-2-2 1 0,-1 2-1 0,4-3 0 15,-1-1-1-15,0-1 2 0,1-3 0 16,4 0 0-16,-1-2 0 0,0-1-1 0,2-3 0 15,4 2 0-15,-3-1-1 0,3 0 0 16,-3 0-2-16,1 1 0 0,0 1-8 0,-1 2-13 16,2 1-29-16,-4-1-65 0,1 2-70 0,-2 0-102 15,-1 0-170-15,2 1-297 0,-3 1-315 16,2 1-242-16,-1 0-170 0,0-2 211 0,-2 1 616 16</inkml:trace>
  <inkml:trace contextRef="#ctx0" brushRef="#br1" timeOffset="96549.9">13641 3657 178 0,'-3'-3'790'0,"-2"0"436"0,-2 1 88 15,-1-1-74-15,0 3-375 0,0-1-298 0,-3 2-165 16,1-1-92-16,-1 3-72 0,-1 2-73 0,0 1-65 15,0 0-33-15,1 4-21 0,1 1-11 0,-1 3-7 16,2 0-9-16,2 3-10 0,-1 1-4 16,2-1-1-16,3 0-1 0,2 2 0 15,2-5-1-15,1 1-1 0,2-1 0 0,2-3-1 16,4-3-1-16,0 0 0 0,2-5-1 0,4-5 1 16,1-4-2-16,4-3 3 0,-2-6-1 0,1-4 2 15,1-2 1-15,0-5 0 0,-1 0 2 16,-4 0-7-16,0 1-2 0,-5 0-1 0,-3 3-1 15,-1 2 0-15,-2 3 4 0,-3 2 13 0,-2 5 9 16,-2 2 6-16,-1 1 3 0,1 3 0 16,-2 2-4-16,-2 5-7 0,1 2-6 15,0 5-6-15,0 1 4 0,2 3-1 0,1 4 3 16,1-2-2-16,1 3 0 0,1 2-2 0,1 0-5 0,3-1-3 16,0 1-2-16,1-4-1 0,3 4-1 15,3-5-9-15,-3 0-22 0,3-1-64 0,0-4-75 16,-1 0-144-16,3-1-266 0,-1-1-321 15,-1-3-371-15,1 1-279 0,-2-1-29 16,2-1 622-16</inkml:trace>
  <inkml:trace contextRef="#ctx0" brushRef="#br1" timeOffset="97381.46">14153 3178 18 0,'-1'-7'360'0,"1"2"283"16,-3 1 252-16,3 0 84 0,0 2-256 16,3-2-184-16,-3 3-114 0,0 0-81 0,0 1-67 15,0-2-59-15,-3 2-63 0,3-2-45 16,0 4-13-16,0 0 36 0,4 4 38 0,-1 2 26 0,-1 5 16 16,3 5-15-16,-2 1-28 0,0 6-35 15,1 5-35-15,0 1-32 0,0 3-23 0,2 2-4 16,-2 5-2-16,0-1-9 0,0 2-9 15,1 2-4-15,0-1-2 0,3-2-2 0,-2-1 0 16,0-3-6-16,1-1-2 0,-1-6-1 16,0-1 0-16,2-5-1 0,-3-1-1 0,0-6-1 15,0-3-3-15,-2-1-2 0,1-5-2 0,-1-4-16 16,-1-4-35-16,0-4-61 0,-1-3-55 16,1-7-57-16,-1-3-101 0,-1-3-131 0,-1-4-153 15,-1-2-229-15,-1 1-217 0,1-4-185 16,-5 0 87-16,2-2 398 0</inkml:trace>
  <inkml:trace contextRef="#ctx0" brushRef="#br1" timeOffset="97876.68">14171 3096 228 0,'3'-5'624'0,"-1"-3"283"15,1 2 115-15,1 0-145 0,4 1-296 0,0-1-177 16,2-2-97-16,2 2-43 0,3-1-31 0,2 0-12 15,2 2-9-15,2-1-20 0,1 1 10 0,0 2-9 16,-3 0-19-16,3 3-10 0,-4 3-23 16,0 3-10-16,0-2-29 0,-6 5-13 0,0 3-4 15,-2 1-26-15,-3 3-16 0,-4 5-12 16,0-1-3-16,-3 5-6 0,-3 0-7 0,-3 3 2 16,-1 1-1-16,-3 2-4 0,1-1-3 0,-2 1-3 15,1 0-3-15,1-5-2 0,1 0 0 16,4-2-1-16,-2-2 1 0,2-2-2 0,3 0 1 15,1-6-1-15,1 3 0 0,3-4-1 16,2-1-1-16,0 1 1 0,2-5 0 0,3 1-1 16,2-3 1-16,0 0 1 0,2 0-1 0,0-1 1 15,0-1 1-15,1-1 0 0,1 0 6 16,-2 2 3-16,0-1 1 0,-2 0 0 0,0 3 2 16,-4 0 0-16,-1-1-6 0,-3 2-1 0,1 1-1 15,-4 0-1-15,-2-1 0 0,-5 3-1 16,0 1 1-16,-1-1-1 0,-4 2-1 0,-4 1 1 15,2-1 4-15,-4 2 5 0,0-1 1 0,0-1 1 16,0-1 1-16,1 1-1 0,0-4-4 16,1 1-3-16,3-1-3 0,0-2-1 0,0 0 0 15,3-4-2-15,2 0-1 0,-1 1-5 0,1-2-12 16,3-2-30-16,1-2-70 0,1 0-71 16,1-4-146-16,1-1-282 0,4 2-321 0,3-2-357 15,0-1-234-15,-2 2-18 0,5 0 638 16</inkml:trace>
  <inkml:trace contextRef="#ctx0" brushRef="#br1" timeOffset="99220.53">15045 3704 186 0,'3'-1'373'0,"0"0"162"0,-1 0 75 16,1-2-145-16,-1 1-117 0,1 2-32 0,-1-2 24 15,-1 0 27-15,3 1 21 0,-3-2 4 16,-1 3-20-16,2-1-36 0,-2-1-57 0,0 1-9 15,0 1 16-15,1-2 21 0,-1 2-1 0,-1 0-30 16,-1-1-34-16,1 1-46 0,-1 0-59 0,0-2-50 16,-1 2-34-16,-2-2-4 0,2 2-6 15,-3 0-1-15,0-1-3 0,1 1-4 16,-2 0-4-16,1 1-9 0,0-1-4 0,-3 2-8 16,0 0-3-16,0-1-2 0,-2 2-2 15,3 1-2-15,-2 1 0 0,2-1-1 0,-4 5 0 16,4-2-2-16,-2 2 1 0,0 2-1 0,2 0 0 15,-1 1-1-15,2 2 0 0,2 4 1 16,0 0 2-16,2 3 0 0,0 2 0 0,1 0 2 16,2 3 0-16,0 0-1 0,4 2 0 0,0-1 0 15,1-1 1-15,3 2 0 0,0-3 0 0,1 3-1 16,4-5 1-16,-2 0 0 0,0-3-7 0,5 0-2 16,-3-5-3-16,4 0 0 0,-1-4-1 15,1-3-1-15,-1 1 6 0,3-5 3 0,0-1 1 16,-2-3 2-16,2-3 0 0,-3-1 1 15,1-2 0-15,-1-3 0 0,0 2-1 0,-2-3 1 16,0-1 0-16,-4 0 1 0,0 0 0 16,-1-2 0-16,-3 3 1 0,-3 0 0 0,-1-1 1 15,-2 2 0-15,-2 0-1 0,-4 0 4 16,1 2 2-16,-5 0 3 0,-2 2 4 0,-2-1 4 16,-2 2 2-16,-1 3-4 0,-1 1-2 0,-2 0-2 15,2 3-6-15,0 1-4 0,0 5-1 16,2-3-3-16,1 1 1 0,2 2-2 0,2 0 0 15,0-1-1-15,3 3 0 0,1-2-1 16,1 1 0-16,0-2-2 0,4 1-4 0,1 1-9 16,1-3-23-16,1-1-51 0,-1-1-72 0,2 0-98 15,-2 0-179-15,3-1-298 0,0 1-330 16,0-1-303-16,-1 0-176 0,-1 1 210 0,1 1 678 0</inkml:trace>
  <inkml:trace contextRef="#ctx0" brushRef="#br1" timeOffset="100015.01">14278 4429 223 0,'2'-6'524'0,"-1"0"306"0,1 2 190 16,-2 1-196-16,0 0-192 0,2 1-134 0,-2 1-102 15,0 1-103-15,-2 0-79 0,2 0-59 0,0 3-40 16,0 1-16-16,-2 2 10 0,2 2 19 16,0 1 10-16,-1 3-4 0,1-1 12 0,0 5-1 15,-2 2-16-15,2 0-11 0,-1 2-8 0,-2 4-4 16,1 1-23-16,1 0-20 0,-2 6-14 16,1-2-19-16,-1 5-12 0,-1-3-13 0,1 2-8 15,0-2 3-15,0 3 0 0,0-5 1 0,1 1 1 16,-1-4 5-16,0 2 3 0,2-4-5 15,1-1-2-15,-2-5-2 0,2 0-2 0,-2-4-1 16,2-2 0-16,0-1 0 0,0-2-1 16,0-3 2-16,0-1 0 0,-1 0-10 0,-1-3-22 15,2 0-46-15,-2-1-56 0,1-1-47 0,-1-1-43 16,-1-1-48-16,1-2-58 0,-1 0-42 16,0-2-36-16,-3 1-75 0,4-1-123 0,-2 1-199 15,0 0-147-15,0-4 10 0,0 3 172 16,1-1 269-16</inkml:trace>
  <inkml:trace contextRef="#ctx0" brushRef="#br1" timeOffset="100284.78">14111 4932 253 0,'-2'4'473'0,"2"1"192"16,0 1 60-16,2 0-190 0,0 2-168 0,-1 3-81 15,4 1-41-15,-1 1-4 0,3 0 2 0,-1 2 15 16,2 1 5-16,1 2-9 0,-1-3-14 15,2 3-33-15,-2 0-31 0,4-1-43 0,-2 1-37 16,1-3-29-16,3 0-19 0,-2-2-17 16,1 0 5-16,0-5 10 0,1 0 12 0,1-2 3 15,0-1 1-15,0-5 47 0,0-2 25 16,1-2 3-16,-2-7-9 0,1 1-10 0,-1-6-3 16,0-2-44-16,-1 0-31 0,1-2-18 15,-3 1-9-15,0-2-11 0,0 2-56 0,-3-3-51 16,-3 5-84-16,0-1-172 0,-2 2-300 0,-2 0-314 15,1 2-250-15,-2 4-192 0,-2 4 172 0,1 3 621 16</inkml:trace>
  <inkml:trace contextRef="#ctx0" brushRef="#br1" timeOffset="101381.49">13640 5985 19 0,'-4'-1'400'0,"1"-1"352"0,-3 0 289 16,3 1 85-16,0 0-328 0,0 1-238 16,1 0-115-16,0-2-46 0,2 2-14 0,-1 0-27 15,-1 0-33-15,1 0-35 0,-1 0-45 16,2 0-59-16,0 0-60 0,-2 2-43 0,2-1-28 15,0 2-19-15,-3 3-14 0,-2 4-9 16,-1 3-8-16,0 5-2 0,0 7 0 0,-1 2-2 16,2 1-4-16,-2 5-3 0,0 2-1 15,3 1-1-15,-1 1-2 0,1-1-1 0,0 0 6 16,-1-1 3-16,5-4 0 0,-3-1 1 0,3-6 0 16,0-3 0-16,2-3-1 0,-1-2-2 15,-1-6 2-15,0-1-1 0,0-3 3 0,2-3 1 16,1-3 2-16,-2-6-1 0,2-2 1 0,-1-4 1 15,1-3 0-15,-1-4-2 0,0-2 0 0,-1-1 0 16,1-4 6-16,-2-1 0 0,0-2 1 16,0-1-1-16,-2-1 0 0,1-2 0 0,-1 0-3 15,0-2-2-15,1 4-6 0,-1 2-1 16,0 3-3-16,2 7-2 0,-1 1-2 0,1 5-1 16,0 2 3-16,0 3 1 0,1 6 8 15,4 2 4-15,0 4 1 0,2 5 1 0,2 4 4 16,0 3 1-16,1 3-5 0,4 3 0 0,-1 6-7 15,0 0-3-15,2 1-3 0,-2 2-1 0,3 1-1 16,-2-4-1-16,3 1 10 0,-2-4 6 16,0-2 2-16,0-4 1 0,0-3 0 0,-2 1 1 15,1-9-5-15,-3-3-2 0,1-3-1 16,0-4 1-16,-2-5 1 0,-1-5 0 0,0-3 3 16,-1-6 3-16,-1-2 2 0,-4-2 2 15,3-3 4-15,-6-2 1 0,0 1-1 0,-3 0-3 0,-1-3 0 16,-3 0-4-16,-1 2-2 0,0-1-3 15,-1 2-1-15,2 2-1 0,-1 5-2 0,2 4 0 16,0 3-2-16,1 1 0 0,2 3-2 16,1 4-1-16,-1 3-2 0,3 1 0 0,-1 4 0 15,2 2-1-15,-1 3-4 0,3 2-13 0,-1 2-32 16,0 1-68-16,1 0-73 0,-2-1-142 16,3 2-257-16,2 1-322 0,-2-3-342 0,1 3-239 15,0-2-46-15,0-1 573 0</inkml:trace>
  <inkml:trace contextRef="#ctx0" brushRef="#br1" timeOffset="101615.1">14044 5980 11 0,'5'2'539'0,"0"2"492"0,-2 2 214 0,0 0-80 16,-1 2-268-16,1 2-279 0,0 2-147 15,-1 3-92-15,1 2-52 0,-2 2-47 0,1 2-57 16,0 3-73-16,-1 3-58 0,-1 3-31 15,0 2-18-15,0 2-11 0,-1 3-13 0,-1-2-7 16,2 1-5-16,0 0-4 0,0-3-2 0,0-3-1 16,2-3-1-16,-1-3-2 0,3-4-11 0,-3-4-35 15,2-3-67-15,-1 0-65 0,-2-8-90 16,0-1-162-16,0-2-239 0,-2-6-292 0,2-1-223 16,0 0-187-16,0-3 86 0,0-1 508 15</inkml:trace>
  <inkml:trace contextRef="#ctx0" brushRef="#br1" timeOffset="102150.71">14516 5910 72 0,'-2'-9'664'0,"1"1"531"0,-3 1 283 16,-2 2-74-16,-2 2-396 0,-3 2-372 16,1 1-195-16,-2 0-119 0,-2 2-105 0,-1 3-82 15,0 0-49-15,0 1-29 0,0 3-21 0,0 1-11 16,0 2-9-16,3 0-7 0,0 2-4 15,2-1-3-15,4 1-1 0,1-1-3 0,0 1 0 16,4-1 0-16,-2 2 0 0,7-2-1 16,-1-1 1-16,1-3 1 0,2 4-1 0,2-4 0 15,1-1 1-15,3 3 1 0,-3-3 0 16,4-1 0-16,-1 1 1 0,0-1-1 0,2-1 2 0,-1 2-2 16,0-1 0-16,0 0 1 0,1 3-1 15,-3-3 1-15,1 3 0 0,0 0-1 16,-4 0 1-16,0 1-1 0,-3 0 1 0,2 1 1 15,-3 1 0-15,-3-2 0 0,-1 3 1 0,-1 0 0 16,-1-3 1-16,-3 3-2 0,-1 0 1 16,0-4-1-16,0 2-1 0,-1-1 0 0,1-2 0 15,0-2 1-15,1-1 0 0,0 0-2 0,0-3 0 16,0 0-3-16,2 0-9 0,2-1-16 16,-4-2-38-16,4 0-71 0,-1-2-72 0,2-1-120 15,0-1-184-15,0-2-310 0,3-2-305 16,2 1-215-16,-1-1-128 0,3-2 326 0,-1-2 596 15</inkml:trace>
  <inkml:trace contextRef="#ctx0" brushRef="#br1" timeOffset="102431.34">14729 5982 281 0,'5'-2'868'0,"-1"1"355"16,-4 2 19-16,3 3-134 0,-3 1-334 15,2 4-236-15,1 3-132 0,-1 1-73 0,0 6-61 16,-2-1-73-16,1 3-71 0,1 2-50 16,-1 3-26-16,1 3-17 0,1-2-9 0,0 6-9 15,-1 0-7-15,2 0-4 0,0-1-2 0,-3 4-4 16,2-5 0-16,-1 0 0 0,1-1-3 16,0-4-6-16,-3-3-23 0,2-1-52 0,-2-4-72 15,0-6-89-15,-2-2-157 0,-1-2-246 16,0-5-313-16,0-4-273 0,-2-4-179 0,-1-3 69 0,1-3 545 15</inkml:trace>
  <inkml:trace contextRef="#ctx0" brushRef="#br1" timeOffset="102639.05">14612 5997 74 0,'-6'-2'664'16,"-1"2"478"-16,3 0 123 0,0 2-140 15,0 1-348-15,4-2-311 0,1 2-108 0,4 0-60 16,1 0-30-16,4-2-7 0,2 1-25 0,3-2-60 16,0-2-59-16,3 0-35 0,1-1-23 0,0 0-25 15,0-2-16-15,0 2-7 0,-2 0-6 16,2-1 0-16,-3 2-3 0,1 1-1 16,-1 1 0-16,-2 1-11 0,-2 1-52 0,0 2-77 15,-4 1-127-15,-1 1-239 0,-1 0-309 16,0 1-361-16,-1 2-305 0,1 0-85 0,2 0 513 15</inkml:trace>
  <inkml:trace contextRef="#ctx0" brushRef="#br1" timeOffset="103661.23">15526 5923 240 0,'8'-6'480'0,"-2"2"218"0,-1-2 118 0,0 2-130 16,-4 0-100-16,2 2-61 0,-3 0-52 15,2-1-56-15,-2 1-53 0,-2 1-36 0,2 1-25 16,-4 0-20-16,0 0-18 0,0 0-16 16,-4 0-27-16,0 1-43 0,2 2-48 0,-4 1-41 15,-1-2-29-15,0 4-19 0,-3 2-11 0,1 1-9 16,-1 1-4-16,-2 4-5 0,2 1-3 16,-4 2-3-16,4 0-2 0,-2 4-1 0,2-1-3 15,0 5 1-15,1 0-1 0,2 3 2 16,3 0-7-16,4 2-2 0,0 2-3 0,3-1 0 15,2 1-1-15,3-1 0 0,2 0 4 0,2 1 2 16,4-3 2-16,1-1-1 0,1-2 6 0,4-4 3 16,1-2 2-16,1-3 1 0,-1-6 1 15,5-2 0-15,-1-4-7 0,-2-5-2 0,1-2-2 16,-1-4-2-16,-4-1 3 0,2-3 0 16,-6-2 3-16,-1-2-1 0,-2-2 2 0,-3 2 0 15,-3-3 0-15,-4 2 4 0,0 0 3 16,-3 0 2-16,-2 2 3 0,-1 1 1 0,-4-1 2 15,0 2-3-15,-3 2-3 0,-3 1-3 0,2 0-3 16,-4 3-1-16,1 2-3 0,-2 0 0 16,3 3-2-16,-1 0 1 0,2 3 0 0,1 3-1 15,1 0-7-15,0 2-2 0,3 3-3 16,0 2-2-16,3 0 0 0,2 0-2 0,0 0 7 0,2 3 2 16,1-1 7-16,2-2-4 15,2 2-14-15,1-3-35 0,0 0-66 0,4-2-61 16,2 0-93-16,0-2-153 0,1-2-245 0,2-2-288 0,1-2-219 15,4-1-198-15,-2-2 61 0,2-4 512 16</inkml:trace>
  <inkml:trace contextRef="#ctx0" brushRef="#br1" timeOffset="104216.06">16081 5922 58 0,'-2'-4'581'0,"-1"3"468"0,-2 1 191 16,-3 1-92-16,-1 3-371 0,0 0-271 0,0 2-134 16,-3 0-58-16,2 2-33 0,1 0-25 15,-3 2-28-15,0 0-42 0,3 1-49 16,-4 2-45-16,2-1-29 0,0 1-23 0,0 3-15 15,1 0-10-15,2 2-8 0,-4 3-1 0,4 3 5 16,-2 3 5-16,0 3 1 0,0 4 2 0,0 1 0 16,0 6-2-16,3 1-7 0,1 1-3 15,2 2-2-15,3 0-3 0,2-2-1 0,4-4-1 16,3-1 0-16,6-5-2 0,1-5 0 16,3-5 0-16,5-3 1 0,2-8 1 0,2-5 2 15,1-6 1-15,2-3-1 0,-3-6 2 0,0-2-1 16,-2-5 0-16,-2-1-2 0,-4-6 1 15,-3 2 0-15,-2-2 0 0,-5 0 1 0,-4-3 1 16,1 3 5-16,-6 1 6 0,-6 0 9 16,1 2 5-16,-4 2 4 0,-5 3 1 0,-1-3-2 15,-4 6-5-15,2 1-6 0,-4 1-6 0,1 3-4 16,1 1-2-16,-2 5-4 0,4 2-1 0,-2 2-3 16,0 4 0-16,5 2-2 0,-2 5 1 15,5 0-2-15,1 2 0 0,1 1-1 0,4 1 1 16,0 0-1-16,5 1 1 0,0-2-5 0,2-1-11 15,4-1-21-15,4-4-41 16,-2 0-72-16,1-4-66 0,4-1-89 0,-1-4-150 0,4-3-233 16,-2-1-273-16,5-5-206 0,1-2-186 15,0-2 76-15,2-3 497 0</inkml:trace>
  <inkml:trace contextRef="#ctx0" brushRef="#br1" timeOffset="104600.47">16463 6054 151 0,'-4'0'737'0,"-2"3"432"15,-1 3 85-15,-3 1-114 0,3 4-375 0,1 2-261 16,-3 2-141-16,5 4-76 0,-1 1-53 0,2 3-48 16,-2 3-59-16,4 2-54 0,1 3-31 15,1 2-18-15,4 0-9 0,-1 0-5 0,3-2-4 16,3 0-4-16,2-6-4 0,2-4-2 15,3-5 1-15,1-4-1 0,4-9-1 0,-1-4-13 16,0-6-24-16,-1-7-26 0,-1-2-16 0,-2-6-16 16,-1-3-5-16,-5-2 11 0,0-1 36 0,-3 1 64 15,-5-2 71-15,-1 0 58 0,-4 2 29 16,-3 1 13-16,-4 0-3 0,0 2-26 0,-7 0-37 16,1 0-30-16,-2 2-20 0,-2-1-15 0,0 4-10 15,-3 1-10-15,1 3-7 0,-1 4-7 16,-1 7-5-16,0 4-5 0,0 4-2 0,-1 8-2 15,2 5 1-15,3 4-2 0,0 3-5 0,6 3-16 16,1 3-49-16,2 0-74 16,4 0-113-16,2-2-219 0,1 2-307 0,3-4-359 15,0-1-332-15,3-1-136 0,-3-4 390 0,2-1 729 16</inkml:trace>
  <inkml:trace contextRef="#ctx0" brushRef="#br1" timeOffset="105777.94">13366 5522 79 0,'3'-16'531'0,"-4"2"396"0,-2 3 224 15,-4 2-24-15,-4 1-408 0,0 1-256 0,-2 4-135 16,-2 3-65-16,0 3-27 0,-2 4-1 15,1 4 1-15,-3 5 0 0,0 4-19 0,2 8-30 16,-2 6-35-16,4 7-42 0,-2 9-27 16,1 8-23-16,2 8-14 0,3 6-10 0,-3 9-8 15,4 5-4-15,2 4-8 0,-1 3-6 16,4-2-3-16,5-1-4 0,2-6-5 0,7-6-1 16,4-6 0-16,6-6-17 0,2-7-59 0,4-6-70 15,2-9-122-15,1-3-251 0,5-7-315 16,1-5-353-16,1-4-277 0,1-5-90 0,1-5 505 15</inkml:trace>
  <inkml:trace contextRef="#ctx0" brushRef="#br1" timeOffset="106711.79">17039 5498 7 0,'3'-2'398'0,"3"0"329"0,-1 0 212 0,-2 2 22 16,2 2-289-16,0 0-215 0,3 0-114 0,1 3-57 16,1 1-19-16,1 3-9 0,5 5-4 0,-2 2-6 15,5 7-6-15,0 3-19 0,-2 5-19 16,2 2-3-16,-1 4-28 0,1 4-44 0,-1 2-39 16,-2 5-22-16,2 0-14 0,-4 5-21 15,2 4-11-15,-4 2-8 0,-2 5-4 0,-1 3-2 16,-4 3-3-16,-2 4-1 0,-3 2-3 15,-1-1-1-15,-3 4 0 0,-5 0 2 0,1 1-5 16,-1 3-37-16,-4 3-64 0,0 0-58 16,-4 1-116-16,1-4-200 0,-3-2-310 0,3-6-295 15,-1-2-223-15,1-9-130 0,2-8 351 0,0-9 595 16</inkml:trace>
  <inkml:trace contextRef="#ctx0" brushRef="#br0" timeOffset="161724.9">20996 904 16 0,'4'-6'397'0,"0"0"381"16,-2-1 333-16,-2-4 61 0,-2-2-345 0,1-2-221 16,-2-2-77-16,-4 1-69 0,0-1-82 15,-5-1-60-15,-2 1-49 0,-5 0-49 0,-4 0-69 16,-4 4-52-16,-5 1-33 0,-3 2-18 0,-3 5-8 15,-3 1-6-15,-1 7 1 0,-1 0-2 16,-1 4-2-16,6 4-2 0,1 2-5 16,4 3-5-16,5 2-4 0,2 3-4 0,4 0-4 15,6 2-1-15,2 0 0 0,6 2-1 0,3-3-2 16,2 3 0-16,6 0-2 0,2-3 0 0,6 3-1 16,0-3 1-16,5 0 0 0,5 0-1 0,2 0 0 15,2-1 0-15,4 0 0 0,1-1-1 0,2 1 0 16,-1-4 0-16,2 1 1 0,-1-2 1 0,-2 1 0 15,0 0 0-15,-1-1 1 0,-4-1 1 0,-3-1-1 16,0-1-1-16,-6 1 1 0,-2-2 1 0,-4 0 0 16,-4 0 6-16,0-1 4 0,-7-1 8 0,-4 2 5 15,-4-1 1-15,-3 0 1 0,-3 1-4 0,-3 2-4 16,-4-1-6-16,-1 0-5 0,-3-1-2 16,0-1-2-16,1 1 0 0,-1-2-2 0,0 1-1 0,1-3 0 15,2-1 0-15,2-1-1 0,0 0 0 16,5-2 0-16,-1-2-1 0,6 1-1 0,0 0-1 15,3-2-2-15,3 1-6 0,2 0-8 0,1 1-15 16,4-2-24-16,1 1-61 0,2-1-74 0,0-2-107 16,3-1-174-16,1 1-300 0,2-1-336 0,-1-1-265 15,4 0-159-15,-1-1 273 0,1 0 633 16</inkml:trace>
  <inkml:trace contextRef="#ctx0" brushRef="#br0" timeOffset="162296.75">21095 1314 91 0,'8'-9'620'0,"-2"0"453"0,-2 2 155 15,1 1-91-15,-3 4-366 0,1-2-209 16,-1 6-106-16,-1 1-76 0,-1 3-47 0,0 5-44 16,-1 3-52-16,-3 1-70 0,1 7-59 0,-2-1-32 15,-1 6-16-15,3-2-12 0,-2 2-16 0,4 0-9 16,-1-2-8-16,4 0-6 0,3-1-7 0,-1-5-7 16,5 0 2-16,3-3 1 0,1-4 1 15,2-5 0-15,1-3 0 0,5-2-1 0,1-6 7 16,1-3 2-16,-2-4 0 0,4-3 2 0,1-3 0 15,-4 0 2-15,0-4-10 0,-2 1-6 0,-1-4-1 16,-3 3-1-16,-2-3-2 0,-3 3-1 0,-2-1 5 16,-5-2 2-16,2 3 3 0,-3-2-1 15,-1 3 1-15,0 0 0 0,-2 2 0 0,-2 1 1 16,2 4 0-16,-2 1 1 0,2 5 2 0,0 0-1 16,-1 3 0-16,1 4 1 0,-2 6-1 0,2 1 0 0,0 4-1 15,0 2 0-15,0 4 0 0,2 2 0 16,-1 2 0-16,3 3 5 0,-1 1 1 0,0 3 2 15,4 0-1-15,-4 1 2 0,3 0 1 0,-2 4-4 16,1 0-2-16,0-1-1 0,0 1 1 0,-2 0-1 16,0 0-1-16,-1-1-2 0,0 0 1 0,-4 0-1 15,-1-1 0-15,-2 1 1 0,-1-2-4 16,-6 0-3-16,0-4-1 0,-3-1 0 0,-3 1-1 16,-3-3 4-16,0-1 6 0,-4-3 4 0,0 1 1 15,-3-4-1-15,-1-1 0 0,-1 0-6 0,2-3-9 16,-1-1-18-16,4-3-49 0,-2-1-80 0,3-4-152 15,2-3-269-15,4 0-322 0,5-3-398 0,3-2-361 16,3-1-13-16,4-3 718 16</inkml:trace>
  <inkml:trace contextRef="#ctx0" brushRef="#br0" timeOffset="163150.76">22178 924 42 0,'3'-5'357'0,"-1"-1"265"0,-1 1 257 0,-1 1 77 16,-1 0-226-16,1-2-137 0,-4-2-95 0,1 0-54 15,-2 1-20-15,0 1-27 0,-4 0-45 0,1 0-54 16,-1 2-44-16,-5-1-50 0,1 3-59 0,-2-1-49 16,-2 6-32-16,-2-1-17 0,2 3-8 0,-4 4-5 15,4 2-2-15,-4 2-3 0,3 5-2 0,1 3-3 16,0 6-2-16,0 4-2 0,-1 4-2 0,5 5-2 15,-2 2-3-15,5 1-3 0,1 3-2 0,3-3-5 16,4-1 0-16,2-1-3 0,8-4 6 16,0-2 2-16,5-4-3 0,4-1-3 0,2-9-1 15,5-1 4-15,2-5-3 0,4-4-1 0,1-6 4 16,2-2 1-16,0-8 3 0,0-2-6 16,1-2-9-16,-4-3-10 0,0-3-21 0,-4-1-42 15,-2-2-70-15,-4-2-74 0,-4-1-151 0,2-1-250 16,-9-1-310-16,1-1-307 0,-4 0-213 0,0 0-4 15,-3-2 584-15</inkml:trace>
  <inkml:trace contextRef="#ctx0" brushRef="#br0" timeOffset="163514.69">22548 1024 84 0,'1'28'580'0,"-1"4"458"15,0 1 192-15,-1 2-84 0,1-1-396 0,-2-1-231 16,4 1-130-16,-1-1-88 0,4-4-55 0,4-2-40 15,1-3-16-15,1-2-42 0,5-5-38 0,0-3-24 16,4-4-20-16,0-3-11 0,3-5-22 0,1-2-13 16,-1-6-8-16,4-3-7 0,-2-4 3 0,-2-2 8 15,0-5 7-15,1-1 5 0,-4-3 7 0,-4-1 6 16,2-3 6-16,-6 0 0 0,-2 0-2 0,-2-4-4 16,-7 0-4-16,-1-4-4 0,-1 1-7 0,-7-3-4 15,-2 1-6-15,-4-3-2 0,-5 2-3 0,-3 3-1 16,-3 4-1-16,1 3-1 0,-3 6-2 15,0 6 0-15,2 5-1 0,-2 7 3 16,4 7-3-16,0 4-2 0,0 7-1 0,1 3-1 16,2 5 0-16,1 3-3 0,2 3 0 0,4 2 1 15,2 1-1-15,2 0 1 0,4 2-2 0,4 1-4 16,2-3-11-16,2-2-15 0,7 0-28 0,-4-2-61 16,4-3-64-16,-1-1-76 0,4-5-141 0,0 0-202 15,0-3-299-15,2-2-235 0,0-1-208 16,3-3-24-16,-1-1 467 0,1-2 515 0</inkml:trace>
  <inkml:trace contextRef="#ctx0" brushRef="#br0" timeOffset="164031.31">23568 908 72 0,'6'-12'656'0,"0"1"526"0,-1 0 272 0,-5 2-66 15,0-3-393-15,0 3-356 0,-5-3-193 0,-3 0-114 16,-1 2-99-16,-3-1-81 0,-5 4-49 16,0-1-29-16,-9 6-23 0,0 0-15 15,-3 4-8-15,1 2-6 0,-1 4-3 0,3 0-2 0,0 3-5 16,2 1-3-16,2 1-4 0,2 2-4 0,2 3-3 15,-1-1-3-15,6 1 3 0,0 0 1 0,3 0 0 16,3 1 1-16,0 1-1 0,4-1 1 0,1 1-1 16,2 1-1-16,3 0 1 0,3 0 0 15,2-1 0-15,0 2 0 0,0-1 4 0,6 0 3 16,-1-2 0-16,1 2 1 0,1-1 1 0,0-1-1 16,1 2-4-16,1-2-2 0,1 0-1 0,1-1-2 15,0-2 0-15,-2 2-2 0,0 0 1 0,-2-1-1 16,0-1 1-16,-3 1 1 0,-1-3-1 0,-2 2 2 0,-2-2 1 15,-3-1 0-15,0 0 1 16,-6 0 0-16,-3 0 3 0,0-1-1 0,-5 0 0 0,-3 1 1 16,-3-1-2-16,-3-1 0 0,-3 2 1 15,-2-2-1-15,0 1 1 0,1-2 0 0,-3 1 1 16,3-3-1-16,0 3-1 0,1-4-1 0,4 3-2 16,0-2-4-16,1-1-13 0,2 0-28 0,1-2-72 15,3-4-97-15,0 0-219 0,3 1-293 0,3-2-361 16,2 0-426-16,2 0-220 0,-3 0 307 0,1 0 865 15</inkml:trace>
  <inkml:trace contextRef="#ctx0" brushRef="#br0" timeOffset="166188.26">17216 782 4 0,'5'-7'261'0,"-2"3"170"0,0 2 157 15,-1-3 30-15,2 3-169 0,-1-2-102 16,-1 3-42-16,1 0-7 0,-1-1 0 0,0 2-4 16,-1 0 12-16,1 0 0 0,-1 2-15 15,1-1-27-15,1 3-30 0,0-1-21 0,-1 4-37 16,2 4-13-16,1 1-5 0,-2 5-1 16,1 3 13-16,0-1-3 0,0 5 1 0,0 2-22 15,-2-1-17-15,6 3-18 0,-5 2-24 0,2 2-18 16,-1 1-20-16,1 2-13 0,0 1-9 0,3 2-7 15,-4 0-3-15,4 0 5 0,-3 2 3 0,2 1-1 16,0 1 2-16,-2-2 2 0,1 2 1 0,-1-2-5 16,0 3 0-16,3 0 0 0,-5 1-7 15,2-1-6-15,-2 1-1 0,0 0 6 0,0 2 2 16,1-3 0-16,-3 0 7 0,-1 3 2 0,2-3-1 16,-1-1-8-16,1 0-5 0,-2-1-5 0,4-2-2 15,-2 0-2-15,-1-2 1 0,1 1 1 0,-2-2 0 16,2 0 2-16,-1 0-1 0,-1 1 0 15,0 1-1-15,0-2-1 0,0 3-1 0,-1-2 0 16,1 1-1-16,-2-1-2 0,2-1 2 0,0-1-2 0,2 0-1 16,-2-1 0-16,1-1 0 0,1-1-1 15,0-3 0-15,-1 0-2 0,2-1 2 0,1 0-1 16,-3-2 1-16,2 1 1 0,1-1 0 16,2-3 0-16,-5 3 2 0,2 0 0 0,1 0 0 15,-1-1 0-15,0 0 0 0,0 0 0 0,0 2 1 16,1-1-2-16,0 0 0 0,-1-2 1 15,0 3-1-15,1-3 0 0,-1 3-1 0,-2-2 0 16,3 1 0-16,-3 1 0 0,2-2-1 0,-1 2 1 16,1 0-2-16,2 1 2 0,-4 0-1 0,1 2 0 15,-1-2-1-15,1 1 0 0,0 0 1 16,-1 0 0-16,2 0 1 0,-1-1 0 0,-2 1 1 16,3-1 1-16,-3 1-1 0,2-1 0 15,0 1 0-15,-1-2 0 0,-1 1-1 0,2-1 1 16,-2 2 0-16,0-2 0 0,0 2-1 0,0-3 1 15,0 2-1-15,0 1 0 0,0 0 0 16,0-1-1-16,0 4 1 0,0-1-1 0,0 1 0 16,0-1 0-16,0 1-1 0,0-1 0 15,0 0 1-15,0 0 1 0,1-1 0 0,-1-3 1 16,3 1 1-16,-1 0 0 0,-1 0 1 0,1-1-1 16,-1-1-1-16,3 2 1 0,-3-1-1 15,2-1 0-15,-1 5 1 0,0-3-1 0,-1 2-1 16,3 2 1-16,-3-1-1 0,1 1 1 0,-1-3-1 15,4 3 0-15,-5 0 0 0,1-2-1 16,2 1 0-16,-1-1 0 0,1 1-1 0,1-2 1 16,-1 0-1-16,0 1 2 0,0-2 0 0,0 2 1 15,3-1-1-15,-3 2 2 0,-1-2 0 16,1 0-1-16,1 3 1 0,-3 0-2 0,1-2 0 16,-1 0 1-16,3 1-1 0,-3 0 1 0,1-2-1 15,-1 0 1-15,1 1-1 0,2-2 0 16,-2 2-1-16,-1-3 1 0,-1 1-2 0,2 3 2 15,0-3 0-15,-1 1-1 0,-1 1 0 16,4 0 0-16,-4-2-1 0,1-1 2 0,2 2-1 0,-1-1 2 16,0-1-1-16,1 1 3 0,-2 0-1 15,3-2 0-15,-2 2 0 0,2-3-1 0,-3 1 0 16,2 0 1-16,1-3-2 0,-3 3 0 16,2-2 0-16,-1 1 0 0,1 1 0 0,0 0 0 15,1-1 0-15,2 0-1 0,-5 2 0 16,2-1 0-16,1-1-1 0,-1-1 1 0,0 0-1 15,0-1 2-15,1-1-1 0,-3-1 0 0,2-1 1 16,0-1 0-16,0-2-1 0,-1-1 0 16,-1-1 0-16,1 0 0 0,-2-1 0 0,2 1 0 15,-2 0 1-15,1 0 0 0,-1 0 1 16,0 0 0-16,0 2 0 0,0 0 1 0,0 1 0 0,0 0 0 16,0 0 0-16,0 3 0 0,0-3 1 15,0 3-1-15,0-1 0 0,0 0 2 0,0 2-2 16,0-1 1-16,0 0-1 0,0 1-1 15,2 2 0-15,-1-3-1 0,-1 2 0 0,2 1 0 16,-2 0 1-16,0 0-1 0,2 0 1 16,-1-1-1-16,-1 2 1 0,0-1 0 15,0-1 0-15,2 0 1 0,0-2 0 0,-2 0 1 0,0 0 0 16,1-1 0-16,-1-3 1 16,0 2 0-16,2-1-1 0,-2-2 1 0,1-1 0 0,-1-1 0 15,0-2-1-15,2 1 0 0,-2-1 0 16,3-1-1-16,-3-2-1 0,0 1 0 0,1-2 1 15,-1 0 0-15,0 1-1 0,2-1 1 0,-2 0-1 16,1 1 0-16,-1-1 0 0,2-1 0 0,0 0 0 16,-1 1-1-16,2-1 1 0,-1 1-1 15,-2 3 0-15,3-1 1 0,-1 2 0 16,0 0 0-16,-1 0-1 0,2 1 0 0,-1 0 0 16,1 3 1-16,-2-2-1 0,2 0 1 0,-3-2 0 15,2 1 0-15,-2-2-1 0,3-2 0 0,-3 1 0 16,2-3 0-16,0-1 0 0,-1 1 0 15,-1-2 0-15,2 1 1 0,-1-2-1 0,1 2 1 16,0-2-1-16,-2 0 0 0,0-2 1 16,1 1-1-16,-1-1 1 0,0 0-1 0,0-2 1 0,0 0-1 15,0 0 0-15,0 0 1 16,0-4-1-16,-1 1 0 0,1 1 0 0,-2-4-1 16,0 2 0-16,2-2-1 0,0 2 0 0,-1-2-4 15,1 1-3-15,-2 0-6 0,2 0-8 16,0 1-13-16,-1 0-23 0,-1-1-45 0,0 0-74 0,-3 2-100 15,2 1-183-15,-3-2-294 0,2 2-331 16,-3-1-314-16,2 1-162 0,-3-4 263 0,-1 1 682 16</inkml:trace>
  <inkml:trace contextRef="#ctx0" brushRef="#br0" timeOffset="170775.84">1087 8147 204 0,'-1'-5'431'0,"-1"-1"191"0,-3 1 143 16,2 0-213-16,-2 1-119 0,2 1-55 16,3 3-30-16,0 0-20 0,0 0-29 15,0 0-39-15,0 0-46 0,0 0-46 0,0 0-47 16,0 0-38-16,0 0-28 0,0 0-23 0,0 0-2 16,3-3 3-16,4 0 8 0,1 0 8 15,1 1 3-15,4 0 21 16,0-3-1-16,5 3-3 0,1-4 1 0,2 1-6 0,3-3 5 15,1 0-9-15,2-3 2 0,3-1-6 0,3-1-3 16,2 1-13-16,3-2-12 0,0 1-7 16,3-2-11-16,0 1-6 0,-1 2-11 0,5-3 8 15,-2 3 3-15,3 0 8 0,-2 0 5 0,2 1 2 16,0 2 2-16,1 0 0 0,-1 3-5 0,0 0-3 0,0 2-4 16,1 1 2-16,1 3 3 0,-1-2 3 15,1 2-2-15,1 2-12 0,-2-2-12 0,4 1-8 16,-2 1-1-16,0-2 6 0,0 1 8 0,-3 1 12 15,3-2 9-15,-2 1 1 0,2-1-1 0,0 0-9 16,-1 0 2-16,0 0-8 0,2 2 2 16,0-2 5-16,1 2 2 0,0-1 1 0,2 0-6 15,-1 1 1-15,2 1 0 0,0-2-5 0,1 1 0 0,0 1-4 16,-1-3-1-16,0 0 0 0,1 0-2 16,1-3-6-16,-1 0 3 0,-1-2 7 15,3 1 5-15,1-2 6 0,-1 0-4 0,3-1 6 16,0-2 1-16,2 3-6 0,-2-1-3 0,2 0-6 15,-2 2 2-15,1 0 0 0,-2 1-5 16,-1 1 0-16,2 2-4 0,-2 0 2 0,0 1 6 16,1 0 5-16,-1 1 0 0,2-1 2 15,0 0 1-15,0 0 1 0,0-1-6 0,0-1-5 16,0-1 0-16,0 0-2 0,2 0-4 0,-2-2-2 16,2 1 4-16,-2-1 1 0,0 0 6 0,3 3 2 15,-1-2 7-15,1 2 2 0,0-2-2 16,2 2-2-16,-2-1-1 0,2 1-4 0,-1-1-4 15,-1 0-3-15,2 0-1 0,0 0 3 0,-2-2 2 16,3 1 0-16,-1-1 4 0,0-1 1 16,1-1 2-16,2 1-3 0,2-2-5 0,1 2 0 15,-2-1 0-15,1 1 0 0,1 0-3 0,-3 2 5 16,0-1 0-16,0 0 4 0,0 4-1 16,0 0 3-16,2-1 2 0,-1 2 0 0,1 2-3 15,1 0-5-15,-3 1-2 0,0 2 2 0,-1 1-3 16,-3 0-6-16,2 2 6 0,-2 0 2 15,-1 2 5-15,-1-1-1 0,-1 2 2 0,-1-2 5 16,2 1-3-16,0 0 2 0,-2 0-2 16,0-1-2-16,-3 2-4 0,0 0-5 0,1-2-2 15,-2-1-4-15,-3 2-2 0,1-1 7 0,-2-1 4 16,0 1 1-16,-2 1 6 0,0-1 0 16,1-1 4-16,-2 0-5 0,3 1 4 0,-2-1 3 15,0 2-5-15,0-2-1 0,-1 3-3 0,2-3-2 16,-2 1-7-16,-2 2-5 0,2-4 4 15,-1 2 1-15,-1 0-3 0,-1 1 7 0,1-4 5 16,-1 4 2-16,-2-3-4 0,1 1 3 0,0 1 3 16,0-2-3-16,-1 1-4 0,0 1 2 15,2 2 2-15,-3-1-3 0,0 2-2 0,-1 0-2 16,-1-1 0-16,1 3-2 0,0-3 1 0,-1 4 0 16,-1-3-2-16,1-1 3 0,0-2-2 0,-1 1 3 15,0-2-1-15,2 0 5 0,-2 0 2 16,2-3 0-16,1-1 1 0,0 0-3 0,2 1 3 15,1-2-5-15,2 0 0 0,0 0 0 16,-2-2 3-16,3 3 2 0,-3-3-7 0,3 2 1 16,-3-2-1-16,1 1-1 0,0-1-3 0,0 0 1 15,-1-1 5-15,-1-1 2 0,2 0 1 16,0-1 3-16,-1-1-1 0,1 1-5 0,1-3 5 16,2 2-2-16,-1-1-2 0,0-1-2 0,0 2 1 15,0-2 0-15,-1 3-5 0,-1-1 1 16,1 3 0-16,0-1-1 0,-2 1 0 0,0 1 3 15,-2 2 2-15,1-3 1 0,-1 2 3 16,1 0 0-16,-2 2 6 0,0-1-1 0,1-1-3 16,2 1-3-16,-3-2-2 0,3 1 0 0,-3 0-3 15,1-2 1-15,-3 0-1 0,0 0 5 0,2 0-2 16,-4 0-1-16,-1-2 0 0,3 2-1 16,-4-2-2-16,1 1-1 0,-2 1 2 15,1-1 1-15,0 1 2 0,-2-2-3 0,0 2 3 16,0 0 0-16,0-2 0 0,-1 1-1 0,1-1 0 15,3 1 0-15,-2-2 0 0,1 1 1 16,-1 0 3-16,-1-1-1 0,0 1 2 0,2-2-4 16,-2 0 5-16,-1 1-6 0,0-2-1 0,0 1-1 15,-1-2-2-15,2 0 1 0,-2 2-2 0,3-3 2 16,-3 1 5-16,2-2 0 0,2-1 3 16,-4 2 0-16,0 1-1 0,2 2 1 0,-2 0-2 15,2 0 1-15,1 3-4 0,-3 0 0 16,2 2 2-16,1 0-3 0,-1 1 1 0,2 1-2 15,0 0 3-15,-2 1 2 0,0 0-2 0,1 1-2 16,-1-1 1-16,0 0-1 0,0-1-1 16,1 0-2-16,0 0-1 0,-1-1 3 0,0 0-2 15,2-2 5-15,-1 0-3 0,2-2 2 0,-2 0 4 16,2 1-1-16,0-2 0 0,1 0 0 16,1 0 3-16,1 0-2 0,-1 1-2 0,2 0-2 15,0-1 0-15,0 1-6 0,-2 1 0 16,-1-4 1-16,3 5 5 0,0-4-2 0,-1 2 0 15,2-2 2-15,-2 2 2 0,0-1 1 16,2 0-4-16,-4 0 6 0,3-1-2 0,-2 0 0 0,3 1-3 16,-1-1-2-16,1 3 4 0,0-3-3 15,3 2 5-15,-2-2 1 0,-1 1 1 16,3 2-3-16,-2-2-4 0,0 1 1 0,-1 1-5 0,1-2-3 16,-1 3 3-16,-2 0 2 15,3 0 2-15,-2 0 0 0,2 0 2 0,-3 3 2 16,0-2-5-16,3-1 1 0,-3 2 2 0,2-1 4 15,1 1-4-15,-1-1 0 0,1 1 2 0,-1 1 1 16,0 0 1-16,-1 0-6 0,-2 0 2 16,0 0-1-16,0 0-2 0,-1 1-1 0,-1 1-3 15,0-2 3-15,-1 1 1 0,0 0 1 0,-1 1 4 16,-1-2 0-16,0 1 2 0,-2 0 1 16,2-2-1-16,-1 1-2 0,1 1-3 0,0-4 1 15,-2 4 2-15,2-2-3 0,2-2 1 0,-3 1 1 16,2 1 0-16,-1-1 1 0,0 1-4 15,1-1 1-15,-2 1 1 0,1 0 2 0,-4 0 2 16,3 0-1-16,0 1 0 0,-2 0-2 0,2 0 1 16,0-1-1-16,-3 1-3 0,1 2 2 0,1 0 3 15,-3 0-1-15,2 0 2 0,-1 0-3 16,3 1 3-16,-3-1-3 0,4 2 0 0,-2-1 4 16,2 2-5-16,0-2 2 0,3-1-1 15,-2 1-2-15,0 0 5 0,3 2-6 16,-3-4 2-16,3 2 4 0,-1-2 0 0,0 2 0 0,0-1-5 15,3 0 0-15,-3 1-1 0,2 0-3 16,1-2 3-16,-2 1 5 0,1 1 0 0,0-2 4 16,2 1-1-16,-1-1 3 0,5 1-2 0,-2-3-3 15,4 3 0-15,-1-2 0 0,2 0 2 16,0 1-1-16,2-3-1 0,1 1-3 0,-1 1 2 16,2-3-5-16,-1 0 0 0,1 2 3 15,1 0 3-15,-1-2 2 0,2 4 1 0,2-2 1 16,-1-1 0-16,3 3-2 0,-1-2 0 0,2 2-3 15,-2-2-1-15,3 2-1 0,-1 0-2 0,0-1-1 16,0-1-1-16,0 3 6 0,0-2-2 16,-2 0 0-16,2 0 2 0,2 0 0 0,0 0-2 15,2 1 0-15,0 1-2 0,1 0 2 0,0 0 1 16,-1-1-2-16,1 2 2 0,-1 0-2 16,0 0 1-16,0 1 0 0,-1 0 3 0,0 3 1 15,3-3-1-15,-1 2 3 0,2 0-4 16,-1-1 0-16,1 3-2 0,-1-3-2 0,2 0 1 15,-2 2-2-15,1-2 1 0,-1-1 0 0,1 2 3 16,-3-2-3-16,6 0 3 0,-4 0 2 16,5-1 1-16,1-1-3 0,2 1 0 0,-1-3-1 15,2 1-2-15,-2-1-2 0,3 2-1 0,-2-1 4 16,1-1-1-16,0 1 1 0,2 0 2 16,0 0 4-16,1 0-3 0,-3 1-2 0,3 1-2 15,-2-4 0-15,0 4-3 0,-1 0 1 0,-2-1 3 16,-1 1-2-16,2-2 4 0,-2 1 1 15,1 0 1-15,5 1-1 0,-4-1-2 0,2-3-1 16,-2 3-3-16,2-2-1 0,-2 0-2 0,-1 1 4 16,1-2-1-16,-1 1 6 0,0 0 0 0,1-1 1 15,1 4 0-15,0-3-3 0,0 3-2 16,0-3-2-16,0 2-1 0,-1-1 2 0,-1 1 1 16,0 0 0-16,1 1-1 0,-1 0 2 15,1 0 1-15,0 0 2 0,2-1-1 0,-2 2 0 16,1-5 0-16,-1 5 0 0,-1-2-3 15,0 1-4-15,-1 0-1 0,0-2 2 0,-3 0 2 16,4 1 1-16,-4 1 2 0,3-1 0 0,-3-1 0 16,4 2-1-16,-4-2-2 0,0 2-1 15,-1 1 0-15,-1-1 2 0,0 0 0 0,-2 1 3 16,-2 1 0-16,2-1 0 0,-4 1 2 16,4-1-2-16,-1 0 0 0,-1 2-3 0,2-1-2 15,-4-3 0-15,3-1 0 0,0 1 2 0,-2 0 0 16,-1-4 1-16,1 0 1 0,0-1 2 15,-1-1-1-15,3 0 0 0,0-4 0 0,0 2 1 16,1-3-3-16,-1 1 1 0,0-1-2 0,1 0 1 16,-4 0 1-16,3 1-2 0,-3 0 0 0,-1 0 1 15,0-1 2-15,0 2-2 0,-1-2 1 16,-2 1 4-16,1 1-1 0,-1 0 1 0,0 0-2 16,-1 1-1-16,-1-1-2 0,-2 4-1 15,-2-2-1-15,1 2-1 0,-1 2 2 0,-2-2 0 16,-2 3-1-16,1-2 1 0,1 2 2 15,-5 1-1-15,4-2-2 0,-2 2 3 0,1-3 1 16,0 2-1-16,1-1 0 0,1-1 1 0,-2 0 2 0,5-1-1 16,0 0 0-16,-1 0-1 0,3-1-1 0,-2 0-1 15,0-3-1-15,0 3-1 16,4 0 1-16,-4-3 1 0,2 2 1 0,-1-2 1 0,1 1 3 16,1-1 1-16,-2 2 0 0,4-3-1 15,-4 3 2-15,2-2-1 0,0 2-2 0,-2-3-1 16,3 4-1-16,-3-3-1 0,0 3-2 0,-1-2 0 15,0 0 0-15,-1 0 0 0,1-1 3 0,0 0-1 16,-3 0 4-16,1-1 2 0,1 0 2 16,0-1-2-16,-1 0-2 0,1 0 2 0,-4-1-2 15,0 1-2-15,0 2-1 0,-2 0 0 0,-2-2-3 16,0 3-1-16,-1-2-2 0,0 2 2 16,-3-2-5-16,4 3 3 0,-5-1 3 0,0 0 1 15,-1 2 1-15,1-3-4 0,-1 2-1 0,-4 0-5 0,0 0-1 16,1 1-2-16,-1-2 0 0,-3 1 5 0,-2 1 2 15,2-1 3-15,-1 2 1 0,-2 0 2 0,-2 0-2 16,0 2 1-16,-1-2 0 0,0 1-1 0,-2 1-1 16,0 0 1-16,-1-1 1 0,-1 0-2 0,2 1 2 15,-4-2 1-15,0 2-1 0,2-2 1 0,-2 1-1 16,3-1 0-16,-3 1 8 0,-1-1 2 16,0 0 2-16,2-1-1 0,-2 1 0 0,-1-1 1 15,2 1-10-15,-4 0-4 0,2-2-1 0,-4 2-2 16,0-2 0-16,0 2-1 0,-2 0 3 0,-2 2 0 0,1-2 11 15,-3 0 11-15,-1 2 10 0,0-2 6 16,0 0 5-16,-4 1 2 0,4-1-3 0,-4 1-8 16,1-1-5-16,-1 0-4 0,1 0-1 0,0 0-3 15,-1 0-3-15,-1 0-1 0,0 0-4 0,0 0-1 16,0 0 1-16,0 0-4 0,0 0 0 0,0 0-3 16,0 0 0-16,0 0-2 0,0 0-2 0,-1 0-3 15,-3 4-11-15,0 0-46 0,-9 1-79 0,0 3-165 16,-4 1-267-16,-5 3-320 0,-5 2-394 0,-11-2-365 15,-8 1 1-15,-7-1 760 0</inkml:trace>
  <inkml:trace contextRef="#ctx0" brushRef="#br0" timeOffset="175275.63">19994 3664 315 0,'-1'-1'647'16,"-3"1"293"-16,3-2 132 0,-1 1-244 16,2 0-243-16,-1 1-141 0,-3 0-104 0,1 0-85 15,2 0-70-15,-3 1-56 0,2 0-39 0,-2 1-24 16,3-1-12-16,-1 3-7 0,1-1-5 0,-1 3-10 15,2-1-1-15,2 2-9 0,-2 0-4 16,1 0-3-16,2 3-1 0,3-3 4 0,-2 0 0 16,0 0 12-16,4-2 14 0,-1-1 9 15,4-1 13-15,-3-1 18 0,1-2 10 16,4-3 11-16,-1-1 3 0,-2-2 4 0,2-3-5 16,-2 0-14-16,0-4-8 0,0 1-13 0,-1 1-18 15,-5-2-12-15,1 2-7 0,-2-1-2 0,-3 1-2 16,0 0 3-16,-3 1 5 0,0 3-5 15,-3-3-1-15,-1 3-3 0,-2 2-3 0,-1 0-8 16,1 2-7-16,-4 1 0 0,4 1-5 0,-1 2-4 16,2 1-3-16,-3 2-3 0,5 4 0 15,-1-1 0-15,3 4 1 0,-4-1-1 0,5 3 1 16,0 3 1-16,1-2 0 0,0-2-1 16,2 2 1-16,0-1 0 0,2 0 0 0,0-3 0 15,1-1-1-15,0-1 2 0,5-3-2 0,-4 2 2 16,1-5-1-16,2-2 1 15,-1-1 1-15,3-4 1 0,-1-2 2 0,0 0 1 0,-1-4 0 16,0-1 1-16,0-1-1 0,-3 1 0 0,-2-1 4 16,0 2 3-16,-4 0 2 0,2 1 3 15,-5 0 2-15,0 2 0 0,1 1-3 0,-4 2-3 16,0 2-3-16,2-1-4 0,-1 4-1 16,-2 0-3-16,3 5-1 0,-1 1-2 0,1 2 0 15,-2 3 0-15,5 0-1 0,-2 3 0 0,4 0 0 16,-3 0 0-16,4-1 1 0,-1 3-1 15,2-4 0-15,-1-2-1 0,4-1 1 0,-3-2-1 16,2 0-1-16,-1-3 2 0,4-1 0 16,-3-3 2-16,4-2 1 0,-3-2 2 0,1-2-1 15,0-2 2-15,1 0 0 0,-3-3 0 0,0 1 1 16,1 0-1-16,-3-1 0 0,-1 0-1 16,0 1 2-16,0-1-2 0,-3 1 1 15,0 1-1-15,0 2 0 0,-2 1 2 0,1 0 0 16,0 1-2-16,-1 3 0 0,1 0 0 0,0 4-2 15,0 2-1-15,-2 1-2 0,2 3 1 0,1 1-1 16,0-2 0-16,0 4 1 0,0-1-1 0,1-1 0 16,0 1-1-16,1 1 2 0,-1-1 0 15,2-2 0-15,0 0 0 0,0-2 0 0,0-2-2 16,0 0 0-16,0-1-2 0,0 1 1 16,3-3-1-16,-3 0-7 0,4-2-13 0,-1-2-31 15,2-2-70-15,-4 0-80 0,2-1-165 0,1-3-283 16,-3 0-330-16,-1-1-361 0,0 2-230 15,0 0 65-15,-1 2 704 0</inkml:trace>
  <inkml:trace contextRef="#ctx0" brushRef="#br0" timeOffset="176415.88">18248 2899 177 0,'2'0'418'0,"0"-1"170"0,-1 1 97 0,-1-2-191 16,2 2-234-16,-1 0-126 0,3 0-25 0,0 3-9 15,3 0 25-15,4 2 29 0,-2 1 40 0,6 1 42 16,3 4 23-16,1 2 13 0,5 0-9 16,3 3-16-16,2 2-28 0,2-1-49 0,4 3-43 15,4 1-35-15,3 1-28 0,0 1-19 0,6 3-16 16,-2 0-9-16,4 1-6 0,1 2-4 15,-4 1 0-15,4 2-3 0,-5-1-1 0,1 1-1 16,-1 0 2-16,0-2-2 0,-5 1-1 16,3-3 0-16,-4 1 0 0,-1-4-1 0,-1 0-1 15,1-1-1-15,-2-4-1 0,-2-2 0 16,0 0 0-16,-2-4-1 0,0 1 1 0,-3-2 0 16,0-2-1-16,0-1-18 0,-1-1-27 0,-6-1-35 15,2-3-49-15,-4 4-84 0,-2-3-125 16,1 0-227-16,-3-2-240 0,-2 0-174 0,0 2-43 15,0-3 212-15,0 2 350 0</inkml:trace>
  <inkml:trace contextRef="#ctx0" brushRef="#br0" timeOffset="177213.6">20152 3707 296 0,'2'2'503'0,"2"0"160"0,1-2 73 0,2 0-264 15,1-2-179-15,1 0-45 0,7-2 34 16,1-3 43-16,1 2 24 0,4-4-3 16,3-2-28-16,2-1-31 0,4-4-61 0,3-1-52 15,2-5-42-15,4-2-35 0,5-3-34 0,1-5-25 16,3 0-16-16,2-5-11 0,3-1-7 0,3-1-5 15,1-2 2-15,2-1 1 16,0 2-6-16,0-1 4 0,-4 3 2 0,-2 4 0 0,-6 2-11 16,-5 2-23-16,-8 5-67 0,-5 2-140 15,-6 4-204-15,-6 4-287 0,-3 2-264 0,-3 2-215 16,-5 3 63-16,-1-2 430 0</inkml:trace>
  <inkml:trace contextRef="#ctx0" brushRef="#br0" timeOffset="178075.65">18584 3142 151 0,'4'-3'430'0,"-2"0"215"16,-2 2 135-16,-2-1-147 0,-2 1-234 16,-1 2-119-16,0 1-69 0,-1 2-36 0,-4 2-6 15,1 3-4-15,-1 0-6 0,1 4-11 0,-2 3-8 16,1 2-5-16,2 4-20 0,-4 3-15 16,4 3-19-16,-2 1-16 0,1 5-15 0,1 2-17 15,0 1-8-15,0 2 4 0,3 0 5 16,-1 0 4-16,2 2-1 0,0-4 0 0,1 1-3 15,3-1-11-15,0-4-8 0,0 0-17 16,3-2-35-16,1-5-58 0,-3 0-90 0,4-5-117 16,-1-3-157-16,1-2-282 0,2-4-200 15,-1-2-63-15,-1-1 170 0,0-8 301 0</inkml:trace>
  <inkml:trace contextRef="#ctx0" brushRef="#br0" timeOffset="178378.75">18720 3511 296 0,'3'6'505'0,"0"4"165"0,0 5 73 0,-1 6-274 16,1 2-187-16,0 3-68 0,2 1-26 16,-2 1 41-16,2 1 15 0,1-1-13 0,1 0-20 15,-1-3-39-15,3-1-26 0,2-5-65 16,-1-1-30-16,2-3-22 0,1-3-6 0,1-3 1 15,2-4-4-15,0-5 3 0,0-3-4 0,3-6-1 16,-2-5 0-16,1-2-5 0,0-7-1 16,-2 1 0-16,1-4 2 0,-5-1-2 0,-3 2 0 15,-3-2 0-15,-2 0-2 0,-8 3 0 16,-5 0-25-16,-2 3-46 0,-6 0-74 0,-3 4-95 16,-5 3-130-16,0 7-241 0,-5 2-227 15,-2 5-112-15,1 5 71 0,-2 4 248 0,-1 3 286 16</inkml:trace>
  <inkml:trace contextRef="#ctx0" brushRef="#br0" timeOffset="178560.61">18712 3704 15 0,'25'-6'381'0,"1"-1"321"16,-3-2 247-16,-1 2 84 0,-3-2-276 16,-1 2-232-16,-2-3-133 0,-1 3-102 0,-3 1-70 15,-2 2-61-15,0-1-70 0,0 1-39 16,-4 4-25-16,3 3-18 0,-1 0-57 0,0 2-122 15,4 1-238-15,0 0-279 0,3-1-259 16,1-1-228-16,3 0 23 0,2-3 406 0</inkml:trace>
  <inkml:trace contextRef="#ctx0" brushRef="#br0" timeOffset="179467.49">21001 3288 264 0,'5'4'477'0,"0"0"162"16,1 4 83-16,3 1-280 0,-1 5-183 0,2 1-90 16,2 3-51-16,1-1-19 0,3 2-14 0,-2 3-11 15,3-1-27-15,0 3-13 0,1-1-11 16,-2 2-6-16,2-1-2 0,-4 2 1 0,2-1-1 15,-3-1-1-15,-3 2 23 0,-2-1 11 16,-3-1 7-16,-2 2 0 0,-3-2 5 0,-3 0-28 16,-2-1-72-16,-4 2-107 0,-4-3-89 15,0 2-194-15,-5-3-233 0,0 0-98 0,-1-3 49 16,0-3 208-16,0-1 203 0</inkml:trace>
  <inkml:trace contextRef="#ctx0" brushRef="#br0" timeOffset="179939.93">20876 3442 109 0,'-5'0'408'0,"-2"-1"246"0,1 2 179 16,-3 0-45-16,3 2-220 0,0 2-136 0,-3 1-87 16,2 5-69-16,1 0-51 0,-1 6-55 15,1 3-45-15,2 2-36 0,0 5-22 0,3 3-15 16,1 1-16-16,0 2-16 0,1-3-12 0,4 2-1 15,3-3-2-15,0-3 0 0,1-3 2 16,2-5 4-16,0-1 0 0,2-5 1 16,-1-4-4-16,1-3 0 0,0-5-1 0,-2-5-2 15,0-3 2-15,0-4 1 0,-1-5 9 0,-4-1 13 16,0-2 16-16,-2 0 15 0,-2-1 4 0,-6 0 5 16,1 0-2-16,-5 0-11 0,-2 3-17 15,-4 0-13-15,1 0-8 0,-2 4-6 0,0 3-7 16,-2 3-4-16,3 0-2 0,-2 4-4 0,2 2 0 15,1 4-5-15,0 1-33 0,2 3-79 16,0 2-116-16,3 1-187 0,0 2-292 16,2-1-271-16,0 1-188 0,1 0 76 0,4-4 381 0</inkml:trace>
  <inkml:trace contextRef="#ctx0" brushRef="#br0" timeOffset="180190.5">20793 3527 17 0,'-4'-2'403'0,"1"0"324"0,2 0 220 16,-3 1 33-16,1 1-334 0,0 0-273 0,-1 1-159 16,2 3-92-16,2-2-56 0,0 5-31 0,2 0-21 15,2 4-5-15,1 0-5 0,1 0-3 16,6 4 2-16,-2-2-2 0,3 1 3 15,4-2-1-15,1 0-21 0,2-3-87 0,1-1-139 16,-4-2-297-16,2-1-227 0,-1-2-170 0,1 1-8 16,-7-2 267-16</inkml:trace>
  <inkml:trace contextRef="#ctx0" brushRef="#br2" timeOffset="189515.94">18127 3588 176 0,'1'0'378'0,"-1"0"160"0,2 0 62 0,-1 1-158 16,-1-1-158-16,0 2-111 0,0-1-41 0,0-1-35 15,0 1-22-15,0 1-18 0,2-2-15 16,-2 0-16-16,0 1-12 0,0-1-8 0,2 0-5 15,-1 2 1-15,-1-2 29 0,2 2 20 16,-1-1 8-16,-1 0 5 0,2-1 22 0,0 2 69 16,-1 0 4-16,3-1 0 0,-3-1-3 0,2 3 15 15,2-1 24-15,-1-1-39 0,0 2-21 16,1-2-12-16,-1 3-8 0,1-4-21 0,3 5-41 16,-2-3-24-16,1-1 23 0,1 2 15 0,0-3 5 15,2 2 5-15,-2 0-1 0,2 1-2 16,-1-2-29-16,2 1-18 0,-1-1-14 15,-1 1-8-15,2 1-3 0,-2-2 0 0,1 2-2 16,-2-1-1-16,0 1 1 0,0 0 3 0,1 0-1 16,0-2-1-16,-3 2 1 0,0 0-1 15,2-2 1-15,-2 3 1 0,-1-2-3 0,2 0 4 16,-3 1-3-16,4-1 5 0,-3-1-4 0,1 1-4 16,1-1 1-16,-3 2-2 0,4-2 3 15,-2 1-1-15,1 0 0 0,-1 0 1 0,2 1 1 16,1-2-1-16,-1 1 3 0,1 1-2 15,1-1 1-15,-2 0 0 0,0 0 0 0,0-1-2 16,1 0 0-16,-1 1 1 0,1-1-1 16,0 1-1-16,-1-1 0 0,0-1 2 0,0 0-1 15,-1 2 0-15,1-2 1 0,-1 0-2 0,-1 0 3 16,3 0 0-16,-2 0-2 0,-1 0 0 16,2 0-1-16,-1 0 4 0,0 1-3 0,0-1 0 15,-1 0 4-15,1 0-2 0,0 2-3 0,-1-1 0 16,1-1 1-16,-1 2 0 0,2-1 0 15,-2 1 0-15,1-2 1 0,-1 0-2 0,1 2 0 16,-1-2 2-16,1 0 0 0,2-2 0 0,-3 2 2 16,0-2 0-16,3 1-1 0,-2-1-2 15,-1-1 0-15,1 0 0 0,0 2 0 0,0-1 2 16,-1 1 1-16,1-1-1 0,-3 1-1 0,1 1 0 16,1 0 0-16,-1 0-1 0,-2 0 0 15,2 0-1-15,0 1 1 0,0-1 0 0,1 2-2 16,-3-2-1-16,2 0 1 0,-1 1 7 15,1-1-5-15,-1 2 0 0,0-2 2 0,1 0 0 16,-1 1-1-16,1-1-3 0,0 0 2 16,-2 2 2-16,2-1 0 0,3 1 1 0,-4-1 2 15,1-1-3-15,-1 2-2 0,0 1 0 16,1-3 2-16,0 2-1 0,1-1-3 0,-1-1 2 16,1 1 2-16,-1-1-2 0,0 0-3 0,0-1 6 15,0 1 8-15,0-1 5 0,0-1 5 16,2 2 0-16,-3-2 4 0,2 2-5 0,-2-1-7 15,0 1-5-15,0 0-6 0,-1 0-2 0,2 0-1 16,-2 0 0-16,0 0 2 0,5 0 0 0,-5 1-1 16,2-1 0-16,-1 2-3 0,3-2 0 15,-2 0 2-15,1 0 0 0,0 2 2 0,0-2-2 16,-1 0 5-16,0 0-3 0,3 1-1 16,-2-1-1-16,-1 0-2 0,1 1 6 0,-1-1-3 15,3 2 2-15,-4-2-2 0,1 1 3 16,0 1 2-16,0-1-1 0,0 2-4 0,1-2 0 15,-2 1 0-15,0 0 1 0,1 0 0 0,-1 0-1 16,0 0 1-16,0-1 0 0,0 1-1 16,0-1-1-16,-1-1 1 0,0 2-1 0,2-1 2 15,-2 0 0-15,1-1 2 0,-1 2-1 16,0-2-1-16,0 0 2 0,3 1-3 0,-1-1 4 0,0 0 10 16,1 0 6-16,-1 0 5 0,4 0 1 15,-2 0 4-15,-1-1-3 0,2 1-14 16,0-2-5-16,-2 1-3 0,2 1-6 0,-1-1 1 15,-3 1 0-15,5-2 0 0,-4 2 1 0,2 0-1 16,-1 2 3-16,2-2-2 0,-4 1-5 16,1 0 5-16,0 1-2 0,2 1 5 0,-1-1-4 15,0 0 3-15,0 1 1 0,-1-2 1 0,0 0-1 16,0 3-1-16,0-4 3 0,1 0-4 16,-2 2-1-16,3-2 1 0,-2 0 3 0,-1 0 0 15,1 0-4-15,1 0 1 0,1 0 4 0,-3 0-5 16,0 0 1-16,1-2-4 0,-1 2 5 15,2 0 0-15,-3 0-3 0,2 0 1 0,0 0-1 16,2 0 2-16,-3 0-4 0,2 0 4 16,-1 0 2-16,2 0-4 0,-4 0-2 0,2-3 4 15,-1 3 2-15,2-1-4 0,1 0 1 16,-1 0 2-16,1-2 2 0,-3 1-5 0,6 2 0 16,-4-2 3-16,0 0-3 0,-1 1 0 15,4-2 1-15,-4 2 0 0,2-1-3 0,-3 2 4 16,3-1-3-16,-2-1 2 0,1 2-4 0,-2 0 6 15,1-1 1-15,-2 1-2 0,2 0-2 0,-1-2-1 16,-1 2 2-16,1 0-2 0,-1-2 1 16,2 2-2-16,-2 0 4 0,0-1-2 0,-1 1 0 15,1-1-2-15,1 1 0 0,-1 0 3 0,-2 0-3 16,4 0 4-16,-4 0-3 0,2 0 5 16,-1 0-4-16,0 0 0 0,-1 0 3 0,3 1-7 15,-3-1 3-15,2 1-1 0,2 1 4 16,-2 0-1-16,3-1-4 0,-3 1 3 15,2-1-1-15,0 2 0 0,0-3-1 0,-2 1 1 16,2 1 4-16,1-2-4 0,-3 1 3 0,4-1-5 16,-4 0-1-16,2 0-1 0,-1 0 0 15,0 0 4-15,2 0-1 0,-2-1 4 0,0 1-2 16,0 0 0-16,1-2 0 0,0 1 2 16,3 1-1-16,-4-1-3 0,1 1 5 0,0-2-1 15,2 2-4-15,-3 0 0 0,1-1 1 0,-1 1 4 16,1 0-3-16,-2 0 2 0,1 0-2 15,1 0 2-15,-2 1-4 0,3-1 0 0,-5 0 2 16,4 2-1-16,-2-1 4 0,2 0-3 0,-2 1 3 16,2-2-3-16,0 1-3 0,1-1 2 0,-1 2-3 15,1-2 3-15,1 2 0 0,-3-2-1 16,2 0 2-16,1 0 2 0,-1 0-1 0,1 0 1 16,-1 0 2-16,0 2 3 0,0-2-1 0,-1 0-1 15,2 3-3-15,-3-3-2 0,1 1 1 16,1 0-2-16,1 0 0 0,-3 2-2 0,1-3 1 15,-1 2 4-15,0 0-5 0,2-2 3 16,1 2 0-16,-3-1 0 0,1 0 4 0,2 1-4 16,-1-1 3-16,2 1 1 0,-4-2-1 15,3 1 3-15,-1 1-1 0,2-1 1 16,-2-1 1-16,1 2-6 0,-1 0 2 0,2-1-6 0,-2 0-3 16,1 1 5-16,-3 0-2 0,1-1 4 15,2-1 0-15,-1 3 3 0,-2-2-1 0,1-1-5 16,0 2 36-16,0-1 23 0,-2 0 14 15,5 1 7-15,-4-1 6 0,1-1-3 0,0 2-28 16,0 0-20-16,0-2-17 0,2 0-11 0,-2 0-2 16,1 0-1-16,-1-2-3 0,2 2-2 15,0 0 3-15,0 2 5 0,-1-2-1 0,1 0 1 16,-1 1-3-16,1 1 0 0,0-1 0 0,-1 1-5 16,1 1 2-16,0-2 3 0,0 2 2 15,-1 0 0-15,1 0 0 0,-1-1-1 0,2 3-3 0,-2-3-2 16,0 2 0-16,-1-2 0 0,2 0 2 15,0 1 1-15,0-2 1 0,-1 1-1 0,0-1-1 16,2 1 3-16,-2-1-1 0,-1 1 0 16,3-1 4-16,-3-1-1 0,3 2 1 15,0 0 30-15,-2-1 25 0,1 0 13 0,2 1 0 16,-5 0 1-16,3-1 0 0,-1 2-28 0,1-2-23 16,0 2-12-16,0 0-2 0,-1-2-4 0,1 1-3 15,-1 0-1-15,1 1-1 0,2-3-1 16,-3 1-1-16,0 1 1 0,2-2 0 0,-2 0 2 15,2-2 1-15,-1 1 1 0,2-1-3 16,-3-1 2-16,2 1-1 0,2-1 1 0,-1 1-2 16,-1-1-1-16,2 0 3 0,1 0-2 0,-3 1-1 15,0 1 0-15,0 0-1 0,1-1 3 16,-3 2-1-16,2-2-1 0,-1 2 0 0,0 2 2 16,0-2-1-16,-1 2-1 0,1-1 0 0,-1-1 3 15,2 1-1-15,0 1-1 0,0 1-1 16,-2-3 0-16,2 1 0 0,0 1-2 0,-2-1 2 15,1-1 0-15,0 0 1 0,-1 0 0 0,2 0 1 16,1 0-1-16,0 0 0 0,-1-1 1 16,-2-1 1-16,4 1-2 0,-1 0 0 0,-1-1 0 15,0 0 0-15,3 1-1 0,-5 1 0 0,2-1 0 16,0 1 3-16,3-2-2 0,-3 2-1 16,0-2 0-16,-2 2 1 0,4 0-1 15,-2 2 0-15,-2-2 2 0,0 2-2 0,4-2 0 16,-4 1-1-16,0-1 3 0,3 0-2 0,1 1 0 15,1-1 0-15,2 0 0 0,0 0 0 0,0 0-1 16,0-1 0-16,2 1 2 0,0-1 0 16,-2-1 1-16,1 0 0 0,-1 2-1 0,0-1 1 15,1-1 1-15,-3 2-3 0,2 2 1 0,-4-1-1 16,3 3 0-16,-3-3 1 0,-3 4-1 16,1-1 2-16,1-1-2 0,-2 1 0 15,0 1 0-15,-1-2 0 0,1 0 1 0,-3 0-2 16,2 1 0-16,0-2 2 0,-1-1 1 0,1 0-3 15,0-1 1-15,0 0 1 0,0 0-1 0,-1 0 0 16,2 0 0-16,-1-1 3 0,2 1-4 16,-3 0 2-16,1 0-1 0,0 0 1 0,3 0-2 15,-4 0-1-15,1 0 3 0,2 0-1 16,-1 0 1-16,2 0 0 0,-4 0-1 0,3 0 0 16,-2 0 0-16,0 1 0 0,-1-1 0 15,2 0 0-15,1 2 3 0,-3-2 16 0,1 0 8 16,0-2 3-16,3 2 2 0,-4-1 0 0,3 1 0 15,-1-1-16-15,-1-1-6 0,3 1-3 16,-4-1-3-16,1 2-3 0,0 0 1 0,0 0-1 16,0 0 0-16,0 2-1 0,-1-1 0 0,-1 1 1 15,0-1 0-15,1 0 0 0,-1 1 0 0,0 0 1 16,-1-2 0-16,1 2 0 0,-2 1-1 16,1-2 0-16,1 0-2 0,0-1 0 0,-1 0 1 15,-1 0 0-15,2 0 1 0,-1 0-1 0,0 0 0 16,-1-1 1-16,1 1-2 0,-1 0 1 15,1 1-1-15,0-1 1 0,-1 1 0 0,2 2-1 16,-3-1 2-16,2 0-1 0,1 1 1 16,0 0 0-16,-1-2 0 0,-1 2-1 0,2-1 0 15,-1-1-1-15,0 3-1 0,-1-3 1 16,2-1 0-16,-1 1 1 0,0-1 0 0,-1 2 1 0,3-2 1 16,-3 0-1-16,1 2 0 0,-1-1-1 15,2-1 1-15,-1 1-1 0,-1 1 0 16,2-1-1-16,-1-1 1 0,1 3 0 0,-3-2-1 15,3 1 1-15,-1-1 0 0,0-1 0 0,-1 2-1 16,1-2 1-16,0 0 0 0,-1 0 1 16,2 0-1-16,-1-2 1 0,1 1-1 0,-2 1 1 15,1-2 0-15,-1 1-1 0,1 1 1 0,0-1-1 16,-2 1 0-16,0-2-1 0,1 2 0 16,-1 0 1-16,0 2 0 0,2-2 1 0,-2 1 0 15,2-1 0-15,-2 0 0 0,0 1-1 16,1-1 0-16,-1 0 0 0,0 0-1 0,0 0 1 15,0 0-1-15,0 0 1 0,0 0-1 0,0 0 0 16,0 2 0-16,0-2 1 0,0 0 0 0,0 0 0 16,0 0 0-16,0 0 1 0,0 0 0 15,0 0-1-15,0 0-2 0,0 0-6 16,0 0-22-16,-1 0-53 0,-3 0-70 0,-1 1-89 16,1-1-171-16,-5 2-299 0,0 0-312 0,0 1-273 15,-2 0-161-15,5 1 188 0,-2 2 624 0</inkml:trace>
  <inkml:trace contextRef="#ctx0" brushRef="#br2" timeOffset="191181.54">18541 3799 296 0,'2'4'605'15,"-2"-2"266"-15,-2 2 123 0,2-2-237 16,-3 1-195-16,0 1-114 0,-2 1-89 0,-1 1-68 16,0 0-47-16,-1 1-45 0,1 2-26 15,-2 1-18-15,-1 2-6 0,2 0-4 0,-1 3-17 16,2 0-13-16,-4-1-28 0,2 2-24 0,2-1-24 16,0 0-17-16,-2 1-8 0,3 0-9 15,-1-2-6-15,-1 3-2 0,2-4 0 0,-2 2-35 16,2-3-41-16,0 0-44 0,2-1-92 15,2-3-151-15,-1-3-247 0,4-2-263 0,2-3-241 16,3-4-180-16,3-2 158 0,3-5 480 0</inkml:trace>
  <inkml:trace contextRef="#ctx0" brushRef="#br2" timeOffset="191374.32">18811 3854 428 0,'5'3'839'15,"-2"-1"262"-15,1 0 19 0,-4 2-288 0,-4 1-311 16,3-1-188-16,-4 4-105 0,0 1-64 0,-4 1-44 16,-1 5-42-16,1 1-30 0,-4 1-19 15,2 4-13-15,1 0-7 0,0 1-5 0,0 0-5 16,4-1-11-16,1-4-38 0,3-1-103 0,2-4-146 16,3-6-246-16,2-3-280 0,3-3-265 15,5-3-134-15,0-5 223 0,4-2 452 0</inkml:trace>
  <inkml:trace contextRef="#ctx0" brushRef="#br2" timeOffset="191560.91">19129 3876 39 0,'13'-2'479'16,"-7"2"398"-16,-1 4 241 0,-3-2 3 0,-2 3-358 0,-4 1-280 0,-1 3-168 16,-4 1-104-16,1 6-69 0,-3-2-52 15,0 5-35-15,0 0-16 0,0 1-11 0,-1 3-10 16,0 1-3-16,3-2-3 0,-1 3-6 15,6-6-26-15,-1 1-61 0,3-7-110 0,4-4-155 16,3-3-279-16,1-4-275 0,8-4-231 0,1-5-42 16,2-3 306-16,5-3 432 0</inkml:trace>
  <inkml:trace contextRef="#ctx0" brushRef="#br2" timeOffset="191726.97">19499 3926 241 0,'14'0'608'0,"-6"2"307"16,-1 4 145-16,-4 3-203 0,-3 2-256 15,-2 2-168-15,-2 2-116 0,-3 4-83 0,-2 0-66 16,-1 3-53-16,-1-1-44 0,0 4-28 0,0-3-21 16,1 2-10-16,1-4-10 0,4 2-11 15,4-5-42-15,1-1-97 0,3-4-165 0,5-4-289 16,1-1-265-16,3-4-247 0,6-3-80 16,3-3 278-16,0-4 466 0</inkml:trace>
  <inkml:trace contextRef="#ctx0" brushRef="#br2" timeOffset="191923.76">19939 4063 363 0,'6'6'782'0,"-5"3"273"0,-4 1 55 0,-1 1-265 15,-2 4-300-15,-4 2-198 0,0-2-116 0,-2 4-63 16,2 0-50-16,1-3-43 0,0 0-34 0,2 0-20 16,5-5-12-16,1-1-7 0,4-3-21 15,2-4-46-15,6-3-85 0,-2-4-136 0,4-6-225 16,4-3-280-16,4-2-247 0,1 0-116 0,2-5 178 15,3 1 408-15</inkml:trace>
  <inkml:trace contextRef="#ctx0" brushRef="#br2" timeOffset="192264.05">20273 4024 142 0,'6'4'502'0,"-2"2"266"0,-4 1 137 16,-1 2-130-16,-2 3-308 0,0 2-208 0,0 2-125 15,-2 2-61-15,1 0-34 0,1 0-19 16,3 1-10-16,0 0 0 0,3-3-43 0,1 0-89 15,2-4-176-15,3-1-268 0,3-4-194 0,0-4-105 16,6-3 86-16,0-3 269 0</inkml:trace>
  <inkml:trace contextRef="#ctx0" brushRef="#br2" timeOffset="192283.29">20813 4011 22 0,'8'-2'527'0,"0"6"476"16,0 0 222-16,-5-1-71 0,-2 1-351 15,1 2-325-15,0 2-207 0,-2-3-113 0,0 3-59 16,1 0-35-16,1-1-27 0,1 0-18 16,0 2-11-16,1-2-16 0,-1 0-29 0,0 1-94 15,0 1-149-15,-3-1-253 0,0 3-276 0,0-1-261 16,-5 5-171-16,5-2 191 0,-1-1 471 0</inkml:trace>
  <inkml:trace contextRef="#ctx0" brushRef="#br0" timeOffset="197262.33">25887 1028 215 0,'0'4'481'0,"1"0"203"0,-1 1 99 16,0-1-231-16,0 1-204 0,0 1-107 0,0 2-40 15,2 2 8-15,-1 0 18 0,3 4 25 0,-4 1-6 16,3-1-28-16,0 5-43 0,0 0-20 16,2 2-25-16,0 0-13 0,2 5-11 0,0-1 5 15,-1 3 0-15,2 1-11 0,2 2 5 0,-1 3 11 16,-1 2 22-16,5 1 18 0,-4 2 13 0,-1 2-1 16,0 2-12-16,0 2-30 0,-2 3-32 15,-1-3-28-15,-2 2-23 0,-1 0-16 0,0 2-11 16,1-1 1-16,-3-1 0 0,1 4-3 0,-1-1 2 15,-1 1 15-15,1 0 8 0,-3 1 3 0,1 1-2 16,-1 0 1-16,-1-1 0 0,1 2-16 0,-2-3-8 16,2 0-8-16,-3 3-2 0,3-2-5 0,-2 1 0 15,0 1-3-15,1-1-2 0,-3 1 0 16,0 0 2-16,0-1 2 0,2 0 2 0,1 0 4 16,-3 0 3-16,2-2 2 0,-2 2-2 15,2-1 0-15,2-2-3 0,0 1-3 0,-1-1-1 16,3-1-3-16,-3 1 1 0,4-2-1 0,0-2 2 15,0 1 1-15,0 0 1 0,0-2-1 0,0 2 0 16,0 0-1-16,4-2-1 0,-4 2 0 16,1-1-1-16,-1 2 0 0,2-1 0 0,-2 5 1 15,2-3-1-15,-2 0 0 0,0 3 1 0,0-1-1 16,0-1 2-16,0-1 0 0,0-1 0 16,0 0 1-16,-2-1 2 0,2 2 2 0,-2-1-1 15,2 1 1-15,-1 1 0 0,-3 2-1 0,1-1-1 16,-1 4 0-16,-1 1-2 0,0 0-1 15,1 1 2-15,-3 1 2 0,1 2-1 0,0-3 2 16,-1 3 1-16,1 0 1 0,1-1-3 0,0-2-1 16,2-3-1-16,-1-1-3 0,1-6-1 0,3-3 0 15,-4-5-1-15,4-5-1 0,0-7-1 16,2-5-3-16,0-5-8 0,-2-3-26 0,0-7-62 16,0-2-71-16,-4-5-114 0,1-5-206 0,0-4-306 15,-2-4-330-15,0-7-256 0,-2-6-118 16,-1-5 373-16,0-8 642 0</inkml:trace>
  <inkml:trace contextRef="#ctx0" brushRef="#br0" timeOffset="198005.29">25713 1233 288 0,'2'-6'513'0,"-2"0"186"16,0-1 95-16,1 1-197 0,1 0-124 15,1-1-56-15,2-2-32 0,2-1-17 0,0-3-38 16,1-4-53-16,3-3-33 0,1 1-21 0,3-4 8 0,0 1 6 16,1-1 8-16,2-2-7 0,-4 0-33 0,2-1-30 15,-2-1-42-15,2-1-32 0,-5 2-27 0,0 2-14 16,-2 3-4-16,-2 4-5 0,-2 2-4 15,-2 5-6-15,0 3-7 0,-1 2-7 16,-2 6-9-16,0 5-6 0,-4 5-5 0,3 4-3 0,-2 1-2 16,1 2 1-16,0 3-2 0,1 2 1 15,1 2-3-15,0 0 0 0,1-2-4 0,3 4-15 16,-3 0-43-16,4 0-77 0,-1 0-102 0,1 1-175 16,-2 0-299-16,2-1-337 0,0 1-327 15,1 0-158-15,0 4 248 0,1-2 652 0</inkml:trace>
  <inkml:trace contextRef="#ctx0" brushRef="#br0" timeOffset="199552.09">25488 5467 23 0,'-1'1'389'0,"-4"1"304"0,2-2 234 0,0 2 64 16,1-1-322-16,1 1-235 0,-1-2-127 15,0 1-89-15,2 1-61 0,0-2-53 0,0 0-42 16,2 1-27-16,0-1 13 0,3 2 20 16,-1-2 13-16,5 0 20 0,3 0 13 0,2 0 5 0,2-2-13 15,6 1-15-15,1-2-13 0,3 0-19 16,4-2-14-16,2 2 29 0,4-1 39 15,0-1 13-15,2 3 8 0,0-3 43 0,5 0 18 16,-2-2-28-16,2 2-42 0,2 1-22 16,0-2-14-16,2 1-41 0,-1 0-21 0,0 3-12 15,-2 0-7-15,0 1-3 0,1 1-3 0,-4 1-2 16,1 2-2-16,1 0 1 0,1 0-1 16,1 2-2-16,-2-1 3 0,2 0 2 0,1 1 3 15,3 0-1-15,0 1 1 0,0-2 1 0,5 1 0 16,-1 0 0-16,0-1-3 0,1 0 0 15,-2 2-1-15,-1-1-1 0,-3 1 0 0,1 0-3 16,-3 0-1-16,-2 1 0 0,-1-1-1 0,0-1 3 16,-1 1 1-16,-2-2 1 0,-2 1 3 0,3 1 1 15,-1-3 3-15,-1 1-3 0,-1-1 0 16,3 0 1-16,-3-1-2 0,4-1 1 0,-2 1-2 16,-2-1 0-16,2-1 0 0,0 2-2 15,-1-2-1-15,1 0 0 0,-1 0-3 0,-1 0 0 16,3-2 1-16,-1 1-4 0,-2-1 3 0,2 1 1 15,-1-1 2-15,-1-1 1 0,0 0 3 16,1 0 0-16,-1 0 0 0,-2-1 0 0,3 1 1 16,0-2 0-16,-3 1-2 0,1-1 0 15,1 1 0-15,-4 2-2 0,1-4-1 0,0 3-1 16,-1 0 0-16,-2 2 0 0,1-3 2 0,-3 4-1 16,2 0 1-16,-2 0-2 0,0 0 0 0,0 2 0 15,-1 0-2-15,1 0 0 0,1 0 3 16,-1 1 0-16,0 3 3 0,2-4-1 0,1 2 4 15,0 1-1-15,2-1 0 0,0 0 1 16,2-2-6-16,1 2-5 0,2-2-4 0,2 0 0 16,2-1-1-16,-3-1 4 0,0 0 10 0,5 0 5 15,-3 0 3-15,2 0 1 0,0 0-1 16,-1 0-8-16,0 0-2 0,1 0-1 0,-1 2-1 16,-1-1 2-16,-4 0 2 0,4 1-5 0,-4 1-4 15,1-3-2-15,2 2-1 0,-2-2-2 0,1 0-1 16,2 0 6-16,-4-2 3 0,3 1 2 15,0-3 0-15,-1 0 1 0,2 0 5 0,-4-2 3 16,3-1 0-16,0 0 0 0,-2 1 0 0,-1 0 2 16,1-1-4-16,-2 2-2 0,0 0 0 0,-2 1 1 15,-1 1 2-15,0 2-7 0,0-2-6 0,-1 3-3 16,-1-2 0-16,0 2-3 0,1 0 0 16,1 0 5-16,-2 2 3 0,2-2 4 0,0 0 0 15,-1 1 0-15,2-1 0 0,1 2 0 0,-4-2-1 16,0 0 2-16,2 0-1 0,-3 0 7 15,-2 1 3-15,-3-1 0 0,-2 2 3 0,-3-2 0 16,-1 0 0-16,-3 1-7 0,-3-1-2 16,-1 0-1-16,-4 2-2 0,-2-2 1 0,-4 0 11 0,2 0 8 15,-1 0 7-15,-2 0 5 0,1-2 2 16,-3 2 1-16,1 0-9 0,-1-1-6 0,-1 1-6 16,2 0-4-16,-2-2-4 0,0 1-2 0,-2 1-2 15,2-2-2-15,-3 1 0 0,0-1-3 0,0 1-1 16,-4-1-4-16,1 2-14 0,-2-2-35 0,-1 2-68 15,-5 0-70-15,-1-1-125 0,1 0-190 0,-2-2-305 16,1-1-312-16,-1-1-226 0,0 0-116 16,2-1 372-16,0-1 579 0</inkml:trace>
  <inkml:trace contextRef="#ctx0" brushRef="#br0" timeOffset="199874.17">31525 5140 330 0,'3'-4'682'16,"0"2"243"-16,1-1 49 0,-1 3-279 0,3 0-254 16,1 0-140-16,3 3-77 0,2 2-23 15,0-1 13-15,2 2 3 0,2 4-24 0,0-2-26 16,3 4 6-16,-5 0 6 0,5 1-5 0,-3 3 7 16,0-2 7-16,-2 0-1 0,2 4-18 0,-5 0-19 15,-1-1-20-15,0 0-22 0,-3 1-19 16,-2 2-17-16,-5 2-12 0,0-2-13 0,-4 3-7 15,0-2-16-15,-4 1-8 0,-3 0-6 0,0 1-7 16,-3 0-5-16,1 1-3 0,-3-3 3 0,-1 0 2 16,-1-2 0-16,2-1 0 0,-1-1 0 15,-1-1-2-15,1-2-3 0,3-1-18 0,-3-2-41 16,4-2-68-16,-1-3-86 0,4-2-163 0,4-1-272 16,1-2-316-16,2 1-310 0,3-2-207 0,3-2 101 15,-2 1 624-15</inkml:trace>
  <inkml:trace contextRef="#ctx0" brushRef="#br0" timeOffset="200851.06">31612 6144 47 0,'0'-2'396'15,"0"-1"277"-15,0 0 213 0,0 1 7 0,3-2-288 16,2 0-164-16,0 0-101 0,1 0-48 0,4 0-43 15,0-1-23-15,3 2-30 0,3 0-43 0,-2 0-29 16,7 0-25-16,-5 2-17 0,4-1-19 16,1 2-19-16,-2 0-7 0,0 2-14 0,-2-1 15 15,2 2 10-15,-2 0 43 0,-2 3 50 0,-6 0 32 16,2 1 26-16,-6 0-10 0,-2 2-14 0,-4 1-33 16,-3 2-43-16,-2 1-27 0,-5 0-23 0,-2 5-15 15,-1-2 1-15,0 0-9 0,-5 1-1 0,3-1-1 16,-1 3-5-16,1-3-1 15,0 1-8-15,3-2 0 0,-1 3-3 0,5-2-2 0,-3 0-3 16,5 1 0-16,1-1-2 0,2 0-1 0,1-1 1 16,2-2-1-16,1 1 0 0,3 0 0 15,2-2-1-15,-1-2 0 0,5-1 0 0,0 0 6 16,2-4-2-16,3 1-3 0,0-2 1 0,3-3-2 16,1-2-13-16,2-3-33 0,1 0-35 0,0-3-52 15,2-1-59-15,3-4-63 0,-1 0-67 0,-2-1-75 16,1-4-67-16,2 2-43 0,-1-1-29 15,-2-3-23-15,-2 3 28 0,1-2 101 0,-1 2 135 16,-4 0 144-16,-3-1 134 0,-2 2 124 0,-4 1 110 16,1 4 92-16,-6 1 44 0,0 3 24 0,-1 2-9 15,-4 2-28-15,1 4-45 0,-3 2-54 16,3 3-45-16,-2 4-44 0,-2 2-29 0,2 3-17 16,3 2 3-16,0 5 25 0,3-1 18 0,2 3 6 15,-1-1-6-15,4 0-15 0,4 0-25 0,-2-3-12 16,3 1-9-16,3-4-8 0,0-1-6 15,3-6-3-15,3-4 14 0,-1-6-15 0,4-2-11 16,0-5-3-16,2-5 0 0,3-4-3 0,-3-3-14 16,0-4-5-16,0-5-4 0,-2 1-4 0,-1-4 0 15,-4 2 0-15,-2-4-4 0,-4 2-3 0,-5 0-2 16,-4 2 2-16,-5-2-1 0,-3 1-1 16,-5 3-6-16,-4 0-5 0,-5 0-1 0,-1 5-8 0,-8 0-2 15,4 6-5-15,-7 3 4 0,-1 4 2 16,2 4 1-16,0 6-1 0,1 0 0 0,2 5 0 0,3 2-1 15,2-1 0-15,5 6 0 0,0-1-3 16,3 3-6-16,2 0-16 0,4 0-28 0,-1 3-55 16,3-2-68-16,-1-3-82 0,4 0-145 0,-1-3-231 15,2 0-295-15,2 0-258 0,-1-3-193 16,-1-1 33-16,0-1 503 0</inkml:trace>
  <inkml:trace contextRef="#ctx0" brushRef="#br0" timeOffset="201074.26">32074 6217 145 0,'7'3'653'15,"2"2"370"-15,-1 1 110 0,1-2-90 0,2 1-414 16,2-1-243-16,2 0-113 0,3 0-28 0,2 0-19 16,2 1-24-16,-1-1-37 0,5 0-29 0,2 1 1 15,0 0-21-15,4-2-18 0,0 0-10 16,-1-2-7-16,1 1 1 0,0-1-28 0,-4 1-24 15,-1-2-42-15,-2 0-62 0,-3-2-89 0,-4 1-167 16,-4-1-302-16,-5 0-309 0,-2-2-308 16,-4-2-204-16,-3-1 163 0,-5-1 614 0</inkml:trace>
  <inkml:trace contextRef="#ctx0" brushRef="#br0" timeOffset="202122.79">26287 501 6 0,'3'-2'437'0,"0"2"394"0,-1 0 238 0,-1 2 9 15,3 0-299-15,-3 5-261 0,1 0-171 16,-1 3-72-16,-1 5-34 0,4 1-35 0,-4 2-50 15,0 2-28-15,1 1-39 0,-1 1-37 16,3 2-27-16,-1 0-14 0,2 0 0 0,-1 1-6 16,1 0 2-16,-1-4-5 0,2-2 1 0,-2-3-2 15,0-1-1-15,0-1-5 0,3-3-18 0,-2-4-22 16,-1-1-15-16,-2 0-28 0,-1-4-96 0,-1 0-131 16,-2-4-161-16,1-2-272 0,-2 0-258 0,0-1-205 15,1-2 107-15,-2-2 394 0</inkml:trace>
  <inkml:trace contextRef="#ctx0" brushRef="#br0" timeOffset="202371.1">26119 358 143 0,'7'-2'435'0,"3"2"256"0,0 0 238 16,1 0-35-16,7 4-249 0,-1-1-134 0,4 0-75 15,-1 0-89-15,4 0-106 0,-2 0-79 0,3-1-64 16,1 0-43-16,-1 0-30 0,-3 3-13 16,0-2-5-16,0 0-2 0,-3 1-2 15,-3 2-2-15,0 0-10 0,-8-1-52 0,-3 2-144 16,-4 0-241-16,-4 2-277 0,-5 5-262 16,-4-1-214-16,-5 1 65 0,-1 1 454 0</inkml:trace>
  <inkml:trace contextRef="#ctx0" brushRef="#br0" timeOffset="202554.96">26036 1013 319 0,'10'15'601'0,"2"1"240"0,2-4 154 0,-1-2-231 16,5-1-196-16,0-2-110 0,2-5-101 0,2 0-67 0,-1-2-84 15,4-2-78-15,1 0-55 0,0-3-20 16,1-1-12-16,2-1-9 0,-4 0-7 0,2 1-36 15,0-1-126-15,-2-1-208 0,0 0-290 0,1 3-273 16,-5 1-265-16,1 0-87 0,0 3 374 0,-3 0 497 16</inkml:trace>
  <inkml:trace contextRef="#ctx0" brushRef="#br0" timeOffset="204012.51">28873 526 183 0,'0'-3'414'0,"0"1"176"0,2 0 109 0,0-1-203 16,1 0-193-16,2 0-114 0,-1-1-65 16,4 1-37-16,3 2-24 0,0 1-24 0,2 0-8 15,1 0-8-15,2 1 0 0,3 2 0 16,-2 1-2-16,-1 0 0 0,1 2 60 0,0 1 41 15,-3 2 57-15,-3-1 63 0,-2 1 59 16,-1 2 31-16,-3-1-36 0,-4 2-18 0,-1 0-18 16,-4 2-12-16,-2-1-9 0,-6 4-12 15,1-2-12-15,-4-1-11 0,-2 3-23 0,-3 3-37 16,1-1-36-16,2 0-29 0,-4 4-19 16,5-4-20-16,-1-2-16 0,3 3-8 0,0-1-8 15,2-2-1-15,2 0-3 0,3 0-1 0,1 0 0 16,3-2 0-16,-1 0-2 0,3-4-2 0,2 2-2 15,1-3 2-15,3 1-3 0,-2-2 1 0,3-2-1 16,2-1 2-16,0 0 0 0,2-1 1 0,-1-1-2 0,5-1 2 16,-2-2 1-16,1-1-1 15,0 0-1-15,3-1 2 0,-2 0 0 0,3-2 0 0,-4-1 2 16,1-1-2-16,1 2-1 0,-4-1-4 0,1-1-24 16,-2-1-43-16,0 1-53 0,-1 0-52 0,-4-2-102 15,-1 1-159-15,1 0-239 0,-3-1-257 0,1 2-229 16,-1 2-180-16,-1-1 192 0,2 0 504 0</inkml:trace>
  <inkml:trace contextRef="#ctx0" brushRef="#br0" timeOffset="204500.47">29460 727 106 0,'-3'-3'640'0,"-2"6"427"0,-3-2 165 16,0 1-98-16,-6 3-398 0,2-1-257 15,-1 3-127-15,-3 5-64 0,2 4-57 0,-2 2-37 16,2-2-39-16,-2 3-44 0,2 0-45 0,1 2-29 16,4-2-13-16,1 2-12 0,0-3-5 0,6-1-4 15,2-2 0-15,2-2-14 0,4-2-4 0,2-4 1 16,2-1-4-16,4-6 3 0,2 0-4 0,1-8 10 15,4-3 6-15,1-3 0 0,0-3 5 16,1-6 6-16,0-2 0 0,0-2-2 0,1-4-5 16,-5 0-1-16,0 1 0 0,-3-1-6 15,-3 4 8-15,-4-3 35 0,-1 7 25 0,-4-1 15 16,-4-1 10-16,0 3 6 0,-3 3 2 16,-3 1-24-16,2 2-13 0,-1 3-11 0,-2 3-10 15,4 1-8-15,0 2-11 0,0 3-9 16,-3 1-5-16,4 3-4 0,-1 5-3 0,0 4 1 15,-1 1 0-15,1 7 2 0,2-1 0 16,-3 5-1-16,3 3 0 0,-2 2 0 0,1 2 1 16,-1 2-1-16,2 1 1 0,1-2 0 0,0-2 0 15,1 0-2-15,4-2-4 0,-1 0-20 16,1-2-54-16,0-3-73 0,0-1-91 0,0-3-158 0,1 0-283 16,0-3-319-16,1 0-275 0,-1 0-161 0,0 2 146 15,3-6 576-15</inkml:trace>
  <inkml:trace contextRef="#ctx0" brushRef="#br0" timeOffset="205204.94">30078 775 40 0,'3'-4'503'0,"1"2"443"0,-6 0 253 0,-1-2-29 16,-2 2-294-16,-2-2-189 0,-2 1-155 0,1 0-115 15,-2-2-80-15,-3 1-59 0,-2 0-71 16,0-1-77-16,-1 0-41 0,0 1-22 0,-1 1-15 16,2 1-12-16,3-2-8 0,-1 3-10 15,5 0-9-15,2-1-7 0,-2 4-5 16,4-1-4-16,0 2-1 0,4 3-1 15,0 3 0-15,4 0 2 0,0 1-1 0,4 2 1 16,-2 2 1-16,6-1 0 0,-2-1 1 0,1 2-1 16,2-1 1-16,3 0 1 0,-2-2-2 0,0 1 0 0,1-1 0 15,-1-1 0-15,-1 0 1 0,-1 0 0 0,-1-2 0 16,-1 2 1-16,-1-2 0 0,-3-1 1 0,-1-1 0 16,-2 0 0-16,1 0 1 0,-4-2 1 0,-4 1 0 15,1-1 1-15,-3 2 1 0,-2-1-2 0,-1 1 1 16,-3-2-1-16,-2 1-2 0,2 1 1 0,-2-1-2 15,-2-1 1-15,3 2-3 0,-1-2-6 16,1-1-14-16,1 1-28 0,0 1-53 0,3-2-71 16,0 0-85-16,0-1-136 0,6-2-191 0,0 0-297 0,3-3-254 15,2 1-195-15,1-1 0 0,3-2 417 16,5 0 499-16</inkml:trace>
  <inkml:trace contextRef="#ctx0" brushRef="#br0" timeOffset="205421.48">30252 764 330 0,'14'-3'698'0,"-2"-1"247"0,-4 3 116 0,1 2-187 16,-4 5-276-16,-4 2-160 0,4 3-39 0,-2 1-24 15,1 4-46-15,-3 3-49 0,1 1-37 0,-2 1-40 16,0 0-48-16,-2 1-33 0,1-1-35 0,1 2-29 16,-2-3-21-16,0 2-13 0,2-4-11 0,0 0-7 15,2-3-4-15,0-1-4 0,1 0-27 0,-2-3-49 0,4-4-60 16,-4-1-67-16,1-3-124 0,1-3-195 0,-1-3-288 15,-1-3-252-15,3 0-216 0,-1-2-69 16,2-5 367-16,-2-2 529 0</inkml:trace>
  <inkml:trace contextRef="#ctx0" brushRef="#br0" timeOffset="205589.6">30373 675 84 0,'0'-15'572'15,"-4"3"402"-15,0 2 160 0,0 2-74 0,-1 2-403 16,2 3-294-16,-3-1-165 0,2 4-91 0,-1 0-47 15,2 4-26-15,-1 0-12 0,1 2-12 0,1 1-6 16,1-1-34-16,-1 1-89 0,1 0-140 16,1 1-267-16,1-1-260 0,2 1-233 0,1 0-88 15,1 2 223-15,1-1 405 0</inkml:trace>
  <inkml:trace contextRef="#ctx0" brushRef="#br0" timeOffset="206024.19">30407 1111 18 0,'2'5'467'0,"0"-4"414"0,0 1 224 16,-2-2-22-16,4-2-328 0,-3-4-272 0,2-2-176 16,2-1-85-16,2-3-16 0,1-1-7 0,1 1 3 15,0 0 11-15,3-1 12 0,0-2-1 0,-1-2-23 16,2 3-25-16,-4-2-28 0,1 1-32 0,1 4-30 15,-7-1-22-15,3 1-14 0,-2 4-10 0,-2 1-6 0,2 2-8 16,-4 0-5-16,-1 2-4 0,0 2-5 16,0 3 0-16,-1 2-3 0,-2 2-1 0,-1 1 0 0,1 4-2 15,-2 1-1-15,2-1-1 0,0 1-1 0,0 3-1 16,3-3-2-16,0 1 0 0,0-2 0 16,3-2-1-16,-2-1-2 0,4-2 2 0,2-2 0 0,1-1 1 15,2-4-1-15,2-5 2 0,1-1-1 16,4-2 0-16,-3-4-1 0,3-1 1 0,-1-2-1 0,-2 1 0 15,-1-3 1-15,1 4 1 0,-4 1 0 16,1 0 0-16,-5 3 0 0,1 1 1 0,-4 2 0 0,0 1 1 16,-1 1 0-16,-1 2 0 0,-1 2-1 0,-1 0 0 0,-1 4 0 15,-3 0 0-15,0 5-1 0,-1-1 0 16,-2 1 0-16,2 3-1 0,-1 0-1 0,3 0 0 16,0 1-2-16,0 0-1 0,2 0-12 0,-1 2-32 0,2-1-70 15,1-2-92-15,0 0-174 0,1-3-290 16,2 2-333-16,0-4-355 0,0 2-220 0,2 0 177 0,2-2 700 15</inkml:trace>
  <inkml:trace contextRef="#ctx0" brushRef="#br0" timeOffset="206766.83">31092 502 18 0,'3'-8'338'0,"-2"0"262"15,3 2 257-15,-4 0 111 0,1 3-205 16,-1-1-168-16,0 1-106 0,-1 2-75 0,-1 0-69 16,0 1-81-16,1 2-76 0,-2 5-45 0,-3 3-2 15,-1 5-11-15,1 5-13 0,-1 6 16 0,-2 3 14 16,1 4-8-16,2 7-28 0,-1 2-18 0,4 0-16 15,0 4-28-15,3-3-19 0,3-2-11 16,2-4-7-16,3-2-4 0,3-4-3 0,5-4-3 16,-2-2 1-16,7-5 0 0,1-3-1 0,1-5 0 0,1-3 0 15,2-5 2-15,-1-4-1 0,2-1 0 0,-2-4 0 16,-4-3 2-16,2-5 5 0,-1 0 5 0,-2-3 1 16,0-4 3-16,-3 0-2 0,-2-2 5 0,-1-2-1 15,-6-2 0-15,-2 1 4 0,-3-2 1 0,-3-1 1 16,-5 0-4-16,-1 0-1 0,-5 1-4 15,-2 0-2-15,-5-2-4 0,0 4 1 0,-4 0 1 16,-2 1 1-16,2 5-1 0,-5 2-1 0,2 6-2 16,0 2-1-16,-2 3-4 0,4 3-3 15,1 4-3-15,2 2-2 0,2 3-2 0,1 4 1 16,3 1-3-16,1 3-1 0,4 0-5 16,2 3-16-16,1 0-28 0,5 1-58 0,2-2-60 15,4 0-95-15,-1 0-152 0,6 0-201 0,0 2-294 16,4-3-242-16,-1-1-211 0,4-1 70 0,-3-3 477 15</inkml:trace>
  <inkml:trace contextRef="#ctx0" brushRef="#br0" timeOffset="207042.24">31032 739 49 0,'-5'3'501'16,"2"3"365"-16,1 0 179 0,2 3-35 0,0-1-368 16,4 4-301-16,-3-3-174 0,5-2-79 15,1 1-40-15,1-2 12 0,0 1 25 0,2-2 20 0,3-3 17 16,3 0 3-16,-2-2-3 0,3-2-26 0,3 0-33 16,0-3-21-16,4-4-17 0,-2 1-11 15,4 0-6-15,0-1-12 0,-4 1-59 0,2-1-147 16,-6 1-268-16,-1-1-269 0,-1 2-259 0,-2 3-204 15,-1-1 92-15,-4 1 478 0</inkml:trace>
  <inkml:trace contextRef="#ctx0" brushRef="#br0" timeOffset="207374.12">31688 730 329 0,'6'0'683'0,"-2"0"238"15,0 2 48-15,4-1-228 0,-2 1-270 0,4 1-169 16,0-2-60-16,2 2-26 0,1-1-22 0,1-1-41 15,-1-1-43-15,2 1-23 0,0-1-34 16,-1 0-25-16,-2-1-8 0,0 1-5 0,2-3-7 16,-5 2-3-16,-1-1-5 0,1-1-20 15,-5 2-82-15,-3-2-145 0,-2 1-216 0,-4 2-277 16,-3-2-257-16,0 2-173 0,-1 0 143 0,-5 0 426 16</inkml:trace>
  <inkml:trace contextRef="#ctx0" brushRef="#br0" timeOffset="207592.17">31641 942 181 0,'6'4'607'16,"-2"1"317"-16,1-1 109 0,-2 1-175 0,2-1-274 0,2-1-194 0,-1-1-126 15,-2-1-57-15,3-1-32 0,-1 0-23 0,1 0-50 16,2 0-38-16,-3 0-30 0,2-1-19 0,0-1-6 15,1 1-6-15,1-2 0 0,0 1-6 0,2-1-33 16,-2 0-90-16,1-3-162 0,1 1-295 0,0-1-269 16,2 0-247-16,-2 2-96 0,0 0 269 0,2-1 464 15</inkml:trace>
  <inkml:trace contextRef="#ctx0" brushRef="#br0" timeOffset="208556.7">32262 536 168 0,'0'-10'423'16,"0"3"221"-16,-3 1 196 0,3-1-115 0,0 3-154 16,0 1-82-16,0 0-57 0,0 3-60 15,0-1-72-15,0 1-79 0,0 1-59 0,0-1-36 16,3 3 3-16,-2 0 27 0,2 3 27 15,1 3 18-15,1 0 20 0,1 3-9 0,0 2-31 16,3 1-31-16,0 3-29 0,2-1-20 16,0 2-24-16,1 4-11 0,1-1-6 0,3 1-14 15,-2 3-9-15,2 1-6 0,-2 0-7 0,2-2-6 16,-2-2-4-16,0 2-4 0,1-2-2 0,-1 0-1 0,-5 0-1 16,3-4 0-16,-2 2-1 0,2-3 7 15,-2 0 7-15,-2-2 2 0,0 0 1 0,0-2 0 16,2-1-1-16,-6-1-7 0,3 1-4 0,-2-4-4 0,-4 0-1 15,3-2 1-15,-3 0 0 0,1 0 0 16,-1-3 2-16,-1-1 4 0,0 0 4 0,0-2 3 0,0 3 2 16,0-4-1-16,-1 0-1 0,1-2-3 0,-3 0-6 15,1 0-3-15,0-3-4 0,1 1-1 16,-3-4-2-16,4 0-1 0,-1-2 0 0,-1 0 1 0,1-1-2 16,-1-2 2-16,0 2-1 0,2-1 1 0,-1 0-1 15,-1 0 1-15,1 3 0 0,-1-2 0 0,-1 1 0 0,2 1 1 16,-1 2-1-16,0 1 1 0,1 0-1 0,-2 0 2 15,3 1-2-15,-4 3 0 0,3-2 0 0,-1 1 1 16,1 2-1-16,-1-2 0 0,0 3 0 0,1-2 0 16,-1 2 0-16,1 0 0 0,-3-2 0 0,2 2-1 15,0 2 1-15,-1-2 0 0,1 0 0 0,-1 2-1 16,0 1 0-16,-2 1 1 0,2 1 0 0,-2 1 0 16,-3 0 0-16,2 1 0 0,0 2 0 0,-3 0 0 15,0 2-1-15,1 2 1 0,0 0 0 0,-1 0 1 16,-4 0 0-16,4 2 0 0,-1 0 0 0,-1 0 0 15,2 1 1-15,-4-2-1 0,4-1 1 0,-1 2 0 0,2-2 0 16,-1-3 1-16,1 2-1 0,1-3 0 0,3 0-2 16,-2-2 1-16,1 1 0 0,2-1-1 0,-1-4 0 15,3 2 0-15,-2-3 2 0,3 1-2 0,-2-2 0 16,0 1 0-16,2-1-1 0,0-1 0 16,-1 0 1-16,1 0-1 0,0 0 0 0,0-1 0 0,0-1-1 15,0 1 0-15,1-2 0 0,1 1-1 0,0-4-3 16,1 0-4-16,-2 0-11 0,3 0-16 0,-1 0-35 15,-3-1-67-15,1-1-73 0,-1 1-124 0,0-2-195 16,-1 3-307-16,1 0-314 0,-2 1-236 0,-1 2-106 16,0 1 401-16,0 2 599 0</inkml:trace>
  <inkml:trace contextRef="#ctx0" brushRef="#br2" timeOffset="-214407.74">29267 1196 61 0,'2'0'285'0,"0"2"139"16,-1-2 110-16,4 2-107 0,-2-2-164 0,2 0-108 0,3 0-57 15,0 0-16-15,1 0-6 0,4-2-5 0,1 0-9 16,-2 1-10-16,6-2-7 0,-2-1-14 0,2 1 9 16,0-4 5-16,-1 2 4 0,3-1-1 15,-3 0 0-15,-3 0 2 0,2 0-20 0,-3 1-8 16,-4-1-4-16,-1 1 6 0,-3 3 1 0,-2-2 0 15,-3 2-28-15,-3 0-39 0,-4 0-60 0,-2 4-83 16,-4 1-155-16,-1 2-204 0,-2 0-69 0,0 3 48 16,-1-3 141-16,-1 1 163 0</inkml:trace>
  <inkml:trace contextRef="#ctx0" brushRef="#br2" timeOffset="-214224.3">29362 1288 361 0,'6'6'703'16,"-1"-4"253"-16,-2 2 42 0,-1-1-302 0,0 1-234 16,1-2-137-16,-3 0-87 0,1 0-48 0,-1-1-26 15,0 0-26-15,2-1-38 0,0 2-36 0,-2-2-27 0,3 0-19 16,3 0-9-16,2-2-3 0,0 1 1 0,3 0-4 16,5-3-19-16,-2 0-50 0,5-2-102 15,0 1-127-15,-2-2-209 0,5-1-281 0,-1 2-224 16,0 0-82-16,1-1 212 0,-2-1 362 0</inkml:trace>
  <inkml:trace contextRef="#ctx0" brushRef="#br2" timeOffset="-207422.34">26666 4963 98 0,'2'0'387'16,"0"0"213"-16,-1 0 148 0,1 0-110 15,-1 0-235-15,-1 0-154 0,2 0-89 0,0 0-46 16,-1 0 9-16,2 0 10 0,2 0 32 0,-2 0 23 16,2 0 0-16,0 0-7 0,3 0 6 0,0 0 2 15,1 2-26-15,0-2-29 0,1 1-16 16,1-1 9-16,0 1-28 0,0 1-21 15,2 0-15-15,-2-1-7 0,1 0 0 0,-1-1-13 16,1 4-5-16,-2-3-6 0,2 0 0 0,-3 1-2 16,4 1-3-16,0-3-8 0,-1 0 6 15,1 2 12-15,0-2 5 0,1 3 2 16,0-3 3-16,0 0 1 0,-1 1-11 0,1-1-16 16,0 0-2-16,0 0-7 0,-1 0-6 0,3 0-6 15,-3 0 0-15,1-1 4 0,0 1-1 16,-1 0-2-16,1 0 5 0,-1 1-2 0,1-1-2 15,-3 2-1-15,2-1-1 0,-3 1 2 0,3-2-4 16,0 2 0-16,-4 0 2 0,4 0-3 16,-1 0-1-16,1-1 4 0,0 2-2 0,0-1 8 15,-2-1-3-15,3-1-3 0,-3 1 2 16,3-1-5-16,-1 0 5 0,0 0-8 0,1 0 4 16,-3 0-2-16,1 0 2 0,-1 0 3 15,2 0-5-15,0 2 0 0,-4-1 3 0,4 1 1 16,-4-1-4-16,1 2 0 0,2 0 2 0,-4-1 0 15,4 1-3-15,-4-2 0 0,1 2 5 0,0-1-3 16,-1-1 0-16,3 2 3 0,-3-3 0 0,2 2 6 16,1-1 0-16,-3-1 3 0,1 0 0 15,-1-1-1-15,5-1 4 0,-4 2-2 0,-1-2-7 16,3 1-2-16,-1 0-3 0,-2-1 2 0,2 1-1 16,0-1-2-16,0 1 7 0,1-1 1 15,0 1 4-15,-2 1 2 0,4-2-5 0,-4 1 0 16,4-1-8-16,0 2-4 0,-2-2 2 0,1 1 0 15,-1 0 6-15,1-1-2 0,0 1 7 16,-1-2 3-16,2 2-6 0,-2-3-4 16,0 2 3-16,2-2 4 0,-2 2-5 0,-2-3 1 15,4 2 0-15,-4-2 68 0,0-1 33 0,1 1 23 16,-2-1 11-16,0 2-1 0,0-2-1 16,0 0-52-16,-2-2-32 0,1 1-23 15,-1-1-8-15,2-3 1 0,-2 0 0 0,1 1-2 16,-1-4 0-16,0 0-1 0,2 0 5 0,-2-1-4 15,1-3-3-15,-1 0-1 0,3-1-1 0,-2-4 0 16,1 0-7-16,0-1 2 0,-2-1 4 0,3-1 1 16,-1-1 0-16,0 0 2 0,2 0-7 15,-4-1-8-15,2 0-5 0,-1-3-1 0,2 3 4 16,-3-3 1-16,0 4 9 0,-1-3 4 0,2 1 7 16,-1 0 2-16,-3-1-5 0,2-1-2 0,-2-1-1 15,0 0-3-15,0 3-4 0,-1-4-2 16,1 2 3-16,-1-3 2 0,-1 3 0 15,4-3-1-15,-4 3 1 0,1 0-1 0,-1-1-10 16,3 1-4-16,-1 0-3 0,0 0 0 0,0 2 0 16,1-2-2-16,-1 3 5 0,0 0 3 15,1 0 1-15,-1 1-1 0,2 2 0 0,-1-1 1 16,-1 1-1-16,2 1 0 0,-1-2 1 0,2 1-1 16,-1-1 0-16,2 0 0 0,-3 0 0 15,3 0 0-15,-1-1-1 0,3 2 6 0,-1-2 2 16,1-1 1-16,3-2 0 0,-3 2 1 0,1 0 0 15,2-1-4-15,0 2-6 0,-3 2-3 0,0-1-3 16,1 2 2-16,-2 1-2 0,1 0-1 16,-1 2 4-16,-1 0 3 0,-1-1 0 0,3 0 1 15,-2 1-1-15,-1 2 1 0,1 0 1 0,-4 0 0 16,2 1 1-16,-1 2 1 0,1 0-2 0,-4-2 1 16,3 4-1-16,0-1 0 0,-2-1-1 0,1 0 0 15,-1 1 1-15,1 0 0 0,-1 0-1 16,2 1 0-16,-2-1 1 0,1 0-1 0,0 3-1 15,0-1 0-15,2 0 0 0,0 1 0 16,0-2 0-16,4 2 1 0,-3-1-1 0,1 2 0 16,2-1 1-16,0 2-1 0,0 0 1 0,0-1-1 15,2 3 1-15,-1 1 1 0,-1-1 0 0,0 2 0 16,-1 0-1-16,0 2 1 0,-1 1 0 0,-1 1-1 16,3 1 1-16,-2 1 0 0,-1 1 0 0,2 1 0 15,0 1 0-15,-2 1 2 0,1 2-2 16,-1 0 1-16,2 2 0 0,-4 0 1 0,1 3-1 15,2 0 2-15,-2 1-2 0,-1 0 1 0,2 1-1 16,-1 1 1-16,-2-1 0 0,1 2 0 16,-1-1 0-16,-2 2 1 0,3-1 0 0,-1 2 0 15,-2 0 0-15,-1-1 2 0,5 0 1 0,-5 2 0 0,0-1 2 16,0 1 0-16,0 1-1 0,0 2-2 16,0-2-1-16,-5 1-1 0,5 3-1 15,-1-2-1-15,1 1 0 0,-3 0 0 0,3 3 0 0,-2-2-1 16,0-1 0-16,1 0 0 0,1 1 1 0,-2-1 1 15,2 1 0-15,-1-1 1 0,1 2-1 16,1-1 1-16,-1 0-1 0,2 2 1 0,-1-2-1 16,-1 0 0-16,2 2 0 0,0-2 0 15,-2 1 0-15,0 0-2 0,0 0 0 0,0 1 1 16,-2 0 0-16,0 0-1 0,1 2 1 16,-2-3 0-16,-1 3 0 0,3-2 0 0,-3 1 0 15,1 1-1-15,2-1 1 0,-4 1-1 0,4-2-1 16,-2-2 1-16,3 2 4 0,-2-1-2 15,2-2 0-15,-2 1-1 0,2-2 0 0,0 0 0 16,-1 0-5-16,1 0 3 0,-4 0 1 0,3 1 1 16,-1 0-1-16,-3-1 1 0,4 0-1 15,-2 0 0-15,-2-2 0 0,2 2 0 0,2-3 0 16,-3 1 0-16,3 0 0 0,-3 0 0 0,4-2 0 16,-1 0 0-16,-1-1 0 0,2-1-1 15,0-2 1-15,2 2 0 0,-1-2 0 0,-1 0 0 16,0 2-1-16,0-3 0 0,4 1 0 0,-4 1 1 15,1-2-1-15,-1 1 1 0,0 1-1 0,0-1 1 16,2-1 0-16,0 1 0 0,-2 2-1 16,0-4 1-16,1 3 0 0,-1-4 5 15,2 2 3-15,-2 0 2 0,0-1-1 0,1-2 1 16,-1 3 0-16,3-3-5 0,-3 0-4 16,2-2 1-16,-2 1-3 0,0-1 0 0,0 1 1 0,0-1-1 15,0 1-1-15,0-1 1 0,0 1 0 0,-2 1 0 16,2-2 2-16,-3 2-2 0,2 0 1 15,1 0 1-15,-2 0 0 0,1 2 0 0,-1-1-1 16,0 0 2-16,2-2-1 0,-1 3 1 16,1-1 1-16,-2 0-1 0,0 1 0 0,2 0 0 15,0 1-1-15,-1-2-1 0,-1 4-4 16,2-3 1-16,0 1-3 0,2 2-2 0,-1-2-2 16,-1 0 1-16,2 0 4 0,0 1-3 0,-1-1 5 15,3 1 1-15,-1-1 1 0,-2-2 1 0,4 2 0 16,-2 0 0-16,2-2 0 0,-4 1 0 15,2-3 0-15,1-1-1 0,1 1 1 16,-2-1-1-16,3-1 0 0,-5 0 0 0,2-1 0 16,1-1 1-16,-1 1 0 0,0-3 0 15,-1 3 1-15,1-1-1 0,-1-2 0 0,1 1 0 16,-2 0 0-16,5-1 0 0,-3 1 0 0,1-2 0 0,1 2 0 16,-1-1 1-16,1 1 0 15,0-2-1-15,3 1 1 0,-4 0 0 0,3-1-1 0,-1-1 0 16,1 0 0-16,2 1 0 0,-3-1 0 15,1 0 0-15,1 0 1 0,-1 0-1 0,0 0 1 16,-3 0 4-16,5 0 2 0,-2 0 2 0,-1 0 0 16,2 0 1-16,1 0 0 0,0 0-5 15,-1 0-2-15,0-1 0 0,0 1-2 0,-1 0-1 16,1-1 0-16,0-1 0 0,0 0-1 16,1 2 1-16,0-1 0 0,-1 0-1 0,0-1 0 15,-1-1 0-15,1 3 0 0,-1-2 1 16,1 1-1-16,-1-2 0 0,0 3 0 0,1 0 1 15,-2 0 0-15,2-2 0 0,0 2 0 0,-2 0-1 16,1 0 0-16,2 0 1 0,-3-3-2 0,0 3 2 16,1 0-1-16,-1 0 1 0,0 0 0 15,1 3 0-15,-2-3 0 0,-1 0-1 0,0 0 1 16,-1 0 0-16,0 0-1 0,1 0 1 16,-1 0-1-16,1 0 0 0,-3 0 1 15,3 0 0-15,-1 0 0 0,-2 0 0 0,3 0 1 0,-3 0 1 16,2-3 0-16,1 1 0 0,-2 1 0 15,2 0-1-15,-1-3 1 0,0 3-2 0,0 0 0 16,0-1 0-16,2 2 0 0,2-2 0 16,-1 2-1-16,-2 0 1 0,1 0 0 0,0 0 1 15,2 0-1-15,-3 0 1 0,2 2-1 0,-1-2 1 16,-2 2-2-16,4-2 2 0,-4 0-1 16,2 0 0-16,1 0 0 0,-3 0 0 0,2 0 2 15,-2-2-1-15,2 0 0 0,-2 2 0 16,2-1 1-16,1 0-2 0,-2-3 0 0,3 2 1 15,-1-1 0-15,2 0 0 0,1 0-1 0,0-2 1 16,-1 1 1-16,-2 1-2 0,3-1 0 16,-2-1 2-16,-1 4-2 0,0-3 0 0,-1 2 0 15,3 0 0-15,-5 2 0 0,2-2-1 0,-2 1 1 16,0 1 1-16,0 0-1 0,1 1 0 16,-3-1 0-16,4 2 0 0,-2-2 0 0,-2 2 0 15,1-2 0-15,0 0 1 0,-1 1-1 0,2-1-1 16,-3 0 1-16,4 0-1 0,-3-1 0 15,-1 1-1-15,2 0 0 0,0-2-5 0,-2 0-14 16,-4 1-46-16,3-2-78 0,-3 0-147 16,-2-2-267-16,-2 2-317 0,-3-2-398 0,-2 3-368 15,-4-2-49-15,0 2 705 0</inkml:trace>
  <inkml:trace contextRef="#ctx0" brushRef="#br2" timeOffset="-206344.75">28450 5524 112 0,'0'-2'328'0,"1"0"178"15,-1 0 92-15,0 1-57 0,0-2-102 0,2 0-76 16,0 3-36-16,-2-2-12 0,3 2-7 16,-2-3-6-16,1 0-14 0,0 0-15 0,-2 1-26 15,1 0-35-15,-1-2-40 0,0 2-33 16,0-2-25-16,0 2-8 0,0 0 6 0,0 1 14 15,0 1 20-15,2-2 16 0,-2 2 2 0,1 0-12 16,-1 0-20-16,0 0-18 0,2 0-25 16,0 0-23-16,-2 0-16 0,0 2-10 0,2-2-14 15,-2 0-10-15,0 1-8 0,0-1-3 0,0 2 10 16,0-1 12-16,0 0 14 0,0 3 9 0,0 0 5 16,0 2 4-16,-2 3-8 0,-2-1-9 15,3 3-11-15,-1-1-7 0,-1 5-2 0,0-2 0 16,0 5-4-16,-1-3 0 0,1 3-1 15,0 0-1-15,0-1-1 0,-2-1-5 0,4-2-5 16,1-3-1-16,-2 2-2 0,2-6-1 16,0 1-1-16,0-2 0 0,2-4 3 0,-2 0 0 15,1-4 1-15,4-2 0 0,-1-2 0 0,0-3-1 16,1-3 0-16,-2-1 0 0,2 0 0 16,-2-3-1-16,2 0 1 0,-1-1-1 0,1 1-1 15,-2-1 0-15,0 0 1 0,0 1-2 16,1 1 1-16,0 2 8 0,-2 2 4 0,0 2 5 15,-1 3 1-15,2 1 0 0,-1 1 1 0,-2 2-6 16,0 1-5-16,0 2-5 0,0 3 0 16,-2 0-2-16,-1 5 0 0,0-3-1 0,0 5 0 15,0 1 0-15,-1 0-1 0,0 3 1 16,0 1-1-16,0 1 0 0,-2-1 0 0,-1 1 0 16,4-1-2-16,-2 1-1 0,2-2-9 0,0-1-26 15,-4-1-69-15,0-3-88 0,0 1-189 0,-1-2-286 16,2 0-344-16,0-1-403 0,1-1-247 15,0-1 170-15,1 0 803 0</inkml:trace>
  <inkml:trace contextRef="#ctx0" brushRef="#br1" timeOffset="-197391.18">18200 3306 86 0,'1'0'318'0,"2"0"164"0,-1 0 122 15,0 0-131-15,-1 0-177 0,-1 0-117 16,3 0-73-16,-3 0-43 0,2-2-23 0,2 2-14 15,-2-2-3-15,0 2-6 0,-2 0 0 0,1-1-4 16,-1 1-1-16,2-1-3 0,-1 1-2 16,-1 0-1-16,0 0-4 0,0 0 2 0,0 0-1 15,0 1 1-15,0-1 6 0,0 1-1 16,0 1 0-16,2 0 2 0,0-2 1 0,-2 1-1 16,0 1-4-16,1-1-1 0,-1-1-2 0,2 2-1 15,-1-1-1-15,-1 0-4 0,2 1 4 16,0 1 0-16,-1-3 0 0,1 2 0 0,-1 0 0 15,1 1 1-15,2-2-1 0,-4 0 0 0,4 0 0 16,-3 2 0-16,2-1-23 0,1 0-10 16,-1-2-7-16,0 2 1 0,2-1-1 0,-2-1 0 15,5 0 52-15,-4 0 29 0,1 0 11 16,0 0 6-16,2 1 3 0,-3-1-2 0,2 0-26 16,-1 0-19-16,1 2-3 0,-1-2-10 0,0 0-3 15,0 0 2-15,-1 2-2 0,1-2 0 16,0 0 0-16,0 1 0 0,0-1 0 0,-1 1 0 15,1-1 0-15,-2 0 2 0,0 2 0 16,2-2-2-16,-2 1 2 0,0-1-2 0,2 0 0 16,-2 2 1-16,3-1-1 0,-3-1 0 0,2 2 2 15,0-2 0-15,2 0-2 0,-3 1 0 0,4-1 2 16,-2 0 2-16,2 0-1 0,0-1-1 16,2 1 3-16,-2-2-1 0,0 1-2 15,1-1-2-15,0 2 0 0,-1-1 2 0,1-1-2 16,-3 2 1-16,1 0 1 0,1 0 0 0,-1 0 0 15,-2 0-2-15,1 2 0 0,-2-1-2 0,1 1-2 16,-1-1 3-16,-3 1 1 0,2-1 0 16,1 1 0-16,-1 0 1 0,0-1 1 0,1 2 0 15,-1-3-2-15,1 1 2 0,1 1-2 16,-1-1-2-16,1-1 2 0,0 2 0 0,3-2 0 16,-4 1-2-16,3-1 2 0,-1 0 2 15,1 1-2-15,0-1 0 0,1 0 0 0,-1 2 2 16,-1-2-2-16,2 2 0 0,-2-1 0 0,0 0-2 15,-1 1 2-15,2 0-4 0,0 1 3 16,-2-2 2-16,1 2 3 0,-1 0 0 0,0 0-3 16,3-1-1-16,-4-2 0 0,1 5-1 0,0-4-3 15,2 0 2-15,-3 3 2 0,2-4 47 16,2 0 25-16,-3 2 11 0,3-2 8 0,-1 0 3 16,2-2 1-16,-3 2-41 0,2 0-24 15,0 0-7-15,1 0-13 0,-1 0-2 0,2 0 0 16,-1 0 2-16,-1 0 0 0,0 0 0 0,0 0 0 15,1 0 1-15,-1 0-3 0,1 0-1 0,0 0-1 16,-3 0 20-16,2 0 9 0,0 0 5 16,1 0 3-16,-2 0 1 0,1-3 3 15,0 3-22-15,-1 0-11 0,1-1-6 0,-1 1-5 16,-1 0 0-16,3 0-2 0,-1 0-1 0,-1 0 0 16,1 0 3-16,1 0 2 0,-1 0 49 15,0 1 46-15,2-1 28 0,0 3 11 0,2-3 0 16,-3 0 1-16,2 2-43 0,0-2-40 0,-1 0-25 15,2 2-12-15,-2-2-6 0,1 0-5 16,-2 0-3-16,3 0-4 0,-2 0-1 0,0 0 3 16,0 0 0-16,-2 0-3 0,2 0 2 15,-3 2-1-15,-1-2-1 0,2 1 1 0,0-1-2 16,-2 1 1-16,1 1-1 0,-1-1 2 0,3 2 2 16,-2-1-3-16,-1-1-1 0,2 2 0 15,1-1 3-15,-1-1-3 0,0 1 0 0,0 1 3 16,0-3 1-16,0 1 0 0,-2 1-3 0,2-2 0 15,2 0 1-15,-2 0-2 0,0 0-2 16,0-2 4-16,1 2-2 0,-1-1 2 0,0 1-2 16,1-1 1-16,-1 1 1 0,-2-2-2 15,3 2 0-15,-5 0 2 0,4-2-1 0,-2 2-1 16,-1-1 0-16,2 1 0 0,-3 0 0 16,4-2 0-16,-2 2 3 0,1-1 0 0,-1-1 1 15,3 2 0-15,-2-3-1 0,-1 2-3 0,2-1 0 16,-1 1-1-16,2-1-1 0,-3 1 2 0,2 0 1 15,1 1-1-15,-1 0 2 0,0 0-2 16,2 0 4-16,-1 1-3 0,-1-1-1 16,0 1 2-16,0 1-2 0,3-1 0 0,-3-1-2 15,2 2 4-15,0-1-2 0,0-1 0 0,0 0 0 16,0 0 0-16,0 0-3 0,1 0 2 16,2 0 1-16,-2-1 0 0,1-1 0 0,-2 1-1 15,1 1 1-15,2-3-2 0,-4 2-3 16,3-1 2-16,-2-2 2 0,1 4-3 0,-1-4 0 15,2 2 4-15,0-1-1 0,-3 1 1 0,4 0 1 16,-4-1 0-16,4 1 3 0,-4 1 0 0,3 0 1 16,-4-1-4-16,2 2 0 0,0 0 0 15,-2-1 3-15,3 1-4 0,-2 0 3 0,0 0-2 16,0 0 0-16,-1 0-1 0,1 0 0 16,-2 0 0-16,2 0 1 0,-3 0 3 0,1 0-2 15,-1 1-1-15,2-1-1 0,-4 2 0 0,3-1 0 16,-1 0 0-16,-1 1 0 0,3 1 2 15,-2-1-2-15,1 0 1 0,-1 2 0 0,0-2-1 16,2 1 0-16,-2-1 0 0,1 2 4 16,-1-3-3-16,2 2 1 0,0-2 2 0,-2 1-1 15,2-1-1-15,0-1-1 0,1 2 2 0,-2-2-2 16,1 0-1-16,1 0 1 0,-1 0-1 0,0 0 0 16,2 1 1-16,-1-1 3 0,1 0-2 15,-4 2-3-15,2-1 2 0,-1 1 0 0,2-1-1 16,-1 1 0-16,0-2 0 0,-1 2 0 15,0-1 2-15,1-1-2 0,-2 1 1 0,3 1-1 16,-2-2 2-16,1 1-2 0,0-1 0 16,-1 2-1-16,1-1 1 0,0 0 0 0,0 1-2 15,3-1 2-15,-3 1 0 0,0 0 0 0,3-1-2 16,-3 0 2-16,2 1 2 0,-1 0-2 16,-1-2 1-16,1 0-1 0,-1 0 23 0,1 0 21 15,1 0 18-15,-2-2 11 0,5 0 6 0,-5 1 1 16,0-2-20-16,1 1-21 0,2-1-15 15,-1-1-12-15,-1 1-6 0,0 1-4 16,1-2 1-16,0 1-1 0,0 0-2 0,-2 0-1 16,1 0 0-16,1 2-1 0,-2-1 0 0,0 1 0 15,0-2-4-15,1 1 2 0,0 0 1 16,0 2-1-16,0 0 1 0,1-4 3 0,-2 4 2 16,0-1 1-16,1 0-1 0,-1-2 4 0,0 3-4 15,0 0 3-15,1 0-3 0,-1 0-2 16,-3 3-2-16,3-2 0 0,-2 1 0 0,1 1 0 15,-1 1 2-15,-1-1 5 0,1 0-2 16,0 0 2-16,2 1-3 0,-3-2 1 0,2 1-3 16,2-2-1-16,-3 1 4 0,1 0-1 0,1-1-2 15,-2 0 0-15,2 1 3 0,-2-1 2 16,0 1-4-16,1-1 1 0,0 0 2 0,-2 2-3 16,2-1 1-16,-3 1-2 0,1 0 1 15,0 0-3-15,3 0 2 0,-4 0 1 0,1 0-5 16,2 0 3-16,-2-1-3 0,2 0 4 0,-1 1-1 15,1-2 1-15,-1 0 3 0,1-1 0 0,0-1 0 16,0 1 2-16,-1-1-5 0,2-2 2 16,1 1-2-16,-1 2 4 0,-1-3-3 0,-1 1-1 15,3 2 2-15,-2-2-2 0,-1 2 3 16,1 0-2-16,-1 0-2 0,2 2-1 0,-4 0-1 16,1-1 3-16,2 1-4 0,-1-2 1 0,2 2 0 15,-4-2 1-15,4 0 2 0,1 0-1 16,0-2 1-16,-1-1 1 0,0-1-1 0,1 0 0 15,0 0 0-15,-2 0-1 0,-1 0 0 16,1 1-3-16,-1 1 0 0,-3 1-3 16,-2 0-2-16,1 1-14 0,-4 1-21 0,1 0-46 0,-2 2-82 15,-2-1-132-15,1 2-237 0,-3 0-265 16,1-1-215-16,-1 0-83 0,-2-1 197 0,-1 0 389 16</inkml:trace>
  <inkml:trace contextRef="#ctx0" brushRef="#br1" timeOffset="-196138.91">18291 2807 276 0,'-3'-3'465'0,"-2"0"206"0,-1 1 74 16,3-1-236-16,-3 1-143 0,1-3-62 15,0 3-27-15,0-3-37 0,0 4-5 0,1-3 2 16,-1 2 0-16,2-2-12 0,0 3-16 0,1 0-22 16,-1-1-28-16,1 2-36 0,1 0-31 0,-1 2-30 15,2 0-22-15,-1 4-17 0,1 0-9 16,1 2-5-16,-1 3-2 0,3 1-2 0,-1 1-3 16,1-1-2-16,0 3-1 0,1 0-2 0,-3-2 5 15,2 0-2-15,3-1-2 0,-2-2 3 0,-3 0-1 16,2 0-4-16,-1-3-1 0,0-3 5 15,-1 1 5-15,-1-1 5 0,0-4 16 0,0 0 21 16,0-4 15-16,0-1 10 0,0-4 22 0,0-1 26 16,0-2 26-16,0-1 26 0,0-2 8 15,-1-1 3-15,-3 1-16 0,1 1-25 0,2 2-31 16,-3 1-29-16,0 1-22 0,1 2-15 0,0 1-12 16,1 5-9-16,0-3-6 0,1 4-8 0,-1 1-4 15,2 1-3-15,0 6-3 0,0-1-2 0,0 3 1 16,2 1 1-16,-1 1-2 0,3-1-1 0,0 0 2 15,2 1-1-15,-1-1-1 0,0-1 0 16,1 1-1-16,-1-3 2 0,3 1-2 0,0-2-17 16,-2-2-44-16,2 0-67 0,0 0-82 0,0-4-159 15,1 0-299-15,1-4-317 0,2 3-300 16,1-5-193-16,3 0 109 0,0-1 636 0</inkml:trace>
  <inkml:trace contextRef="#ctx0" brushRef="#br1" timeOffset="-195129.86">21341 2873 32 0,'-5'-4'415'0,"1"1"375"15,-2 0 289-15,-1 0 28 0,2 1-316 16,1 2-244-16,0 0-159 0,-1 2-124 0,2 1-89 15,-1 3-65-15,2-2-45 0,1 5-25 0,-1-3-19 16,4 2-10-16,-1 0-4 0,1-2-4 0,2 1-1 16,-1-3-1-16,2 2 1 0,-1-2-2 0,2-4 27 15,0 0 49-15,4-4 58 0,-2 2 49 16,0-6 30-16,-2 1 19 0,3-2-26 0,-2-2-37 0,-3 3-38 16,0-3-30-16,-1 0-21 0,-1 1-12 15,-2 2-4-15,-2-1-4 0,0 3-5 0,-1-1-7 16,0 2-8-16,0 1-10 0,-2 0-7 0,2 1-8 15,-2 2-6-15,0 2-4 0,2 2-3 16,0 1-2-16,0 4-2 0,0 0 5 0,-1 3 2 16,3 1 0-16,1 1 0 0,0 2-3 0,1 2-13 15,1-2-36-15,1 1-79 0,0-1-107 0,1-2-222 16,0 0-298-16,1-3-363 0,1 1-406 0,1-5-172 16,-3-2 377-16,5-1 807 0</inkml:trace>
  <inkml:trace contextRef="#ctx0" brushRef="#br1" timeOffset="-187076.87">18244 2839 21 0,'-2'0'270'0,"-1"0"173"0,2-1 163 0,-3-1-15 16,3 1-162-16,-1-1-114 0,1 1-53 15,1-2-26-15,-4 1-12 0,4-1-3 0,0 0-3 16,-1 2-12-16,-1 0-10 0,1-1-24 0,1-1-21 15,-2 2-9-15,0-1-11 0,2 0-4 0,0 2-14 16,-2-2-4-16,2 2-9 0,-2 0-19 16,2 0-14-16,0 0-17 0,0 0-12 0,0 0-9 15,0 0-8-15,0 0-11 0,0 0-1 0,0 0-3 16,0 0-1-16,0 0-4 0,2 0-1 0,-2 0 1 16,0 0-3-16,2 0-2 0,-2 0-1 0,2 2 3 15,0-2 1-15,-1 2 1 0,2 1 1 16,1-2-1-16,-1 1 1 0,2 0 0 0,-2 0 0 15,0 1-2-15,3-1 1 0,-3 1 0 0,4-2 2 16,-4 2-2-16,2-1 1 0,-1 1-1 0,1-2 2 16,0 2 10-16,-1 0 9 0,1 0 11 15,-2 0-1-15,2 2 5 0,0-3-3 0,1 2-10 16,-3-2-9-16,2 3-7 0,1-3-1 0,-1-2-4 16,0 5 4-16,3-4-4 0,-5 0-1 0,0 3 1 15,4-4 0-15,-4 2-5 0,2 0 1 16,-1 0 0-16,2-1 2 0,-3 2-2 0,1-1 0 15,1-1 3-15,-2 0-2 0,2 2 3 0,-4 0-2 16,4-1 2-16,1 1-2 0,-3-2 2 0,4 2 2 16,-4-1-1-16,2 1 2 0,-1-2-5 15,0 2 1-15,2-2 0 0,-2 3-2 0,1-2-3 16,0 0 3-16,0 0-1 0,0-1 2 0,1 0 0 16,-2 1 0-16,0 0 2 0,0-1-5 15,1-1 3-15,-1 1 0 0,0 1 0 0,1 1 1 16,-1-3-2-16,0 0 3 0,-1 2 0 0,0-2 1 15,2 2-2-15,0-2-1 0,1 3 1 0,-3-3 0 16,2 1 1-16,-1-1-2 0,1 1 1 0,-1-1 0 16,0 0 4-16,2 1-6 0,-1-1 1 15,2 3-2-15,-1-3-2 0,0 0 0 0,0 2 3 16,-1-2 5-16,2 2-3 0,-3 0-1 0,3-1-1 16,-2 0 0-16,2 1-2 0,-2 0 1 0,1-1-2 15,-1 0 3-15,0-1-4 0,3 2 5 16,-4-1-2-16,3 1-2 0,-2-1 4 0,1 1 2 15,2-2 5-15,-4 1-1 0,1-1-1 0,0 2 1 16,-2-2-6-16,2 1-3 0,1 1-1 16,-1-2 2-16,-2 1-3 0,0 1 2 0,2-1 5 15,-2-1-2-15,2 2 3 0,0-1-2 0,1 1 2 16,-3-1 0-16,4-1-2 0,-4 1 3 0,2 1-5 16,-1 0-1-16,1-2-1 0,-1 1 2 0,-2-1-2 15,3 1-2-15,-2-1 6 0,0 2-2 16,1 0 0-16,0-2-3 0,0 1 3 0,2 0 0 15,-3 1 0-15,2-2 3 0,-1 2 2 0,0-1-2 16,0 0 2-16,1 1-1 0,1 1-2 0,-3-3-4 16,2 0-2-16,0 2 4 0,1-2-4 0,-1 2 4 15,1-2-2-15,-3 3 3 0,2-2 2 0,0 0-2 16,0 3 1-16,-2-4-3 0,3 2 0 16,-3 2 0-16,2-3-3 0,-2 2-2 0,0-1 1 15,2 0 2-15,-1 1-2 0,0-1-1 0,2 1 5 16,-3 0 2-16,1-2 3 0,1 2 0 15,-1-1 3-15,1-1-2 0,0 2 1 0,1-1-3 16,-1-1-3-16,0 0 1 0,-1 1-3 16,1 1 1-16,0-2 0 0,2 1 1 0,-2 1 1 0,0-2-3 15,0 1 0-15,0 0 0 0,2-1-1 16,-2 2 4-16,2-3-3 0,-3 3-1 16,4-3 4-16,-3 2-2 0,1-2 0 0,1 2 0 15,-3-2 1-15,3 3 2 0,-2-3 4 0,1 0-2 16,-2 1 1-16,1-1-4 0,2 1 3 15,-2-1-3-15,1 0-1 0,0 1 0 0,-1-1 2 16,0 3 0-16,-1-3-2 0,3 0 4 0,-1 0-4 16,-2 2 4-16,1 0-2 0,0 0 3 0,2-1-2 15,-3 2 0-15,2-1 4 0,-1 0-3 16,2 0-1-16,-3 1-2 0,1-2 2 0,0 2-4 16,1-1 2-16,-1 1 0 0,0 0 0 15,-1-2 2-15,1 2 0 0,-2 0 3 0,2-2-2 16,1 3 1-16,-1-3-1 0,-2 2 1 15,2-1-4-15,0 0 2 0,-2 0-2 0,5 1-1 16,-4-2 1-16,1 1 0 0,0 1 4 0,0-3-4 16,0 2 1-16,1 0-2 0,-2 1 1 15,1-3 2-15,0 1 0 0,2 0 0 0,-3 0 0 16,2 2-1-16,-1-3 1 0,0 0-4 16,-2 0-2-16,2 2 3 0,0-2 1 0,1 2 3 15,-2-2-2-15,1 0 4 0,0 2-1 0,2-1 2 16,-3 0-4-16,2 1 0 0,-1-2-2 15,2 2-2-15,-3-1 0 0,0 0 0 0,0 2-1 16,1-1 1-16,0 1 4 0,-1-2-2 0,0 3-2 16,0-3 2-16,0 2 2 0,-1-2-1 15,0 2 0-15,0 0 2 0,3-2 1 0,-3 3-3 16,2-2 0-16,-2 0-3 0,1 0-2 16,1-1 0-16,-2 2 2 0,3-1 1 15,-2-1 1-15,0-1 0 0,0 1 2 0,0-1 2 16,1 2-3-16,-2-2-1 0,0 0-2 0,1 3 0 0,-1-3 1 15,-1 0 1-15,1 0 2 16,2 2 1-16,-2-2 0 0,-1 0 2 0,1 2-1 0,-1-2-6 16,1 3 0-16,1-1 1 15,-1-1 0-15,-1 2-2 0,3-3 0 0,-2 4 3 16,0-2-2-16,1-1 1 0,0 0 1 0,0 1-1 16,2 0 0-16,-3-2 3 0,0 1-1 15,0-1 1-15,2 1-1 0,-2-1-1 0,0 0 2 16,-1 2-1-16,2-2 1 0,0 1-4 0,-3-1-2 15,2 2 4-15,-1-1-3 0,1 1-1 0,0 1 1 16,-1 0 1-16,0-2 3 0,1 2-4 16,-2-1 3-16,1 1 0 0,0-2 1 0,-1 0 2 15,4 1-2-15,-4 0 3 0,1-1-4 0,-1 0 3 16,1 1-5-16,0-2 3 0,-1 2-1 16,-1-2-4-16,0 0 6 0,2 1-4 0,-1-1 4 15,-1 0-2-15,2 2 0 0,-2-1 0 16,2 1-1-16,-1-1 5 0,-1 0-3 0,2 1 0 15,0 1-1-15,-1-1 4 0,1 0-1 0,-1 1-3 16,-1-2 1-16,5 0 2 0,-5 3 0 16,1-4-1-16,2 0-4 0,-3 2 2 0,4 0 0 15,-3-2-1-15,1 2-6 0,-1-1 4 0,1 0 0 16,0 1-1-16,-1 0 2 0,3 0 2 16,-4 0-1-16,1-1 2 0,2 1 1 0,-1-1-2 15,1-1-1-15,-2 2-1 0,2-2 4 16,-1 1-4-16,0-1 2 0,-1 2 2 0,1-2 1 15,0 0-2-15,-1 0-1 0,1 0 2 16,-1 0-1-16,-1 0-3 0,4 0-2 0,-4 0 3 16,1 0-1-16,-1 0 1 0,0 0 1 0,0 0 1 15,0 0 1-15,0 0-4 0,0 0 2 16,0 0-2-16,0 0-3 0,0 0 5 0,-1 0-6 16,-3 2 2-16,3-1-14 0,-2 2-49 15,-1-2-116-15,-1 1-169 0,1 1-292 0,-1-2-268 16,1 2-247-16,-1 0-50 0,1 0 345 0,3 0 456 15</inkml:trace>
  <inkml:trace contextRef="#ctx0" brushRef="#br1" timeOffset="-184922.54">19736 3361 79 0,'0'0'315'0,"2"-1"177"16,-2 1 155-16,0 0-97 0,0 0-126 15,0 0-51-15,0 1-28 0,0-1-18 0,0 2-26 16,0-2-29-16,0 0-43 0,0 0-61 16,2 0-55-16,-2 0-40 0,0 1-29 0,1-1-17 15,-1 0-17-15,0 0-5 0,3 0 42 0,-1 0 35 16,1-1 14-16,0 1 10 0,3-2 17 0,-1 1 8 15,0 0-32-15,1-1-28 0,-1 0-14 16,2 1-9-16,0-2-8 0,1 1-9 0,0-1-5 16,0 1-2-16,3-2 2 0,-3 0 7 15,2 0-1-15,-1 1-4 0,0 0-3 0,1-2-2 16,-1 3-4-16,-1-3-12 0,0 1-3 16,0 1 2-16,1 0-3 0,0 0 0 0,-3 0-3 15,2 1 6-15,-1 0-6 0,2 0 0 16,-1 1-1-16,-2-1 2 0,3 1 0 0,-1-2 1 15,0 2 2-15,0-1-2 0,1-1 3 0,1 1-3 16,-2-1 0-16,4 0 0 0,-2 1-1 0,1-2 2 16,0 2-3-16,-1-2 3 0,-1 2-1 15,2-2-3-15,0 2 2 0,-3-1-5 16,3 1 4-16,-1 0 0 0,1-3 1 0,-2 3 0 16,2-1-4-16,-3 0 1 0,3-1 2 0,-1 2-4 15,-2-2 3-15,3 0 3 0,-5 1 4 0,0-1 1 16,1 1-4-16,-1 0 2 0,-1 0-3 15,-1 0-4-15,0 0 1 0,-3 2 1 0,2-1 0 16,-1 0-2-16,1 1 1 0,1 1 3 16,-1-1-3-16,0-1-4 0,1 0 4 0,-1 2 1 15,2-2 0-15,0 2-4 0,2-3 3 16,-3 1 0-16,5-2 1 0,-2 2-4 0,-1 0-1 16,2-3 3-16,2 3 3 0,-2-3 2 0,0 2 0 15,2 0 0-15,-2-2-1 0,0 3 2 0,0-3-7 16,2 1-3-16,-2 1 2 0,-2 0 1 15,2-2 0-15,0 2-3 0,0 2 5 0,-2-2-1 16,1 1 0-16,2 1 4 0,-5 0-2 16,5-1 0-16,-3 2 2 0,0-2 4 0,3 0-2 15,-2 2-2-15,-1 0-2 0,2-3 0 0,1 2-5 16,0 0 0-16,-3 0-1 0,2-2 1 16,1 1 1-16,-2 0 0 0,1 2 4 0,-2-3-1 15,2 1 3-15,0 1-4 0,0-2 3 16,-2 3-1-16,3-2-1 0,-1 1 0 0,-1 1 0 15,1-1 2-15,1 1-1 0,-1 0-1 16,0-2 0-16,3 2 0 0,-5 0-3 0,2-2-3 16,2 2 1-16,0-1 4 0,-1 0-1 0,0-3-1 15,0 2 7-15,-1-1 1 0,0 0-2 16,0-2 4-16,3 1-1 0,-4-1-1 0,1 1-2 16,-2 1 0-16,2-1 0 0,-2 0-3 0,-1-1 0 15,0 3 1-15,0-2-2 0,-1 2 2 0,1 0-4 16,-1-1 4-16,0 0 3 0,0 0-2 0,-2 1 1 15,3 0-2-15,-2 0 1 0,5-1 3 0,-4 2-4 16,1-3 0-16,0 3 1 0,0 0 3 16,1-1 1-16,0-1-4 0,1 2 1 0,-2 1-4 15,-1-2 4-15,3 1 0 0,0-1-2 0,-2 2 2 16,2-1 1-16,-3-1 3 0,3 1-5 16,0 1-1-16,0-2 1 0,-1 1-2 0,1-1-4 15,1-1 4-15,-1 1-1 0,3 0 1 0,-2-2 1 16,1 0 0-16,-1 2 4 0,0-3-2 0,0 1 1 15,0 2 1-15,0 0-1 0,-2-3 2 0,2 3-2 16,0-2-2-16,-2 2-2 0,2 0-1 16,-1-1-1-16,2 2 0 0,-3-3-3 0,1 3 2 15,1-2 2-15,0 0 4 0,-1 0 1 0,1-1 0 16,0-1 4-16,0 1 0 0,1-2 0 16,-1 0-3-16,-1-1 0 0,2 1-2 0,-3 2-2 0,2-2 1 15,-1 1 0-15,-1 1-1 0,0 0 0 16,1-1 1-16,-2 2-1 0,-1 0-1 0,1 0 1 15,0 2 0-15,1-2 0 0,-1 0-2 16,-4 1 2-16,4 1-1 0,0-1-4 16,-2 1 3-16,2-1 1 0,1 1 1 0,-3 0 1 0,4-1 1 15,-4-1 1-15,2 0 1 0,-1-1 1 0,2 1-4 16,-1 0 1-16,0-2-2 0,0 3 1 0,0-4-1 16,1 3-2-16,-3-1 1 0,3 0 1 15,-3 2-1-15,1-2 0 0,-3 3 0 0,2 0-1 16,-3-1 1-16,0 2 1 0,0 0 1 0,0 0 2 15,-3 2-1-15,2-1-1 0,-3 2-3 16,0 1-20-16,-4 0-25 0,2-2-106 0,-4 3-186 16,0-2-290-16,-4 2-274 0,3 0-252 0,0 1-153 15,0-2 313-15,1 0 535 0</inkml:trace>
  <inkml:trace contextRef="#ctx0" brushRef="#br1" timeOffset="-183727.65">18906 3052 231 0,'3'-3'405'16,"1"2"165"-16,-1-1 10 0,-1 1-129 15,-1 0-110-15,-1 1-63 0,2 0-31 0,-1 0-16 16,-1 0-14-16,0 0-15 0,-1 1-14 0,-1-1-18 15,2 1-17-15,0-1-21 0,-1 0-20 16,1 0-19-16,0 0-17 0,0 0-1 0,0 0 5 16,0 2 17-16,0-2 19 0,0 0 15 0,0 0 4 15,0 0-9-15,0 0-14 0,0 1-19 0,0-1-20 16,0 0-14-16,0 2-12 0,0-1-11 16,-4 1-6-16,3-1-4 0,-1 2 3 0,-1 0 9 15,0 0 19-15,-1 0 20 0,1 1 15 0,0 0 9 16,-1 0 9-16,1 0-2 0,-1 1-8 0,1 1-13 15,0-4-8-15,0 4-9 0,-1-1-12 16,1-1-5-16,0 2-9 0,-1-2-6 0,0 2-6 16,3 0-5-16,-2 0-4 0,-1 0-8 15,1 0-3-15,2 1-2 0,-3 1-3 0,3-1 0 16,-1 2-3-16,1 1-1 0,-1-3-7 0,-1 4-6 16,3-1-1-16,0 1 0 0,0-1-1 15,0 1 0-15,3 1 6 0,-3 0 3 0,2 0 3 16,-1-2 0-16,-1 2 3 0,2-1 0 15,-1 0 0-15,1 1-1 0,0-2 2 0,1-1-1 16,-2-1-4-16,4 0 0 0,-2-2 3 0,1 0 0 16,2-1-3-16,-3 0-1 0,2-4 2 15,-1 0 1-15,1 0 6 0,-1-1 4 0,-1-1 2 16,3 0 3-16,-5-3-1 0,4 2-8 0,-3 0-54 16,-1-4-66-16,1 2-83 0,-2-3-170 15,-2 1-299-15,2 2-320 0,-1 0-286 0,-3 1-196 16,1 0 153-16,0 0 647 0</inkml:trace>
  <inkml:trace contextRef="#ctx0" brushRef="#br1" timeOffset="-179182.79">19126 2449 60 0,'0'-3'265'16,"-1"1"133"-16,1-3 120 0,0 2-110 0,-2-1-124 15,2-1-79-15,-2-1-39 0,2 4-17 0,0-4-3 16,-1 3 6-16,-1-1 30 0,2-1 28 0,0 2 23 15,0 1 20-15,0 1 14 0,0 0 9 16,0-1-32-16,0 2-34 0,0 0-28 0,0 0-23 16,-2 0-35-16,-1 0-31 0,-1 2-25 0,-1-1-11 15,2 2-14-15,-2 1-17 0,-1 1-8 0,-1 2-3 16,0 0-5-16,0 4-2 0,1 1-1 16,-1 1-1-16,1 1 2 0,-2 3-16 0,4 2-11 15,-3 1-3-15,2-1-7 0,1 4-1 0,0-2-5 16,0 2 14-16,4-1 11 0,0 0 18 0,0-2 14 15,4 1 4-15,0 0 5 0,0-4-1 0,1-2-1 16,2 0-12-16,1-2-10 0,2-3-2 0,-2 0-5 16,2-5 0-16,2 2 0 0,-2-4 1 15,1-2-1-15,0-1-1 0,0-2 7 0,2-4-13 16,-2-2-10-16,0-3-5 0,0 0-3 16,0-3-1-16,-1-1-3 0,1-1 19 0,-2-4 23 15,-2 0 15-15,-1-1 12 0,-3-1 23 0,2-1 12 0,-4 1 5 16,-2 0-10-16,-4-3-7 0,0 3-7 0,-1-2-22 15,-4 2-15-15,2 0-8 0,-2 3-3 16,-2-1-1-16,0 4 0 0,1-1 3 0,-1 5 6 16,0 2-3-16,1 1 3 0,0 4-3 0,0 0-4 15,1 4-6-15,1 2-1 0,0 2 2 16,0 1-4-16,1 2-4 0,2 1 3 0,-2 1 2 16,4 2 1-16,0 0-6 0,1 2-4 0,3 2-10 15,0 0-20-15,0-1-46 0,3 1-99 0,1-1-119 16,-1 1-144-16,2-3-254 0,2 2-259 15,1 0-166-15,0-1 98 0,3-1 324 0,-1 2 342 16</inkml:trace>
  <inkml:trace contextRef="#ctx0" brushRef="#br1" timeOffset="-178934.27">19063 2599 185 0,'3'3'427'0,"2"-1"174"0,0-1 104 0,1 2-207 16,2-1-229-16,-2-1-130 0,4-1-67 0,2 0-27 15,-1 0-21-15,5-1-6 0,-2-2-5 16,3-2-2-16,0 2-6 0,0-2 4 0,-1 0-45 15,-1-2-148-15,-2 2-257 0,1-1-151 0,-6 1-53 16,0 1 55-16,-4-1 179 0</inkml:trace>
  <inkml:trace contextRef="#ctx0" brushRef="#br1" timeOffset="-165394.33">30976 1366 89 0,'2'3'297'0,"0"-3"154"15,-1 0 97-15,2 0-88 0,1 0-120 16,0-5-89-16,2 4-55 0,1-1-34 0,-2-2-30 0,3 1-18 15,-4 0-9-15,4 0-9 0,-3 0 1 0,0 0 10 16,-1 2 14-16,0-1 22 0,-1 2 21 16,0 0 10-16,-1 0-4 0,-1 0-19 0,-1 0-22 0,0 2-28 15,0-1-8-15,0 2 21 0,-1 0 16 16,-1 1 11-16,1 0 6 0,-3 1-2 0,3-2-21 0,-1 2-40 16,0-3-28-16,1 2-19 0,1-1-13 0,-2 1-7 15,1-3-7-15,1-1 0 0,0 1 4 0,1 1 8 16,1-2 9-16,-1 0 5 0,1 0 10 0,1 0 0 15,1 0-5-15,0-2-6 0,4 1-8 0,-3 0-5 16,1-3-9-16,1 3-6 0,-1-1-3 0,1 1 1 16,0-2-2-16,-2 3-1 0,0 0-2 0,-1 0 1 0,2 0-2 15,-3 0-2-15,1 0-2 0,-3 3 1 0,1 0 3 16,0 0 14-16,1 0 22 0,-3 2 28 0,1 1 26 16,3-2 17-16,-4 1 3 0,1 0-12 0,-1 0-18 15,2-1-23-15,-1 0-23 0,1 0-14 0,1 0-6 16,0-2-2-16,2-1-1 0,0 0-4 0,3-2 1 15,0 0-3-15,2-3-2 0,2 2-1 0,-3-3-6 16,4-1-6-16,-4 2-6 0,2-3-1 0,-3 2 1 16,-2-1-3-16,1 0-4 0,-2 0-29 0,-4 1-33 0,1 1-49 15,-4-3-92-15,-2 4-134 0,-5-1-173 16,1 1-249-16,-1 0-247 0,0 3-187 0,1 0 69 16,0 1 383-16,-2 3 402 0</inkml:trace>
  <inkml:trace contextRef="#ctx0" brushRef="#br1" timeOffset="-158622.15">18149 2748 55 0,'2'1'295'0,"-1"-1"176"0,1 0 154 0,1 0-61 15,-2 0-144-15,-1 2-47 0,0-2-37 0,2 0-21 16,-2 0-14-16,1 0-14 0,-1 0-20 0,0 0-43 16,2 0-26-16,-2 1-18 0,0-1-15 0,0 0-14 15,0 0-14-15,0 0-14 0,0 0-16 0,0 0-11 16,0 2-3-16,0-2 8 0,0 0 8 16,0 0 16-16,0 0 8 0,0 0-1 0,0 0-8 15,0 0-13-15,0 0-12 0,0-2-22 0,2 2-13 16,-2 0-8-16,0 0-5 0,0 0-11 15,0 0-6-15,0 0 0 0,0 0 3 0,0 0 2 16,0 0 2-16,0 0 3 0,0 0-1 0,0 0-4 16,0 0-6-16,0 0-3 0,0 0-5 0,0 0-2 15,0 0-3-15,0 0 0 0,0 0-3 0,0-1-9 16,0 1-6-16,0-2-5 0,-2 1-2 16,2-2-4-16,0 2-2 0,-2-3 6 0,2 2 2 15,0-2 3-15,0 2 0 0,0-3 0 16,0 2 0-16,0 0 0 0,0-2 0 0,0 1 0 0,0-1 0 15,2-1-1-15,-2 0 1 0,2 0-1 16,-1 0 1-16,1 0 0 0,0-1 0 0,-1 0 0 16,2-2 1-16,-1 1-1 0,0 1-1 15,-1 1 1-15,2-1 6 0,-1 1 3 0,1-1 2 0,-2 1 1 16,1 0 1-16,-1 0-1 0,1 0-5 16,1 1-3-16,1-1-1 0,-3 2-2 0,2-1-1 15,1-2 0-15,-3 1 0 0,2 0 0 0,3 0 0 16,-2 0 1-16,-1 0-1 0,0-2 1 0,0 3 0 15,0 0 0-15,-1-2 0 0,1 3 1 16,-1 0-1-16,-1-1-1 0,1 0 0 0,2 3-1 16,-2-3-1-16,0 4 1 0,-1-3-1 0,2 2 1 15,-1-2 1-15,0 2 1 0,1-1 0 16,-2 0-1-16,3 1 1 0,-3-1-1 0,2 2-1 16,-1-2 1-16,0 1 0 0,-1 2-1 0,-1-1 1 15,3-1 1-15,-3 2-1 0,0 0 1 0,0 0-1 16,0 0 1-16,0 0-1 0,0 0 1 0,0 0-1 15,0 0-1-15,-3 0 0 0,3 2 1 16,-3-1 1-16,3 2 0 0,-2 0 0 0,-1 0 0 16,2-1-1-16,-3 1 0 0,3-2-3 0,-1 2-8 15,1-2-19-15,-3-1-44 0,1 2-62 0,0 0-60 16,-3-2-85-16,1-2-124 0,0 0-155 0,-1 2-234 16,0-1-219-16,0 1-210 0,2-1-39 0,0 1 298 15,0-2 459-15</inkml:trace>
  <inkml:trace contextRef="#ctx0" brushRef="#br1" timeOffset="-158324.35">18179 2421 98 0,'5'-2'390'0,"-1"-4"225"0,1 1 162 0,-2 1-71 16,2-2-185-16,2 0-115 0,-1 2-48 0,2-4-14 15,-4 2-6-15,4-1-29 0,-3-1-41 0,0 2-48 16,3-1-38-16,-5 0-38 0,2 3-32 15,-1 1-25-15,0 0-15 0,0 0-12 0,1 2 35 16,0 1 12-16,-1 0 7 0,1 1-2 0,0 0 0 16,0 3-2-16,-2 0-19 0,3-1-8 0,-3 3-10 15,0-4-3-15,-1 4-4 0,1-1-5 16,0 1-23-16,-3 1-16 0,2 0-9 0,-2 1-4 16,-2-1-2-16,2 1-2 0,-3 0-2 0,0 3 0 15,1-5-2-15,-1 3 0 0,-3 1-6 0,2-3-52 16,-1 0-60-16,-2-1-95 0,2 0-168 15,1-1-297-15,-2-3-332 0,2 2-271 0,1-3-190 16,3-1 215-16,0 0 621 0</inkml:trace>
  <inkml:trace contextRef="#ctx0" brushRef="#br1" timeOffset="-156712.25">21400 2702 68 0,'0'0'305'0,"1"-1"178"0,-1 0 157 0,0 1-83 16,0-2-132-16,0 0-75 0,0 1-37 15,0 1-9-15,0-1 17 0,0-1 0 0,-1 1-12 16,1-2-29-16,0 1-40 0,0 1-36 0,0-2-51 16,-2 0-36-16,2 1-21 0,-2-1-18 0,2 0-10 15,0 1-5-15,0-3-3 0,0 2 7 16,0-1 16-16,0 1 24 0,-1-1 26 0,-1 0 22 15,2 2 14-15,0-3 2 0,-1 3-22 0,1-3-25 16,0 0-24-16,-2 3-23 0,-1-3-21 0,3 1-17 16,-1-1-4-16,-1-1-1 0,1 2-5 0,-1-2-2 15,0 1-3-15,1-1-2 0,-3 1-5 16,1 0 0-16,0 0-3 0,0-2-3 0,0 1 2 16,-3 0-3-16,2-2 0 0,0 2-3 0,-3-1 0 15,2-1-2-15,-1 1 2 0,-2 0 0 0,4-1 0 16,-3 3 1-16,2-4 2 0,0 3 0 15,-2 0 0-15,2 2-1 0,0-1-1 0,1 1-1 16,-1-1-1-16,0 2-2 0,2-1 0 0,-3 1-1 16,3 0-1-16,-1 0 0 0,1 2 0 0,2-3-1 15,-3 2 0-15,3-1-1 0,-1 1-1 16,0 0 1-16,-1-2-1 0,2 4 0 0,-2-2 1 16,1-3 0-16,2 4 1 0,-3-2-1 0,3 1 1 15,-1 1-1-15,1 0 0 0,0-3 1 0,0 3-1 16,-2 0 0-16,0 1 0 0,2-2 0 0,0 0 0 15,0 2-1-15,0 0 1 0,0-1-1 16,0 1 1-16,0 0-1 0,0 0 0 0,0-1 1 16,0 1 0-16,0 0-1 0,0 0 1 0,0 0 0 15,0 0-1-15,0 0-2 0,-1 0 1 0,1 0 0 16,0 0-1-16,0 0 0 0,0 0 0 16,0 0-1-16,0 0-3 0,0 0-10 0,0 1-21 15,-2-1-56-15,2 0-65 0,-2 0-89 0,2 1-166 16,-1 1-283-16,-1 0-313 0,2 0-264 0,-1 3-183 15,-3-2 160-15,1 1 608 0</inkml:trace>
  <inkml:trace contextRef="#ctx0" brushRef="#br1" timeOffset="-155901.6">21178 2413 154 0,'0'-3'373'0,"0"0"176"16,-1 2 108-16,1-3-143 0,0 2-135 0,-2 2-77 16,2-2-30-16,0 0-6 0,0 2 18 15,0 0-6-15,0 0-14 0,0 0-19 0,0 0-27 16,0 0-28-16,0 0-38 0,0 0-28 0,0 0-23 15,0 0-15-15,0 0-13 0,0 0-17 0,0 0-13 16,0 0-6-16,0 0-6 0,0 0-5 0,0 0-4 16,0 0 1-16,0 0 0 0,0 0-2 0,0 0-3 15,0 0-2-15,0 0-3 0,0 0-5 16,0 0-5-16,2 0 1 0,-2 0-4 0,1 2-1 16,-1 0 3-16,3 0 1 0,-1 3 2 0,1 0-1 15,-1-1 2-15,1 1-4 0,-1-1-2 16,-1 3 0-16,3 0 2 0,-3-1 0 0,-1 1-2 15,2 1 3-15,-1-2 1 0,-1-1-1 0,3 1-2 16,-1-1 0-16,-2 1 2 0,0 0-2 0,0-4-3 16,1 1 3-16,-1 0 1 0,0-2 10 15,0-1 16-15,0 1 34 0,0 2 41 0,0-3 37 16,0 0 17-16,0 2 7 0,0-2-14 0,0-2-23 16,-1 2-33-16,1-4-33 0,0 0-19 15,0-1-6-15,-2-1-1 0,-1-1-3 0,2 1 1 16,-1-2 0-16,2 1-3 0,-1-1-8 0,-1 1-9 15,0 0-4-15,2-2-5 0,-1 1-3 0,-1 1-1 16,2 1 0-16,-2 0 0 0,2 0 2 16,0 2 1-16,-1-2-1 0,-1 2 2 0,2-1 6 15,0 1 3-15,-1 1 0 0,1 0 3 0,0 0 2 16,-2 0 1-16,0 1-8 0,2 2-3 0,0-2-2 16,0 2-3-16,0 0-1 0,0 0-2 0,0-3-1 15,0 3 1-15,0 0-2 0,0 0 0 0,2 0 0 16,-2 0-1-16,2 0-1 0,-2 0 2 15,0 0-2-15,1 0 3 0,-1 0 0 0,0 0 1 16,2 0 0-16,-1-1-2 0,3 1 1 0,-1 0 0 16,0-1 0-16,3 1-1 0,-3-2 1 0,4 2 1 15,-3 0 1-15,3 0 0 0,-1 0-1 16,2 0 0-16,-2 0 1 0,2 2-1 0,-1-1 1 0,2 0-1 16,-1 2 0-16,0-3 0 15,0 2-1-15,1-2 1 0,-1 2 7 0,0-2 3 0,1 2 1 16,-1-2 2-16,-1 0 0 0,-1 0 0 15,-1 0-6-15,1 0-3 0,-3 0-4 0,-1-2 0 16,-1 2 1-16,1 0-1 0,-2-2-18 0,-2 2-62 16,-1-2-70-16,-3-1-151 0,1 1-281 0,-3 0-319 15,0 1-364-15,-2 1-270 0,-2-3 10 0,1 3 655 16</inkml:trace>
  <inkml:trace contextRef="#ctx0" brushRef="#br1" timeOffset="-152847.89">18505 2408 162 0,'6'2'258'0,"1"-2"58"15,-3 0-34-15,2 2-65 0,1-2-46 16,-3 1-35-16,1-1-31 0,0 0-27 0,0 1-15 16,-1-1-12-16,-1 0-8 0,-1 2 4 0,1-2 16 15,-1 0 20-15,-2 0 19 0,2 0 21 16,-2 0 19-16,0 0 9 0,0 0 12 0,0 0-10 15,0 0-13-15,-2 0-25 0,0 0-19 0,1 0-31 16,-1 3-9-16,0-3 1 0,1 0 10 0,-1 0 21 16,1 0 11-16,1 0 4 0,0 0-11 0,0 0-18 15,0 0-18-15,0 0-25 0,0 0-18 0,0 0-13 16,1 2-3-16,-1-2-5 0,2 0-1 16,-1 0 2-16,1 0 1 0,0 3 3 0,1-3 0 15,-1 1 3-15,1 1 2 0,0-1-2 0,0 0 3 16,0 2-2-16,3-1 1 0,-1 0-2 0,-2 1 0 15,2-2 0-15,2 3 1 0,-3-2 1 0,4 0 3 16,-3 1-2-16,1-2 3 0,1 2-3 16,-3 0 3-16,1 0-1 0,1 0 1 0,-1 0-2 15,-2 1 4-15,2 1-3 0,-2 0-1 0,1 2 1 16,-1-1 0-16,-2 0 1 0,2 1-12 16,-1 0-16-16,-2 0-15 0,0 1-17 0,1-1-19 15,-1-1-5-15,0 2 0 0,3-2 13 0,-1-2 15 16,0 2 17-16,1-1 11 0,2 1 3 0,0-1 6 15,2-3 1-15,1 3-1 0,0-2-4 16,2 0 0-16,0-2 3 0,0 2 2 0,1-1 0 16,3-1 7-16,-2-1 1 0,-2 2 6 0,3-2 0 15,-2 0 1-15,0 0-1 0,0 0-2 16,-1 1 0-16,-1-1 0 0,-1 2 0 0,-1-1 2 0,-2 1-1 16,-1-1 18-16,2 1 19 0,-3-1 16 15,1 2 29-15,-1 1 19 0,-2 1 16 0,1 1 18 16,-2 0 0-16,0 0 0 0,0 0-24 0,0 1-21 15,2 0-11-15,-2-1-34 0,1 0-19 16,3 0-15-16,-4 0-2 0,3-2-6 0,0 0-2 16,1 1-2-16,1 0 0 0,0-3 2 0,0 2-2 15,0-2 2-15,-1 0 1 0,4 1 1 0,-3-1-1 16,1-2-2-16,1 3 2 0,-3-1 0 16,2-1-1-16,1 0 1 0,-2-1 1 0,-1 4 3 0,1-4 16 15,0 0 10-15,-1 2 2 0,1 0 2 16,0-2-1-16,-2 0 0 0,0 2-16 0,1-2-12 15,0 1-1-15,-2 0-1 0,1 1-1 0,2 0-2 16,-2-1-1-16,2 0 1 0,-2 2 1 16,0 0-4-16,2 2 3 0,-2-2 0 0,0 0-1 15,2 1 0-15,-4-1-2 0,2 0 0 0,2 0-2 16,-2 0 2-16,2-1 2 0,-1-1-2 0,0 0 1 16,2-1-1-16,-1 2 1 0,2-2-1 15,-3 0-17-15,1 0-9 0,3 0-6 0,-4 0-1 16,1 0-1-16,-1 0-1 0,0 2 18 0,1-1 6 15,-2 0 7-15,2 4 1 0,-2-3 2 0,0 1 1 16,-1 1-1-16,-1 0 2 0,3 3 18 0,-3-2 10 16,1 0 3-16,-1 1-16 0,3 0 8 15,-3 0-12-15,1-2-7 0,-1 2-22 0,3-1-10 16,-2 0 10-16,2-1-9 0,0 1 12 0,1-3-13 16,0 3 13-16,1-1 6 0,4 0 4 15,-4-1 4-15,0 2 3 0,3-3 2 0,1 3-4 16,-2-2 4-16,2 0-1 0,1 0-2 0,-3-2 0 15,1 2 1-15,-1-1-2 0,1 1 1 16,1-2-2-16,-2 2 0 0,1-1 1 0,-1-1 0 16,0 0 2-16,-1 3-3 0,0-3 1 0,0 0-1 15,-1 1 0-15,1 1 2 0,-3-2-2 0,1 1 2 16,1 1 2-16,-3-1 0 0,2 0 0 0,0 3 3 16,0-1 1-16,-2-2-2 0,3 3-2 0,-3-2 3 15,2 0 15-15,-2 1 5 0,2-1 4 16,-2 2 2-16,2-2 1 0,-2 0-1 0,3 0-16 15,-3 0-8-15,1-1-8 0,0 0 1 0,0 1 0 16,-1-2-1-16,0 3-1 0,0-3 1 0,-1 2 3 16,1-1-1-16,-2-1 0 0,2 2-1 15,-1 0 1-15,-2-3-2 0,3 2-1 0,-1-2 0 16,0 2 0-16,-1 1 3 0,2-1-3 0,-1-2-2 16,1 4 2-16,-1-4 0 0,1 2 0 0,0 0-2 15,0 0 3-15,0-1-1 0,0 0 1 16,1 1-1-16,-1 1 0 0,0-2 0 0,0 2 0 15,2 0 0-15,-1-1-2 0,1 2 1 0,0-1 1 16,0 0 0-16,0 2-2 0,-1-1 4 0,-2 0-1 16,4 1 1-16,-3 0 1 0,2-1 1 15,-2 1-1-15,0 1-2 0,1-1 4 0,-3 1 0 16,2-2 0-16,-1 2-4 0,-2-2 6 16,2 2-1-16,-1-1-2 0,2-1-1 0,-3 0-2 15,2 1 3-15,-2-2-4 0,0 0-3 0,1 2 1 16,1-3 1-16,-1 3-1 0,1-3 0 15,0 3 2-15,-1-2 0 0,2 0 0 0,1 1 0 16,-1 0-1-16,0 0 1 0,0-2 0 0,2 3 0 16,-2-2 0-16,0 0 1 0,0 0 1 15,0 0-2-15,1-2 3 0,-3 2-2 0,3 0 2 16,-3-2-1-16,2-1-2 0,-1 2-22 16,1-2-48-16,-2-2-68 0,-1 2-114 0,0-1-127 15,0 1-269-15,0-3-219 0,0 3-101 0,0 0 90 16,0 0 288-16</inkml:trace>
  <inkml:trace contextRef="#ctx0" brushRef="#br1" timeOffset="-151792.7">19751 3221 30 0,'0'0'271'0,"0"2"142"15,0-2 130-15,0 2-65 0,0-2-142 16,1 0-127-16,-1 1-76 0,0-1-29 0,2 0-26 16,1 0-19-16,-3 0-15 0,1 0-6 15,1-1 3-15,-1 1 8 0,-1-2 18 0,2 0 43 16,0 1 33-16,-1-2 19 0,1 2 4 0,0-1 4 15,-1 1-12-15,2-2-41 0,-1 0-30 16,0 0-22-16,1 0-22 0,-2 0-12 0,1 0-12 16,2 0-5-16,0 0-5 0,-3 0-6 0,2-1 1 15,1-1-2-15,0-1-2 16,0 4 0-16,0-4-3 0,0 1 1 0,2 1-2 0,-2 0 1 16,1-1-2-16,0-1 2 0,2 2 0 15,0-1 0-15,-1-1 0 0,1 2 0 0,-1-2-4 16,2-1-1-16,1 1 4 0,-1-1-2 15,-1-2 4-15,1 1 4 0,1 1 5 0,-1 0 4 0,0-2-1 16,1 0 4-16,-1 0-4 0,-1 1-1 16,-1-1-3-16,-1 2-3 0,3-1 2 0,-4 0-2 15,1 3 1-15,-2-1 2 0,1 1-1 0,-1 1-1 16,0-1-1-16,0 1-1 0,2 0-2 0,-4 0 0 16,4-1-3-16,-2 2 3 0,0-2-2 0,2 0 2 15,-1 1 0-15,3-1 0 0,-2 0 3 16,0-1-22-16,1 2-11 0,1 0-3 0,-3-1-8 15,2 1-4-15,1-1 1 0,-1 0 20 0,-1 0 10 16,1 0 5-16,0-1 3 0,1 1 4 16,-1 1-1-16,1-3-2 0,2-1 4 0,-3 0-1 15,1 1 2-15,1 0 0 0,-4-1 0 0,4 3 0 16,-2-3-1-16,1 1-6 0,-1 2 3 0,1 0-4 16,0 0 1-16,0 1 3 0,-1 0 1 15,0-1-1-15,4 0 1 0,-4 3 2 0,2-3-1 16,0 1 0-16,4-1 1 0,-2 1 1 0,1-2-2 15,0 0 1-15,2-1-1 0,1 1 1 0,-1-1 1 16,0-2 0-16,2 1-4 0,-2 1 4 16,4-2 0-16,-2 2 0 0,0-1-1 0,0 1 1 15,0 0 3-15,1-1-1 0,-2 0 2 0,2 2-1 16,-2-2-3-16,2 1 0 0,0 0 2 0,-2-2-2 16,4 0 2-16,-4 0 1 0,3 0 5 0,-2 1 20 15,0-4 8-15,1 3 4 0,0 0 4 0,-2 2-6 16,4-2 4-16,-1 0-19 0,0 2-8 15,1-1-6-15,-1 3-3 0,2-4 3 0,0 1-5 16,2 1 2-16,1 1-15 0,-5-1-34 0,2-1-97 16,1 1-111-16,-2-1-290 0,-1 1-213 15,1 1-116-15,-2 1 60 0,-2 2 255 0</inkml:trace>
  <inkml:trace contextRef="#ctx0" brushRef="#br1" timeOffset="-142915.39">27498 4935 57 0,'2'1'318'0,"-2"1"193"0,0-2 163 0,0 1-41 15,0-1-191-15,0 2-114 0,0-2-66 0,0 1-44 16,0-1-38-16,0 0-34 0,1 1-33 16,1-1-34-16,-2 0-32 0,0 0-24 15,0 0-15-15,1 0-8 0,1 0-3 0,0 2-3 16,-1-2 1-16,4 0 0 0,-1 2 5 0,0-2 0 15,-1 0 5-15,2 1 3 0,-1-1 32 0,1 0 20 16,2 0 6-16,0 0 36 0,0 0 26 16,1 0 11-16,0-1-23 0,1-1 10 0,-3 2 4 15,2-2-23-15,2 1-24 0,1-2-12 16,-3 3-10-16,1-1-24 0,2-2-14 0,-1 2 14 16,-1-1 9-16,4-1 8 0,-4 2 0 15,5-1-2-15,-2 0 2 0,-3 1-21 0,5 0-17 16,-3-3-7-16,1 3-3 0,0-2 0 0,-1 0-4 15,3 1 0-15,-3-3 2 0,2 3 1 16,0-2-5-16,0 2 1 0,-1 0-1 0,1 0 1 16,-2 1-1-16,1-2-2 0,0 3 2 0,0 0-1 15,-1-2 1-15,1 2 1 0,-2 0 1 16,1 2-2-16,1-2 0 0,-2 0 0 0,3 2 0 16,0-2-3-16,-4 0 0 0,3 0 2 15,-2 0 0-15,0-2-2 0,0 2 1 0,0 0 1 16,-2-2 0-16,2 1-2 0,0 1 2 15,-1-1 1-15,0-1 1 0,-1 1 0 0,3 1-2 16,-3-2 2-16,0 1 0 0,0-1 2 0,0 1-1 16,0 1 2-16,-2-2-1 0,2 2 1 15,0-1-4-15,-2 1-1 0,2 0-1 0,-1 0-2 16,0 0 2-16,1 0-3 0,0 0 4 0,-1 0 2 16,0 0 0-16,1 0 2 0,-1 1-1 0,-1-1 2 15,3 0-2-15,-2 0-2 0,-2 2 0 16,3-2-3-16,-4 1 1 0,4 1 2 0,-2-1-1 15,-1 1-2-15,0-2 1 0,0 1 2 16,0 1-2-16,1-1-3 0,-2 2 5 0,1-1 1 16,0-1-1-16,2 0 2 0,-3-1 2 15,2 2 4-15,-1 0-7 0,0-2-2 0,1 1 5 16,1-1-3-16,-1 1-1 0,-2-1 0 0,3 0 1 16,-1 0 1-16,-1 0-2 0,0 0 1 15,2 0-1-15,-2 3 0 0,-1-3 2 0,0 0 0 16,1 1-2-16,-2 0 0 0,3-1 0 15,-1 1 0-15,0 1 0 0,0 1 2 0,0-3-4 16,-1 0 3-16,1 2 0 0,1-2-1 0,-1 0 1 16,-2 3-2-16,4-3 5 0,-4 0-5 15,2 1 0-15,1-1 0 0,-3 0-1 0,2 0 1 16,-2 0-5-16,2 0 7 0,-4 0 2 0,3 0-2 16,-1 0 0-16,3 0 0 0,-3 0 3 0,-2 0-4 15,3 0-1-15,-1 0 4 0,0 0-3 16,0 2 1-16,1-2 0 0,0 1 0 15,2 1 2-15,-3 0-6 0,2-2 3 0,2 1-1 16,-2 0 1-16,1-1 1 0,1 2-3 0,-2-2 3 16,3 2 3-16,-3-2-5 0,2 0 1 15,2 0-1-15,-3-2 1 0,1 2 0 0,1-2-2 16,-1 2 2-16,0 0 1 0,-3-1-2 0,1 1 3 16,2 0-2-16,-1 1 0 0,-2-1 1 15,1 0-2-15,-2 2 0 0,2 0 0 0,2-2-1 16,-1 1 2-16,-2-1-2 0,1 3 1 15,0-3 3-15,0 0-2 0,1 2 2 0,0-2 2 16,-1 0-4-16,0 0 0 0,0 0 1 0,0-2 0 16,-1 2-1-16,4-3-2 0,-3 2 4 15,-2-3-2-15,2 2 0 0,-2-2 0 0,0 1-1 16,0-1 3-16,1 2-2 0,-2-1 4 0,2-1-2 16,-1 0-2-16,-2 0 1 0,3 1-1 15,0-3 1-15,0 2-3 0,-1-2 2 0,2 1 1 16,1-1-2-16,-2-1 0 0,1 1-2 15,0-2 1-15,1 1 1 0,-1 0-1 16,3 0 3-16,-3 0-1 0,-1-2 0 0,1 3 2 16,0-2 0-16,-2 1 0 0,3 0-2 0,-3-1 2 15,-1-1 1-15,1 1-5 0,-1-1 2 0,-1 0-1 16,-1-1 1-16,4-1 1 0,-4 1-2 16,0-2 3-16,1-2-2 0,-1 2 3 0,0-1 3 15,0-1 0-15,2 3 9 0,0-2 3 0,-2 1 1 16,1 0-2-16,1 2 0 0,-1-3-4 0,1 4-5 15,1-2-2-15,-2-1-2 0,1 3-4 16,-1-2-1-16,1 1 2 0,0 1 5 16,-2-2-2-16,1 1 3 0,1-1 4 0,0 0 0 15,-1-1-3-15,1 2 0 0,-2-2-1 0,1 1 0 16,3-2-2-16,-3 1 2 0,1-1-1 0,1 1 1 16,0 1-1-16,0-1 6 0,-2 0 10 15,4-1 2-15,-1 3 4 0,-1-3-4 16,0 1 3-16,2 0-9 0,-2 1-6 0,1-2 20 15,1 1 16-15,-2 0 23 0,1 0 19 0,-1 0 10 16,-2 0 3-16,3 2-18 0,-3-3-15 16,2 2-5-16,-1-1-12 0,0-1-6 0,-2 2-5 15,2-1-4-15,-2 0-4 0,0-1-13 0,2 0-10 16,0 1-4-16,-2 0-6 0,1 0-1 16,1-1 0-16,-2 0-3 0,0 0-1 0,1-1 3 15,-1 3 0-15,0-3-1 0,0 0 0 16,0 3 0-16,0-3 3 0,0 2-2 0,0-1-1 15,0 1 2-15,0-1 0 0,2 2 3 0,0-1 1 16,-2-1-2-16,0 2 4 0,0-3 0 0,1 2 1 16,1-1-2-16,-2-2-11 0,0 0-2 15,1 0-6-15,-1 0-1 0,0 0-2 0,0 0 1 16,2-2 7-16,0 2 2 0,-2 0 5 0,0-2 1 16,1 4 0-16,-1-2 1 0,2 2 17 15,-1 1 12-15,1-1 8 0,-2 0 4 0,2 1 1 16,-2 2 0-16,0-2-13 0,1 1-13 15,-1 0-7-15,3 0-5 0,-1 0 0 0,-2-1-3 16,3 0 0-16,-2-1 0 0,-1-1-2 16,4 1 1-16,-3-2 0 0,-1 1-1 0,3-1 1 0,-3 1-1 15,2-3 2-15,-2 5 0 0,0-2 1 16,-2 1-1-16,2 1 2 0,-1-1-1 0,-1 2-1 16,2-1 0-16,-1 1 0 0,-1 1 0 15,0-1-2-15,2 3 2 0,-1-2-1 0,1-1 0 16,-2 2-2-16,2 1 2 0,0-2 0 15,0 2 5-15,2-1 5 0,-2 0 1 0,1 0 1 16,-1-1-6-16,2 0-2 0,0 1-9 0,-2-2-3 16,0 3-2-16,0-3-1 0,0 1 5 0,0 0 2 15,0-1 4-15,-2 0-1 0,0 1 1 0,2-2 0 16,0 1 0-16,0-1 1 0,0 1-1 0,0 1 0 16,0-1 1-16,0 1 0 0,4 0 0 15,-4-1-1-15,1 1-1 0,2 0 1 0,1-1-3 16,-3 3 1-16,3 1 0 0,-3 1 2 0,1 0 0 15,-1 0 0-15,2 3 1 0,-1-2-1 16,-2 2 0-16,1 2-3 0,1-2 2 0,-2 1-1 16,1 1 1-16,-1 0 0 0,4-3 1 0,-3 3 0 15,2-2 0-15,1-1 0 0,-3 1-2 0,4 0 2 16,-2-2-1-16,3 3 1 0,-1-3-2 16,-2 1 0-16,4 0 1 0,-2-1 1 0,-1 0 0 15,2 1 1-15,1-2 1 0,-2 2-1 0,-1-2-1 16,3 1-1-16,-1-1-1 0,0 2 0 0,1 0 0 15,-3-1 1-15,1-1 1 0,2 4 1 0,-1-3-2 16,-2 4 1-16,0-2 1 0,0 1-1 0,0 1-1 16,-1 0-1-16,0 1 1 0,0-2 0 15,0 2 1-15,-1 0-2 0,-1 0 1 0,1 2 1 16,-1-2-1-16,3 1-1 0,-1-1 1 0,-2 1 2 16,3 1-1-16,-3 0-2 0,3-1 4 0,-1-1-2 15,3 0 0-15,-3 1 0 0,3-1 0 0,-3 0 2 16,2 2-3-16,0 1 1 0,-2-3 1 15,2 2-1-15,-1-2 2 0,0 3-2 0,-3 1 1 16,2 0 2-16,1 2-1 0,-3 0-2 0,1 1 2 16,0 0 1-16,1 2 1 0,-2 0-1 0,-1 0-2 15,5 2 1-15,-4 0-1 0,1 1-1 16,-1-1-2-16,-1 1 1 0,4 0 0 0,-4 0 2 16,1 1-1-16,1 2 0 0,0-2 1 0,-2 0-1 15,3 2 0-15,-3-2-1 0,0 3 1 0,0-3 0 16,1 2 0-16,-1-1 8 0,0 1-3 15,0 0-2-15,0 0 0 0,0 1-3 0,0-1 0 16,0-1-8-16,2 4 5 0,0-3 1 0,-2 1 2 16,0-1 0-16,1 2 1 0,1 0 3 15,-1-2-1-15,1 1-1 0,2 0 1 0,-2 0-1 16,1 0 0-16,-1-1-2 0,1-1 2 0,-1 3 0 16,1-2-2-16,-2 0 0 0,1 0 0 15,-2 2 1-15,0-2-1 0,0 3 0 0,-2-2 1 16,1 0 0-16,-2 2 0 0,1 0-1 0,-1-2 0 15,1 0 0-15,-1 1 0 0,1-2-1 16,1 2 1-16,-4-3 0 0,4 0 0 0,1-1 0 16,-2 0 2-16,1-1 0 0,1 1-1 15,-2-1-1-15,0-2 0 0,2 2 0 0,0-1 0 16,0-2 6-16,0 4 3 0,0-2 2 0,0-2 0 16,0 1 2-16,0 2-1 0,2 0-8 15,0 1-3-15,-2-3-1 0,0 3 2 0,0-2 1 16,0 0-2-16,0 2 2 0,0-1 0 0,0-1 0 15,1 0-2-15,-1 0 0 0,2 1 1 16,-2-2 0-16,0-1-6 0,1 2-5 0,-1 0-1 16,0-3-2-16,2 1-1 0,-2 2-1 0,3-3 6 15,-3 2 5-15,0 0 2 0,0 0 1 16,0 1 1-16,0 0-1 0,0-2 2 0,0 3-1 16,0 0-1-16,0-2 3 0,-3 0-3 0,3 3 0 15,-2-3 0-15,1 3 0 0,1-2 2 16,-2 1-2-16,1-2 1 0,-1 2 0 0,0 2-1 15,1-2-1-15,-2 0 0 0,3 2 1 0,-4-3-1 16,4 0 1-16,-1 1-1 0,1-1 1 16,0-1-1-16,0 0 1 0,0 0 1 0,1-1 0 15,-1-1 1-15,2 1-1 0,0-2 0 16,1 2-1-16,-3-2 7 0,1 1-6 0,3-1-1 16,-3 1 7-16,1 0 2 0,-1 2 2 0,-1-2-5 15,2 2 5-15,-2 0 2 0,3 1-7 16,-3-1-4-16,0 1-1 0,1-1-1 15,-1 1-2-15,2-2 1 0,-1 3 0 0,-1-1 0 16,4-3-1-16,-4 1 1 0,1 0-2 0,-1 0 1 16,4 0 0-16,-4-1-1 0,1 1 2 0,1-1-1 15,-1-1 3-15,-1 1-1 0,0 2 0 0,2-3 1 16,0 2 1-16,-2 0 0 0,0-1-1 16,1 3 0-16,-1-1-1 0,0 0 0 0,0 1 2 15,0-3 0-15,0 3 0 0,0 1 1 0,0-1-1 16,0-2 0-16,2 0 0 0,-2 0-2 15,0 0 0-15,1-2 2 0,1 1 0 0,0-2 1 16,-2 1-4-16,2-2 1 0,-2 3 0 0,0-2 0 16,2-2 0-16,0 3-2 0,-2-1 3 15,0 0 1-15,0 2 0 0,1-2 0 16,1 0 0-16,-2 1 0 0,0-1 1 0,1-1-2 0,-1 1 0 16,0 0-1-16,4-2 1 0,-4 1-2 15,3-2 1-15,-2 0 0 0,3-2 1 0,-3 2-1 16,2-3-1-16,1 2 1 0,-3-1 0 15,5-1-2-15,-3-1 0 0,2 1 2 0,-2-2 0 16,1 2-5-16,0-2 4 0,1 1 0 16,1 0-6-16,-3-1-4 0,1 2 0 0,0 0 11 15,0-1-1-15,-1 1 0 0,0 0 2 0,0 0 0 16,2-2 0-16,-2 2-8 0,2-1-1 16,-4 1-3-16,4 0 5 0,-2 0 3 0,2 0 0 15,-2 0 1-15,2 0 0 0,-1 0 1 16,0 0-2-16,1 0 2 0,-2 0 1 0,0 0 1 15,2 0-1-15,1 0 1 0,-3 0-1 0,0 1 0 16,2 1 2-16,0-1-2 0,0 1-1 16,-2-1 1-16,2 0 0 0,-1 1 0 0,1 1 0 15,0-1 2-15,-1-1-1 0,1 1 2 0,2-2-1 16,-1 1 0-16,-2 1 0 0,3-2-1 16,-1 1 0-16,1-1 0 0,2 0 1 0,-3 0-2 15,1 0 0-15,1 0 2 0,-1 0-1 16,1 0 1-16,0 0-1 0,0 0-1 0,1 0 0 15,0 0 0-15,-1 0 1 0,2 0-1 0,0 0 0 16,0 0 1-16,0 0 6 0,0 0 3 16,0 2 2-16,0-2 1 0,0 1 1 0,0-1-1 0,-1 0-6 15,0 1-2-15,1-1-3 16,0 2-1-16,0-2 1 0,0 0 1 0,0 2 0 0,0-2-2 16,-2 0-1-16,4 0 1 0,-2-2-2 15,0 2 0-15,0 0-1 0,2 0 2 0,-1-2-1 16,-1 2 0-16,1-1 0 0,-2 1-1 15,3 0 0-15,-3 0 0 0,-1 0 1 0,0 0-1 16,-2 0 2-16,2 0 0 0,-2 0 0 0,1 1 0 16,-2-1 1-16,-1 2 2 0,2-2-1 0,-1 0-1 15,0 2 1-15,0-2 1 0,0 0 1 16,-1 0-3-16,2-2 1 0,-1 2 0 0,-2 0 0 0,2-2-2 16,-2 2-2-16,1-1 2 0,-1 1-1 15,-2 0 2-15,1-1 0 0,1 1 0 0,-3 0 1 16,1 0-2-16,-1 0 0 0,0 0-1 15,0 0 1-15,0 1 0 0,-1-1 0 0,-2 0 0 16,1 1 0-16,-2 1-2 0,-1-2-25 0,-3 3-75 16,-5-4-127-16,0-1-229 0,-4 0-289 0,-4 0-359 15,-1-1-402-15,-6-3-145 0,-4-1 488 16,2 2 737-16</inkml:trace>
  <inkml:trace contextRef="#ctx0" brushRef="#br3" timeOffset="-126810.1">18201 4335 59 0,'0'-1'259'0,"0"1"134"0,0-2 79 16,0 2-74-16,0 0-116 0,0 0-84 0,0 0-45 16,0 0-18-16,0 0-10 0,0 0 6 0,0 0 3 15,0 0 1-15,0 0-8 0,0 0-12 16,2 0-11-16,-1 0-13 0,-1 0-7 0,0 0-7 15,0 0-7-15,0 0-1 0,2 0 2 0,-2 0 2 16,0 0 1-16,2 0 6 0,-2 0 10 16,0 0 12-16,0 0 2 0,0 0 16 0,0 0 9 15,1 0 4-15,-1 0-4 0,0 0-4 16,0 0-4-16,0 0-18 0,2 0-8 0,-2 0-13 16,0 0-13-16,1 0-13 0,-1 0-13 0,0 0-11 15,2 0-13-15,-2 0-7 0,0 0-4 16,2 0-7-16,0 0 2 0,0 0 21 0,0 0 10 15,1 2 8-15,0-2 1 0,0 1 4 16,0-1 0-16,2 0-18 0,-2 0-1 0,3 0 13 16,-1 0 11-16,3 0-1 0,-1 0 1 0,-1 0 0 15,3 0-9-15,-1 0-20 0,2 0-8 0,-1 0-3 16,1-1-2-16,-1 1-1 0,1-2 1 16,-1 2-4-16,1-2-3 0,-1 1 4 15,0 1 33-15,0-1 51 0,0-1 25 0,0 0 10 16,-1 2 5-16,2-1-7 0,-2 1-33 15,1 0-43-15,-1 0-18 0,0 0-11 0,0 0-10 0,1 1-2 16,-1-1-1-16,1 2-1 16,0 0-4-16,-1-2-1 0,1 1 2 0,-1 0-1 0,1 1 3 15,1 1-2-15,-2-2-1 0,1 1 0 16,1-1 2-16,0 1 2 0,-1-1-2 16,0 2-1-16,1-2 2 0,-2 3-2 0,3-3-2 0,-2 2-2 15,1-1-1-15,-1 1 1 0,-1-1-1 16,2 0 2-16,1 1-2 0,-3-2 5 15,-2 1 1-15,2 0 0 0,1-2 0 0,-2 2 1 16,-1-2-2-16,2 3-1 0,0-2-1 0,-2-1 0 16,1 1-3-16,-1-1 3 0,0 0 0 0,0 1-1 15,2-1 1-15,-3 0 3 0,2 0 0 16,-1 3-4-16,3-3 1 0,-2 0-1 0,-1 0-2 16,0 0 2-16,2 0-3 0,-2 0 3 15,2 0-3-15,-1 0 3 0,-1 0-1 0,2 0-1 16,0 0 2-16,0 0 1 0,-2 0 2 15,3 0 1-15,-1 0 0 0,1 0-2 0,1 0 1 16,-2-3-2-16,0 3-2 0,0-1-1 0,1 1-1 16,0 0 4-16,-1-1-3 0,0 1 2 0,2 0 3 15,-2 0-1-15,0 0-1 0,2 1 21 16,-2-1 18-16,0 1 8 0,0 2 4 0,1-3 1 16,0 2 2-16,0 0-20 0,0 1-15 15,-1-3-7-15,1 1-5 0,-1 1-3 0,3-1 1 16,-3 1 0-16,0-2 0 0,4 1-3 0,-3 1 0 15,0-1 2-15,2-1-3 0,-1 4 0 0,-2-4-2 16,2 1 3-16,0 0-2 0,0 1 1 16,-1 0 1-16,2-1 1 0,-3 0-2 0,3-1 1 15,0 0 1-15,0 0-1 0,2 0 0 16,-1-1 1-16,0 0 0 0,3-3 0 0,-2 3-1 16,3-2 0-16,-2 0 0 0,2 1-1 0,-2-1 1 15,2 2-2-15,-2-1 1 0,0 1 1 16,-1 1-1-16,1 0-1 0,-1 0 1 0,-2 0 0 15,3 0-1-15,-3 1 0 0,3-1 0 16,-2 2 0-16,-1-2 1 0,1 1 1 0,-1-1-1 16,3 2-1-16,-2-2 1 0,0 0 7 0,1 1 4 15,0-1 1-15,-1 0 3 0,-1 0 0 16,1 0 0-16,-2 2-6 0,0-2-5 0,0 1-2 16,0-1-2-16,-2 2 1 0,2 0-1 0,-2-1-1 15,1 0 0-15,-1 1 1 0,0 1-1 0,1-2 1 16,1 2 1-16,-2 0-1 15,0 0 1-15,0 0 0 0,0 0 0 0,-2 0-1 16,2 0 0-16,1-1 2 0,-1 0-1 0,0 0 0 16,-1 1-1-16,2 0 1 0,-1-1 0 0,-2-1-1 15,2 0 0-15,0 2-1 0,0-1 1 16,-2-1 0-16,2 2-1 0,1-1 0 0,0 0 2 16,-1 1-1-16,-2 0 1 0,2 0-1 15,0 0 1-15,-2 0 0 0,0 0-1 0,4 0 0 0,-6 0 0 16,3 0 0-16,-1-2 0 0,1 2-1 15,0 0 1-15,-2-1 0 0,1-1 0 16,-1 1 0-16,2-2 0 0,-1 1 6 0,0 1 4 16,0-1 0-16,-1 1 2 0,0-2 0 0,3 1 0 15,-4 1-4-15,3-1-2 0,-1-1 0 0,-1 3 0 16,3-1 3-16,-2-1-1 0,-1 0 1 16,1 1-1-16,-1 0-3 0,2 0 0 0,0 1-3 15,0-2 0-15,-3 0 0 0,1 0-1 16,2 2 0-16,0-3 0 0,0 0 0 0,-1 0 1 15,0 2-1-15,-1-2 0 0,4 0-1 0,-4 0 1 16,2 0-1-16,-1 0 0 0,3 2 0 16,-2-2 0-16,-1 0 0 0,2 0 0 0,1 3 0 15,-2-3 0-15,1 3 0 16,0-2 1-16,2 1-2 0,-1 0 1 0,-3-1 0 0,2 0-1 16,1 3 1-16,-2-3 0 0,1 0-1 15,-4 1 0-15,4-2 0 0,-3 2 0 0,0-2 0 0,-1 1 0 16,3-1 1-16,-4 0 0 0,3 0-1 15,-1 0 2-15,0 0-2 0,-1 0 1 0,0 0-1 16,-1 0 0-16,0 0 0 0,3 0 0 16,-3 0 1-16,4 0-1 0,-4 0 1 0,2 0 0 15,0 0-1-15,-1 0 0 0,2 0 0 0,-1 0 0 16,0 0 0-16,0 0 0 0,1 0 0 16,-1 0 0-16,2 0 1 0,-2 0 0 15,0 0-1-15,3-1 1 0,0-1-1 0,-4 0 0 16,5 1-1-16,-1 1 1 0,-2-1 1 0,3-1-1 15,-1 2 0-15,-1-2 0 0,-1 2 1 0,3 2-1 16,-2 0 0-16,-3-1 1 0,5 0 0 16,-5 3-1-16,4-2 2 0,-2 3 0 0,-1-3-1 15,0 3 1-15,0-3-1 0,2 1 1 0,0 0 0 16,-3 0-1-16,1-1-1 0,2 0 1 16,0 1-1-16,-2-2 0 0,2-1-1 0,-3 2 1 15,1 0 0-15,3-2 0 0,-2 1-1 16,1-1 1-16,-3 1 0 0,1-1 0 0,2 0 0 15,-1 0 0-15,-2 3 0 0,1-3 1 16,-2 0 0-16,2 1 0 0,0-1 0 0,3 1 0 16,-5-1 0-16,2 0 0 0,-1 1 0 0,3-1 0 15,-1-1 0-15,0 1-1 0,1-1 0 0,-3 0 0 16,3-2 1-16,-1 2-1 0,0 0 0 16,1-3 0-16,-4 4 0 0,0-1 1 0,2 1 0 15,-2-1-2-15,2 1 2 0,-1-2 0 16,1 2 0-16,-2 0 0 0,2 0-1 0,-2 0 1 15,2 0 0-15,3 0-1 0,-4 0 0 0,3 0 0 16,-2 0 0-16,1 0 0 0,1-2 0 0,-1 2 1 16,-2-1-1-16,1 1 2 0,2 0-2 15,-3 0 1-15,2 0-1 0,-2 0 0 16,0 0 1-16,0 0-1 0,0 0 0 0,0 0 0 16,-1 0 0-16,0 0-1 0,0-1 1 0,2 1 0 15,-2-2 0-15,0 2 0 0,0 0 1 16,0 0-1-16,1-1 0 0,-3 1 0 0,3 0 1 15,-3-2-1-15,5 2 0 0,-3 0 1 0,0 0-1 16,1 0 0-16,-3 0 0 0,2 0 0 0,1 0 0 16,-1 2 0-16,0-2 0 0,0 0 0 15,3 1 0-15,-3-1 0 0,1 0 0 0,1 2 1 16,-2-2-2-16,2 1 2 0,-2 0-2 16,0 1 1-16,1 0 0 0,-1-1 1 0,1 0 0 15,-1 1-1-15,0 0 0 0,0 0 0 0,1 1 0 16,-3-3 0-16,2 1 0 0,2 0 0 15,-4-1 1-15,2 1 0 0,-1 2-1 0,1-3 1 16,1 0-1-16,-1 0 0 0,0 0 0 0,0 0 1 16,0 0-1-16,1 0 1 0,2 2-1 15,-3-2 1-15,2 0-1 0,-4 2 0 0,2-2 0 16,1 0 0-16,0 3 0 0,-2-2 0 16,4 1 0-16,-3-2-1 0,0 1 1 0,1-1 0 15,-1 2 0-15,0-2 0 0,0 0 0 0,-1 2 0 16,1-2-1-16,-1 0 1 0,2 0 0 15,-1 0 0-15,0 0 1 0,1 0-1 0,-1 0 1 16,0-2-1-16,2 2 0 0,-2-3 0 16,5 1 0-16,-4-2 0 0,1 2 1 0,0 0-1 15,0-2 0-15,0 2 0 0,1-1 0 0,-2 1 0 16,0 2-1-16,-1-2 1 0,0 4 0 16,0-2 1-16,-1 2 0 0,0 2 1 15,-1 1 0-15,1-1-1 0,-1 2 1 0,1 0-1 16,1-1 0-16,-3 1 1 0,1-2-1 0,2 0-1 15,-1 1 1-15,1-2-1 0,1 0 0 0,-3-2 0 16,1 1 0-16,-1-2 0 0,3 0 0 16,-3 0 0-16,2 0 1 0,1-2-1 0,-2 2 1 15,2 0-1-15,-3 0 0 0,1 0 0 0,-1 0 0 16,3 0 0-16,-3 0 0 0,1 0 0 0,-1 2-1 16,3-2 1-16,-3 0 0 0,2 1 0 15,-1-1 0-15,0 2 0 0,2-1 0 0,-2 0-1 16,-1-1 1-16,1 2-1 0,-1-2 0 15,-1 0 1-15,2 2-1 0,0-2 1 0,-2 0-1 16,1 0 0-16,-1 0 1 0,2 0-1 16,-1-2 1-16,-1 2 0 0,0 0 0 0,0 0 0 15,0 0 0-15,0 0 0 0,0 0-2 0,0 0-1 16,0 0-6-16,-3 2-8 0,2-2-12 16,-3 1-28-16,0 0-52 0,-2 1-75 0,-1 0-113 15,-1-1-198-15,2 0-302 0,-1 2-327 16,-2-1-295-16,1-1-121 0,-2-2 353 0,1 0 670 15</inkml:trace>
  <inkml:trace contextRef="#ctx0" brushRef="#br3" timeOffset="-124612.77">18299 2952 102 0,'-1'-1'355'0,"-1"-2"169"16,0 1 158-16,2 0-127 0,-1 2-159 0,-1-3-95 15,1 1-41-15,-1 2 10 0,0-1-13 16,1 1 18-16,-1 0-10 0,2-1-13 0,-1 1-15 15,1 0-29-15,0 0-28 0,0 0-33 0,0 0-34 16,0 0-23-16,0 0-25 0,0 0-12 16,0 0-15-16,0 0-2 0,0 0-2 0,0 0-2 15,0 0 10-15,0 1 11 0,0-1 18 0,1 1 26 16,1 4 30-16,1-3 24 0,0 4 7 0,0-1-4 16,2 2-5-16,-1 2-20 0,0 0-25 0,4 1-24 15,-2 0-21-15,1 1-4 0,1 2-10 0,1-3-7 16,1 0-5-16,-2 4-4 15,2-4 1-15,2 2-12 0,-3 0-9 0,3-2-7 16,-2 3 1-16,1-3 1 0,0 2 0 16,2 0 1-16,-2-1 7 0,2 0 2 0,-4 0-2 15,4 0-1-15,-4-1 0 0,3 1-1 0,-2-2 0 16,1 1 0-16,-1-1 1 0,2-1 0 0,-2 1-2 16,1-1 3-16,2 0-1 0,-4 0-1 0,3-1 1 15,-2 2-2-15,2 0 0 0,-3 0-1 0,4-1-2 16,-4 1 1-16,2 0-1 0,-1 0-1 15,-1 0 1-15,4-1 0 0,-5 2 0 16,1 0 0-16,-1 0-1 0,1 0-1 0,0-1-1 16,-1 1 0-16,-2-1 0 0,1 0-1 0,0 0 1 15,-2 2-1-15,0-2 2 0,-1 0-1 16,0-2-1-16,2 2 1 0,-3 0 0 0,0 0 1 16,0 0-1-16,0 0 1 0,2 1 0 0,-2-1 1 15,2 1 1-15,0 0-1 0,-1 1 2 16,1-3-1-16,0 3-1 0,1-1 4 0,-1 1 2 15,3 0 0-15,-2-1 1 0,1 1-1 0,-1-3 1 16,3 1-6-16,-1 1-3 0,0-1-1 0,0-2-2 16,3 3 0-16,-3-3 0 0,0 0-1 15,1 0 1-15,-1-2 0 0,0 1 1 16,0 0-1-16,-2 0 0 0,2-1 0 0,-3-1 0 16,0 1 1-16,0 0-1 0,-2 1 0 0,5-2 0 15,-7 2 0-15,4 0 0 0,-2 0 0 0,2 0 0 16,-2 1 0-16,2 1 0 0,-2-1 0 15,2-1 0-15,-1 2 0 0,0-1 0 0,0-1 0 16,1 2 1-16,-1-1 0 0,-1-1 0 0,3 2 0 16,-3-3 0-16,2 3 0 0,-1-2 1 15,0 3-1-15,-1-4-1 0,0 3 1 16,2 1-1-16,-1-2 1 0,1-1 0 0,0 3 1 0,-2-2 0 16,2 1-1-16,1-1 1 0,0 1-1 15,-1-2 0-15,0 2 0 0,1 1 0 0,-1-2-1 16,3-1 0-16,-2 2 1 0,1-3-1 15,1 2 0-15,-2 0 1 0,2-1 0 0,0 1 0 16,-2-2 0-16,2 2-1 0,1-1 1 0,-2-1 0 16,1 2 0-16,1 0-1 15,0-1 2-15,-1-1-1 0,2 2 0 0,-1 1 1 0,-1 0-2 16,2-3 1-16,1 4-1 0,-5-3 1 0,2-1-1 16,0 1 1-16,1-1-1 0,-4 0 0 15,2-1 1-15,-3-1 0 0,1 0 0 0,0 0 0 16,1-1 0-16,-3 1 0 0,2 1-1 0,-2-3 0 15,0 2 1-15,1 0-1 0,0 0 1 16,0 0 0-16,2 0 0 0,-2 2 1 16,0-3-1-16,0 3 0 0,1-1-1 0,0 0 0 15,3 2 0-15,-4-2-1 0,3-1 0 16,-2 2 1-16,1 0 0 0,2-1 1 0,0-1 0 16,-4 1-1-16,5-1 1 0,-5 0-1 0,4 0 0 15,-3 0 0-15,1 0 1 0,1 0-1 16,-3 1 0-16,2 0 1 0,-1 1 0 0,0-3-1 15,-2 2 1-15,2 0-1 0,0 3 0 0,-2-1 0 16,5-1 0-16,-5 1 1 0,2 0-1 0,-1-2 0 16,0 2 0-16,0-1 0 0,-2 0 0 15,2 0 0-15,0 0 1 0,-1-3-1 0,-2 3 1 16,3-1 0-16,-3-2 0 0,-1 0-1 0,3 1 0 16,-3-2 1-16,2 2 0 0,0-1-1 15,-1 1 1-15,-1 0-1 0,2 0 0 16,-1 2 0-16,1-1-2 0,-2 0 1 0,2 2 0 0,-1 0-1 15,2 0 1-15,-3 1-1 0,2 2 1 16,-2-3 0-16,1-2 1 0,-1 3 0 0,0-2-1 16,2-2 0-16,-2 0 0 0,0-2-1 15,0-1 0-15,-2-1-2 0,2 0-7 0,-1-4-14 16,-1-1-39-16,-2 0-75 0,-1-2-86 0,0-3-165 16,-1 3-290-16,1-1-334 0,0 1-343 15,-1 2-197-15,4 0 115 0,2 0 673 0</inkml:trace>
  <inkml:trace contextRef="#ctx0" brushRef="#br3" timeOffset="-123435.47">19796 4509 84 0,'0'1'346'16,"0"-1"201"-16,0 0 162 0,0 0-78 0,0 0-154 15,0 0-103-15,0-1-49 0,0-1-31 16,0 2-20-16,0-1-28 0,0-2-27 0,2 1-25 16,0 1-25-16,-2-1-16 0,1 1-14 0,1-1-16 15,-1-1-16-15,3 0-12 0,-1 2-12 16,0-2-8-16,3-2-1 0,-1 3 10 0,1-4 12 15,-1 1 15-15,3-3 15 0,1 2 12 16,-1-3 8-16,0 0 3 0,2-1-15 0,1-1-15 16,-2 0-15-16,4-3-19 0,-4 1-14 0,3-2-14 15,0 0-5-15,-1 1-9 0,0-1-7 16,3-1-3-16,-2 0-7 0,-3 1-6 0,5-1-4 16,-2 1 0-16,0-1-1 0,-1 2-2 0,0-2-2 15,2 2 0-15,-4 0-2 0,4 1-1 16,-4-1-1-16,1 2 1 0,2-1-2 0,-2 1 0 15,0-1 1-15,0-2-3 0,0 4 0 16,0-3-1-16,-1 1 0 0,0-1-2 0,-1 0 2 16,0 3 0-16,2-3-2 0,-2 0 1 15,-2 3-1-15,1-1 2 0,0-1 1 0,-1 2-2 0,-1-3 1 16,3 3 0-16,-3 1-1 0,3-2 0 16,-2 2 0-16,2-1 1 0,0 0 0 0,1 3 0 15,-1-3-1-15,0 1 1 0,0 1-2 0,2 0 0 16,-2-2 0-16,0 3 3 0,-2-2-1 15,2 3 0-15,-4-1 1 0,3-1 0 0,-2 3-2 16,-1-1 0-16,0 2 0 0,2-1-1 16,-3 2-1-16,2-1 1 0,-4-1 0 0,4-1 1 15,0 3-1-15,-2-1 0 0,5-1-1 16,-4 0 0-16,1-1 0 0,0 0 0 0,2 1 2 16,-3-1-2-16,4 1 1 0,-2-2 0 15,1 0-1-15,-1-1-1 0,3 2 0 0,-2-1 0 16,-1-1 2-16,2 1-1 0,0-1 0 0,-2 0 1 15,2 1-1-15,-1 0 0 0,-1-1-2 0,3 1 2 16,-1 0 0-16,-1 0 0 0,-1 1 0 16,3 0-1-16,-1-1 1 0,0 1-1 0,0 0-2 15,1-4 2-15,1 3 0 0,0-3-1 0,2 1 1 16,-1-3 0-16,2-1-1 0,0 1-1 16,-4-2 3-16,5-1-1 0,-3 0-1 15,1-1 0-15,-2 0 1 0,2-2 1 0,-4 3 0 16,2 0-1-16,-2-1 2 0,1 2-1 0,-2 2 0 15,-1-1 0-15,1 4-1 0,-1-1 0 0,-1 3-2 16,3-3 3-16,-2 4-1 0,2 0 1 0,0 1-1 16,1-1 1-16,3-1 1 0,-3-1-1 15,5 1 0-15,1-2 1 0,0-3 1 16,0 2 0-16,0-3 1 0,1 1 1 0,1 0 1 0,0 0-2 16,-4 0 2-16,0 0-2 0,-3 1 1 15,-1 1 1-15,-2 2-1 0,-3 2 0 0,-2 1-1 16,0 2-1-16,-6-1-2 0,1 4-3 0,-2 1-9 15,-3 1-30-15,-1 4-74 0,-2-3-87 0,0 3-180 16,-3 0-289-16,-1 2-338 0,0-1-364 0,0 1-201 16,1 2 164-16,-2 1 723 0</inkml:trace>
  <inkml:trace contextRef="#ctx0" brushRef="#br3" timeOffset="-122714.39">20381 3909 6 0,'0'-5'265'0,"0"1"182"0,0 0 179 16,0 0 9-16,-1 1-118 0,-1-1-94 16,1 1-31-16,1 0 9 0,-2 2 3 0,0-3-12 15,-2 1-39-15,4 0-49 0,-2 2-38 16,1-1-28-16,-1 1-19 0,2 1-15 0,0 1-19 15,0-1-22-15,2 2-25 0,-1-1-16 0,1 1-14 16,0 2-17-16,2 1-2 0,-1 0 1 16,2 0-5-16,1 2-22 0,1 3-15 0,-1 0-11 15,5 0-11-15,-1 2-7 0,2-1-4 16,-1 3 0-16,1-2-3 0,1 3-1 0,0 2-1 16,1-3-1-16,-2 4 2 0,-1 2 2 15,1-1 2-15,-2 2 3 0,-2 0 3 0,3 0 1 16,-5 2-1-16,0-1-2 0,1 1-1 0,-2 0-1 15,1-2-4-15,-3 1 0 0,0-1-2 16,-1 1 0-16,-2-1-1 0,-4 1-1 0,1 1-2 16,-3 0-1-16,0-2-1 0,-1 2-2 0,-1-2-2 15,0-2-1-15,1 0 0 0,0-2-1 16,3-2-2-16,-3-3-3 0,5 0-9 0,-2-3-21 16,-1-3-47-16,2-2-71 0,0-3-72 0,-2-2-120 15,0-2-184-15,0-1-306 0,1-2-271 0,-2-3-199 16,-1 0-98-16,3 0 332 0,-5-4 561 15</inkml:trace>
  <inkml:trace contextRef="#ctx0" brushRef="#br3" timeOffset="-122176.03">20309 4056 124 0,'-2'-2'500'15,"-1"1"328"-15,0 1 212 0,-2 1-72 16,0 1-271-16,0-1-192 0,-2 1-129 0,2 2-77 15,-1 0-49-15,1 2-34 0,0 3-15 0,-1 1-2 16,-2 3-5-16,3 2-10 0,0 3-14 16,1 5-19-16,-3 0-28 0,-2 3-25 0,4 3-22 15,0-1-18-15,1 1-18 0,0 3-17 16,3-3-11-16,-1 0-7 0,4-1-4 0,-1-2-1 16,3-2 1-16,-1-3-1 0,2-3 0 15,1-4 1-15,3 1-1 0,-1-5 0 0,4-4 1 16,-2-3 1-16,1-3 1 0,1-3 0 0,0-3 3 15,1-2-1-15,-1-4 1 0,0-1-2 16,-3-3 1-16,0 1-2 0,-1-4 1 0,-1 0 0 16,-2-1-1-16,-1 3 1 0,-2-4 0 0,-2 0 1 15,0 1-2-15,-2 0 0 0,-2 1 1 16,-1 1 3-16,0 1 4 0,0 4 2 0,-2 2 2 16,-1 2-1-16,-2 3 0 0,0 4-6 0,0 2-3 15,0 1-3-15,0 4-3 0,0-1-1 16,0 5-5-16,0-1-23 0,0 0-58 15,1 1-67-15,0 2-95 0,0-4-167 0,2 1-295 16,2 0-314-16,1-1-258 0,0 2-176 0,1-3 195 16,2-2 600-16</inkml:trace>
  <inkml:trace contextRef="#ctx0" brushRef="#br3" timeOffset="-121934.66">20200 4303 114 0,'0'4'648'0,"0"0"415"0,0 0 122 15,-2 2-87-15,4 1-417 0,-1-1-275 0,2-1-150 16,2 1-51-16,3 0-17 0,5-1-24 0,0-2-17 16,2-2-20-16,1-1-26 0,5-3-27 15,-3 0-32-15,2-1-17 0,0-3-15 0,-2 2-31 16,0 1-42-16,-5-2-61 0,0-1-136 0,-4 1-242 15,-1 2-293-15,-2 0-275 0,-3-1-226 16,-3-1-13-16,-3 2 487 0</inkml:trace>
  <inkml:trace contextRef="#ctx0" brushRef="#br3" timeOffset="-121059.33">19066 4011 85 0,'5'-2'315'0,"-3"2"186"0,-2-2 119 15,0 2-39-15,0 0-97 0,-2 0-87 0,0 0-32 16,-1 0-9-16,1 0 1 0,-1 2-8 16,2-2-15-16,-3-2-28 0,0 2-39 0,-1 0-20 15,2 0-5-15,1 0-1 0,-2 0-2 0,0 2-8 16,1-2-20-16,0 2-32 0,-2 0-44 15,0-1-41-15,-1 3-31 0,0 1-18 16,0 1-13-16,-4 3-7 0,-1 1-3 0,2 2-1 16,-4 4-10-16,-1 1-9 0,-1 3-6 0,0 1-3 0,0 2-1 15,1 0-5-15,0 3 7 16,1 0 2-16,2 1 8 0,2-1 3 0,-1-2 3 0,6 1 0 16,-3-5 1-16,6-1 0 15,-3 0-7-15,4-4-4 0,2-2-4 0,1-2 0 0,2-4-1 16,1 1 1-16,4-6-11 0,-2 1-34 15,1-6-60-15,2 1-57 0,-1-6-96 0,-1 1-154 16,2-6-247-16,-3 2-281 0,0-4-226 16,-1 1-193-16,-3 1 132 0,2-2 497 0</inkml:trace>
  <inkml:trace contextRef="#ctx0" brushRef="#br3" timeOffset="-120666.61">19109 4043 101 0,'-8'5'465'16,"-2"1"281"-16,1 3 154 0,-4-1-51 0,4 7-304 15,-1-2-184-15,-1 4-90 0,3 2-41 0,2 0-13 16,-1 5-26-16,3 1-31 0,1-2-35 15,3 2-32-15,1-1-34 0,1-3-27 0,6 0-17 16,-2-2-7-16,4-4-7 0,-2-1-2 16,2-3 2-16,3-5 3 0,0-2 11 0,-1-1 14 15,0-6 13-15,0-1 9 0,-1-2 3 0,-1-4-4 16,1-3-6-16,-3-1-13 0,1-4-10 16,0-1-11-16,0-2-4 0,-3-1-1 0,0-3-3 15,0 1 3-15,-2-1-6 0,-1-1-1 16,-2 1 0-16,-1 1 2 0,-1 2 0 0,-2 1-2 15,-1 7-1-15,0 2-14 0,-2 3-46 0,-2 6-80 16,-4 2-112-16,2 2-146 0,-3 6-276 16,0 0-258-16,1 4-164 0,0 1 62 0,0 0 314 0,2 2 358 15</inkml:trace>
  <inkml:trace contextRef="#ctx0" brushRef="#br3" timeOffset="-120394.73">19023 4146 189 0,'5'2'514'0,"-2"-2"237"0,0 3 109 16,1-1-182-16,-3 2-282 0,2 1-161 0,1 0-92 15,2 2-40-15,-3-1-20 0,0 2-10 0,2-1-7 16,0 2-21-16,1-2-18 0,2-1-8 15,1 0-5-15,-1 0-4 0,5-3 2 0,0 1 0 16,1-4-1-16,2-2-49 0,1 0-100 16,0-3-245-16,1-1-250 0,-2-2-186 0,1-1-88 15,-3-2 137-15,0 3 306 0</inkml:trace>
  <inkml:trace contextRef="#ctx0" brushRef="#br3" timeOffset="-111196.47">26478 4864 83 0,'2'2'389'0,"-2"-1"237"0,1 0 162 0,-1 1-71 15,2-2-253-15,0 2-157 0,-2-1-70 16,1 1-14-16,1-2 18 0,-1 1 22 15,3-1 12-15,-3 0 1 0,7 0-23 0,-4-1-41 16,1 1-36-16,2-2-21 0,-2 2 6 0,1 0 13 16,2 2 24-16,-4-2 19 0,4 0 0 15,-3 1-15-15,2 1-36 0,2-2-33 0,-4 1-35 16,1-1-27-16,0 2-18 0,5-2-12 0,-3 0-6 16,2 0-8-16,1 0-6 0,0 0-3 15,0 0-4-15,1 1-3 0,1 1-1 0,0-1 1 16,0 2 0-16,-1 0 1 0,2 0-2 15,-1 0 1-15,1 1-2 0,-3-2 0 0,2 1-1 16,1 0 0-16,1-3 1 0,-3 2-1 0,3-2 2 16,-2 0-1-16,0 0-1 0,3-2 1 15,-2 2-2-15,3-3-6 0,-4 1 1 0,1 1-5 16,1-1-4-16,-1-1-1 0,0 2-2 0,1 0 5 16,-1 1-3-16,-3 0 4 0,3 0 2 15,-1 2 1-15,-2 1 2 0,1-1-1 0,1 1 0 16,-1 0 0-16,0 2 1 0,-1-2 0 15,1 0 0-15,0 1-1 0,0 0 1 0,-1-3-1 16,1 2 0-16,-2 0 0 0,0-2 1 16,0-1 0-16,0 2 1 0,-2-2 0 0,2-2 5 15,-2 1 3-15,1 1-5 0,-2-1 3 0,-1-1 1 16,0 0 1-16,0 1-5 0,1 0-2 0,-2 1 2 16,-1 0-2-16,1 0-2 0,2 0 0 15,-1 0 0-15,2 1-1 0,-4 0 0 0,3 1 0 16,-1 1 0-16,3-3-1 0,-1 1 0 15,0 1-1-15,2-4 1 0,-2 1 0 0,0 1 0 16,1-3 1-16,0 0-1 0,-1 0 1 0,1 0 0 16,0 0 0-16,-1 1 0 0,-2-1-1 15,1 2 1-15,-1-2 0 0,1 1 0 0,2-1 0 16,-5 1 0-16,3 1 1 0,0 0-2 0,-4 0 1 16,2-2-1-16,-1 3 0 0,-1-1 0 15,-2 0 1-15,3-1 0 0,-3 0 1 0,2 1 1 16,-1-2 0-16,0 0-1 0,0-1 1 0,2-1-2 15,-3 1 1-15,2-2-2 0,1 0 1 16,-3 0 0-16,2-1 0 0,1-1 0 0,-3 0 1 16,4 0-1-16,-2-2 0 0,5 0-1 15,-3-2 1-15,-1-1-1 0,1-1 1 0,2-2 1 16,-1 0-1-16,-2 0 0 0,0-1 0 0,0-3 0 16,0 2-1-16,-3-1 1 0,3 0 0 0,-1-1 1 15,-2 1 0-15,4-1 2 0,-4 1-2 16,2 0 1-16,1 0 0 0,-1 0 0 0,2 1-1 15,-2-1 0-15,2-1 1 0,1 2 0 16,-2-3 0-16,3 0 1 0,-2 0-5 0,0 0-3 16,-1-1-1-16,1-1-1 0,-1-1 6 15,-4 0 3-15,4 3 9 0,-4-2 4 0,0 2 2 16,-4 1 2-16,4 0-6 0,-3 0-3 0,2 2-3 16,-4 1-1-16,2-2-2 0,0 3-1 15,0-1-1-15,0 0-1 0,-1 0 0 0,3-2-2 16,-3 1 0-16,3-3 0 0,-1-2 0 15,1 0 1-15,1 0 1 0,0-2 1 0,0 0 2 16,0-2-2-16,0 3-4 0,1-2-4 0,-1 3-2 16,0-2-1-16,2 3 0 0,-2 1-1 0,0-1 5 15,1 3 3-15,-1 1 1 0,0 0 0 16,2 2 1-16,0-1-1 0,-2 2 1 0,1 0-1 16,3 0 1-16,-1 1 0 0,-2-2-1 0,4 2 0 15,-2 0 1-15,3-3-1 0,1 3 1 16,-2-2 0-16,1 0 0 0,0 1 0 0,4-1 0 15,-6-1 0-15,3 3 0 0,-2-2 0 16,-1 1 0-16,0 0 1 0,-3 0 0 0,2 4 0 16,-1-3 2-16,-2 4 2 0,-2 0 2 15,-1 1 1-15,3 1 1 0,-1 0 1 0,-1 1-1 0,0 1-3 16,2 1-2-16,-3 1-2 0,3 0 4 16,-1-1 2-16,1 2 1 0,0-1-1 0,0-1 2 15,-2 1-2-15,2-1-4 0,0 1-1 16,0-1-3-16,0 1 1 0,0 0-1 0,-2-1-1 15,2-1 1-15,0 4 0 0,0-4 0 16,0 3 0-16,0 0-1 0,0-2 1 0,0 3 0 0,0-2 1 16,0 2-1-16,0-1 1 0,0 1 0 0,0-1-1 15,0 2-4-15,0-2-3 0,0 0-1 16,0 1-1-16,2-1-1 0,0 0-1 0,-2 1 6 16,1-2 2-16,-1 2 2 0,3-2-1 15,-3 2 3-15,2-2-1 0,-2 2 1 0,2-3-1 16,-2 3 0-16,0-1 1 0,1-1 0 0,-1 0-1 15,0 0 0-15,3 0 0 0,-3 0 0 0,2 0 0 16,-2 0 0-16,1-1-1 0,1 1 1 16,-2-1 0-16,1 1-1 0,1 1 1 0,0 0 0 15,-2 0 0-15,1-1 0 0,1 1-1 0,-1 2 0 16,-1-1 1-16,4-1 0 0,-4 1 0 0,1 2 0 16,-1-2 0-16,2-1 0 0,-2 1 1 0,2 1-1 15,-2 1 0-15,0-1 1 0,1-1-1 0,-1 0 0 16,2 1-1-16,-2 0 1 0,0 1-1 15,0-2 1-15,0 0 1 0,0 1 0 0,0 0-1 16,1-1 0-16,-1 0 1 0,0 0-1 0,3-3 0 16,-3 2 0-16,2-3 1 0,-2 0-1 15,3 1 1-15,-3-3-1 0,1 0 0 0,3 1 1 0,-3-1-1 16,1 1 1-16,1-1-1 0,-1 2 0 16,1 0 0-16,-1 0-1 0,1 0 1 0,-2 1-1 15,4 0 1-15,-4 0 0 0,2 3-1 0,-1-2 1 16,0 2 0-16,-2 0 0 0,1-1 0 0,-1 3 0 15,2-2 0-15,-2 2-1 0,1 0 1 16,-1-3-1-16,0 3 0 0,2-2 0 0,0 2 0 16,1 0 0-16,-1-1 1 0,2 1 0 0,1-1 0 15,-2-1 0-15,2 2 1 0,-2-2-1 0,2 1 1 16,-4 0-1-16,3 1 0 0,-3-2 0 16,1 2 0-16,-1-2 0 0,-1 2 1 0,2 0 0 15,-2-1-1-15,3 1 0 0,-3 0 1 0,0 0 1 16,0 0-1-16,0 0-1 0,0 0 0 0,0 0 1 15,0 0-1-15,0 0 0 0,0 0 0 16,0 0 0-16,0 0-1 0,0 0 1 0,0 0 0 16,0 1 0-16,0-1 0 0,1 2 0 0,-1 1 0 15,2 0 0-15,-1 0 0 0,1 3 0 0,0-1 0 16,-1 0 1-16,3 2-1 0,-1 1 0 16,-2-1 0-16,3 0 0 0,-1 2 0 0,2 0 1 0,-1 0-1 15,1 0 0-15,0 1 1 0,-2 1-1 16,2 0 0-16,-1 1 0 0,0-2 0 0,2 2 0 15,-2 1 0-15,0 0 0 0,-1-1 0 0,2 1-1 16,-2 1 1-16,2-1 0 0,-1 2 0 0,-1-1 1 16,0 1 0-16,1-1 1 0,-3 3 0 0,2 2 0 15,-3-2 0-15,2 1-1 0,0 2 0 16,-2 0-1-16,0-1 0 0,1 1 1 0,-1 0 0 16,0 2 0-16,4-3-1 0,-4 1 0 15,3 1 0-15,-2 0 1 0,2-2-2 0,-1 0 1 16,-1 1 1-16,1-1-1 0,-1-1 0 0,-1 2 0 15,0-2 1-15,0 0-1 0,0 1 1 16,0-1-1-16,-1 1 1 0,-1-2-1 16,1 3 0-16,-1-2 0 0,-1-1-1 0,2 2 1 15,1-1 0-15,-2-1-1 0,1 2 5 0,1-1 2 0,0-2 2 16,1 0-1-16,-1 1 1 0,2-2 1 16,-2 2-4-16,1-2-2 0,-1 0-2 15,0 1 0-15,0 0 1 0,0-2-1 0,-1 3-4 16,-2-2-2-16,-1-1-2 0,3 1 0 0,-3 1-1 15,1 0-1-15,0-1 4 0,0 0 3 0,0 0 1 16,1 0 0-16,-1 0 1 0,2 0 0 16,1-2 0-16,-2 2 0 0,1-1 1 15,1 0-1-15,0 1-1 0,0-2 1 0,0 0 1 16,0 0 0-16,0-1-1 0,0 0 0 0,0 0 1 16,0-1-1-16,-2 1-1 0,0 1 1 0,2 0 0 15,0-1 0-15,0 0 1 0,-1 1-1 16,1-1 0-16,-4 1 0 0,3 2 0 0,-1-3 5 15,-1 1 2-15,1 1 1 0,-1-2-1 16,2 0 2-16,-4 0-1 0,4 0-3 0,-3-2-4 16,3 1 0-16,-1-1-1 0,2-1 0 0,0 2 0 15,0-2 0-15,0 0-1 0,0 0 0 16,2-2 1-16,-2 2-2 0,1-1 0 0,-1 0 1 16,2 1 0-16,0-1-1 0,-2 0 1 0,0 1 0 15,0-2 1-15,0 2 0 0,0-1 0 16,0 1 0-16,0-2 1 0,1 3 0 0,-1-3 0 15,0 1 0-15,0-1 0 0,3 0-1 0,-1 0 1 16,-2 1 0-16,0 0 0 0,0-1 0 16,-2 0 0-16,-1 4-1 0,2-3 1 0,-1 1 0 15,-1 0 0-15,1 1 0 0,-1 1 0 16,0-2 0-16,0 2 0 0,-1-3 0 0,3 3 0 16,-2-2-1-16,-1 1 0 0,4-1 0 0,-2-1 0 15,2-1 0-15,0-1-1 0,0 1 1 16,2-2-1-16,-2 0 1 0,4 1 0 0,-1-1 0 15,-2 1 0-15,3-4 1 0,-1 3-1 0,2-1 1 16,-4 0 0-16,2 1-1 0,1 0 1 16,2-1-1-16,-5 2 0 0,2 0 0 0,-1-2 0 15,0 2 0-15,-1 1 0 0,-1-1 0 0,2-1 1 16,-2 1 0-16,1 1 0 0,-1-3-2 16,2 2 1-16,0-1 0 0,-2-2 0 0,1 1-1 15,3-1 1-15,-1 2 0 0,-2-3-1 16,4 2 1-16,-1-2 0 0,0 2 0 0,0-3 0 15,1 2 0-15,0 0 0 0,3-1-1 0,-4-2 2 16,3 4-1-16,-1-2 0 0,1-1 1 16,0 1 0-16,1 0 0 0,0-2 0 0,2 0 0 15,1 0 0-15,-3-2-1 0,1 2 0 16,2-3 0-16,0 0 0 0,-1 0 0 0,1 1 0 16,-2-4 0-16,1 1-1 0,-1 1 1 15,-1 1-1-15,-1-2 0 0,-2 3 0 0,-2-1-2 16,-2 0-9-16,2 0-18 0,-7 1-44 0,-1 1-79 15,-3-3-135-15,0 3-244 0,-5 1-313 16,2 1-384-16,0 1-372 0,-3 0-91 0,3-1 582 16</inkml:trace>
  <inkml:trace contextRef="#ctx0" brushRef="#br3" timeOffset="-101526.05">23095 3891 25 0,'-4'0'422'0,"-2"0"327"16,-5-2 226-16,-2 1 45 0,1-1-316 0,-2 0-273 15,1 0-121-15,-4-1-73 0,-1 0-39 0,2 0-38 16,-2-2-24-16,-3 1-21 0,-1-1-20 16,-4 3-15-16,1-3-6 0,0 1 6 0,1 2 28 15,0-2 26-15,1 3 26 0,-1-2 16 16,3 2-4-16,1-1-18 0,1 1-30 0,1-2-30 16,0 0-27-16,1 1-23 0,2-1-13 15,0 0-9-15,2-3-7 0,-2 2-3 0,1-2-5 16,1 0-1-16,2 0-5 0,-1 0 0 0,2-1-1 15,0 1 0-15,3 2-2 0,0 1 1 16,1-1-3-16,1 2 0 0,2-1-8 0,-1 2-39 16,0-1-56-16,3 0-49 0,-1 2-68 0,1-1-119 15,1 1-166-15,0 0-253 0,0 0-227 16,0 0-215-16,0 0-63 0,-4-1 314 0,0-3 465 16</inkml:trace>
  <inkml:trace contextRef="#ctx0" brushRef="#br3" timeOffset="-101171.48">22334 3607 69 0,'-6'2'447'15,"-4"-1"300"-15,-1-1 184 0,3 0 25 0,-1 0-402 16,0 0-200-16,2 2-103 0,2-1-63 0,1 0-28 15,-1 1-19-15,1 1 0 0,1 1-4 16,2 5 3-16,-2 1-3 0,3 3-8 0,0 7-16 16,3 1-19-16,-2 6-20 0,4 1-23 0,0 3-17 15,1 3-14-15,2 1-3 0,2 0-2 16,-1 0-8-16,2-1-5 0,2-1 1 0,0-1-1 16,2-4-3-16,0-3-3 0,0-2 0 15,1-3 3-15,-2-5-4 0,1-4-8 0,-1-2-18 16,-3-7-68-16,-1-3-130 0,-2-5-213 0,-1-5-281 15,0-3-267-15,-3-3-223 0,0-3 57 0,-3-4 422 16</inkml:trace>
  <inkml:trace contextRef="#ctx0" brushRef="#br3" timeOffset="-98157.36">21804 5747 222 0,'-1'-5'428'0,"-1"2"179"0,2 0 91 16,-1 1-188-16,1 2-132 0,0-3-57 15,-2 3-18-15,2-2 1 0,-2 1 4 0,2 0 4 16,0 1-15-16,0 0-28 0,-1-2-37 0,1 2-39 16,-2-2-41-16,2 2-47 0,0 0-29 0,-1 0-26 15,1 2-14-15,0-2-15 0,0 2-6 16,0 0 4-16,0 5 6 0,1-1 7 15,-1 5 3-15,3 0 4 0,-1 3 42 0,1 2 20 16,0 1 2-16,2 6 4 0,2-1 23 0,-1 3 15 16,2 4-29-16,-2-1-23 0,1 6-14 15,2 0-9-15,-1 2-22 0,0 3-20 0,1 2-16 16,2 2-6-16,-1 2-2 0,-1 4-2 0,1 1 11 16,-2 2 7-16,-4 1 10 0,3 4 9 15,-4 0 5-15,-1 0-1 0,-2 1-12 0,0-3-6 16,0 0-4-16,0-3-6 0,1-4-2 0,-1-1-8 15,5-3-5-15,-4-3-3 0,2-2-3 0,-1-3-3 16,1-3-2-16,0-2 7 0,1-5 2 16,1-2 1-16,-2-3 1 0,3-1 0 0,-2-4 0 15,0 0 1-15,-1-2 0 0,2-1 0 16,-4-4 0-16,3-1 2 0,-1 1 1 0,-2-3 0 16,4-1 1-16,-4 1 0 0,-1-4-1 15,2 1 0-15,-1-1-1 0,-1 0-1 0,0 0-2 16,2-1 2-16,-2-1 0 0,0 1 0 0,0-1 1 15,0 0 0-15,0 0 2 0,0 0-1 16,0 0 1-16,0 0-2 0,0 0 1 0,0 0 0 16,0 0 2-16,0 0-1 0,0 0 0 0,0 0 1 15,0 0 1-15,0 0 0 0,0 0-2 0,0 0 1 16,0 0-1-16,0-1-1 0,0 1-1 16,0-1-1-16,0-1-1 0,0 0 0 0,0 0 0 15,0-1-1-15,2 1 0 0,-2-2 0 16,0 0 1-16,1 1-1 0,-1-1 0 0,2 1 1 15,0-4-1-15,-1 3 2 0,1-1 0 16,-1-2 0-16,3 1 1 0,-3-1-1 0,2-1 0 16,2 0-1-16,-4-1-1 0,2 2 1 0,-1 0 0 15,0-2 1-15,1 0-1 0,0-2 2 16,0 1-2-16,1-1 0 0,0-2 1 0,2-2 4 16,1-3 4-16,1 0 0 0,0-6 1 15,3 1 0-15,0-5-1 0,0-4-6 0,1-1 0 16,1-3-1-16,0-3-6 0,-1-3-2 0,0-2-1 15,2-6-1-15,-3 0-3 0,1-5-1 16,0-2 10-16,0 1 4 0,1-1 4 0,-2 3 1 16,1 0-1-16,0 5 5 0,-3 2 0 0,-1 2 0 15,3 2 1-15,-1 4 2 0,-2 0-1 0,2 3-2 16,0 0-4-16,0 0-4 0,2 0-1 0,-1 1-1 16,2-1-1-16,-4 0-2 0,3 2 1 15,0-3-1-15,-2 5 0 0,-1 1 0 16,0 3 1-16,-1 6 0 0,-3 2 1 0,-2 3-1 0,-1 6 0 15,-4 2-1-15,-2 4 1 0,-1 4 0 16,-4 5-3-16,-1 4 0 0,0 0-8 0,-2 4-13 16,1 4-49-16,-1-1-78 0,0-1-153 15,1 3-273-15,0 0-309 0,-2-1-388 16,4 2-340-16,-4-1-7 0,4 1 698 0</inkml:trace>
  <inkml:trace contextRef="#ctx0" brushRef="#br3" timeOffset="-93242.08">21814 6675 110 0,'0'-2'309'0,"0"2"141"16,0-3 83-16,-1 2-78 0,-1-2-119 15,0 0-68-15,-1 0 39 0,0 0 26 0,0 0 32 16,-1-2 21-16,0 3-3 0,-2-2-12 0,-1 0-57 16,1 1-50-16,-2 3-51 0,-3 0-53 15,1 0-42-15,-1 0-36 0,-3 5-23 0,-2 1-21 16,-1 0-12-16,-2 4-4 0,-3 0-10 16,-2 5-3-16,-3 3-3 0,-3 2-1 0,0 2-5 15,-1 3 0-15,-3 5 3 0,3 1 0 0,-1 2-1 16,0 1 2-16,4 1 3 0,1 4-4 15,2-3 1-15,6 4-3 0,-2-3-1 16,7 1-1-16,2-3-2 0,5-1 0 0,4-4-7 16,4-2-6-16,3-5-18 0,2-3-32 0,3-5-74 15,-1 0-122-15,4-3-142 0,-2-5-273 16,2-1-259-16,-3-1-193 0,0-4 29 0,-2 0 331 16,-2-1 379-16</inkml:trace>
  <inkml:trace contextRef="#ctx0" brushRef="#br3" timeOffset="-92829.29">21423 6838 12 0,'0'-4'364'0,"2"2"276"0,-4 1 199 16,2 1 47-16,0 0-328 0,-1 0-248 0,1 0-140 15,1 0-81-15,-1 1-43 0,3 1-22 0,1 0-13 16,-1 3-4-16,2 0 0 0,1-1-1 16,3 0 0-16,-1 1 4 0,0 2-3 0,5-4 0 15,-4 2 0-15,4 0 1 0,0 0-2 16,-1 0 1-16,1-2-4 0,3 2-2 0,-3-1 1 15,1-1-1-15,-1 2 4 0,-3-3-2 0,1 2 3 16,-1-2 2-16,-1 3 1 0,-1 0 40 16,-3-1 58-16,2 1 49 0,-4 2 29 0,-2-1 13 15,-1 4-1-15,-1-2-35 0,-2 3-52 16,-4 1-40-16,1 0-30 0,-7 2-15 0,4-1-8 16,-3 0-4-16,0 4-4 0,-1-2-2 15,2-1-7-15,-1 3-29 0,0-2-54 0,0 0-86 16,1-1-111-16,1-4-159 0,-1 0-293 0,3 1-220 15,-1-3-80-15,2-1 142 0,-2-3 312 16</inkml:trace>
  <inkml:trace contextRef="#ctx0" brushRef="#br3" timeOffset="-92611.27">21443 7022 11 0,'-4'-5'359'16,"-1"1"273"-16,1 4 207 0,-1 0 58 0,0 0-324 15,-1 3-246-15,3-2-128 0,0 1-83 16,-1 3-66-16,3 1-42 0,-1-1-23 0,4 2-12 16,-1 0-8-16,4 0-4 0,0 0 39 15,3-1 20-15,0-1 12 0,1-1 6 0,4 2 5 16,0-4 2-16,-1-2-19 0,2 2-14 0,1-4-29 16,0 0-53-16,-2-1-80 0,1-1-120 15,-3-1-260-15,1 0-209 0,-2 1-84 0,0-2 78 16,-2 2 223-16</inkml:trace>
  <inkml:trace contextRef="#ctx0" brushRef="#br3" timeOffset="-92396.37">21680 6927 274 0,'0'1'568'16,"-2"2"222"-16,-1 2 85 0,-1 1-245 0,1 1-250 15,2 3-139-15,-4 1-74 0,1 1-42 0,2 2-21 16,0 1-22-16,1 2-15 0,-1 0-23 0,2 1-14 15,2 0-8-15,-1 2-7 0,3-2-5 16,-1-1-5-16,0 0 0 0,1-2 1 0,1 1-2 16,-2-3-1-16,1-1-1 0,-3-2-5 15,1-2-34-15,-2-1-74 0,-2-3-117 0,-3 1-268 16,0-1-232-16,-4-4-163 0,1 0 0 16,-1-4 214-16,-4-1 310 0</inkml:trace>
  <inkml:trace contextRef="#ctx0" brushRef="#br3" timeOffset="-92210.05">21537 7030 8 0,'5'-1'337'0,"3"2"230"0,-2 1 170 15,1 0 59-15,1 0-321 0,2 1-234 0,0 2-91 16,1 0-37-16,3-1-20 0,-1-1-9 0,4 0-3 16,-1-2-2-16,3 2-29 0,2-3-16 15,-1 2-6-15,2-4-9 0,0 2-3 0,2-3-29 16,-5 2-85-16,3-2-191 0,-1 0-265 15,-2 0-184-15,0 0-95 0,-2 1 86 0,1-1 257 16</inkml:trace>
  <inkml:trace contextRef="#ctx0" brushRef="#br3" timeOffset="-91642.2">22361 6685 104 0,'2'-12'402'15,"-1"0"237"-15,-2 4 185 0,-1-3-50 0,0 3-207 16,-2-1-113-16,0 1-51 0,0 4-27 15,-2 0-44-15,2 1-52 0,0 1-48 16,0 1-61-16,1 4-53 0,2 1-45 0,1 3-29 16,1 4-20-16,2 5-15 0,5 3-3 15,2 2-5-15,1-1-2 0,3 5-6 0,3-1-1 16,2 2 1-16,2 0-3 0,3 1 3 0,1 0 4 16,0-1 7-16,-1-1 4 0,2 1 0 15,0-1 2-15,-4-1 2 0,2-3-3 0,-5 2-3 16,-2-2 0-16,-4 0-5 0,0 1 2 0,-5-1-2 15,-4 0-2-15,-4 0-2 0,-1 1 0 0,-6-3 1 16,-1 0-6-16,-6 1-5 0,1-3-21 16,-7 0-71-16,0-2-128 0,-4-1-174 15,-3-2-287-15,-2-4-271 0,1 2-213 0,-4-4 49 16,2-3 378-16</inkml:trace>
  <inkml:trace contextRef="#ctx0" brushRef="#br3" timeOffset="-91296.53">22132 6947 380 0,'0'-5'758'0,"0"-3"248"0,0 2 21 0,0 0-289 16,1 1-309-16,2 1-143 0,2 0-85 15,2 1-35-15,2 0-10 0,4 0-10 16,0 1-24-16,4 2-38 0,0 0-24 0,4 0-25 15,1 2-18-15,1-2-9 0,1 1-5 0,2 1-3 16,-4-2 2-16,1 1-2 0,-3 1-1 0,-3 1-4 16,-4-1 3-16,-3 3 3 0,-3 0-1 15,-6 3 3-15,-2 4 5 0,-4 1 7 0,-6 2 0 16,2 2 0-16,-7 3 2 0,0 4-2 0,-1 0-1 16,-1 0-8-16,2 3-2 0,0 0-1 15,2 0-5-15,3-1-2 0,3-2 0 16,1-2-14-16,0-2-57 0,4-4-105 0,0-1-156 15,0-3-293-15,3-3-274 0,-4-3-231 0,3-2-29 16,-1-1 312-16,-1-6 436 0</inkml:trace>
  <inkml:trace contextRef="#ctx0" brushRef="#br3" timeOffset="-91133.77">22157 7188 227 0,'0'-3'741'0,"0"3"350"0,-1-1 50 16,1 1-186-16,1 0-418 0,4 1-245 15,-2 0-149-15,3 2-71 0,1 0-35 0,1 0-16 16,4 1-9-16,1-3-6 0,2 2-1 0,2-3-2 16,0 1-2-16,-1-1-33 0,3-1-93 0,-3-2-146 15,-1 0-301-15,0-2-252 0,-1 2-227 16,-5-1-65-16,2-2 270 0,-5-1 420 16</inkml:trace>
  <inkml:trace contextRef="#ctx0" brushRef="#br3" timeOffset="-90846.21">22364 7034 399 0,'0'-2'875'16,"0"0"267"-16,-1 2-18 0,1 2-290 15,0 1-367-15,1 3-218 0,3 2-128 0,0-1-57 16,4 3-32-16,1-1-16 0,1 2-9 0,4 0-5 0,1-1 1 16,2-3-3-16,0 3 2 0,2-3-7 15,3 0-40-15,-3-3-84 0,-1 1-114 0,-4 0-139 16,2-3-210-16,-7 3-240 0,-4-3-161 15,-2 3 55-15,-4-3 309 0,-2 2 344 0,-2-2 245 16,-3 0 189-16,-2 0 203 0,-4-2 197 16,1 0 83-16,-2 0-67 0,0-4-110 0,1 2-96 15,1-3-75-15,1-1-51 0,1 1-36 0,3 1-44 16,0 1-39-16,0 0-29 0,7-1-27 0,-1 4-23 16,4 0-22-16,1 4-13 0,4-1 1 15,1 1-1-15,0 2-21 0,4-2-72 0,0 2-135 16,-1 1-297-16,2-1-223 0,-2 1-168 15,-2-1-4-15,2 0 244 0</inkml:trace>
  <inkml:trace contextRef="#ctx0" brushRef="#br3" timeOffset="-90324.46">20611 7413 39 0,'3'0'414'16,"-1"1"282"-16,2 2 175 0,1-3 20 15,1 3-369-15,7-1-210 0,4 1-86 0,4-2-3 16,4 2 30-16,7 0 24 0,7 0 15 15,7 0 0-15,10 0 2 0,5-2-27 0,11 3-38 16,5-3-38-16,5 2-3 0,5 0-6 0,6 3-29 16,2-2-27-16,6 2-18 0,2 1-9 15,3-1-30-15,2 0-33 0,-4 0-19 0,0 1-9 16,-6 2-5-16,-4 0 0 0,-8 1-1 16,0 3 0-16,-10-1-2 0,-3 1 0 0,-6 1-2 0,-5-4-16 15,-8 1-42-15,-3-2-61 0,-9-3-55 16,-2-1-75-16,-10-3-135 0,-5-2-182 15,-4-2-268-15,-4-3-213 0,-6-3-204 0,-3-2-10 16,-3-4 380-16,-2-1 477 0</inkml:trace>
  <inkml:trace contextRef="#ctx0" brushRef="#br3" timeOffset="-89116.37">21638 7304 223 0,'0'2'489'0,"2"-2"200"0,-1 0 99 0,3 2-194 15,-1-1-182-15,3 1-106 0,2-2-36 16,6 0 1-16,-1 2 16 0,8 1-3 0,1-3-13 15,2 0-25-15,4 0-38 0,5-3-42 0,2 1-49 16,1 2-40-16,2-2-28 0,-1 1-21 16,-2-1-16-16,-1 2-9 0,-4 0-1 0,0 3 2 15,-4-1-3-15,-4 4-8 0,-5 1-43 0,-3 1-105 16,-7 1-153-16,-4 1-299 0,-3 2-273 16,-3 3-252-16,-4-1-95 0,-2 1 298 15,-4 0 464-15</inkml:trace>
  <inkml:trace contextRef="#ctx0" brushRef="#br3" timeOffset="-88855.94">21641 7821 313 0,'0'1'760'0,"2"2"283"0,0-1 28 15,3-2-228-15,3 1-327 0,4-1-191 16,1-1-95-16,4 1-46 0,2-3-24 0,3 0-15 16,3-2-45-16,5 2-35 0,0-2-30 15,5 0-14-15,0 1-10 0,-2-2-5 0,2 1-6 16,-1-1-16-16,-4 3-57 0,-7 0-132 0,-1 1-255 16,-3 2-278-16,-3 0-266 0,-5 2-228 15,2 0 54-15,-9-2 459 0</inkml:trace>
  <inkml:trace contextRef="#ctx0" brushRef="#br0" timeOffset="-65649.12">3541 9310 457 0,'7'-7'923'0,"-3"1"264"16,-2-2-21-16,2 1-304 0,-4-1-245 0,2-1-106 15,-2 1-93-15,-2 1-48 0,0-2-53 16,-2 1-45-16,1 0-61 0,-3 1-69 0,1-1-34 16,-3-1-26-16,-3 4-14 0,0 0-11 0,-3 0-17 15,-2 1-11-15,-3 3-15 0,0 2-9 0,-3 3-5 16,-2 3-5-16,1 1-3 0,0 9-2 15,1 0 5-15,0 4 1 0,6 5 1 0,-1 5 1 16,4 5 0-16,5 6 1 0,1 2 1 0,3 2-1 16,4 1-1-16,4-1 1 0,3-1-2 0,3-6 0 15,3-4-1-15,2-4 0 0,3-6 1 16,4-8 0-16,1-5 1 0,1-6 2 0,2-9 0 16,1-7 2-16,-1-7 0 0,1-8 0 0,-2-7 2 15,-3-3 1-15,-1-5-1 0,-2-2 0 0,-6 0 1 16,1 3 0-16,-8-2 6 0,-1 4 9 15,-3 3 5-15,-4 2 5 0,-3 2 0 0,-3 4 1 16,-3 1-4-16,2 4-6 0,-2 3-4 0,-2 3-3 16,4 2-2-16,-1 2-3 0,1 3-2 0,2 1-3 15,1 2-2-15,3 3-3 0,1 2 0 0,2 2-5 16,0 4-1-16,5 5-2 0,0 3 1 16,1 3 0-16,3 0-1 0,3 5 5 0,-1 2 0 15,4 1 3-15,0 1-1 0,2 2 1 0,1 0 0 16,2-1 1-16,-1 1 3 0,2-2 2 15,2-2-1-15,-1 1 1 0,2-3-1 0,0-5 1 0,0 2-10 16,-1-4-7-16,2-4-11 0,-2 0-14 16,1-5-25-16,-4-1-53 0,-2-3-70 0,-3 0-85 15,-5-2-160-15,-3-2-280 0,-2 1-324 0,0-2-290 16,-5-1-183-16,-2-1 110 0,-1-2 639 16</inkml:trace>
  <inkml:trace contextRef="#ctx0" brushRef="#br0" timeOffset="-65383.61">4156 9312 169 0,'8'1'775'0,"-3"5"426"0,-2 0 75 0,0 6-102 15,0 2-368-15,-3 4-268 0,2 4-149 16,-2 4-83-16,-2 2-59 0,1 3-64 0,-1 5-70 0,-2 2-44 16,2 5-28-16,-1 0-16 0,1 2-9 15,1-2-4-15,1 1-17 0,1-5-78 0,2-2-77 16,-1-5-154-16,1 1-280 0,3-8-321 16,-3-1-369-16,2-3-232 0,2-4 45 15,-1-4 658-15</inkml:trace>
  <inkml:trace contextRef="#ctx0" brushRef="#br0" timeOffset="-64392.96">4763 8736 318 0,'2'-17'612'16,"-2"4"271"-16,0 0 145 0,0-1-250 0,0 3-179 15,-2 0-116-15,2 4-49 0,0 1-14 16,-1 2-27-16,1 1-52 0,0 1-50 16,0 0-44-16,0 2-60 0,0 0-62 0,-2 4-51 15,2 3-32-15,0 6-18 0,0 6-10 0,2 11-7 16,-1 6-2-16,1 7-4 0,1 10-4 16,0 3-2-16,4 6 1 0,1 6 4 0,1 1-5 15,2-2-2-15,2 1 1 0,1-3-1 0,2-7-3 16,3-8-3-16,1-4 3 0,1-7 4 15,1-9 2-15,2-6-1 0,1-8 2 0,-3-7 2 16,2-7 2-16,-4-7 2 0,-2-8 1 16,1-7 3-16,-4-4-2 0,-5-7 13 0,-2-4 12 15,-3-1 12-15,-2-1 13 0,-6 1 13 0,-5 1 7 16,-5 1-6-16,-6 1-9 0,-3 4-9 0,-3 2-11 16,-2 4-8-16,-3 0-9 0,1 8-7 15,-1 3-4-15,2 4-4 0,1 7-6 0,2 2-3 16,3 7-2-16,1 2-2 0,4 5 0 15,2 2 0-15,3 4 1 0,5 1 1 0,4 4 0 16,2 1-2-16,4 1-9 0,2 2-19 0,3-1-54 16,2-2-74-16,3 3-121 0,1-5-220 15,2-1-305-15,1-1-357 0,3-1-312 0,2-5-126 16,1-1 433-16,1-4 701 0</inkml:trace>
  <inkml:trace contextRef="#ctx0" brushRef="#br0" timeOffset="-64099.32">5402 9349 27 0,'6'6'430'0,"-4"3"330"0,3 3 221 16,-4 2 88-16,3 1-292 0,-1 4-242 15,0 2-136-15,0 5-62 0,-1 2-30 0,4 4-59 16,-3 2-54-16,0 2-40 0,0 0-35 16,1 1-32-16,0-4-35 0,1-1-26 0,4-3-15 15,-1-5-19-15,0-4-37 0,0-1-39 0,2-4-56 16,-2-5-120-16,-2-3-179 0,-1-3-300 16,1-3-251-16,0-2-223 0,-3-4-55 0,1-2 371 15,-3-4 484-15</inkml:trace>
  <inkml:trace contextRef="#ctx0" brushRef="#br0" timeOffset="-63811.95">6001 9049 106 0,'5'-15'692'0,"0"2"469"0,-3 2 163 0,-2 0-6 16,-2 1-355-16,0 3-312 0,-1 1-183 16,-3 1-107-16,-1 2-82 0,-2 3-98 0,-4 3-71 15,-1 5-42-15,0 2-25 0,-3 7-16 0,-1 3-8 16,1 5-5-16,-1 5-3 0,1 2-1 0,4 5-4 16,1 4-1-16,4-1-1 0,3-2-2 15,3 1-2-15,4-3-2 0,6-4-1 0,0-5-1 16,8-1 0-16,-2-6-6 0,6-3-16 15,-1-3-40-15,0-2-75 0,2-3-102 0,-1-3-196 16,-2-1-297-16,1 1-345 0,-2 0-354 0,2-1-174 16,-2 1 278-16,-1 2 731 0</inkml:trace>
  <inkml:trace contextRef="#ctx0" brushRef="#br0" timeOffset="-63193.99">6599 9549 266 0,'3'-8'750'0,"-3"0"350"16,2 4 67-16,-2 1-212 0,0 1-358 0,0-2-223 15,0 3-133-15,0 2-81 0,0 3-36 16,4 1-23-16,-2 6-7 0,1 2 11 0,2 3 2 0,0 2-4 16,-2 3-17-16,2 3-12 0,2 4-23 15,-3-1-31-15,0 3-11 0,0 0-9 0,0-1-3 16,-2 3-35-16,1-2-38 15,-1-1-79-15,1-2-159 0,-1 0-295 0,-1-5-293 0,2-1-260 16,-1-4-191-16,-1-4 187 0,2-4 556 16</inkml:trace>
  <inkml:trace contextRef="#ctx0" brushRef="#br0" timeOffset="-62674.23">7378 8826 84 0,'5'-8'647'0,"-2"2"451"0,-1 5 133 0,-2 1-109 15,0 5-365-15,-2 3-262 0,1 3-112 16,-1 5-57-16,-1 2-38 0,0 5-39 0,-2 1-39 15,1 3-61-15,-1 4-51 0,-2-2-33 0,-1 4-17 16,-1 0-10-16,1 1-7 0,-3 1-8 16,-3-1-9-16,-1-1-6 0,-2 0-1 0,1-3-2 15,-3-1 0-15,1-5 1 0,-2-3 0 0,0-5 0 16,2-4-1-16,-2-1-1 0,0-7-1 16,2-4 1-16,-1-2-3 0,3-3-1 0,-1-5 0 15,4-1-2-15,1-4-1 0,2-2-2 16,3-1-1-16,4-1-1 0,2 0-3 0,2 3 2 15,4-2-1-15,3 3 0 0,0 0 1 0,5 3 2 16,1 1 2-16,3 4 1 0,1 1 0 0,2 3 1 16,4 3 0-16,3 2 2 0,-2 2 0 15,4 2 2-15,-1 0 0 0,2 3 2 0,0-1-2 16,-3 4 4-16,3-1-1 0,-1 0 0 16,-1 1 0-16,2 3 2 0,-2-1-1 0,-1 4-1 15,-3-2-3-15,0 0-1 0,-2 1-4 16,-2-2-45-16,-4 1-71 0,-2-2-91 0,-6-2-165 15,0 1-294-15,-3 0-336 0,-3-2-314 0,1-3-186 16,-3-2 183-16,0-1 642 0</inkml:trace>
  <inkml:trace contextRef="#ctx0" brushRef="#br0" timeOffset="-62173.88">8061 9362 80 0,'7'0'533'15,"1"1"344"-15,1 2 159 0,-1 5 0 0,3 1-332 16,3 7-255-16,1 3-116 0,0 4-6 0,0 2 1 16,2 8-10-16,-1-1-50 0,-2 4-44 15,0 3-38-15,-2-1-57 0,0 3-42 16,-2-2-44-16,-1 0-22 0,0-3-10 0,-2-2-16 15,-1 0-60-15,-1-6-61 0,-3-1-120 0,-1 0-203 16,-1-7-302-16,-1-1-330 0,-1-1-240 0,-1-5-111 16,0 0 393-16,-2-4 593 15</inkml:trace>
  <inkml:trace contextRef="#ctx0" brushRef="#br0" timeOffset="-61472.51">8310 8796 234 0,'3'-2'462'0,"0"4"169"15,4 5 125-15,2 7-204 0,0 4-131 0,4 5-48 16,4 6 5-16,-1 3 14 0,3 4-23 15,3 4-30-15,-2 3-62 0,1 4-57 0,1 6-51 16,-4 2-41-16,1 5-34 0,0 2-30 16,-5-1-22-16,-1-2-14 0,-1-2-15 0,-2-5-10 15,-2-5-3-15,3-7-5 0,-5-5-2 0,-1-5 6 16,-2-5 4-16,-1-3 4 0,1-7 0 16,-4-4 3-16,-1-4-1 0,-3-2-3 0,-1-8-3 15,-2-4-4-15,-3-7-1 0,1-2 2 16,-1-8 3-16,-3-5-2 0,1-4-1 0,-4-6 0 15,2-3 1-15,-2-8-2 0,-3-5-5 0,2-5 2 16,0-3 0-16,-2-4 6 0,1-4-3 16,5 1 3-16,-2 0 3 0,7 1-4 0,2 3 3 15,3 8-2-15,7 4-2 0,-2 8 0 0,6 5-1 16,-1 7-2-16,1 3 2 0,3 8-5 16,0 2 7-16,1 6 16 0,3 4 36 15,-1 4 19-15,1 3 46 0,-1 8 41 0,-2 3 13 16,3 4-12-16,-3 4-24 0,-1 3-6 0,-1 2-30 15,-2 5-30-15,-3 0-20 0,0 4-8 16,-3 3-4-16,1-3-8 0,-4 3-8 0,2-1-4 16,-3 2-3-16,3-6 0 0,0 0-10 0,0 0-5 15,3-4-2-15,-1-4-3 0,1-3 0 0,3 0 0 16,2-4 1-16,-2-4 0 0,4-4 1 16,2-1-1-16,1-2 3 0,3-2 0 0,0-2 1 15,1-1 0-15,1-1 0 0,0 2-1 16,1-1 0-16,-3 2-1 0,0 0 0 0,-2 4 2 15,-2 1 0-15,-2 3 1 0,-5 3 0 0,-2 1 3 16,-3 3 3-16,-4 4-2 0,-3 2 7 16,-4 0 7-16,-3 3 6 0,0 1 5 0,-2 1-3 15,-3-2 1-15,3 2-5 0,1 0-8 16,0-3-6-16,1 0-7 0,3-4-3 16,1-2-11-16,1-2-41 0,4-2-70 0,2-4-69 15,3-4-130-15,2-1-215 0,1-4-319 0,6 0-301 0,1-2-216 16,1 0-83-16,1-2 434 15,4 1 590-15</inkml:trace>
  <inkml:trace contextRef="#ctx0" brushRef="#br0" timeOffset="-61289.88">9048 9235 324 0,'8'-2'943'15,"-5"2"351"-15,1 4-2 0,-3 2-153 0,-1 2-392 16,-3 4-257-16,1 5-135 0,-4 3-78 0,-1 2-65 15,-2 5-70-15,1 2-64 0,-1 0-38 16,1 5-20-16,-2-3-29 0,4 1-79 16,-2-4-89-16,3-1-187 0,0-1-280 0,3-7-335 15,0-2-376-15,4-4-211 0,0-3 176 0,3-3 728 16</inkml:trace>
  <inkml:trace contextRef="#ctx0" brushRef="#br0" timeOffset="-60500.51">9521 8847 156 0,'-5'-3'459'0,"0"0"226"15,2 1 123-15,0 1-163 0,3 2-264 0,0 3-132 16,5 2-36-16,1 1-20 0,5 3 51 16,3 5 17-16,2 3 9 0,6 2 1 15,2 4-48-15,4 2-19 0,2 2-39 0,0 1-6 16,4 2-17-16,1 0 4 0,1 0 26 0,-1 3-1 15,1-1-19-15,0-1-19 0,-1-1-11 16,-2-1-35-16,-1-1-35 0,-4 0 28 0,-1 0 14 16,-6-4 15-16,-4 2 7 0,-4-2 6 15,-2 0 1-15,-6-1-31 0,-5 2-17 0,-5-1-16 16,-6 0-12-16,0 2-10 0,-8-1-7 0,1-1-6 16,-5-1-3-16,1-3-1 0,-2-1-1 0,3-5 1 15,1-4-1-15,2-1-3 0,1-7-4 16,3-6-4-16,1-7-2 0,4-3-4 0,2-11 0 15,3-6-2-15,7-8 0 0,1-5 0 0,1-6-1 16,5-7 0-16,4-4 0 0,0-4 0 16,5-2 1-16,2 0-1 0,1 3 1 15,3 1 1-15,-1 8-7 0,-3 0-15 0,-1 9-30 16,0 5-77-16,-7 4-100 0,-3 7-203 0,-1 3-291 16,-4 6-354-16,0 3-402 0,-4 5-191 15,-2 2 271-15,-2 5 790 0</inkml:trace>
  <inkml:trace contextRef="#ctx0" brushRef="#br0" timeOffset="-52365.43">19986 1545 140 0,'-1'7'380'0,"-6"-2"173"0,0-1 109 0,0 2-161 16,-1 0-230-16,0 0-124 0,2 2-65 0,-2 1-41 15,0 0-17-15,0 0-10 0,2 0-7 0,-2 1 19 16,2 1 13-16,1-3 7 0,0 3 6 16,0 0 1-16,-1-2 14 0,3 2 7 0,2-2 0 0,1 4 4 15,-2-2 0-15,2 3-1 0,2 2 16 16,-2-2 4-16,1 1 0 0,2 3-2 15,2-1-2-15,-1 1-3 0,0 0-27 0,2 1-20 16,1 1 20-16,2-1 15 0,-1 1 8 0,1 1 4 16,5-2 7-16,-1 4 37 0,4-1-11 0,3 4-1 15,2-1 14-15,4 2 18 0,8 2 0 0,1-1-33 16,7 2-26-16,6-1-15 0,4-1-24 0,3-1-28 16,7 0-15-16,6-2-12 0,5 0 2 0,1 2-3 15,10-4-9-15,3 2-7 0,4-2-4 16,7-1 14-16,2-3 8 0,4-4 25 0,4-1 29 15,2-7 13-15,6-4 9 0,1-4-9 0,2-7-12 16,-1-3-31-16,1-4-18 0,-6-3-4 0,-2-1-6 16,-3-5-2-16,-9-3 4 0,-1 0 9 15,-9-1 1-15,-6-2-4 0,-10 2-11 0,-8 0-15 16,-11 1-25-16,-10 1-55 0,-10 2-160 0,-9 4-269 16,-8 1-271-16,-9 2-260 0,-8 2-225 0,-6 1 71 15,-10 2 537-15</inkml:trace>
  <inkml:trace contextRef="#ctx0" brushRef="#br0" timeOffset="-50420.2">3088 10210 65 0,'-9'6'276'16,"0"2"135"-16,0-1 113 0,-1 0-114 0,2-1-167 16,2 1-95-16,0-1-46 0,1-1-26 15,2 3-15-15,-1-3-11 0,4 1 0 0,0-2-3 16,4 2 9-16,-1 2 3 0,6-1 27 0,-1 2 14 15,3 2 27-15,5 0 18 0,2 1 19 0,2 1 21 16,3 1-18-16,2 4-5 0,3 0-2 0,0 1 5 16,4 0-28-16,1 2-22 0,3 1-13 0,1 0-10 15,1 0-8-15,2 0-12 0,2 1-8 16,2 0-5-16,4-2-1 0,-1 3 0 16,4-3-14-16,2 1 19 0,1 1 10 0,7-2 7 15,0-1-17-15,6 1-9 0,0 0 4 0,3-4-23 16,1 1-15-16,2-1 15 0,0 0 25 15,0-1 17-15,0-1-7 0,2 1 1 0,-1 0 1 0,4 0-9 16,2 1 0-16,1-1-10 0,1 3-6 16,0 1-8-16,-1 0-6 0,-2 0-15 0,0-1-12 15,0 3-1-15,-1-1 0 0,4-2 1 16,0 0 2-16,3 1-1 0,0-3-7 0,1-1-6 16,1-2-3-16,2 1 4 0,-2-5 2 15,-2-1 3-15,4 0 3 0,1-5 6 0,0 3 0 0,3-6-1 16,-3 2-6-16,2-3-3 0,1 0-1 15,-3-2 2-15,2 0 1 0,0-2 2 0,1 1 2 16,0-2 2-16,2-3 1 0,-1-1-7 16,-1-1-4-16,0 0 1 0,-3-4 2 0,0 2 0 15,0-3 1-15,2 1 3 0,0-3 3 16,1 2-6-16,-1 1-5 0,1-1 2 0,-1 0-7 16,-2-1 3-16,-2 0 0 0,1 3 4 0,1-2 4 15,-1 1 2-15,1 0 5 0,0 1-2 16,-1-2-5-16,-1 2-2 0,-1-1-4 0,-2 1 4 15,-1 0 0-15,-2-1 1 0,0-2 1 0,-2 4 0 16,0-1 2-16,-2-1-4 0,-1 3 3 16,-4-1-5-16,-2-1 1 0,-3 3-2 0,-3 0 40 0,0-1 30 15,-4 3 15-15,-4-3 14 0,0 0 3 16,-3 1 2-16,0-4-33 0,-2 1-25 0,2-3-17 16,-3 0-10-16,-1-2-6 0,0-1-2 15,-4-3-1-15,0-2-5 0,-1 1 3 0,-4-3-3 16,1-1-4-16,-4 0 2 0,-1 0-5 15,-2 0-4-15,-1-1-14 0,-2-1-29 0,-2 1-44 16,0 2-38-16,-5 0-65 0,0 3-149 0,-3 2-271 16,-4 1-262-16,1 3-227 0,-6 3-200 15,-2 3 102-15,-7 2 533 0</inkml:trace>
  <inkml:trace contextRef="#ctx0" brushRef="#br0" timeOffset="-43367.08">3261 8478 183 0,'-5'-4'414'15,"2"-1"196"-15,-3 2 146 0,3 1-181 0,-2 1-123 16,0 0-18-16,2-1-1 0,0 2-15 0,0 0-33 16,1-2-52-16,-1 2-60 0,0-1-82 0,0 1-61 15,3 0-48-15,-2 0-26 0,1 0-17 0,1 0-13 16,0 0-4-16,0 1-3 0,0 1-7 0,1 2-3 16,1 2-2-16,1 5 0 0,0-1-14 15,0 2-8-15,-1 4-3 0,3 0-4 0,-2 0-6 16,2 4 0-16,-2-3 15 0,3 3 6 0,-1 0 2 15,-1-1 1-15,1 1 4 0,0 0 0 16,-2-3 0-16,1 3 0 0,-1-3 2 0,0-1 3 16,1 1 0-16,-2-3-2 0,-2-1-4 0,3-1 2 15,-3 1 3-15,0-4-2 0,0-1-6 16,2-2-12-16,-2-2-33 0,-2-3-77 0,-1-1-125 0,0-1-132 16,-3-3-186-16,1-2-280 0,0-2-204 15,0-3-5-15,-1 0 267 0,1-1 330 0</inkml:trace>
  <inkml:trace contextRef="#ctx0" brushRef="#br0" timeOffset="-43100.56">3154 8656 121 0,'-3'3'375'0,"1"1"193"16,-1 1 136-16,0 1-137 0,1 0-191 0,-1 2-120 0,1 1-73 15,1 0-43-15,-1 3-30 0,2 0-24 16,2 1-25-16,1 2-20 0,2 1-18 0,1 0-3 15,3 0 28-15,-1-1 18 0,4 2 9 16,0-2 5-16,2 0 2 0,2-2-3 0,-2-1-30 0,4-4-22 16,-1 1-9-16,0-3-6 0,1-3 2 15,1-3-1-15,0-3 2 0,-3-3 2 0,1-3 1 16,-3-1-1-16,2-5 3 0,-3 1-3 0,-2-3-2 16,1-2 0-16,-2 0-23 0,-2-1-70 0,1 1-100 15,-2 0-194-15,-4 1-259 0,0 3-196 16,0 2-71-16,-4 1 150 0,-1 1 285 0</inkml:trace>
  <inkml:trace contextRef="#ctx0" brushRef="#br0" timeOffset="-27395.41">801 1542 203 0,'0'0'392'0,"0"0"158"0,0 0 83 0,0 0-164 16,0 0-105-16,0 0-31 0,0 0 4 15,0 0 13-15,5 0-7 0,-5 0-23 0,6 2-38 16,-6-2-47-16,8 0-46 0,-8 0-43 0,0 0-30 16,0 0-26-16,0 0-15 0,0 0-7 0,0 0-9 15,0 0-3-15,0 0 1 0,0 0 4 0,0 0 6 16,0 0 7-16,0 0 9 0,0 0 0 16,0 0 0-16,0 0-9 0,0 0-12 0,0 0-5 15,0 0-2-15,0 0 1 0,0 0 0 0,3 2 3 16,2 1 1-16,0 0-11 0,-2-2-9 0,2 3-9 15,2-3 0-15,-2 2 6 0,2-1 5 16,-1 1 4-16,0-2 3 0,2 1-2 0,-3-1-5 16,1 0-12-16,1 3-9 0,-2-3-4 15,2 0-3-15,-1 1-4 0,1 0-1 0,-1-2-2 16,1 1 0-16,0 0-2 0,1 2 0 16,-1-3 1-16,1 0-2 0,2 1 3 0,0-1 1 15,-2 1 0-15,3-1-1 0,0 0 1 0,-1 0-1 16,2 1-1-16,-2-1-1 0,1 0 0 15,1 0 1-15,1 2 0 0,-2-2 1 0,2 0 1 16,-2 3-4-16,0-3 1 0,0 0 0 0,-1 0-2 16,2 0-1-16,-2 0 1 0,-1 0 0 0,2 0 0 15,0-3 1-15,-1 3-1 0,1-2 0 16,-2 2 1-16,1 0-3 0,1-1 2 0,-2 0-1 16,3 0 2-16,0-2-1 0,1 2 1 0,1 1 0 15,-1-1 1-15,-2-1-2 0,0 0 1 0,-2 2 1 16,1-1-1-16,-1 0-2 0,-1-1 2 0,2 0-1 15,-3 1-1-15,3 0 0 0,-2-1 1 0,0 1-1 16,1-1 1-16,-1 1-1 0,2-1 1 0,-1 1 0 0,2-2 1 16,-1 1 0-16,-1 0-2 0,-1 1 2 15,2 0 1-15,-2-1-2 0,2-1-1 0,0 2 2 0,-2 0-1 16,3 1 0-16,-3-2-1 0,2 2-1 0,0-2 3 16,-2 2-1-16,2-1 1 0,0 1-2 0,-1 0 1 0,2 0 2 15,-1 0-2-15,0 0 0 0,2 0 2 0,0 0 2 16,-1 1 0-16,1-1 1 0,0 0 1 0,2 2 0 15,0-2-2-15,-1 0-1 0,0 0 0 0,3 0-1 16,-2 2-2-16,2-2 2 0,-2 0-2 0,3 0 0 0,-2 1 1 16,2-1 0-16,0 1-2 0,-3-1 0 15,1 2 2-15,2-1-1 0,-1 1 0 0,-2-1 0 16,3-1 1-16,-4 1-1 0,4 1-2 0,-4 0 4 0,2-2-1 16,0 0 3-16,-2 1 0 0,3-1 1 15,-2 0 3-15,0 0-2 0,1 0-1 0,0 0 1 0,-2 2-1 16,4-2-2-16,-2 0 0 0,0 1-1 0,1-1 0 15,0 2-1-15,0-1 0 0,-1 2 0 0,0-1 0 16,2 0 1-16,-2 2-1 0,2-2 1 0,-3 2-2 16,3-3 1-16,-1 4-1 0,2-3-1 0,-2 3 1 15,1-3-1-15,0 1 1 0,1 0-1 16,-1 0 0-16,-1 0 0 0,1 0 2 0,1-1 0 16,-1 0 1-16,-1 2 1 0,1-2-2 0,2 1 2 15,-3 0-1-15,1 0-1 0,-1 2 0 0,3-2-1 16,-1 1 2-16,-1 0-1 0,3 1 0 0,-2 0 1 15,2 1-1-15,0 1 0 0,0-2 1 0,-1 1-2 16,0 0 1-16,1 0-1 0,1-2-1 0,-2 2 0 16,0-1 0-16,1 1 0 0,1 0 0 15,0-2 0-15,-1 0 1 0,-1 1 0 0,3 0-1 16,-3-3 1-16,2 3-1 0,-1 0-1 0,-2-1 0 0,2 0 0 16,1 0 0-16,-2-1 0 0,0 2 0 0,1-3 1 15,0 1-1-15,0 0 1 0,0 0 0 0,0 0-1 16,0-1 1-16,2-1-1 0,-3 2 1 15,2-3-1-15,-1 2 0 0,-1-1 1 0,2-1-1 0,-4 0 0 16,2 0 0-16,0 2 0 0,-3-2 0 0,1 0-1 16,-2 0 0-16,0 0 1 0,0 1 0 0,0-1-1 15,-2 0 0-15,1 0 1 0,-3 0 0 0,1 0 0 16,0 0-1-16,-3 0 2 0,1 0-2 0,1 0 1 16,-3 0-1-16,0-1 0 0,-2-1 0 15,2 1 0-15,0-1 0 0,-3-1 0 0,3 2 0 16,-1-1-1-16,0 1 6 0,-1-3 3 0,-1 3 0 15,3-2 0-15,-2 0 0 0,0 1 1 0,1 0-5 16,1-2-3-16,-2 0 1 0,2 2-1 0,0-3 0 16,-2-1-1-16,2 4 0 0,0-4 1 0,0 1-2 15,0 1 2-15,0-2 0 0,1 0-1 0,-2 0 1 16,1 0 0-16,1 0-1 0,-3 1 0 16,1-1 0-16,-1 0 0 0,-1 1 0 0,-2 2 0 15,3-2-1-15,-3 0 1 0,2 3 0 0,-2-2-1 16,0 2 1-16,2-2 0 0,-2 2 0 0,3-2 0 15,-4 0 0-15,4 0 0 0,-2-1 0 16,0-1 0-16,1-1 1 0,0 1-2 0,-2-1 1 0,3-4 0 16,-1 3-1-16,-2-1 1 0,2 0-1 15,0-1 1-15,0-1 0 0,1 1 1 0,-2-4-4 16,1 2-3-16,2-5 1 0,-1 3-3 0,2-3 1 16,-2-2-2-16,-1 0 4 0,3-1 3 0,-2-1 1 15,3-3 0-15,0-2 1 0,-3 1 0 0,2-3 0 16,1 2-1-16,-4-3 1 0,1 1-1 15,-1-2 1-15,-2-1-1 0,1 2 1 0,-2-3-1 0,-2-1 0 16,0 2 0-16,-4-1 0 0,1-1-1 16,-2-2 1-16,-1 3 0 0,-1-1 1 0,1 3 1 15,-2 0 1-15,0 2-1 0,0 2 0 0,-1 2 0 16,3 1 0-16,-2 2 0 0,1 2-1 0,-2 1 1 16,1 1 1-16,0 0 0 0,1 1 0 15,1 1 0-15,0 0-2 0,1 1 1 16,0-1-1-16,2 2 1 0,-2 1 0 0,2 0 0 15,-3 3 5-15,1-2 3 0,-1 3 6 16,1 2 3-16,-3 0 4 0,-3 1 1 0,2 2-3 16,-1 0-2-16,-4 1-5 0,1 2-2 15,-2 2-2-15,0 0 0 0,0 1 0 0,0-2 2 16,-2 2 3-16,4-1 0 0,-2-1 1 0,0-1 0 16,0 0-1-16,0 0-1 0,-2-1-1 0,1-1-1 15,-1-1-2-15,-3-1-2 0,0-1 0 16,-2-1-2-16,-2 2-3 0,-1-2 0 15,-2 1-1-15,-1 1 0 0,-1-1-1 0,-2 1 0 16,-1 0 1-16,0 0-1 0,-1-1 0 16,1 1 1-16,1 0-1 0,-1-2 1 0,-1-2 0 15,1 0-1-15,-1 0 1 0,1-1-1 16,-2 1 1-16,-1-3-1 0,0 5 0 0,-3-3 0 0,2 2 0 16,-5 1-1-16,1 2-1 15,-1-3 0-15,-3 5 0 0,1-1 1 0,0 1-1 0,-1 1 0 16,0 1 1-16,-2-1 0 0,3 1 1 15,-2 0-1-15,3-2 1 0,1 0 0 0,2 0 0 16,-1-2 1-16,4 1 0 0,-1 0 0 0,4-1-1 16,-2 1 0-16,4-1 0 0,1 1-1 15,-3 3-1-15,6-1 0 0,-2 1 0 0,1 1 0 16,-1 2 0-16,4 1 0 0,0 0 1 0,0 1-1 16,4-1 0-16,0 2 1 0,3-1 0 0,0-1 0 15,4 0 1-15,0-1 0 0,2 2-1 0,-2-2 1 16,5 0 0-16,-4 0 0 0,2-1-1 0,0 1 1 15,0-2-1-15,-2 0 1 0,-2 1 0 16,2 0 0-16,0 0 0 0,-3 1 0 0,2-1 0 16,-3-1-1-16,2 2 0 0,0 1 0 0,-1-1 1 15,-1 0 0-15,1 0 0 0,0 0 0 16,0-2 0-16,2 1 1 0,1 0-1 0,-3-1 1 16,2-1-1-16,-2-1 0 0,2-1 0 0,-3 2-1 15,2-3 1-15,-2 1-1 0,0-1 1 0,-1 0 0 16,-2 0 0-16,2 0 0 0,1 1 0 15,-2-2-1-15,3 3-1 0,-4-3 0 0,2 2 0 16,-5 0-1-16,-1 0 1 0,0 0-1 16,2-1 1-16,-3-2-1 0,-2 1 0 15,3-3-1-15,-3 2 0 0,3-1 0 0,-1 0 0 16,3-2 2-16,0 2 0 0,1 2 1 0,1-3 0 16,-1 4 0-16,4-2 0 0,1 5-1 15,0-2 2-15,2 2-1 0,1 0 0 16,-1 2 1-16,5-2-1 0,-1 2 0 0,-1 2 1 15,5-3-1-15,-2 3 0 0,1 0 1 16,1-1-1-16,-1 1 0 0,0 1 0 16,2 1 0-16,-1 1 0 0,1 2 0 0,-3 3 1 15,2 0 0-15,1 1-1 0,-3 4 2 16,3 2-1-16,-4 4 0 0,1 3 0 16,0 3 0-16,2 4 0 0,-2 4 0 15,2 0 1-15,-1 5-1 0,1 2 0 0,0 1 1 0,1 1-1 16,2 0 0-16,0-4 1 0,0 1-1 15,1-3-3-15,4-1-9 0,1-3-10 0,3-3-16 16,5-3-20-16,2-4-43 0,2-2-81 0,6-6-126 16,1-3-228-16,5-3-300 0,3-6-370 15,0-4-371-15,3-3-88 0,2-6 536 0,0-5 725 16</inkml:trace>
  <inkml:trace contextRef="#ctx0" brushRef="#br0" timeOffset="-26426.5">4784 1028 281 0,'-13'7'573'0,"-1"-3"267"0,3 2 156 0,0 0-222 0,0-1-187 16,3-3-116-16,0 1-100 0,3-2-81 16,2-1-77-16,1 1-69 0,2-1-56 0,2 1-36 15,4-1-5-15,1 5 17 0,4-3 28 0,3 1 32 16,2 0 50-16,4 0 46 0,1 0 6 0,0-3-10 15,1 0-20-15,0 0-25 0,0 0-36 0,-3 0-35 16,1-1-20-16,0 1-18 0,0 0-11 0,-3 1-10 16,-1-1-8-16,1 1-7 0,-2 1-6 0,-1 0-4 15,-1-1-5-15,-2 2-3 0,1-1-3 16,-2 0-1-16,0 1-2 0,0 0-1 0,-3-2-1 16,1 1 0-16,-2 0-2 0,0-2-1 0,-1 1 0 0,-2-1 0 15,0 2-1-15,1-2-5 0,-3 0-9 0,-1 0-18 16,-1 0-47-16,-1 0-80 0,-3 0-138 15,-3-2-216-15,1 2-304 0,-5 0-363 0,1 3-329 16,-6-1-93-16,-1 1 520 0,-4 1 656 0</inkml:trace>
  <inkml:trace contextRef="#ctx0" brushRef="#br0" timeOffset="-26232.17">4719 1361 308 0,'5'10'602'0,"4"2"290"0,-1-1 180 0,3-4-235 15,3-1-216-15,4-2-66 0,1 2-62 0,3-3-64 16,0 0-63-16,2-1-53 0,3-2-51 0,-2 0-68 16,3-2-49-16,-1-1-43 0,-3 0-38 0,3 0-28 15,-2 0-16-15,-1-1-8 0,0-1-8 16,-2 2-1-16,0 0-2 0,-2 1-2 0,1-2-30 0,-2 2-74 16,0 0-73-16,-3-1-139 0,1 2-235 15,-1-3-325-15,0 3-325 0,0-1-206 0,-1 1-13 16,1-2 513-16</inkml:trace>
  <inkml:trace contextRef="#ctx0" brushRef="#br0" timeOffset="-25855.24">5850 857 76 0,'-10'8'616'15,"1"5"453"-15,-4 4 168 0,-3 2-72 0,2 9-299 16,-2 1-256-16,2 9-151 0,3 4-91 0,-2 3-62 15,2 5-55-15,-1 0-72 0,2 5-66 0,5 1-38 16,0-5-23-16,5 1-14 0,2-5-11 0,6-4-8 16,6-5-5-16,2-7-6 0,6-4-4 15,5-9 1-15,3-6-1 0,5-8-1 0,0-8 0 16,1-7 5-16,2-8-3 0,1-6 1 0,-4-6-2 16,0-5 0-16,-5-4 3 0,-3-1 0 0,-5 0 10 15,-5-2 9-15,-7 0 8 0,-5 4 7 16,-5-4 1-16,-8 0-1 0,-5 1-6 0,-7-1-9 0,-7-1-5 15,-3 2-4-15,-3 5-3 0,-4 4-4 16,-1 5-1-16,-3 9-1 0,3 7-1 0,-1 6-4 16,2 8-2-16,2 4-2 0,2 6 0 0,0 5-1 15,4 5 0-15,4 2-1 0,3 4-1 0,3 3-1 16,3 1-8-16,4 3-16 0,4-1-29 0,5 2-72 16,1-3-111-16,5 2-208 0,2-3-291 0,4-1-353 15,6-4-409-15,2-2-201 0,2-4 357 0,3-3 784 16</inkml:trace>
  <inkml:trace contextRef="#ctx0" brushRef="#br0" timeOffset="-23946.14">19942 1825 171 0,'-21'11'435'16,"-1"-3"194"-16,0-1 109 0,0-1-181 0,-2 1-239 15,1 0-137-15,-3 3-73 0,2-3-34 0,-1 1-19 16,-2 3-8-16,-1-1-7 0,-2 0-8 15,-2 2-8-15,1 1 2 0,-6 4 6 0,2-2 9 16,-2 2 12-16,0-1 9 0,-1 2 14 0,0 0 25 16,2 2 10-16,-5-1-5 0,1 1-4 15,1 0-12-15,-2 1-10 0,0 1-33 0,-2 2-13 16,-1 0-8-16,-3-1-25 0,0 5-7 16,0 0 3-16,-5 2 9 0,0 3 1 0,-2 2 12 0,-2 1 35 15,-1 3 34-15,-1 1 20 0,-4 2 11 0,2 2 8 16,-3 1-6-16,-2 3-6 0,3-2-20 15,-3 2-17-15,2 0-10 0,0 2-9 0,0-1 0 16,-2 1-8-16,2-1-6 0,1 2-7 16,1 2 2-16,2 1-13 0,3 0-8 0,1 0-3 15,3 3-1-15,5-1-5 0,-2 2-9 0,4 2-1 16,1 1 3-16,5 1-2 0,1 2 3 0,0 2 2 16,3 3 4-16,4 1 1 0,1 3-3 15,1 0-2-15,3 2-7 0,3 0-7 0,-1 2 5 16,2-2 3-16,1 2 4 0,-2 1 4 15,1 0 6-15,-2 4 8 0,2 0 0 0,-4 1 6 0,0 1 10 16,-3-2 9-16,-1 2 5 16,-2 1 4-16,-4 2-2 0,0 1 8 0,-7 5 9 15,-3 1 19-15,-1 0 26 0,-2 3 18 0,-3-1 15 16,-4 0-6-16,-1-2-13 0,-4 3-22 0,-1-2-23 16,-1 1-23-16,-2 0-18 0,3-2-10 0,1-5-8 15,1 3-6-15,0-4-6 0,0 1 0 0,-1-1-2 16,0 1-4-16,-1-2-3 0,2-2 0 15,-3-3-1-15,0 0 2 0,-1-6 0 0,1-2 0 16,1-1 1-16,-1-2 3 0,1-1 2 16,1-1 4-16,-1-1 3 0,2-2 2 0,2 1 2 15,-1-1 0-15,3 1-3 0,-1-2-3 0,2 3-1 16,0-4-2-16,1 2-4 0,2 0-1 16,-2 1-4-16,2 0-2 0,3-2-4 0,-2 2-1 15,1-3-1-15,1 1 1 0,0-2 1 0,3-3 2 16,-1 1 2-16,2-3 4 0,-2 3 1 15,4-3 1-15,-1-1-1 0,4-2 0 0,2-2-2 16,2-3 0-16,1-3-3 0,2-3-1 0,2-2-2 16,1-3 0-16,2-3-1 0,3-2 0 15,0 0-1-15,1-6 0 0,1-1 1 0,3 0-1 16,0-4 2-16,2-4-1 0,3-1 1 16,0-1 1-16,1-2-1 0,3-3 2 0,0-2-2 15,2-1 0-15,-1 0 0 0,1-3 0 0,3 1 0 16,-4 0 0-16,2-1 0 0,-1-1 0 0,-1 2 0 15,0 0 1-15,0 1-1 0,-2 1 0 16,1-1-1-16,-4 3 0 0,2 3 0 16,-4 1 1-16,0 0 2 0,0 3-2 0,1-2 3 15,-1 2-1-15,-2 0-1 0,3 2 0 0,-1-3 0 16,1 3-1-16,0 1-1 0,0-1 0 16,2-1 0-16,3 0-1 0,0-3-4 0,0-1-7 15,5-5-15-15,-1-1-36 0,2-8-64 0,-2-1-69 16,4-7-92-16,1-6-145 0,1-4-197 15,2-8-295-15,1 0-221 0,1-4-196 0,3-6 34 16,-3 1 440-16,0-4 478 0</inkml:trace>
  <inkml:trace contextRef="#ctx0" brushRef="#br0" timeOffset="-23691.92">12988 9894 88 0,'0'7'579'0,"-2"2"403"16,-2 5 167-16,-4-1-73 0,0 1-397 0,0 3-280 15,-1-1-153-15,1 0-81 0,0-1-37 16,0 2-11-16,0 1 3 0,4 1 22 0,0-1 26 15,4 3 9-15,0-1 8 0,5 1-7 16,1-2-17-16,4 0-32 0,1 0-34 0,4-1-24 16,2-4-26-16,1-3-16 0,4-2-12 0,1-5-4 15,0-2 7-15,4-4 8 0,-2-6 3 16,2-4 0-16,-1-5 2 0,1-2-4 0,-2-7-11 16,0-3-8-16,-1-4-6 0,-3-4-1 0,1-3-23 15,-2-5-66-15,-4-2-66 0,1-8-135 16,-1-2-244-16,0-6-315 0,-5-8-344 0,2-4-240 15,-10-9-65-15,-3-6 525 0</inkml:trace>
  <inkml:trace contextRef="#ctx0" brushRef="#br0" timeOffset="-22625.01">19438 1800 99 0,'1'6'676'0,"2"-2"445"0,-1 0 117 16,0 1-142-16,4-3-401 0,0 2-337 0,2-1-180 16,6 1-89-16,-1 0-40 0,3-1-9 0,4 0 18 15,1 0 31-15,2 0 30 0,1 1 38 16,0-1 16-16,1 0-8 0,-3 0-26 0,2 0-28 15,-2 2-32-15,-1-3-12 0,-4 4-3 0,1 0 11 16,-4 2 10-16,-2 0 5 0,-4 2 4 0,-3 2-17 16,-3 2-16-16,-4 2-17 0,-3 2-13 15,-3 2-12-15,-4 2-6 0,-1 0-7 0,-1 2-1 16,-3 1-30-16,-4-3-77 0,3-1-123 0,-4-1-253 16,2-2-289-16,-1-5-373 0,-1-2-401 0,-1-4-126 15,-3-2 523-15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cm"/>
          <inkml:channel name="T" type="integer" max="2.14748E9" units="dev"/>
        </inkml:traceFormat>
        <inkml:channelProperties>
          <inkml:channelProperty channel="X" name="resolution" value="1612.54919" units="1/cm"/>
          <inkml:channelProperty channel="Y" name="resolution" value="2580.07886" units="1/cm"/>
          <inkml:channelProperty channel="F" name="resolution" value="10E-6" units="1/cm"/>
          <inkml:channelProperty channel="T" name="resolution" value="1" units="1/dev"/>
        </inkml:channelProperties>
      </inkml:inkSource>
      <inkml:timestamp xml:id="ts0" timeString="2024-10-31T07:28:20.576"/>
    </inkml:context>
    <inkml:brush xml:id="br0">
      <inkml:brushProperty name="width" value="0.05292" units="cm"/>
      <inkml:brushProperty name="height" value="0.05292" units="cm"/>
    </inkml:brush>
    <inkml:brush xml:id="br1">
      <inkml:brushProperty name="width" value="0.05292" units="cm"/>
      <inkml:brushProperty name="height" value="0.05292" units="cm"/>
      <inkml:brushProperty name="color" value="#00B050"/>
    </inkml:brush>
    <inkml:brush xml:id="br2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2871 1761 276 0,'0'-9'818'0,"-2"1"386"16,-3-3 65-16,-1 4-159 0,0 1-317 0,-5 0-215 15,1 0-147-15,-4 1-85 0,-2 3-67 0,-4-1-73 16,-1 1-64-16,-3 4-39 0,-1-1-28 0,-3 3-20 15,-4 4-9-15,-1 1-9 0,-2 2-8 0,-2 2-4 16,-2 4-1-16,1 0 0 0,2 5-2 0,-1 3 1 16,2 3 0-16,4 4 2 0,-1 4-1 0,4 5 6 15,1 4 3-15,3 3-2 0,4 4 0 0,4 4-5 16,5 2-3-16,3 3-9 0,5 1-5 0,3 2-3 16,8-1-5-16,4 1-1 0,3-5 0 0,7-4 0 15,6-8 0-15,4-5 0 0,6-9 0 0,4-3 0 16,3-10 0-16,5-5 0 0,1-6 0 0,1-4 0 15,2-5 0-15,1-8 0 0,-2-1 0 0,0-4 0 16,-2-3 0-16,-4 0 0 0,-1-1 0 0,-5 1 0 16,-3 0 0-16,-3-2 0 0,-3 4 0 15,-5 2-47-15,-4-1-52 0,-4 0-80 0,-6 1-149 16,-2-1-264-16,-2 0-321 0,-4-1-396 0,-2-1-405 16,-1 2-37-16,-2-2 758 0</inkml:trace>
  <inkml:trace contextRef="#ctx0" brushRef="#br0" timeOffset="372.99">3388 2167 59 0,'5'8'603'0,"-1"2"480"0,1 1 175 15,1 6-104-15,1 0-333 0,1 5-235 0,1 3-135 16,2 3-80-16,0 4-53 0,3 1-43 0,-1 3-59 15,3 2-73-15,0-1-59 0,1-3-35 0,2-1-18 16,2-4-7-16,2-7 2 0,1-4 2 16,3-8 1-16,2-5 0 0,-1-8-1 0,2-6-5 0,-3-7-7 15,1-6-6-15,-3-9-3 0,1-5-3 16,-4-6 0-16,-1-3 1 0,-3-4 0 0,-5 1-5 0,-3-4 2 16,-7 3 4-16,-3 0 11 0,-5 0 11 15,-6 2 5-15,-6 0 10 0,-4 1 0 0,-6 0-3 16,-6 3-8-16,-2 4-4 0,-7 5-5 0,-3 6-3 15,-2 8-1-15,-4 8-2 0,-3 9-4 0,-1 10-5 16,2 7-5-16,2 8-1 0,2 7-3 0,6 3-1 16,8 4-1-16,5 2 3 0,8 1-5 0,5 0-17 15,9 1-30-15,3-3-78 0,8-1-119 0,5-3-258 16,6-2-317-16,4-3-397 0,7 0-459 16,8-6-125-16,4-1 575 0,5-6 848 0</inkml:trace>
  <inkml:trace contextRef="#ctx0" brushRef="#br0" timeOffset="822.7">4659 1546 300 0,'2'6'885'16,"-2"2"360"-16,3 5 26 0,0 8-137 16,0 5-346-16,2 5-253 0,1 7-128 0,2 4-69 15,-1 4-54-15,3 7-69 0,-3 2-70 0,2 5-35 16,2 3-28-16,-3-1-20 0,0 0-17 0,3-3-16 16,-3-2-10-16,0-3-6 0,3-6-5 0,-2-3-4 15,1-6-6-15,0-3-9 0,-3-3-13 0,1-6-25 16,-3-3-53-16,-3-4-74 0,-4-4-105 15,-3-4-169-15,-3 0-295 0,-2-5-334 0,-2-2-290 16,-2-4-169-16,-3-7 231 0,-2-2 642 0</inkml:trace>
  <inkml:trace contextRef="#ctx0" brushRef="#br0" timeOffset="1133.01">4491 1770 144 0,'10'-31'532'16,"2"6"364"-16,0 7 217 0,5 4-76 15,2 3-336-15,6 4-158 0,2 5-56 0,5 3-63 16,1 5-64-16,5 0-52 0,3 7-43 0,3 1-54 16,-1 4-55-16,4 3-44 0,-2 5-30 0,2 1-21 15,-2 3-12-15,-3 3-4 0,-2 4-8 0,-4 4 5 16,-3 1 2-16,-3 2 2 0,-6 5-5 0,-4 0-1 16,-7-1-2-16,-3 2-5 0,-3-3-2 15,-7 2 0-15,-4-1 0 0,-2-1-7 0,-6 2-6 16,-5-4-7-16,-4-1-1 0,-2-1-3 0,-6-3-4 15,-1-2 3-15,-3-5 0 0,0-5 0 16,-1-4-5-16,3-6-5 0,2-5-9 0,4-5-13 16,3-3-15-16,3-7-32 0,5-3-65 0,4-2-73 15,4-5-101-15,3-3-170 0,6-1-300 0,3-2-319 16,4-3-238-16,7-2-161 0,2-4 234 16,5-2 632-16</inkml:trace>
  <inkml:trace contextRef="#ctx0" brushRef="#br0" timeOffset="1455.14">5595 1738 613 0,'5'-12'1407'0,"-4"3"290"0,-1 3-252 0,-1 5-402 16,-3 1-412-16,0 4-219 0,-2 3-158 0,1 5-85 16,0 4-47-16,-1 4-28 0,-1 2-22 0,1 6-18 15,0 1-11-15,3 4-8 0,-2 1-8 0,3 3-5 16,-1 5-6-16,3-1-4 0,0 6-3 0,2 1-3 15,1 3-1-15,2-2-2 0,1 3-3 16,3-1 0-16,-1 1 0 0,5-5 0 16,1 2 0-16,2-6 0 0,3-1 0 0,1-4 0 15,0-4 0-15,3-5 0 0,1-4 0 0,1-4 0 16,2-6 0-16,0-1 0 0,3-4 0 16,-1-4 0-16,-1-1-21 0,0-5-17 0,-1-3-26 0,-3-2-54 15,-3-2-79-15,-2-3-131 0,-2-2-238 0,-3-2-312 16,-1-2-372-16,-1 0-310 0,-2-3-86 15,-2-3 530-15,1 0 718 0</inkml:trace>
  <inkml:trace contextRef="#ctx0" brushRef="#br0" timeOffset="1659.03">5764 1714 301 0,'-16'7'1222'0,"-1"3"503"0,4-2-190 15,1 2-356-15,4-2-488 0,3-4-279 16,3 0-183-16,6 0-87 0,2-3-46 0,8-1-20 16,2-1-11-16,6-1-14 0,5-4-13 0,4 2-13 15,3-4-10-15,-1 0-6 0,2 2 0 0,-2 0-1 16,2 2-1-16,-2-1-9 0,-3 4-21 16,-1-1-59-16,-6 2-83 0,1 3-156 0,-6 0-278 15,-3 5-326-15,0 0-397 0,-5 3-310 0,-2 0 8 16,-6 1 712-16</inkml:trace>
  <inkml:trace contextRef="#ctx0" brushRef="#br0" timeOffset="1853.5">5687 2064 347 0,'-21'22'1170'0,"2"4"450"0,3-2-149 0,4-3-301 15,2-1-497-15,4-1-261 0,3-1-171 0,3-4-93 16,3 0-51-16,5-4-34 0,6-2-20 0,2-5-14 15,8-2-9-15,4-3-6 0,5-3-4 16,5-2-3-16,5-4-3 0,1 0-15 0,-1 2-74 16,-1-3-92-16,1 1-187 0,-3 4-280 0,2 3-339 15,-2 1-416-15,-2 2-234 0,0 1 186 16,-2 2 774-16</inkml:trace>
  <inkml:trace contextRef="#ctx0" brushRef="#br0" timeOffset="2515.9">7695 1449 243 0,'-4'-5'898'0,"-5"-1"537"0,3 6 70 15,-2 0-239-15,3 6-477 0,0-4-287 0,-1 7-132 16,3 1-108-16,0 3-75 0,3 4-41 0,0 1-27 15,1 3-25-15,1 5-22 0,1 0-14 0,2 2-11 16,-2 3-10-16,2 2-9 0,-2 0-5 0,3 2-4 16,-1-1-6-16,1 0-5 0,0-2-3 15,1-1-1-15,-1-3-3 0,2-5-1 0,1 0 3 16,0-3 0-16,0-5 1 0,2-2 0 0,2-1 1 16,1-2 0-16,0 0-4 0,3-2-1 0,-2 2 0 15,2-2-2-15,1 0 0 0,0 1 0 16,0 2-1-16,1-1 0 0,0 1 0 0,-2 2 0 15,2 0 0-15,-3-1 0 0,3 1 1 0,-3 0 1 16,4-1 0-16,-1 0 1 0,-3-4 0 16,3-1 0-16,-3 1 0 0,3-4 1 0,-5-1 1 15,4-3-1-15,-4-1 1 0,0-3 0 0,-3-2 1 16,2-4 0-16,-2 1 0 0,-3-4 0 0,1-1 0 16,-1-1 0-16,-2-1 1 0,-1-1-1 0,0-4 0 15,-2 0 1-15,0-3 3 0,0-2 3 16,-3-2-4-16,-3-2-6 0,0-4 0 0,-1-5 0 15,-1 1 0-15,-2-4 0 0,-2-3 0 0,-2 0 0 16,0 1 0-16,-1-3 0 0,0 3 0 0,-1 5 0 16,2 1 0-16,-1 9 0 0,0 3 0 0,2 5 0 15,0 6 0-15,2 5 0 0,0 4 0 0,2 6 0 16,4 4 0-16,-1 5-88 0,3 3-91 0,3 2-138 16,1 4-260-16,2 3-321 0,5-2-398 15,0 4-406-15,4-1-49 0,2-1 675 0</inkml:trace>
  <inkml:trace contextRef="#ctx0" brushRef="#br0" timeOffset="3052.8">8830 1436 148 0,'-11'3'714'0,"0"4"444"0,-5 2 109 16,2 3-90-16,-1 3-364 0,1 4-210 0,1 7-142 15,1 4-87-15,3 7-57 0,2 4-58 16,2 7-65-16,4 6-54 0,2 5-28 0,4 5-22 16,3-1-20-16,2-2-16 0,5-1-14 0,1-9-16 15,8-7-12-15,1-7-6 0,4-8-3 0,4-10 0 16,2-10 0-16,3-7 2 0,3-11 1 0,-2-8 0 15,3-10 1-15,0-4-1 0,-4-8-1 0,-2-3-1 16,-2-3-2-16,-6 0 0 0,-6 0-1 16,-6 4-1-16,-4 2 0 0,-8 5 0 0,-8 2 1 15,-5 7-1-15,-7 0 0 0,-7 6 0 0,-6 2 0 16,-4 8-1-16,-3 1-1 0,-3 8-1 0,-4 4 1 16,1 8 1-16,1 7-1 0,0 6 0 15,6 6-5-15,4 4-14 0,4 2-29 0,9 1-79 16,3-1-120-16,5 1-254 0,8-4-309 0,4-1-393 15,6-1-467-15,6-4-132 0,5-3 572 0,3-5 847 16</inkml:trace>
  <inkml:trace contextRef="#ctx0" brushRef="#br0" timeOffset="3882.79">9826 1577 24 0,'-5'2'469'0,"2"2"435"0,-2 2 264 16,2 4-6-16,-3-1-346 0,6 3-233 0,0 6-79 15,3 4-63-15,3 6-67 0,2 4-58 16,0 7-51-16,0 4-53 0,3 4-72 0,0 3-54 16,-1 2-28-16,2 0-16 0,-2 2-11 0,2-5-13 15,1-3-7-15,-2-2-5 0,2-8-2 0,-4-5 1 16,1-4-1-16,-1-7-1 0,-2-5-1 15,-3-7 0-15,1-6 0 0,-3-6 0 0,-2-11 1 16,-2-7 2-16,-1-9-6 0,0-5 4 0,-2-6 2 16,-1-4 5-16,-4-4 3 0,2-1 7 0,-3-1 11 15,-3-1 0-15,3 1-2 0,1 1-4 16,0 3-5-16,3 3-9 0,2 4-6 0,4 5-3 16,2 3-2-16,1 6-1 0,4 3-1 0,2 3 2 15,6 2-5-15,1 4-3 0,4 0-1 0,3 4-1 16,0 4 0-16,5 2 0 0,1 2 5 0,2 3 8 15,0 3 4-15,-1 2 2 0,-1 1 0 0,-1 2 0 16,-2 3 2-16,-4 1-5 0,0 2-1 0,-7 4-6 16,-2 1-1-16,-4 5 2 0,-4 2 5 15,-6 2 4-15,-3 4 2 0,-5 2 9 0,-5 3 6 16,-3 1 2-16,-4 0-3 0,-3 0 4 0,0 2 1 16,-2-3-1-16,3 1-3 0,2-3-4 0,0 1-3 15,4-5-7-15,3 0-6 0,3-5-3 0,3 0-2 16,6-1-1-16,3-2 0 0,3-4 0 15,6 0 0-15,4-2 0 0,3-2 0 0,3-5 0 16,6-2-1-16,2-2 0 0,3-5-1 0,5-2-1 16,0-5 1-16,3-2-2 0,4-3 0 0,0-6-5 15,2 2-10-15,-3-5-14 0,0 3-29 16,-2-3-72-16,-4 0-87 0,-2 1-185 0,-3 1-282 16,-1 3-348-16,-5 1-408 0,-4-1-234 0,-1 2 138 15,-3-3 811-15</inkml:trace>
  <inkml:trace contextRef="#ctx0" brushRef="#br0" timeOffset="4102.97">10773 1500 78 0,'0'-18'733'0,"3"5"674"0,-1 2 125 16,1 5-216-16,0 3-375 0,-1 3-358 0,4 3-190 16,0 4-132-16,-1 7-62 0,3 2-47 0,0 6-41 15,1 5-28-15,1 5-23 0,1 6-14 0,0 6-13 16,0 6-9-16,-1 5-10 0,2 2-6 0,-1 6-5 15,2 2-5-15,0-2-7 0,-1-1-15 0,1-4-30 16,-2-6-64-16,-3-5-76 0,1-8-115 16,-4-8-189-16,-2-8-299 0,-1-7-327 0,-4-5-255 15,-3-11-139-15,-4-9 281 0,1-7 631 0</inkml:trace>
  <inkml:trace contextRef="#ctx0" brushRef="#br0" timeOffset="4393.87">10814 1321 371 0,'10'-27'774'16,"2"6"293"-16,-2 5 95 0,5 5-232 0,0 4-248 16,2 4-123-16,4 5-64 0,1 4-80 0,2 3-85 15,2 5-60-15,1 2-87 0,3 6-60 0,0 0-45 16,5 7-26-16,0 1-13 0,1 4-11 16,-1 4-6-16,3 5-11 0,-2 5-3 0,-1 2-2 0,-3 3-2 15,-1 3-1-15,-2 3 0 0,-5-1-1 16,1 2 1-16,-6-3-1 0,-3 2 1 0,-4-3 7 15,-7-1 14-15,-2-3 17 0,-6-1 13 0,-5-3 9 16,-6-3 7-16,-3-3-4 0,-7-4-10 0,-6-5-12 16,-2-3-11-16,-6-4-9 0,-3 0-8 15,-1-2-5-15,-1-1-6 0,0-2-3 0,5-2-7 16,3-1-18-16,5-5-34 0,2-1-82 0,6-4-152 16,4-3-260-16,6-5-333 0,5-2-427 15,4-5-462-15,3-3-42 0,3 0 798 0</inkml:trace>
  <inkml:trace contextRef="#ctx0" brushRef="#br0" timeOffset="15142.23">13244 5218 216 0,'0'5'434'0,"-3"-2"194"0,2 0 108 16,-1 0-160-16,0 0-117 0,2 0-39 15,0-2-18-15,0 2-19 0,0-2-28 0,-1 3-50 16,1-3-53-16,-2 2-55 0,1-1-41 16,1-1-22-16,0 2 3 0,0-3 24 0,0 2 30 0,1-1 27 15,-1-1 10-15,0 1-8 0,0-1-29 16,0 2-34-16,0-2-37 0,0 0-33 16,0 0-26-16,0 0-18 0,2 0-12 0,-2 0-10 15,1 0-5-15,-1 0-6 0,0-2-2 0,2 2 5 16,-2-1 8-16,3-2 3 0,0 0 3 0,1-1 7 15,0-4 4-15,4 1-5 0,0-4-2 16,0-2-1-16,3-4-1 0,3-1-5 0,1-4 1 16,2-4 0-16,2-1-2 0,0-2 0 15,3-5 1-15,3 0-2 0,-1-1-4 0,2 0-3 16,0-2-1-16,-1 0-2 0,2 0 0 16,-2 2-2-16,-2-1 0 0,-1 1 0 0,0 2-1 15,-3 2-3-15,0 2-1 0,-2 2 0 16,-4 5-1-16,0 1 0 0,-1 3 0 0,-4 5-1 15,-1 1 0-15,0 4-1 0,-4 0 1 0,1 2 0 16,-1 2 0-16,-1 1 0 0,-1 1 0 0,-1 2-1 16,2 4 0-16,-1 0 0 0,1 6-1 15,-2 2 0-15,3 5 0 0,-3 3 0 0,3 1 1 16,-1 3 1-16,2 6 1 0,0 1 3 0,-1 2-2 16,0 4-5-16,0 1 0 0,-1 5 0 15,-1 1 0-15,1 0 0 0,-2 3 0 0,0-2 0 16,2 0 0-16,-2-1 0 0,0-2 0 15,-2-2 0-15,2-3 0 0,0-1 0 0,0-7 0 16,0 0 0-16,0-5 0 0,-2-2 0 0,2-3 0 16,0-5 0-16,-1 0 0 0,-1-4 0 15,1-1 0-15,-1-3 0 0,2-1 0 0,-2-3 0 16,-1 2-48-16,2-6-78 0,-7-1-108 0,5-1-243 16,-2-4-305-16,2-1-389 0,0-2-478 0,1-3-202 15,0-2 473-15,2 0 932 0</inkml:trace>
  <inkml:trace contextRef="#ctx0" brushRef="#br0" timeOffset="16148.7">14514 5230 167 0,'0'8'531'0,"0"-3"325"0,0 2 187 16,-1-3-122-16,1-1-252 0,0 0-173 0,0 0-117 15,0-1-81-15,0-1-49 0,0 0-42 16,1 1-35-16,-1-2 29 0,3 0 30 0,-1-2 6 16,4 1-10-16,-1-5-16 0,1-3-20 15,2-1-44-15,1-5-43 0,3-2-24 0,-3-7-16 16,5-2-13-16,2-6-10 0,1-6-4 16,1-3-5-16,4-3-6 0,0-3-7 0,2-1 2 15,-2-1-1-15,0-1-4 0,0 1 2 0,-3 5 3 16,0 0 2-16,-3 6-4 0,1 0-1 0,-4 5-1 15,-2 5-3-15,-1 1-5 0,-4 6-2 16,3 3-1-16,-4 2-1 0,-2 4-1 0,1 4-1 16,-3 2 1-16,2 1 0 0,-1 5-1 0,-2 3 0 15,2 6-1-15,-1 4 0 0,-1 6-1 0,0 2 0 16,2 2 0-16,-1 5 2 0,1 0-1 16,1 3 2-16,-2 3 0 0,2 0 1 0,-1 1-1 15,1 2 1-15,-1 1 1 0,0 2 1 16,-1 1-2-16,1-1 0 0,-1 2-1 0,1-2-1 15,-2-1-2-15,0 2-1 0,2-5-1 16,-2-2-2-16,1 0 0 0,-1-6 0 0,2-1-2 16,-1-4 0-16,-1-3 0 0,2-2 1 0,0-2-1 15,0-2-4-15,-2-3-11 0,2-2-16 16,-2-2-31-16,-2-1-72 0,2-2-96 0,-4-2-186 16,2 1-285-16,1-3-349 0,1 0-404 0,0 0-214 15,0 0 182-15,1-3 786 0</inkml:trace>
  <inkml:trace contextRef="#ctx0" brushRef="#br0" timeOffset="16370.63">15376 5323 570 0,'6'2'1681'0,"-1"1"178"16,-4 1-392-16,-1-1-384 0,0-2-452 0,-1 3-316 15,-4-3-142-15,4-1-65 0,-3 0-36 16,3 0-27-16,-1-3-19 0,-1 0-14 0,3 0-6 0,-2 0-5 16,2-1-9-16,2-1-17 0,0-1-41 15,-1 1-84-15,2-1-165 0,1 0-264 16,2-1-335-16,-2 1-424 0,1 1-423 0,0 2 17 16,2-1 827-16</inkml:trace>
  <inkml:trace contextRef="#ctx0" brushRef="#br0" timeOffset="17307.12">16274 4539 55 0,'4'-7'420'16,"-1"-2"327"-16,-3 3 284 0,0 0 33 0,0 1-280 15,-3 2-169-15,3-2-51 0,-4 2-39 16,1 1-77-16,-2 1-77 0,0 0-62 0,-1 1-62 16,-1 1-74-16,-2 0-61 0,0 4-33 0,-1 1-23 15,-1 1-14-15,1 4-11 0,-1 3-8 16,1 3-4-16,-2 0-3 0,3 5-1 0,-1 8-1 16,2 2-6-16,0 6-2 0,5 2-5 0,0 7-3 15,3 1 3-15,3 3 0 0,4 0 4 16,2 1 2-16,4 1-1 0,1-2 1 0,5-2-6 15,0-7-2-15,3-3-1 0,5-4-1 0,0-7 0 16,1-2 1-16,2-8 0 0,0-5-1 16,2-6 0-16,-1-5 2 0,-1-5 1 0,2-7 1 15,-2-7 3-15,0-4 1 0,-1-6 1 16,-4-5 1-16,2-6-1 0,-3-4-2 0,-1-3 0 16,-5-3 0-16,-1 3-2 0,-4-4 0 15,-4 4-1-15,-4-2-1 0,-5 0-1 0,-5 3 0 0,-6-2 0 16,-5 0 0-16,-4 2 1 0,-5-1 1 15,-4 3 0-15,-4 4 1 0,2 6 1 0,-3 5 0 16,-1 5-1-16,-1 8 1 0,-1 6-1 0,3 9-1 16,-4 7-2-16,5 5 0 0,1 6-2 15,2 5 0-15,5 2 0 0,6 5 0 0,2 2 1 16,4 3 2-16,5 6 0 0,0 2 0 0,8 0-2 16,3 1-1-16,6 0-12 0,1 2-36 0,7-3-80 15,-1-3-109-15,5 0-200 0,2-4-303 16,0-2-365-16,2-4-385 0,3-2-155 15,1-5 338-15,-1-2 747 0</inkml:trace>
  <inkml:trace contextRef="#ctx0" brushRef="#br0" timeOffset="17720.68">17418 4542 362 0,'-6'1'1167'0,"-3"5"416"0,-3 6-122 16,0 5-274-16,-1 3-500 0,-2 10-255 15,0 1-165-15,4 5-87 0,0 5-55 0,3 7-41 16,2 2-27-16,4 2-18 0,2 5-13 16,3-1-9-16,5-1-7 0,4-3-5 0,6-5-2 15,4-9-1-15,4-6-2 0,1-8 0 0,7-10 0 16,1-6 0-16,2-8-5 15,-1-6-4-15,-1-9-4 0,-2-4-1 0,0-7-2 0,-3-4 0 16,-4-7 2-16,-4-2 4 0,-5-5 5 16,-3 0 2-16,-4-4 4 0,-7 4 5 0,-3-3 10 15,-5 0 5-15,-4 2 6 0,-7-4 5 0,-2-1-1 16,-7 3 0-16,-5 1-2 0,-1 3 2 16,-6 6-5-16,-5 5-2 0,0 11-3 0,-4 9-3 15,-2 9-6-15,-3 13-6 0,2 10-4 16,-2 10 0-16,1 8-2 0,5 11-4 0,3 4-16 15,2 7-36-15,4 1-83 0,8 3-148 0,1-2-262 16,7 3-321-16,7-5-406 0,1 0-421 16,6-2-43-16,1-2 729 0</inkml:trace>
  <inkml:trace contextRef="#ctx0" brushRef="#br1" timeOffset="25749.03">14223 3621 351 0,'3'-7'695'0,"0"0"271"0,2 2 83 16,-1 1-294-16,-3 1-222 0,1 3-150 0,-1 0-84 15,-1 3-52-15,3 3-10 0,-1 3 8 0,-1 4 13 16,-1 4 3-16,2 3-13 0,-4 5-18 16,2 4-35-16,-1 4-41 0,-1 3-37 15,-1 6-32-15,0 4-20 0,0 6-12 0,-2 3-11 16,0 5-6-16,-1 3-9 0,-2 6-5 15,-1 3-6-15,-1 0-4 0,-2 3 0 0,0 1-5 0,-1 3 0 16,1 2-2-16,-1 0 1 0,-1 2-3 16,0 1-3-16,-2 0 0 0,3 0 3 0,-1 0 1 15,0-1-1-15,1 1 0 0,-1 3 3 0,1-2-1 16,1 4-3-16,1-1-1 0,0-1 0 16,0 2 2-16,1-2 0 0,2 1 2 0,2-1 4 0,-2-2 0 15,3 1 0-15,1-3-2 0,-3 0-1 16,2-3-3-16,-1-1 0 0,3-3 0 15,-2 0 0-15,0-1 0 0,1 0 2 0,0 2-1 16,-2 0 0-16,2-2 0 0,1-2-2 0,-1-2 1 16,1-5 0-16,1-3 1 0,2-4 1 15,0-3-2-15,2-4 1 0,-2-1 0 0,2-4-2 16,-1-2 1-16,-1-4-1 0,0 0 0 16,2-4 0-16,-2-1-1 0,0-2 0 0,0-4-1 15,-2 0 1-15,2-5 0 0,-1 0 0 0,-1-5 0 16,0-2 0-16,1-1 0 0,-1-4 3 15,-1-3 3-15,-2 0 1 0,2-3 3 0,-3 0 1 16,1-3 3-16,0-1-1 0,-1 0 2 16,1-2 0-16,-2 1 2 0,2-2-1 0,-2 1-1 15,1-1 0-15,1 0-1 0,0 1-1 0,-4-1 0 16,4 2 0-16,-3-2 1 0,0 0-2 16,-1 1-1-16,0-1-2 0,-4 2-1 15,-1-2-1-15,-2 0-2 0,-3-2 1 0,-5 2-1 16,-1-1 0-16,-5-1 0 0,-5 0-1 0,-5-3-1 15,-4 1-2-15,-6 0-1 0,-6-3-1 0,-4 1 1 16,-5-2 1-16,-6 2 0 0,-4-3 1 0,-5 2 2 16,-4-2 1-16,1 1 4 0,2 1 4 15,2 1 2-15,4 4 0 0,6 0-16 0,6 2 0 16,5 2 0-16,5 4 0 0,4-1 0 0,6 2 0 16,5 0 0-16,7 0 0 0,5-2 0 0,4-1 0 15,4-2 0-15,5 0 0 0,3-4 0 16,4 2 0-16,3-5 0 0,2 0 0 0,2-2 0 15,5 1 0-15,-1-1 0 0,1-2 0 16,2 1 0-16,0 1 0 0,1 1-7 0,1 2-41 16,-2-1-18-16,1 1-27 0,-1 4-56 0,-3 3-70 15,-2 0-109-15,-1 4-180 0,1 0-300 16,-3 3-330-16,2-2-265 0,-4 1-141 0,2-1 328 16,-3-2 636-16</inkml:trace>
  <inkml:trace contextRef="#ctx0" brushRef="#br1" timeOffset="26236.42">12272 8142 151 0,'-3'2'757'0,"-2"3"453"16,0-3 143-16,-4 2-72 0,-2-1-383 0,1-1-313 15,-1-2-156-15,-6-2-94 0,2 1-79 16,-5-2-79-16,0-2-61 0,-1 0-34 0,-1-1-22 16,-2-1-14-16,3 1-9 0,1 0-8 15,0 0-6-15,3-1-6 0,0 1-5 0,4 1-2 16,1 1-5-16,4-1-1 0,0 1-2 0,3 2-1 15,-1-2-1-15,3 2 0 0,0-3-5 16,1 2-3-16,2-4-2 0,0-2 0 0,0 0-1 16,4-3-1-16,-3-1 6 0,2-4 3 15,2 0 7-15,-2 1 4 0,-2-1 3 0,3-2 0 16,-3 2 6-16,2 0 5 0,-3 3-2 16,2 2-3-16,0 2-1 0,-1 3-1 0,1 1-5 15,3 2-4-15,2 3-2 0,6 2-1 0,0 3-1 16,7 2 0-16,2-1-1 0,4 5-1 0,-1-2-2 15,4 1-2-15,1 0-1 0,0-1-1 16,0-1 0-16,1-3-5 0,-1 0-17 0,1-3-52 16,-5-1-84-16,1-1-188 0,-2-5-275 15,0 2-342-15,-5-3-434 0,-3-3-351 0,-3-2 105 16,-4-5 890-16</inkml:trace>
  <inkml:trace contextRef="#ctx0" brushRef="#br1" timeOffset="27470.17">3634 7302 274 0,'2'1'740'0,"0"2"372"0,-2 2 89 16,0 2-230-16,0 5-241 0,1 3-153 15,1 6-109-15,1 4-79 0,0 4-62 0,2 4-49 16,-2 6-73-16,3 3-57 0,-1 5-41 0,2 2-27 16,-1 5-17-16,0 2-14 0,0 3-7 0,2-1-10 15,-3 2-6-15,3-2-6 0,-2-2-6 16,2-4-4-16,-1-4-9 0,-1-4-3 0,3-3-4 15,-2-6-1-15,-1-4-9 0,2-5-19 0,-2-3-51 16,-1-5-78-16,-2-6-110 0,-1-5-187 16,-1-6-302-16,1-4-353 0,-1-10-303 0,1-5-143 15,1-9 305-15,-1-5 655 0</inkml:trace>
  <inkml:trace contextRef="#ctx0" brushRef="#br1" timeOffset="27705.79">3979 7311 32 0,'11'-39'610'0,"0"8"640"0,-3 6 312 0,-3 6-154 16,3 6-407-16,-5 3-375 0,0 5-205 0,0 8-133 16,2 5-94-16,-2 11-54 0,2 6-31 15,0 11-13-15,-1 7-13 0,1 8-16 0,-2 8-10 16,-1 7-11-16,1 4-8 0,-1 5-13 0,-1 4-10 16,-1 0-6-16,2 2-6 0,0-5-5 15,1-2-3-15,0-5-6 0,3-7-7 0,-1-5-12 16,0-7-18-16,-2-7-38 0,-2-4-73 0,1-6-84 15,-4-8-152-15,-2-4-267 0,-3-5-326 16,-2-3-338-16,-2-5-211 0,-2-6 54 0,-3-4 629 16</inkml:trace>
  <inkml:trace contextRef="#ctx0" brushRef="#br1" timeOffset="27966.97">3476 7863 371 0,'5'9'965'0,"0"-5"300"16,0-2-22-16,4-1-135 0,-1-1-396 0,5-3-215 15,2 1-107-15,0-4-58 0,5-5-52 0,4-2-67 16,1-1-60-16,2-5-39 0,3 1-28 16,2-6-19-16,4 2-15 0,-1-1-14 0,1-4-10 15,2 1-10-15,2 0-4 0,2 0-4 0,0 1-7 16,2 0-6-16,-3 3-4 0,-3 0-3 15,-2 4 1-15,-2 3-3 0,-4 3-9 0,-7 4-36 16,-4 3-79-16,-8 4-156 0,-4 3-265 16,-7 6-326-16,-5 4-412 0,-6 4-427 0,-5 4-22 15,-5 3 784-15</inkml:trace>
  <inkml:trace contextRef="#ctx0" brushRef="#br1" timeOffset="28190.64">3536 8209 412 0,'-14'20'1413'0,"6"-4"350"16,2-4-310-16,1-3-363 0,5-4-473 16,3-4-285-16,2-4-166 0,5-3-66 0,5-4-25 15,5-4-9-15,5-3-2 0,3-2-6 0,6-3-10 16,2-1-10-16,5-4-6 0,0 0-9 0,6-1-9 16,-1 1-10-16,5-2-5 0,0 1-4 0,2 1-1 15,-1 0 6-15,2 2-1 0,-3 0-19 16,1 3-79-16,-3-1-107 0,-3 2-256 0,-2 0-295 15,-3 2-383-15,0 3-464 0,-6 2-167 16,-5 0 490-16,-1 7 878 0</inkml:trace>
  <inkml:trace contextRef="#ctx0" brushRef="#br1" timeOffset="29112.59">5829 7741 12 0,'-3'2'428'0,"3"1"410"0,-2 0 295 15,-1-2 28-15,2 1-336 0,-1-1-279 16,0-1-145-16,2 2-72 0,0-1-34 15,0 0-32-15,0 1-26 0,2 0-17 0,-2 3-20 16,3-2-46-16,0 7-42 0,2 4-24 0,3 3-14 16,0 5-16-16,1 6-15 0,3 3-2 0,2 7-2 15,2 4-3-15,1 6 1 0,0 5-2 16,1 1-5-16,-1 3-4 0,-1 3-4 0,3-4-2 16,-3 0-14-16,-1-3-5 0,0-3-4 15,-1-5-3-15,-3-3 3 0,-1-7-4 0,0-5 4 16,-3-5 7-16,-1-4 6 0,-3-6 8 15,1-1 1-15,-3-5 6 0,-1-4 2 0,-3-5-5 16,-3-6-2-16,-2-5-8 0,-2-8-6 0,-2-3-3 16,0-6-3-16,-3-5-2 0,0-4 1 0,-3-7 1 15,0-4-4-15,-1-3-2 0,0-5-2 16,0-2 2-16,5-2-4 0,1 0-1 0,7 2 4 16,1 3 6-16,5 3 4 0,3 5 2 0,2 4 0 15,1 2 1-15,4 5-1 0,1 2-3 16,0 2-3-16,3 4-2 0,-1 4 1 0,1 2 0 15,0 5 0-15,-1 0 1 0,1 6 1 0,-1 1 0 16,1 3 1-16,-1 4-1 0,-2 2 3 16,1 3 2-16,-2 3 4 0,0 3 7 0,-3 3 4 15,-2 6 5-15,-2 4 1 0,-6 5-1 16,0 5-2-16,-5 5-10 0,-1 4-6 0,-3 4-5 16,-3 0 0-16,2 3 0 0,-4-2-1 0,4-1 2 15,-3-2 3-15,2-5-1 0,3-4-4 16,-2-4-2-16,5-3-1 0,0-7-1 0,1-3-4 15,2-4-10-15,0-3-12 0,3-5-22 0,2-4-54 16,2-7-76-16,1-4-119 0,2-4-195 16,4-6-301-16,1 0-354 0,3-2-300 0,1-1-148 15,0-2 381-15,3-1 678 0</inkml:trace>
  <inkml:trace contextRef="#ctx0" brushRef="#br1" timeOffset="29484.01">6441 7668 25 0,'8'-10'622'0,"0"5"806"16,-5 1 278-16,-2 2-256 0,-4 2-435 16,-2 3-391-16,-1 1-219 0,-2 5-172 0,0 2-89 15,-4 6-48-15,2 2-30 0,-1 4-16 0,-1 7-13 16,1 2-10-16,1 5-6 0,-1 5-6 0,5-3-7 16,1 2-4-16,2-2-3 0,3-4-4 15,1-6-3-15,6-4 0 0,-1-6 0 0,5-5 1 16,0-7 1-16,2-5 2 0,3-8 2 15,1-8 0-15,-3-5 0 0,3-9 0 0,-2-4-2 16,-1-2 0-16,0-4 0 0,-1 2-1 16,-2 0 1-16,-5 2 0 0,1 5 2 0,-4 2 0 15,0 4 1-15,-3 4 1 0,0 2 0 16,-3 5-1-16,3 2 1 0,-2 3-2 0,-1 1 0 16,1 6-1-16,1 2-1 0,1 4 1 0,-2 5 0 15,2 1 0-15,2 4 2 0,-2 1-1 16,3 4-1-16,0 0 1 0,2 3-2 0,-2-2-1 15,3 1-10-15,1-4-16 0,-1 1-40 16,-1-5-74-16,1-3-85 0,2-1-146 0,0-7-231 0,-2-3-323 16,2-2-325-16,1-7-205 0,1-4-18 15,-2-4 509-15,3-7 585 0</inkml:trace>
  <inkml:trace contextRef="#ctx0" brushRef="#br1" timeOffset="29763.35">6748 7643 262 0,'11'-14'722'0,"-2"4"383"0,1 8 105 16,-1 2-225-16,0 7-233 0,3 7-143 15,-1 2-115-15,1 8-99 0,0 5-71 16,2 2-60-16,-2 5-82 0,0 3-65 0,0 1-49 16,1-3-25-16,1 1-17 0,-1-6-12 15,-2-4-6-15,3-3-6 0,-1-6 0 0,-3-4 3 0,0-5 8 16,-5-4 5-16,0-6 4 0,-2-4 2 16,-3-6 4-16,0-8 1 0,-2-3-5 0,-1-5-2 15,-2 0-1-15,-1-2-1 0,-2-3-4 16,0 1-6-16,-1-3-3 0,-1 3-4 0,1-2-3 15,1 2-1-15,3 2-2 0,0 0-1 16,2 6 1-16,3 1-2 0,0 4 0 0,5 0-13 16,0 6-20-16,1 2-55 0,3 4-73 0,-1 4-82 15,4 1-120-15,0 3-178 0,2 1-289 16,2 3-254-16,2-2-192 0,0 2-92 0,3-1 279 16,0-1 526-16</inkml:trace>
  <inkml:trace contextRef="#ctx0" brushRef="#br1" timeOffset="30030.71">7320 7557 251 0,'3'-10'1172'16,"-5"5"605"-16,-1-1-147 0,-3 4-371 0,0 2-493 16,-4 2-289-16,-1 4-208 15,-1 1-106-15,-3 4-60 0,0 4-32 0,-1 2-21 0,-2 4-12 16,4 4-8-16,-2 0-7 0,3 4-5 0,3 3-5 16,3 0-4-16,2 1-4 0,4-1-5 15,4-4-3-15,2-1-1 0,3-6-2 0,4-5-1 16,1-5-2-16,4-6-2 0,-1-5-5 15,3-5-5-15,-3-2-5 0,3-5-4 0,-2-2 1 16,-2 1 2-16,-1-2 6 0,-3 1 6 0,0 1 7 16,0 5 3-16,-5-1 2 0,1 5 2 15,-4 0 1-15,0 4 0 0,-3 5 1 0,0 3-1 16,-1 4 0-16,-1 5 0 0,0 0-6 16,2 6-22-16,-1 0-67 0,1 0-84 15,0 1-179-15,3-1-280 0,2 2-349 0,2-1-417 16,3-3-279-16,1-1 110 0,5-1 805 0</inkml:trace>
  <inkml:trace contextRef="#ctx0" brushRef="#br1" timeOffset="30987.87">7843 8207 190 0,'2'6'773'0,"-1"-1"409"16,-1-1 61-16,0-4-150 0,0 2-445 0,0-2-255 16,0-2-118-16,0-4-51 0,0-4-10 0,0-3-12 15,2-6-23-15,1-4-30 0,0-6-33 16,2-4-16-16,0-5-13 0,3-3-7 0,-2-4-11 15,-1-1-4-15,1 2-6 0,-2 1-4 16,-1 4-11-16,-2 2 4 0,-1 6 9 0,-1 5 6 16,-1 5 4-16,1 6-8 0,-3 2-10 0,-1 6-13 15,1 5-14-15,-3 5-9 0,0 6-6 0,0 9-2 16,2 5-2-16,1 8-6 0,0 5-2 16,4 4-3-16,2 2 3 0,1 0 2 0,5 2 0 15,-1-4 4-15,3-2 4 0,0-2 1 0,1-3-6 16,3-6-1-16,-2-4-2 0,0-5-1 15,1-5 0-15,2-4 0 0,-2-7 2 0,0-7 2 16,1-7 0-16,-1-3 3 0,-1-8 0 16,1-5 1-16,1-7-1 0,-1-2-1 0,-2-4-1 15,1 2 0-15,-2 2-1 0,-2 4 0 0,1 2 0 16,-2 7-1-16,-2 5 1 0,-1 4-2 16,0 4 2-16,-1 9 2 0,0 2-1 0,1 11 2 15,-4 5 0-15,2 4 2 0,1 8-1 0,-3 4-1 16,2 2-1-16,-1-1-1 0,3 1-1 15,-1-2 0-15,3-2-2 0,-1-6 0 0,3-3 0 16,-2-3-1-16,2-6 0 0,0-3 1 16,1-8 2-16,2-7 1 0,-1-7 1 0,4-10 0 15,-1-7 1-15,2-7-1 0,-2-7-2 0,4-1-1 16,-4-1-2-16,3 1 1 0,-3 3 0 16,-2 3 1-16,1 4 1 0,-2 6 0 0,-2 5 0 15,0 7 1-15,-4 4-2 0,1 3 0 16,-2 8-1-16,2 3 0 0,-3 8 2 0,1 3 2 15,-3 6 0-15,2 4 1 0,-1 5 0 0,-1 3 0 16,3 2-3-16,0 1 0 0,2 1-5 16,1 0-13-16,1-5-38 0,-1 2-79 0,3-8-95 15,-1-3-172-15,2-5-296 0,2-4-350 0,-2-7-366 16,3-4-186-16,-1-8 193 0,0-5 691 16</inkml:trace>
  <inkml:trace contextRef="#ctx0" brushRef="#br1" timeOffset="31267.47">8729 7749 8 0,'19'-16'395'0,"-2"5"385"0,-4 0 331 16,-2 3 64-16,0-1-261 0,-3 3-148 0,-2 0-114 0,1 2-122 16,-3-2-110-16,1 2-81 0,-4-3-90 15,-1 0-86-15,0 0-62 0,0-2-36 0,-3 0-22 16,0-3-13-16,-3 1-9 0,1 1-7 16,-1-3-4-16,-1 2-4 0,-3 0-1 0,2 3-1 15,-2-1 2-15,2 3 0 0,-3 4-1 0,3 4-1 16,-2 4-1-16,1 7-1 0,1 2-2 15,0 4 0-15,2 1-1 0,-2 7 2 0,4 1 0 16,0 3 2-16,1 3-1 0,3 2 1 16,0 0-2-16,2 2-1 0,1-3-1 0,2 0-1 15,2-5-1-15,0-2-1 0,2-3-2 0,4-3-4 16,-2-6-14-16,2-5-48 0,2-5-77 16,-2-6-137-16,1-5-248 0,-1-6-316 0,1-4-385 15,0-6-355-15,-1-5-75 0,0-2 604 0</inkml:trace>
  <inkml:trace contextRef="#ctx0" brushRef="#br1" timeOffset="31543.19">9001 7022 57 0,'0'-32'650'16,"0"9"600"-16,0 7 264 0,-2 6-119 0,1 5-392 16,-1 7-382-16,0 7-194 0,1 4-128 15,-1 6-88-15,2 5-66 0,2 8-38 0,-1 4-24 0,3 6-14 16,-1 4-13-16,3 6-13 0,0 7-10 15,1 3-8-15,-1 5-8 0,1 3-5 0,0 3-4 16,-1 1-3-16,2 1-2 0,1-3-2 16,1-3-2-16,-2-4-2 0,4-6-3 0,1-8-7 15,-3-7-11-15,1-6-19 0,2-9-38 0,-4-6-77 16,-1-9-99-16,-2-6-183 0,-4-8-292 16,0-6-343-16,-2-8-363 0,-4-4-176 15,0-7 233-15,-4-3 727 0</inkml:trace>
  <inkml:trace contextRef="#ctx0" brushRef="#br1" timeOffset="31700.06">8876 7436 419 0,'-7'-3'1389'0,"3"3"367"0,-1 2-281 0,2 3-361 16,-2-1-494-16,4 2-273 0,-1-2-178 16,2 3-87-16,3-1-40 0,3-1-19 15,2-1-11-15,5-1-4 0,3 0-3 0,1-2-1 16,7 1-1-16,1-2-17 0,2 0-75 0,1 0-88 15,1 3-187-15,-1-2-285 0,-2 5-333 0,1 3-393 16,-2 2-219-16,-1 2 164 0,-1 6 759 16</inkml:trace>
  <inkml:trace contextRef="#ctx0" brushRef="#br1" timeOffset="32171.97">9421 7806 619 0,'-1'10'1636'16,"-3"1"150"-16,0-2-365 0,-2-3-367 15,1-1-473-15,2-5-291 0,-1 0-138 0,3-4-63 16,1-3-36-16,1-2-19 0,4-5-17 16,0 0-9-16,6-3-5 0,0-2-3 0,0 5-1 15,5-3-1-15,0 5 1 0,1 2-1 0,2 5 2 16,0 5 1-16,0 5 1 0,0 5 1 16,-2 5 0-16,-1 6 3 0,0 5-2 0,-2 5 1 15,-3 3 0-15,2 0-1 16,-2 2-1-16,-1 0 0 0,-1-5-1 0,2-2 0 0,-3-7-2 15,0-4-1-15,2-4 0 0,-1-7 0 0,-1-5 1 16,0-6 1-16,1-11 1 0,2-4 1 16,-1-6 0-16,2-7-1 0,-1 0 0 0,2-4-1 15,-2 1-1-15,0 1-1 0,-1 5-1 0,1 3 0 16,-2 4 0-16,-2 4-1 0,0 4 1 16,1 5 2-16,-3 3 2 0,2 6 2 0,-3 5 2 15,2 3 3-15,-1 6 1 0,0 2 0 0,1 6 0 16,-1 0-2-16,4 3-1 0,1 1-2 15,1 1-2-15,2-1 0 0,1-1-2 0,3-1 0 16,1 0-1-16,2-4 0 0,1-4 0 16,-2-4 0-16,1-6 0 0,0-3-1 0,-2-3 2 15,1-3-2-15,-3-2 1 0,0 0 0 16,-3 1-1-16,-1 0 0 0,-1 2-1 0,-1 3 0 16,1 4-6-16,-3 2-10 0,0 3-30 0,-2 5-68 15,-3 3-85-15,-1 5-184 0,1 1-286 0,-2 4-337 16,-2 2-386-16,-4 2-240 0,-1 4 135 15,0-2 775-15</inkml:trace>
  <inkml:trace contextRef="#ctx0" brushRef="#br2" timeOffset="39130.24">14677 3742 69 0,'4'0'326'0,"0"1"192"0,1-1 162 16,-4 2-75-16,-1-1-151 0,0 3-96 0,0 0-36 16,-1 2-8-16,-3 0 7 0,1 1 7 0,-2 2-11 15,-1 1-31-15,2-1-34 0,-5 1-39 16,3 2-36-16,0 2-28 0,-3 0 7 0,0 0 20 16,1 3 15-16,-1 1 10 0,1 1-7 15,0 1-19-15,-1 1-43 0,-1 0-41 0,4 1-36 16,0 3-25-16,-2-2-16 0,0 2-8 15,3 0 2-15,2 0-2 0,-2 0 1 0,2 2 1 16,0-1 9-16,-1 2 8 0,1 0 5 0,-1-2 3 16,2 2 8-16,-1 0 0 0,2-3-9 15,-3 3-8-15,3-3-3 0,-2 2-1 0,1-1-3 16,-3 1-2-16,3 0 2 0,-2 0 0 0,-2 1 0 16,3 1-8-16,-4 2-6 0,2 0-3 15,0 1-4-15,1 1 0 0,-1-1-1 0,2-1 5 16,-2 2 2-16,4-3 2 0,-1 2 0 15,0-2-1-15,2 1 0 0,-1-2 0 0,-1 1 5 16,2-4 3-16,0 4 2 0,0-2-1 16,0 0 3-16,-1 3 2 0,-1 0-6 0,0 1-1 0,-1 0 0 15,0 3-1-15,-1-1 0 0,1-1-2 16,-1 3-1-16,1-1 0 0,1-2-2 16,1-1 0-16,-1 0-1 0,2 0-7 0,0-2-3 0,0-2 3 15,2 0 1-15,-1 0 1 0,1-1 1 16,0-1 7-16,-1 2 1 0,3-3-3 0,-3 2-2 15,1 2-2-15,2-2-1 0,-2 0-2 16,-1 3 1-16,2-2-1 0,-1 0 1 0,1 1 1 16,-1-1 1-16,-1 2 1 0,1-3 0 0,1 4 1 15,-3-3 1-15,4 2-1 0,-4 0 1 16,1 1-1-16,-1 0 1 0,0 2 0 0,2-2-1 16,-2 2 0-16,1 0-1 0,-1 0 0 15,0-2-1-15,0 2 0 0,3-2 0 0,-3 0-1 16,0-1 1-16,2 0 0 0,-2 1 2 0,1-3 2 15,-1 0 0-15,0 3 1 0,0-5 1 0,2 2 0 16,-2 0 0-16,1-2 0 0,-1 1-2 16,0-1 0-16,2 0 1 0,-2 0-2 0,2 1-1 15,-1-2 0-15,-1 2-1 0,3-2 1 16,-3 1 0-16,0 1 1 0,2 0 0 0,-2-2-1 16,0 4 0-16,0-4 0 0,0 3-1 0,0-2-1 15,-2 1 1-15,1 0 0 0,-1 0 2 16,-1-1 2-16,1 0 1 0,1-3 2 0,-1-1 1 15,2-1-1-15,-1-2-1 0,1-4-2 0,0-4-2 16,0 0-1-16,1-3 0 0,1-3 1 16,-1-1-1-16,3 2 2 0,-1-5 0 0,0 0 2 15,0-1-1-15,1 0 0 0,-3 0 0 16,1 0 0-16,-1 3 0 0,1-3-1 0,1 0-1 16,-2 0 0-16,-1 2 0 0,3 2 0 0,-1-2 0 15,0 3 1-15,-1 2 1 0,3 1-1 16,-4 0-1-16,1 1 1 0,1 1 0 0,-1 1-1 15,-1 2 1-15,2-1-2 0,0 0 2 0,-1 1-2 16,-1 1 0-16,3-3 1 0,-1 4-2 16,2-2 0-16,-2-1 0 0,1-2 0 0,0 2 1 15,1-1-2-15,0 0 1 0,0-3-1 16,0 0 1-16,0-1 0 0,2 1-1 0,-2-3 1 16,0 3 1-16,0-3 0 0,1 2 1 15,-2-1 0-15,1-2 2 0,2 2 0 0,-3-1 0 16,0 1 1-16,0-1 0 0,0 1 1 0,1-2-1 15,-1 1 0-15,-2 1 0 0,3-2 0 0,-3 2-1 16,4 0 0-16,-5 0 0 0,1 2 0 16,-1-1-1-16,0 1 0 0,2 1-1 0,-2-1 0 15,1 0-1-15,-1-1 0 0,0 1-1 16,2-2 0-16,-2-2 0 0,2 1-1 0,-1 0 1 16,-1-3-1-16,2 2 1 0,-1-3-1 0,1 0 0 15,-2 2 0-15,3-3 1 0,-1 0-1 16,0 0 1-16,-1 0 0 0,-1 0 1 0,3 0-1 15,-3 0 1-15,3 2-1 0,-3-2 2 0,0 0-1 16,3 2 2-16,-1-2 0 0,1 0-1 16,0 4 2-16,2-2-2 0,2 1 1 0,2 1-2 15,-1 0 0-15,3 0-1 0,1-1 0 16,1 1 0-16,4 0-1 0,-1-2 1 0,3 1 0 16,0 0 1-16,0-1 1 0,3-1 0 0,2-1 0 15,0 0 1-15,1 0-1 0,0 0-1 16,2-1 0-16,-3-1 0 0,3-1-1 0,-2 1-1 15,2-1 0-15,-2 1 0 0,-1-1 0 16,-2 0-1-16,2 0 0 0,-2 0-1 0,0 0 0 16,-3 1-3-16,2 1-6 0,-4 1-12 0,2 1-19 15,0 1-43-15,-5 0-81 0,-2-1-139 0,-2 2-262 16,0 0-316-16,-2 1-398 0,-2 0-386 16,-3-1-55-16,-1 1 659 0</inkml:trace>
  <inkml:trace contextRef="#ctx0" brushRef="#br2" timeOffset="39479.29">15263 7711 377 0,'-6'-14'1058'0,"2"1"335"0,-3 1-104 16,2 0-230-16,2 2-514 0,3 1-174 0,0-2-109 15,5 3-55-15,1-3-35 0,2 6-19 16,3-1-16-16,4 2-38 0,0 2-22 0,3 4-14 15,2 1-6-15,2 1-4 0,-1 4-9 0,4-1-18 16,2 4-13-16,0-1-5 0,1 1-5 0,-1 0-2 16,2 0 1-16,-4 1 0 15,1-2-1-15,-3 3 0 0,-1-1 2 0,-3 1-1 0,-1 1 1 16,-6 1 1-16,-1 2 6 0,-3 0 6 16,-5 3 6-16,-3 1 6 0,-3 0 4 0,-3 3 3 15,-5 1-5-15,-2 1-3 0,0 2-7 0,-4 0-4 16,-2 2-5-16,0-1-3 0,-1 3-3 15,-2-1-2-15,2 2 0 0,0-1-4 0,2-1-2 16,3 0-1-16,3-5-4 0,2-2-16 16,5-3-55-16,3-4-82 0,6-4-153 0,2-5-271 15,8-7-327-15,5-5-397 0,3-8-323 16,8-3 25-16,4-7 714 0</inkml:trace>
  <inkml:trace contextRef="#ctx0" brushRef="#br2" timeOffset="40779.04">17257 7446 104 0,'6'-10'646'0,"-6"2"455"0,-2 0 155 0,-2 1-75 16,0 1-327-16,-3 0-230 0,-3 2-150 15,-2 1-93-15,-1 2-69 0,-4 1-63 0,-1 4-76 16,-2-2-63-16,-2 4-37 0,1 2-22 15,-2 3-13-15,1-3-9 0,2 2-6 16,2 1-6-16,0 3-5 0,6-2-4 0,0 1-3 16,5 3-4-16,2 1-1 0,3 2 0 0,4 3-1 15,3-2 0-15,2 1 1 0,5 2 0 0,-1-2 1 16,6 0-1-16,-1-1 1 0,4-1-2 16,2-1 1-16,-1 0 0 0,1-2-1 0,-1 0 0 15,-1 0 1-15,-6-3-1 0,1 3 2 0,-4-2 0 16,-5 3 2-16,-1 2 2 0,-5-2 0 15,-5 3 2-15,-3 1 0 0,-3 3-1 16,-3-2-1-16,-2 1-1 0,-3 2-2 0,0-2-1 16,0-3 0-16,0 2-1 0,0-6-1 0,3 1-1 15,2-5-1-15,3-4-6 0,3-1-11 0,5-3-22 16,1-8-41-16,5-3-62 0,6-6-64 16,0-5-65-16,7-4-107 0,1-8-145 15,5 1-206-15,0-4-213 0,5 0-217 0,0-1-145 16,0 1 199-16,2 2 473 0</inkml:trace>
  <inkml:trace contextRef="#ctx0" brushRef="#br2" timeOffset="41277.85">17526 7578 213 0,'19'-14'692'0,"-5"1"395"15,-1 4 117-15,-7-1-200 0,2 5-278 16,-3 2-152-16,0 0-95 0,-2 1-67 0,1 4-50 0,-2 1-48 16,-1 4-64-16,-1 5-67 0,-1 3-53 15,-5 5-37-15,1 4-23 0,-1 4-18 0,-4 2-13 16,-1 4-9-16,0 3-8 0,1 1-6 0,0 1-6 15,0 0-4-15,4-3-3 0,-1-3-2 16,6-5-1-16,-1-4-2 0,5-4-1 0,2-4 0 16,1-4 0-16,6-6 1 0,3-4 2 0,1-8 0 15,6-7 1-15,2-6 0 0,3-6-2 16,3-3 0-16,0-3 0 0,0-1-1 0,0-2-1 16,-2 4 1-16,-4 2 0 0,2 2 0 15,-8 2 0-15,-2 6 0 0,-2 2 1 0,-4 4 0 16,-2 4 1-16,0 2 0 0,-4 3 1 15,-2 1 1-15,-2 5-1 0,-2 3 1 0,-1 3 0 16,2 1 0-16,-5 2 0 0,3 1-1 0,-1 0 1 16,3 1-1-16,-1-1 1 0,2 0-1 15,0 3 0-15,0-2 0 0,3-3-1 0,1 4-1 16,-1-2 1-16,4 2 0 0,0-2-1 16,1 0 1-16,1 1 1 0,0 0-1 0,-1 3 1 15,1 0-1-15,-3 2 1 0,0 1 0 0,-5 4 2 16,-1 1-1-16,-4 2 0 0,-4 5 0 15,-2 4-1-15,-2 1-1 0,-6 5-1 0,-2 2 1 16,-1 2 0-16,-1 4 1 0,0 0 1 0,0 1-1 16,0 1 1-16,1-3-2 0,5-3-2 15,2-6-9-15,3-8-13 0,6-7-25 0,2-10-70 16,0-11-91-16,9-11-181 0,2-8-282 0,5-11-343 16,3-8-407-16,1-9-241 0,2-4 153 15,1-7 775-15</inkml:trace>
  <inkml:trace contextRef="#ctx0" brushRef="#br2" timeOffset="41608.71">18236 7060 280 0,'8'-30'1073'0,"-2"6"601"0,-3 6-93 0,-1 5-341 0,-1 4-506 16,-1 6-272-16,-3 6-177 0,2 9-118 0,-3 7-59 15,0 12-31-15,-1 7-16 0,0 9-12 16,1 9-10-16,-3 8-11 0,6 5-9 0,-3 3-5 15,2 3-4-15,4 1-3 0,3 1-3 0,3-2 0 16,2-3-1-16,5-6-1 0,3-6-2 16,4-7-1-16,3-12-1 0,4-9 1 0,-1-7 0 15,2-8 1-15,-1-10-1 0,-4-7 1 16,1-6 0-16,-3-7 0 0,-4-5-1 0,-3-7-1 16,-4-2 2-16,-2-2 0 0,-7-1 1 0,-3-2 1 15,-5 0 1-15,-4 2 0 0,-7 1-2 16,-3 2 2-16,0 0-2 0,-5 3-1 0,-1 4 0 15,-2 4-1-15,-1 4-2 0,1 6-1 0,-3 8-2 16,3 3-1-16,0 9-9 0,3 4-26 16,4 4-75-16,2 2-107 0,4 3-220 0,6 0-297 15,4 0-371-15,4 1-439 0,3-3-184 0,5 0 382 16,4 1 840-16</inkml:trace>
  <inkml:trace contextRef="#ctx0" brushRef="#br2" timeOffset="42867.38">17336 7603 153 0,'-5'1'401'16,"2"2"199"-16,-3-1 154 0,1 0-149 15,2 0-172-15,-2 2-85 0,2-2-33 0,2 1-13 16,-1-1-19-16,0 0-23 0,1 0-27 0,-1-1-31 15,2-1-34-15,0 1-34 0,0-1-28 16,0 0-22-16,0 0-12 0,0 0-8 0,0 0-10 16,0 0-7-16,0 0-4 0,0 0-5 15,0 0-6-15,0 2-8 0,2-2-8 0,1 1-6 16,0 1-7-16,2 1-5 0,3 2-1 0,3 1-2 16,0-1 6-16,0 2 1 0,3 1 4 0,-1 0 1 15,1-1-1-15,-3 1 2 0,2-1 0 16,-4 1-2-16,1 1 15 0,-4-1 19 0,0 0 22 15,-2 1 22-15,-3 3 12 0,-2 2 2 0,-5 1-11 16,-1 2-15-16,-1-3-16 0,-2 4-23 16,-2 0 2-16,-1 1 14 0,-1-2 12 15,1 0 8-15,1-1 6 0,-1-1 1 0,2-1-10 16,3-3-18-16,-1 0-14 0,2-2-13 0,3-1-10 16,0-2-6-16,1-1-5 0,2-3-4 0,-1 3 0 15,2-2-2-15,2 0 0 0,-1 0-1 16,2 0 2-16,1 0 2 0,2 2 1 0,0 0 2 15,4 1-2-15,-1 2 0 0,-1-1-2 0,5 0 1 16,-1 2-3-16,1-1-8 0,3-2-49 0,-2 2-53 16,2-3-87-16,0-3-164 0,1-2-297 15,0-2-313-15,-1-3-253 0,3-3-176 0,1 0 198 16,0-7 592-16</inkml:trace>
  <inkml:trace contextRef="#ctx0" brushRef="#br2" timeOffset="43854.44">18821 7146 12 0,'2'-6'396'0,"-2"2"339"0,1 2 269 15,-1-1 92-15,0 0-298 0,2 0-241 0,-2 0-141 16,1 1-59-16,-1-1-16 0,0 3-12 0,0 0-21 15,0 0-26-15,0 0-28 0,0 2-48 16,0 1-54-16,0 3-50 0,-1 6-32 0,-1 7-21 16,2 7-15-16,0 8 1 0,-1 8-1 0,1 5-3 15,0 3-5-15,1 3-2 0,2 2-3 16,-1 0-6-16,6-2-5 0,-4-1-3 0,4-4-1 16,2-4-1-16,-1-5-3 0,2-3-1 0,1-7-1 15,2-4-2-15,-1-3 0 0,-1-8 0 16,1-3-1-16,1-5 2 0,-1-6 1 0,-1-4 0 15,2-7 1-15,-2-4-1 0,2-4 0 16,-3-4 0-16,0-2-1 0,0-2 0 0,-2 0 1 16,0-2 1-16,0 3 2 0,-1 3 0 0,-4 1 1 15,1 3 1-15,-1 2 5 0,-3 7 3 16,-1 1 0-16,0 3 0 0,-5 6-1 0,0 3-2 16,-1 5-5-16,-2 4-2 0,-3 7-1 0,2 2 0 15,1 5 1-15,-5 4-1 0,5 1 0 0,2 3-2 16,1 1-2-16,3 1 0 0,2 0-2 15,2 1-1-15,1-4-9 0,5-4-20 0,0-2-46 16,6-6-76-16,-1-6-83 0,3-6-141 16,1-8-195-16,5-6-313 0,0-6-290 0,4-6-188 15,1-7-34-15,3-4 412 0,2-2 528 0</inkml:trace>
  <inkml:trace contextRef="#ctx0" brushRef="#br2" timeOffset="44135.51">19400 7780 8 0,'22'-23'413'0,"-3"4"457"0,-4 5 323 15,-5 3 10-15,-2 6-290 0,-2 5-194 0,-4 6-152 16,-4 8-130-16,-4 4-88 0,-2 5-59 15,2 7-70-15,-2 1-73 0,-2 2-59 0,4 0-35 16,3 0-21-16,1-2-12 0,4-3-10 0,1 0-4 16,3-8-4-16,5-1-1 0,0-7-2 15,2-3 0-15,3-6 2 0,0-6 0 0,1-4 0 16,0-5 1-16,-1-2 0 0,-2-5 0 16,-1-1-2-16,-3-3 3 0,-1 0 3 0,-4 1 0 15,-4-1 2-15,-2 3 5 0,-4 2 4 16,-6-2 3-16,-2 3 0 0,-4 3 0 0,-2 0-3 15,-5 4-3-15,-1 3-5 0,-2 5-4 0,2 2-2 16,3 4-2-16,0 7-1 0,1 1-3 0,3 4-1 16,5 4-1-16,5 1-2 0,1 0-10 15,7 1-38-15,7-1-73 0,1 0-83 0,4-5-163 16,2 1-292-16,7-5-338 0,1-3-342 16,3-3-199-16,6-4 115 0,-1-4 674 0</inkml:trace>
  <inkml:trace contextRef="#ctx0" brushRef="#br2" timeOffset="44352.43">19996 7692 161 0,'3'-12'1091'0,"-1"3"651"0,-6 4-145 0,0 4-356 0,-4 4-442 16,-2 4-326-16,-1 4-228 0,-2 8-101 0,4 1-49 16,-5 4-30-16,2 3-21 0,2 3-15 15,0 2-12-15,2 4-6 0,2-1-3 0,-2 1-4 16,5 1-2-16,-2 3-3 0,3-1 0 0,-1 3-3 15,-2-1-4-15,2 1-13 0,0-2-34 16,-1-4-77-16,-1-5-95 0,-2-4-176 0,3-7-294 16,-3-5-338-16,1-8-367 0,3-7-182 0,-2-6 198 15,0-9 701-15</inkml:trace>
  <inkml:trace contextRef="#ctx0" brushRef="#br2" timeOffset="44520.63">19873 7377 654 0,'1'-24'1493'0,"-1"9"171"16,-3 6-280-16,-2 8-360 0,-1 5-451 0,-2 5-253 16,0 4-143-16,0 4-66 0,3 3-42 0,0 0-28 15,5 2-19-15,0 2-13 0,5 1-8 16,3 0-5-16,0 2-27 0,5 2-84 0,-2-2-125 0,3 1-253 16,0 1-292-16,3 1-374 0,0-2-419 15,1 0-86-15,4 2 548 0</inkml:trace>
  <inkml:trace contextRef="#ctx0" brushRef="#br2" timeOffset="44699.61">20356 8044 249 0,'7'11'1350'0,"-6"3"525"0,-2 2-292 0,-6 2-394 16,1 4-423-16,-3 2-375 0,-3 3-194 16,4 2-86-16,-1-1-41 0,1 1-29 15,3-3-18-15,2-1-15 0,6-6-17 0,-1-5-44 16,1-7-92-16,5-4-188 0,-2-9-264 0,4-6-336 15,-1-8-436-15,4-7-413 0,-2-8 103 0,1-4 897 16</inkml:trace>
  <inkml:trace contextRef="#ctx0" brushRef="#br2" timeOffset="44831.32">20528 7367 841 0,'-6'-9'1722'0,"-2"5"-3"0,-3 4-387 0,-3 4-379 16,1 5-450-16,-1 5-273 0,1 2-120 0,1 4-56 15,1 1-31-15,1 2-62 0,5 4-92 16,1 1-173-16,2 0-269 0,4 2-316 0,-1-1-402 16,2 1-349-16,2-2 48 0,2-1 758 15</inkml:trace>
  <inkml:trace contextRef="#ctx0" brushRef="#br2" timeOffset="45482.63">21172 7596 182 0,'-9'8'740'15,"-3"1"413"-15,2 0 73 0,2 1-147 0,0-3-459 16,4 3-266-16,4-2-136 0,4 1-70 0,4 2-35 15,6-4-18-15,2 2 18 0,6-3 30 16,4 0 7-16,6-4-10 0,1-2-12 0,5-2-7 16,2 0-35-16,2-4-35 0,-4 2-21 15,1 2 26-15,-8-3 21 0,-2 5 18 0,-6 2 13 16,-2 2 6-16,-9 3 2 0,-2 5-28 0,-4 3-17 16,-9 6-15-16,-1 4-13 0,-8 4-9 0,-2 4-6 15,-2 3-5-15,-4 0-4 16,1 3-4-16,-3-2-2 0,1 1-3 0,3-2-5 15,1-1-3-15,4-5-3 0,3-2-1 0,5-1-3 16,3-3-1-16,7-2-2 0,4-1-8 0,4-4-19 16,4-2-61-16,3-3-81 0,2-2-154 15,1-3-277-15,6-3-326 0,-4-2-394 0,5-2-296 16,-1-3 37-16,-2-3 701 0</inkml:trace>
  <inkml:trace contextRef="#ctx0" brushRef="#br2" timeOffset="46091.73">21847 8274 188 0,'-1'7'807'0,"-1"0"410"0,1-1 25 16,-1-3-167-16,4-6-439 0,-1 0-310 16,7-7-122-16,1-5-39 0,3-4 17 0,5-6 22 0,2-3 3 15,5-6-4-15,-1-4-10 0,2-2-27 16,2-2-37-16,-3-1-39 0,2 3-20 0,-3 2-20 15,-2 4-13-15,-5 6-3 0,-4 5 5 16,-2 4 7-16,-2 5 6 0,-3 6 3 16,-2 3-9-16,-3 6-7 0,-3 9-10 0,-2 4-11 15,-3 7-6-15,0 8-5 0,-3 2-4 0,1 7-2 16,1 1 0-16,-2 1-3 0,4 0 1 0,1 2-1 16,-1-5 0-16,4-1 0 0,3-5 0 15,2-6-1-15,1-2 0 0,4-8 1 0,1-6 0 16,2-4 2-16,5-11 1 0,4-6 0 15,-2-6 2-15,4-9-2 0,1-3-1 0,0-7 2 16,2-1-2-16,-1-5-1 0,-1 5 0 16,-2-1 1-16,-2 6-1 0,-2 2 0 0,-2 6 1 15,-4 4-1-15,-2 5 2 0,0 5 1 0,-5 4 0 16,-2 6-1-16,-1 4 2 0,-1 7-1 16,-2 5 1-16,-2 2-1 0,1 8 0 0,-1-1 0 15,1 4 0-15,0 0-2 0,0-1-1 0,4 1-1 16,0-2 1-16,0-4-2 0,4-1 0 15,0-5 0-15,1-3 0 0,2-2 2 0,3-6-1 16,0-5 1-16,1-5 1 0,3-6 1 0,-1-2 0 16,3-7-1-16,-2-2 0 0,3-6 0 0,1 2 0 15,-1-2 0-15,-2 1 0 0,0 1 0 16,-2 2 0-16,1 3 0 0,-3 3 0 16,-3 3 0-16,1 5 0 0,-2 4-1 0,-2 3 2 0,0 6 0 15,-4 6 0-15,2 3 0 0,-3 4 1 16,0 4 0-16,-1 4-1 0,1 1 0 0,-2 3-2 15,4-2-3-15,-1 3-17 0,4-4-54 16,-4-2-79-16,2-2-130 0,4-3-241 0,-1-3-316 16,7-3-375-16,-4-5-328 0,6-3-78 0,4-6 534 15,-2-2 701-15</inkml:trace>
  <inkml:trace contextRef="#ctx0" brushRef="#br2" timeOffset="46248.53">23013 8091 378 0,'1'16'1412'0,"1"7"397"0,-5 4-289 0,-4 4-369 15,-1 3-469-15,-3 1-299 0,2 2-183 16,-1 0-81-16,-1-1-44 0,3-2-29 0,5-5-20 16,1-8-15-16,4-4-19 0,1-10-44 0,4-8-89 15,0-10-141-15,3-8-240 0,1-7-317 16,1-10-397-16,0-5-397 0,-1-6-46 0,0-4 617 16</inkml:trace>
  <inkml:trace contextRef="#ctx0" brushRef="#br2" timeOffset="46395.26">23087 7624 135 0,'0'-39'758'0,"0"8"502"0,-5 6 122 0,0 9-120 16,1 7-384-16,-3 5-326 0,-1 7-173 0,1 2-106 16,0 6-74-16,2 4-67 0,2 4-56 0,3-2-36 15,3 5-18-15,2 2-11 0,4 1-17 16,-1 0-71-16,4 1-77 0,2 0-149 0,-2 0-268 16,6-1-315-16,-2 1-372 0,2 0-247 0,3-3 11 15,1 1 624-15</inkml:trace>
  <inkml:trace contextRef="#ctx0" brushRef="#br2" timeOffset="46684.18">23401 7971 241 0,'2'-5'1200'16,"-5"0"596"-16,-4 0-168 0,-2-1-370 15,0-1-479-15,-3-1-297 0,-2 1-210 0,3-2-101 16,-3 1-55-16,1 2-35 0,2 0-25 0,-1 3-15 16,0 1-13-16,0 4-9 0,2 5-7 0,1 3-5 15,0 7-3-15,4 4-4 0,2 4 0 16,3 4 0-16,1 1-1 0,2 2-2 0,5 2-2 15,0-1 0-15,2 1 0 0,0-5-4 16,3-4-3-16,2-2-4 0,0-8-3 0,4-4-5 0,-3-6-5 16,1-6 0-16,-1-5-1 0,1-5 4 15,0-3 3-15,-4-4 5 0,0 1 5 16,-1-2 5-16,-2 1 4 0,-2 1 3 16,-3 4-1-16,0 1-2 0,-2 3-10 0,0 4-17 0,-3 2-36 15,-3 5-66-15,2 2-75 0,-3 3-107 16,3 3-176-16,-1 3-303 0,2 1-308 0,2 1-236 15,-1 1-141-15,3 1 249 0,2-2 623 0</inkml:trace>
  <inkml:trace contextRef="#ctx0" brushRef="#br2" timeOffset="47612.44">23568 8550 42 0,'10'-9'499'15,"3"-6"393"-15,3-5 219 0,-2-5 14 0,5-7-336 16,2-7-289-16,2-4-79 0,4-5-28 16,3-3-25-16,0-1-58 0,-1-1-47 0,1 0-49 15,-3 4-66-15,-2 6-61 0,-3 3-43 0,-1 9-17 16,-5 6-2-16,-1 5 3 0,-3 9 3 16,0 6 9-16,-4 10 4 0,-2 6 3 0,-1 9-11 15,0 7-7-15,-2 5-7 0,-2 6-7 16,-1 4-7-16,2 1-3 0,-2 4 0 0,1-1 0 15,1 1 1-15,1-3-1 0,1-1 0 16,0-5-2-16,3-4 1 0,2-6-3 0,2-8 0 16,0-3-1-16,5-11 0 0,-1-10 0 0,3-6 0 15,3-8 1-15,0-8 2 0,1-3 0 16,3-8 1-16,-2 0 1 0,-2-2 1 0,1 2-1 16,0 0-2-16,-2 5 0 0,-3 5-2 0,-3 4-1 15,-2 5 8-15,0 6 6 0,-4 6 5 16,-1 6 5-16,-2 7 4 0,-2 5 4 0,-1 6-5 15,0 4-5-15,-1 1-4 0,1 4-4 0,-1 1-3 16,4 3-4-16,0-3-2 0,3 1-2 16,1-4 0-16,2-4-1 0,3-2-1 0,4-6 0 15,2-7-1-15,4-6 0 0,3-9 1 0,3-5 0 16,2-7 1-16,1-4 0 0,2-5-1 16,-1-4 0-16,0 2 0 0,-4 3-2 0,-2 2 1 15,-1 4 0-15,-3 7 0 0,-7 3 0 0,0 8 0 16,-4 5 0-16,-5 9 0 0,-2 5 0 15,-3 10 0-15,-3 4-1 0,-3 6-1 0,-1 2-1 16,1 5 2-16,0 1-3 0,3-1-11 0,0-4-35 16,1-1-84-16,2-4-133 0,2-7-261 15,1-4-315-15,2-5-398 0,0-5-426 0,4-8-61 16,1-4 645-16</inkml:trace>
  <inkml:trace contextRef="#ctx0" brushRef="#br2" timeOffset="49895.47">21688 2845 231 0,'0'7'615'0,"-2"-1"292"0,0 0 96 16,2-1-197-16,0-3-286 0,2 3-148 0,0-3-90 15,-2 2-46-15,1-2-27 0,-1 0-26 16,2 1-29-16,-1-2-35 0,1 1-14 0,2 1 18 16,0-2 20-16,-1-1 10 0,2 0 2 0,-4 0 37 15,6 0 0-15,-4-1-14 0,2-2-21 0,1 0-16 16,-2-4-16-16,3 1-48 0,-1-4-15 15,2 0-18-15,1-5-14 0,3 0-6 0,0-4-3 16,-1-1 13-16,5-4-4 0,2-1-3 0,-1-5 5 16,2 1 1-16,1-4 2 0,2 1-8 0,-2 0-6 15,2-2 3-15,0 0-5 0,-5-3-4 16,4 2 1-16,-2 0-4 0,-2 2 3 0,2 0-5 16,-5 2-1-16,2 3-1 0,-5 2-2 0,0 2 1 15,0 3-2-15,-3 4-2 0,-1 2 1 0,-2 3-1 16,-2 2 3-16,1 2 3 0,-1 3 1 15,-1 0 1-15,-1 0-1 0,-1 3-1 0,0 2-3 16,2 2-2-16,0 3-2 0,-2 4-1 0,0 1 5 16,1 5 1-16,-1 1 1 0,0 4 0 0,0-1 0 15,0 5 2-15,0 2-5 0,0 1 2 0,0 3-5 16,0 0 0-16,-1 1-1 0,1 1-1 16,-4 1-1-16,3 0-1 0,-1 0 2 0,1-2 1 15,-1 3 0-15,-1-5 1 0,0 3-2 0,2-3 3 16,-1-1 3-16,0 1 0 0,1-4 1 0,-3 0-1 15,4 0 1-15,-3-4-4 0,3-2-2 0,0-2-2 16,0-4 0-16,0-1-1 0,0-1-2 16,0-4 1-16,0-1-2 0,0-1 2 0,2-3-1 15,-1-2 1-15,3 0 1 0,-1-2-1 0,0-2-6 16,3-1-13-16,-3-1-19 0,2-2-48 16,-2 1-79-16,0-2-152 0,-1 1-265 0,0 3-320 0,-1 1-402 15,1-1-370-15,0 4-39 0,-1 0 725 16</inkml:trace>
  <inkml:trace contextRef="#ctx0" brushRef="#br2" timeOffset="50132.76">22587 2920 638 0,'5'1'1703'15,"-5"1"141"-15,-5 1-398 0,4-2-381 16,-1 1-467-16,1-2-292 0,-3 0-132 0,4-2-66 15,-1 1-34-15,1 0-24 0,-2-3-18 0,0 3-13 16,2-2-10-16,0-1-5 0,0 1-3 0,0-2-3 16,0 2-1-16,4-1-10 0,-4 0-16 15,1-1-35-15,-1 2-75 0,0-1-104 0,0-1-196 16,0 1-296-16,0 0-358 0,0-1-395 0,2 3-190 16,0-3 275-16,-2 0 768 0</inkml:trace>
  <inkml:trace contextRef="#ctx0" brushRef="#br2" timeOffset="50556.45">22894 2299 269 0,'-2'-9'1035'16,"-1"1"589"-16,2 3-58 0,-3 2-316 0,1 0-503 15,-2 3-288-15,2 4-175 0,-2 3-117 0,-1 5-64 16,3 2-35-16,-2 5-22 0,1 7-10 15,0 3-4-15,-1 8-4 0,1 2-3 0,-2 7-4 16,1 6 6-16,0 0-1 0,4 1-3 0,1-2-5 16,1-5-6-16,7-3-2 0,4-8-8 0,5-5-3 15,1-6-2-15,6-7 1 0,2-8 1 16,2-6 1-16,1-8 1 0,2-7 0 0,-1-6 0 16,-1-6 1-16,-3-4-1 0,1-5-1 0,-5-5 1 15,-2-2-1-15,-3-1 1 0,-4 0 1 0,-4 1 0 16,-6 1-1-16,-3 0 2 0,-3 0-1 15,-8 3 2-15,0-2 1 0,-5 4-1 0,-2 4 0 16,0 0 1-16,-4 6-1 0,-1 5-1 0,0 5-3 16,-3 8-1-16,1 6-1 0,3 6-2 0,-2 8 0 15,2 3 1-15,0 5 0 0,4 3-2 0,1 7-3 16,3 1 0-16,0 5-2 0,3 1 0 16,-1 5 3-16,3 1 5 0,4 0-7 0,1-2-23 15,4-2-58-15,1-4-71 0,4-6-107 0,3-6-171 16,6-4-282-16,0-4-336 0,7-5-269 0,1-8-179 15,0-4 177-15,4-4 595 0</inkml:trace>
  <inkml:trace contextRef="#ctx0" brushRef="#br2" timeOffset="50882.95">23615 2354 188 0,'-4'16'941'0,"0"3"592"0,-4 5 4 0,0 3-256 15,-2 6-463-15,-2 3-316 0,1 3-190 0,0 3-114 16,-2 0-68-16,4 3-51 0,2-3-30 16,1-1-21-16,5-5-13 0,2-2-7 0,8-7-4 15,1-7-2-15,6-5-2 0,1-6-4 0,4-6-6 16,1-6-16-16,0-6-26 0,2-6-34 0,-1-5-38 16,1-4-30-16,-3-5-18 0,-1-2 2 0,-2-2 24 15,-2-3 34-15,-4 1 54 0,1-3 76 16,-7 1 78-16,-1-3 44 0,-3 0 21 0,-2 1 14 15,-7-2-7-15,1 2-33 0,-7 1-35 0,-3 6-26 16,-2 1-17-16,-8 6-13 0,1 7-11 16,-7 6-11-16,-2 11-11 0,-3 8-10 0,2 6-3 15,0 8-3-15,5 7-6 0,0 4-33 0,8 3-84 16,3 3-129-16,2-1-261 0,6 1-307 0,3-2-393 16,0 1-422-16,7-1-65 0,2-1 623 0</inkml:trace>
  <inkml:trace contextRef="#ctx0" brushRef="#br2" timeOffset="51618.71">24815 2582 370 0,'-9'2'886'0,"1"0"340"15,1-2 19-15,1 2-234 0,2-1-304 0,0-1-183 16,1 3-139-16,1-3-87 0,-1 2-66 0,3-1-72 16,3 0-62-16,-1-1-45 0,4 2-26 0,2-1 2 15,2 1 5-15,4-1 4 0,0 1 4 0,3-1 17 16,4 1 6-16,3-2-14 0,-1 0-5 0,6 0-5 16,-3-2-10-16,3-1-17 0,-2 2-8 15,3-4-5-15,0 3-4 0,-1-2-3 0,-1 0 5 16,1 0 1-16,-4 1 0 0,0 2-1 0,-3-2-1 15,-3 3 0-15,-2 0 0 0,-2 0-1 16,-3 2 1-16,-2 0-1 0,0 1 1 0,-6 1-1 16,2-1-10-16,-3 0-27 0,-3 0-61 0,-1 0-69 15,-2-3-128-15,-2 0-197 0,1-2-309 0,-3 0-326 16,1-3-261-16,-1 0-132 0,-2-1 402 16,3-1 613-16</inkml:trace>
  <inkml:trace contextRef="#ctx0" brushRef="#br2" timeOffset="51943.13">25218 2400 355 0,'2'0'906'15,"1"0"306"-15,0 0-29 0,2 0-235 0,1 0-382 16,7 1-179-16,0 0-97 0,4 4-45 0,0 0 0 16,5-1-4-16,4 4-16 0,-1 0-46 0,0 0-28 15,2 4-22-15,2-1-34 0,1 1-27 16,1 1-12-16,1-1-18 0,0 2-7 0,-2-1 0 15,1 1 0-15,-2-1-2 0,-2 2-6 0,-2-2-2 16,-3 1 2-16,-3 0-3 0,-3 1 2 0,-4-1 0 16,1 1 4-16,-8 2-1 0,-4 1-1 15,-6 0-3-15,-1 3-2 0,-8 2-5 0,-4-1-2 16,-4 1-4-16,-6 4-3 0,-4-4-3 0,1 2-1 16,-4-1-2-16,-2-3-1 0,1-2-1 15,3-2-1-15,5-2-3 0,-1-5-14 0,7-1-31 16,1-3-76-16,5-3-117 0,-1-2-223 0,7-1-302 15,3-2-373-15,5-3-415 0,7-2-163 0,3-2 442 16,1 0 796-16</inkml:trace>
  <inkml:trace contextRef="#ctx0" brushRef="#br2" timeOffset="54637.21">27409 1398 216 0,'-1'-2'491'0,"-2"2"248"0,1 0 177 0,-1 0-171 16,1 0-166-16,1 0-101 0,1 0-76 15,-2-1-65-15,-1 1-61 0,3-1-32 0,-1 1-31 0,1-2-12 16,0 2 13-16,0-2 18 0,0 1 8 16,0 0-25-16,0-1-20 0,0 0-27 0,-2 1-32 15,1 1-31-15,1-1-22 0,0 1-13 0,0 0-10 16,-2-2-8-16,0 2-7 0,2-2-5 0,-1 2-8 15,-3 0-8-15,3 0-6 0,-2 0-5 0,-1 0-3 16,0 0-4-16,-4 2-1 0,2 0-1 0,-1-1-2 0,-1 0 1 16,-1 4-2-16,1-2 0 0,-2 1 0 15,2 1-1-15,-1 1 1 0,3-2-1 0,-2 4 0 16,1-2-1-16,-2 1 1 0,4 0 0 0,1 3-1 16,-1-1 1-16,1 0 0 0,1 0-1 0,2 0 0 15,1 1 0-15,0 1 1 0,0-1-1 0,3 1 1 16,2 0 0-16,1 0 0 0,2 1 0 15,1 2 0-15,4-1 1 0,0 2 0 0,3-1 0 16,-2 2 0-16,3-1 1 0,-2 0 0 0,2 2-1 16,0-1 0-16,-4-1-1 0,1 1 0 0,-1 1 0 15,-2 0 0-15,-3 0 0 0,1 0 2 0,-2 1-1 16,-4 1 0-16,-2-2 2 0,-1 1-2 16,-1 0 1-16,-2 0 0 0,-2 0-1 0,-2-1 2 15,0-1-2-15,-1 1 0 0,0-2 0 0,-5-2-1 16,5 1 1-16,-1-2-1 0,-1-2 1 0,-1-1 0 15,3-1-1-15,2-1 0 0,-3-2 0 16,2-2 0-16,2-3-1 0,-1 0-1 0,1-4-2 16,-1-2-3-16,3-5-10 0,1-4-18 0,-1-3-41 15,3-5-72-15,-1-3-91 0,1-2-161 0,0-3-259 16,0-4-326-16,0 1-325 0,1-1-206 16,-1 1 104-16,0-1 612 0</inkml:trace>
  <inkml:trace contextRef="#ctx0" brushRef="#br2" timeOffset="54872.07">27357 1314 400 0,'0'-3'843'0,"0"-1"311"0,-1-3 30 16,1 3-292-16,0 2-233 0,0-1-155 0,1 1-126 16,-1 1-84-16,4 0-61 0,-3 0-14 0,7 1-57 15,-3-3-33-15,3 2-18 0,0 1-12 0,2-1-9 16,3 1-32-16,1 0-18 0,1 1-17 0,0-1-9 15,3 0-5-15,1 1-4 0,-2-1-3 16,2 0 0-16,2 0-2 0,0-1-1 0,0 1 0 16,1 0-1-16,-1 0 0 0,1 0-7 0,-1 0-46 15,-4 1-81-15,1 2-123 0,-2-2-218 0,-2 1-306 16,0 3-366-16,0-3-331 0,-1 4-89 0,1-1 454 16,0-3 676-16</inkml:trace>
  <inkml:trace contextRef="#ctx0" brushRef="#br2" timeOffset="55207.56">28192 1311 238 0,'-11'9'1047'0,"-3"-1"588"16,-4 3-87-16,1-2-315 0,3 1-479 0,-3 1-291 0,4-2-195 16,-2 2-113-16,1-1-59 0,5 1-37 15,1-1-24-15,2-1-16 0,1 0-8 0,3-1-5 0,2-2-4 16,2 0-1-16,3-3 0 0,2 0-1 0,1-2 0 15,5-2 0-15,1-4 1 0,1-1 1 16,0-3 0-16,0 1 2 0,-1-3 0 0,-5 0 1 16,3 2 9-16,-5 0 9 0,-1 1 9 0,-2-2 9 15,-1 3 4-15,-2 2 4 0,-2 1-6 0,-1-1-9 16,-1 2-8-16,0 1-8 0,-5 2-6 0,4 0-6 16,-5 4-3-16,3-2-2 0,0 3-2 0,-4 1-1 15,6 2-2-15,-1-1-1 0,0 3-1 0,2-2-1 16,1 1-3-16,1 1-12 0,2 2-19 0,1-1-52 15,-2 2-75-15,1 0-150 0,-1-1-274 0,4 2-312 16,-3 3-382-16,2 0-332 0,1 1-32 0,0 1 691 16</inkml:trace>
  <inkml:trace contextRef="#ctx0" brushRef="#br2" timeOffset="55562.64">28361 2149 470 0,'5'8'980'0,"-2"-1"276"0,1-1-61 0,-4-3-321 15,3 1-255-15,-2 0-177 0,-1-3-92 0,5 0-42 16,-4 1-34-16,2-4-42 0,1 0-53 0,-1-3-50 16,2-1-40-16,1-3-29 0,2 0-18 0,-2-3-10 15,2 0-18-15,-1-2-10 0,2 1-7 0,-5 0-3 16,1-1 0-16,-1 4-2 0,-3-1 10 15,-1 2 8-15,-1 0 6 0,-3 5 3 0,-1-2 0 16,1 2 5-16,-2 4-1 0,-2 0-3 16,0 4-3-16,0 2-4 0,-1 1-2 0,-1 1-4 0,2 3-4 15,-1-3-1-15,1 3-1 0,1-1 0 16,1 0 0-16,-3 1-1 0,4 1-3 0,0-3 0 16,2-1-1-16,1 0-3 0,2-3-2 0,0-1-16 15,0 1-43-15,3-2-70 0,-1-1-77 0,0-4-142 16,-1 2-252-16,3-4-320 0,-1 0-300 0,-2 0-211 15,2-1-4-15,-1 0 528 0</inkml:trace>
  <inkml:trace contextRef="#ctx0" brushRef="#br2" timeOffset="55918.84">27886 2112 274 0,'-12'7'770'0,"3"-2"379"0,-2-1 72 15,1 0-258-15,4-2-293 0,1 2-192 0,2-3-141 16,1 0-89-16,4-1-7 0,3-1-10 16,3-4-24-16,3-2-33 0,5-4-16 0,4-4-10 15,2-3-36-15,9-4-26 0,2-4-19 0,4-2-8 16,3-5-12-16,3-2-7 0,1-4-6 0,-1 0-5 15,1-1-4-15,-3-1-6 0,0-1-6 0,-3 0-5 16,1-2-7-16,-4 3-4 0,-1-1-2 16,-4 1 0-16,-2 2-1 0,-4 3 3 0,-3 2 1 15,-3 3 1-15,-3 0-1 0,-5 6 2 0,-3 1-1 0,-2 3-1 16,-5 3-2-16,0 1-8 0,-3 4-17 16,-2 2-38-16,-3 2-74 0,-5 3-80 0,0 4-145 0,0 2-225 15,-4 2-315-15,0 4-322 0,3 2-203 16,-3 1-20-16,1 3 503 0</inkml:trace>
  <inkml:trace contextRef="#ctx0" brushRef="#br2" timeOffset="57030.94">27016 2527 108 0,'-10'2'324'0,"1"1"171"16,0-2 130-16,0 1-102 0,0-1-106 0,0 1-59 15,1-1-13-15,0 2-1 0,0-3 2 0,0 2 19 16,2-2-20-16,-2-2-24 0,1 2-44 16,1-1-29-16,-2-1-9 0,3 2-1 0,4 0 1 15,-2 0-1-15,-1 0-5 0,3-1-20 0,-3 1-38 16,3 0-45-16,-1-2-35 0,1 2-30 15,1 0-22-15,-3 0-15 0,3 0-9 0,0 0-10 16,0 0-6-16,3 2-3 0,-3-2-1 0,3 0 0 16,0 1-1-16,2-1 0 0,1 2 2 0,2-1-1 15,5 2 3-15,-2-2-2 0,3 3 9 0,0-2 11 16,7 2 3-16,-2 0 6 0,3-1 5 16,3 3 5-16,0-4-6 0,4 4-2 0,1-1-1 15,3-1-2-15,2 0-6 0,1 0-3 0,3-2-3 16,3 1 0-16,-1-1-2 0,4-1-5 0,-1-1-2 15,2 0-1-15,3 0-1 0,-2 0-6 0,4 0-2 16,2-1 1-16,1-1 1 0,-1 2 1 0,2 0 0 16,-2 0-1-16,1 0 1 0,-5 0 0 15,2 3-1-15,-4-1 4 0,1 1 3 0,-5 0 1 16,0 0 2-16,-1 0 0 0,-4 0 2 0,3-2-10 16,-3 0-3-16,0-1-4 0,-2-1-2 0,1-2 0 15,2 0-2-15,-4-3 5 0,3-3 2 16,-3 2 2-16,3-3 0 0,-2-3 0 0,-2 1 0 15,-2 0 1-15,-2 2 0 0,-3-2-2 0,-3 2 2 16,-4 0 0-16,1 3 0 0,-7 0 0 0,0 1 4 16,-4 4-3-16,-2-2 3 0,-2 2 3 0,0 2 1 15,-1 0 1-15,-3 2-4 0,-2 2 3 16,0 2-3-16,-4-2-7 0,1 1-4 0,-3 2-18 16,-2 1-26-16,2-2-71 0,-2 0-81 0,-3-2-160 15,1 1-288-15,-1-2-320 0,-1-2-377 0,2 1-239 16,1-1 66-16,-2-1 710 0</inkml:trace>
  <inkml:trace contextRef="#ctx0" brushRef="#br2" timeOffset="58148.83">27035 3504 42 0,'-8'6'314'16,"2"-2"216"-16,-1 2 214 0,2-3 15 0,1 1-138 16,-1 0-52-16,0-3-47 0,-1 2-58 15,1 0-50-15,0 0-28 0,2 0-14 0,2-1-50 16,-1 0-41-16,2-2-33 0,0 3-32 16,0-3-45-16,0 0-54 0,0 0-41 0,2 0-27 15,-1 0-19-15,2-3 0 0,1 1-3 0,1-5 1 16,5-1 1-16,1-3 0 0,2-5 8 15,6-4-4-15,0-4-4 0,0-1 4 0,5-6 3 16,-1 2 1-16,3-2-8 0,-2-1-3 16,-1 0 7-16,2 0-3 0,-1 4-2 0,-5 2-1 15,2 1-2-15,-6 2 4 0,-2 6-6 0,-3 3-2 16,-1 2 3-16,-3 3 0 0,-1 3 0 16,-2 0-6-16,1 3-3 0,-3 1-4 0,-1 2-3 0,-1 4-3 15,-3 2 0-15,1 3-1 0,-2 4-5 16,2 2-3-16,-3 2 0 0,3 2-3 15,0 3-1-15,1-2 0 0,1 5 4 0,-1 1 2 16,2 1 1-16,-2 3 1 0,2 2 1 0,0 1 1 16,-1 1 0-16,1 2 0 0,0 1 5 0,-3-2 1 15,3 1 1-15,-4 0-1 0,4-2 0 16,-1 0-1-16,-1-3-5 0,1-1-2 16,-1-3 0-16,2-1 0 0,-2-4 0 0,2-1 0 0,0-3 1 15,0-4-1-15,0 1 0 0,0-3 0 16,0-3-1-16,0-3 0 0,0-2-1 0,0 0 1 15,-2 0 0-15,2-3 0 0,0-1 0 0,-2-1 0 16,2-1-1-16,0-1 0 0,0 0-1 16,0-1-1-16,2 0-1 0,-2-1-4 0,2-1-11 15,2 1-15-15,-3 1-32 0,2-1-70 16,-1 0-80-16,0 2-125 0,1-2-201 0,-2 0-313 16,3-1-335-16,0 2-227 0,0-1-95 15,2 0 400-15,-2 1 624 0</inkml:trace>
  <inkml:trace contextRef="#ctx0" brushRef="#br2" timeOffset="58816.06">27618 3632 92 0,'5'-15'666'0,"0"4"486"16,-4 0 209-16,-1 1-21 0,0 2-372 0,-3 1-325 15,-2 2-195-15,-1 1-112 0,-2 4-92 16,-1 0-97-16,-1 4-62 0,-2 4-39 0,0 1-20 15,1 5-12-15,-1 3-7 0,1 4-3 16,1 2-3-16,-1 2 0 0,5 4 1 0,-1-2-1 0,6 1-1 16,-1-2-1-16,4-2 0 0,3-3 0 15,1-4-2-15,4-1 1 0,4-6 0 16,0-2 2-16,3-7-1 0,4-4 0 0,-4-4 1 16,5-5-4-16,2-3-13 0,-2-2-17 15,2-4-19-15,-2 0-28 0,-3-1-27 0,0-3-24 16,0 3-6-16,-6 1 6 0,1 0 16 0,-5 3 26 15,-1 3 30-15,-1 2 25 0,-1 0 18 0,-5 6 11 16,1 1 5-16,-2 2 11 0,-2 2 20 16,1 4 22-16,-4 1 23 0,2 2 22 0,-2 4 17 15,0 2 6-15,1 0-12 0,-3 3-17 16,0 0-20-16,2 2-22 0,0 2-16 0,0-1-12 16,0 1-8-16,2 0-5 0,0 1-2 0,0 0-2 15,3-3 0-15,3 1-1 0,2-4-2 0,0-4 0 16,4-1-1-16,5-6 0 0,2-4-2 15,6-6 2-15,2-4 1 0,0-6 2 0,3-1 0 16,1-3 2-16,-1-4 1 0,-2 0-6 16,0-1-5-16,-4 5-2 0,0-2-2 0,-6 6 1 15,-2 0 4-15,-3 6 14 0,-1 1 8 16,-4 5 4-16,-2 2 1 0,-1 2-1 0,-6 5-5 16,3 4 0-16,-7 4-3 0,2 3-1 0,-1 7-1 15,1 0-1-15,0 1 2 0,-4 4-8 16,6-1-1-16,-3 2-1 0,1 2 6 0,1-3 2 15,-3 4 3-15,4 1 1 0,-4 0 0 16,1 2 0-16,-4 0-5 0,2 0-3 0,-6 0-3 0,1 1 1 16,-3-3-2-16,-2 0-2 0,-2-2-1 15,2-3 0-15,-1 0 0 0,-2-2 0 0,-1-4-1 16,3-1 1-16,1-5 0 0,1-1-1 16,3-2 0-16,2-5-2 0,2-4-5 0,3-4-7 15,3-4-19-15,5-7-41 0,2-3-72 0,3-5-71 16,1-6-120-16,7-3-203 0,0-5-308 15,2-3-291-15,3-3-210 0,4-1-97 0,1-2 377 16,2-3 595-16</inkml:trace>
  <inkml:trace contextRef="#ctx0" brushRef="#br2" timeOffset="59498.96">28188 3304 114 0,'1'-16'679'0,"1"1"453"0,-2 3 130 0,0-3-105 0,0 6-363 15,1-2-224-15,-1 2-134 16,2 2-78-16,1-1-57 0,-3 2-52 0,1 2-64 0,1 1-65 16,-1 0-49-16,-1 1-29 0,4 2-10 15,-4 0-3-15,1 4 0 0,3 2 2 0,-3 2 4 16,1 4 5-16,-1 5-4 0,-1 3-9 16,0 3-1-16,0 5 0 0,-1 4-3 0,-2 4-4 15,-1 1-3-15,1-1 1 0,0 3-5 0,1-3-5 16,2 0-3-16,0-1-4 0,2-5 0 15,3-3-2-15,0-3-2 0,-1-6 0 0,4-4 1 16,1-3 0-16,3-7 1 0,-1-4 1 16,3-4 1-16,-1-6 0 0,2-2 1 0,-2-4-1 15,3-2 1-15,-3 0 0 0,-1-4 0 0,-1 3 1 16,-1 0-2-16,1 1 2 0,-5-1 0 0,1 4 0 16,-3 2-1-16,0 1 2 0,-1 3 0 15,-2 4 0-15,1-1-1 0,1 3-1 0,-3 2 0 16,0 2-2-16,0 4-1 0,-3 1 1 15,1 3 0-15,1 5 0 0,-1-1 1 0,1 2 0 16,-1 3-1-16,0 2-1 0,2 1 0 0,0 0 0 16,0 1-1-16,0-1 1 0,4 0 0 15,-1-3 0-15,3-1-1 0,-2-5 1 0,1-3 1 16,3-4 0-16,2-1 1 0,1-8 2 16,0-3 1-16,1-5 1 0,3-2 1 0,-2-8-2 15,1-2 1-15,-1-4 0 0,0-2-2 0,2-5 1 16,-1-1-2-16,-3-3-1 0,0 0 0 15,2-3 0-15,-5 1 0 0,0 3 0 16,-1-1 0-16,-4 3 0 0,1 4 1 0,-3 4 7 16,1 6 3-16,0 3 5 0,-2 4 0 0,0 5 2 15,-2 1-1-15,0 6-6 0,1 4-6 0,-3 4-1 16,1 2-3-16,2 5 1 0,-4 1-1 16,4 5 1-16,-2 2 0 0,-1 3 0 0,1 4 1 15,-2 3-1-15,2 4 0 0,-2 4 0 0,-1 4 0 16,0 0-1-16,3 2 1 0,-2 0-2 15,3 0 0-15,1-2-2 0,1-5-1 0,3-4-1 16,2-2-1-16,1-6 0 0,3-6 1 16,-1-5-3-16,0-1-8 0,2-5-17 0,1-5-48 0,-6-5-79 15,3-3-148-15,-4-4-267 0,2 1-323 16,-2-4-401-16,0-1-366 0,-2 3-34 0,0 1 702 16</inkml:trace>
  <inkml:trace contextRef="#ctx0" brushRef="#br0" timeOffset="69612.25">12634 9982 357 0,'-1'12'886'16,"-3"-3"303"-16,1 1-10 0,-2 1-233 0,2-5-397 15,0 1-163-15,0 1-58 0,0-2-20 16,3 0-27-16,-2-1-33 0,2-1-36 0,2-1-60 15,-2-3-45-15,3 0-31 0,-2-3-19 0,4-3-10 16,0-4-1-16,5-3 7 0,0-7-10 0,3-3-7 16,0-5-4-16,4-4-7 0,-1-3-9 15,3-5 0-15,1-1 0 0,-2-2-2 16,3 0-1-16,-1-1 5 0,-2 2 9 0,0 2 1 16,-2 1 0-16,2 4 0 0,-5 4 4 15,-1 4 3-15,-3 6-2 0,-4 3-5 0,2 7-2 16,-1-2-2-16,-3 5-6 0,-2 1-2 0,1 4-6 15,0 1-3-15,-1 5-3 0,-1 2 0 0,0 5-2 16,0 5-1-16,0 2 0 0,2 4 0 16,-1 4 0-16,-1 4-1 0,2 2 0 0,-2 5 0 15,3 2 0-15,-3 3-2 0,2 3-2 16,-2 1 2-16,2 0 1 0,-2 2 0 0,1-3 2 16,-1 3 2-16,0-2 0 0,2 0-1 15,-2-3-2-15,1-3-1 0,-1-4-1 0,2-1-2 0,1-8 0 16,-2-4 0-16,-1-4-1 0,3-3 1 15,-3-4 0-15,2-3-5 0,1-7-7 0,2-4-14 16,-2-7-24-16,2-3-49 0,0-6-75 0,2-4-85 16,-2-4-142-16,2-2-242 0,-1-2-311 15,3-2-289-15,-2 0-190 0,1 0 25 0,1 0 523 16</inkml:trace>
  <inkml:trace contextRef="#ctx0" brushRef="#br0" timeOffset="69941.22">13241 9733 27 0,'8'18'507'0,"0"2"446"0,-2 3 241 0,-1 3-36 16,1 3-324-16,-1 4-205 0,0 1-124 0,3 4-93 15,-4-1-68-15,1-2-57 0,2-1-59 16,-1-2-86-16,5-4-65 0,0-4-35 0,0-5-21 16,7-6-10-16,-4-2-3 0,6-9-1 0,-1-4 0 15,2-9-2-15,1-3 1 0,0-7-2 0,-1-4-2 16,1-9-2-16,-3 1 3 0,-3-7 10 15,-2 1 7-15,-3 1 9 0,-5 1 12 0,-4 1 5 16,-5 3 1-16,-7-1-9 0,-3 0-4 16,-5 2-8-16,-6 0-11 0,-3 2-5 0,-3 2-3 15,0 2-3-15,0 7-3 0,3 2-1 0,0 8 0 16,0 6-1-16,3 4-2 0,3 10-1 16,1 2-1-16,3 7 0 0,4 4-2 0,2 5 1 15,3 2 0-15,5 2-1 0,3 1-10 0,3 1-24 16,4-2-67-16,4-2-70 0,0-1-135 15,3-1-253-15,5-2-315 0,3-2-353 0,3-5-246 16,4-3-62-16,1-3 539 0</inkml:trace>
  <inkml:trace contextRef="#ctx0" brushRef="#br0" timeOffset="70274.5">14191 9840 434 0,'0'6'974'0,"2"-1"274"0,-2 0-67 0,2-2-280 15,1 1-292-15,0 0-192 0,5-2-106 0,1 3-54 16,-1-3-6-16,5-2-11 0,1 3-64 15,2-6-50-15,1 3-25 0,5-2-18 0,-1-4-29 16,1 0-24-16,0-1-13 0,1 1-8 16,-1 0-5-16,0 0-2 0,-2 1 0 0,-4 1-4 15,1 1-25-15,-4 2-68 0,-2-1-69 16,-5 2-127-16,-1 0-210 0,-5 0-319 0,0 2-332 16,-5-1-229-16,-1 0-99 0,0-1 433 15,-4 2 607-15</inkml:trace>
  <inkml:trace contextRef="#ctx0" brushRef="#br0" timeOffset="70459.45">14350 9691 72 0,'-7'5'642'16,"2"4"479"-16,-1-1 158 0,0 3-87 0,1 2-308 0,0 3-273 16,0 0-166-16,-2 3-99 0,2 3-65 0,0 1-57 15,-1 1-71-15,1 3-66 0,0-1-38 0,1 2-20 16,1 2-10-16,1-2-9 0,1 0-5 15,2-2-8-15,1-1-68 0,-1-1-78 0,5-5-171 16,-1-2-274-16,3-2-319 0,3-3-402 16,-2-5-271-16,3 0 55 0,2-1 739 0</inkml:trace>
  <inkml:trace contextRef="#ctx0" brushRef="#br0" timeOffset="71146.94">15675 10119 65 0,'1'5'631'15,"1"-4"461"-15,-1-1 143 0,1-3-122 0,1-1-366 16,5-6-357-16,0-2-167 0,3-6-24 16,5-3 27-16,1-4 33 0,5-7 12 0,0-4-9 15,2-4-21-15,2-4-52 0,0-3-51 0,1 2-44 16,-2 0-31-16,-4 1-11 0,0 3-11 0,-3 5 5 16,-5 7 3-16,0 3 7 0,-7 8 2 15,2 2-3-15,-5 7-7 0,-1 3-13 0,-4 4-10 16,-1 8-11-16,-3 5-5 0,-1 9-6 0,-2 3-2 15,1 5-1-15,3 5-1 0,0 2-1 16,1 2 0-16,2 3-1 0,-1-1 2 16,2 2-1-16,1-1 1 0,1 1 0 0,2 0 1 0,0-2 1 15,0-3-3-15,1 0 0 0,0-4-8 16,1 0-19-16,0-5-47 0,3-4-79 0,-5-5-129 16,0-3-246-16,3-3-315 0,-4-3-379 15,3-7-355-15,-2-2-89 0,2-4 543 0,2-3 740 16</inkml:trace>
  <inkml:trace contextRef="#ctx0" brushRef="#br0" timeOffset="71312.03">16241 10066 403 0,'6'0'1231'0,"-5"3"351"0,2-1-190 0,-3 1-301 16,-3 1-501-16,3-1-265 0,-1 2-166 0,-2-3-80 15,3 4-39-15,0-1-22 0,0-3-18 16,4 4-64-16,1-1-62 0,2-5-119 0,-3 2-240 15,4-4-296-15,1 2-330 0,1-5-236 16,0-1-77-16,1-1 452 0</inkml:trace>
  <inkml:trace contextRef="#ctx0" brushRef="#br0" timeOffset="71684.61">16696 9763 102 0,'3'0'725'0,"0"5"495"15,-4-1 81-15,-1 6-168 0,-1 4-331 16,0 2-298-16,1 7-130 0,-1 3-72 0,1 0-42 16,2 6-32-16,0-2-54 0,4 2-63 0,-1-2-48 15,3 0-30-15,7-5-14 0,-2-1-9 16,3-2-3-16,3-8-3 0,5-2-1 0,1-6-2 16,1-4 0-16,2-7 0 0,0-4-2 15,0-5 0-15,0-5-2 0,-5-5 1 0,0-2 2 16,0-6 1-16,-7 0 2 0,-1-2 4 15,-7 4 10-15,-3 0 9 0,-6 0 6 0,-6 2 7 16,-4 2 3-16,-4 0 4 0,-4 3-7 0,-4 6-5 16,-2 0-5-16,-1 8-7 0,-1 5-6 15,-1 5-5-15,3 5-6 0,2 8-3 0,-1 4-3 16,3 4-2-16,4 5 0 0,3 2 0 0,2 2 0 16,6 4 2-16,2-1 1 0,2 2 0 15,8 0 0-15,0 1-2 0,6-3-17 0,4-4-48 16,2-2-75-16,6-6-110 0,6-5-207 15,2-3-307-15,2-7-355 0,6-5-332 0,-1-6-147 16,0-4 348-16,3-4 722 0</inkml:trace>
  <inkml:trace contextRef="#ctx0" brushRef="#br0" timeOffset="71999.28">17615 9709 470 0,'1'4'1296'16,"-4"7"312"-16,-4 6-225 0,-5 4-298 0,1 5-460 15,0 6-248-15,-5 3-162 0,6 3-74 16,4 0-38-16,0 1-35 0,5-2-31 0,4 0-18 16,4-5-11-16,4-3-5 0,7-8-2 0,1-4-2 15,5-9-2-15,1-4-1 0,2-8-8 16,-2-4-5-16,1-7-4 0,-1-4-2 0,-3-6 3 16,0-2 3-16,-8-1 9 0,-3-4 20 15,0-1 17-15,-8 0 12 0,-3 1 5 0,-3 0 4 16,-8-2 3-16,-1 2-11 0,-7 0-10 15,-2 4-10-15,-4 0-4 0,-2 5-7 0,-3 5-6 0,-3 6-4 16,-4 6-3-16,1 7-2 0,-7 8-1 16,2 6-2-16,-3 7-13 0,1 3-36 15,0 6-73-15,1 2-71 0,-1 2-139 0,2 1-274 0,-2 2-322 16,2 0-322-16,-5 6-204 0,2-1-14 16,-5 1 567-16</inkml:trace>
  <inkml:trace contextRef="#ctx0" brushRef="#br0" timeOffset="73208.5">12098 10941 313 0,'0'2'616'0,"-3"-2"265"0,1 1 125 16,-1 0-233-16,0 1-216 0,2 0-120 0,-1-2-89 16,2 0-77-16,2 1-55 0,2 2-35 15,1 0 17-15,3 5 0 0,2-1-4 0,3 3 36 16,5 2-4-16,2 2-23 0,2-1-41 0,5 1-24 15,3 0-18-15,2 0-32 0,6 0-15 16,0-1-6-16,8-2-13 0,1-2-6 0,4-2-2 16,1-1-7-16,4-2-7 0,0 0-8 15,-2-3-5-15,1-1-8 0,-4-1-6 0,0-1-3 16,-5 0-2-16,-1-1-1 0,-7 1 0 16,0-1 1-16,-6 0-1 0,-3 0 1 0,-3 0 1 15,-5 0 0-15,-4 0-1 0,1 1 1 16,-7-1-1-16,0 2-1 0,-5-1-3 0,-1 2-12 15,-2 0-30-15,-3 2-69 0,-2 1-75 16,-2 0-135-16,-1 3-230 0,-2-1-319 0,0 2-342 0,2-2-239 16,-1 1-74-16,-3 1 498 0,2 0 625 15</inkml:trace>
  <inkml:trace contextRef="#ctx0" brushRef="#br0" timeOffset="73927.35">11708 12164 89 0,'1'-4'570'0,"-1"3"418"16,0-2 187-16,-1 3-53 0,-1-2-406 15,2 1-263-15,0 1-150 0,0 1-55 0,3 3 13 16,0 0 18-16,1 5-8 0,2 4-14 0,0 5-21 15,2 7-35-15,0 4-60 0,1 6-45 16,-1 11-26-16,-1 4-14 0,-2 4-7 0,-1 6-11 16,1 3-3-16,-4 3-9 0,1 0-3 15,-2 0-7-15,0-3-7 0,0-4-3 0,1-3-1 16,1-5-2-16,0-6-2 0,1-4-2 16,0-9-2-16,2-1-8 0,-2-9-19 0,2-4-42 0,2-7-71 15,-3-4-82-15,-1-8-148 0,3-7-247 16,-4-7-315-16,4-7-310 0,0-5-203 15,-1-8 13-15,2-5 542 0</inkml:trace>
  <inkml:trace contextRef="#ctx0" brushRef="#br0" timeOffset="74145.07">12048 12173 179 0,'14'-4'802'0,"-5"4"423"0,-1 4 50 15,0 7-84-15,1 4-356 0,-1 5-282 0,2 5-145 16,-1 2-80-16,-1 4-48 0,0 1-71 15,0 6-68-15,0 2-46 0,-2 4-29 0,1 2-16 16,-2 4-17-16,-1 1-11 0,-2 3-11 0,1 0-7 16,-3 1-2-16,0-1-2 0,0-2 0 0,-3-2-2 15,3-3-8-15,-2-5-31 0,1-3-72 16,-4-6-81-16,0-7-144 0,-1-1-250 16,-2-9-326-16,-5-4-351 0,4-6-230 0,-5-8-4 15,1-5 567-15</inkml:trace>
  <inkml:trace contextRef="#ctx0" brushRef="#br0" timeOffset="74403.21">11573 12572 139 0,'-2'4'673'0,"2"1"387"0,0 0 99 15,2 0-76-15,3-1-404 0,1 3-231 0,8-5-76 16,1 2-17-16,5-3 4 0,5-2-40 0,1-4-34 15,7-3-53-15,3-3-58 0,2-2-41 16,2-3-37-16,2-5-19 0,1 1-18 0,0-5-16 16,1 0-12-16,-1 0-12 0,-3-2-10 0,0 2-5 15,-2 2-6-15,-3-2 0 0,-3 5-1 16,-4 1 0-16,-1 2-7 0,-5 4-20 0,-2 1-68 16,-5 2-86-16,-4 3-156 0,-3 3-283 0,-2 1-334 15,-4 3-400-15,-2 3-262 0,-3 3 76 16,-3-1 702-16</inkml:trace>
  <inkml:trace contextRef="#ctx0" brushRef="#br0" timeOffset="75096.92">11696 12898 360 0,'-6'6'767'0,"0"-1"257"16,3-2 20-16,1-1-284 0,4-2-261 15,1-2-156-15,5 0-81 0,1 1-1 0,2-2 20 16,3 0 1-16,4 2-52 0,1-3-44 0,3 1 24 16,-1-1-20-16,2 2-35 0,3-4-24 15,0 1-12-15,0-1-11 0,-1-1-50 0,4-2-26 16,-1-1-15-16,2-2-8 0,0-2-4 16,0-3-4-16,0-2 1 0,2 0-2 0,-2-2-1 15,2-2 0-15,-2 0 0 0,-2 2 0 16,-3-4-29-16,-1 4-73 0,-6 2-84 15,-1-2-168-15,-6 7-286 0,-3 1-336 0,-1 2-347 0,-3 2-187 16,-3 5 144-16,-1 1 665 0</inkml:trace>
  <inkml:trace contextRef="#ctx0" brushRef="#br0" timeOffset="76883.25">12750 12927 152 0,'0'4'562'0,"0"1"360"16,0-2 185-16,0-1-126 0,0 0-294 16,-2 0-190-16,2-1-90 0,0 0-36 0,2 1-39 15,-2-2-51-15,1 0-18 0,1-2-20 0,1 1-45 16,2-4-49-16,2-2-31 0,0-4-19 16,1-3-23-16,3-4-17 0,3-3-10 0,2-5-11 15,1-4 0-15,2-3-2 0,0-1-2 0,3-4-8 16,2-2-1-16,-2-2 1 0,2-1-7 15,-2 2-4-15,2-1 2 0,-2 1 1 0,0 2-3 16,-2 2-1-16,-2 2 1 0,-1 4 0 16,-1 2-3-16,-2 1-2 0,-1 2-2 0,-1 5-1 15,-2-2-2-15,0 3 0 0,-1 3-1 0,-3 0 0 16,1 2 0-16,-1 1-1 0,-1 0 1 16,1 4-2-16,-3-1 6 0,0 0 2 0,1 5 4 15,-1-3 3-15,-2 5 1 0,1 0 1 0,0 1-3 16,-1 1-3-16,-1-1-4 0,0 3-2 15,2-1-3-15,-2 1 0 0,1 1-1 0,-1 2-1 16,0 0 0-16,0 1 0 0,2 2-1 16,-2 0 0-16,2 0-1 0,-1 1 0 0,-1 0 1 15,3-1-1-15,-3 0 1 0,2 0-1 0,-1-1 1 16,-1-3 0-16,0 3 0 0,2-2 4 16,-2 2 2-16,1-2 1 0,-1 3 1 0,0-2-1 15,2 4 1-15,-2 1-3 0,3 3-2 16,-1 0 1-16,1 3-2 0,0 4-3 0,1 1 0 15,0 5 0-15,2 3 0 0,-1 3 0 0,1 6 0 16,-1 4 0-16,2 4 0 0,0 2 0 16,-2 7 0-16,2-3 0 0,-3 5 0 0,1 1 0 0,-2 0 0 15,2-2 0-15,-2-2 0 0,0 0 0 16,-1-5 0-16,1-3 0 0,0-3 0 0,-1-6 0 16,1-7 0-16,-1-1 0 0,-1-6 0 15,2-4 0-15,-3-4 0 0,2-3 0 16,-2-3 0-16,0-2 0 0,0-3 0 0,0-1 0 15,0-4 0-15,0-1 0 0,0-1 0 0,0-5 0 16,0 0 0-16,0-1 0 0,0 0 0 0,-2 0 0 16,2-1 0-16,0 2 0 0,-1 2 0 15,-1-1 0-15,-1 2 0 0,0-1-211 0,-2 2-325 16,-2 2-341-16,-2 0-445 0,1 3-535 16,-3 0-100-16,-3 2 849 0</inkml:trace>
  <inkml:trace contextRef="#ctx0" brushRef="#br0" timeOffset="79222.99">15659 10544 127 0,'-2'5'476'0,"-1"-3"270"0,-2-2 146 0,2 5-72 16,0-5-371-16,1 1-190 0,-1 0-109 15,1 0-41-15,2 2 0 0,-1-3 20 0,-1 4 15 16,2-2 10-16,0-1 1 0,0 0-25 16,2 1-6-16,1 1-6 0,0 0-7 0,2 0 2 15,2 0 3-15,2 1 1 0,-1-1-19 0,1 2-10 16,1-2 17-16,6-1 14 0,-4 0 8 16,6 0 4-16,-1-2 18 0,0-2 8 0,5 0-17 15,-1 1-22-15,3-2-19 0,1 0-2 0,4 0-18 16,-1 0-21-16,2 0-15 0,3 2-7 15,0 1-3-15,-1-2-11 0,3 2-5 16,0 0 10-16,1 2 7 0,2-2 1 0,-2 1 7 0,1 2 1 16,1 0 0-16,1 2-14 0,-1-2-2 0,3 1 1 15,-1 0-1-15,6 0 2 0,1-2 1 16,5 2 3-16,5-4-4 0,6 0-1 16,4 0-6-16,5-4-6 0,3 2-4 0,1-3-5 15,4 2-3-15,2 0 1 0,-1 0-2 0,1 2 1 16,2 1 1-16,0 3-1 0,-2 1-1 15,-3 2-3-15,-3 2-2 0,-6 1 0 0,-1 2-2 16,-6-1 1-16,-6 0 2 0,-4 2 1 0,-3 0 2 16,-7-1 0-16,1-2 1 0,-6 2 0 15,-3-1 0-15,-2-1 0 0,-6-3-1 0,-2 0 0 16,-4 0 0-16,-5-4-1 0,-1 2 0 16,-3-2 0-16,-4 0-1 0,-2 0 1 0,0-1 2 15,-3-2-1-15,0-1 0 0,-3-2-1 0,2 0 0 0,-2 2-1 16,-2-3-2-16,2 2 0 0,0 0-8 15,0 0-16-15,-3 2-38 0,2-1-81 0,-1-1-135 16,-2 2-264-16,0-1-310 0,1 1-382 16,-2 0-394-16,1-1-67 0,-3-1 632 0</inkml:trace>
  <inkml:trace contextRef="#ctx0" brushRef="#br0" timeOffset="86578.91">23636 11253 21 0,'-4'7'443'0,"1"1"407"16,2-3 278-16,-3 0 18 0,3-1-338 0,-2 0-288 16,1 0-137-16,0-1-60 0,2-2-24 0,0 2-20 15,0-1-28-15,0-2-30 0,2 2-37 16,-2-2-33-16,2 2-42 0,-1 1-30 0,1-2-12 15,1 0-4-15,0 0-3 0,0 2-10 16,1-3-5-16,2 2 0 0,-3-2-1 16,2 0 5-16,3-2-1 0,-2-1-5 0,3 0 1 0,2-6-6 15,1-1-4-15,3-5-8 0,1-3-6 16,5-5-3-16,1-5-6 0,1-2-5 0,1-6-3 16,3 0 0-16,2-3-2 0,-3-1-2 0,1-1-1 15,-2 3 0-15,1-4 1 0,-4 5 6 16,0-1 4-16,0 6 5 0,-6 2 7 0,1 3 4 15,-5 4 5-15,-3 5 0 0,0 3 1 0,-4 3 0 16,2 3-5-16,-6 3-3 0,3 1-5 16,-3 1-4-16,1 3-6 0,-2 1-8 0,0 3 0 15,-2 3 0-15,1 4 0 0,-3 2 0 16,3 3 0-16,-3 2 0 0,3 2 0 0,-1 1 0 16,1 2 0-16,-3 3 0 0,3 0 0 15,-1 1 0-15,1 2 0 0,-1 0 0 0,-2 3 0 16,1-2 0-16,1 1 0 0,-1 0 0 0,-1 0 0 15,1 1 0-15,-2-3 0 0,1 0 0 16,-2 1 0-16,1-4 0 0,0 1 0 0,0-2 0 16,0-1 0-16,2-3 0 0,0-3 0 15,-1 2 0-15,2-2 0 0,0-4 0 0,2-1 0 16,0 0 0-16,0-3 0 0,0-1 0 0,0-4 0 16,0 2 0-16,0-3 0 0,0 1 0 0,0-3-3 15,-1 0 0-15,1-1-4 0,0-1-5 16,0 0-11-16,0-3-14 0,0 1-22 0,0-3-43 15,-2 2-79-15,1-3-108 0,-3-1-183 16,0 3-295-16,0-2-349 0,1 2-351 0,0 1-158 16,0-3 309-16,-2 3 702 0</inkml:trace>
  <inkml:trace contextRef="#ctx0" brushRef="#br0" timeOffset="87157.12">24587 10830 35 0,'0'-11'530'16,"0"2"478"-16,-3 2 241 0,2 1-32 0,-1 2-285 16,-1 0-267-16,0 2-166 0,-2 2-115 15,0 4-76-15,-1 0-68 0,0 4-75 0,1 4-61 16,-3 4-43-16,1 4-18 0,1 5-10 0,2 4-5 16,-1 3-4-16,1 6 2 0,1 3 3 15,2 2-6-15,-1 2-3 0,2 0-4 0,2 0-1 16,1-2-6-16,3-4-5 0,2-3-1 0,3-5-2 15,0-5 0-15,3-2-1 0,2-8 0 16,2-2 0-16,-2-6 0 0,2-3 1 0,2-7 0 16,-2-4 0-16,3-4 2 0,-3-7 0 0,2-2 1 15,-1-6 0-15,-3-1 0 0,-1-4 0 16,-2 1-1-16,-3-2 0 0,-3-1 0 16,0-2 1-16,-6-2-2 0,-2-3 1 0,-2-2-1 15,-3 0 5-15,-2-2 3 0,-4 1 1 0,0 0 5 16,-2 2 4-16,1 7 1 0,-4 2-3 0,-2 6-2 15,3 3-1-15,-3 6-5 0,1 1-3 16,-1 7-4-16,1 8-1 0,-2 5-1 0,3 1 0 16,-1 10 0-16,1 2 0 0,4 3 1 0,0 5-1 15,3 0-1-15,2 4-1 0,3 0-2 16,1 3 0-16,4-1-10 0,1-1-26 16,4 0-66-16,-1-3-80 0,1 0-149 0,2-3-284 0,-1 0-330 15,5-1-385-15,-1-2-261 0,-1-2 17 16,7-4 676-16</inkml:trace>
  <inkml:trace contextRef="#ctx0" brushRef="#br0" timeOffset="87420.09">25229 11347 216 0,'-3'1'1255'0,"-2"-1"584"16,-1 2-235-16,-3-2-389 0,1 1-434 0,-2-1-354 16,0 0-204-16,1 0-93 0,3 0-46 15,-1 0-29-15,2 0-20 0,1-1-17 0,-1-1-11 16,2 2-6-16,2-1-15 0,-1 0-35 0,2 1-85 16,0-2-126-16,0-1-258 0,2 1-314 0,-1-2-394 15,1 3-433-15,1-1-77 0,1 1 608 16</inkml:trace>
  <inkml:trace contextRef="#ctx0" brushRef="#br0" timeOffset="89180.93">25555 10755 241 0,'1'-4'558'0,"3"2"273"0,-4-1 155 16,1 0-178-16,-1-2-219 0,3 1-124 15,1-2-86-15,-1-2-60 0,4 0-34 0,1-1-16 16,2 0-17-16,1 2-29 0,5 0-29 15,1-1-28-15,1 4-11 0,0 1-21 0,2 1-30 16,2 4-14-16,0 2-7 0,1 1-6 0,-2 3-24 16,0 3-11-16,-4 2-5 0,0 1-2 15,-1 1 5-15,-5 3 4 0,-3 3 1 0,-4-2-2 16,-3 2-3-16,-2-1 1 0,-6 4-2 0,-3-1-4 16,-2 1-2-16,-2 2-7 0,-5-3-3 0,0 4-2 15,-3 0-1-15,1 0-2 0,0 0-1 16,3 2-1-16,0-2-2 0,2-1-6 0,2 3-3 15,5-2-3-15,2-1-1 0,2-1-1 0,4-4 0 16,2 0-1-16,3-2 0 0,4-3-1 16,4-1 0-16,2-5 1 0,4-1 0 0,3-4-2 15,2-4 2-15,6-1 0 0,-3-4 1 16,4-1-1-16,2-3 1 0,0 1 1 0,-1-2 0 16,1-3-1-16,0 1 0 0,-2 0 0 0,-4 3-6 15,0-1-15-15,-7 0-31 0,-2 2-69 16,-4 1-74-16,-2 0-139 0,-5 0-245 0,1 1-318 15,-3 1-349-15,0 0-242 0,0-2-68 16,2 1 530-16</inkml:trace>
  <inkml:trace contextRef="#ctx0" brushRef="#br0" timeOffset="89713.57">26772 10939 32 0,'-3'-2'522'0,"2"2"474"0,-6 4 237 0,1 0-60 16,-1 2-286-16,-2 5-233 0,1 2-146 0,-1 4-113 16,-2 3-65-16,1 3-55 0,0 4-66 0,0 4-72 15,2-1-52-15,0 5-29 0,1 1-20 16,6 1-11-16,1-4-12 0,1-1-7 0,6-3-3 16,2-4 0-16,5-3-1 0,2-3 2 0,5-4-1 15,2-6 0-15,5-5 1 0,2-4-2 16,6-7-1-16,2-5 2 0,0-5-2 0,-2-4 1 15,2-4 0-15,-2-4-1 0,-3-3 1 16,-3 0-1-16,-5-3 1 0,-5 1 1 0,-3-1 9 16,-6 1 11-16,-6-1 8 0,-1 3 9 0,-8-1 4 15,-4 1 0-15,-7 1-7 0,-5 0-9 16,-5 1-7-16,-6 4-9 0,-8 1-4 0,-4 6-5 16,-4 4-2-16,-1 7 0 0,-2 6-1 0,1 6 1 15,1 6 0-15,3 5 0 0,5 6 1 16,4 4-2-16,3 2-1 0,8 2-1 15,4 4-3-15,8 0-12 0,4 1-35 0,8-2-84 0,2 0-141 16,4-4-258-16,7 1-320 0,3-6-405 16,4 0-435-16,-2-1-48 0,5-3 692 0</inkml:trace>
  <inkml:trace contextRef="#ctx0" brushRef="#br0" timeOffset="92360.6">23161 12595 189 0,'7'-11'781'0,"-3"3"420"16,2 0 66-16,-3 1-144 0,1 1-413 0,-3 3-231 16,3-1-93-16,-1 4-58 0,0 4-29 15,2 3-33-15,1 6-49 0,0 6-46 0,-1 5-48 16,0 7-31-16,0 7-25 0,-2 5-16 16,-2 3-11-16,1 8-8 0,-2 1-7 0,-2 2-4 15,1 2-5-15,-2 3-4 0,-1 1-6 0,0-3-2 16,-1 0-4-16,1-3-2 0,1-5-2 15,2-2-1-15,-4-6-2 0,5-4-12 0,0-7-21 16,0-5-56-16,2-6-77 0,1-7-108 0,-2-8-186 16,2-5-304-16,1-6-342 0,-1-8-292 15,2-4-139-15,1-6 276 0,3-5 655 0</inkml:trace>
  <inkml:trace contextRef="#ctx0" brushRef="#br0" timeOffset="92582.25">23518 12670 42 0,'18'-25'608'0,"-3"3"510"16,-5 9 185-16,-2 5-61 0,0 6-275 0,-4 5-314 16,0 6-192-16,-1 4-110 0,-1 5-63 0,-1 5-68 15,-1 4-71-15,0 4-52 0,0 7-32 16,-1 1-15-16,-3 6-10 0,-1 3-5 0,2 3-9 16,-4 2-7-16,0 5-3 0,1 0-5 0,-1-1-5 15,3-3-5-15,-1-2-1 0,2-8-3 16,2-3-6-16,1-8-17 0,1-3-44 0,-1-7-75 15,0-5-81-15,-1-4-150 0,-3-3-254 16,-1-5-322-16,1-3-308 0,-3-1-193 0,-3-6 15 16,-2-3 554-16</inkml:trace>
  <inkml:trace contextRef="#ctx0" brushRef="#br0" timeOffset="92844.19">23061 13041 428 0,'0'6'982'0,"4"-3"266"0,-3 0-75 0,4 2-225 16,1-1-428-16,5 0-149 0,0 1-63 0,2-1-3 15,4-1-16-15,2-3-31 0,2-3-31 16,4-1-63-16,4-3-34 0,2-4-40 0,3-1-20 16,2-3-13-16,3-2-15 0,3-1-11 0,-1-3-13 15,3 0-6-15,-1-1-5 0,1-3-2 16,-3 0-3-16,-1 1 0 0,-6 2-1 15,-3 0-1-15,-5 3-3 0,-4 2-9 0,-7 6-34 16,-5 1-76-16,-6 2-97 0,-8 5-175 0,-8 3-294 16,-6 4-348-16,-8 7-368 0,-6 2-189 0,-4 5 216 15,-8 2 706-15</inkml:trace>
  <inkml:trace contextRef="#ctx0" brushRef="#br0" timeOffset="93064.52">23096 13320 211 0,'7'14'808'0,"1"0"387"16,-1-4 36-16,1-3-129 0,4-3-379 16,5-4-233-16,0-1-114 0,5-5-65 0,2-4-25 15,3-1-44-15,1-3-68 0,2-2-57 16,3-2-40-16,1-3-20 0,1-2-25 0,-1-1-16 16,1 1-7-16,2-2-4 0,0 1-3 0,0 2-5 15,-4 0-33-15,-1 3-77 0,-4 0-87 16,-3 4-171-16,-4 0-290 0,-1 4-342 0,-1 2-347 15,-6 3-179-15,-2 3 157 0,0 3 678 0</inkml:trace>
  <inkml:trace contextRef="#ctx0" brushRef="#br0" timeOffset="93493.78">24050 13328 39 0,'3'11'606'0,"2"-2"498"0,-2-3 167 0,2-2-127 15,1-4-310-15,2-6-299 0,1-5-127 16,7-6-64-16,-2-4-42 0,5-5-35 0,0-6-40 15,5-5-63-15,1-5-62 0,4-2-35 16,-1-3-15-16,0-1-7 0,2 0-5 0,-3-1 2 16,-3 2 1-16,0 1 1 0,-4 4-2 0,-2 5 5 15,-2 3 3-15,-5 6 2 0,0 7 5 16,-7 3-1-16,1 4-4 0,-2 4-7 0,-3 4-11 16,-3 4-10-16,0 7-9 0,-3 4-8 0,0 4-3 15,-1 5-3-15,-1 5 0 0,3 4-2 16,1 3-1-16,-4 3-1 0,2 4 1 0,1 1-1 15,-2 2 0-15,3 2 0 0,-2 1 1 16,1 0-2-16,2 0-12 0,1 2-22 0,-1-3-60 16,1-3-93-16,1-1-218 0,-1-5-291 0,4-1-368 15,2-2-465-15,4-6-311 0,2 1 276 16,1-7 978-16</inkml:trace>
  <inkml:trace contextRef="#ctx0" brushRef="#br0" timeOffset="96292.2">27242 12693 127 0,'-9'0'651'0,"0"1"439"0,1 1 141 0,-2 0-112 15,0 5-446-15,0 0-249 0,1 7-143 0,1 4-42 16,2 4-11-16,1 7-9 0,2 3-11 15,0 3-21-15,3 5-29 0,3 3-48 0,0 2-42 16,2 4-25-16,1-4-17 0,7 2-7 16,-4-6-8-16,6-1-7 0,3-7-4 0,1-6-1 15,1-5-3-15,3-8-3 0,1-6 4 0,-2-8 1 16,3-4 2-16,-1-8 1 0,0-7 6 0,-2-7 25 16,-1-6 12-16,-3-2 13 0,-2-7 11 0,0 1 8 15,-6 0 1-15,-2-1-15 0,-4 1-11 16,-4 0-5-16,-6 2-8 0,-4 1-7 0,-3 2-8 15,-4 0-5-15,0 4-2 0,-5 1-5 16,1 7-4-16,-1 3-2 0,1 6-2 16,3 3-1-16,0 4-1 0,1 7-2 0,2 4-1 15,3 5-1-15,2 5 0 0,2 2-3 0,1 7 0 16,4 3 1-16,1-1-1 0,4 3 0 0,1 2-4 16,3 1-12-16,2 0-39 0,0-1-76 15,0-2-81-15,3-2-154 0,0-2-286 0,-2-2-329 16,4-2-333-16,-2-4-190 0,0-1 75 0,2-4 626 15</inkml:trace>
  <inkml:trace contextRef="#ctx0" brushRef="#br0" timeOffset="96529.36">27745 13170 149 0,'14'0'737'16,"-3"2"430"-16,-2 0 70 0,-4 0-147 0,2-1-442 16,-4 0-298-16,1 1-171 0,-2-2-85 15,-1 0-41-15,1 0-22 0,0 0-13 0,-2 0-15 16,-2-2-43-16,0 1-121 0,-1-4-191 0,-3 1-289 16,2 0-267-16,-1-4-252 0,-2 2-73 15,2 0 365-15,-1-1 481 0</inkml:trace>
  <inkml:trace contextRef="#ctx0" brushRef="#br0" timeOffset="96861.52">27939 12685 269 0,'13'-4'759'0,"-4"0"329"0,-1-3 58 16,0 3-197-16,1 2-346 0,3 2-195 0,-3-3-80 15,4 3-35-15,0 3-4 0,0-3-25 0,0 2-31 16,1 1-21-16,1 3-46 0,-2 2-33 0,-1-1-29 16,-1 3-21-16,0 1-11 0,-3 2-16 0,-2 2-8 15,-1-1-1-15,-1 4-6 0,-4 0-3 16,-2 1-1-16,-3 2-5 0,-1 3-1 0,-2 0-4 16,-3 2-1-16,1 1-5 0,-4 0-2 15,3 1-3-15,0 2-4 0,-2 0-3 0,4-2-4 16,-1 0-1-16,1-1-3 0,3-3-2 15,2-4-2-15,4-1-1 0,0-1-1 0,5-6-2 16,3-3-13-16,1-3-24 0,3-6-59 0,2-5-75 16,2-4-105-16,2-3-182 0,3-4-304 0,1-6-334 15,5 0-273-15,0-1-146 0,1-3 259 0,2 0 642 16</inkml:trace>
  <inkml:trace contextRef="#ctx0" brushRef="#br0" timeOffset="97125.3">28480 12902 10 0,'13'0'446'16,"-5"4"438"-16,-1 4 287 0,-4 3 4 0,1 5-331 15,-1 4-210-15,-2 4-130 0,3 3-89 0,-3 2-70 16,1 2-59-16,0-1-54 0,1 2-69 16,3-5-65-16,-2-2-45 0,6-2-25 0,0-9-13 15,4-1-6-15,2-8-4 0,1-6-2 0,3-5 0 16,0-7-1-16,2-8 0 0,0-5 9 16,-3-4 9-16,0-3 12 0,-3-3 8 0,-2 0 9 15,-6-1 6-15,-3-1-5 0,-7 1-8 0,-5-1-9 16,-4 1-8-16,-6 1-8 0,-3 0-7 15,-3 3-4-15,-4 4-3 0,-1 5-2 0,-2 8-1 16,0 4-3-16,0 10 0 0,1 7 0 16,3 7-2-16,0 3 0 0,5 5-1 0,4 5-8 15,4 2-32-15,3 2-79 0,3 2-81 0,6 0-162 16,1 1-291-16,5-2-337 0,1 1-364 16,5 1-186-16,2-1 99 0,4-1 681 0</inkml:trace>
  <inkml:trace contextRef="#ctx0" brushRef="#br0" timeOffset="97689.84">29128 12914 114 0,'2'2'688'0,"-1"3"441"0,1-1 110 16,-1-1-143-16,3 0-404 0,1 2-286 15,1-1-110-15,3 1-37 0,2 1-28 0,2-1-15 16,1 0-20-16,3 0-35 0,1-1-28 0,2-1-34 16,1-1-19-16,3 0-11 0,-1-2-8 0,3-2-8 15,0-1-25-15,0 0-13 0,-4-2-6 16,2-1-26-16,-5 0-72 0,-3 0-72 0,-4-1-154 15,-6-1-284-15,-2 0-319 0,-8 3-352 16,-2 1-215-16,-6-1 48 0,-4 0 640 0</inkml:trace>
  <inkml:trace contextRef="#ctx0" brushRef="#br0" timeOffset="97952.93">29406 12801 311 0,'29'0'582'0,"-4"0"215"0,2 1 118 0,2-1-228 16,1 4-168-16,0-2-61 0,0 4-54 0,0-4 9 16,-2 5 28-16,1-1-7 0,-6 4-48 15,-1-1-55-15,-6 4-44 0,-2 0-57 0,-4 2-66 16,-5 2-56-16,-4 2-33 0,-2 1-23 0,-4 1-17 16,-5 0-12-16,-4 1-9 0,-3 2-5 0,-5 2-4 15,-2-2-3-15,-1 0-1 0,-2 0-1 16,1-2-3-16,1-1-8 0,3-4-26 0,2 1-66 15,4-6-73-15,0-2-137 0,6-2-247 16,4-1-315-16,3-2-352 0,3-3-256 0,1 0-59 16,4-2 540-16</inkml:trace>
  <inkml:trace contextRef="#ctx0" brushRef="#br0" timeOffset="103278.34">30811 12291 155 0,'0'9'591'0,"1"-5"341"0,-1 1 146 15,0-2-115-15,3-1-343 0,-3-1-200 0,2-1-124 16,-1-1-67-16,1-1-25 0,1-1 27 0,2-3 24 16,-2 1 21-16,3-2-9 0,-1 3-19 15,4-6-32-15,-1-1-48 0,1 0-48 0,0-3-43 16,0 1-26-16,3-3-13 0,0-1 1 0,1-3-8 16,1-1-1-16,-1 0-10 0,3-3-3 0,-1-1-5 15,2-1-9-15,-1-2-5 0,2-1-3 16,-2-1 3-16,1 0 5 0,1-2 7 15,-1 3 4-15,-3-3 2 0,2 5 1 0,-3 0 1 0,0 2 1 16,-3 3 0-16,0 3 0 0,-3 3 0 0,0 1 4 16,-4 2 2-16,0 3-3 0,0 4-4 0,-1 0-3 15,0 3-3-15,-2 0-5 0,1 3-3 16,-1 3-1-16,0 5-2 0,0 1-1 0,-1 8 2 16,-1 2-2-16,0 3 1 0,2 6 0 0,-1 1-1 15,1 2 0-15,-2 3 0 0,2 1 1 16,0 2-2-16,0 0 1 0,0 1 4 0,0-2 2 0,0 0 2 15,0-3 1-15,0-2-4 0,0-1-1 16,-1-2-6-16,1-2-4 0,0-1-1 0,-2-2-3 16,0-3 4-16,1-2 3 0,-1-2 0 15,-1-1 1-15,1-3 0 0,-2 0 0 0,2-4 3 0,1-2-7 16,-2-1-23-16,1-4-53 0,-1-1-76 16,0-6-144-16,3-3-279 0,0-3-329 0,0-5-377 15,4-2-333-15,1-5-30 0,0-3 674 0</inkml:trace>
  <inkml:trace contextRef="#ctx0" brushRef="#br0" timeOffset="103553.58">31516 11595 79 0,'6'2'591'16,"-2"4"421"-16,0 0 167 0,-3 3-43 0,1-1-362 0,-2 3-228 15,0-1-111-15,0 4-46 0,-2-3-39 16,2 1-48-16,-1-1-46 0,-1 0-56 0,0-3-49 15,1-1-37-15,-1-2-20 0,-2 0-17 0,1 1-12 16,0-4-12-16,-1-1-13 0,0-2-10 0,-1-1-10 16,0-2-7-16,-1-1-5 0,0-2-5 0,1 1-1 15,0-1-2-15,0-1-2 0,2-1 0 16,0 2-2-16,1 1-1 0,-1 2 0 0,3 1-2 16,0 2 2-16,3 2-1 0,-1 2-3 0,1 5-9 15,0 1-19-15,0 1-43 0,0 3-73 0,1-2-113 16,-3 3-202-16,3 0-297 0,-1 0-341 15,3 0-346-15,-3-1-167 0,2-1 338 0,0 0 726 16</inkml:trace>
  <inkml:trace contextRef="#ctx0" brushRef="#br0" timeOffset="103792.89">31788 12166 61 0,'8'12'566'15,"1"0"450"-15,-4-3 191 0,-1 0-69 0,0-3-369 16,-3-1-205-16,1-1-119 0,0 1-62 0,1 0-45 16,-3-3-42-16,1 0-45 0,-1 0-71 0,0-1-62 15,3 0-45-15,-3-1-28 0,0 0-18 16,0 0-13-16,0 0-6 0,-3 0-5 0,3 0-9 16,-1-1-35-16,-1 0-72 0,-1-1-86 0,-2-2-157 15,-1-1-291-15,-2 0-335 0,-2 2-339 0,1 2-202 16,-1-2 119-16,-2 3 651 0</inkml:trace>
  <inkml:trace contextRef="#ctx0" brushRef="#br0" timeOffset="104112.72">31370 12396 32 0,'2'4'482'0,"1"1"441"15,2-5 258-15,1-3-15 0,2-3-349 0,4-3-184 16,1-1-117-16,3-5-80 0,2-2-64 0,0-3-60 16,3-2-53-16,1-3-74 0,2-1-70 0,1-6-48 15,2-1-30-15,1-6-15 0,1-3-12 16,1-2-8-16,1-4 0 0,-1-2 2 0,0-2-2 16,2 4-1-16,-2-2-1 0,-3 3 1 15,2 3-1-15,-2 4-1 0,-5 3 1 0,0 3-1 16,-3 3 1-16,0 3-2 0,-6 6 2 0,-1 2 1 15,-4 5-1-15,-2 2 1 0,-4 2-2 0,-2 5-3 16,-3 2-8-16,-4 1-42 0,-4 6-77 0,-6 3-116 16,-4 2-219-16,1 1-296 0,-6 4-367 15,3 3-344-15,-6 1-133 0,-1 0 418 0,0 4 723 0</inkml:trace>
  <inkml:trace contextRef="#ctx0" brushRef="#br0" timeOffset="104521.72">30622 12616 37 0,'-1'-1'453'0,"-1"1"386"0,1 0 272 16,-3 0 35-16,4-1-365 0,-1 1-259 16,1 1-163-16,1-1-109 0,1 1-22 0,3-1-20 15,4 2 0-15,4-1-9 0,1 2 27 0,7 0 0 16,4 2-40-16,3-1-35 0,7 2-20 0,2-1-15 16,2 1-35-16,5 1-17 0,4-1-9 15,6 0-7-15,2 1-17 0,5-3-5 16,2-1-3-16,3 0-6 0,2-1-8 0,2 0-3 15,1-2 0-15,-3 3-1 0,0-1-3 0,0-1 0 16,-4 0 0-16,0-1 0 0,-4 2-4 0,-2-2 2 0,-5 2 0 16,-1-2 0-16,-8 0-2 0,-1 1 0 0,-10 1-2 15,-3-2-11-15,-6 1-20 0,-5-1-40 16,-4 0-60-16,-3 2-65 0,-3-2-104 0,-3 0-153 16,-3 0-230-16,-3 0-282 0,0 0-232 0,-3 1-200 15,-3-1 141-15,2 3 506 0</inkml:trace>
  <inkml:trace contextRef="#ctx0" brushRef="#br0" timeOffset="105131.5">30674 13402 6 0,'7'0'431'0,"-2"1"388"16,1 1 235-16,-2-4 10 0,3 1-296 0,-1-4-241 16,2-1-165-16,5-1-54 0,-2-2 17 15,4-2 16-15,2-5-21 0,0 0-33 0,2-4-38 16,1-3-45-16,2-2-56 0,-1-3-46 0,5 0-27 16,-1-4-18-16,-2 0-11 0,1-1-3 0,-3 2-4 15,1-1-1-15,-3 2-5 0,-2 2-1 0,-1 2-4 16,-7 1-9-16,1 2 0 0,-1 5 0 0,-2 2 8 15,-4 0-5-15,0 5 7 0,0 2 3 16,-1 2-6-16,0 1-3 0,-2 1-10 0,1 4-2 16,1-1-6-16,-2 4-2 0,0 4-1 0,0 2-1 15,0 6-2-15,-2 1 0 0,2 4 0 0,0 1 0 16,0 2 1-16,0 3 2 0,0 0 0 0,0 0 1 16,0 2-3-16,0 2-4 0,0-1-1 15,-1 1-2-15,1-2-1 0,0-1-2 0,-2 0 3 16,2-1 3-16,-2-1 0 0,2-2 5 0,0-2 2 15,-1-4 3-15,-1-1-1 0,1-2 1 0,-1-2 0 16,0-3-8-16,1 2-12 0,-3-4-15 16,3-2-23-16,-2-1-42 0,-3 0-72 0,3-3-74 15,-4-1-120-15,2-3-181 0,-1 2-303 0,-2-4-288 16,5 0-216-16,0-1-99 0,1 3 354 16,1-3 576-16</inkml:trace>
  <inkml:trace contextRef="#ctx0" brushRef="#br0" timeOffset="106098.78">31496 13194 400 0,'-1'-3'955'0,"-2"1"312"15,-3-3-39-15,1 4-277 0,-2 2-313 16,3 4-189-16,-4 0-99 0,-1 4-54 0,0 2-44 16,0 2-40-16,-2 3-57 0,0 2-55 0,0 2-37 15,0 1-25-15,3-1-14 0,0 3-9 16,1-3-7-16,3-1-3 0,2-1-3 0,6-4-2 15,2-1-1-15,2-3-1 0,1-5 1 0,4-2 1 16,3-4 0-16,1-4 0 0,1-2 1 16,3-4 0-16,0-3 6 0,0-2 3 0,-1 0 3 0,1-2 0 15,-5 0-1-15,1 3 1 0,-4-2-5 16,-1 2-3-16,-2 4-1 0,-4 0-2 0,-1 3 2 16,0-1 0-16,-1 5 2 0,-2-1 3 0,1 4-1 15,-3-3 0-15,-3 8-1 0,3-2-1 0,-5 2-2 16,4 2-3-16,-2 1 0 0,-1 1-5 15,3-1-6-15,1 3 5 0,-2-1-3 0,2 1 2 16,0-2 3-16,0 2 6 0,2-3 5 16,-1 1-6-16,1-2 5 0,0-1-7 0,1-1 0 15,3 0-2-15,-3-2-1 0,2-2 2 0,-1 0-1 0,3-3 2 16,-1 0 0-16,3-3-1 0,0 0 0 16,0-4 0-16,2 3-1 0,-5-4-1 15,4 4 2-15,-4 0 1 0,3 1-1 0,-4 0 1 16,-1 3 0-16,-1-1 1 0,-3 2-1 0,0 2 2 0,-2 2-1 15,-3 2 0-15,0 3 1 0,-4 2 0 0,1 3 0 16,-1 3 1-16,-4 0-1 0,1 2 0 0,2 1-2 16,-2-1 0-16,3 2-1 0,0 0 0 15,0-1 0-15,4-1-1 0,0-1-1 0,3-2-4 16,2-2-8-16,4-5-10 0,1-3-12 0,4-2-16 16,0-5-20-16,3-3-23 0,3-2-22 0,1-5-16 15,3-2-7-15,1-4 9 0,0-3 15 16,3-3 25-16,1-5 34 0,-2-2 27 15,4-2 19-15,0-1 7 0,3-2 36 0,1-1 49 0,-2 0 49 16,1-1 32-16,-4 3 8 0,-3 3 0 16,0 4-23-16,-5 5-36 0,-4 4-31 0,0 4-26 15,-5 4-14-15,-2 3-11 0,-3 4-7 0,-3 4-7 16,-1 4-6-16,-2 4-4 0,-1 1 0 0,-1 5 1 16,1 1-7-16,-4 3-1 0,2 2-2 0,-1 2-3 15,1 3 0-15,-3 1-2 0,2 1 5 16,2 1 2-16,1-1 2 0,0-2-1 0,4-3 0 15,4-2 0-15,0-4-1 0,3-4 2 0,5-2 0 16,3-6 1-16,2-3 2 0,1-5-1 0,4-2 0 16,0-2 0-16,0-3 1 0,0-3-2 15,2 1 0-15,-5 0 0 0,1 1 0 0,-3 1 0 0,-2 3 0 16,-3 2 1-16,1 1 6 0,-3 3 2 16,-1-1 1-16,-3 4 1 0,1 4 1 0,-2 0 0 15,-2 4-6-15,-2 0-2 0,-1 3-1 16,2 3-2-16,-2 1 0 0,0 3-2 0,0 1-6 15,-2 2-30-15,2 3-72 0,0 0-76 0,0-1-159 16,0 2-289-16,0-1-331 0,4 2-362 16,0-2-226-16,1 0 47 0,0-4 693 0</inkml:trace>
  <inkml:trace contextRef="#ctx0" brushRef="#br0" timeOffset="108638.49">23773 15255 16 0,'-5'25'493'0,"3"-3"463"15,-1-5 235-15,2-2-63 0,1-4-341 0,0-4-316 16,3-2-134-16,2-4-24 0,3-2 21 0,6-5-6 15,-1-4-10-15,3-4-34 0,2-7-53 0,4-5-65 16,2-4-57-16,0-4-24 0,5-7-19 16,1-2-15-16,1-5-6 0,2-2-7 0,-1-2 0 15,0 1-4-15,-2 0-1 0,-2 3 1 16,-3 5 1-16,-3 6 2 0,-4 7 1 0,-4 6 1 16,-4 6-4-16,-2 3-4 0,-4 8-6 15,-4 5-7-15,-4 10-6 0,-3 8-6 0,-1 8-2 16,-3 9-3-16,-1 7 0 0,-1 5-1 0,-1 5-2 15,3 5-1-15,-1 0-1 0,3 3 1 0,3 1 0 16,-1-2 0-16,6-2 1 0,-1-3 0 0,4-5-2 16,3-5-8-16,1-4-11 0,5-8-15 15,0-7-27-15,0-6-57 0,5-8-77 0,-2-5-105 16,3-9-172-16,1-5-300 0,1-9-339 16,1-5-283-16,3-4-155 0,0-5 255 0,1-3 649 15</inkml:trace>
  <inkml:trace contextRef="#ctx0" brushRef="#br0" timeOffset="108921.18">24548 14987 102 0,'6'-8'663'16,"3"8"470"-16,-6 4 160 0,1 10-38 0,-3 4-354 16,-1 7-276-16,2 3-182 0,-2 6-98 15,2 1-71-15,-2 3-81 0,1 1-71 0,2-1-48 16,2-1-26-16,2-3-20 0,3-5-12 0,2-4-8 16,3-8-5-16,4-3-2 0,3-10-2 15,0-5-1-15,4-8-1 0,-1-9 0 0,1-6 3 16,-1-5 1-16,-2-5 2 0,-2-5 6 15,0-3 6-15,-6-3 7 0,-4-2 4 0,-2 0 5 16,-8 1 4-16,-2-1-3 0,-8 1-3 16,-2 1-1-16,-4 4-2 0,-1 4-4 0,-3 5-3 15,-2 6-2-15,0 6-1 0,0 8-6 0,0 8-4 16,2 5-3-16,0 8-2 0,0 6-2 16,5 7-2-16,1 7-1 0,1 3-1 0,4 4-12 15,1 3-32-15,4 3-83 0,-1-1-123 16,0 3-259-16,4-1-312 0,4-1-390 0,-2 0-424 0,6-5-94 15,0-3 599-15</inkml:trace>
  <inkml:trace contextRef="#ctx0" brushRef="#br0" timeOffset="109095.43">25281 15262 123 0,'12'0'1053'0,"-9"1"693"0,-5 2-125 0,-3 2-376 0,-4 3-439 16,-5 0-351-16,-1 2-242 0,-2-1-108 0,3 0-50 15,0 0-26-15,2-3-19 0,3 0-47 16,0-2-82-16,2-3-141 0,4 1-271 0,3-2-301 16,3-3-386-16,2 0-363 0,3-1-45 15,0-2 634-15</inkml:trace>
  <inkml:trace contextRef="#ctx0" brushRef="#br0" timeOffset="110200.61">25753 15137 170 0,'1'4'642'0,"2"1"361"0,1-4 108 0,-2-1-122 15,2-1-368-15,0-4-210 0,1 0-121 16,3-4-14-16,3-3 27 0,0-3 3 0,4-4-9 16,3-4-25-16,1-4-38 0,2-2-56 0,1-2-52 15,2-3-33-15,-1-1-33 0,3 1-17 16,-2-1-8-16,-1 4 0 0,-1 0-2 0,-2 5-7 16,-2 3-5-16,-5 3-1 0,-1 7 0 15,-3 0-4-15,-3 3-2 0,-1 6 0 0,-4 4 0 16,-1 8-1-16,-1 5-2 0,-2 6-3 15,-2 6-1-15,-2 5-3 0,2 2-1 0,1 1-1 16,-4 5-1-16,5-1-2 0,0 3-1 16,-2-1 0-16,2-2-1 0,-1 1 0 0,3-4-1 15,-2 1 3-15,0-6 0 0,1 2 0 0,1-4 0 16,1-3 1-16,0-3 0 0,0-3-1 16,0-3-2-16,0-2 0 0,0-3-1 0,1-5-2 0,-1 0-6 15,5-4-18-15,-4-2-41 0,2-4-73 16,1-2-72-16,-4-3-104 0,1-3-164 0,3 0-252 15,-3-2-280-15,2 1-199 0,1 0-148 16,0-1 170-16,2 1 508 0</inkml:trace>
  <inkml:trace contextRef="#ctx0" brushRef="#br0" timeOffset="110570.87">26641 14826 13 0,'10'-10'572'0,"-1"5"553"0,-4 3 248 16,-4 4-75-16,-1 7-284 0,-1 5-369 0,-3 10-200 15,1 4-115-15,-1 7-78 0,1 3-62 0,0 7-61 16,3 2-44-16,1 2-26 0,2 3-19 16,3-3-11-16,2 0-10 0,5-3-5 0,4-6-6 15,3-5-5-15,6-8-1 0,4-9-1 16,4-8 1-16,3-9-2 0,3-7-1 0,0-9 1 15,-1-7-1-15,0-5 1 0,-4-6 0 0,-5-5 3 16,-3 0 0-16,-8-6 2 0,-1 0 2 16,-9 0 4-16,-6 1 3 0,-6 0 0 0,-6 0 2 15,-9 3 0-15,-4 1-2 0,-7 5-5 0,-4 1-4 16,-3 8-2-16,-2 6-3 0,-1 7-3 16,-3 8 0-16,-2 8-1 0,5 8 0 0,1 5 0 15,2 5-9-15,4 4-34 0,5 3-81 0,1 3-113 16,6 0-222-16,6 0-303 0,0 2-371 15,6 0-392-15,0-1-136 0,2 0 422 0,2-2 768 16</inkml:trace>
  <inkml:trace contextRef="#ctx0" brushRef="#br0" timeOffset="111864.61">24002 16236 134 0,'-3'-6'457'15,"-2"1"221"-15,-3 4 120 0,0 1-69 16,-2 3-368-16,0 1-177 0,0 1-59 0,0-1-34 16,1 2-14-16,3-1-7 0,0-2-11 0,1-1-20 15,2 0-23-15,2 1-13 0,-1-3-6 0,2 0-2 16,0 0 5-16,2-1 13 0,-1-1 32 16,-1-1 62-16,2 0 66 0,-1 2 54 0,-1-2 44 0,3 1 14 15,-3 1-2-15,2-1-18 0,-2 1 0 16,0 2 4-16,0 1-1 0,0 4-6 0,0 1-19 15,0 3-34-15,0 3-45 0,0 5-39 0,-2 1-36 16,2 2-19-16,0 2-14 0,0 1-6 0,2 0 1 16,-1 0-2-16,2 1 6 0,1 2 0 15,0 2 1-15,1-1 0 0,0 2-4 0,0 2-3 16,1 0-7-16,-1 2-4 0,0 0-4 0,-2 4-5 16,0 0-4-16,0 4-4 0,-3 1-7 0,0 2-7 15,0 3-4-15,-1-1-4 0,-3 3-3 16,1 0 2-16,0-2 2 0,0-2 2 0,-1-3-1 15,3-3 1-15,-1-7-1 0,4-5-3 0,1-5-7 16,0-7-9-16,2-4-13 0,0-3-18 16,-2-9-43-16,5-9-78 0,-7-6-96 0,2-7-168 0,1-5-290 15,-1-8-348-15,2-5-350 0,0-4-182 16,-1-4 184-16,2-4 693 0</inkml:trace>
  <inkml:trace contextRef="#ctx0" brushRef="#br0" timeOffset="112069.78">24214 16418 97 0,'17'-19'604'0,"-2"4"442"0,-3 5 192 16,-1 5-42-16,-2 5-303 0,1 5-218 0,-2 5-171 16,-1 2-113-16,-1 4-75 0,0 6-63 0,-1 2-84 15,-2 3-62-15,-1 5-25 0,-2 5-16 0,0 3-13 16,-2 3-14-16,-3 6-12 0,-1 3-6 16,-2 3-8-16,0 3-5 0,0 0-4 0,-2 2-2 0,1-3-4 15,1-3-2-15,4-3-4 0,-2-6-9 16,1-3-24-16,2-6-47 0,-2-6-71 0,0-4-80 15,-1-5-149-15,-2-4-245 0,2-7-308 0,-4-3-293 16,2-4-198-16,-3-6 10 0,0-4 537 16</inkml:trace>
  <inkml:trace contextRef="#ctx0" brushRef="#br0" timeOffset="112318.08">23784 16683 296 0,'0'-10'1055'0,"-1"0"466"15,1 3-106-15,0 5-282 0,1-4-493 0,7 4-273 16,0-2-133-16,5 1-82 0,1-1-30 0,3-2-9 16,7-3 3-16,1 0-2 0,5-2-32 15,3-1-18-15,2-3-14 0,3 2-14 0,3-2-15 16,-1 0-8-16,1-2-10 0,0 0-5 0,-2 1-3 16,1 1-3-16,-3 0-2 0,-3 3-2 0,-4 0 5 15,-3 2 2-15,-2 2-2 0,-6 2-15 0,-4 2-49 16,-7 2-66-16,-7 4-95 0,-6 1-174 15,-3 4-297-15,-9 3-328 0,-4 3-289 0,-5 5-188 16,-4 3 210-16,-9 0 649 0</inkml:trace>
  <inkml:trace contextRef="#ctx0" brushRef="#br0" timeOffset="112499.4">23768 16993 75 0,'-5'27'564'0,"4"-3"394"15,2-5 156-15,6-3 3 0,6-6-369 0,4-2-282 16,6-6-97-16,5-3-15 0,2-4-5 15,1-5-55-15,8-5-49 0,0-4-38 0,2-4-60 16,3-2-59-16,0-5-42 0,2-2-23 0,-2 1-9 16,-1 2-5-16,0-1-3 0,-7 5-2 0,-3 2-3 15,-3 2-38-15,-3 6-66 0,-5 2-76 0,-4 3-149 16,-4 5-285-16,-3-1-322 0,-1 6-307 0,-4 3-200 16,-2 1 74-16,0 1 594 0</inkml:trace>
  <inkml:trace contextRef="#ctx0" brushRef="#br0" timeOffset="112867.18">24786 17127 242 0,'4'4'923'0,"-4"-1"436"15,1-3-33-15,-1-4-188 0,3-5-393 0,2-6-246 16,2-5-137-16,3-7-77 0,2-3-42 0,2-7-46 15,2-4-58-15,2-2-48 0,3-4-30 0,1 1-19 16,0-4-11-16,0 2-1 0,2 2-4 0,-2-1 2 16,0 4 0-16,-2 4 0 0,-3 3 4 0,-3 6-4 15,0 3-3-15,-1 4-6 0,-4 5-2 16,-1 5-2-16,-1 2-2 0,-1 4 2 0,-1 4 0 16,-1 6 1-16,1 3-1 0,-2 6-1 0,-1 3-3 15,0 4-3-15,-4 7-3 0,0 2-2 0,1 6-3 16,-3 3-1-16,1 3 1 0,-3 5-1 15,0 3 0-15,0 3 1 0,-4 7 0 0,1-2 0 16,1 4-2-16,0-1-2 0,1-4-5 16,1-1-11-16,5-7-14 0,-1-4-30 0,4-5-68 15,-2-7-83-15,1-5-152 0,4-7-276 0,1-2-330 16,4-7-374-16,-2-4-250 0,4-5 36 16,-1-5 676-16</inkml:trace>
  <inkml:trace contextRef="#ctx0" brushRef="#br0" timeOffset="115157.53">30168 15479 125 0,'-4'-6'731'0,"1"1"474"16,-4 0 113-16,1 2-161 0,-1 3-388 0,3 3-304 16,-5 3-114-16,2 5-55 0,1 4-45 0,-2 6-23 15,-1 4-34-15,0 10-37 0,0 2-43 16,0 8-38-16,1 5-22 0,0 2-18 0,3 2-9 15,2-3-12-15,3-1-7 0,3-5-3 0,2-3-1 16,6-7-2-16,3-5 0 0,4-9-1 0,3-4 1 16,3-10 0-16,1-5 2 0,3-8-2 0,2-7 0 15,-2-5 2-15,-1-5-4 0,0-7 4 16,-4-2 6-16,-2-4 7 0,-8 1 9 0,-2-1 3 16,-8 1 6-16,-5 3-3 0,-4 4-4 0,-5 0-6 15,-3 3-2-15,-4 4-4 0,-2 4-1 16,-2 2-1-16,1 4-2 0,0 4-1 0,-1 2-7 15,5 4-2-15,-2 3-2 0,3 7-3 0,0-1 0 16,5 4-1-16,0 3-1 0,3 2 1 16,5 1 0-16,1 0 0 0,4 2 0 0,1-1 0 15,2-1-5-15,3 1-13 0,0 1-28 0,0-4-63 0,1 0-75 16,0 1-133-16,0-2-235 0,0 0-314 16,2-1-347-16,-1-2-265 0,-1-1-78 0,4-1 491 15,-5 1 668-15</inkml:trace>
  <inkml:trace contextRef="#ctx0" brushRef="#br0" timeOffset="115332.82">30596 15952 135 0,'14'-7'727'0,"-3"4"452"0,-2-1 79 0,-3 2-156 0,1 0-416 16,-4 2-274-16,0 0-94 0,1 3-25 0,-4 0-21 15,0 2-23-15,-2 1-28 0,-1 1-44 0,-2 3-66 16,-2 1-53-16,-2 2-32 0,1-1-49 15,2-3-78-15,-2 2-85 0,-1-5-166 0,2-1-293 0,1-3-329 16,3-2-320-16,-1-1-188 0,4-4 142 16,0-2 646-16</inkml:trace>
  <inkml:trace contextRef="#ctx0" brushRef="#br0" timeOffset="115603.04">30793 15612 182 0,'3'1'637'0,"0"2"369"0,-1 2 141 0,0 1-156 16,1 4-318-16,2 1-232 0,-1 2-123 0,2 3-47 16,1 0-24-16,-1 0-20 0,2 4-24 15,5-1-1-15,-5 2-16 0,1 1-33 0,4-1-37 16,-4 2-28-16,-1 1-17 0,1-2-24 0,0 3-19 16,-5-1-11-16,1 1-5 0,-3-1-4 0,-2-1-2 15,-2 1-2-15,-3-3-1 0,-1 1-2 0,-2-3-1 16,-1 1 2-16,-4 1-1 0,2-4-4 0,-5-2-32 15,2 0-61-15,0-4-56 0,-1-2-70 0,1-6-110 16,1 0-157-16,3-8-187 0,2-3-229 0,3-2-218 16,3-6-132-16,1 1 167 0,1-9 422 15</inkml:trace>
  <inkml:trace contextRef="#ctx0" brushRef="#br0" timeOffset="115766.83">30871 15658 50 0,'9'-18'494'0,"-1"5"397"0,-2-1 202 15,2 5-15-15,0 1-365 0,-2 1-273 0,2 1-150 16,0 3-92-16,1 0-49 0,3 3-41 0,-1-1-32 16,1 1-17-16,3 1-25 0,0 1-17 0,0 1-9 15,2-2-2-15,-1 3-6 0,1 0-37 16,-2-2-99-16,0 3-196 0,0-4-287 0,0 2-265 16,1 1-257-16,0-1-87 0,0 0 320 0,3 0 502 15</inkml:trace>
  <inkml:trace contextRef="#ctx0" brushRef="#br0" timeOffset="116011.25">31456 15638 13 0,'1'7'544'0,"2"2"513"0,-3-2 218 0,0 0-82 0,2 2-303 16,-2-1-306-16,0 1-181 0,1-3-99 16,1 0-56-16,-2-1-45 0,1-3-44 0,1 1-51 15,1-1-46-15,0-2-24 0,1-2-15 0,1-1-7 16,-1-1-6-16,1 0-5 0,-2-2-1 0,-2 0-1 15,-1-2 0-15,-1 2-3 0,-5 1-4 16,0 2-16-16,-3-2-33 0,0 3-43 0,0 2-46 16,-3 2-38-16,3 0-57 0,-3 2-109 0,3 1-124 15,1 2-185-15,2 2-243 0,0 0-238 0,4 2-121 16,1 2 276-16,2 0 444 0</inkml:trace>
  <inkml:trace contextRef="#ctx0" brushRef="#br0" timeOffset="116211.54">31615 16192 218 0,'-3'0'521'0,"2"-1"227"16,-3-3 98-16,1 0-231 0,2 0-222 0,-3-2-160 16,3 0-72-16,-1 1-25 0,1-1-15 15,1 0-6-15,0 0-16 0,0 2-21 0,0-2-27 0,1 3-24 16,1 1-14-16,-1-3-8 0,1 4-2 15,0 0-9-15,-1 0-23 0,2-2-37 0,-1 3-53 16,0-1-70-16,-2 0-91 0,0 1-120 0,0 1-164 16,0-1-156-16,0 1-27 0,-4 2 119 0,3-2 200 15</inkml:trace>
  <inkml:trace contextRef="#ctx0" brushRef="#br0" timeOffset="116526.18">31158 16284 534 0,'13'-13'1166'0,"3"-6"341"0,0-2-75 15,6-4-309-15,0-1-452 0,2-4-212 0,3-2-133 16,1-3-91-16,4-2-71 0,-1-3-53 0,3-2-32 15,3-1-19-15,-1-2-15 0,1 0-13 0,-1-2-10 16,1 2-5-16,-2 2-3 0,-2-1-6 16,0 4-5-16,-2 1-2 0,-1 3 0 15,-6 3-2-15,0 3-2 0,-5 4-5 0,-6 4-14 0,-5 4-26 16,-5 1-67-16,-6 5-79 0,-4 1-148 0,-1 5-261 16,-3 4-326-16,-1 0-377 0,-1 5-263 15,0 2-27-15,-1 2 622 0</inkml:trace>
  <inkml:trace contextRef="#ctx0" brushRef="#br0" timeOffset="117005.71">29285 16723 102 0,'-7'3'601'0,"0"0"431"15,2-3 155-15,2 2-96 0,-1-2-427 0,6 3-271 16,1 0-129-16,8 0-23 0,3 0 23 16,8 0 8-16,8-1 28 0,5-1-13 0,10-1-36 15,8-1-65-15,7-5-47 0,9-2-32 0,5-2-39 16,5-3-13-16,5-2-5 0,4-1-6 0,5-4-9 16,5 1-1-16,2-2 0 15,4 0-3-15,-1-2-5 0,0 2 1 0,0 0-7 0,-5 2-7 16,-2 1-5-16,-2 1-7 0,-8 2-3 0,-3 2-3 15,-7 1 1-15,-8 1 1 0,-7 4 0 0,-5 1 6 16,-9 2 2-16,-3 3-1 0,-7 1-9 0,-7 1-12 0,-7-1-23 16,-7 2-42-16,-2 0-70 0,-7 0-66 0,-6 3-84 15,-2-2-142-15,-6 0-182 0,-1 2-266 16,-2-1-218-16,-2 2-202 0,-2 0 7 0,3 2 426 0,-2 1 468 16</inkml:trace>
  <inkml:trace contextRef="#ctx0" brushRef="#br0" timeOffset="118154.69">30102 17274 42 0,'-1'3'539'0,"1"0"448"0,0-3 198 0,1-3-59 16,4-1-348-16,-1-6-320 0,4 1-162 0,4-8-43 16,2 0 22-16,3-3 4 0,4-4-4 0,2-3-14 15,3-1-28-15,-2-4-50 0,6-1-51 0,0-1-29 16,1-2-21-16,4 1-17 0,-4 1-11 0,-2 2-8 15,1 2-8-15,-4 6-12 0,-4 2-8 0,-4 5-6 16,-3 2-4-16,-6 6 1 0,0 3-1 0,-4 6 0 16,-1 5 1-16,-6 4 0 0,-1 2-5 0,-4 8-4 15,-2 4-3-15,0 3-2 0,-4 6-2 0,0 1-2 16,-1 3 4-16,0 4 2 0,1 1 0 0,1-1 1 16,0 1-2-16,6-4 1 0,3 0-3 0,3-5-9 15,1-2-17-15,4-3-26 0,2-6-59 0,2-3-63 16,4-4-69-16,0-6-113 0,4-6-153 15,0-2-189-15,4-6-221 0,2-3-217 0,1-6-166 16,-2-3 169-16,4-4 438 0,2-3 421 0,0 0 288 16,1 0 203-16,-1 0 309 0,1 0 353 0,-4 1 195 15,-1 3-93-15,0-2-296 0,-4 3-202 0,-1 3-134 16,-1 2-51-16,-4 3 2 0,0 5 11 0,-1 2-2 16,-2 2-20-16,-3 3-29 0,-4 2-44 15,3 2-57-15,-2 0-48 0,-3 2-36 0,2 0-22 0,-1 4-15 16,-2-1-8-16,3 0-7 0,-3 1-11 0,2 1-9 15,2-1-3-15,2-1-4 0,2-2-2 0,0 0 0 16,1 2 7-16,4-3 3 0,1-2 2 0,2 1 0 16,0-2 1-16,5 0 0 0,2-2-1 0,0 0 0 15,0-1 0-15,-1-1 0 0,2-2 0 0,1-1 0 16,-4 1 0-16,-1-1 1 0,-3 0-1 16,0 2 0-16,-2 0 1 0,-2 2 0 0,-2 0 0 0,-4 2-1 15,1 2 1-15,0 0 0 0,-5 2-1 16,1 1 1-16,-2 3 0 0,1 2 0 0,-3-2 0 0,3 4-1 15,-1-2 1-15,-2 1-1 0,4-1 0 16,-2 0-1-16,2 0 1 0,-1 2 0 0,1-4 0 16,3 4 1-16,0-4-1 0,-2 2 0 0,2 0 1 15,0 0-1-15,1 1 6 0,1 1 2 0,-2 0 1 16,1 1 1-16,-1-2 0 0,0 1 0 0,-1-3-6 16,-1-1-4-16,0 0 0 0,-3-2-2 0,1-3 1 15,-3 1 0-15,-2-1 2 0,-1-2 0 0,-1 0 1 16,0 0-1-16,-5 0 0 0,2-3 0 0,-2 0-1 15,-2 0 1-15,1 0-1 0,-1 0 2 0,0 0-1 16,1-3 0-16,3 3 1 0,0-2-1 0,1 1 0 16,0 0 0-16,-1 1-1 0,4-2 1 0,1 2-2 15,1 0 0-15,1-2-1 0,4 1-1 0,-1-2 0 16,3-3-3-16,3-1-6 0,0-2-9 0,2-4-6 16,0-1-7-16,2-3-4 0,1-1 1 0,0 0 5 15,0-2 8-15,0 1 9 0,-2 0 6 0,3 1 5 16,-3-1 3-16,1 3 1 0,-1 1 2 15,1 2 1-15,0-1 4 0,-1 4 1 0,1-1-1 16,-3 2 3-16,1 3 5 0,0 1 3 0,-1 3-8 16,0 0-3-16,0 0-2 0,0 4-3 0,3 0-8 0,-1 0-2 15,2 3 3-15,2 1 3 0,-2 2 0 0,1-1 0 16,0 3 0-16,0-1-4 0,-2 2-21 16,-5 0-61-16,-1-1-58 0,0 1-100 0,-3 0-162 15,-4-1-267-15,-1-1-312 0,2 0-246 0,-2 0-200 16,-2-2 172-16,1-1 559 0</inkml:trace>
  <inkml:trace contextRef="#ctx0" brushRef="#br0" timeOffset="123049.23">12195 9218 221 0,'0'-2'667'0,"-2"2"325"15,-3 2 85-15,3 0-123 0,-5 6-361 0,4 5-183 16,0 5-102-16,-1 10-27 0,1 7-4 15,1 11-25-15,1 10-32 0,-2 7-10 16,-1 9-27-16,1 6-35 0,-4 4-33 0,0 6-25 16,1-1-21-16,-1 1-29 0,1-1-14 0,0-5-14 15,5-2-10-15,1-8-7 0,1-6-6 16,5-7-43-16,-1-8-61 0,1-8-55 0,-1-6-97 16,0-8-155-16,0-4-285 0,-1-6-260 15,-4-6-219-15,-3-2-153 0,-3-7 203 0,-1-2 509 0</inkml:trace>
  <inkml:trace contextRef="#ctx0" brushRef="#br0" timeOffset="123767.89">11888 9191 68 0,'6'-17'492'16,"-1"0"352"-16,-3 4 180 0,2 1-24 16,-2-1-397-16,1 5-240 0,0 0-114 0,0 1-67 15,2 1-21-15,3 1 1 0,1 2 4 0,-1 2-7 16,5 2-16-16,1 2 14 0,-1 2 10 16,4-1-9-16,1 3-16 0,1-1-22 0,3 0-16 15,-2 0-33-15,2 1 7 0,4-1 18 0,0 0 5 16,3-3 5-16,2 0-2 0,1-2-3 15,6-1-24-15,2-1-19 0,5 0-10 16,6-3-7-16,6 2-2 0,5-3 1 0,4 3-6 16,4-2-11-16,3 2-5 0,-1 2-1 0,4 0-2 15,2-5-6-15,1 4-2 0,0 0 1 16,1-4-1-16,2 0-4 0,-5 1 0 0,-2-3-3 16,-4 1-1-16,-6-2 0 0,-3 1-1 0,-7 1 0 15,-4 0 1-15,-10 3 0 0,-5 0 1 16,-6 1 0-16,-4 1 1 0,-4 2 1 0,-6 1-1 15,-2-1 3-15,-5 4-1 0,-1-2 1 0,-3 1-1 16,0 1 3-16,-1 1 3 0,-2-2 0 16,0 1 1-16,-2-2-1 0,1 0 0 0,-1 0-2 15,0-1-2-15,0 0-2 0,0-2-1 16,0 2-1-16,0-1 0 0,0 0-1 0,0 1 0 16,0-2-1-16,0 3 0 0,0 1-1 0,-1-2 1 15,1 1 0-15,0 2 0 0,0-1 0 0,0 1 0 16,0 1 1-16,1-2 0 0,-1 2 1 15,0 0 1-15,0 0-2 0,0 2 0 0,0-1 0 16,0 2 0-16,0-2 1 0,0 4 0 16,0 2 0-16,-1-2 2 0,-3 3-1 0,4 0 0 15,-4 3-1-15,1 4-1 0,1 0 1 0,-1 5-1 16,0 1 1-16,0 3-1 16,-1 4 1-16,1 2 0 0,1 3 0 0,-1 3 0 0,2 2-2 15,-2 0-1-15,3 3-1 0,0 1 1 16,0 0 1-16,0 2 1 0,3-1 1 0,-3 2 2 15,0 3 0-15,0 2-1 0,-3-1-1 16,0 4 0-16,-2-1-2 0,-1 3-1 0,-4-3-2 16,-2 2-7-16,-1-2-10 0,-3-1-25 0,2-2-50 15,-4-2-65-15,4-2-65 0,-3-3-107 0,2-3-177 16,1-3-292-16,2-4-259 0,0-3-208 0,3-8-129 16,3-2 290-16,1-8 565 0</inkml:trace>
  <inkml:trace contextRef="#ctx0" brushRef="#br0" timeOffset="126795.31">15442 10412 151 0,'-8'-6'393'15,"0"-4"179"-15,-1 0 118 0,-4-2-157 16,4-3-227-16,-4-1-116 0,4-3-47 0,-1-4-14 16,2-2-8-16,-1-2 34 0,2-4 18 0,3-4 21 15,2-2 8-15,0-5 3 0,6-3 3 16,-3-3-18-16,4-5-7 0,3-2-15 0,1-4-14 16,1-1-18-16,-1-3-25 0,2 2-22 15,-3 0-23-15,-1 0-16 0,-2 4-5 0,-4 2-6 16,-2 5 1-16,-3 4-1 0,-2 5 2 0,-4 3-5 15,-4 6-5-15,-2 1 2 0,-1 6 6 16,1 5 7-16,-3 1-2 0,2 6 6 0,3 2-1 16,1 2-10-16,2 3-7 0,1 2-15 0,4 2-4 15,3 2-8-15,1 3 0 0,2 0 0 16,3 3-5-16,0 2 1 0,5-2-3 0,1 0 1 16,1 0 1-16,3 1-2 0,0-5 3 15,3 2-1-15,-2-2 0 0,6-2-1 16,-1 0 1-16,2-3-2 0,1-2 15 0,3 0 37 0,2-2 21 15,0 0 12-15,1-1 2 0,2 1 22 16,-1-2 6-16,6 3-21 0,-1 1-11 0,5 1-8 16,0 1-3-16,5 3-18 15,2 3-18-15,5 0-9 0,2 3-6 0,1 2-4 0,5 3-4 16,1 1-4-16,2 3-1 0,1 1-5 16,0 0 2-16,0 2 0 0,2-1 1 0,1 2 5 15,1-1 0-15,1 0 2 0,0-2-3 0,0-1 0 16,1-2 9-16,-2-1 2 0,-1-4 2 0,1 0 0 15,-2-2 0-15,-2-2 1 0,-3-1-10 16,-2 0-4-16,-2 0-2 0,-4-1-2 0,-3-1 2 16,-2 0-2-16,-2-1 0 0,-3 2 1 15,-4 0-1-15,-1-2-1 0,-6 1-1 0,-2 0-1 0,-3 4-1 16,-2-5 1-16,-3 2-1 0,-1 1 0 16,1-3 0-16,-4 0 0 0,2-3 0 0,-3-2 0 15,5-3 0-15,-4 0-1 0,2-3-1 16,-2-2-1-16,3 0 1 0,-2-1-2 15,-2 2 1-15,3-2 3 0,-3 4 0 0,-2 0 1 0,-3 5 0 16,2-1 1-16,-4 3 1 0,1 2-3 16,-1 1 2-16,-2 2-1 0,-3 2 1 0,3 0-2 15,-2 1-1-15,1 2 2 0,-3-1-1 16,2-1-1-16,-4 0 1 0,4-2 2 0,-2 1-1 0,2 0-1 16,1-3 2-16,-3 0-1 15,2-1 2-15,1-1-3 0,-1 0 3 0,0-3-1 16,3 3-2-16,-2-2 1 0,-1 0-2 0,1 0 0 15,-1 0 0-15,3 0 0 0,-2 0 1 16,2 0-1-16,0-1 0 0,1 0 2 0,-1 2-2 16,0-3 0-16,0 3 1 0,2-2 1 0,-1 0 0 15,-1 1-1-15,0 2 1 0,1-3 2 0,-1 3-1 16,-1 1-1-16,-1 1-1 0,2 1 1 16,-2 1 1-16,2 0-2 0,0 1 1 15,1 2 1-15,-2 1-1 0,1 1-1 0,-2 1 0 16,3 0-1-16,0 1 0 0,-1 3 0 0,-2 0 2 15,1 0 1-15,2 3 0 0,-3 2 1 16,0 2 1-16,0 1-1 0,-1 5-1 16,0 3-1-16,-2 4-1 0,0 3 1 0,-1 3-2 0,0 2 1 15,-2 4-2-15,-2 4 1 0,2 0 3 0,-2 3-1 16,-1 3 3-16,-2 2-1 0,-1 3-5 16,-2 1-37-16,-1 5-78 0,-3-1-100 0,0 1-193 15,-1-2-293-15,-1-3-347 0,2-5-347 16,-1-5-159-16,-1-6 272 0,-1-6 703 0</inkml:trace>
  <inkml:trace contextRef="#ctx0" brushRef="#br0" timeOffset="152671.66">10846 14943 391 0,'-5'3'756'0,"-3"0"305"0,2-2 79 0,-2 1-297 15,0-2-279-15,3 2-127 0,-1-1-55 16,1 0-18-16,1-1-34 0,1-1-42 0,-1 0-36 16,1-1-47-16,1 0-56 0,1-1-55 0,1-1-35 15,0-1-17-15,0 0-13 0,1-1-5 16,1-3 2-16,1 0 1 0,1 1 4 0,0-3 2 16,4 0 7-16,-2-2-1 0,2 1-2 15,0-1-1-15,3 1 2 0,0-1 0 0,5 2 0 16,0 0 6-16,1-2 3 0,2 3-2 0,3-2-5 15,-1 5-3-15,1 0-3 0,0 1-5 16,0 3-4-16,2 1-2 0,-3 4-1 0,1 2-2 16,-2 2-1-16,-1 3-6 0,0 2-13 15,0 4 0-15,-3 1 0 0,-3 3 0 0,3 3 0 16,-7 0 0-16,2 2 0 0,-3 0 0 0,-3 2 0 16,-2 2 0-16,0-1 0 0,-4 2 0 15,-3 0 0-15,0 1 0 0,-3 1 0 0,-4-2 0 16,2 3 0-16,-4 1 0 0,-3-1 0 0,0 0 0 15,-1 1 0-15,-2 2 0 0,2-3 0 0,-2 1 0 16,3-3 0-16,0 0 0 0,2-5 0 16,1 1 0-16,2-5 0 0,5 0 0 0,1-3 0 15,3-3 0-15,2-2 0 0,2 1 0 16,1-2 0-16,5-2 0 0,0-3 0 0,6 3 0 16,-1-6 0-16,4-1 0 0,2-1 0 15,3-2 0-15,2-2 0 0,1-1 0 0,1-3 0 16,4-2 0-16,3 0 0 0,-2-4 0 0,1-3 0 15,0 0 0-15,-1 1 0 0,1-2 0 0,-2-1 0 16,0 2 0-16,-4-2 0 0,-1 3 0 16,-2 0 0-16,-4 3 0 0,-1 0 0 15,-3 3 0-15,-2 2 0 0,-3-1 0 0,-1 3 0 16,-1 3 0-16,-5 1 0 0,1 1-114 0,-3 1-207 16,-2 0-260-16,1 3-336 0,-2-2-424 0,0 4-433 15,2-1-46-15,-1-2 785 0</inkml:trace>
  <inkml:trace contextRef="#ctx0" brushRef="#br0" timeOffset="153668.93">12108 14871 254 0,'-4'-3'521'0,"0"-2"285"0,-3 2 187 15,1-1-203-15,1 0-171 0,1 0-112 0,-1-1-77 16,0 1-78-16,2-1-55 0,0 1-61 0,1 0-16 15,0 0-4-15,4-2 7 0,0 2-4 16,2-2-27-16,3 2-15 0,1-4-34 0,4 1-28 16,1-3-28-16,4 1-23 0,1-1-9 15,5 1-6-15,3 0-4 0,0 2-2 0,5 1-3 16,-3 0 0-16,5 1-3 0,-1 3-4 0,1 0-1 16,0 2-4-16,-1 0-3 0,-2 2-1 15,-2 0 1-15,-2 4 1 0,-7 2 2 16,0 1 2-16,-6 4 0 0,-3 1-3 0,-7 5-4 0,-3 4-3 15,-3 2-5-15,-7 4-4 0,-3 0-3 16,-4 7-2-16,-3 0-3 0,-2 3-1 0,0 2-4 16,-3 0 1-16,3 1 0 0,-4-2 1 0,3-1 2 15,1 0 2-15,2-1 2 0,2-4 0 16,3 1 0-16,1-2-1 0,3-5-5 16,3-1 0-16,2-1 0 0,4-4 0 0,4-2 0 0,1-4 0 15,3 1 0-15,2-3 0 0,4-5 0 0,0 1 0 16,2-3 0-16,3-4 0 0,1-1 0 15,3-2 0-15,0-5 0 0,0-1 0 16,5-3 0-16,0 0 0 0,0-3 0 0,0 1 0 16,1-4 0-16,-3 2 0 0,0 1 0 15,0 2 0-15,-2 0 0 0,-6 0 0 0,2 6 0 0,-3-1-29 16,-3 3-41-16,-1 2-78 0,-2 0-136 16,-3 0-260-16,3 0-321 0,-2 0-408 0,-3 4-445 15,1-1-82-15,-2 0 672 0</inkml:trace>
  <inkml:trace contextRef="#ctx0" brushRef="#br0" timeOffset="154331.41">13485 14862 407 0,'-10'-6'841'0,"-2"-1"326"0,0 4 17 0,2-2-309 15,0 3-302-15,2 4-140 0,2 3-81 0,-2 1-35 16,3 8-17-16,0 4-30 0,2 6-39 16,0 6-43-16,3 8-48 0,3 4-43 0,0 4-32 15,1 5-17-15,2 3-10 0,2 0-8 16,0 0-2-16,1-1-6 0,5-6-5 0,1-4-4 16,2-7-3-16,2-9-2 15,1-8-2-15,4-9-2 0,-3-6-1 0,3-12-1 0,-1-7-2 16,-1-10-2-16,-1-8 0 0,-1-8 1 0,-1-7 7 15,-3-2 9-15,-2-6 12 0,-4 0 10 16,-7-1 8-16,-3 2 3 0,-8-1-4 0,-6 3-6 16,-7 3-8-16,-6 2-5 0,-3 4-3 15,-4 7-3-15,-1 5-1 0,-3 9 0 0,5 8-3 16,-2 5-2-16,5 8-4 0,0 10-3 16,6 6-3-16,3 3 0 0,4 8-1 0,6 5-1 15,5 1-1-15,3 2 0 0,7 2-1 0,4 1-2 16,5 1-1-16,3 1-7 0,3 1-15 0,5-3-28 15,1 1-76-15,2-1-104 0,-1-2-202 16,1 0-299-16,-1-2-363 0,-1-3-433 0,2-3-192 16,-2-1 308-16,-3-2 805 0</inkml:trace>
  <inkml:trace contextRef="#ctx0" brushRef="#br0" timeOffset="154572.72">14250 15377 595 0,'0'2'1566'15,"-3"-2"181"-15,-3 4-330 0,-1 0-336 0,-2 0-475 16,-1 4-272-16,-1-1-141 0,0 0-65 0,1 3-37 16,0-3-29-16,2-1-26 0,-1-1-17 0,2 2-10 15,2-3-7-15,2 0-7 0,1-1-15 16,2-2-35-16,0 1-74 0,0-4-90 0,0 1-163 15,2-4-291-15,1 0-343 0,2 2-369 0,2-4-206 16,2 1 126-16,-1-1 688 0</inkml:trace>
  <inkml:trace contextRef="#ctx0" brushRef="#br0" timeOffset="155424.15">14819 14789 353 0,'-5'-8'668'16,"-3"1"291"-16,4 1 122 0,-4 2-290 16,3-2-217-16,0 2-130 0,-1-1-62 0,1 2-40 15,2 0-23-15,-3 1-12 0,4 1-18 0,-2 0-28 16,0 1-48-16,1 0-47 0,2 1-44 15,-3 0-43-15,1 4-24 0,3 0-16 0,-2 1-9 16,4 1-6-16,0 1-2 0,3 1 4 0,3 3-2 16,2 0-1-16,3 3-1 15,2-1 0-15,2 4 1 0,2-4-2 0,2 4 1 0,2 0 1 16,4 1-3-16,0-3 0 0,1 2-4 0,2-1-3 16,0 2-4-16,-1-1-2 0,-2-2-1 15,1 2-1-15,-4 0 0 0,0 0 4 0,-4 0 3 16,-4 1 2-16,-2 1 1 0,-6 0 2 15,-2-1 0-15,-6 1-3 0,0 1-3 0,-6 0-1 16,-2 1-2-16,-4 1-2 0,-3-1-2 0,-2 1-1 16,-1-1-1-16,0 1-1 0,-6-2-2 15,5-2 0-15,-2-2-1 0,-1-3-2 0,5-3-2 16,-4-3-6-16,4-7-13 0,-1-5-23 16,1-6-49-16,1-4-77 0,2-8-88 0,-2-4-139 15,2-6-188-15,3-2-316 0,1-4-278 16,1-1-190-16,1 0-27 0,3-3 416 0,2 3 519 15</inkml:trace>
  <inkml:trace contextRef="#ctx0" brushRef="#br0" timeOffset="155652.44">14846 14746 23 0,'0'-19'483'0,"0"1"454"0,0 2 261 16,-2 5-19-16,2-1-319 0,0 3-227 16,2 2-125-16,0 0-94 0,3 3-63 0,-1 0-51 15,5 2-53-15,0 2-63 0,2 0-56 0,3 2-34 16,2-1-24-16,4 2-16 0,2 0-15 0,1 0-8 15,5-3-9-15,2 0-7 0,3-2-5 16,5-1-4-16,2-2-2 0,-1-1-3 16,4-4-1-16,0 1-2 0,-1-1-1 0,4-1-1 15,-1-1-7-15,-2 3-13 0,-3-1-50 0,1 2-82 16,-6 0-122-16,1 1-213 0,-3 2-308 16,-3 3-370-16,0 0-330 0,-3-1-102 0,-1 3 438 15,-2-1 688-15</inkml:trace>
  <inkml:trace contextRef="#ctx0" brushRef="#br0" timeOffset="155986.44">16062 14543 202 0,'-5'26'821'0,"1"7"423"0,-4 6 87 0,-1 6-101 0,0 6-382 16,1 5-287-16,2 3-147 0,1 5-90 15,3-3-74-15,4 2-76 0,4-4-71 0,4-4-42 16,6-4-25-16,3-7-15 0,6-6-10 15,2-9-5-15,6-8-3 0,1-7-3 0,0-10-2 16,2-7-1-16,-1-8-1 0,-2-6-2 0,-1-8 2 16,-2-4 0-16,-3-7 2 0,-5-7 2 15,-1 0 2-15,-4-3 0 0,-6-2 2 0,-3-2 1 16,-3 1-1-16,-5-1 10 0,-5-1 9 0,-3-1 11 16,-3-1 7-16,-8 0 8 0,-1 1 6 0,-3 3-3 15,-5 6-6-15,-4 6-8 16,-3 11-7-16,-5 8-9 0,-7 11-9 0,-3 14-5 0,-4 9-5 15,0 9-3-15,1 10-4 0,1 8-11 16,6 7-20-16,3 1-63 0,8-1-105 0,5 3-223 16,7-4-292-16,7-1-375 0,6-2-464 15,4-4-288-15,4-5 376 0,2-2 936 0</inkml:trace>
  <inkml:trace contextRef="#ctx0" brushRef="#br0" timeOffset="158498.67">12806 14489 159 0,'0'-8'447'0,"0"0"244"0,0 1 181 15,-1 2-106-15,1 1-161 0,0-1-100 16,0 2-67-16,0 0-65 0,-2 2-62 0,2-3-66 15,0 4-61-15,0-1-48 0,0 1-28 16,2 0-13-16,-1 0 45 0,-1 1 50 0,2 1 27 16,1 2 3-16,0 2-10 0,2 5-15 0,-2-1-46 15,3 7-45-15,-1 3-31 0,0 3-13 16,1 8-12-16,-1 3-3 0,3 6-6 0,0 5-2 16,0 5-5-16,-2 7-3 0,2 4-6 15,0 3-5-15,-2 0-3 0,2 5 1 0,-3-2 2 16,1 4 2-16,0 1 1 0,-2 0 2 0,0-1 0 15,0 1-2-15,-1-3-4 0,2 0-2 16,-2-2-2-16,1 1-2 0,-1-1 0 0,-1-2 0 16,1-1 0-16,-1-2-3 0,0-2 0 0,-1-3-2 15,2 0-2-15,-1-3-2 0,0-2-1 16,-1-1-1-16,1-3-1 0,-1-1 0 0,-1-2 0 16,2-4 0-16,1-3 0 0,-2-3 0 0,-1-4 1 15,0-1 0-15,0-4 2 0,0-2 0 0,0-3 1 16,0-5 1-16,-1 1 0 0,-2-5-1 0,3-2 1 15,0-1-1-15,-2-3 0 0,2 0-1 16,0-3 1-16,0 2-1 0,0-2 0 0,0-2 0 16,0 2-1-16,0-1 1 0,0 1-1 0,0 2 1 0,0-3-2 15,0 4 1-15,0-1 0 0,0 1 0 16,0 0 0-16,0 0 0 0,0 1 1 0,0-1-1 16,0 3 0-16,-1-1-1 0,-1 0 1 15,2-2 1-15,-1 1-1 0,-1-3 0 0,0 2 1 0,1-1 3 16,-2-2 3-16,-1 0 2 15,1 0 3-15,0-1 2 0,-3 0 2 0,1 0-1 0,-1-1-3 16,-1-1-13-16,-1 1 0 0,-2-1 0 0,-2 0 0 16,-2 0 0-16,1 0 0 0,-4 0 0 0,-2 2 0 15,0 0 0-15,-2-1 0 0,-4 0 0 16,2 3 0-16,-4 0 0 0,2 1 0 0,-1-1 0 16,2 1 0-16,-1 1 0 0,3 0 0 15,0-2 0-15,3 2 0 0,0-1 0 0,1 1 0 16,3-2 0-16,-1 2 0 0,0-2 0 0,3 2 0 15,-1 2 0-15,3 0 0 0,-3 1 0 0,3 0 0 16,-1 2 0-16,2 2 0 0,0-2 0 0,2 1 0 16,-1 1 0-16,3-1 0 0,-1-2-33 0,2-1-132 15,0-1-94-15,2-4-175 0,0-1-284 16,-1-1-352-16,2-1-392 0,1-4-214 0,-3 0 186 16,1-1 755-16</inkml:trace>
  <inkml:trace contextRef="#ctx0" brushRef="#br0" timeOffset="158802.34">12392 16948 81 0,'-3'-5'710'0,"-3"-1"538"0,-4 2 151 0,-2 1-93 16,-3 0-334-16,1 2-372 0,-3-1-175 0,-2 1-101 16,0 1-66-16,-3 0-72 0,-2 3-57 15,2 0-32-15,-1 1-21 0,0 4-18 0,-1 2-12 16,5 1-10-16,-1 2-7 0,1 2-9 0,4 0-8 15,0 3-3-15,4 1-5 0,2 0 0 0,2 1-1 16,2 3-1-16,5-3-1 0,0 1-1 16,3 1 0-16,5 1-1 0,-2-2 0 0,4-2 0 15,2 2 0-15,1-1-1 0,2-3 0 0,2 0 0 16,0-2-1-16,2-4 0 0,3-2 0 0,0-3 0 16,2-4 0-16,0-2 1 0,1-4-5 0,2 0-14 15,1-5-35-15,-1 2-80 0,-3-3-126 16,0 1-258-16,-2 2-319 0,-2 1-397 0,-2 0-431 15,-4 3-97-15,-6 1 611 0</inkml:trace>
  <inkml:trace contextRef="#ctx0" brushRef="#br0" timeOffset="159559.35">8629 16987 106 0,'7'-18'447'0,"-1"3"340"16,-2-2 258-16,1 4-49 0,-3 1-243 0,1 2-159 15,0 2-52-15,-1 2-38 0,0 3-68 16,-1 2-71-16,-1 1-56 0,2 3-53 0,-1 6-66 15,2 3-63-15,0 7-34 0,0 8-21 0,2 2-13 16,0 8-10-16,0 5-5 0,1 5-7 0,3 5-1 16,1 2-5-16,-2 2-7 0,4 2 0 15,1 2-6-15,-1 0-3 0,2 0-6 0,-2 0-4 16,4-3 0-16,-3-3-3 0,1-1-4 16,0-7-3-16,-1-8-6 0,-1-4-13 0,0-8-21 15,0-4-38-15,-4-7-73 0,0-5-86 0,-3-3-157 16,-1-7-282-16,-2-8-324 0,-2-3-336 0,-2-3-205 15,-2-9 88-15,2-4 657 0</inkml:trace>
  <inkml:trace contextRef="#ctx0" brushRef="#br0" timeOffset="159805.22">8974 16829 239 0,'9'-28'915'15,"-4"8"478"-15,1 6 9 0,-2 3-177 16,-1 5-431-16,-2 6-282 0,1 5-153 0,-2 3-95 15,2 6-58-15,-2 7-56 0,1 5-48 0,-1 6-28 16,0 6-19-16,3 5-18 0,-3 6-8 0,0 5-8 16,3 1-7-16,-3 4-6 0,2 2-5 0,-1-2 3 15,3 1-4-15,-1-7-1 0,0 2-2 16,2-8-2-16,1-1-8 0,2-6-14 0,-2-3-24 16,1-3-40-16,-2-7-70 0,-1-2-73 0,-4-6-121 15,0 0-176-15,-3-4-294 0,-2-5-290 16,-1 1-215-16,-1-4-111 0,-3-5 361 0,-2-2 559 15</inkml:trace>
  <inkml:trace contextRef="#ctx0" brushRef="#br0" timeOffset="160098.63">8588 17476 114 0,'-5'3'651'0,"-4"3"401"0,4 1 116 0,0 0-103 16,2 0-391-16,2 0-299 0,1 1-142 0,1 0-56 15,2-1-19-15,2-2 9 0,0 1 17 0,4-2 5 16,2-1 16-16,1-1 8 0,3-4-7 16,1-1-27-16,3-3-30 0,3-3-23 0,2-4-29 15,1-4-22-15,2-2-16 0,2-4-10 0,1-1-9 16,1-3-13-16,1 0-10 0,1-3-9 0,2 0-4 16,-1-1-6-16,-2 1-2 0,1 1 2 15,-1 1 1-15,-1 1 0 0,-4 1 0 0,-1 5-2 16,-1 2-1-16,-4 2-11 0,-4 5-24 15,-3 0-56-15,-4 3-68 0,-4 3-129 0,-4 2-214 0,-2 4-304 16,-2 3-331-16,-6 2-286 0,-3 5-127 16,-3 3 449-16,-4 2 644 0</inkml:trace>
  <inkml:trace contextRef="#ctx0" brushRef="#br0" timeOffset="160319.79">8586 17745 302 0,'4'15'889'16,"-1"-1"323"-16,3-1-24 0,5-8-138 0,5-1-475 16,4-6-174-16,4-3-45 0,3-5-28 0,3-8-28 15,4-3-43-15,3-7-44 0,0-4-69 16,2-4-58-16,1-3-33 0,-1-2-25 0,1 1-16 16,-4 0-8-16,-4 2-6 0,0 2-4 0,-6 5-5 15,-4 2 6-15,-4 5 1 0,-1 2-2 0,-6 4-21 16,0 3-64-16,-6 3-68 0,-2 1-133 0,-1 4-198 15,-2 1-311-15,-2 2-330 0,2 4-241 16,0 0-100-16,3 2 436 0,-1 0 577 0</inkml:trace>
  <inkml:trace contextRef="#ctx0" brushRef="#br0" timeOffset="160892.07">9562 16917 56 0,'0'-6'586'16,"0"1"462"-16,0-1 192 0,3-1-89 16,0-1-363-16,2-1-269 0,1-1-121 0,4-1-45 15,2-1-42-15,0 0-40 0,2 0-39 0,0-1-54 16,3 0-56-16,1 0-46 0,1 1-25 0,0 2-13 15,0 0-10-15,0 2-3 0,-2 3 2 16,0 4 1-16,-4 2 5 0,1 4 7 0,-3 3 6 16,-2 3 3-16,-3 6-4 0,-2 0-2 0,-2 7-4 15,-4 2-2-15,-2 4-3 0,-1 5-2 0,-1 2-1 16,-4 4 0-16,-1 4-2 0,-2 3-2 16,1 3 2-16,-2 0 0 0,-1 1-1 0,3-1-4 15,1-4-2-15,2 1-5 0,2-4-17 0,4-5 0 16,1-2 0-16,2-5 0 0,3-3 0 0,3-3 0 15,-1-4 0-15,3-4 0 0,3-2 0 16,3-4 0-16,1-4 0 0,2 0 0 0,-1-5 0 16,4-2 0-16,2-2 0 0,-1-4 0 0,3-1 0 15,1-1 0-15,0-4-29 0,-1-2-21 0,-1 2-37 16,0-1-69-16,-3-3-88 0,-5 2-142 16,2 0-234-16,-2-5-322 0,-2 4-341 0,2-4-226 15,-3-1-12-15,1-3 527 0</inkml:trace>
  <inkml:trace contextRef="#ctx0" brushRef="#br0" timeOffset="161286.82">10147 16900 71 0,'-5'-6'651'0,"2"0"488"0,-2-1 150 0,2 0-117 15,0 0-327-15,1 0-273 0,2-2-140 16,2 0-83-16,0-2-57 0,2-1-44 0,1 2-58 15,3-1-64-15,1 0-52 0,1 4-25 0,0-2-18 16,2 3-11-16,-1 0-6 0,2 2-5 0,-1 1-3 16,1 1-4-16,1 2 1 0,-1 0 0 15,-1 4-1-15,1 0 5 0,-1 0 5 0,-2 4 5 16,0 2 5-16,-4 3 5 0,2 3 5 0,-2 2 0 16,-4 3 2-16,0 3 1 0,-2 3 1 0,-2 3 3 15,-1 4 1-15,-2 2 0 0,1 5-2 16,-1 0-2-16,0 5-1 0,0 0-4 0,0 1-3 15,2 0-4-15,2-2-5 0,1 1-2 0,1-3-16 16,2-2-1-16,2-4 0 0,2-4 0 0,3-3 0 16,2-3 0-16,0-4 0 0,6-4 0 15,-1-4 0-15,5-3 0 0,2-2 0 0,-1-6 0 0,3-4 0 16,-4-3-5-16,3-2-25 0,-1-2-21 0,0-1-43 16,-3-4-81-16,-1 0-146 15,0-3-263-15,-2 2-325 0,1-2-398 0,-5 1-398 0,2 2-20 16,-5 0 714-16</inkml:trace>
  <inkml:trace contextRef="#ctx0" brushRef="#br0" timeOffset="162208.17">15219 16701 481 0,'-3'-11'1046'0,"-2"1"310"0,2 3-51 15,-2 2-245-15,4 5-422 0,-4 5-186 0,4 6-97 16,1 6-76-16,1 8-64 0,4 8-45 0,-1 7-49 16,4 9-39-16,1 5-22 0,1 6-17 0,1 2-8 15,4 5-9-15,2-3-4 0,2-1-3 16,0-4-4-16,3-5-3 0,2-9-1 0,3-9-1 16,-3-11-6-16,3-8-1 0,-1-10-1 0,1-10 0 15,-3-9 2-15,-1-10 1 0,-5-10 1 0,-1-8 0 16,-4-7 2-16,-3-7 1 0,-3-5 4 15,-4-3 4-15,-4 0 2 0,-7 2 6 0,-1 0 1 16,-7 5 1-16,-6 2-3 0,-4 4-2 0,-2 2-4 16,-4 7-10-16,2 7-4 0,0 4-5 15,0 8-3-15,2 8 2 0,1 7 1 0,4 9 4 16,2 4 0-16,2 10 1 0,4 2-1 0,4 7-3 16,4 2-2-16,3 4-1 0,8-1 1 0,3 2-4 15,3 0-15-15,3-2-22 0,2 3-42 0,4-1-77 16,0-3-144-16,2-1-269 0,1 0-304 15,2-3-381-15,1-2-390 0,0 0-73 0,-1-5 668 0</inkml:trace>
  <inkml:trace contextRef="#ctx0" brushRef="#br0" timeOffset="162365.65">16033 17118 514 0,'8'-12'1516'16,"-6"3"270"-16,-4-1-313 0,-1 4-364 0,-6 1-484 15,1 2-277-15,-2 1-156 0,-1 4-76 0,-1 1-42 16,0 1-28-16,2 2-19 0,0 0-14 0,5 0-9 16,0 2-5-16,2-4-16 0,3 1-51 15,0-3-83-15,3-4-166 0,-1-3-265 0,1-1-334 16,2-5-418-16,-2-2-363 0,2-4 24 0,3-2 798 16</inkml:trace>
  <inkml:trace contextRef="#ctx0" brushRef="#br0" timeOffset="162629.32">16165 16548 142 0,'6'-6'860'0,"1"4"611"0,-6 4 19 0,5 4-205 0,-3 2-412 15,0 4-337-15,2 4-188 0,2 0-115 0,1 2-54 16,2 1-55-16,0 3-40 0,6 0-25 16,0-1-15-16,2 3-12 0,2 2-7 0,0-1-6 15,2 4-5-15,-1 1-3 0,-1 1-4 0,-1 2-4 16,-3 0 0-16,1 2-2 0,-5-1 0 0,-3-2 0 15,0-1 0-15,-7-1 0 0,0-1-1 16,-6-4 0-16,0-1 1 0,-5-1-3 0,-3-4-7 16,-2-4-15-16,-3-3-32 0,-4-5-64 0,-4-2-69 15,-2-5-96-15,-2-6-138 0,-2-1-197 16,-4-4-299-16,1-2-229 0,-3-4-199 0,1-4 13 16,-1-6 409-16,5-2 500 0</inkml:trace>
  <inkml:trace contextRef="#ctx0" brushRef="#br0" timeOffset="162777.04">15981 16902 313 0,'5'-34'713'0,"3"3"357"0,3 0 108 15,3 1-270-15,5-2-237 0,0 0-111 0,5 0-66 16,3-2-74-16,0 0-64 0,1 1-54 0,0 0-64 16,2 0-70-16,0 0-62 0,2 2-40 0,-2 0-25 15,-1 3-16-15,1 5-10 0,-5-1-8 16,1 7-4-16,-3 2-3 0,-1 3-4 0,-3 3-34 0,2 3-79 16,-4 3-107-16,-3 3-203 0,-1 3-293 15,1 0-365-15,-2 2-388 0,3-1-170 0,0 4 344 16,0-1 747-16</inkml:trace>
  <inkml:trace contextRef="#ctx0" brushRef="#br0" timeOffset="163039.15">16935 16623 595 0,'8'46'1637'0,"6"3"165"0,-5 6-366 0,3 3-366 0,-3 3-464 16,0 1-300-16,3-2-137 0,0-3-62 15,1-3-35-15,2-7-25 0,1-8-18 0,2-8-14 16,1-8-7-16,1-8-5 0,2-9-1 0,-2-9-2 15,0-7 0-15,-4-9-1 0,1-6 0 0,-4-8 0 16,-2-7 1-16,-3-3-1 0,-3-3 1 16,-5-1 0-16,-2 0 1 0,-3-3 1 0,-5 3 1 15,-2 0 1-15,-6-1 0 0,-2 4 0 0,-3 0 0 16,-6 5-3-16,-1 5-1 0,-3 6-2 0,-4 7-5 16,-1 6-14-16,-3 11-29 0,-5 8-71 0,3 7-78 15,0 6-160-15,1 5-285 0,4 5-330 0,7 3-376 16,-1 2-239-16,5 2 37 0,2-2 699 15</inkml:trace>
  <inkml:trace contextRef="#ctx0" brushRef="#br0" timeOffset="167195.39">18673 16174 39 0,'-4'-3'446'0,"1"0"360"16,0 0 240-16,0-1 36 0,-1-1-341 0,4-1-243 16,-1-1-140-16,2-1-75 0,-1 0-31 0,5-1-12 15,2 1-5-15,1-1-15 0,2 0-20 16,3 0 3-16,1 0-22 0,2 2-33 0,1-1-26 16,1 1-21-16,1 2-9 0,-3 1-26 15,3 4-13-15,-2 0-1 0,-3 4-5 0,-1 3-1 16,-2 1 3-16,-3 4-3 0,-3 4-2 0,-2 2-6 15,-4 3-4-15,-3 4-7 0,-2 1-4 0,-4 3-6 16,-1 2-3-16,0 1-4 0,0 1-3 0,-1-2-2 16,0 1-3-16,0-1 0 0,4-1-1 15,2-4-2-15,1-1 0 0,1-1 0 0,3-1 0 16,1-4 1-16,1-3-2 0,1 1 1 0,3-3-2 16,0-2 1-16,1-5-1 0,1 1-5 0,2-5-12 15,0-3-23-15,-1-3-63 0,2-2-74 16,-2-2-137-16,-2-2-224 0,2-2-311 0,1-1-359 15,-2 2-273-15,-3-4-92 0,-2 0 498 0,1 3 654 16</inkml:trace>
  <inkml:trace contextRef="#ctx0" brushRef="#br0" timeOffset="167381.95">19044 16470 235 0,'8'3'930'0,"-7"1"556"0,1 2 21 0,-1-3-242 16,-1 2-484-16,-1-3-296 0,-1 3-167 0,1-2-121 15,-1 2-75-15,-1-2-51 0,2 0-31 16,-1-2-20-16,4 3-16 0,-1-3-63 0,-1 0-78 16,0-1-149-16,0 0-273 0,0 0-311 0,0-4-391 15,3-1-305-15,-1-4-12 0,-2 0 663 0</inkml:trace>
  <inkml:trace contextRef="#ctx0" brushRef="#br0" timeOffset="167652.75">19207 16080 245 0,'0'3'951'0,"-4"0"488"0,-2 1-38 0,3 2-252 15,2 0-442-15,1 0-264 0,1 2-139 0,2-2-89 16,3 1-47-16,2-2-18 0,2 1-31 0,1-2-32 16,6 1-29-16,2-2-17 0,1 1-11 15,-2 1-10-15,4-1-8 0,-2 1 3 0,-2 2 2 16,-2 2 4-16,0 1 4 0,-5 0 1 0,-3 5 1 15,-2 0-4-15,-6 3-6 0,-1 2-4 16,-7 4-5-16,-2-1-3 0,-1 2-3 0,-3 0-3 16,0-1-4-16,-3-2-17 0,0-1-48 0,0-4-78 15,0-2-114-15,-4-6-193 0,4-2-304 0,1-6-356 16,0-3-326-16,4-6-141 0,-2-4 343 16,4-5 677-16</inkml:trace>
  <inkml:trace contextRef="#ctx0" brushRef="#br0" timeOffset="167795.13">19251 16075 198 0,'8'-19'873'0,"0"2"567"0,-5 2 66 0,0 0-224 16,-1 5-462-16,-1-1-311 0,1 4-170 0,-1 0-125 15,-1 1-78-15,4 2-54 0,1 1-36 16,-1 0-23-16,5 0-12 0,3 2-4 0,2-1-5 16,0 2-1-16,3 0-25 0,1 0-70 0,1 2-71 15,-2-2-118-15,2 1-202 0,0-1-321 16,-3 3-335-16,3 0-234 0,-5 2-107 0,3 2 379 15,-2 1 617-15</inkml:trace>
  <inkml:trace contextRef="#ctx0" brushRef="#br0" timeOffset="168145.74">18658 16974 114 0,'-19'13'737'0,"6"-2"477"0,-1-1 81 0,6-2-171 16,5-4-385-16,6 2-345 0,5-3-106 0,5-3-19 15,4 0 2-15,7-7-4 0,4-4-12 0,4-4-38 16,5-4-52-16,7-4-49 0,-2-7-36 15,7-2-23-15,1-4-13 0,2 1-9 0,-2-3-8 16,1-1-7-16,1 1-5 0,-2 3-6 0,-2 1-5 16,-2 3-1-16,-3 4-2 0,-5 2-2 0,-5 4-1 15,-2 3-9-15,-4 1-23 0,-5 5-63 0,-4 2-73 16,-2 1-128-16,-5 3-229 0,-1 3-314 16,-1 1-354-16,-5 4-271 0,0-2-106 0,-3 3 475 15,-1 1 670-15</inkml:trace>
  <inkml:trace contextRef="#ctx0" brushRef="#br0" timeOffset="168943.21">19047 17256 230 0,'-3'-2'789'0,"1"-1"396"15,-2 1 47-15,0 4-191 0,1 1-339 0,2 2-185 16,1 3-96-16,-2 4-70 0,2 2-46 0,2 5-48 16,-2 4-63-16,1 3-70 0,1 0-52 15,1 4-28-15,0 1-17 0,2-3-8 0,3 1-5 16,-2-4-4-16,0-1-4 0,3-4-2 0,0-5-1 16,-1-3-2-16,1-5-2 0,-1-4 0 15,1-4 1-15,0-8 0 0,-1-2 2 0,2-5 0 16,-2-4 0-16,0-1 1 0,0-3-1 0,0 0 0 15,-2 0-1-15,-1 0 0 0,-2 4 1 0,1 1 0 16,-1 4 1-16,-2 3 0 0,1 2 1 0,-2 3-2 16,2 1-2-16,0 0 1 0,0 6-1 15,1 0 0-15,0 0-1 0,2 4 1 0,0 0 0 16,0 1 0-16,1 1 0 0,0-2 0 0,2 2 1 16,-3-1-1-16,2 0 1 0,2 0-1 15,-5 1 0-15,3-1-1 0,-2-1 1 0,0 1 1 0,-1-1-1 16,1-1 1-16,-1 1 1 0,-2 0-1 15,1-1 0-15,2 0-1 0,-2 0 2 0,-1 1 5 16,1 2 3-16,-1 0 5 0,-1 2 4 0,4 0 2 16,-5 4 1-16,0 3-2 0,-5 1-1 15,2 0-3-15,-2 4-1 0,0 1-2 0,-1 1-2 16,0 2-3-16,-3 2-2 0,0-1-4 0,1 2 1 0,-1-1-3 16,0-1 0-16,2-1-2 0,-1-1 0 15,1-2-3-15,2-5-9 0,2-1-21 16,-1-6-45-16,3-3-71 0,-1-3-72 0,1-9-113 0,1-3-169 15,0-3-254-15,1-4-277 0,1-6-204 16,3 1-149-16,-1-4 212 0,6-4 520 0</inkml:trace>
  <inkml:trace contextRef="#ctx0" brushRef="#br0" timeOffset="169448.79">19328 17286 51 0,'5'-27'537'0,"0"3"448"15,-2 1 221-15,-3 3-57 0,2 4-380 0,-2 1-247 16,1 2-110-16,1 3-45 0,0 3-28 0,-2 1-33 15,1 2-40-15,-1 0-41 0,3 2-58 16,-1 4-50-16,2 0-34 0,-1 3-21 0,1 4-9 0,-1 1-13 16,0 3-10-16,0 1-7 0,2 3-6 15,-2-2-6-15,-1-2-2 0,2-1-3 0,1 0-2 16,-2-4-2-16,2-1-1 0,0-7 0 0,0 0 1 16,0-6 1-16,1-5-1 0,0-2-1 15,0-3 2-15,-1-4-3 0,0-1 1 0,3-1-2 16,-4 0 1-16,0-2 0 0,-1 5 0 0,-2 1 4 15,3 4 5-15,-3 3 3 0,1 0 3 16,0 5 2-16,-2 2 0 0,1 0-3 0,2 8-4 16,0 0-3-16,-1 5-2 0,-1 2-2 0,2 3 1 15,1 2-1-15,0 1 0 0,1 2 0 0,0 5-1 16,3-3-1-16,-2 1-1 0,1-3-1 0,1 1 1 16,1-2 0-16,0-3-1 0,-1-4 0 0,2-4-1 15,2-3 2-15,-2-4-1 0,0-4 1 16,0-3 0-16,2-7 0 0,-4-2 1 15,2-2-1-15,-2-5 0 0,1 0 0 0,0 1 0 0,-1 1 0 16,-4 0-1-16,1 3 1 0,0 0 1 16,-2 5-1-16,2 2 1 0,-4 2 0 0,2 4 1 0,-3 3 2 15,2 3 2-15,0 5 1 16,-2 3 0-16,1 3 0 0,-1 3 0 0,2 3-4 0,-2 3-1 16,2 2-2-16,-2-1-1 0,1 1-2 15,2-1-8-15,1-1-12 0,-1-3-33 0,0-2-64 16,1-3-79-16,-2-6-136 0,1-2-229 15,0-2-320-15,2-6-343 0,-2-4-256 0,1-4-70 0,-3-3 495 16,2-5 648-16</inkml:trace>
  <inkml:trace contextRef="#ctx0" brushRef="#br0" timeOffset="170001.97">19706 15784 211 0,'-5'-7'840'0,"1"1"494"16,-4 0 155-16,3 3-154 0,2 0-480 16,0 0-304-16,0 3-158 0,1 0-115 0,-1 4-100 15,1-1-74-15,1 3-39 0,1 2-27 16,0-1-15-16,1 0-10 0,1 0-4 0,1 0-3 16,0-2-3-16,0 1-1 0,1-4 0 0,1 2 0 15,-1-3-1-15,1 0 0 0,-2-1 1 16,-2-1 1-16,3 1 0 0,-3-1 0 0,1-3 0 15,-2 2-1-15,0-2 1 0,0 2-1 0,0 0-2 16,-2 2 0-16,1 0-2 0,-1 2-5 16,0 4-17-16,1 1-41 0,-1 4-73 15,1 3-75-15,-4 0-134 0,5 4-222 0,0 0-316 16,2 3-308-16,2 0-209 0,-1-1-59 0,2 1 453 16,3 0 587-16</inkml:trace>
  <inkml:trace contextRef="#ctx0" brushRef="#br0" timeOffset="170182.28">19871 16062 214 0,'5'-14'1154'0,"1"3"649"0,-6 1-147 0,0 1-376 16,0 0-484-16,-5 2-297 0,2 1-218 15,0 0-110-15,-2 1-62 0,0 1-38 0,2 2-26 16,-2 0-17-16,2 2-14 0,-1 0-8 0,1 2-6 16,-1 3-9-16,1 1-17 0,1 0-31 0,-1 0-70 15,0 1-92-15,0 1-177 16,0-2-287-16,1 1-350 0,-1 2-405 0,3 0-232 0,-1 2 140 15,-1 1 758-15</inkml:trace>
  <inkml:trace contextRef="#ctx0" brushRef="#br0" timeOffset="170384.45">19701 16354 455 0,'-3'0'1355'16,"2"0"369"-16,-4-3-240 0,2-2-361 0,3-5-480 15,2-3-243-15,4-6-175 0,-2-6-85 0,6-6-49 16,1-7-30-16,7-2-20 0,-1-7-14 16,0-2-9-16,5-2-9 0,-2-4-3 0,0 4-3 15,0-1-21-15,-5 3-70 0,-3 2-99 0,-2 4-222 16,-5 4-282-16,0 4-367 0,-4 7-452 0,-1 1-259 16,-3 6 313-16,-4 3 908 0</inkml:trace>
  <inkml:trace contextRef="#ctx0" brushRef="#br0" timeOffset="170998.26">19412 16483 304 0,'-1'-2'878'0,"-1"1"356"0,1-2-1 15,1 3-205-15,0-1-302 0,3-1-203 0,3-1-122 16,3 0-71-16,1-2-54 0,6 0-57 15,-2-3-77-15,3 0-58 0,3-3-39 0,2-2-20 16,1-1-12-16,2 0-8 0,1-2-16 0,-1 1-76 16,0 2-117-16,-3-3-256 0,-4 6-280 0,3-2-357 15,-4 3-441-15,-3 0-169 0,-1 0 488 16,-1 1 824-16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cm"/>
          <inkml:channel name="T" type="integer" max="2.14748E9" units="dev"/>
        </inkml:traceFormat>
        <inkml:channelProperties>
          <inkml:channelProperty channel="X" name="resolution" value="1612.54919" units="1/cm"/>
          <inkml:channelProperty channel="Y" name="resolution" value="2580.07886" units="1/cm"/>
          <inkml:channelProperty channel="F" name="resolution" value="10E-6" units="1/cm"/>
          <inkml:channelProperty channel="T" name="resolution" value="1" units="1/dev"/>
        </inkml:channelProperties>
      </inkml:inkSource>
      <inkml:timestamp xml:id="ts0" timeString="2024-10-31T07:39:58.280"/>
    </inkml:context>
    <inkml:brush xml:id="br0">
      <inkml:brushProperty name="width" value="0.05292" units="cm"/>
      <inkml:brushProperty name="height" value="0.05292" units="cm"/>
      <inkml:brushProperty name="color" value="#C00000"/>
    </inkml:brush>
    <inkml:brush xml:id="br1">
      <inkml:brushProperty name="width" value="0.05292" units="cm"/>
      <inkml:brushProperty name="height" value="0.05292" units="cm"/>
    </inkml:brush>
    <inkml:brush xml:id="br2">
      <inkml:brushProperty name="width" value="0.05292" units="cm"/>
      <inkml:brushProperty name="height" value="0.05292" units="cm"/>
      <inkml:brushProperty name="color" value="#00B050"/>
    </inkml:brush>
    <inkml:brush xml:id="br3">
      <inkml:brushProperty name="width" value="0.05292" units="cm"/>
      <inkml:brushProperty name="height" value="0.05292" units="cm"/>
      <inkml:brushProperty name="color" value="#00B0F0"/>
    </inkml:brush>
    <inkml:brush xml:id="br4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1859 1273 163 0,'-6'-6'402'0,"-1"0"211"0,-1-2 174 0,1 4-130 15,2-1-117-15,-2-1-39 0,1 0-30 0,-2-2-44 16,-3-2-45-16,2 3-18 0,-1-2-5 0,-1 2-18 16,0 1-35-16,-3-2-31 0,-2 1-33 0,-3 1-49 15,0 0-54-15,-5 1-42 0,1 1-24 0,-1 1-18 0,0 6-10 16,0-2-10-16,-1 6-6 0,2 0-5 0,2 5-5 16,-1 3-3-16,1 2-3 0,5 7-1 0,-1-1-3 15,4 4-3-15,2 5-2 0,5 4-2 0,1 2 1 0,2 1 0 16,3 4 1-16,3 1 0 0,2 3 1 0,6 0 1 15,0 2-1-15,3-1-2 0,4 0 0 0,2-1 0 16,1-3-1-16,4-1-1 0,3-3-1 0,1-3-1 16,3 0 1-16,1-5-1 0,0 0 0 0,0-3 1 15,2-4 0-15,-2-4 1 0,3-4-1 0,-1-3 0 16,0-3 0-16,0-5 1 0,0-5 0 0,0-3 2 0,1-4 1 16,-3-5 2-16,3-4 2 0,-3-4 2 15,-1-4 2-15,-2-4-1 0,-1-4-1 0,-5-4 0 16,-1-3-2-16,-4-6-1 0,-3 0-2 0,-2-8-1 15,-3-1-1-15,-4-3 1 0,-4-2-1 0,-5-2 1 16,-4-2 0-16,-7 0 0 0,-6-3-1 0,-6 0-2 0,-5 0 0 16,-5 1-1-16,-1 3 0 0,-1 6 0 0,-2 3 1 15,-2 9 0-15,3 5 0 0,-2 8 0 0,-1 9 0 16,3 6 1-16,-1 6 0 0,-1 12-2 0,1 7 0 16,2 8 0-16,-1 6 0 0,2 7-2 0,3 5 0 0,1 5-1 15,2 1-1-15,3 3 0 0,3 1-2 0,6 1-1 16,5-2-3-16,5-2-5 0,5-2-12 0,6-1-23 15,2-3-61-15,4-2-80 0,2 0-139 0,2-2-211 16,4 1-311-16,2-7-347 0,5 2-265 0,3-5-49 16,1-2 503-16,-1-4 592 0</inkml:trace>
  <inkml:trace contextRef="#ctx0" brushRef="#br0" timeOffset="770.21">3358 1189 23 0,'5'-15'413'0,"-4"2"377"0,-1 2 296 0,-3-1 50 0,-3 1-351 15,-3 0-224-15,-1 2-90 0,-3 0-50 16,-3 3-41-16,0 2-45 0,-4 0-40 0,-4 3-46 16,-3 4-62-16,-3 3-60 0,-2 5-46 0,-5 6-26 0,0 7-11 15,-1 6-9-15,-1 9-4 0,-2 5-2 0,3 7-1 16,3 5 0-16,2 7-3 0,4 6-4 0,1 6-3 16,7 5-4-16,7 2-5 0,4 4-4 0,3-3-5 15,8-3 0-15,7-1 0 0,5-8 0 16,6-4 0-16,3-9 0 0,5-5 4 0,5-10-3 15,2-8-2-15,5-9-1 0,3-8-3 0,5-10-7 16,1-9-22-16,2-6-35 0,1-11-67 0,3-5-67 16,-4-7-120-16,1-4-183 0,-2-3-301 0,-2-3-301 15,-4-1-216-15,-2-1-131 0,-2-1 345 0,-4-1 581 16</inkml:trace>
  <inkml:trace contextRef="#ctx0" brushRef="#br0" timeOffset="1027.97">3838 1257 161 0,'-7'-33'739'0,"-5"7"434"0,-2 6 88 0,-3 7-115 0,-2 6-364 0,1 6-221 0,-2 3-133 16,-2 8-80-16,-1 4-57 0,-2 7-50 0,0 8-65 15,-2 5-62-15,2 10-32 0,1 3-17 0,0 8-9 0,2 5-7 16,2 3-5-16,6 6-6 0,2 1-5 16,3 1-8-16,6 2-5 0,3-4-7 0,5-3-5 15,4-4 2-15,2-7-6 0,8-2-2 0,0-8-2 16,6-5 0-16,2-7 3 0,3-4-3 0,2-6 1 15,1-7-2-15,2-6-5 0,3-4-10 16,1-7-24-16,-1-7-41 0,0-4-72 0,2-4-72 0,-1-7-137 16,1-1-215-16,-4-5-307 0,1-3-310 0,0-3-211 15,-4-1-79-15,-1-1 476 0,-3-3 588 16</inkml:trace>
  <inkml:trace contextRef="#ctx0" brushRef="#br0" timeOffset="1392.04">4368 1192 159 0,'-2'0'673'16,"-1"2"409"-16,0 0 123 0,-1 6-122 0,2 2-258 16,2 8-188-16,3 2-133 0,0 7-87 0,0 8-67 15,2 5-58-15,3 7-91 0,0 5-68 0,1 6-39 16,4 2-25-16,1 5-18 0,0 0-14 0,5-2-12 15,2-6-4-15,4-1-5 0,2-9-5 16,0-7-2-16,3-5-1 0,0-9 1 0,3-7-4 16,1-10-6-16,-1-5-3 0,2-9-1 0,-2-9-1 15,0-5-2-15,-1-8-1 0,-2-5 4 0,0-4 1 16,-5-5 2-16,-1 0-1 0,-4-6 6 0,-4 1 1 16,-3-4-2-16,-2 1-1 0,-5-1 1 0,-6-2-2 15,-3-1-9-15,-2-1-10 0,-6 3-8 0,-2 2-13 16,-1 4-23-16,-5 6-38 0,-1 6-61 15,-3 7-60-15,-2 6-91 0,0 9-138 0,-2 7-213 0,4 6-284 16,2 7-215-16,2 6-189 0,3 3 94 0,5 7 465 16</inkml:trace>
  <inkml:trace contextRef="#ctx0" brushRef="#br0" timeOffset="2026.15">5285 1407 29 0,'-6'-4'430'0,"1"4"372"16,-3 2 268-16,2 1 37 0,-1 3-325 0,0 1-238 16,2 4-117-16,2 3-39 0,0 3-19 15,1 3-28-15,2 8-44 0,2 3-37 0,2 6-42 0,3 7-60 16,2 4-47-16,2 4-35 0,2 5-23 0,1 2-14 15,2 2-7-15,0-1-7 16,1-1-5-16,-1-5-3 0,1-6-3 0,-1-8-1 16,-3-5-7-16,3-10-5 15,-2-4 0-15,-2-9-4 0,-2-6 1 0,0-8 2 0,-1-8 0 0,-4-10 2 16,-1-5 2-16,-2-9-4 16,-2-7-4-16,-2-5-4 0,-2-7-1 0,-3-2-1 0,-2-6 4 0,-1-4 7 15,-4-5-1-15,-2 2 1 0,2-3 0 16,2 2-1-16,2 1-5 0,0 10-3 0,4 3 3 15,2 5 2-15,2 7 1 0,2 8-1 0,2 6 2 16,1 3 0-16,4 3 1 0,1 5-1 0,2 3 0 0,2 2 0 16,3 2 1-16,2 2-2 0,-1 3 2 0,4 3 1 15,0 2 0-15,0 2 1 0,4 2 0 0,-2 3 2 16,0 2 1-16,-1 0 2 0,-1 5 7 0,-4 5 5 16,-2 3 7-16,-4 5 5 0,-4 3 2 0,-6 6 4 15,-2 5-1-15,-6 6-4 0,-4 3-4 16,-6 4-5-16,-2 3-4 0,-4 2-10 0,2 1-7 15,-3-1-3-15,1-6-4 0,2-3-2 0,4-6-4 16,1-11-7-16,6-6-16 0,3-5-31 0,2-6-75 16,3-9-99-16,6-5-205 0,3-5-287 0,4-7-337 15,4-6-383-15,5-2-185 0,3-2 270 0,3-1 776 16</inkml:trace>
  <inkml:trace contextRef="#ctx0" brushRef="#br0" timeOffset="2377.69">6204 1876 210 0,'6'38'955'16,"-6"4"565"-16,-3 0 3 0,-5-1-254 0,3 2-459 0,-3-6-306 15,0-3-178-15,1-5-108 0,0-4-69 0,4-8-51 16,-2-6-33-16,2-7-23 0,3-7-16 0,0-7-16 16,0-9-8-16,3-11-5 0,2-7-3 15,0-9-2-15,1-10-3 0,2-8 7 0,0-7 4 16,-2-7-1-16,2-3 1 0,0-6 0 0,0 0 0 15,0 0-5-15,-2 5-1 0,2 5 2 16,-2 8 1-16,-1 9 2 0,-2 9 1 0,-1 8 3 0,0 6 1 16,-1 11 3-16,1 5 1 0,-1 7-2 0,1 7 2 15,2 7-1-15,0 9 1 0,0 9-1 0,0 7 2 16,0 10 0-16,3 8 4 0,-1 7 1 0,3 7-2 16,-2 6 1-16,1 5 0 0,3 9-1 15,-2 3-4-15,-1 2-4 0,2 1-10 0,2 0-30 16,0-7-72-16,-2-6-84 0,0-7-165 0,0-8-288 15,0-6-339-15,-2-7-388 0,-3-11-244 0,0-4 80 16,-5-7 730-16</inkml:trace>
  <inkml:trace contextRef="#ctx0" brushRef="#br0" timeOffset="2548.05">6136 1853 575 0,'-2'-7'1238'16,"-1"6"230"-16,3 4-180 0,2 6-323 0,1 1-426 15,3 5-212-15,5 2-128 0,2 1-55 0,4-2-31 16,2 1-17-16,5-3-37 0,6 0-15 0,2-4-15 16,3-4-11-16,4-2-21 0,2-3-59 0,0-4-66 15,2-1-150-15,-2-4-283 0,0-1-310 0,3-2-345 16,-3 1-256-16,-1-2 0 0,-2-2 629 16</inkml:trace>
  <inkml:trace contextRef="#ctx0" brushRef="#br0" timeOffset="2727.79">7051 1261 194 0,'0'-12'1036'0,"-3"9"645"0,1 6-91 0,-1 9-335 15,-2 8-453-15,1 6-318 0,2 6-199 0,-1 7-112 0,2 4-54 16,-3 10-38-16,4 3-28 0,-1 3-18 16,2 8-8-16,3-2-11 0,-1 2-7 0,4-3-9 15,3-5-23-15,-2-6-70 0,2-7-93 16,0-7-197-16,0-8-284 0,0-5-349 0,0-5-428 15,-3-6-251-15,-4-6 171 0,0-7 842 0</inkml:trace>
  <inkml:trace contextRef="#ctx0" brushRef="#br0" timeOffset="2928.83">6903 1482 161 0,'-7'-18'1162'0,"1"4"649"0,-2 3-197 0,5 8-393 16,0-1-427-16,1 3-381 0,2 2-218 0,3 0-99 15,5 3-45-15,-2 0-23 0,6 1-5 0,2-1-3 16,2 1-2-16,4-2-3 0,4 0-1 0,1 0-1 16,7-3-10-16,4 0-2 0,5 0-12 0,2-3-47 15,6 0-77-15,3-2-127 0,2-2-230 0,6 5-309 16,0-5-377-16,2 3-343 0,-2 2-112 0,-3 2 499 16,-4 2 722-16</inkml:trace>
  <inkml:trace contextRef="#ctx0" brushRef="#br0" timeOffset="3347.4">7593 1427 161 0,'0'-7'794'15,"0"1"485"-15,2 3 53 0,1 2-139 0,2 1-356 16,1 3-286-16,1 4-142 0,5 5-84 0,-2 2-43 16,1 9-53-16,1 2-66 0,1 6-47 0,0 4-33 15,-2 4-25-15,0 3-20 0,1 3-12 16,-2 0-11-16,-2 2-6 0,1 0-4 0,-2-1 0 16,-1 0-1-16,2-6-13 0,-3-1-26 0,1-4-69 15,-3-5-95-15,0-2-192 0,-3-4-291 0,2-5-353 16,-4-2-418-16,-3-5-245 0,-2-6 207 0,-1-4 803 15</inkml:trace>
  <inkml:trace contextRef="#ctx0" brushRef="#br0" timeOffset="3748.58">8158 1224 25 0,'3'8'588'0,"-1"-1"522"0,-4 3 203 0,1 1-107 16,-1 5-268-16,2 2-296 0,-2 7-182 0,2 1-99 15,-1 7-59-15,-1 5-49 0,2 5-67 0,0 10-63 16,2 5-40-16,1 8-27 0,2 8-16 0,3 5-11 16,3 3-10-16,3-1-7 0,2-2-4 15,3-6-2-15,4-10-3 0,4-10-3 0,2-13-3 16,4-11-9-16,0-13-7 0,0-10-8 0,1-12-5 15,-4-9-7-15,-2-11-5 0,-3-3 2 0,-3-10 3 16,-4-5 0-16,-4-4 1 0,-4-3 6 0,-6-1 8 16,-2-3 14-16,-4 0 12 0,-4 2 15 15,-6-3 7-15,-3 0 6 0,-4 1-4 0,-2 3-9 16,-4 2-10-16,0 2-5 0,-2 5-2 0,-1 9-2 16,1 7 5-16,1 9 1 0,-2 9 8 0,3 11 2 15,-1 8-3-15,5 9-1 0,3 10-2 0,1 7-11 16,2 5-48-16,3 7-75 0,5 1-99 0,-1 7-190 15,7-1-299-15,-1 1-344 0,5 1-332 0,2-5-176 16,3 0 261-16,1-3 703 0</inkml:trace>
  <inkml:trace contextRef="#ctx0" brushRef="#br0" timeOffset="4639.75">8986 1682 130 0,'-6'-7'445'0,"-2"1"258"0,2 0 184 16,0 0-73-16,2 0-214 0,0 0-121 15,0 0-76-15,-2 0-58 0,3-3-50 0,-2 2-49 16,2 1-34-16,0-2 1 0,3 4 26 0,-2-1 28 16,2 0 6-16,0 2-12 0,-1-1-27 15,-1 3-46-15,2-3-50 0,0 4-41 0,-2-1-28 0,1 0-18 16,1 1-14-16,0 0-8 16,0 0-6-16,0 0-5 0,1 0-3 0,1 2-2 0,-2 2 0 15,2 1 3-15,-1 3 1 0,3 5 1 0,-3 3 1 16,2 5 0-16,-1 6-2 0,1 4-2 0,2 6-3 15,-1 7-3-15,1 5-4 0,2 4-1 16,-1 4-2-16,0 2-3 0,4-1 1 0,-2-3 1 16,0 0 0-16,1-5 0 0,0-7 0 0,-1-4 1 15,-1-8-2-15,2-6-1 0,-1-3-1 16,-3-7 0-16,1-5 1 0,-1-6 1 0,0-6 0 16,-1-9 1-16,-1-7 2 0,1-9-1 0,-3-7 1 15,1-7-4-15,-2-7-2 0,0-4 0 0,-2-4-4 16,-3-4 0-16,1-3 2 0,-5-1 6 0,-1 1 2 15,0 1 2-15,-2 5 1 0,2 3 2 16,-1 6-3-16,2 8-1 0,1 5 3 0,1 7 0 16,1 7 1-16,0 3-2 0,3 6 0 0,1 4-2 15,2 10-2-15,3 5-1 0,3 11 1 0,2 7 0 16,2 8-3-16,4 10-2 0,2 5 0 16,3 7 0-16,2 6 1 0,2 6 1 0,4 1 3 0,0-1 1 15,3-3 1-15,0-6 2 0,0-5-4 16,0-6-1-16,-2-11-1 0,-1-5 1 0,-3-10-1 15,-2-6-1-15,0-6 0 0,-4-9 1 16,-1-6 1-16,-2-8 2 0,-3-9 3 0,-1-4 0 16,-3-10-2-16,1-6 1 0,-4-5-1 0,-3-4 0 15,-2-5-1-15,-5-5 3 0,-1-2 5 0,-5-5-3 16,-2-5-1-16,-2-1-3 0,-2-2-1 0,-3-2-5 16,1 3-2-16,-2 1 1 0,1 6 0 0,1 7 0 15,-2 8 2-15,4 9-1 0,3 8 0 0,-2 9 0 16,3 3-2-16,2 10-6 0,0 5-11 0,3 8-17 15,3 7-38-15,1 5-75 0,-1 5-138 0,4 2-257 16,1 4-304-16,1 0-386 0,5 2-401 0,-1 2-101 16,5 0 648-16</inkml:trace>
  <inkml:trace contextRef="#ctx0" brushRef="#br1" timeOffset="10177.49">6264 4926 13 0,'0'-9'534'15,"2"1"494"-15,-4-3 232 0,-3 4-40 0,2 0-215 16,-3-1-310-16,-1 2-186 0,-2 0-107 16,-1 1-67-16,-1-1-62 0,-3 1-86 0,1 0-62 15,-1 2-34-15,-2 2-26 0,-1 1-17 16,1 1-12-16,-1 4-10 0,-1 3-7 0,-2 0-8 15,-1 6-4-15,4 3-2 0,-2 5-4 16,3 3 0-16,0 5-2 0,3 5 1 0,4 3 4 0,5 8 1 16,2 6-2-16,8 5-1 0,2 6 0 15,6 3 0-15,2 6-5 0,5 3-1 0,4 0 5 16,2-5 3-16,1-2 1 0,4-7 0 16,4-6-2-16,-1-9 1 0,3-8-3 0,0-6-1 15,0-9 0-15,0-5 1 0,0-12 1 16,1-7 2-16,-2-7 0 0,-1-7-5 0,-3-8-3 15,-1-3-1-15,-4-9 0 0,-2 0-2 0,-6-8 1 16,-2 0 8-16,-4-4 4 0,-5 0 3 16,-2 0 0-16,-6 0 4 0,-4 1 4 0,-5-2-2 15,-4 3-1-15,-6-3 0 0,-4 3 0 0,-5-2-4 16,-3 2-3-16,-5 2-4 0,-1 2-2 16,-1 4 1-16,1 6 0 0,-2 5-3 0,4 6-1 0,-3 7 0 15,2 5-3-15,0 8 0 0,4 8-2 16,-1 4 3-16,2 5 0 0,5 6 1 15,1 1 1-15,5 3 4 0,2 2 0 0,4-4 0 16,4 1 2-16,4 0-2 0,5-3 0 0,2-1-10 16,4 0-10-16,3-2-15 0,2-3-24 15,3-1-61-15,-1 1-73 0,0-4-89 0,3 0-136 16,-2-3-204-16,3 1-316 0,-4-4-246 0,4 1-198 16,-4-4-4-16,1-2 425 0,1-4 533 15</inkml:trace>
  <inkml:trace contextRef="#ctx0" brushRef="#br1" timeOffset="10658.02">7541 5005 192 0,'10'-12'804'0,"-2"0"428"15,-2-2 111-15,-3 3-39 0,0-2-403 16,-3 2-290-16,-1-3-154 0,-3 2-93 0,0 0-82 16,-4 0-92-16,0 3-62 0,-2-1-35 0,-2 1-23 15,-2 3-15-15,-3 1-11 0,0 4-10 16,-3 4-9-16,-2 5-7 0,0 3-7 0,-2 7-3 15,-3 6-5-15,2 8 0 0,-2 3-2 16,3 9-1-16,0 6 0 0,1 4 0 0,2 6 2 16,5 2 0-16,2 5 0 0,5 1 1 15,2-1 0-15,4-3-1 0,3-2-1 0,3-7-3 16,2-3 0-16,3-8 0 0,4-3 0 0,1-6 0 16,3-4-1-16,0-6 2 0,1-2 0 0,1-5-1 15,2-3 1-15,2-5 0 0,-1-2-1 16,3-4 2-16,1-4-1 0,2-1-1 0,1-7-5 15,2-1-8-15,0-4-14 0,0-2-21 16,-1-5-47-16,-2 2-80 0,0-4-116 0,1-1-218 16,-1 2-302-16,-2 0-368 0,0-1-351 0,-4 0-131 15,3 2 413-15,-2-1 753 0</inkml:trace>
  <inkml:trace contextRef="#ctx0" brushRef="#br1" timeOffset="11012.54">8321 4953 551 0,'-2'-19'1088'0,"-1"-1"325"16,-2 0 19-16,0 2-311 0,-2 2-394 0,-3-1-224 16,2 2-126-16,-1 3-100 0,-2 0-94 0,0 3-60 15,-2 3-39-15,0 2-24 0,-3 4-16 16,-1 1-11-16,-2 6-10 0,-3 6-5 0,0 3-2 15,-2 9 0-15,1 3 4 0,0 6 3 0,0 7 4 16,2 6 3-16,4 2-28 0,1 5-2 16,3 3 0-16,4 3 0 0,3 0 0 0,2 1 0 15,4 2 0-15,5 0 0 0,0-1 0 0,4-4 0 16,2-1 0-16,5-6 0 0,0-4 0 0,3-5 0 16,0-6 0-16,6-5 0 0,-1-2 0 15,4-7 0-15,2-3 0 0,2-5 0 16,4-5 0-16,1-4 0 0,1-5 0 0,3-4 0 15,-2-3 0-15,4-3-43 0,0-2-91 16,1-4-72-16,3 0-74 0,-1-5-120 0,5-1-210 16,4-5-289-16,0 1-283 0,3-2-210 0,2-1-101 15,1 2 415-15,-1 0 633 0</inkml:trace>
  <inkml:trace contextRef="#ctx0" brushRef="#br1" timeOffset="11578.52">9661 4935 81 0,'2'3'644'0,"3"0"466"16,0-1 147-16,1 0-77 0,3 1-279 16,1-1-255-16,1 1-164 0,5 1-89 0,1-1-57 15,2 2-59-15,3-3-83 0,5 4-62 0,0-2-37 16,5 0-22-16,2-1-17 0,3-1-13 0,-1-2-11 15,1 3-9-15,-1-2-7 0,2-1-6 16,-3 0-5-16,-2 0-3 0,-3 0-2 0,-3-1-2 16,-3 1-1-16,-2 0-3 0,-4 0-10 15,-3 1-19-15,-5 1-44 0,-3 1-76 0,-4-1-126 16,-6 0-232-16,-2 3-306 0,-7 1-372 0,-1 0-363 16,-6 0-123-16,-3 1 494 0,-5 2 738 15</inkml:trace>
  <inkml:trace contextRef="#ctx0" brushRef="#br1" timeOffset="11790.99">9678 5364 653 0,'1'16'1447'16,"2"-3"150"-16,2 1-252 0,3 0-307 0,1-4-451 15,5 1-250-15,-1-4-115 0,6 3-51 0,0-3-37 16,3-1-34-16,3-2-26 0,4-1-22 0,2-3-16 15,3-1-10-15,1-2-9 0,1-2-8 16,1-1-5-16,2-1-4 0,-3-2-2 0,1 0-2 16,-3-2-12-16,-2 4-42 0,-4-3-83 15,-2 5-153-15,-4-1-260 0,-5 1-325 0,-1 1-406 16,-5 2-405-16,-1 1-12 0,-3 2 734 0</inkml:trace>
  <inkml:trace contextRef="#ctx0" brushRef="#br1" timeOffset="15354.59">2945 11433 56 0,'8'-7'498'0,"0"3"408"15,-3-2 256-15,-2 2-10 0,1 0-354 0,-2-1-159 0,-2 0-78 16,0 2-83-16,0-1-77 0,-2 0-61 16,-2 0-61-16,1-1-76 0,0 1-63 0,-2 1-37 15,-2-3-21-15,1 2-13 0,-3-1-9 0,-1 0-9 16,-1 1-8-16,-3 0-11 0,1 1-9 0,-4 0-7 15,-1 1-7-15,-1 2-3 0,-1 2-5 16,-2 2 0-16,-2 2 1 0,-3 3-2 0,2 2 0 16,-3 3-1-16,-1 2 0 0,-1 3 0 0,2 2 0 15,-2 4 0-15,2 3 1 0,0 3-1 16,3 4 1-16,1 1-2 0,4 6 1 0,2 0 0 16,4 4-1-16,3 2 1 0,6 4 0 0,2 2 0 15,4 3 4-15,3-1-1 0,4 2 0 0,4 1-1 16,4-1-1-16,4 0 0 0,4 1-3 15,0-6 1-15,3 0 1 0,3-4 1 0,0-4-1 0,3-3 1 16,-1-6 0-16,3-4 0 0,-2-4 0 0,1-6 2 16,1-4 2-16,-2-2 1 0,2-7 0 15,-3-3 0-15,0-5 2 0,-2-3-7 0,-2-6-3 16,-1-3-2-16,-2-3-1 0,-6-3 0 0,0-3-1 16,-3-2 3-16,-2-3 3 0,-4 0 2 15,-4 1 4-15,-1-2 2 0,-2 1 2 0,-8 0 0 16,-1 0 0-16,-2 1 0 0,-6 3-5 0,-2-3-2 15,-3 4-2-15,-3 1 1 0,-4 3 0 16,0 2 1-16,-3 4 0 0,1 4 0 0,-1 3-3 0,1 4-2 16,0 4-2-16,2 2-1 0,4 6-2 15,0 4-1-15,1 2 3 0,5 3 1 16,1 2 0-16,5 3 0 0,0-1 1 0,3 1-1 0,4-3-4 16,3 0-8-16,0-2-12 0,3-4-20 0,3 0-46 15,0-3-78-15,-1 0-140 0,3-2-250 16,3-3-308-16,0 0-385 0,-1 1-365 0,2-3-75 15,-2-2 630-15</inkml:trace>
  <inkml:trace contextRef="#ctx0" brushRef="#br1" timeOffset="16372.07">3943 11297 84 0,'-2'2'349'0,"-1"0"207"0,1-2 186 15,2 2-31-15,0 2-128 0,-1-3-71 0,1 3-46 16,-2-2-36-16,2 2-46 0,0 1-75 16,-1 0-54-16,-1 2-40 0,2 2-7 0,2 2 13 15,-1-1 12-15,-1 6 6 0,3-2-8 0,-3 3-24 16,2 2-36-16,-2 1-51 0,3 5-37 16,-3 0-30-16,2 5-16 0,1 1-11 15,-1 2-7-15,1 5 1 0,0 1-2 0,3 5 4 16,0 2-3-16,1 6 0 0,-1 3 3 0,5 2 5 15,-1 1-3-15,1 4-2 0,3 0-4 0,2-1-3 16,1-1-6-16,1 0-7 0,2-8 2 0,2-2-1 16,-1-5-2-16,4-4 0 0,-1-9-1 15,-1-4 0-15,3-7-1 0,-4-7 0 0,3-5 1 16,-1-9-1-16,-2-7 2 0,-1-5 0 16,-2-9 2-16,-3-4 0 0,-1-4 7 0,-3-4 2 15,-2 0 6-15,-3-1 5 0,-4 3 5 16,-3-2 8-16,-3 5 1 0,-4 3 1 0,-5-1-1 15,-3 4-3-15,-3 2-6 0,-6 2-3 0,0 3-6 16,-5 4-3-16,1 3-5 0,-2 3-3 16,0 7-2-16,0 3-4 0,2 3-2 0,1 4 0 15,3 3-1-15,3 4 0 0,1 2 0 0,3-1 0 16,7 4-1-16,0-1 0 0,6-1-5 0,2 1-3 16,5-3-8-16,2 0-13 0,6-2-26 15,2-3-67-15,1-3-82 0,3-2-178 16,3-3-279-16,3 0-338 0,2-3-407 0,2-4-262 15,0 0 110-15,2-4 790 0</inkml:trace>
  <inkml:trace contextRef="#ctx0" brushRef="#br1" timeOffset="17439.39">7718 11433 447 0,'-4'-10'889'0,"-4"2"299"0,-2 1 2 16,-7 2-306-16,-1 0-219 0,-4 2-109 15,-3 3-107-15,-2 3-83 0,-1 2-63 0,1 2-53 16,-2 4-84-16,-1 4-67 0,3 2-37 16,1 8-22-16,0 5-12 0,4 10-10 0,5 8-3 15,1 12-2-15,3 10-3 0,7 12-3 0,3 6 3 16,3 5-4-16,6 3-3 0,4-1-3 15,5-3-2-15,6-7-1 0,8-11-5 0,4-12 2 16,6-11 1-16,4-12 1 0,1-13 1 0,2-13 1 16,0-13 3-16,1-10 5 0,-2-13 3 15,-1-11 1-15,-5-7-2 0,-2-11 0 0,-5-2 1 16,-4-5-3-16,-6 1-2 0,-6 0 3 0,-4-2 1 16,-10 3 4-16,-5 0-1 0,-10 2-6 15,-6 2-3-15,-8 1-4 0,-6 4-1 0,0 6-2 16,-4 6 0-16,-2 8 5 0,0 6 2 0,0 13 2 15,0 5 0-15,3 10-3 0,3 8-1 16,3 9-2-16,4 8-2 0,5 6 4 0,6 6 1 16,7 1 0-16,5 4-6 0,6 5-25 15,8-3-76-15,5 5-100 0,6-3-205 0,3 1-290 0,4-2-354 16,2-3-413-16,3-2-194 0,0-4 264 16,1-3 802-16</inkml:trace>
  <inkml:trace contextRef="#ctx0" brushRef="#br1" timeOffset="17671.57">8547 12527 363 0,'3'8'1137'0,"-5"9"372"15,-2 3-147-15,-1 6-236 0,0 6-456 16,-1 4-244-16,-2 3-161 0,0 3-76 0,0 2-36 15,2 5-41-15,1 2-46 0,0-2-33 16,1 2-29-16,2-1-78 0,-1-1-76 0,2-4-159 16,-1-3-281-16,2-1-322 0,3-6-375 0,0-3-245 15,5-8 10-15,-2-7 679 0</inkml:trace>
  <inkml:trace contextRef="#ctx0" brushRef="#br1" timeOffset="18322.03">9508 11443 367 0,'-3'-12'894'15,"-3"4"316"-15,-4 4-10 0,1 3-255 0,-4 4-385 16,0 4-158-16,-1 4-63 0,0 6-33 0,1 2-21 16,1 6-36-16,2 7-35 0,2 5-55 15,5 10-55-15,3 7-34 0,3 7-20 0,4 8-4 16,2 4-3-16,5 2-4 0,-1 0-2 0,4-2-6 15,3-5-11-15,3-9-6 0,2-5-8 16,4-8-5-16,1-7-4 0,1-10 0 0,4-6 1 16,-3-10 3-16,4-7 1 0,-2-11 2 0,-1-7 1 15,0-8 0-15,-1-10-3 0,-4-6 0 16,-1-5 2-16,-5-8 0 0,-4-2 1 16,-4-5 0-16,-5 0 2 0,-6-3-1 0,-6 0-2 15,-8-1-3-15,-6 2 0 0,-10 1-1 0,-5-1 1 16,-4 6 3-16,-4 4 4 0,-3 6 6 15,-2 6 5-15,2 10 1 0,-1 10-1 0,3 7-2 16,-1 10-3-16,3 10-5 0,4 11-9 16,5 7-5-16,2 8-3 0,9 7-2 0,3 6-4 0,10 4 3 15,6 1 7-15,6 1 0 0,8 2-14 16,2-1-54-16,9-2-74 0,2-2-154 0,3-4-271 16,3-2-325-16,4-6-390 0,1-2-319 0,1-5-26 15,-1-5 689-15</inkml:trace>
  <inkml:trace contextRef="#ctx0" brushRef="#br1" timeOffset="18571.39">10391 12312 222 0,'1'-2'856'0,"-1"4"395"15,-3 4 9-15,0 6-141 0,-2 3-371 0,2 6-236 16,-2 7-122-16,-1 2-71 0,-2 5-50 0,3 3-55 16,0 4-73-16,2 0-65 0,2-2-38 0,1 3-20 15,1-2-12-15,2-1-10 0,2-4-37 16,0-1-76-16,3-5-80 0,-2-4-151 0,0-3-276 16,3-6-332-16,0-2-327 0,-3-5-193 15,2-6 76-15,-3-4 607 0</inkml:trace>
  <inkml:trace contextRef="#ctx0" brushRef="#br1" timeOffset="19016.11">10884 11597 140 0,'4'-16'797'0,"1"4"529"0,-5 7 52 16,0 5-159-16,0 4-352 0,0 8-317 15,-3 5-167-15,3 11-108 0,-2 5-56 0,2 7-52 16,2 8-59-16,3 6-42 0,1 5-21 0,5 4-10 16,3 4-7-16,2 3-6 0,3 5-7 15,3 7-4-15,2-3-4 0,0-1-4 0,6-7-3 16,0-12-2-16,2-9-3 0,3-14-7 0,1-13-17 15,1-14-28-15,-2-12-48 0,-3-12-61 0,0-11-56 16,-6-10-43-16,0-8-23 0,-7-8 3 16,0-8 57-16,-5-6 88 0,-3-5 59 0,-5-5 45 15,-6-2 33-15,-3-4 55 0,-6-2 72 16,-2-3 77-16,-4 2 62 0,-4-1 15 0,-1 5-3 16,-1 6-19-16,-4 8-45 0,0 13-50 15,-4 9-45-15,-1 15-28 0,0 9-23 0,-3 16-23 16,-3 9-19-16,-4 12-14 0,-1 12-4 0,0 8-5 15,1 10 0-15,1 7-2 0,4 5-1 16,5 2-11-16,5 3-37 0,6-3-85 0,5-3-159 16,4-4-259-16,5-7-327 0,4-6-412 0,-1-6-434 15,2-8-14-15,-2-3 782 0</inkml:trace>
  <inkml:trace contextRef="#ctx0" brushRef="#br1" timeOffset="21690.63">15256 10966 232 0,'0'-13'812'16,"-3"1"399"-16,-4-1 46 0,1 4-92 0,-4 4-385 16,-1 2-223-16,-2 4-129 0,-4 2-83 0,1 8-59 15,-3 4-70-15,-1 8-72 0,1 6-47 0,0 9-27 16,1 9-16-16,1 9-12 0,1 7-6 15,2 9-6-15,3 7-6 0,0 9-4 16,3 4-6-16,3 5-3 0,4 0-5 0,1-3-4 16,4-2-2-16,5-6-1 0,3-8-5 0,6-6-13 15,3-8-34-15,5-7-79 0,0-8-106 0,5-7-199 16,-1-8-298-16,-2-6-356 0,-2-2-380 16,-1-5-167-16,-3-3 299 0,-6-2 749 0</inkml:trace>
  <inkml:trace contextRef="#ctx0" brushRef="#br1" timeOffset="22251.97">16163 11359 39 0,'6'-11'505'0,"-1"2"459"15,-1-1 252-15,-4 1-44 0,-2 3-288 0,-1 0-194 16,-1-1-142-16,-2 5-112 0,0-1-78 15,-7 3-57-15,0 1-76 0,-4 3-80 0,0 3-46 16,-5 1-29-16,0 5-17 0,-4 2-12 16,2 3-10-16,-1 4-5 0,-2 6-7 0,0 0-3 15,2 5-4-15,0 3-2 0,2 3-3 16,1 3-2-16,4 1-1 0,3 0-3 0,6-1 0 16,0-1-1-16,5-2-2 0,6 0-1 0,1-4 1 15,6 0-3-15,2-3 1 0,2-3-3 16,4-2-10-16,4-1-17 0,0-2-40 0,2-3-76 15,3-4-81-15,0-4-143 0,1 0-229 16,3-6-319-16,0-2-319 0,0-2-193 0,2-5-22 16,-2-4 510-16</inkml:trace>
  <inkml:trace contextRef="#ctx0" brushRef="#br1" timeOffset="22605.82">16424 11845 188 0,'-5'-8'821'16,"-1"4"517"-16,-5 3 110 0,-5 3-140 0,2 5-443 15,-4 8-316-15,-2 1-162 0,1 3-115 0,0 6-82 16,1 3-72-16,3 0-48 0,3 1-29 16,3 0-16-16,5-2-11 0,4-3-7 0,1-3-3 15,8-3-3-15,3-5-1 0,0-5-1 16,7-5 0-16,3-8-1 0,2-3-2 0,5-9-5 16,-1-4-5-16,2-6-10 0,-1 0-7 0,-1-2-3 15,-3 2-1-15,-3 0 5 0,-2 5 5 16,-5 2 13-16,-4 5 7 0,-3 5 6 0,-2 4 8 15,-3 4 9-15,-3 5 7 0,-1 4 7 16,-2 3 4-16,-5 5 4 0,3 4-3 0,0 2-5 16,-1-1-5-16,1 5-6 0,4-1-4 15,-1-2-6-15,4 1-4 0,-1-2-3 0,4-3-2 0,3-1-1 16,2-4-2-16,2 0 0 0,3-3 0 16,2-4-1-16,0-2-4 0,5-1-12 0,-1-1-34 15,2-4-76-15,-3-1-80 0,0-1-154 16,2-2-265-16,-3 0-329 0,0 0-345 15,0 0-201-15,-1-4 33 0,-1 2 613 0</inkml:trace>
  <inkml:trace contextRef="#ctx0" brushRef="#br1" timeOffset="23174.91">16881 10660 33 0,'-5'-11'452'15,"0"1"382"-15,2 2 227 0,1 1-3 0,2 2-353 16,0 3-229-16,4 0-143 0,1 2-68 15,4 4 5-15,7 3 26 0,1 4 6 16,5 3-25-16,5 3-10 0,0 3-29 0,5 4-44 16,1 4-49-16,0 1-31 0,4 5-23 0,-1 5-23 15,3 1-15-15,-4 4-10 0,2 5-6 0,-3 2-5 16,-2 4-6-16,-2 4-5 0,-1 2-2 0,-6 4-3 16,0 1-4-16,-3 3-2 15,-3 3-2-15,-2 2 4 0,0 1 3 0,-2 0 0 0,-2 0 0 16,0-2-1-16,-5 1 1 0,-1-2-3 15,-1-1-5-15,-3-2-2 0,-2-3 0 0,-1-1-2 16,0-4 0-16,-1-3-2 0,1-5-2 16,-1-6-1-16,0-5-8 0,0-4-13 0,0-8-38 15,-3-6-80-15,-1-6-104 0,2-6-189 0,-1-5-298 16,-2-6-354-16,0-2-375 0,0-6-160 0,0-4 280 16,0-2 722-16</inkml:trace>
  <inkml:trace contextRef="#ctx0" brushRef="#br1" timeOffset="39102.47">2456 15649 93 0,'-9'-12'651'0,"-2"5"458"15,-2 1 161-15,-1 5-61 0,1 1-324 16,-2 1-291-16,0 5-154 0,0 2-96 0,0 8-68 16,-2 3-69-16,1 7-71 0,2 5-51 0,1 5-34 15,5 3-11-15,1 5-12 0,2 0-6 0,5 5-4 16,5 1-5-16,2-1-2 0,1-2-6 0,4-1-2 15,3-6 0-15,0-4-1 0,2-6-2 16,0-6 1-16,2-7-1 0,2-2 1 0,-2-7-1 16,0-7 1-16,-2-7 1 0,0-5 0 0,1-5 0 15,-6-7-1-15,0-3-1 0,-5-6 0 0,-2-1 1 16,0-4-1-16,-5-3 2 0,-2 2 1 0,-1 0 0 16,-6 4 2-16,3 0 1 0,-4 3 0 0,0 5-1 15,-2 4 1-15,2 2 0 0,-1 5-1 0,2 2 0 16,1 2-1-16,0 3-1 0,0 4 0 15,2 1-2-15,1 2-2 0,2 2-1 0,3 5 0 16,0 2 1-16,3 2 0 0,0 4-1 0,2 2 1 16,3 4 1-16,1-1-1 0,1 6 1 0,5 0 0 15,0 4 1-15,4 3 1 0,-2 1 1 0,4 2 1 16,-1 4-1-16,-1 1 1 0,2 2 0 16,-1 2 1-16,-2-1 2 0,1 1 2 0,-5 2 0 15,3-2 4-15,-4 2 2 0,-2-1 1 0,-3 2 0 16,-2-2 3-16,-4 1 0 0,0 1 0 0,-4-3 1 0,-1 3 0 15,-4-3 0-15,-1-1-2 0,-1-1-2 16,-2-1-2-16,-2-3-2 0,-1-6-2 0,1-2-3 16,-4-4-1-16,3-4-2 0,-2-4-1 0,0-4-1 15,0-5 0-15,2-4-2 0,0-5-1 0,1-6-1 16,4-5 0-16,4-4-1 0,2-5-4 0,5-2-3 16,1-7-7-16,6-1-9 0,2-3-14 0,2-3-25 15,4-1-47-15,2-2-66 0,-3-2-89 0,6 1-150 16,0-1-249-16,-1-1-304 0,4 2-287 0,-1 1-201 15,-1 2 106-15,-2 0 563 0</inkml:trace>
  <inkml:trace contextRef="#ctx0" brushRef="#br1" timeOffset="39430.25">2986 16129 184 0,'2'-11'586'0,"1"-2"311"15,-3 0 160-15,2-2-112 0,-4 0-297 0,2-5-194 16,-3 1-96-16,0-2-7 0,-1-2-14 0,1-1-16 15,-2-1-19-15,1-1-24 0,-1 2-31 16,2 0-50-16,-2 2-49 0,2 0-38 0,-2 3-28 16,0 3-15-16,-2 1-8 0,2 2-6 0,0 3 1 15,-3 1-3-15,2 2-7 0,-3 4-8 16,-1 1-8-16,2 4-8 0,-4 4-6 0,2 3-4 16,0 3-4-16,0 4-2 0,0 5-1 0,2 3 3 15,0 6 1-15,2 5-3 0,4 2-2 0,-1 5 0 16,5 5-1-16,1 1-4 0,0 3-1 0,3-1 2 15,2-1 1-15,2-1 1 0,2-5-1 0,1-4-1 16,0-4 4-16,4-7 1 0,2-4 1 0,0-4 2 16,1-6-5-16,-2-7-5 0,4-3-9 0,0-5-13 15,0-7-19-15,1-4-34 0,-2-5-64 0,0-3-78 16,-2-4-161-16,-2 1-278 0,-4-4-325 16,1 0-354-16,-4 3-237 0,-4-1 68 0,-1 4 698 15</inkml:trace>
  <inkml:trace contextRef="#ctx0" brushRef="#br1" timeOffset="40103.72">3258 16234 127 0,'5'21'684'15,"1"0"428"-15,-4-5 99 0,1-3-134 0,-1-6-412 16,-1-2-266-16,1-5-132 0,2-5-60 0,1-3-22 0,0-8-1 15,1-5 11-15,1-6-12 0,2-3-17 0,-1-4-19 16,0-4-13-16,3 1-25 0,-2-2-25 16,1 1-20-16,-2 2-19 0,3 4-10 0,-3 6-9 15,-2 5 5-15,-1 3-5 0,1 4 0 0,-3 5 4 16,2 3 7-16,0 6 3 0,1 5 0 0,-1 4 0 16,1 6 1-16,2 6-9 0,-2 4-8 0,1 4-6 15,4 3-5-15,-3-1-4 0,1 2-8 16,4-3-1-16,-2 0-1 0,0-2 0 0,3-4-1 15,-1-2 0-15,3-5-1 0,-4-3-1 0,4-5 1 16,-3-7-1-16,4-3-2 0,-3-6 3 0,2-6 2 16,-3-6 0-16,0-2-1 0,2-2 0 15,0-2 2-15,0-2-3 0,-3 2 0 0,2 2-1 0,-3 2 2 16,0 1 1-16,0 5 0 0,-3 2 0 16,0 2-1-16,-2 4 1 0,2 2 1 0,-2 3-1 15,2 2 1-15,-3 2 0 0,1 3 0 0,0 2 2 16,1 3 0-16,-1-1 1 0,1 2 0 0,0-2-1 15,0 4 1-15,-1-3-2 0,2 0-2 0,-3-2-1 16,4-3 0-16,-4-2-2 0,3-3-1 16,-3-3-3-16,2-2-3 0,-2-3-1 0,0-3-1 15,0-1 0-15,0-2 1 0,-2-1 5 0,2 0 3 16,-3-2 2-16,0 0 2 0,1-1 1 16,-3 0 2-16,0-2 0 0,-1 1 0 0,-3-2-1 15,0-1 0-15,-1 1 1 0,2 2 0 0,-2 1 0 16,0 3 1-16,1 2 1 0,0 1 1 0,0 3 2 15,1 2-1-15,1 5-1 16,1 3-1-16,1 3 0 0,1 6-2 0,1 1 0 16,3 8-1-16,1 2 0 0,0 3-1 0,4 2-1 15,0 2 0-15,0 2 0 0,1 0 0 0,3-2 0 16,-1 0 2-16,1-3-1 0,2-1 0 0,0-5 0 16,0-2-3-16,1-2-7 0,-1-3-25 15,-1-5-59-15,-3 1-67 0,-1-5-83 0,-2-3-153 16,-1 0-257-16,-3-3-309 0,0-3-256 0,-4 0-199 15,1-3 44-15,-2 0 540 0</inkml:trace>
  <inkml:trace contextRef="#ctx0" brushRef="#br1" timeOffset="40927.69">4416 15863 211 0,'-7'-4'847'0,"1"4"498"0,-4 0 155 16,1 3-168-16,1 3-469 0,-2 2-310 0,0 3-159 15,0 4-109-15,0 1-99 0,4 3-66 16,-3 2-39-16,6 5-23 0,-1-1-15 0,4 5-10 16,2 2-13-16,1 1-9 0,6 1-8 0,-1 1-4 15,2-2-5-15,1-2 2 0,3-1 6 0,-1-5 0 16,4-8 0-16,-1-5-3 0,0-7-1 0,0-8-8 16,1-7-6-16,-1-5-3 0,-3-7-2 0,-2-6-3 15,1-7-1-15,-2-2 1 0,-1-5 4 16,1-4 4-16,-4 0 3 0,0-2 6 0,1-1 5 15,-1 2 2-15,0 4 2 0,-3 4 2 0,2 6 3 16,-2 4 3-16,1 8 2 0,-1 4 2 16,0 10 4-16,3 6 1 0,-3 5-1 0,2 10-1 15,1 7-2-15,1 6-3 0,1 4-4 16,1 6-2-16,1 0-1 0,-1 1-1 0,4 0-1 16,-2 0 0-16,1-2 0 0,1-5-2 0,-3-4-1 15,2-6-2-15,1-6-1 0,-2-7-2 0,0-10-3 16,-3-5-3-16,2-10-7 0,-3-5-4 0,-2-7-5 15,0-5-3-15,-2-9-2 0,-3-4 4 16,0-6 4-16,-2-6 6 0,-1-5 3 0,2-6 5 16,-1-5 3-16,0-7 9 0,4-2 8 0,1 1 8 15,0 0 9-15,2 7 8 0,0 8 4 0,-2 8-1 16,3 12-5-16,-4 9-7 0,3 11-1 16,-2 7 0-16,3 8 2 0,1 11 2 0,0 7 3 15,1 11 1-15,0 7-3 0,2 13-5 16,-1 5-5-16,2 10-2 0,-1 11-3 0,1 11-2 15,-2 8-2-15,1 9-2 0,2 6-4 16,0-1-1-16,3 2-2 0,-2-5-2 0,6-5 0 0,-3-9 0 16,4-6-1-16,-4-10-4 0,3-10-11 15,-2-7-13-15,-2-9-28 0,-4-11-71 16,-2-8-96-16,-1-7-203 0,-5-8-288 0,1-7-361 16,-3-4-429-16,-2-6-236 0,-3-4 251 0,1-2 858 0</inkml:trace>
  <inkml:trace contextRef="#ctx0" brushRef="#br1" timeOffset="41893.31">6375 15656 39 0,'-4'-16'531'0,"1"6"471"15,3-1 216-15,-3 5-63 0,0 3-357 16,0 3-249-16,3 5-73 0,0 4-64 0,3 7-43 16,0 5-39-16,3 8-39 0,1 7-59 0,2 7-79 15,5 9-42-15,1 3-27 0,2 7-18 0,1 5-13 16,2 2-11-16,0 5-11 0,-2-3-10 0,4 0-8 16,-3-2-5-16,0-5-5 0,0-7-2 15,-3-4-2-15,0-10 0 0,-2-6-1 0,-3-8 1 0,-2-6-1 16,-2-8 2-16,-4-7 0 0,-1-6 1 15,-4-9 1-15,-3-9 0 0,-1-10 1 0,-4-7-1 16,-2-9-1-16,1-6 0 0,-5-8-2 16,0-4-2-16,0-6-2 0,-1-3 2 0,-2-2 1 15,4-4 0-15,0 2 1 0,5 2 2 0,2 7 2 16,1 6-2-16,2 4 0 0,2 7 0 16,1 8 0-16,2 3-1 0,3 8 0 0,0 2-1 15,5 7 0-15,0 4 1 0,2 3 0 16,2 6 1-16,2 3 0 0,4 6 1 0,-1 4 0 0,2 4 1 15,0 4-1-15,3 8 0 0,-1 0 0 16,-2 6-2-16,0 2 0 0,0 5-1 16,-5 3-1-16,0 3 1 0,-4 3 1 0,-4 0 1 15,1 2 1-15,-3-2 0 0,-2-2 1 0,1-2-1 16,-3-7 0-16,-3-4-1 0,3-4-1 0,-3-9-2 16,-2-7-1-16,2-7-2 0,-2-8-2 15,0-8-3-15,2-8-6 0,0-7-6 0,1-9-5 0,2-5-6 16,2-4-2-16,2-4 2 0,1 1 4 15,3 2 8-15,2 5 1 0,2 5 3 0,0 5 3 16,0 7 0-16,2 4 6 0,0 6-2 16,-2 8 5-16,-1 2 8 0,3 8 6 0,-3 5 3 15,-1 4-4-15,0 9 5 0,-2 2 0 16,-1 4-4-16,-1 4-3 0,2 1-2 0,-3 1 2 16,-1 3 0-16,0-1 1 0,-1 1-1 0,0 0 1 15,0-3-1-15,-1-2-1 0,2-4-4 0,-2-4-1 16,1-5-1-16,0-6-1 0,-1-8-2 0,0-7-1 15,-1-6 0-15,-1-9-1 0,0-5 1 16,0-8 1-16,-3-5 2 0,-4-3 0 0,-2-4 4 16,-4-2 2-16,-4-2-1 0,-4 1 1 15,-1-2 0-15,-4 1-1 0,-1 6 1 0,3 1 0 16,-2 9 2-16,4 6 3 0,2 6 1 0,2 6 2 16,1 6 0-16,4 6-2 0,1 9-1 15,4 4-2-15,3 4-2 0,4 9-3 0,1 1-1 16,4 2-1-16,1 4 0 0,3 0-1 15,3 1-2-15,2-2 0 0,2 1-2 0,-2-2-5 16,4-1-14-16,-2-2-36 0,2-4-76 16,-1-2-88-16,0-1-182 0,-2-5-290 0,3-5-348 0,-2 1-360 15,0-7-190-15,0-1 164 0,0-3 733 16</inkml:trace>
  <inkml:trace contextRef="#ctx0" brushRef="#br1" timeOffset="42159.5">7533 15754 167 0,'0'20'1213'16,"-4"1"664"-16,1 0-233 0,-4 6-393 0,1-2-422 16,-1 3-364-16,3-3-214 0,-1 0-96 0,1 0-47 15,0-3-33-15,3-3-25 0,1-1-20 0,0-2-12 16,1-6-9-16,3 1-4 0,0-4-3 0,2-4-1 15,-1 0-1-15,0-4-2 0,0-1-2 0,-2-2-2 16,-1-2-4-16,-1 1-5 0,-4-3-11 0,1 3-13 16,-4 2-23-16,-2-2-50 0,-6 1-79 15,1 3-134-15,-4 2-265 0,-1 3-317 0,-4 3-375 16,0 4-342-16,0 4-31 0,0-1 635 0</inkml:trace>
  <inkml:trace contextRef="#ctx0" brushRef="#br1" timeOffset="42692.07">9333 16060 272 0,'-13'23'950'15,"-3"0"541"-15,5 0 19 0,0-4-269 0,3-5-507 16,2-2-286-16,4-3-140 0,4-5-110 0,4-4-61 15,2-6-30-15,6-5-17 0,2-7-6 0,3-7-12 16,5-9-13-16,1-5-17 0,2-7-12 16,3-6-7-16,0-2-9 0,2-6-6 0,-2-1-4 15,-2 0-4-15,-1 3-2 0,-2 5-3 16,-3 3-5-16,-4 7-20 0,-4 6-51 0,-7 5-81 16,-4 6-162-16,-6 9-274 0,-4 4-323 15,-7 9-397-15,-2 4-336 0,-8 7 28 0,-2 5 748 16</inkml:trace>
  <inkml:trace contextRef="#ctx0" brushRef="#br1" timeOffset="42899.18">9288 15709 171 0,'7'15'827'0,"4"-2"452"16,0 2 35-16,2-1-105 0,1 0-363 0,5 1-303 16,1-2-157-16,0 2-79 0,3 0-55 0,1 1-73 15,2-3-64-15,1 0-49 0,1 0-26 16,0 0-18-16,0-1-11 0,1 0-7 0,1 0-1 15,-3-2-1-15,-2 2-28 0,0 1-77 0,-4 2-104 16,-2-2-198-16,-5 2-290 0,0 0-359 16,-4 2-398-16,-1-1-190 0,-3 0 306 0,-1 1 762 15</inkml:trace>
  <inkml:trace contextRef="#ctx0" brushRef="#br1" timeOffset="43082.71">10082 15937 692 0,'6'9'1504'16,"-3"3"147"-16,-3 4-295 0,0 2-354 15,-1-1-442-15,-1 4-249 0,2 1-141 0,0 0-65 0,0-1-37 16,3-2-30-16,-1 1-24 0,3-4-56 16,-2-1-81-16,2-3-145 0,-2-3-271 0,2-2-306 15,1-3-386-15,2-3-342 0,-2-6-47 0,2-2 646 16</inkml:trace>
  <inkml:trace contextRef="#ctx0" brushRef="#br1" timeOffset="43413.86">10392 15510 615 0,'5'-3'1617'16,"-7"4"168"-16,2 7-350 0,-4 5-353 15,2 6-475-15,-1 3-276 0,3 4-135 0,0 2-66 16,0 4-36-16,3 2-28 0,3 0-23 0,0 2-16 15,4-1-11-15,1-3-7 0,3-1-6 16,2-6-3-16,3-6-3 0,3-6-1 0,-1-9-3 16,3-5-5-16,-1-7-5 0,-1-6-7 0,-1-6-6 15,1-6-3-15,-3-3-2 0,-3-4 3 16,1-1 7-16,-4 1 8 0,-1 0 8 0,-4 3 4 16,0 2 4-16,-3 4 2 0,-2 3 1 15,1 6 1-15,-3 1 0 0,-1 7 0 0,-1 6 0 0,-1 3-1 16,0 7 0-16,1 8-1 0,-1 3-1 15,1 3 0-15,-1 6 0 0,4 2-1 0,-1 2-1 16,2 3-1-16,1 4-1 0,3 3 1 16,0 2-5-16,1 2-15 0,0 1-42 0,2 2-75 15,-2 0-101-15,1-4-195 0,3-4-300 0,-3-3-350 16,4-7-347-16,0-7-172 0,-2-4 272 0,4-7 726 16</inkml:trace>
  <inkml:trace contextRef="#ctx0" brushRef="#br1" timeOffset="43595.08">11067 16009 169 0,'6'-10'1188'0,"-2"3"655"0,-3 5-212 15,-1 4-404-15,0 4-433 0,0 5-347 0,0 6-220 0,0 4-96 16,0 5-45-16,2 3-23 0,-1 3-20 0,1 4-13 16,1 0-13-16,2 3-9 0,0 0-4 0,2 1-7 15,1-1-15-15,0 0-39 0,0-3-81 16,0-4-139-16,0-6-261 0,-2-3-318 15,1-5-401-15,-2-4-415 0,1-4-61 0,-3-5 673 0</inkml:trace>
  <inkml:trace contextRef="#ctx0" brushRef="#br1" timeOffset="44218.03">11573 15446 18 0,'-3'-3'533'16,"3"1"489"-16,0 2 220 0,1 0-90 16,1-2-331-16,1 0-300 0,4 0-119 0,2 0-54 15,2 1-23-15,4-2-25 0,0 0-28 0,4-2-51 16,2 0-67-16,2 0-52 0,1-1-30 16,0 0-16-16,3 0-15 0,-2 1-9 0,0 2-5 15,-3 2 4-15,-1 2-3 0,-2 2 0 16,-3 7 3-16,0 0 0 0,-7 5-2 0,-1 3-4 15,-3 7-3-15,-4 2-3 0,-2 4-1 0,-4 4 0 16,2 3 2-16,-3 1-3 0,-1 2 1 16,2 2-1-16,-1-1-3 0,0-2-3 15,4 0-1-15,2-5-3 0,0 0-3 0,5-4-1 0,1-2-1 16,2-3-1-16,4-4-1 0,1-5-1 16,4 0 0-16,1-4-3 0,0-5-5 0,4-2-13 15,0-3-20-15,-2-3-56 0,0-1-82 0,-2-2-157 16,-1-3-272-16,-2 0-328 0,-2-3-407 0,-2-3-324 15,-5-2 11-15,-1-1 734 0</inkml:trace>
  <inkml:trace contextRef="#ctx0" brushRef="#br1" timeOffset="44436.57">11747 15720 587 0,'-8'7'1484'0,"0"1"183"16,2 0-299-16,4 1-331 15,2 1-496-15,5-3-275 0,3-1-137 0,3 0-63 0,6-3-28 16,5-1-15-16,1-2-11 0,5-3-4 16,4-1 0-16,4-2-4 0,2-4-5 15,5 3-1-15,2-3-1 0,0 0-3 0,2 0-50 0,-1 0-68 16,1 2-134-16,-4 2-268 0,0 2-296 16,1 0-367-16,-4 4-296 0,-4 0-51 0,0 5 576 15</inkml:trace>
  <inkml:trace contextRef="#ctx0" brushRef="#br1" timeOffset="45863.11">15210 14938 231 0,'4'-1'499'0,"-2"-2"258"0,1 0 114 0,-1-1-99 16,1-2-118-16,0-2-105 0,2 0-90 16,-1 0-37-16,4-1-19 0,-1 1-44 0,1 0-56 15,4-1-27-15,0 2-30 0,3-1-46 0,1 1-44 16,5 2-43-16,-3 1-24 0,3 1-28 16,1 1-5-16,0 2-6 0,-1 2-7 0,0 3-2 15,-4 2 3-15,-1 4 1 0,-1 0-7 16,-5 7-4-16,-4 2-3 0,-2 6-5 0,-4 2-5 15,-4 4-6-15,-2 3-4 0,-4 2-4 16,0 1-3-16,0-2-1 0,0-1 0 0,0-5-2 16,3-1 0-16,2-6 0 0,2-2-3 0,1-1 0 15,6-5-1-15,1-2-1 0,3-2-1 0,5-3 1 16,0 0-1-16,6-3 1 0,2-1 0 16,4-1-1-16,2-1 2 0,3 0 2 0,-2 2 1 15,3-2 1-15,-3 3 1 0,-1 1 0 16,-5 2 1-16,-1 3 0 0,-4 2 1 0,-4 2 0 15,-5 0 1-15,-2 6 0 0,-11 0-1 0,1 1 1 16,-8 4-1-16,-5-2-1 0,-1 1 0 16,-7 1 1-16,0-1 3 0,-3-1 3 0,-4-2 2 15,0-1 3-15,-1-6-1 0,1-1-1 0,2-2-3 16,2-4-4-16,1-3-3 0,2-1-2 0,4-4-1 16,4-2-3-16,2 0-1 0,5-3 0 15,5-1-2-15,3-4-5 0,5-1-11 0,7 0-15 16,-1-2-35-16,4-2-72 0,3 2-77 15,1-1-140-15,2 0-255 0,1-1-322 16,1 2-337-16,1 0-217 0,0 3-33 0,-4 0 566 16</inkml:trace>
  <inkml:trace contextRef="#ctx0" brushRef="#br1" timeOffset="46536.46">16598 14834 32 0,'6'-7'563'16,"2"0"499"-16,-2 1 242 0,-3 0 51 15,-3 0-296-15,0 1-338 0,-3-1-210 0,-3 2-117 16,2-2-82-16,-5 2-98 0,1-1-71 16,-4-1-41-16,-1 4-22 0,-2-1-16 0,-1 3-12 15,-5 3-8-15,4-1-9 0,-5 5-6 16,-2 7-6-16,0 4-6 0,0 4-1 0,-1 9 0 16,1 4 1-16,2 7 1 0,3 6-10 0,0 3-8 15,6 6 0-15,4 4 0 0,5 1 0 16,2 1 0-16,5 0 0 0,5-3 0 0,3-4 0 15,5-7 0-15,6-5 0 0,3-8 0 16,2-9 0-16,5-6 0 0,-2-9 0 0,1-5 0 16,-1-5 0-16,-1-5 0 0,-4-5 0 0,-4 1 0 15,-4-4 0-15,-2 1 0 0,-6-1 0 0,-5 0 0 16,-2 1 0-16,-5 1 0 0,-6 0 0 0,-3 2 0 16,-6 3 0-16,-3 2 0 0,-4 2 0 15,-5 3 0-15,0 1 0 0,-4 3 0 16,1 4 0-16,3 1 0 0,0 1 0 0,6 1 0 15,2 1 0-15,5-1 0 0,1 2 0 0,8 0 0 16,3 0-52-16,2-1-68 0,5-3-93 16,3-1-196-16,4-1-284 0,7 1-359 0,1-4-437 15,2-1-273-15,3-2 185 0,-1 2 885 0</inkml:trace>
  <inkml:trace contextRef="#ctx0" brushRef="#br1" timeOffset="47697.33">18321 14916 69 0,'10'-47'537'0,"-4"4"413"0,-1-4 218 0,-5 2-34 16,-5 0-372-16,2 3-173 0,-2 3-57 15,-3 5-68-15,-1 3-70 0,-7 8-62 0,2 3-56 16,-5 9-86-16,-2 6-76 0,2 6-43 0,-3 10-20 16,0 8-13-16,3 7-6 0,-2 13-7 15,3 8-4-15,3 10-4 0,4 11-5 0,0 6-5 16,5 5-2-16,3 7 1 0,1 4-1 15,4 3-1-15,-1 3 0 0,4 2-1 0,3-1-2 16,0-3-4-16,1-2 0 0,-1-6 1 0,0-2 0 16,3-9 2-16,-3-5-1 0,0-6 1 0,1-7-2 15,-2-7-6-15,-1-6-8 0,1-6-13 16,-6-5-26-16,-1-4-58 0,0-5-70 0,-5-6-96 16,-3-2-169-16,0-1-300 0,-6-7-315 0,-2-3-263 15,-3-5-172-15,-4-5 221 0,-6-3 632 0</inkml:trace>
  <inkml:trace contextRef="#ctx0" brushRef="#br1" timeOffset="47897.69">17589 15711 679 0,'17'-9'1517'0,"0"3"110"0,1 4-303 0,8 4-318 16,4 2-507-16,4 2-247 0,4 1-98 15,5 0-46-15,1-1-21 0,4-2-4 0,4-4-8 0,3-1-17 16,-1-4-19-16,0-3-9 0,1 1-10 15,2-3-8-15,-2 1-4 0,1 0-10 0,-7 1-50 16,-2 3-80-16,-4 3-165 0,-5-2-267 16,0 4-316-16,-7 0-404 0,-5 2-351 0,-2 0 1 15,-2 3 752-15</inkml:trace>
  <inkml:trace contextRef="#ctx0" brushRef="#br1" timeOffset="52916.35">2801 13182 252 0,'-22'2'536'0,"1"3"253"16,1 0 132-16,0 1-219 0,3 0-223 15,2 0-91-15,2-2-52 0,2 1-44 0,2-3-38 16,2 2-25-16,2-1-29 0,2-3-36 0,0 1-38 16,0-1-32-16,3 2-23 0,3-1-7 0,0 2 27 15,4 1 32-15,2 2 40 0,8 2 30 16,4 1 12-16,8 0-7 0,8 1-30 0,3 1-31 16,9 1-31-16,5 0-22 0,9 0-15 15,8 2-10-15,4-4-7 0,7 2-8 0,3-3-7 16,7 0-5-16,3-4-2 0,4-3 0 0,4-3 0 15,3-5 1-15,6-3-3 0,2-2-1 0,0-5 0 16,-2-2-3-16,-3 0-5 0,-3 0-4 0,-4-1 0 16,-3-1-1-16,-4 2-4 0,-7 2-4 15,-5 1 1-15,-8 0 3 0,-8 2 3 0,-5 3-1 16,-9 0 2-16,-7 2 0 0,-8 2 1 0,-6 3-2 16,-5-1 1-16,-7 2 2 0,-1 1 4 15,-8 0 7-15,-1-1 2 0,-5 4-6 0,-4-1-23 16,-4 2 0-16,-2 0 0 0,-3 1 0 15,-3 2 0-15,0 0 0 0,-2 0 0 0,1 2 0 16,-1-4 0-16,0 2-16 0,1 0-111 16,-1-1-139-16,1-1-251 0,-3-2-321 0,1-2-418 15,0 0-494-15,-2-3-152 0,2 0 736 0</inkml:trace>
  <inkml:trace contextRef="#ctx0" brushRef="#br2" timeOffset="57415.16">3220 10881 61 0,'0'-6'354'16,"-4"0"226"-16,0 1 193 0,3 0 22 0,-2 2-163 16,1-2-100-16,-1 0-62 0,-2 1-47 0,0-2-42 15,-1 1-43-15,0-1-3 0,1 0 7 16,-1 2-15-16,-1-2-26 0,-2 0-28 0,1 0-42 15,-2 0-53-15,-2-1-52 0,-1 4-31 0,0-2-17 16,-1 0-15-16,0 2-10 0,-2 0-8 0,0 2-8 16,-3-1-7-16,2 2-6 0,-2 2-5 15,-3-1-3-15,0 1-2 0,-2 2-8 0,-1 1-4 16,-2 1-5-16,0-1-1 0,-1 3-2 0,-1 3 0 16,-1-2 3-16,0 1 2 0,0 2 2 0,0 0 1 15,-2 1-1-15,1 3 1 0,-1 0 0 16,2-1 0-16,-1 2 0 0,1 2-1 0,-1 0 0 15,3-1 0-15,2 3 1 0,-1 0-1 0,2 1 0 16,2-1 0-16,-2-1 0 0,2 3 5 0,-1 1 1 16,2-1 2-16,2 1 0 0,-1 0 0 15,1-1 0-15,4 2-4 0,-3 0-3 0,2 3-2 0,1-2-4 16,0 1-3-16,0 3 0 0,2 2-1 0,0-2-1 16,-2 4 1-16,5 1 3 0,-2-2 3 0,2 0 0 15,0-1 0-15,3 0 0 0,-1 1 1 16,1-1 0-16,1 0 0 0,2 4 0 0,2-4 1 15,-1 4 0-15,1 0-1 0,1 0 0 0,2 2-1 16,2 1 1-16,1 0 0 0,1 3 1 0,-1-2 1 16,2 1-1-16,2 0 3 0,1 2-1 0,-1 0 0 0,1-2-1 15,0-1 0-15,0 2 0 0,3-2-1 0,-3-1-1 16,2 1 0-16,1-3 0 0,-2 3 0 16,1-3 4-16,2 1 2 0,-2-1 2 0,1 1 0 15,1-5 0-15,0 4 1 0,-1-3-3 0,1-1-1 16,1 2-4-16,1-1-3 0,2-2-1 0,1 2-2 15,-2 1-2-15,5-1-1 0,2 0 5 0,-1-1 1 16,4 1 3-16,0-1 0 0,4 0 0 0,3-1 0 16,1 0 0-16,0-2 0 0,2-1-1 15,0-2 0-15,4-4 1 0,-3 0-1 0,1-3 0 16,1 0 0-16,0-6 4 0,-1 0 2 0,2-3 1 16,-3-3 1-16,2 0 2 0,0-6 2 0,-2-2-3 15,-1-1-1-15,1-5-3 0,1-5-4 0,-2 0-2 16,1-5-1-16,-2-4-1 0,1-4 0 15,0-5 3-15,-2 2 2 0,1-7 1 0,-3-1-1 16,1-2 0-16,-4-2 4 0,1-3 2 0,-4-2-1 16,-1-4 2-16,-3-3 1 0,-3-3 2 0,0-4-8 15,-4-5-4-15,-1-3-1 0,-1-5 2 16,-7-3 1-16,-2 1-2 0,-3-2 3 0,-5 2 4 0,-3-2 1 16,-6 1-6-16,-3 1-4 0,-7-2-1 15,-6 1-1-15,-5-1-2 0,-6 3 3 0,0 4 4 16,-3 3 3-16,-2 8 1 0,3 4-1 0,-1 7 2 15,1 5-5-15,2 5 0 0,0 5 0 0,3 2-1 16,5 5-2-16,0 5-6 0,4 2-13 16,4 2-20-16,0 3-51 0,4 2-81 0,1 2-174 0,1 1-269 15,4 2-327-15,0 3-410 0,2 0-358 16,-1-1 41-16,4 0 823 0</inkml:trace>
  <inkml:trace contextRef="#ctx0" brushRef="#br2" timeOffset="58782.94">12724 3373 330 0,'4'-13'802'0,"-4"-1"358"0,-4 0 44 16,1 1-269-16,-3 1-214 0,-2 1-135 16,-1 3-109-16,-3-1-86 0,-2 1-59 0,-2 0-53 15,-1-1-76-15,-2 1-65 0,-2 3-38 16,-2 1-21-16,0-1-14 0,-4 2-11 0,1 1-9 15,-3 2-7-15,-1 4-10 0,0 0-4 0,-1 2-5 16,-3 5-4-16,1 4-2 0,-3 3-7 16,-2 7-3-16,0 4-3 0,-2 7-4 0,2 7 2 15,-3 7 1-15,5 5 3 0,1 7 3 0,4 4 2 16,2 4-2-16,6 5-6 0,3 7 2 16,3 0 1-16,9 3-1 0,3 2-3 0,5-3 5 15,7-2 2-15,5-3-2 0,4-8-1 0,6-3-1 16,5-6 1-16,3-6-2 0,8-11-1 0,2-6-2 15,3-9-1-15,0-6 1 0,4-11 2 0,1-9 0 16,0-8 1-16,1-7 1 0,-3-9-1 16,0-2-1-16,-5-6 1 0,-5-5 1 0,-1-2 1 15,-8-3 1-15,-5 3 0 0,-5-2 2 16,-6 0-1-16,-7 2 0 0,-6 1-1 0,-8 3 0 16,-4-1-1-16,-5 3-1 0,-6 2 0 15,-4 2-1-15,-4 6 0 0,-2 5 0 0,-3 5 2 16,-4 7-1-16,-1 9 0 0,-2 7 1 0,0 3-1 15,1 9-1-15,4 4-1 0,4 4-2 16,4 5-1-16,4 2 1 0,4 3-4 0,8-2-11 16,5-1-21-16,3-1-64 0,5-5-91 15,6-1-219-15,2-3-290 0,7-3-365 0,3-2-459 16,1-3-276-16,0-3 265 0,1-1 948 0</inkml:trace>
  <inkml:trace contextRef="#ctx0" brushRef="#br1" timeOffset="64257.19">11203 5047 61 0,'-2'1'452'0,"-5"2"339"0,4-3 234 0,-2 1 56 16,3-1-369-16,-1 0-218 0,3 1-126 15,-2-1-87-15,2 1-58 0,0 1-52 0,0-2-36 16,2 3-7-16,-2-3 35 0,3 0 15 0,2 0 17 15,0 0 1-15,4 0-13 0,2 0-11 16,5 0-40-16,0 0-19 0,4 2-18 0,4-2-16 16,3 3-3-16,3-2-11 0,6 2-1 0,4 1-7 15,3-2-13-15,7 2-5 0,4 0-4 16,4 2-3-16,6-1-3 0,2 2-2 0,-1 0-2 16,3 1-4-16,0 0-6 0,0 0-3 15,-5 1-6-15,2-1-2 0,-4 1-2 0,-2-2 1 16,-2-1 0-16,-1 2 0 0,-3-4-1 0,-2-1 0 15,-4-2 0-15,-3-1 0 0,-4-1 1 16,-2-2-2-16,-5-1 1 0,-1-2 0 0,-4-2-1 16,-2 1 0-16,-3-1-1 0,-4 2 1 15,0-1 0-15,-4 0 0 0,-1 4 0 0,-1-1 1 16,-3 1 0-16,1 1-1 0,-1 1 0 0,-1 2 0 16,-1 1 0-16,0 1-2 0,-3 2 0 15,3-1 0-15,-4 1-2 0,0 1 0 0,-1 0-1 16,0 0-2-16,-1-1-9 0,-1-1-15 0,-1 0-33 15,-1-3-78-15,-2 1-100 0,-4-2-181 16,2-2-293-16,-4 1-352 0,1-2-383 0,-2 2-187 16,0-2 224-16,-2 2 733 0</inkml:trace>
  <inkml:trace contextRef="#ctx0" brushRef="#br3" timeOffset="68886.64">16856 14239 45 0,'7'-13'444'15,"-4"-2"328"-15,-3 3 193 0,-3 0 25 16,-3 2-335-16,0-1-222 0,-4 3-109 0,-2 1-64 16,-1-3-31-16,-4 3-39 0,-1 1-44 0,-4 0-42 15,0-1-37-15,-2 0-23 0,-6-2-21 16,0 1-2-16,-2 0 4 0,-2-1 8 0,-5-1 17 15,-3-2 39-15,-1 0 38 0,-1-1 41 0,-3-3 31 16,-4 1 23-16,-1-1-6 0,0 1-32 16,-4-1-30-16,1 3-35 0,2 1-38 0,-3 3-30 15,2 2-14-15,2 2-7 0,0 4-6 16,3 1-3-16,-2 3 0 0,4 4 0 0,-4 1-5 16,3 4-1-16,1 1 0 0,-1 4 0 0,1 1-1 15,2 1-1-15,0 4-2 0,-2 1-4 0,4 2-3 16,-1 4-3-16,1-1-1 0,5 4-1 15,-1 2-1-15,1 5-1 0,3 1 0 16,0 2 2-16,2 4 2 0,3 2 0 0,-1 5 3 16,1 1 0-16,1 4 2 0,2 4-2 0,2 1-1 15,3 1-2-15,-2 2-1 0,2 0-3 16,3-1 3-16,2 0 0 0,1-2 1 0,6 1-4 0,1 2-1 16,4 0-2-16,3-1 3 0,4 3 1 15,4 0-1-15,4 2 5 0,5 1 3 16,6-3 3-16,8 0-2 0,4 0 0 0,9-2 2 15,3-3-5-15,9-3-1 0,4 1-4 0,5-5-2 16,5-3 1-16,4-2 3 0,3-7 2 0,0-2 3 16,2-5 5-16,1-5 4 0,2-4-2 0,4-5-2 15,4-9 2-15,1-2 0 0,5-8-4 16,3-8-4-16,-2-5-1 0,2-7-1 0,-1-6 1 0,1-4 0 16,-1-5-1-16,2-5 1 0,-4-5-2 15,-3-3-3-15,-5-6-1 0,-8-2-1 0,-5-4 2 16,-9-4-1-16,-6-4 2 0,-9-4 1 0,-8-4 1 15,-6-6 0-15,-7-4-3 0,-4-5 0 0,-8-4 2 16,-2-6 0-16,-6-3 0 0,-5-2 2 16,-6-4 1-16,-5 0 0 0,-6-3 1 0,-5-1 0 15,-8 1 1-15,-6 2-1 0,-8 4 1 16,-7 5-1-16,-9 9-2 0,-4 9-2 0,-6 8-2 16,-1 12-1-16,-3 11 1 0,2 9 0 0,1 11 2 15,1 8 0-15,2 7 0 0,4 8 2 16,-1 8-2-16,3 6-3 0,3 3-7 0,2 3-11 15,0 4-25-15,5-3-51 0,2 0-74 16,2-1-107-16,1-3-183 0,6-1-299 0,3-4-330 16,2-2-300-16,3-5-153 0,2-7 276 0,1-1 663 15</inkml:trace>
  <inkml:trace contextRef="#ctx0" brushRef="#br3" timeOffset="69849.14">15159 13540 18 0,'2'7'403'15,"-2"3"321"-15,-2-1 229 0,1 0 61 0,-1 0-298 16,0 0-208-16,-1 1-130 0,2 1-75 16,-3-1-44-16,1 0-38 0,2 1-36 0,-3 0-24 15,2-2 14-15,-2-2 29 0,3 1 20 16,-4-4 2-16,3 2-14 0,-2-1-27 0,0-3-42 16,-2 0-45-16,-2-2-34 0,0-2-26 0,0 0-16 15,-4-3-10-15,2-4-5 0,-1 0-2 0,-1-3-1 16,-1-3 1-16,0-3 1 0,-3-1-1 15,2-2 1-15,-2-2-1 0,0-1 4 0,-1-2 1 16,0-4 3-16,-1 2 1 0,0-3 1 16,-2-1 1-16,-3-1-5 0,-1-1-4 0,-1-2-1 15,-2-2-4-15,-3 0 0 0,0-4-2 0,-3 1 1 16,0-3 0-16,-4-2 0 0,1-1 2 16,-3-1-1-16,-1-1 1 0,-2-2-1 0,1 0 4 15,-1-3 2-15,-1 0 0 0,2-2-1 16,-2 1 1-16,2-1-1 0,-3 0-3 0,4-2 0 15,-3 1-1-15,-1-1 1 0,3 2 0 16,-2-2 1-16,-1 1-1 0,1-4-1 0,1 3-1 16,-1-2-1-16,0 0-1 0,-1 1-1 0,3-1-2 15,-3 1 2-15,4-1-1 0,1 0 1 16,1-2 1-16,0-1 1 0,3-1-1 0,2-4 0 16,0 1-1-16,1-5-3 0,2-1 0 0,2-2-1 15,1 1 3-15,0-1 2 0,4-1 2 0,-2 0 1 16,0-2 1-16,2 2 1 0,0-2-3 15,-1 0-2-15,2 1-1 0,0 1-2 0,1 0 1 16,1 1 2-16,0 0 2 0,2 0 2 0,3 1-1 16,-2 0 1-16,0-1 0 0,4 2-4 15,-1 1-2-15,3 4-1 0,2 1-1 0,-4 3 0 16,4 6 2-16,0 0 1 0,0 5 2 16,0 3 1-16,-1 6 1 0,1 1 0 0,1 5-6 15,2 3-3-15,-3 4-3 0,0 3-1 0,3 5 0 16,-1 3-1-16,1 2 6 0,1 3 2 15,-1 3 2-15,3 2 0 0,2 2 0 0,-3 2 0 16,1 2-2-16,3 0-1 0,-2 2 0 0,4 0-1 16,-2 4 2-16,3 1 0 0,1 1 1 15,0 2 1-15,1 3 1 0,-2-2 4 0,0 3 4 16,2-2 1-16,-2 2-5 0,0-1-13 0,-1 0-27 16,-2 0-67-16,0-2-67 0,-3 1-88 0,-2-1-145 15,-2 1-210-15,-2-2-301 0,1 1-237 16,-3-5-206-16,0 2 15 0,0-2 455 15</inkml:trace>
  <inkml:trace contextRef="#ctx0" brushRef="#br3" timeOffset="70110.75">12590 8860 233 0,'3'-11'560'0,"0"-1"253"0,0-1 159 16,2 0-157-16,0-2-233 0,2-2-138 0,3-2-76 15,0-3-52-15,4-1-56 0,0-3-43 16,3-2-13-16,3-2-9 0,2-2 4 0,0-1 4 15,1 0-9-15,-2 1-15 0,1 5-28 16,-1 0-27-16,-4 5-32 0,-1 5-11 0,-3 6-5 16,-1 3-6-16,-4 8-10 0,-2 6-4 15,-1 5-1-15,-1 7-14 0,-4 7-11 0,-4 4-13 16,1 4-8-16,-2 5-8 0,0 0-4 0,-1 1-4 16,0 1-3-16,1-3 10 0,2-3 4 15,0-3 1-15,1-5-5 0,2-3-40 0,0-3-80 16,0-7-124-16,0-3-245 0,2-4-303 15,-2-6-382-15,-2-3-369 0,1-7-105 0,-3-6 497 16,1-4 755-16</inkml:trace>
  <inkml:trace contextRef="#ctx0" brushRef="#br3" timeOffset="71215.52">11828 5557 19 0,'-5'4'422'16,"2"2"372"-16,-1 0 308 0,1-2 54 15,2-2-342-15,-4 0-259 0,4-2-142 0,-1 0-86 16,2 3-80-16,2-3-62 0,1-3-8 0,1-1-5 16,4-1-20-16,0-2-27 0,4-1-21 0,3-1-10 15,2-1-7-15,-1 1-11 0,5 0-7 16,-2 0-6-16,3 1 6 0,-2 1-1 0,1 2-21 15,-2 0-9-15,0 4-2 0,-3 0 4 16,0 2-2-16,-4 4 4 0,-2 1-3 0,-1 4-5 16,-4 4-5-16,-2 1-5 0,-4 6-6 15,-3 1-7-15,0 5 2 0,-4 0-2 0,-2 2 0 16,2 3-1-16,-4 2-1 0,2-4 0 0,-1 1-2 16,2-2 0-16,1-3-2 0,2 0-3 15,1-3 5-15,1-4 0 0,3-1 0 0,-1-3 1 16,4 0-1-16,-1-4 1 0,3-2-5 15,-1-2-3-15,3-1-1 0,2 0-1 0,3-3 0 0,0-1 0 16,3-1 0-16,2 1 0 16,3-2 1-16,-1 0 0 0,2 0 0 0,1 1-1 15,-2 1 1-15,1 0-1 0,-2 3-1 16,-1 0 1-16,-4 2 0 0,1 1 1 0,-6 3 2 0,0 2 1 16,-5 0 1-16,0 2 2 0,-6 1 0 0,-2 2 1 15,-1 1 1-15,-4 1-1 0,-2 3 2 16,-1-3 1-16,-4 1 1 0,1 0 1 15,-3 0 0-15,1-3 0 0,0 0-1 0,0-4-3 0,-2 0-2 16,1-5-6-16,1-2 1 0,-1 0 0 16,3-6-2-16,-1-1 0 0,4-2 0 15,-1-4 1-15,3-2-6 0,2-4-10 0,1-2-11 16,3 1-19-16,2-3-33 0,1-3-56 0,2 1-62 16,0-1-61-16,3 1-90 0,1 0-135 15,1 1-211-15,1 2-232 0,1-1-211 0,2 2-182 16,0 1 108-16,3-2 462 0</inkml:trace>
  <inkml:trace contextRef="#ctx0" brushRef="#br3" timeOffset="71804.31">13045 5530 59 0,'3'-8'510'0,"0"0"435"0,-3 0 256 0,0 0-36 15,0 1-247-15,-3 2-180 0,0 1-155 16,-3 0-120-16,3 1-88 0,-4-2-67 0,1 2-91 15,0 0-73-15,-4 2-41 0,2-1-24 0,0 1-16 16,0 0-12-16,-4-1-8 0,2 2-8 16,1 2-6-16,-4-1-5 0,2 0-5 0,-1 2-3 15,-3 3-3-15,1 0-1 16,-2 3-2-16,-1 4-1 0,-1 3-5 0,-2 4-3 0,-2 3-3 16,1 4-2-16,-2 2-1 0,2 5 3 15,2 4 4-15,0 0 2 0,6 6 0 0,2 3 1 16,5 0-1-16,3 3-3 0,4 0 0 15,7-1-1-15,3 0 1 0,4-2 1 0,3-2 0 16,3-2-1-16,5-5-1 0,2-3-2 16,2-7-1-16,2-4-1 0,3-7 0 0,-1-4-1 15,2-5 1-15,-1-5 0 0,-2-6 1 0,-3-3 2 16,0-3-1-16,-4-2 2 0,-4-4 1 0,-1 0 0 16,-7-1 0-16,-2-2 1 0,-4 1-1 15,-4-1 1-15,-4 3-1 0,-5-1-1 0,-5 1 0 16,-4 0 1-16,-2 1 0 0,-6 2 0 0,-1 2 1 15,-3 1 1-15,2 5-2 0,-1 1 1 16,0 3-2-16,1 5 0 0,2 3 0 0,1 2-1 16,4 4-1-16,4-3-4 0,2 6-10 15,4-2-20-15,0 0-43 0,4 2-79 0,0-1-131 16,1 1-264-16,2 3-319 0,2-3-398 0,-1 4-396 16,-1 0-73-16,2 0 617 0</inkml:trace>
  <inkml:trace contextRef="#ctx0" brushRef="#br4" timeOffset="94924.12">13915 5134 305 0,'0'2'603'0,"0"1"226"0,0 0 79 0,0-2-257 15,1 3-191-15,1-2-91 0,1 3-54 16,0 1-33-16,1 1-20 0,0-1-40 0,4 2-49 16,-2-3-56-16,2 1-40 0,-1-1-24 0,2-1-16 15,-3-2-2-15,2-1 7 0,-1-1 21 16,0 0 36-16,1-1 59 0,-3-1 43 0,2-3 21 15,-3-1-1-15,-2-2-13 0,0 1-27 16,-2-1-39-16,-2 1-31 0,-3 0-22 0,0-1-17 16,1 2-15-16,-3 1-12 0,-2-1-10 0,3 4-8 15,-2-1-7-15,0 3-5 0,-2 0-4 0,4 0-4 16,1 4-2-16,0-2-2 0,0 3-2 16,1 0-1-16,-1 1 0 0,4-2 1 0,-1 1-2 15,2 1 0-15,-1-2-1 0,1 0 0 16,0 0-1-16,1-1 0 0,-1 0 0 0,2-2 0 15,-1 1 0-15,1-2 1 0,1 0 0 0,1 0-2 16,-2-3-7-16,3 0-19 0,-2-2-43 16,0 1-74-16,-1-1-79 0,1 1-157 0,-1 0-267 15,-1-1-318-15,1 2-305 0,0-2-197 16,0 1 53-16,2-1 591 0</inkml:trace>
  <inkml:trace contextRef="#ctx0" brushRef="#br4" timeOffset="95742.74">15403 4281 263 0,'3'-8'704'16,"-1"2"372"-16,-2 2 116 0,0 0-240 16,0-1-277-16,0 4-115 0,-4-3-65 0,3 3-75 15,-3-1-69-15,0 2-50 0,-3 0-60 16,1 0-70-16,0 2-62 0,-1-1-33 0,-1 1-18 15,0 1-8-15,1-2-6 0,-3 3-5 0,2-2-2 16,-1 1-3-16,-1 1-4 0,1 1-4 16,-4 1-3-16,2 0-3 0,-2 1-5 15,-2 2-3-15,0 1-2 0,-4 2-1 0,2 1-3 16,0 2-2-16,-4 3-1 0,4 2-1 0,-4 2-1 16,2 2-1-16,2 2 1 0,0 2 0 15,-1 2 0-15,1 4 2 0,1 1-1 0,-2 6 4 0,1 2 5 16,4 5 4-16,1 2 1 0,1 3 3 15,3 3 1-15,1 3 1 0,4 2-2 0,1 1-1 16,4 4-1-16,5-2-5 0,1 1-12 16,6-3 0-16,0 0 0 0,5-2 0 15,3-3 0-15,5-3 0 0,2-2 0 0,2-7 0 0,4-2 0 16,1-6 0-16,0-4 0 0,-1-4 0 16,3-8 0-16,-3 0 0 0,0-5 0 0,1-4 0 15,-4-3 0-15,-2-3 0 0,-5-2 0 16,1 1 0-16,-4-3-38 0,-8-2-59 0,2 0-82 15,-7 0-135-15,-4-2-249 0,-2 2-318 0,-3-6-393 16,-3 1-384-16,-2-5-64 0,-4 0 619 16</inkml:trace>
  <inkml:trace contextRef="#ctx0" brushRef="#br4" timeOffset="98358.78">16128 1195 86 0,'0'-9'361'16,"-3"1"211"-16,-1 1 189 0,0 0-22 15,3 1-173-15,-2 1-85 0,1 1-37 0,0-1-37 0,-1-1-44 16,2 1-48-16,1 3-22 0,-2-2 1 16,0 4 5-16,2 0-4 0,0 0-16 0,-1 0-29 15,-1 0-49-15,1 4-56 0,-3 1-49 0,0 3-38 0,-1 3-25 16,-1 4-15-16,1 4-7 0,-2 5-4 0,0 3-3 16,2 4-1-16,2 6-1 0,1 1-1 15,1 6 5-15,1 4 1 0,0 3 3 0,1 5 1 16,1 2 3-16,0 1 1 0,2-1-5 15,1-4-2-15,1-3-1 0,2-5-3 0,3-4-1 16,2-10-1-16,1-3 0 0,3-8-1 0,-1-5 0 0,3-7 2 16,3-4-1-16,-2-7 1 0,2-4-1 15,-1-6 1-15,2-4-1 0,-1-4-1 0,2-8 1 16,-2-4-2-16,-3-1 6 0,1-3 4 0,-2-3 0 16,-3 1 0-16,-2-4-1 0,-2 3 2 0,-4-1-3 15,-4 0-8-15,-5-1-3 0,-3 1 0 16,-3 1-2-16,-6-2-3 0,-2 2 0 0,-4 1 3 0,-4 4 3 15,-3 0 2-15,-1 5 5 0,2 4 4 16,-2 2 3-16,-1 6 4 0,1 4-1 0,3 4 0 16,-2 6-3-16,3 3-4 0,2 6-4 0,2 5-2 15,-1 3-1-15,3 6-1 0,3 4-1 0,2 5-1 16,2 3 0-16,3 0-1 0,3 3 0 0,5-1-1 16,0-2 1-16,7 0-5 0,4 1-21 0,0-6-45 15,3-1-72-15,2-2-105 0,0-1-175 0,3-2-301 16,0-3-326-16,0-2-307 0,0 0-166 0,1-4 250 15,-2-3 644-15</inkml:trace>
  <inkml:trace contextRef="#ctx0" brushRef="#br4" timeOffset="98794.73">16656 1051 23 0,'10'-32'417'15,"-4"4"363"-15,-2 6 310 0,-2 2 62 16,-2 3-338-16,0 2-207 0,0 4-86 0,0 3-69 16,2 4-76-16,-2 2-59 0,0 6-49 0,-2 6-58 15,0 3-63-15,0 8-44 0,0 6-32 0,-1 6-21 16,2 8-12-16,-3 7-8 0,1 7-6 0,2 3 1 16,1 10-5-16,-4 3-4 0,4 4-3 0,4 1-2 15,-1-1-2-15,3-4-7 0,3-6-2 16,3-7 0-16,0-9-2 0,6-7 2 0,-2-9-1 15,2-7 1-15,3-7 1 0,-2-7 1 0,0-6-1 16,-3-4 0-16,3-7 1 0,-2-4-1 0,-1-6-1 16,0-4 0-16,-4-6 0 0,1-1 0 15,0-6-1-15,-4-2 2 0,2-2 4 0,-6-3-2 16,-2-2-1-16,-1 0-1 0,-2 1 1 0,-4 1-1 16,0 2-4-16,-5 2 3 0,-3 4 0 0,-2 5 1 15,0 4 0-15,-3 4 1 0,1 7-2 0,-2 3 0 0,2 5 0 16,-2 8-1-16,-2 6-1 0,1 4 5 15,-1 6 2-15,2 2 3 0,1 5 2 0,1 3 1 16,1 2 0-16,0 3-10 0,4 2-5 0,0-1 1 16,5 1-10-16,2-5-13 0,4-2-33 15,2-5-64-15,3-4-59 0,3-7-97 0,2-6-159 16,5-5-227-16,0-6-292 0,3-6-216 0,4-5-195 16,2-5 77-16,0-5 514 0</inkml:trace>
  <inkml:trace contextRef="#ctx0" brushRef="#br4" timeOffset="99093.68">17071 1246 149 0,'3'-22'668'0,"-1"4"429"16,-4 3 128-16,0 2-103 0,-1 8-317 0,-2 2-205 15,1 4-142-15,-3 5-91 0,2 3-65 0,-1 3-72 16,2 3-70-16,-1 5-59 0,3 0-45 0,1 3-25 16,1 3-12-16,1 0-8 0,1 2-4 0,1 2 4 0,2 0-4 15,1 0-2-15,-2 2 0 0,1 2-2 16,0-2 1-16,0 0-7 0,-2 1 2 0,0-1 2 15,-1-2 1-15,-2 0 1 0,-2-2 0 0,-1-2 2 16,-2-3 3-16,1 1 4 0,-3-5 2 0,1 2 1 16,-3-5-1-16,1-3 1 0,-1-1-5 15,0-1-4-15,0-5-3 0,1-1-3 0,0-3-4 16,-1-2-9-16,2-4-29 0,1-3-62 0,1-2-63 16,2-5-99-16,3-1-168 0,1 1-266 0,2-5-305 15,4 1-243-15,1-1-187 0,3 0 177 16,0-1 567-16</inkml:trace>
  <inkml:trace contextRef="#ctx0" brushRef="#br4" timeOffset="99439.37">17448 1358 16 0,'5'-2'851'0,"-5"2"841"16,-1 1 13-16,-9 5-360 0,1 2-398 0,-4 3-411 0,-3 1-251 15,0 4-119-15,-3 5-55 0,-1 1-26 0,-1 5-14 16,-1 4-13-16,0 0-10 0,5 3-14 0,-2 1-9 15,4-1-11-15,5-1-8 0,3-1-7 16,6-5-3-16,2-5 5 0,4-3 1 0,6-5-1 16,3-5-1-16,3-6-6 0,4-6-14 15,1-4-15-15,3-9-17 0,2 1-27 0,-3-4-29 0,3-5-27 16,-5 0-11-16,0 2 0 0,-3-2 8 0,-1 2 30 16,-6 3 38-16,-1 4 68 0,-4-2 55 15,-3 6 35-15,-2 2 20 0,-2 1 9 0,-2 3-1 16,-2 5-25-16,-1 1-26 0,-3 5-17 0,-1 3-12 15,1 2-7-15,-4 5-7 0,3 4-4 16,0-1-4-16,1 3-5 0,-2 4-3 0,4-1-3 0,0 5-1 16,2 0-2-16,1 0-2 0,1 2-2 15,2-4-14-15,0 0-47 0,2-2-78 0,1-2-133 16,1-1-244-16,-3-2-317 0,4-3-381 0,-2-2-359 16,0-2-81-16,-1-2 569 0</inkml:trace>
  <inkml:trace contextRef="#ctx0" brushRef="#br4" timeOffset="100486.99">18133 1426 6 0,'-5'-6'445'0,"-1"0"418"0,2 0 286 0,-1 1 16 16,-2 0-308-16,2 1-293 0,1 0-105 15,-2 2-57-15,1 0-51 0,-2 0-48 0,-1 1-41 16,2 2-55-16,-5 4-60 0,3 1-52 0,-1 2-34 16,-4 5-22-16,4 3-7 0,-3 5-10 0,0 3-8 15,2 6-3-15,1 5-4 0,0 5-1 0,-1 4-6 16,2 1 2-16,0 4 2 0,4-2 0 16,0-2 0-16,3-5-2 0,1-3-1 0,5-5-2 15,-1-5-1-15,5-6-1 0,-1-4 1 0,4-8 1 16,0-6 2-16,3-7 1 0,0-10 0 0,3-6 0 15,1-8 5-15,-2-8 1 0,2-8-1 16,1-2-1-16,-2-5 1 0,1-3 1 0,-5-2-4 16,2 0-1-16,-5 0-4 0,0 0-3 0,-6-1-3 15,0 1 0-15,-5 3-2 0,-2 0-2 0,-1 6 6 16,-1 3 4-16,1 4 2 0,-3 9 3 0,3 4 2 16,-2 4 4-16,1 5 1 0,0 4-1 0,3 3 0 15,-1 4-2-15,2 5-3 0,0 2-2 0,0 8-2 16,3 5 0-16,1 5-2 0,0 5 1 0,4 3-1 15,1 2 1-15,1 6 0 0,1-2 0 0,0 3 8 16,2 0 3-16,-1 2 0 0,1 1 0 16,2-3 0-16,0-1-1 0,1-4-6 0,3-1-2 0,1-5-2 15,1-6-1-15,1-3 1 0,0-7-2 0,4-3 0 16,-4-5 0-16,2-6-5 0,-1-5-2 0,1 0-1 16,-5-2 0-16,2-1-2 0,-4 2-1 15,-3-1 6-15,-3 5 3 0,-1 0 1 0,-2 4 1 0,-4 2 2 16,-2 4-1-16,-2 2 5 0,-2 9 4 0,-2 1-1 15,-4 7 4-15,-5 6-6 0,4 5-1 16,-3 4-6-16,-2 3-4 0,3 1 0 0,2 1-2 16,1 0 3-16,3 1 3 0,2-5 0 15,3-4 2-15,3-6-1 0,4-4 0 0,3-5 0 16,3-6 0-16,6-8 1 0,0-6 0 0,6-6 1 0,1-6-1 16,0-8 0-16,4-3 4 0,0-3 3 15,0-5 0-15,1-1-1 0,-3-4 1 0,-1 1-1 16,-1-3-3-16,-3 3-2 0,-1-1 0 0,-3 1 2 15,-1 1 0-15,-7 3 1 0,-1 3 1 0,-3 2 0 16,-4 5 0-16,-3 4 2 0,-1 2-6 0,-3 5-1 16,-4 3-1-16,-1 6-2 0,-2 4 1 0,-3 6-1 15,0 6 10-15,-4 4 5 0,2 7 0 0,-2 2 3 16,0 5-5-16,1 4-2 0,2 4-5 0,0 1-6 16,2 3 0-16,0 0-3 0,7 0 3 15,1-5-1-15,4 1-1 0,2-6-9 0,4-4-30 16,1-2-76-16,4-6-83 0,-1-5-168 0,2-5-290 15,2 0-333-15,-2-7-361 0,3-1-204 0,-3-6 121 16,2-1 697-16</inkml:trace>
  <inkml:trace contextRef="#ctx0" brushRef="#br4" timeOffset="100921.77">19031 1861 67 0,'-1'12'633'0,"1"0"480"0,-2-1 148 15,0-4-130-15,-1 1-393 0,3-2-327 0,0-3-195 16,3-3-87-16,1-1-31 0,4-7-15 0,-2-3 0 16,6-2-6-16,0-5-12 0,3-3-11 0,0-3 4 15,3-4 2-15,-1 2-6 0,1 0 0 16,0-4 4-16,-1 5 28 0,0-1 9 0,-1 4 4 16,-3 2 4-16,0 4-4 0,-5 2 9 0,-2 4-17 15,2 0-10-15,-5 5-12 0,0 2-3 0,-1 1-1 16,-1 4-12-16,1 2-11 0,-1 0-12 0,-1 6-7 15,2-2-8-15,1 2-5 0,-1 0-3 0,1 1-3 16,3-1-2-16,0-1-2 0,1-2 0 16,1 1-1-16,3-4 0 0,0 0 1 0,3-4-2 15,2-4 1-15,0-2-2 0,4-1-2 16,1-2-1-16,-2-3-2 0,0 2 2 0,0-1-1 16,-2 2 1-16,0-3 2 0,-4 5 1 0,1 1 0 15,-2 3 1-15,-4 1 1 0,-2 4 1 16,2 2 3-16,-4 5 3 0,-2 6 0 0,0-1-3 15,-4 6-3-15,-1 3-1 0,0 4-3 0,-1 0-2 0,-2 3-1 16,3 2 3-16,0-1 2 0,1-1 6 16,2 0-1-16,2-5-30 0,0-1-72 0,2-5-70 15,0-6-129-15,3-1-236 0,0-5-327 0,-1-3-336 16,2-6-225-16,0-6-77 0,0-2 480 16,0-5 621-16</inkml:trace>
  <inkml:trace contextRef="#ctx0" brushRef="#br4" timeOffset="101088.24">19691 1525 428 0,'-3'-42'902'0,"-1"0"312"0,-2 2 6 16,-1 3-199-16,3 6-252 0,-5 5-193 0,2 5-134 16,2 4-97-16,-1 1-73 0,1 8-97 0,-3 2-75 15,4 5-46-15,0 1-26 0,1 4-15 0,2 2-8 16,2 3-3-16,1 3-3 0,3 1-2 0,-1 1-4 16,1 4-33-16,3-2-71 0,0 4-67 0,-2-1-109 15,2 1-184-15,1 2-316 0,-2 0-314 16,-1 3-217-16,2 3-136 0,1 0 291 0,0 3 599 15</inkml:trace>
  <inkml:trace contextRef="#ctx0" brushRef="#br4" timeOffset="101325.6">19907 1821 287 0,'16'-2'544'16,"-2"-3"233"-16,0-1 86 0,1-2-197 16,0-4-159-16,0 0-104 0,0-3-60 0,-3-2-41 0,2 0-36 15,-5 0-35-15,-1-1-42 0,0-3-17 0,-2 4 11 16,1-1 16-16,-6 2 1 0,-1-1-11 0,-3 1-4 15,-2 0-4-15,-2 2-17 0,-1 1-25 16,-2 2-17-16,-2 5-10 0,0 3-13 0,0 4-22 16,-2 7-20-16,2 3-16 0,0 6-13 0,4 4-6 15,-2 5-7-15,4 4-5 0,-2 3-4 16,4 3-2-16,-1 1-2 0,3 1-2 0,1 1-3 0,1-3-33 16,3-4-80-16,2-1-112 0,1-6-197 0,5-1-294 15,2-9-366-15,2 0-378 0,3-4-155 16,2-5 345-16,1-3 725 0</inkml:trace>
  <inkml:trace contextRef="#ctx0" brushRef="#br4" timeOffset="102350.11">22071 1733 105 0,'-10'-7'395'0,"0"0"223"0,0-2 172 0,-2 0-42 16,4 0-229-16,0-1-95 0,-3-1-26 0,3 0-15 16,0 1-31-16,0-2-40 0,-1 0-34 0,3 1-28 15,-1 3 8-15,2 0 14 0,2 3-2 16,2-1-17-16,-4 1-20 0,4 4-48 0,-1 0-53 16,2 1-49-16,0 5-30 0,0 3-18 0,2 3-12 15,2 7 1-15,1 5-3 0,1 9-2 0,2 4-2 16,0 5-3-16,3 4-5 15,-1 3-1-15,-1 3-1 0,4 1 3 0,-4 2 3 0,-1 0 0 16,5-3 1-16,-4 0 2 0,1-5-1 0,2-3-5 16,-2-5-4-16,0-6-1 0,-1-3-2 0,-1-7-2 15,-2-4-2-15,2-3 1 0,-2-5 2 16,-1-5-1-16,-2-5-1 0,0-6-1 0,1-6 1 16,-3-6 0-16,1-6-1 0,-2-4-3 0,-2-7-3 15,1-4-1-15,-3-7 1 0,3-5-3 0,-2-8-1 16,3-4 4-16,0-6 7 0,1-4 3 15,7-2-3-15,0 3-1 0,6 1-1 0,2 6 0 16,3 3-5-16,1 6-2 0,-2 10 2 0,1 5 1 16,-3 8 2-16,0 6 1 0,-4 6 1 0,1 5 0 0,-2 5 0 15,-3 5 2-15,3 6 1 0,-5 6 0 16,1 7 7-16,-6 2 3 0,1 9 2 0,-4 4 0 0,1 3 0 16,-3 4 2-16,-2 4-12 0,0 1-5 15,-2 2-4-15,2-1-1 0,1-1-3 0,2 0-4 16,-1-5 4-16,4-1-4 0,4-8-21 15,-1-3-49-15,5-5-61 0,4-6-53 0,3-4-67 16,3-8-80-16,3-4-80 0,5-4-40 0,4-5-24 16,1-2-23-16,4-1 5 0,4-1 50 0,3 4 98 15,-1-1 121-15,1 2 138 0,1 3 96 16,-3 3 91-16,-1 3 73 0,-4 2 70 0,-4 2 81 16,-2 1 56-16,-4 1 16 0,-6-1-15 0,0 2-26 15,-4-3 43-15,-5 0 24 0,-2 3-17 0,-1-4-40 16,-6 0-43-16,-1-4-44 0,-3 0-74 0,-3-2-61 15,-7-3-41-15,0-1-22 0,-4-2-13 0,-4 0-10 16,-1-5-8-16,-4 2-13 0,-4 0-8 16,-2-1-7-16,0 1-4 0,2 0-1 0,4 1-3 15,-1 4-1-15,6-1-2 0,0 5-1 0,7 2-1 16,2 1-2-16,2 3 1 0,3 3-1 0,4 1-4 16,3 2-10-16,3 1-18 0,4 0-37 0,3-1-71 15,5-2-74-15,1-3-110 0,6-2-141 16,3-2-169-16,5-1-210 0,4-2-210 0,-1-2-189 0,3-1 38 15,-1-1 309-15,3-1 399 0</inkml:trace>
  <inkml:trace contextRef="#ctx0" brushRef="#br4" timeOffset="102925.16">23216 1401 25 0,'29'-13'423'15,"-4"2"360"-15,-4 3 237 0,-2 1 54 0,-6 2-311 16,-1 0-240-16,-4 3-129 0,-2 2 7 0,-1 0 29 16,-2 2-23-16,2 3-49 0,-5 2-51 0,-5 3-51 15,2 0-82-15,-3 2-65 0,-2 3-42 0,0 1-23 16,-1 3-13-16,-3 0-8 0,3 2-5 0,-5 4-4 15,2 0-3-15,0 0-2 0,2 0-1 0,2-3-4 16,2-3-1-16,2-1-4 0,4-3 0 0,4-4-2 16,1 0 0-16,3-7 0 0,3-1 1 15,5-4 2-15,1-5-2 0,5-5 0 0,3-4 0 16,6-3-1-16,-1-5-3 0,3-1-1 0,2-3 0 16,0-1-2-16,-1 0-6 0,-2 2-3 0,-2-1 0 15,-2 1 1-15,-6 4 0 0,-1 1 4 0,-7 4 8 16,-1 2 6-16,-5 5 2 0,-7 2 3 0,-1 5 5 15,-6 3 2-15,-5 5 5 0,-2 3 13 0,-4 7 5 16,-2 1 5-16,-2 5 0 0,1 1-2 16,2 4-4-16,0-1-9 0,1 4-8 0,4-1-5 15,1 1-4-15,4-3-3 0,5 2-4 0,0-3-1 0,8-4-1 16,3-1-1-16,3-5 0 0,6-5 0 16,2-4-2-16,7-4 0 0,0-5-5 0,3-5-5 15,2-3-7-15,-1-3-9 0,0-3-9 0,-1-2-7 16,-1 0 1-16,-2-4 4 0,-2 3 6 0,-2 1 10 15,-2-2 10-15,-4 4 8 0,1-1 4 16,-5 2 2-16,-2 2 1 0,-2 2 0 16,-1 3 1-16,-2 3 1 0,-1 0 2 0,1 5 2 0,-4 1-1 15,-1 4-1-15,0 5 2 0,-1 4-2 0,-2 2 1 16,1 7 0-16,-1 2 2 0,0 3 0 0,0 3 0 16,-2 4-1-16,0 3 0 0,-1 5-1 0,-2 1-2 15,2 3 0-15,-4 3-2 0,-2-2 1 16,0 1-2-16,0 0 4 0,-6-2 2 0,2-2 2 15,-1-3 1-15,-3-5-2 0,0-3 3 0,-1-5-5 16,-3-5-1-16,0-4-3 0,3-6-2 0,1-2 0 16,1-9-1-16,3-4 0 0,3-4-6 15,4-7-12-15,1-5-47 0,5-5-72 0,3-7-87 16,3-5-153-16,5-3-272 0,6-4-332 0,5-2-312 16,3-1-196-16,5-3 75 0,2 2 591 0</inkml:trace>
  <inkml:trace contextRef="#ctx0" brushRef="#br4" timeOffset="103139.75">24364 1357 456 0,'5'0'1448'0,"-5"5"349"0,-3 2-297 15,-3 2-364-15,-6 5-488 0,-2 4-262 0,1 3-165 16,0 5-79-16,-4 3-42 0,0 6-27 16,1 2-21-16,2 4-16 0,0 4-13 0,1 0-9 15,5 1-7-15,0 1-4 0,5-2-3 0,1-2-3 16,4-2-11-16,1-6-24 0,2-3-68 0,2-3-89 15,-3-5-196-15,4-5-288 0,2 0-358 16,-2-6-438-16,1-3-263 0,2-4 181 0,-1-4 875 16</inkml:trace>
  <inkml:trace contextRef="#ctx0" brushRef="#br4" timeOffset="103386.72">24651 1202 83 0,'7'-28'675'0,"-2"9"475"0,-5 8 110 16,-2 8-146-16,-1 8-360 0,0 7-364 0,-1 8-144 16,0 8-37-16,0 5 7 0,0 4 1 0,1 6-14 15,0 2-21-15,0 5-31 0,1 5-46 0,1 1-40 16,-3 5-28-16,2 3-12 0,-2 2-10 0,1 1-10 16,-2 2-4-16,1 2-3 0,-1 0 2 15,-4-2 2-15,1-2 0 0,-2-3 3 0,0-1 1 16,-2-3 1-16,2-4-14 0,-2-8-34 0,2-5-56 15,2-7-53-15,2-9-86 0,1-8-160 16,1-8-271-16,1-10-271 0,6-7-234 0,-2-7-186 16,5-11 136-16,2-6 547 0</inkml:trace>
  <inkml:trace contextRef="#ctx0" brushRef="#br4" timeOffset="103555.19">24889 1176 452 0,'-1'-11'1456'0,"-7"7"318"0,0 6-310 0,-6 0-369 16,2 4-467-16,-2 3-299 0,3 2-163 0,0 0-76 16,-1 6-36-16,4-3-20 0,-1 2-16 0,6 1-9 15,2-1-8-15,2 1-21 0,2-3-64 0,4-3-77 16,1 1-161-16,0-2-275 0,4 0-327 16,0-2-381-16,2 3-274 0,-2-2 36 0,0 1 704 15</inkml:trace>
  <inkml:trace contextRef="#ctx0" brushRef="#br4" timeOffset="103715.36">25112 1508 182 0,'-8'25'1190'0,"0"2"638"0,-1 2-211 0,-5 3-400 16,1 3-451-16,-1 1-341 0,3-1-228 16,1 1-102-16,2-5-53 0,4-6-60 0,0-5-91 0,1-6-105 15,5-6-201-15,1-5-296 0,2-9-359 0,6-4-364 16,-2-8-166-16,3-5 276 0,3-6 744 0</inkml:trace>
  <inkml:trace contextRef="#ctx0" brushRef="#br4" timeOffset="103852.68">25280 1036 288 0,'-14'3'1160'0,"-2"4"453"0,-2 4-168 0,-1 3-311 0,0 4-467 0,1 1-313 15,0 0-213-15,1 3-143 0,1-4-90 0,0-2-126 16,5 1-204-16,1-4-310 0,0-1-297 0,5-1-233 15,-2-1-147-15,2-1 317 0,-4 0 597 0</inkml:trace>
  <inkml:trace contextRef="#ctx0" brushRef="#br4" timeOffset="105254.18">16291 4875 261 0,'3'-8'647'0,"1"1"335"0,-3 0 155 16,-1-4-206-16,0 3-291 0,-1-3-101 16,-1 4-31-16,-1-3-50 0,0 2-65 0,-2 1-57 15,-2 0-48-15,-2-1-68 0,1 2-70 16,-2 0-45-16,-2 1-28 0,-1 3-17 0,-1-1-11 16,1 3-11-16,1 3-7 0,-4-1-8 0,3 3-3 15,-1 3-7-15,1 0-3 0,-2 3-3 0,4 4-1 16,-3 1-3-16,4 5 0 0,0 6 0 15,4 4-1-15,-2 4-1 0,5 5-1 0,2 2-1 16,1 4 0-16,4 1-2 0,4 3 1 16,0 0 1-16,3 2 1 0,3-2 1 0,2-2 2 15,1 0 0-15,3-3-1 0,2-5-2 16,0-2-1-16,1-7 0 0,1-4-2 0,2-7 0 16,-1-5-1-16,2-6 1 0,-1-8-1 0,1-7 0 15,-1-7 1-15,-1-5 0 0,-1-7 1 0,-1-5 0 16,-5-4 2-16,2-3 2 0,-4-4 1 0,-2-1 1 15,-4 0 1-15,-2-1 0 0,-5-1-1 16,-3 2-1-16,-5 0 0 0,-6 2-1 0,-2-1 0 16,-4 5 1-16,-4 0 1 0,-1 5 0 15,-3 5 0-15,-2 3 0 0,2 8-1 0,1 2-1 16,0 7-1-16,-1 6-1 0,3 5 0 16,1 5-1-16,4 5-1 0,0 2-1 0,4 3-2 15,3-1 1-15,3 2-3 0,2-1-4 0,5 0-12 16,3 0-26-16,3-3-66 0,1 0-76 15,2 0-146-15,4-2-260 0,1 0-324 0,3-2-374 16,3 1-255-16,2-2-37 0,0-4 616 0</inkml:trace>
  <inkml:trace contextRef="#ctx0" brushRef="#br4" timeOffset="105658.16">17175 5160 61 0,'-16'-1'549'0,"0"2"453"16,1-1 229-16,0 1-58 0,3 1-318 0,2-1-228 15,2 1-146-15,3-1-112 0,1 0-81 0,2 1-55 16,2 0-76-16,2 1-67 0,4 0-26 16,4 0-14-16,-1 0-5 0,7-2-3 0,2 2 8 15,2-3 5-15,2 0-13 0,2 0-1 16,3-2-3-16,0 1 0 0,1-2-9 16,0 2-6-16,2-2-2 0,0-2-9 0,-1 2-3 0,1 0-3 15,-2-1-3-15,2 0 0 0,-3-1-2 16,0 2-1-16,-3 0 0 0,-2 0-1 15,-2 1-2-15,-3 1-8 0,-2 1-28 0,-4 0-73 0,-4 1-79 16,-4-1-159-16,-3 0-273 0,-3 2-330 16,-2-2-364-16,-1 0-229 0,-6-3 54 15,2 1 658-15</inkml:trace>
  <inkml:trace contextRef="#ctx0" brushRef="#br4" timeOffset="105916.4">17483 4989 215 0,'3'-3'695'0,"2"1"320"0,2-3 129 0,1 3-120 0,2-2-401 16,2 2-241-16,3 0-101 0,1 0-27 0,3 2-23 15,0 2-21-15,3 1 0 0,0 2-10 16,2-1-24-16,-2 1-35 0,2 4-9 0,-2-1-13 16,-1 0-18-16,-1 4-9 0,-3-1-3 15,0 2 2-15,-4 1-18 0,-1 3-10 0,-4 0-9 16,-3 1-7-16,-1 3-6 0,-6-1-7 0,-2 2-7 15,-4 3-9-15,-3 0-4 0,-3 0-4 16,-2 2-5-16,-1-1-2 0,-3-1-2 0,3-1-4 16,1-4-15-16,0-2-45 0,4-3-83 15,-1-6-150-15,5-3-265 0,2-4-323 0,3-4-399 16,-1-3-382-16,6-2-13 0,3-2 714 0</inkml:trace>
  <inkml:trace contextRef="#ctx0" brushRef="#br4" timeOffset="106605.82">18604 5411 337 0,'-4'10'654'0,"-1"-3"273"0,1 1 112 15,1-2-261-15,-1-3-226 0,4 0-132 16,-2-2-93-16,2-1-62 0,2-4-35 0,5-2-3 15,0-5 12-15,3-4 10 0,0-3 2 0,3-7-4 16,2-3-29-16,0-4-37 0,6-5-44 16,-4-1-36-16,4-1-21 0,1-3-20 0,-1-1-10 15,1 4-6-15,0-2-5 0,-5 5 3 16,2 1-6-16,-3 5-3 0,0 3-2 0,-5 5-7 16,0 2-3-16,-2 4-8 0,-2 5 0 15,-2-1-1-15,-1 5 1 0,1 2 1 0,-2 2 4 16,-2 5 3-16,3 4-2 0,-3 6-1 0,3 6-2 15,-3 4-2-15,2 8-5 0,1 5-3 16,-3 5-2-16,2 5-4 0,-1 2 0 0,1 2-3 16,-2 2 1-16,2 2 1 0,-1-1-1 15,0-3 1-15,3 1 0 0,-2-5 0 0,2-1-2 16,1-7-6-16,1-2-11 0,0-7-17 16,1-7-28-16,-2-4-59 0,2-7-76 0,-2-6-97 15,-1-9-169-15,2-4-269 0,-3-9-316 0,1-5-268 16,1-5-163-16,-1-7 160 0,-2-2 615 0</inkml:trace>
  <inkml:trace contextRef="#ctx0" brushRef="#br4" timeOffset="106989.39">19020 4245 48 0,'0'-24'561'0,"2"6"466"16,-2 1 204-16,0 2-84 0,0 3-360 15,1 1-288-15,-1 3-143 0,3 2-76 0,-1 1-27 16,1 1-20-16,4 0 5 0,-1 3-25 0,3-1-33 16,2 4-25-16,2 1-24 0,4 5-16 15,2 1-26-15,2 4-14 0,3 4-12 0,3 2-7 16,4 5-9-16,1 2-6 0,3 2-5 0,1 3-6 16,2 3-5-16,-2 3-5 0,2 4-1 15,-3 1-2-15,-2 3-3 0,-1 3-1 16,-4 4 0-16,-1 4 1 0,-3 2-1 0,-5 5-2 0,-2 2-2 15,-2 5-1-15,-5-2-4 0,-3 3-1 16,-4 2-1-16,-1-3 0 0,-4 2 1 0,0-3 0 16,-1 0 2-16,-2-3-2 0,1-3 0 15,-4-1-1-15,2-6 0 0,-1-1-2 0,1-5-2 16,-2-5 1-16,2-1-1 0,-2-2-2 16,-2-8 0-16,1 0-1 0,-2-6-3 0,0-4-9 15,-3-5-19-15,1-2-35 0,-3-4-75 0,2-5-102 0,-2-2-178 16,2 0-292-16,-2-3-351 0,6 0-373 15,-1 0-195-15,2 3 213 0,1 2 721 0</inkml:trace>
  <inkml:trace contextRef="#ctx0" brushRef="#br4" timeOffset="107807.25">21436 4692 143 0,'-5'7'740'0,"2"-1"452"16,-2 0 104-16,4-1-147 0,-4-1-422 15,5 1-246-15,0-1-105 0,5 1-50 0,1-1-41 16,2 0-30-16,3 2-29 0,5-1-55 16,4 3-46-16,1-2-33 0,4 1-22 0,4-2-12 15,2 1-10-15,4-3-10 0,0 0-8 16,6-3-6-16,-1-2-6 0,1 1-7 0,1-3-4 15,0-1-2-15,-4-1-3 0,-2-2-2 16,0 2-1-16,-7 0-2 0,-4 0 0 0,-1 0 0 16,-6 3 0-16,-3-1 0 0,-3 1-4 0,-4 1-12 15,-3 2-29-15,-3 2-74 0,-5-1-86 16,-5 3-162-16,-6 1-285 0,-4 2-339 16,-4 2-380-16,-5-1-214 0,-1 5 89 0,-6-3 690 0</inkml:trace>
  <inkml:trace contextRef="#ctx0" brushRef="#br4" timeOffset="108028.18">21414 5117 45 0,'2'17'636'0,"2"-2"498"0,1-1 208 16,3-4-65-16,3 2-300 0,6-1-378 0,4-4-186 15,0 1-95-15,4-1-78 0,3-2-72 0,5-2-59 16,2-1-45-16,3-6-26 0,5 2-16 0,1-3-7 15,3-3-4-15,1 1-4 0,-1-3-5 16,-1 4-2-16,-2 1-53 0,-4-3-82 16,-3 5-182-16,-4 0-270 0,-5 2-312 15,-3 1-405-15,-6 2-320 0,-3 3 67 0,-3 3 783 16</inkml:trace>
  <inkml:trace contextRef="#ctx0" brushRef="#br4" timeOffset="111236.66">23666 4045 137 0,'-2'9'685'0,"0"-1"442"16,-1-3 117-16,2-1-130 0,1-2-432 0,-2 2-215 15,4-3-86-15,-2 0-47 0,4-2-38 0,1-4-24 16,3-3-34-16,1-4-55 0,3-5-51 15,3-5-40-15,1-4-22 0,5-2-14 0,1-5-4 16,1-3-8-16,0-3-15 0,2-2-10 16,0-3-3-16,0 0 0 0,1-2-3 0,-4 1 1 15,0 1 2-15,-2 2 13 0,-3 5 6 16,-2 1 2-16,-2 8 2 0,-3 3 5 0,-3 6 2 16,0 2-10-16,-3 3-4 0,0 4-8 0,-3 2-5 15,1 2-7-15,-1 4-4 0,-1 2-3 0,0 4-2 16,0 3-1-16,-1 5 0 0,-1 6-1 15,1 1 0-15,1 6 0 0,0 3-1 0,-2 4 0 16,0 2-1-16,2 4 0 0,-1 2-1 16,-1 4 3-16,1-2 4 0,-3 1 1 0,4 0 1 15,0 1 1-15,-1-2 1 0,1-1-3 0,1-2-3 16,-1 0-1-16,2-3-2 0,0 0-2 0,-1-4 0 16,-1-1 0-16,2-2-2 0,-2-1 1 15,1-3-3-15,-1-3-6 0,-1 0-12 0,-1-4-18 16,1-2-40-16,-3-3-81 0,-2-3-116 0,-2 1-213 15,0-7-301-15,-1 2-369 0,-4-3-386 16,2-2-135-16,0-2 406 0,-3-1 762 0</inkml:trace>
  <inkml:trace contextRef="#ctx0" brushRef="#br4" timeOffset="111551.69">23413 4413 254 0,'-17'10'871'0,"4"2"391"16,1-1-13-16,4-4-178 0,2 1-407 0,6 1-209 16,5 0-83-16,3 1-54 0,3-1-22 15,6 2-17-15,7-3-53 0,3 3-56 0,9 0-40 16,7-3-22-16,6-2-20 0,2-2-16 16,5-1-15-16,6-2-9 0,3-2-11 0,3-2-9 15,1-1-7-15,3-2-6 0,1-2-3 16,-1 1-3-16,-1-3-3 0,1 3-1 0,-3-1-3 0,-3 1-1 15,-3 0-3-15,-3 3-1 0,-3 0-2 16,-4-1-1-16,-3 3-7 0,-7 2-16 16,-2-2-27-16,-8 2-69 0,-6 0-86 0,-8 0-170 15,0 0-283-15,-6 3-342 0,-2 0-399 0,-10 3-246 16,-1-1 89-16,-6 3 742 0</inkml:trace>
  <inkml:trace contextRef="#ctx0" brushRef="#br4" timeOffset="112374.92">24391 4947 100 0,'0'-5'623'15,"-1"2"450"-15,-3 0 163 0,-1 1-80 16,2-3-321-16,-1 4-205 0,-1-3-139 0,2 2-93 16,-3 0-62-16,1-1-55 0,-3 0-77 15,0 0-65-15,-2 1-42 0,2-3-26 0,-4 4-17 16,2 1-10-16,-1 0-11 0,-4 1-8 15,-1 4-5-15,-2 0-4 0,0 3-3 0,-2 2-1 16,0 3 0-16,-2 3 0 0,-1 7 1 0,-2-2-1 16,2 8-1-16,-4 4-2 0,2 3-2 15,0 8-4-15,0 1 1 0,2 10 1 0,-1 3 0 16,5 4 1-16,2 5-1 0,2 2 0 0,4-1-2 16,7-1-3-16,4-5-3 0,4-5 0 15,6-5-1-15,4-10-1 0,5-7 1 0,3-5 0 16,4-11 1-16,2-7 0 0,2-6 1 0,0-7 2 15,-2-5 0-15,-1-6 1 0,-2-4 2 16,-4-1 1-16,-2-5 0 0,-3 0 0 0,-7 0 0 16,-4-2 0-16,-3-1-1 0,-5 3-2 0,-6 1 1 15,-3 1 0-15,-4 3 0 0,-4 0 1 16,-2 6 1-16,-2 1 0 0,-5 3 0 0,2 7 0 16,1 3-2-16,-3 3 0 0,6 3-2 15,-1 3-2-15,5 3 0 0,2 0-2 0,4 0-5 16,5 2-14-16,2-3-34 0,2 0-81 15,4-3-126-15,2-1-257 0,6-3-316 0,1-5-400 0,4 1-437 16,4-8-89-16,1-1 614 0</inkml:trace>
  <inkml:trace contextRef="#ctx0" brushRef="#br4" timeOffset="112915.71">25765 4738 638 0,'-2'2'1558'0,"0"-2"202"16,2 0-320-16,-2 0-381 0,0 0-459 0,1 0-253 15,-1 1-150-15,2-1-75 0,0 0-43 16,0 1-29-16,0-1-21 0,0 0-13 0,0 2-9 15,0-2-5-15,0 0-5 0,3 2-1 16,1-2-4-16,0 2-17 0,1-2-68 0,0 3-91 16,-1-2-220-16,1 0-281 0,2 3-369 15,-1 0-460-15,-2-1-271 0,0 1 287 0,-3 0 930 16</inkml:trace>
  <inkml:trace contextRef="#ctx0" brushRef="#br4" timeOffset="113726.76">26726 4888 351 0,'0'13'754'0,"2"-5"277"15,0-2 45-15,1-1-261 0,-3-3-267 0,3-2-166 16,0-5-91-16,2-1 3 0,3-4 22 0,1-5 0 16,1-3-19-16,4-3-27 0,-1-5-31 0,2-6-56 15,5-4-43-15,-2-4-37 0,6-4-28 16,3-2-16-16,-2-2-13 0,2-1-9 16,3-3-11-16,-1 3-9 0,-3 0 3 0,0 1 1 15,-3 2-1-15,0 3 1 0,-3 2 0 0,-4 4 9 16,1 4-1-16,-4 1-1 0,0 3-1 0,-4 5 4 15,-1 2 2-15,0 4-7 0,-3 3-2 16,-1 2 1-16,0 4-3 0,-3 0-6 0,1 3-2 16,0 1-2-16,-2 2-5 0,0 0-3 15,1 3-1-15,-1 3 0 0,0 2 1 0,-1 6-5 16,1 0 3-16,-4 6 1 0,3 3 4 16,-1 5 5-16,0 5 4 0,-1 3 13 0,2 6-13 15,-3 5-16-15,3 1 0 0,-2 7 0 16,1 3 0-16,-2 1 0 0,2 5 0 0,-1-1 0 0,1 1 0 15,1 1 0-15,-3 3 0 0,4-3 0 16,-1-2 0-16,1-1 0 0,1-1 0 0,-1-6 0 16,4-2 0-16,-3-2 0 0,3-5 0 15,-1-3 0-15,1-4 0 0,-1-1 0 0,-1-6 0 16,-1 1 0-16,3-5 0 0,-4-1 0 0,0-5 0 16,-2 0 0-16,0-5 0 0,-1-2 0 15,2-1 0-15,-4-5 0 0,1-2-63 0,-3-1-228 16,1-8-255-16,-2 1-338 0,0-5-439 0,2-1-508 15,-2-1-46-15,0 0 806 0</inkml:trace>
  <inkml:trace contextRef="#ctx0" brushRef="#br4" timeOffset="114570.83">28505 4545 209 0,'-4'4'786'0,"-3"-2"400"0,6 1 47 16,-4-2-163-16,3 1-472 0,2 1-195 0,2 0-94 15,3 0-11-15,3 1-13 0,2 1 4 0,5-2-20 16,2 1-55-16,2-1-45 0,7 0-51 15,2 0-31-15,4-3-30 0,1 0-16 0,3-1-12 16,2-1-11-16,0-2-7 0,2-1-5 16,-4 1-2-16,2-3-4 0,-5 2-1 0,-3-1-3 15,-3 3-1-15,-6 0-5 0,-4 0-36 0,-4 3-78 16,-10 1-119-16,-6 4-236 0,-5 1-298 16,-11 4-379-16,-4 2-389 0,-8 2-126 0,-8 4 481 15,-3 0 770-15</inkml:trace>
  <inkml:trace contextRef="#ctx0" brushRef="#br4" timeOffset="114750.87">28456 4870 55 0,'5'6'441'0,"5"0"302"16,0-2 224-16,3 0 48 0,6-3-348 0,3 0-216 16,1-2-113-16,3 1-71 0,4-3-68 0,4 0-53 15,-1-1-48-15,6 1-44 0,-1-2-26 0,2 2-76 16,-1-1-171-16,4-1-303 0,-5 1-260 15,-2 1-249-15,-1 2-187 0,-3 1 172 0,-5 0 509 16</inkml:trace>
  <inkml:trace contextRef="#ctx0" brushRef="#br4" timeOffset="115302.24">30322 4264 96 0,'-5'11'629'0,"2"2"458"16,-2 2 142-16,-1 3-103 0,-1 6-396 0,1 4-280 15,0 9-93-15,1 4-29 0,0 3-14 16,4 6-38-16,-2 1-25 0,1 3-43 0,2-1-63 15,5-3-57-15,0-2-40 0,7-4-14 0,4-7-15 16,6-5-7-16,6-8-3 0,4-8-4 16,6-5 1-16,0-10-2 0,6-6 0 0,-1-6-1 0,0-10-2 15,-1-5 6-15,0-4 2 0,-4-7 3 0,-5-1 5 16,-5-1 7-16,-2-2 7 16,-9 1 1-16,-8 1-5 0,-7 1-3 0,-7-2-7 15,-9 1-6-15,-5 3-7 0,-9 1-6 0,-6 1 2 0,-5 6 0 16,-5 4-1-16,-4 5 0 0,-2 8 1 15,-1 5-1-15,2 6 0 0,2 5 1 0,4 3 5 16,5 6 2-16,6 3-1 0,4 5 0 0,6 1-1 16,4 5 0-16,9 0-6 0,2 4-5 0,7-2-20 15,5 1-66-15,3 0-74 0,8 0-158 16,3-1-278-16,6-3-330 0,7 0-388 0,3-4-268 0,1 0 12 16,2-4 713-16</inkml:trace>
  <inkml:trace contextRef="#ctx0" brushRef="#br4" timeOffset="115486.27">31044 4834 587 0,'7'-3'1576'0,"-4"1"202"0,-1 1-340 0,-5-1-371 16,-1 2-479-16,-1 0-275 0,-3 0-151 0,-2 1-70 16,2 1-38-16,-4 3-23 0,2 0-15 15,2-1-9-15,0 1-7 0,3 1-5 0,-2-3-24 16,5 3-75-16,0-3-79 0,4-1-165 0,0 2-279 15,5-3-340-15,1-1-392 0,1 0-230 16,5-1 72-16,2-1 715 0</inkml:trace>
  <inkml:trace contextRef="#ctx0" brushRef="#br4" timeOffset="116122.77">31449 4791 272 0,'4'-3'658'0,"-1"-3"280"16,-2-2 135-16,5-5-198 0,1-1-294 0,1-5-144 15,1-5-82-15,4-2-23 0,1-4-18 16,2-1-32-16,0-5-20 0,-1-3-28 0,0 0-37 16,-1-3-40-16,0-2-33 0,-1 3-24 0,-2 0-21 15,-3 2-23-15,-2 3-7 0,2 4-1 16,-3 4-11-16,-2 6-2 0,-2 1 0 0,1 5-1 0,-2 6-5 15,0 0-7-15,0 9-4 0,-2 4-8 0,1 6-5 16,-2 5-2-16,-1 8-1 0,3 5 0 16,-2 4-1-16,3 4-1 0,-2 5-1 0,-1 1 0 15,3 3 0-15,0 1 0 0,-1 0 2 0,1 1 0 16,-2 0 1-16,1 0 1 0,-3-3-2 16,4-1 0-16,-1-1-1 0,1-5-2 0,0-3-1 15,0-3-1-15,1-6-6 0,1-3-18 0,0-3-35 16,-2-6-56-16,0-2-60 0,1-2-78 0,1-5-117 15,-2-4-154-15,1-5-205 0,4-2-238 0,-1-3-223 16,3-1-110-16,-2-4 218 0,0-1 465 16</inkml:trace>
  <inkml:trace contextRef="#ctx0" brushRef="#br4" timeOffset="116524.52">32170 4206 254 0,'5'-10'797'0,"-4"3"362"0,-4 6 38 0,-4 1-161 16,0 4-414-16,-2 4-162 0,-1 3-65 15,-2 6-50-15,-1 3-42 0,-4 5-31 0,0 4-53 16,-1 5-61-16,-3 3-58 0,4 4-27 0,-4 2-17 16,4 3-15-16,-1 2-9 0,2-1-9 0,1 5-6 15,3-3-6-15,3-2-4 0,5-4-4 0,4-4 0 16,4-4-2-16,7-7-1 0,4-5 1 15,2-5 0-15,2-8 1 0,5-4 0 0,-2-4 0 16,3-7 1-16,-4-4 1 0,1-5-2 0,0-5 0 16,-5-2 0-16,1-4 0 0,-2-3-2 0,-6 0 1 15,0 0-1-15,-5-3-1 0,-5 2 0 0,-3 0 1 16,-5 2 0-16,-2 0 0 0,-4 6 0 16,-2 0 1-16,-1 5 0 0,-4 3-1 0,2 5-2 15,-1 4 0-15,-1 5-2 0,4 4 1 0,0 2-1 16,0 6-1-16,3 0 2 0,5 5 0 0,1 2-3 15,1 3-15-15,5-1-35 0,0 1-70 16,6-2-68-16,1-2-104 0,3-3-179 0,3 0-298 16,5-4-296-16,2-4-211 0,4-4-139 0,1-3 247 15,2-5 585-15</inkml:trace>
  <inkml:trace contextRef="#ctx0" brushRef="#br4" timeOffset="116934.44">32581 4285 141 0,'7'-21'665'16,"-4"2"419"-16,-3 2 127 0,-2 4-113 0,-3 4-419 16,1 3-215-16,-4 6-105 0,-5 3-39 0,0 4-31 15,-4 6-21-15,-1 6-24 0,-3 2-45 0,-1 6-48 16,1 3-42-16,-3 4-24 0,0 5-21 16,2 2-16-16,2 4-10 0,-2-1-8 0,3 3-8 15,3 1-7-15,0-3-5 0,7 1-3 0,0-4-4 16,5-4 0-16,4-4-2 0,3-2 0 0,3-5-1 15,4-5 0-15,4-3 0 0,0-4-1 16,4-5 1-16,1-2-1 0,1-7 1 0,4-2-1 16,-2-5 1-16,4-5-1 0,-3-4 1 0,1-3 0 15,-3-3 0-15,1-1 0 0,-5-5 0 0,-1 4 0 16,-5-2 1-16,-2-2 0 0,-2 4 2 0,-4-1-1 16,-1 2 0-16,-2-1 0 0,-2 2-1 0,-1 2 1 15,-2 1-1-15,-3 3 1 0,-1 3 0 16,1 1 0-16,-4 5-1 0,-2 2 0 0,2 4-1 15,-2 4-1-15,1 2 0 0,-3 5 1 0,2 1 0 16,-2 3-1-16,2 3 1 0,1 3 0 0,-3 0 0 16,3 1-1-16,1 1-1 0,1 2-10 15,0-1-33-15,1 0-66 0,1 0-70 0,1-1-122 16,1-2-209-16,1-2-312 0,3-1-317 0,2-1-235 16,1-4-116-16,1 1 389 0,2-4 625 0</inkml:trace>
  <inkml:trace contextRef="#ctx0" brushRef="#br4" timeOffset="117454.7">32993 4317 228 0,'10'-10'670'16,"-3"-1"363"-16,-3 5 116 0,1-2-207 0,-1 1-277 16,-3 2-100-16,1 1-55 0,-2 1-68 0,0 1-61 15,-3 1-60-15,-1 1-57 0,-2 0-83 0,-2 3-68 16,-4 1-35-16,0 2-20 0,-2 5-11 0,0 1-8 0,-5 3-8 15,1 6-5-15,0 4-3 0,0 4-3 16,-4 3-4-16,0 7-2 0,-2-1 0 0,3 6-5 16,-1 1-2-16,0 3-1 0,5 2-2 0,0 0 0 15,2-2-3-15,4-2 0 0,7-5-1 0,4-5 1 16,3-3 0-16,6-6-1 0,4-6 1 0,2-2 0 16,1-8-1-16,5-2 2 0,0-4-1 0,1-5-1 15,0-5 2-15,0-2-1 0,2-5-1 0,-2 0 0 16,1-4 1-16,-2-3-1 0,3 0 0 15,-5-4 0-15,-2 2 0 0,-1-1 0 0,-3 1 0 0,-4-1 1 16,-1 3-1-16,-3 0 1 0,-4 1 0 0,-1 2-1 16,-1-1 0-16,-2 2 0 0,-4 3-2 15,-2 3 1-15,-1 2 0 0,-3 3-1 0,0 4 0 0,-4 4-3 16,0 3-7-16,0 2-8 0,1 3-19 16,0 4-39-16,0 0-72 0,5 1-75 0,-1 0-129 0,1 1-200 15,2 0-308-15,5 0-311 0,-2 0-211 0,3-2-78 16,3 1 416-16,0-2 581 0</inkml:trace>
  <inkml:trace contextRef="#ctx0" brushRef="#br4" timeOffset="118136.45">33253 4324 98 0,'10'-7'613'0,"-4"-1"419"16,2 1 147-16,0-1-67 0,1-1-375 16,1 0-238-16,2 0-101 0,0 1-59 0,2-2-40 15,-2 3-23-15,7-3-38 0,-1-1-59 0,1 6-43 16,-2-1-29-16,4 3-18 0,-4 3-21 0,-1 2-10 15,-2 2-3-15,-4 4-12 0,-4 5-5 16,-1 6-4-16,-7 3-9 0,-4 6-5 0,-1-2-4 16,-3 2-5-16,-3 4-2 0,-2 2 0 0,0 0 0 15,2 4-1-15,-3-1 0 0,3 1 0 16,1 1-1-16,1-1-1 0,0 1-1 0,0 0-2 0,3 0 1 16,0 0-2-16,0-3 0 0,3 0-1 0,1-2-1 15,4-1-1-15,-2-2 1 0,4-1-2 16,1-5-1-16,0-1 0 0,3-2 1 0,-1-3-2 0,3-2-5 15,-3 0-11-15,0-5-31 0,-1-2-54 16,1-2-67-16,-5-2-108 0,3-3-188 0,-3-2-299 16,0-1-311-16,-2-1-277 0,-1-4-174 0,-1-2 282 15,-1-2 653-15</inkml:trace>
  <inkml:trace contextRef="#ctx0" brushRef="#br4" timeOffset="118369.83">33178 4596 119 0,'9'-2'662'0,"2"2"445"16,-1-2 176-16,3 1-37 0,4 1-380 0,1 0-315 15,4 0-115-15,8 0-91 0,4-1-68 0,0-1-79 16,4 0-52-16,4 1-33 0,3 0-44 0,2-1-15 16,0 2-17-16,0 0-10 0,1 2-11 15,-2 0-5-15,-2 3-11 0,-3 0-54 0,-5 1-85 16,-26 1-164-16,-10-2-267 0,0-1-317 15,0 1-400-15,0-2-346 0,0-1 25 0,0-1 737 16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cm"/>
          <inkml:channel name="T" type="integer" max="2.14748E9" units="dev"/>
        </inkml:traceFormat>
        <inkml:channelProperties>
          <inkml:channelProperty channel="X" name="resolution" value="1612.54919" units="1/cm"/>
          <inkml:channelProperty channel="Y" name="resolution" value="2580.07886" units="1/cm"/>
          <inkml:channelProperty channel="F" name="resolution" value="10E-6" units="1/cm"/>
          <inkml:channelProperty channel="T" name="resolution" value="1" units="1/dev"/>
        </inkml:channelProperties>
      </inkml:inkSource>
      <inkml:timestamp xml:id="ts0" timeString="2024-10-31T07:48:13.273"/>
    </inkml:context>
    <inkml:brush xml:id="br0">
      <inkml:brushProperty name="width" value="0.05292" units="cm"/>
      <inkml:brushProperty name="height" value="0.05292" units="cm"/>
    </inkml:brush>
    <inkml:brush xml:id="br1">
      <inkml:brushProperty name="width" value="0.05292" units="cm"/>
      <inkml:brushProperty name="height" value="0.05292" units="cm"/>
      <inkml:brushProperty name="color" value="#00B0F0"/>
    </inkml:brush>
    <inkml:brush xml:id="br2">
      <inkml:brushProperty name="width" value="0.05292" units="cm"/>
      <inkml:brushProperty name="height" value="0.05292" units="cm"/>
      <inkml:brushProperty name="color" value="#FF0000"/>
    </inkml:brush>
    <inkml:brush xml:id="br3">
      <inkml:brushProperty name="width" value="0.05292" units="cm"/>
      <inkml:brushProperty name="height" value="0.05292" units="cm"/>
      <inkml:brushProperty name="color" value="#7030A0"/>
    </inkml:brush>
    <inkml:brush xml:id="br4">
      <inkml:brushProperty name="width" value="0.05292" units="cm"/>
      <inkml:brushProperty name="height" value="0.05292" units="cm"/>
      <inkml:brushProperty name="color" value="#FFC000"/>
    </inkml:brush>
  </inkml:definitions>
  <inkml:trace contextRef="#ctx0" brushRef="#br0">2008 837 236 0,'3'-1'545'0,"0"1"280"0,-1-3 187 15,-2 2-182-15,-2-2-190 0,-1-1-116 0,-2-1-5 16,0 2-23-16,0 2-59 0,-3 1-75 0,-4-2-59 16,-1 1-52-16,-1-1-82 0,-4 1-56 0,1 1-34 0,-2 1-20 15,-1-1-11-15,-1 3-9 0,0 2-8 0,1 1-7 16,-2 1-8-16,3 3-4 0,-2 0-5 0,1 3-4 0,2 0 0 15,-1 1-2-15,1 2 0 0,3 1 0 16,-2 0-1-16,4-1 1 0,0 1-1 0,1 2 0 0,2-5 0 16,1 2 0-16,1-1-1 0,2-2-1 0,1 1 0 15,2-2 0-15,1-1 0 0,0-1 0 0,4 1 0 0,3-2 0 16,0-1 1-16,4 3-1 0,4 0 1 16,1-1 1-16,3 1 1 0,3-1-1 0,2 2 0 0,3-3 1 15,3 2 0-15,-1-2-1 0,5 2 1 0,-2-1 0 16,0-1 1-16,1 1-1 0,-1 0 0 0,-1 1-1 15,-2 1 0-15,-3 1-1 0,-1-1 0 0,-2-1 1 0,-4 1 0 16,-1 2 0-16,-3-1 2 0,-2 1 1 0,-5-1 5 16,-1 2 4-16,-5 1 1 0,-2 3 2 0,-1-2 0 15,-5 2 0-15,-3 1-1 0,-3 2-4 0,-2 0-1 0,-1 1-2 16,-4-1-1-16,1 0-1 0,-1-3-2 16,-1-1-2-16,0-2 1 0,1 0-2 0,-1-4 1 15,3-3 0-15,2 1-1 0,1-3-1 0,3-2-1 0,1 1-3 16,4-4-6-16,1 2-12 0,4-3-22 15,3-2-43-15,0-4-68 0,3-1-72 0,-1-4-118 0,4-4-161 16,1-2-241-16,4-6-283 0,0 3-207 0,2-5-132 16,2-1 245-16,1-1 504 0</inkml:trace>
  <inkml:trace contextRef="#ctx0" brushRef="#br0" timeOffset="484.79">2145 1207 39 0,'11'-12'303'16,"0"3"174"-16,0 0 160 0,-1 2 9 0,-2 1-170 0,1 1-86 0,-1 3-5 15,0-2 23-15,0 3-2 0,0-1-25 16,-4 1-40-16,1-2-44 0,2 6-14 0,-1-2-3 16,3 4 5-16,-1 1 0 0,-1 0-16 0,-1 1-31 0,0 2-44 15,-1 2-49-15,-2 2-44 0,0 1-33 16,-1 3-22-16,-1 0-12 0,1 3-12 0,-2 1-8 0,2 0-3 16,-2-2-6-16,1 2-2 0,-1-1-2 0,2-1-2 15,0-2 0-15,1-1-1 0,0-1 0 0,3-2 1 16,0-1-1-16,1-3-1 0,1 1 1 0,2-2-1 15,2-2 1-15,-1-1 1 0,3-1 1 0,2-4 0 16,1-3 1-16,2 1 1 0,0-4-1 0,2-2 0 16,-2-2 0-16,5-1 1 0,-1-1-2 0,1-1 0 15,-1-1-1-15,0-1-1 0,2 0-6 0,-3 1-6 16,2-3-1-16,-5 3 0 0,1-1-1 0,-2 0 2 0,-2-1 6 16,-2-1 4-16,-3 0 4 0,-2-2 3 0,-1 1-1 15,0-1 1-15,-5 2 0 0,-3 1 1 0,0-1 1 16,-6 3 1-16,0 1 2 0,-4-2 1 0,-1 3 7 15,-3 0 5-15,1 3 4 0,-4 2 2 0,1 1 2 16,-1 3-3-16,-2 3-4 0,3 2-6 0,-1 2-4 16,1 4-5-16,0 1-3 0,3 5-3 0,0 1 0 15,3 6-1-15,2 0-1 0,3 6 0 0,0 4 0 0,3 0 0 16,0 2 0-16,4 3-2 0,2 1 2 16,0-3-1-16,3 1-1 0,2-3 0 0,4-4 0 15,1-2-3-15,2-4-7 0,0-4-18 0,4-6-39 16,1-5-61-16,-2-3-61 0,3-5-97 0,-2-8-150 15,0-4-196-15,-2-2-279 0,2-4-222 0,-3-3-200 16,0-1 78-16,-1-3 459 0</inkml:trace>
  <inkml:trace contextRef="#ctx0" brushRef="#br0" timeOffset="820.4">2969 1139 59 0,'4'-8'416'0,"-4"0"316"0,2 5 238 0,0 2-11 0,-1 2-235 15,-1 2-193-15,2 1-133 0,-1 5-70 0,1 1-28 16,1 5-21-16,2 2-28 0,3 5-24 0,0 2-18 0,0 1-14 15,1 2-32-15,2 4-35 0,0-3-30 0,1 1-22 16,0 2-17-16,2-3-24 0,2-1-14 16,-2-3-11-16,2-4-5 0,0-2-1 0,0-3-2 15,-2-4-2-15,0-3 1 0,-1-2 1 0,-4-5 0 0,2 1 4 16,-3-5 9-16,-1-1 8 0,-2-5 2 0,-1-2 0 16,-1-3 1-16,-1-2-3 0,-2-2-8 15,-2-3-4-15,-1 0-3 0,0-1-1 0,-2 0-2 0,0-3 0 16,-1-2-2-16,0 2-2 0,-2-1-1 0,3 2 0 15,0 2 0-15,2 1-1 0,0 3 0 16,1 3-1-16,1 2-2 0,1 4-2 0,3 1 1 0,-1 2-1 16,1 1 0-16,3 4 3 0,-1-2-1 0,4 3 2 15,-1 3-3-15,2-2-19 0,1 2-38 0,-2 2-55 16,1-2-56-16,2 0-52 0,0 2-76 0,-1-4-94 16,3 0-105-16,0-2-121 0,0 0-228 0,2-1-221 15,1-1-103-15,-1-3 182 0,5 1 383 0</inkml:trace>
  <inkml:trace contextRef="#ctx0" brushRef="#br0" timeOffset="1106.73">3682 1158 200 0,'11'19'528'16,"-1"2"308"-16,0 2 201 0,-2 4-145 0,-1 0-204 15,1 0-150-15,1 1-104 0,-1 0-77 0,0 0-81 16,0-3-84-16,1 0-46 0,-1-4-38 0,2-4-39 16,1-3-28-16,-2-4-15 0,1-4-8 0,2-3-4 15,1-4-2-15,0-4 2 0,1-4-1 0,-3-1 0 16,3-3 7-16,-1-6-5 0,-3 1-1 0,0-3 2 15,0 0-2-15,-4 0-12 0,0-3-10 16,-1 0 18-16,-5 2 35 0,0-2 30 0,-5 1 23 0,-4-1 22 16,-4 0 5-16,-2-2-16 0,-3 5-23 0,-4-4-25 15,0 4-17-15,-2 5-12 0,-1 3-5 0,-2 2-4 16,0 9-8-16,0 2-4 0,2 5-6 0,0 5-3 16,4 4-3-16,1 4-3 0,4 2-12 0,0 2-50 15,5 0-71-15,2 0-93 0,4 1-174 0,3-2-298 16,2-1-334-16,5-4-290 0,4-2-163 0,1-2 220 0,4-3 641 15</inkml:trace>
  <inkml:trace contextRef="#ctx0" brushRef="#br0" timeOffset="2150.37">4232 728 4 0,'-1'0'387'0,"1"2"334"0,0 0 267 15,0 1 85-15,0-3-296 0,0 1-237 0,0-1-157 16,0 0-91-16,1 0-58 0,-1-1-41 16,2 1-27-16,-2 0-5 0,3 0-7 0,-2 0 8 15,1 0-1-15,-2 0-12 0,1 1 5 16,1 1-3-16,0 1-7 0,-1 2-13 15,1 6-18-15,1 3-11 0,-3 7-26 0,0 1-24 0,-3 8-14 16,1 2-13-16,-1 5-6 0,0 2-7 0,1 5-3 16,1 1-3-16,-2 0-3 0,3 1 0 0,0 0-2 15,3-3-3-15,0-4 0 0,3-5 1 0,-1-4-2 16,3-6 0-16,3-3-1 0,-1-7 1 0,1-2 0 16,3-8 1-16,0-4 2 0,2-5 0 15,0-7 2-15,-1-6-1 0,3-4 0 0,-1-3 0 16,-1-3 0-16,1-1-1 0,-2 1 0 0,1-2 0 15,-5 2 1-15,1 4 0 0,-2 1 0 0,-4 6 0 16,3 1 2-16,-5 4 0 0,-1 1 0 0,-2 4 0 16,-1 5 0-16,-1 2 1 0,-1 2-3 0,-3 5 0 15,-1 5 0-15,0 4-1 0,1 2 0 0,0 4-1 16,-1 3 0-16,0 2 0 0,1 1 1 16,2-1-2-16,3 3 1 0,0 1 0 0,3-2-1 0,-1-1 0 15,4 2-1-15,-2-5-1 0,3-5-1 0,1-1 5 16,2-4-9-16,2-5-21 0,-1-5-40 15,5-5-59-15,0-6-55 0,1-5-58 0,5-5-46 0,-1-6-31 16,3-3-1-16,1-3 40 0,0-2 43 16,3 0 31-16,0-1 32 0,0 6 34 0,-1 1 46 15,-2 3 27-15,0 4 20 0,-3 4 9 0,-2 2 10 16,-2 7 35-16,0 1 46 0,-2 6 51 0,-2 3 38 16,-2 6 20-16,0 2 17 0,-3 4-3 15,2 0 4-15,-3 4 2 0,2 0 8 0,-3-1-1 0,1-1-15 16,-3-1-19-16,0-2-38 0,0-3-32 15,-2-2-31-15,1-3-20 0,-2-2-7 0,-2-2-1 0,3-2 4 16,-3-2-1-16,-2-4 3 0,1-1-4 0,-1-4-5 16,-2-2-9-16,-1-4-7 0,0 1-1 15,-1-3-3-15,-2-2 0 0,-3 1-2 0,-2-3 0 0,-1 0 0 16,0 1-1-16,-3 0 2 0,1 0 3 16,-3 5 18-16,1-1 9 0,-1 3 6 0,3 3 6 15,-2 4-2-15,0 4-2 0,4 2-15 0,-2 7-10 0,3 2-8 16,2 7-4-16,-1 2-3 0,2 4-1 15,4 1 1-15,1 2-3 0,2 1 7 0,3-1 3 16,3 1 0-16,0 1-5 0,4-5-40 0,-1-1-65 16,4-3-74-16,-1-3-138 0,4-4-265 0,2-3-320 15,1-6-305-15,3-5-216 0,-1-2-25 0,4-6 537 16</inkml:trace>
  <inkml:trace contextRef="#ctx0" brushRef="#br0" timeOffset="2367.57">5351 1052 398 0,'4'10'1143'0,"-4"2"381"0,-2 2-98 15,0 5-277-15,-2 1-468 0,-1 3-259 0,-1 3-155 16,1 0-89-16,-1 5-59 0,-1 2-46 0,0 0-30 16,0 1-12-16,1 2-13 0,-1 2-7 0,1-1-5 15,4-3-6-15,-4 1-29 0,3-3-82 0,2-4-104 16,-1-2-184-16,0-4-289 0,1-5-346 0,-1-5-378 15,1-6-181-15,-1-6 286 0,-1-6 701 0</inkml:trace>
  <inkml:trace contextRef="#ctx0" brushRef="#br0" timeOffset="2538.5">5291 900 108 0,'0'-12'999'0,"-1"6"686"0,-4 6-84 0,-1 3-355 16,0 4-418-16,-1 5-364 0,-1 3-235 15,2 5-108-15,-2 1-51 0,0 1-25 0,5 4-19 0,0 1-10 16,3 0-8-16,3 0-5 0,3 1-3 0,2 1-4 16,5 2-25-16,1-1-73 0,2 1-87 0,0-3-182 15,4-3-285-15,2 1-334 0,1-4-370 0,0 0-205 16,1-3 173-16,1-3 722 0</inkml:trace>
  <inkml:trace contextRef="#ctx0" brushRef="#br0" timeOffset="2717.46">5870 1307 329 0,'-2'17'1221'0,"-2"5"454"0,-1 6-195 15,-1 1-317-15,1 5-485 0,-2 0-285 0,0 6-192 16,2-2-93-16,2 0-43 0,0-1-35 0,1-5-21 16,2-4-23-16,2-5-78 0,-1-7-79 15,3-4-184-15,-1-6-282 0,-2-6-327 0,5-6-379 16,-4-6-201-16,3-4 129 0,-2-7 727 0</inkml:trace>
  <inkml:trace contextRef="#ctx0" brushRef="#br0" timeOffset="2847.88">5868 846 11 0,'-12'-15'549'0,"2"9"478"16,-4 6 201-16,3 6-102 0,-2 5-319 0,1 4-459 15,-1-1-330-15,-1 4-305 0,3 1-331 0,1 1-276 16,4 0-242-16,2-1 7 0,5 0 373 0</inkml:trace>
  <inkml:trace contextRef="#ctx0" brushRef="#br0" timeOffset="3495.35">7116 688 61 0,'5'-13'548'0,"-2"4"482"0,-1 1 229 16,-1 3 4-16,-1 1-312 0,2 3-251 0,-2-1-186 15,-2 4-131-15,2 1-79 0,-3 3-79 16,0 4-80-16,-2 6-49 0,0 8-26 0,0 4-13 15,1 6-9-15,-4 5-6 0,3 8-4 0,0 5-2 16,2 8-3-16,0 5-4 0,1 2-4 0,1 3 0 16,1 1-2-16,1-2-7 0,3-3-6 15,0-3-3-15,3-6-2 0,2-6-8 0,2-6 1 16,2-8 4-16,1-5 2 0,2-6 0 0,3-7 2 16,0-5 1-16,0-7-4 0,3-6-3 15,3-5-5-15,-1-6-7 0,3-5-12 0,2-5-21 16,-1-4-45-16,0-3-77 0,-1-1-89 0,0-2-168 0,-2-1-268 15,2-1-330-15,-4 0-320 0,0 2-183 0,-1-4 118 16,-3 2 651-16</inkml:trace>
  <inkml:trace contextRef="#ctx0" brushRef="#br0" timeOffset="3645.01">7726 1152 151 0,'5'-2'771'0,"-2"5"539"0,-1 5 142 16,-2 4-143-16,0 4-429 0,-2 6-318 0,2 1-169 15,-3 7-117-15,0 5-81 0,1 4-68 0,-1 1-46 16,0 2-28-16,1-1-18 0,1-2-16 0,2-5-8 15,2-4-7-15,2-5-19 0,0-3-44 0,3-7-81 16,1-6-135-16,-1-5-257 0,0-4-309 16,0-6-373-16,0-6-356 0,-3-2-66 0,-2-10 607 15</inkml:trace>
  <inkml:trace contextRef="#ctx0" brushRef="#br0" timeOffset="3811.73">7758 907 613 0,'-3'-19'1564'15,"-4"7"157"-15,0 6-337 0,0 6-349 0,-2 3-483 16,1 4-288-16,-1 2-133 0,2 4-64 0,2 4-31 16,0-2-16-16,4 3-10 0,2 0-7 0,1 0-31 15,4-1-75-15,3-2-130 0,1 0-267 0,3-4-290 16,4 0-366-16,1-2-396 0,2-4-99 16,-2-1 572-16</inkml:trace>
  <inkml:trace contextRef="#ctx0" brushRef="#br0" timeOffset="4668.72">8178 1482 68 0,'2'7'562'0,"1"2"451"0,-1-1 196 16,-1-2-78-16,-1-2-394 0,0-1-277 0,0-1-141 15,0-2-49-15,0 0-4 0,2 0-12 0,0-7-19 16,-2-1-28-16,1-4-25 0,-1-4-44 0,3-3-46 16,-1-3-26-16,-2-4-14 0,3 1-9 0,0-4-16 15,3 0-12-15,-2 1-5 0,0 3-4 0,1-1-2 16,-2 2-2-16,1 5-1 0,-1 2 0 16,0 4 4-16,-1 1 7 0,-1 5 3 0,-1 0 2 0,3 3 2 15,-1 4 1-15,-1 3-4 0,2 3-3 0,-1 6-4 16,1 6-1-16,2 3-1 0,0 5-2 15,1 2 0-15,2 1-3 0,-2 5 1 0,4 0-2 16,1 1 1-16,-2-2 0 0,1-1-1 0,2-3 1 16,-2-2-1-16,1-6 2 0,0-2-3 0,-1-3 0 15,1-6 0-15,1-3 0 0,-1-7 1 0,-1-7-1 16,2-5 4-16,1-6-1 0,-2-6 1 0,0-5 0 16,-1-2 0-16,2-3 0 0,0-1-2 0,-3 2 1 15,2 3-2-15,-3 4 1 0,-2 1 4 16,1 4 3-16,-4 6 3 0,3 3 2 0,-3 3 2 15,0 3 1-15,-1 1 0 0,1 5 1 0,2 5 0 0,-2 1-1 16,0 5 1-16,3 2 0 0,-2 4-4 16,0 0-4-16,1 2-2 0,0 0-1 0,0 1-3 15,1 0-3-15,2-3 0 0,-2 0-1 0,1-2-2 0,-1-4 0 16,3 1 0-16,-1-4-1 0,-1-3 1 16,1-2 0-16,-1-3 2 0,1-3-1 0,0-4 2 15,0 0-1-15,1-2 1 0,-2-1 0 0,1-1-1 16,0 3 0-16,1-3-1 0,-1 3 0 15,0 2-2-15,1 1 2 0,-1 5 5 0,2 0 2 0,-2 7 0 16,1 0 2-16,-1 5 0 0,0 3-3 16,0 3-9-16,0 5-14 0,-2 0-30 0,-1-1-65 15,0 1-75-15,0-1-143 0,-1-3-269 0,2-1-323 16,-1-3-353-16,2-3-261 0,-1-4-25 0,2-3 615 16</inkml:trace>
  <inkml:trace contextRef="#ctx0" brushRef="#br0" timeOffset="5336.28">8855 932 239 0,'-4'-4'1230'0,"-1"1"540"0,2-1-208 0,-4 4-362 16,2-2-443-16,-1 2-334 0,-2 2-200 0,4 1-91 15,-3-2-45-15,2 4-28 0,2-1-22 0,-3 1-16 16,3 0-11-16,1 0-6 0,2-1-3 0,2 4-4 16,1-2-9-16,3 2-26 0,1 0-73 0,-1-2-87 15,2 1-180-15,1-3-286 0,-2-1-342 0,2 1-390 16,-1-2-228-16,3 3 158 0,-3-2 748 0</inkml:trace>
  <inkml:trace contextRef="#ctx0" brushRef="#br0" timeOffset="5717.57">9141 1233 565 0,'0'0'1327'15,"-1"3"291"-15,-1 1-207 0,2 2-370 0,-3 3-432 16,1 3-232-16,-4 3-158 0,3 2-86 0,2 3-51 16,-3 0-26-16,3 3-17 0,1-1-12 0,0 1-9 15,0 1-2-15,3-2-4 0,0-1-11 0,2 0-41 16,1-2-77-16,-1-1-104 0,0-4-194 0,-1 0-296 16,0-7-357-16,0-3-354 0,2-2-170 0,-4-6 294 15,0-5 716-15</inkml:trace>
  <inkml:trace contextRef="#ctx0" brushRef="#br0" timeOffset="5886.78">9171 895 236 0,'-6'-10'1115'0,"-2"2"557"16,0 5-136-16,-1 3-327 0,-2 2-467 0,1-1-309 15,1 2-203-15,1 0-102 0,0 0-53 0,3 2-33 16,2-1-21-16,3 1-12 0,0-1-23 0,5 3-74 15,0-4-112-15,1 4-229 0,0-3-282 0,1 1-352 16,1 1-416-16,1 0-193 0,-3 1 397 0,1 1 800 16</inkml:trace>
  <inkml:trace contextRef="#ctx0" brushRef="#br1" timeOffset="11956.59">2251 3234 37 0,'3'-2'460'15,"-1"2"440"-15,-2 0 294 0,0-1 2 16,0-1-296-16,-2 0-188 0,-1 0-143 0,-2 0-131 15,0 0-87-15,-4-2-59 0,1 1-72 0,-3 0-56 16,1-1-38-16,-5 1-20 0,2 1-17 0,-4-1-21 16,-2 3-16-16,1 0-17 0,-4 2-14 0,-3 1-10 15,-2 3-7-15,-2 4 0 0,-2 2-3 0,-5 4-1 16,-1 7 0-16,-1 2 0 0,-1 5-1 16,-2-1-1-16,-2 4 1 0,3 0 0 0,-2 3-1 15,4 2 1-15,1-1-2 0,2-1 1 0,4 2 4 16,4-2 3-16,3-3 0 0,7 1-2 0,3-4-3 15,6 2 1-15,6-2-6 0,4 0-1 0,7-2-1 16,7 1 3-16,5-1 3 0,7-2 0 16,4 0 2-16,6 0-1 0,3-2 1 0,3-1 0 0,2-2 0 15,0-1-1-15,3-3 0 0,-2-2-1 0,2-1 6 16,-3-2-3-16,0-4 0 0,-2 1-1 16,0-2-1-16,-2-4 0 0,-4 0-3 0,-1-3 0 0,-3 0 1 15,-4-2 0-15,-6-1 2 0,-1-1-1 16,-1 0 0-16,-7-2 1 0,0-1 1 0,-2 0 0 15,-4-2 0-15,-1-2 2 0,-4-2 0 16,-1-2 0-16,-3-1 1 0,-5 0 1 0,0-2 0 16,-6-1 5-16,-3-3 1 0,-3 0 0 0,-4-1 4 0,-3-2 1 15,-1 1 1-15,-2 0-3 0,-1 1-1 16,1 4 3-16,3 1 2 0,0 3 3 0,2 3 0 16,5 3-1-16,-1 2-2 0,4 1-4 0,0 6-14 15,3-2 0-15,2 4 0 0,1-2 0 0,1 5 0 16,2-3 0-16,2 2 0 0,0 2 0 0,1-1 0 15,0 1 0-15,4-1 0 0,-2 1-1 0,2-2-2 16,1 0 0-16,0 1 0 0,1 0 0 0,-1-2 1 16,0 0-1-16,0 0-2 0,-1 0-4 0,3-2-6 15,-1-1-5-15,-1 0-11 0,-1 0-13 16,3 0-16-16,-2-1-28 0,3-1-66 0,-1 2-72 16,-2-3-112-16,3 2-183 0,2-1-309 0,-1 1-322 15,2 2-229-15,4 1-120 0,-2 1 327 0,6 2 622 16</inkml:trace>
  <inkml:trace contextRef="#ctx0" brushRef="#br1" timeOffset="12306.52">2784 4314 148 0,'17'14'847'16,"-4"-4"588"-16,-4-5 52 0,-2-3-193 0,-4-5-428 15,-2-5-335-15,-1-6-181 0,-1-5-114 0,-1-6-62 16,-1-3-54-16,0-7-34 0,0-7-26 15,-3-4-11-15,1-6-12 0,0-4-9 0,2-6-11 16,-2-4-6-16,2 0-3 0,1 0-7 0,1 3 2 16,-1 5 6-16,2 7 4 0,0 5 3 15,0 11 1-15,0 4-1 0,2 8-3 0,-2 5-6 16,1 4-3-16,1 5-1 0,1 7 2 0,2 4 1 16,3 9 1-16,4 7 0 0,-1 4 0 0,2 7 3 15,3 5-1-15,-2 4-1 0,3 3-1 0,1 5 0 16,-2 2 0-16,4 2-4 0,-4 5-2 15,3-2 1-15,-3 3 0 0,1 0-3 0,-2-2-1 16,0-3-4-16,-2-1-14 0,1-4-18 0,-3-7-40 16,-1-3-72-16,-1-8-87 0,-4-6-155 0,-2-3-275 15,-3-2-328-15,0-10-332 0,-3-4-211 16,-2-9 61-16,-6-5 642 0</inkml:trace>
  <inkml:trace contextRef="#ctx0" brushRef="#br1" timeOffset="12497.6">2719 3848 18 0,'-5'5'638'0,"1"5"629"16,0 1 182-16,1 0-197 0,1 0-349 0,4 0-409 0,0 1-194 15,1 1-124-15,3-3-58 0,1-1-20 16,5 0-8-16,1-2-26 0,4 1-20 0,1-4-12 16,4-2-11-16,3-1-13 0,2-2-5 0,1-2-5 15,2-4-1-15,0 2-11 0,0-1-61 16,-1-3-68-16,-2 1-159 0,0 3-288 0,-4-1-300 15,1 0-346-15,-3 1-217 0,-1-1 80 0,-1-3 632 16</inkml:trace>
  <inkml:trace contextRef="#ctx0" brushRef="#br1" timeOffset="12827.81">3303 3463 196 0,'-2'5'875'0,"-1"4"528"16,-2 4 64-16,5 7-198 0,-2 1-444 15,2 5-319-15,2 5-153 0,1 2-106 0,0 6-64 16,4 2-60-16,2 3-37 0,4 6-26 0,1-3-20 16,2 4-15-16,3-1-13 0,0-3-4 0,3-3-5 15,0-7-2-15,-1-5-2 0,2-6-1 16,1-7 1-16,-2-3 7 0,-3-6 2 0,2-5 3 16,-4-4 1-16,2-3 0 0,-5-6 0 0,-1-5-5 15,-2-6-4-15,0-2-1 0,-5-7-2 0,-1-4 0 16,-2-2-1-16,-1-5 1 0,-2-3 0 15,-2-4 2-15,-1 1 0 0,-2-5-3 0,-1 0-2 16,-2 0-3-16,0 3-1 0,0 5-2 16,0 6 0-16,1 6 4 0,0 7 1 0,-1 9 0 0,2 4-2 15,3 10-2-15,-2 5-3 0,5 7-12 0,0 4-22 16,5 5-56-16,-2 3-65 0,3 3-74 16,2-2-146-16,0 3-257 0,5-4-310 0,-2-1-252 15,3-1-203-15,2-5 17 0,1 0 533 0</inkml:trace>
  <inkml:trace contextRef="#ctx0" brushRef="#br1" timeOffset="13212.67">4088 3302 423 0,'-5'-18'1414'0,"-5"1"388"16,-2 3-273-16,-3 5-366 0,-1 0-492 0,-5 6-274 15,2 3-177-15,-1 6-85 0,-2 4-49 16,0 6-29-16,1 2-22 0,0 4-13 0,5 3-8 15,1 3-5-15,2 2-3 0,5 0-3 0,4 1-2 16,4-1-2-16,1 1-2 0,7-3 0 16,1 0-1-16,3-2 0 0,5-1 0 0,0-2 1 15,7-2 0-15,0-2-4 0,2-2-6 0,3 2-10 16,-1-4-13-16,2 0-22 0,-1 0-33 16,-2 1-46-16,1-2-42 0,-1 1-38 0,-3 0-21 15,-2 0 0-15,-1 1 31 0,-4 0 61 16,-1-1 59-16,-2-1 58 0,-4 3 68 0,-1 2 71 15,-5-3 52-15,0 3 28 0,-6-1 11 16,-1 1-14-16,-3 1-39 0,-2-1-45 0,-2 1-36 0,-4 1-27 16,0 0-18-16,-2 0-10 0,-1-1-6 15,0 1-3-15,2-3-2 0,1-3-3 0,3-2 0 16,1-3-5-16,1-1-26 0,1-1-67 16,3-3-69-16,-1-2-134 0,2-3-247 15,3-3-320-15,1-6-338 0,3-1-243 0,0-6-71 0,4-5 538 16</inkml:trace>
  <inkml:trace contextRef="#ctx0" brushRef="#br1" timeOffset="13569.28">4449 3038 533 0,'-13'-4'1658'0,"0"6"201"0,-4 6-400 0,1 3-397 0,-3 4-446 15,2 3-326-15,1 1-142 0,-1 3-64 0,4-1-31 16,2 0-16-16,2-2-11 0,5 0-12 0,4-3-7 16,2 0-4-16,4 0-4 0,5-2 0 15,0 0-1-15,5-3-1 0,-2 3 1 0,5-3-1 16,-3 2-2-16,0-1-2 0,2 1-1 16,-1-2 0-16,-1 4 0 0,1 1 0 0,-1 1 3 15,1 3 1-15,-2 1 2 0,0 2-1 0,-2 5 2 16,1-3 0-16,-3 5 1 0,2 0 0 15,-4 1 1-15,-2 2 2 0,-2 0 6 16,-2 4 5-16,-2 3 6 0,-1 2 5 0,-1 4 0 16,-2 0 1-16,-2 0-5 0,0 1-5 0,-2-4-7 15,1 0-5-15,0-4-3 0,0-3-7 16,-1-5-20-16,2-6-51 0,-4-2-89 0,3-4-198 16,-2-3-275-16,1-2-346 0,1-7-439 0,-2-3-358 15,4-4 147-15,0-2 927 0</inkml:trace>
  <inkml:trace contextRef="#ctx0" brushRef="#br1" timeOffset="14067.46">6128 3094 336 0,'3'-7'991'16,"-3"2"485"-16,-3 2 35 0,1 0-242 16,-4 2-521-16,-2 1-250 0,0-2-136 0,-3 2-111 15,1 2-83-15,-2 0-52 0,2 3-33 16,-2 1-24-16,1 7-18 0,-2 3-16 0,1 6-9 15,0 10-5-15,0 11-3 0,2 12 4 0,1 8 3 16,1 12 2-16,0 7 1 0,3 3-1 0,2 2-2 16,3 0-7-16,5-1-5 15,1-5-2-15,7-6-7 0,3-8-18 0,3-7-39 0,1-9-83 16,4-6-169-16,1-9-263 0,4-4-337 16,-1-10-430-16,0-4-449 0,-1-4 25 0,2-4 871 15</inkml:trace>
  <inkml:trace contextRef="#ctx0" brushRef="#br1" timeOffset="14700.27">6823 3580 159 0,'-14'-10'753'16,"0"4"447"-16,0-1 138 0,-2 3-62 16,0 2-402-16,3 2-303 0,-2 1-160 0,0 4-95 15,-2 5-77-15,1 2-78 0,-1 5-57 16,3 6-35-16,-2 6-19 0,5 4-10 0,-2 4-8 15,5 5-15-15,2 5-8 0,1-1-4 0,2 2-5 16,4-4-6-16,3-7-4 0,1-4 2 16,3-6 2-16,2-7 2 0,0-6 0 15,3-8 2-15,1-6 1 0,-1-9 1 0,1-7 6 16,0-9 1-16,0-9 1 0,-1-3 3 0,-2-7-6 16,0 0 0-16,-3-1-9 0,-2 1 0 0,-1 5-1 15,-3 5-2-15,-1 4 5 0,-1 6 3 0,0 5 1 16,-1 2 0-16,-1 9-1 0,-1 4 0 15,1 5-2-15,2 10-1 0,0 6 6 0,4 5 1 16,0 7 4-16,4 5-5 0,0 2-1 16,3 3-1-16,1 3-6 0,1 0-3 0,3 2-2 15,-2 0 2-15,4-1-2 0,-1-3-18 0,-1-4-61 16,0-5-67-16,1-5-74 0,-4-7-132 0,4-5-208 16,-6-5-316-16,3-9-241 0,-4-4-203 15,-2-7-54-15,-2-8 403 0,-1-1 541 16</inkml:trace>
  <inkml:trace contextRef="#ctx0" brushRef="#br1" timeOffset="15101.02">7023 3723 14 0,'6'-3'407'0,"3"7"317"0,-1 7 235 0,0 4 82 16,4 6-275-16,0 6-243 0,1 4-138 16,4 7-62-16,-1 4-14 0,1 4-29 0,-1 6-30 15,2 4-37-15,0 2-27 0,-2 5-28 0,-2 1-47 16,1-1-36-16,-2 2-33 0,-1-6-15 15,-1-3-14-15,0-7-7 0,0-7-1 0,-3-4-5 16,-3-10-1-16,1-5-2 0,-1-5 5 0,-4-8 2 16,-1-6 1-16,-1-8 0 0,-2-6 3 15,-3-8-4-15,-1-8-1 0,-1-8 1 0,0-4 1 16,-6-12 1-16,1-6-2 0,-4-7 1 16,-2-9-4-16,-3-7-6 0,3-4-1 0,0-5 14 15,3 2 15-15,5 5 4 0,0 4 8 0,5 6 20 16,1 13 11-16,2 8-10 0,1 8-10 15,2 10-4-15,-1 6-5 0,2 5-15 16,-1 8-3-16,2 2 4 0,3 8 0 0,0 5 7 0,1 3 4 16,0 9 2-16,2 6-9 0,-2 5-8 15,-1 4-3-15,0 5-9 0,1 3-2 0,-3 6-3 16,0 0 1-16,-1 4 0 0,0 0 0 0,-2 2-1 16,1-1-4-16,-1-1-11 0,0-3-35 15,0-5-68-15,0-3-71 0,0-8-137 0,2-5-236 16,-1-6-314-16,1-10-317 0,1-4-225 0,0-10-50 15,3-6 501-15</inkml:trace>
  <inkml:trace contextRef="#ctx0" brushRef="#br1" timeOffset="15684.91">7497 3600 317 0,'3'0'1013'0,"-3"4"485"0,-6 8-3 15,0 6-252-15,-4 5-499 0,-2 7-266 16,-1 3-151-16,-3 4-104 0,3 2-76 0,-1 3-52 15,3-1-28-15,0 1-22 0,4-3-13 0,3-3-12 16,1-4-8-16,3-7-7 0,4-5-3 16,3-7-2-16,-1-7-1 0,4-8-1 0,2-6-1 15,1-12-4-15,4-6-7 0,-2-6-9 16,2-5-6-16,-1-2-8 0,1-3-5 0,-2 2 0 16,0 1 7-16,-4 3 8 0,-1 4 7 15,-1 7 11-15,-2 3 7 0,-3 6 3 0,-2 4 2 0,-2 8 1 16,0 3-1-16,-2 3-2 0,-1 7 0 15,0 3 0-15,1 7-1 0,1 1 0 0,-1 2 1 16,2 4 1-16,2 1-1 0,1-2 1 16,0 5 0-16,2-3-1 0,1-4 0 0,2-1-7 15,2-2-31-15,-2-4-63 0,2-5-60 0,-2-2-58 16,0-6-87-16,2-4-121 0,-1-5-104 16,-1-5-52-16,-1-5-64 0,-1-3-72 15,0-1 13-15,0-3 155 0,-1-2 235 0,0-1 249 0,0 1 240 16,-2-1 190-16,0 2 120 15,2 3 23-15,-2 3-41 0,-2 4-61 0,3 3-64 16,-1 6-58-16,0 2-41 0,2 6 2 0,1 4-4 0,3 6-7 16,1 2-17-16,-2 4-22 0,3 3-30 15,0 3-50-15,-1-3-40 0,2 4-28 0,-1-3-21 16,2 0-8-16,-2-2-9 0,2-1-2 16,-2-4-1-16,-2 0-1 0,1-5-5 0,-1-2 3 15,-3-4 1-15,-1-4 0 0,-3-4 0 16,1-3-2-16,-3-3 5 0,0-4-5 0,-3-3-1 15,1-1 0-15,-3-1-3 0,1-1-2 0,-2-2-19 16,1-1-34-16,0 1-44 0,0 0-39 16,2-1-39-16,0 1-69 0,0-1-104 0,1-1-122 15,4 1-176-15,1 3-249 0,3 0-231 16,2 2-62-16,3 0 272 0,0 4 422 0</inkml:trace>
  <inkml:trace contextRef="#ctx0" brushRef="#br1" timeOffset="15984.71">8118 3554 393 0,'3'3'1092'0,"-3"1"497"0,-3-1-54 0,-1 1-355 16,-2 4-435-16,-4 1-259 0,2 1-164 0,-3 1-119 15,1 4-72-15,2 0-44 0,-4 4-28 0,4 3-17 16,-2 3-12-16,1 2-7 0,3 1-7 16,3-1-4-16,1 2-5 0,2-5-3 15,2-2-4-15,2-3-1 0,4-6-2 0,0-3 0 0,3-5-2 16,2-7-3-16,-1-6-6 0,4-6-8 0,0-5-9 15,0-6-12-15,-2-2-7 0,3-2-3 16,-4-3 5-16,0 3 5 0,1 4 11 0,-3 2 12 16,-2 7 8-16,-1 4 8 0,-1 3 5 0,-2 7 5 15,-2 7 3-15,0 5 4 0,-3 5 1 16,2 6-1-16,-1 5 0 0,-1 4-2 0,3 2-3 16,0 2-1-16,2 1-3 0,1 2-7 15,3-1-44-15,3-2-81 0,-1-1-128 0,2-1-250 16,3-4-308-16,1-3-387 0,0-2-375 15,0-4-89-15,0-7 556 0</inkml:trace>
  <inkml:trace contextRef="#ctx0" brushRef="#br1" timeOffset="16433.08">8444 3246 116 0,'-8'-26'665'0,"0"2"458"15,-1 5 137-15,1 2-50 0,2 3-318 16,1 4-244-16,2 3-167 0,-1 1-111 0,0 4-75 16,1 2-77-16,3 6-87 0,3 6-66 15,3 5-31-15,2 6-14 0,3 8-2 0,3 7-1 16,2 6-1-16,1 6 10 0,1 4 0 15,1 7-1-15,0 2-8 0,-2 1-2 0,0 0-1 16,1-1-6-16,-1-3-4 0,-2-2-1 0,2-5-1 16,-4-6-8-16,2-5-20 0,-3-2-40 0,-3-8-70 15,-3-4-68-15,-3-6-128 0,-3-2-211 16,-3-5-307-16,-4-5-300 0,-3-4-216 0,-3-4-112 16,-4-6 408-16,-3-1 612 0</inkml:trace>
  <inkml:trace contextRef="#ctx0" brushRef="#br1" timeOffset="16626.47">8303 3664 413 0,'8'-7'991'0,"2"2"271"0,-4 1-76 16,3 1-224-16,1 3-449 0,0 1-210 16,4 2-96-16,-1 0-43 0,4 4-28 0,-1-2-22 15,6 2-29-15,0-1-38 0,0-1-22 0,5 0-16 16,0-3-4-16,3 0-44 0,0-2-66 0,0 0-167 15,0-3-291-15,-2 0-280 0,1 0-314 16,-4-2-221-16,0 1 102 0,-2-3 608 0</inkml:trace>
  <inkml:trace contextRef="#ctx0" brushRef="#br1" timeOffset="16951.46">8914 3546 21 0,'-5'5'658'0,"-1"1"769"15,-2 4 238-15,-3 2-252 0,3 4-401 0,-2 2-415 16,1 3-218-16,0 2-155 0,2 1-85 15,2 2-49-15,0-1-34 0,4-1-20 0,2-1-14 0,1 1-10 16,4-4-5-16,-1-1-3 0,6 0-4 16,0-2 0-16,1-6-2 0,3 0 0 0,0-5-2 15,2-5-8-15,-1-1-14 0,1-4-27 16,1-6-46-16,-1-1-60 0,-3-3-57 0,2-2-42 16,-5-2-19-16,1 0 8 0,-5 0 50 0,1-1 86 15,-2 4 63-15,-1 1 50 0,-1 2 56 16,-2 1 60-16,1 4 54 0,2 1 26 0,-3 3 22 15,1 3 4-15,0 3-27 0,0 4-38 16,3 6-34-16,1 3-25 0,-1 1-23 0,1 8-21 16,3 0-10-16,-2 4-9 0,2 3-4 0,2-1-4 15,-2-1-4-15,3-1-16 0,2-3-53 0,-2-3-69 16,0-5-83-16,-2-5-153 0,0-2-231 16,1-5-323-16,-4-5-274 0,1-4-196 15,-3-4 34-15,1-6 523 0</inkml:trace>
  <inkml:trace contextRef="#ctx0" brushRef="#br1" timeOffset="17114.58">9291 3943 49 0,'-3'-26'395'0,"-1"2"370"0,-1-1 312 0,0-1 11 0,0 4-250 16,2 0-197-16,-2 1-106 0,4 1-83 16,-1 2-75-16,2 2-68 0,0 2-55 0,0 1-62 15,3 4-61-15,-1 1-52 0,3 2-33 16,0 1-19-16,1 1-9 0,2 3-6 0,0-2-4 16,1-2-3-16,1 2-3 0,2 0 0 0,1-1-13 15,1-1-57-15,-1 1-63 0,3 0-62 16,-2-2-116-16,3-1-184 0,-1 4-313 0,1-1-241 15,1 2-212-15,4 1-114 0,0-1 326 16,-1 2 539-16</inkml:trace>
  <inkml:trace contextRef="#ctx0" brushRef="#br1" timeOffset="17430.55">9761 3634 211 0,'0'-2'807'0,"-3"2"520"15,-2 0 186-15,0 4-203 0,-4 0-424 0,0 2-303 16,-1 3-165-16,-2 3-121 0,0 3-101 0,0 1-67 15,2 6-38-15,1 0-26 0,2 2-17 0,1 3-14 16,5 0-11-16,1 1-7 0,3 2-6 16,4-5-5-16,0-5-3 0,3-1-3 0,2-8-1 15,1-7-3-15,2-7-5 0,0-9-9 16,0-7-9-16,0-4-10 0,-2-6-11 0,1-1-6 16,-3-4 0-16,1 0 6 0,-2 2 11 0,-2 4 12 15,-2 2 13-15,0 3 14 0,-3 8 11 16,-1 4 6-16,-2 2 6 0,0 6 2 0,-2 5 0 15,1 4-5-15,-1 6-5 0,-2 3-4 0,4 3-5 16,0 4-1-16,3 0-4 0,1 0-1 16,1 0-2-16,5 3-13 0,-2-3-45 0,4-1-79 15,-2 1-114-15,2-3-197 0,1-2-307 16,2 0-367-16,3 0-347 0,0-4-139 0,1 0 354 16,1-3 700-16</inkml:trace>
  <inkml:trace contextRef="#ctx0" brushRef="#br1" timeOffset="18033.07">10191 2712 58 0,'3'-10'465'0,"-1"8"312"0,3-2 240 0,4 6 73 16,2 2-331-16,7 4-205 0,4 3-51 15,2 2-13-15,4 2-39 0,0 2-71 0,2 2-63 16,2 5-55-16,-2 2-66 0,3 3-53 0,-3 5-40 16,0 3-21-16,0 5-15 0,-3 4-15 15,-1 8-10-15,-1 5-10 0,0 9-8 0,-1 5-10 16,-2 9-5-16,-3 4-4 15,0 6-3-15,-1 5 0 0,0 5-2 0,-2 3-1 0,-2 2-3 0,1-1-14 16,-3-3-25-16,-2-5-56 0,-2-7-76 16,-1-6-123-16,0-9-217 0,-4-7-305 0,-1-7-355 15,-2-8-293-15,-5-10-122 0,-2-7 423 16,-3-12 687-16</inkml:trace>
  <inkml:trace contextRef="#ctx0" brushRef="#br1" timeOffset="23370.76">2913 5952 84 0,'3'-14'434'0,"-1"2"335"0,0 2 295 0,-1 1-13 16,-1 1-271-16,0 1-110 0,0 1-58 0,0 4-74 15,0-3-98-15,0 4-79 0,0 0-61 0,0 1-77 16,0 0-75-16,0 0-49 0,-3 1-33 16,1 0-21-16,-1 4-16 0,-1 1-10 0,-1 3-7 15,0 6-1-15,-1 2 6 0,3 5 3 0,-2 5 3 16,3 4 5-16,-2 5-4 0,2 5-3 0,1 1-8 15,2 5-3-15,1 4-4 0,2 3-5 16,-2 4 3-16,3 4 2 0,-1 2 4 0,3 2-2 0,-1-1 1 16,3-2 2-16,1-4-2 0,1-1-3 15,2-6-1-15,0-3-1 0,2-5 0 0,0-5-6 16,2-4-2-16,-1-3-1 0,1-6-2 0,1-3-1 16,2-6-1-16,-1-2 5 0,-1-5 1 15,2-4 2-15,0-5 1 0,0-3 0 0,0-5 1 0,-1-5-1 16,2-2 2-16,-1-6-1 0,-2-6 4 15,2-1 2-15,-3-6-2 0,-1-1 0 0,1-6-2 16,-2-2 1-16,1-1-4 0,-5-2-3 0,2-1 2 16,-3-4 2-16,0 1 0 0,-3-2 0 0,0 1 0 15,1 1 1-15,-3-1-2 0,1 4 1 0,-1 3 7 16,0 2 6-16,-1 3 3 0,-1 5 2 16,1 3-3-16,-3 3-1 0,1 3-5 0,1 4-3 15,-3 3 1-15,0 0 0 0,0 5 4 0,2 2 1 16,-2-1 1-16,0 5-1 0,0 0-1 15,0 4-1-15,0-4-4 0,0 3-7 0,0 2 0 16,1 0 0-16,-1-1 0 0,0 1 0 0,0 1 0 16,0-3 0-16,0 3 0 0,0 0 0 0,0 0 0 15,0 0 0-15,0 0 0 0,0 3 0 0,0-3 0 16,0 0 0-16,0 3 0 0,2-1 0 0,-2 3 0 16,0 1 0-16,0 3 0 0,-2 3 0 0,2 3 0 15,-1 3 0-15,-1 5 0 0,1 2 0 0,-1 4 0 16,0 7 0-16,2 3 0 0,0 3 0 15,2 2 0-15,1 7 0 0,2 1 0 0,3 3 0 16,1 1 0-16,1-1 0 0,1-1 0 16,5 0 0-16,-2-5 0 0,3-3 0 0,-1-4 0 0,5-3 0 15,-1-5 0-15,-1-5 0 0,3-4 0 16,-1-4 0-16,2-4 0 0,-2-5 0 16,1-3 0-16,2-6 0 0,-3-3 0 0,2-5 0 15,-1-2 0-15,-1-3 0 0,-2-5 0 0,1-1 0 16,0 0 0-16,-3-5 0 0,0 2 0 0,-4-5-73 15,-2 5-257-15,-2-1-261 0,-1 1-343 16,0 0-438-16,-3 1-496 0,1 1 5 16,-3 3 937-16</inkml:trace>
  <inkml:trace contextRef="#ctx0" brushRef="#br1" timeOffset="24870.84">5091 6044 48 0,'-5'-5'319'16,"3"0"229"-16,-1 0 227 0,0 3 21 0,1-2-95 15,-1 2-85-15,1-2-77 0,1 2-73 0,-1-2-42 16,1 3-15-16,-2 0-43 0,3-1-41 16,0 1-40-16,-2 1-33 0,2 0-47 0,0-2-55 15,0 2-43-15,2 0-29 0,-2 0-15 0,0 0-13 16,3 0-8-16,-2 0-7 0,-1 0-7 16,0 2-6-16,0-2-5 0,2 0-5 0,1 1 2 15,2 3 1-15,1 2 4 0,4 4 8 0,2 2 5 16,3 4 4-16,2 5-4 0,5 3-3 15,-1 4-3-15,4 3-8 0,2 4-4 16,3 3-1-16,-2 2 5 0,2 5 3 0,0 2-1 16,2 0-1-16,-2 1 0 0,2-2-5 0,-1 2-4 15,-1-3-5-15,-1 1-2 0,-1-4 0 0,-2 0 0 16,1-7-1-16,-2 1 0 0,-3-3 1 16,0-2 1-16,-1-2-2 0,-2-4 1 0,-2-1-1 15,-1-4 1-15,-2-2-2 0,-1-1 1 16,-2-4 0-16,0 0-1 0,-3-5 0 0,-2 0 0 0,1-2 0 15,-4-1 0 1,3-3 0-16,-3 0 5 0,0-2 4 0,0-2 5 0,1-2 2 0,-1-2 3 16,0-3-17-16,0-1-3 0,0-6 0 15,1 1 0-15,0-2 0 0,-1-6 0 16,0 0 0-16,1-2 0 0,-1-4 0 0,0-3 0 0,0-1 0 16,-1-7 0-16,1-1 0 0,0-9 0 15,0-1 0-15,-1-7 0 0,-1-1 0 16,2-3 0-16,-1 0 0 0,0 4 0 0,-1-1 0 0,-1 6 0 15,0 2 0-15,-3 3 0 0,1 1 0 16,-1 5 0-16,-3 2 0 0,0 4 0 16,1 1 0-16,0 2 0 0,-1 5 0 0,1 4 0 15,-1 3 0-15,1 2 0 0,2 5 0 0,-2 2 0 16,2 3 0-16,1 1 0 0,-1 4 0 0,-2 1 0 16,1 3 0-16,-1 5 0 0,2 1 0 15,1 1 0-15,-2 3-97 0,2 2-241 0,-1 3-264 16,1-1-341-16,2-1-433 0,2-1-470 15,1 0 0-15,0-1 933 0</inkml:trace>
  <inkml:trace contextRef="#ctx0" brushRef="#br1" timeOffset="26080.37">7646 5934 226 0,'0'-12'576'0,"0"0"310"0,0 1 177 16,-2 2-148-16,2 3-245 0,0-1-90 15,-1 2-39-15,-1 0-44 0,2 3-72 0,0 0-82 16,0 0-62-16,0 2-76 0,2 0-69 0,-1 2-49 16,1 4-24-16,1 3-10 0,0 5-2 0,2 7 3 15,1 7 2-15,-1 9 2 0,3 4-4 16,-2 8-6-16,3 7-4 0,-2 6-9 0,1 8-2 15,-2 2-6-15,3 3-2 0,-2 1-6 16,1-1-2-16,3-2-4 0,-2-8-5 0,1-4-4 16,4-7-2-16,-1-8-1 0,-2-5-2 0,5-7-1 15,-4-7 0-15,2-4-1 0,1-9-1 16,-1-3 1-16,-1-8 0 0,1-6-1 0,-2-6 1 16,1-7-1-16,0-7 2 0,-2-5 1 15,3-4 2-15,-1-4-1 0,0-3 2 0,-1-2 0 16,1 1 0-16,-1-1 0 0,1 3-2 0,-2 0 1 15,0 5-1-15,0 3 0 0,-3 6 0 16,1 3-1-16,-1 4 1 0,1 6 0 0,1 3 0 16,0 5 1-16,1 5 1 0,5 5 0 0,-2 6 1 15,5 3 0-15,-1 5-1 0,0 4 0 16,4 4-1-16,-1 2-1 0,1 4-1 0,2 2 1 16,-1 2-1-16,4-2 1 0,-4 1 0 0,2-3 0 15,0-3 0-15,-1-6 0 0,-2-3-1 0,0-6 0 16,0-2-1-16,-4-7 1 0,2-3 0 15,-4-7 1-15,0-2 0 0,-2-9 0 0,0-3 1 16,-2-5 0-16,-2-4 2 0,0-6 2 16,-2-3 2-16,1-2 1 0,-2-4-1 0,-3-4 2 15,1-1-1-15,-3-4 0 0,1-5-2 16,-3-4-2-16,0-4 0 0,-3-3-1 0,0-4 3 16,-2-4 5-16,-2-1 6 0,-3 1-15 0,0 1-2 15,-3 1 0-15,-1 7 0 0,0 4 0 0,-3 6 0 16,1 6 0-16,-2 6 0 15,1 7 0-15,-2 6 0 0,3 3 0 0,2 6 0 0,3 5 0 16,-2 2 0-16,5 4 0 0,0 3 0 16,1 1 0-16,0 0 0 0,4 4 0 0,-2 2 0 15,4 1 0-15,-1 3 0 0,2-1 0 0,2 3 0 16,-1-1 0-16,4 2 0 0,-2 1 0 16,-1 2-188-16,0-1-176 0,-2 2-265 0,0 2-333 15,0 1-417-15,0 0-344 0,0 1-12 16,-2-1 775-16</inkml:trace>
  <inkml:trace contextRef="#ctx0" brushRef="#br1" timeOffset="27906.79">3149 7779 57 0,'-5'-5'333'0,"2"0"226"0,0 3 215 0,0-2-13 16,1 2-115-16,0-2-89 0,1 3-65 0,1 0-62 16,-2-1-68-16,1 1-63 0,-2 1-68 15,3-2-49-15,-2 2-33 0,2 0-7 0,0 0-8 16,2 2-3-16,-2-1 2 0,3 2 7 0,-2 2-6 15,1 2-15-15,-1 3-13 0,1 1-3 0,1 3-14 16,1 1-19-16,-1 3-16 0,3 1-12 0,1 2-6 16,0 3-9-16,3 2 0 0,-1 1 0 15,4 2-1-15,1 5 8 0,3-1 4 0,1 3-4 16,4 1-6-16,5 1-4 0,1-1 0 0,2-2-7 16,4-1-3-16,2-3-3 0,2-3 0 0,3-4 3 15,3-4-1-15,4-2 0 0,-1-5-1 16,2-3 1-16,-1-4 0 0,4-4-4 0,0-4-3 15,-1-1 0-15,4-4 0 0,0-2-1 0,2-3-6 16,3-1 2-16,0-3 1 0,0 0-1 16,0 0 0-16,2-1-2 0,0 1 5 0,-1 0-1 15,-2 1 0-15,0 4 1 0,-1-1 1 0,1 1-5 16,-3 4-4-16,1 4-3 0,-5 0-1 0,-2 3 3 16,-3 4 3-16,-6 1 6 0,-1 3 3 15,-1 3 1-15,-6-1 0 0,-3 2-4 0,-3 3-3 16,-1-1-1-16,-4 1 0 0,-2 0 1 0,-4-2 0 15,0 1 0-15,-3-2 1 0,-1-1-1 16,-4-1 1-16,-2-1 0 0,-1-1 3 0,0-1 6 16,-2-3 6-16,0 1 4 0,-3-2 3 15,2-2 2-15,-2-1-5 0,-2 0-4 0,-1-3-7 16,2 0-4-16,-1-4-4 0,2 0-1 0,0-4-1 16,0-1-1-16,3-2 2 0,2-1-1 0,-1 0 0 15,3-1 0-15,1-3-1 0,3 3 1 16,0-2-1-16,3 0 0 0,0 2 0 0,2-2-1 15,3 4 1-15,0-1-1 0,0 3 2 0,3 2 0 16,0 1 1-16,2 5 0 0,3 1 2 16,2 3-1-16,1 5-1 0,1 3 0 0,1 1 0 15,4 4-1-15,0 2-1 0,1 2 1 0,-1 4-1 16,2 0-1-16,0 0 0 0,3-1-1 16,0 2 1-16,3-5 0 0,1 0 0 0,2 0 1 15,2-4 2-15,3 0 2 0,-1 0 1 16,6-3 0-16,3 0 8 0,5 0 6 0,6-4 1 15,2-5-1-15,6-2 0 0,3-7-4 0,3-5-4 16,4-5-4-16,4-9-1 0,4-3 1 0,2-9 0 16,7-8 1-16,2-4 0 0,2-4 0 15,-2-6 0-15,3-3-1 0,-4-2-1 0,2-1 2 16,-6 1-1-16,-2-1-2 0,-8 1-2 0,-7 4 0 16,-4 2-1-16,-9 2-3 0,-10 8 0 15,-9 5-2-15,-12 5-2 0,-12 8-5 0,-9 4-5 16,-10 9-4-16,-8 2-6 0,-8 7-9 0,-4 4-10 15,-7 3-18-15,-3 3-40 0,-4 2-72 16,-3 1-105-16,-1 1-208 0,-1 2-296 0,-2 0-343 16,0 2-337-16,-2-2-146 0,0 1 349 15,2 2 738-15</inkml:trace>
  <inkml:trace contextRef="#ctx0" brushRef="#br1" timeOffset="29090.53">3623 9368 119 0,'3'-6'712'0,"2"2"459"0,-3 1 114 0,1-1-98 16,-1 4-331-16,-1 0-269 0,-1 0-153 0,2 0-83 16,-2 0-57-16,2 0-61 0,-2 0-74 15,1 0-54-15,-1 3-37 0,2 0-23 0,-1 2-13 16,-1 2-5-16,0 5-3 0,3 1-2 0,-3 2 0 16,3 2 1-16,-3 6-2 0,2 0-3 0,1 4-2 15,-1-2-2-15,1 2 1 0,-2 2-1 16,3 1-2-16,-3 2 1 0,3 0 3 0,-3 1 2 15,1 4-1-15,1-1 0 0,-3 2 1 0,-2 0-5 16,1 5-7-16,-1 0-3 0,-3 2-3 0,2 0-2 16,-2 3-2-16,-1-2 4 0,1-1 0 15,-1-1 1-15,3-4-1 0,1-1 0 0,1-7 0 16,1 1 0-16,0-6 0 0,0-4 0 0,1-3 2 16,3-2 0-16,0-3 1 0,2-1 6 15,2-3 3-15,2-1 1 0,4-3 0 0,0-2 1 16,3-1-2-16,1-2-3 0,4-5-2 0,3 0-1 15,1-5 1-15,-1 0-1 0,4-4 1 0,1-2-5 16,1-3-2-16,1 1-3 0,0-2-1 16,-1 1-2-16,-1-4-1 0,0 5 2 0,-1-1 1 15,-1 3 0-15,-4 1 0 0,1 2-4 0,-6 3-10 16,0 3-16-16,-2 1-31 0,-4 2-72 16,-2 1-92-16,0 2-176 0,-1 1-286 0,-2-1-341 15,1 1-385-15,-1-1-221 0,2-2 141 0,0-2 753 16</inkml:trace>
  <inkml:trace contextRef="#ctx0" brushRef="#br1" timeOffset="29469.79">4654 10030 314 0,'2'-4'1142'0,"-4"2"555"0,-1-3-124 0,-3 3-332 15,-5 0-505-15,1 0-260 0,-3 2-179 16,-2 0-110-16,-1 4-59 0,-3-2-36 0,3 3-24 15,-4 1-17-15,-1 1-14 0,2 5-14 16,0 2-9-16,-1 4-6 0,2 5-6 0,-1 4-2 16,3 3-2-16,2 2 4 0,1 0 2 15,3 1-1-15,3-3 1 0,2-1-2 0,4-3 0 16,1-4-2-16,3-5-1 0,2 0-1 16,4-7 3-16,1-1 3 0,1-7 1 0,4-3 0 15,2-6 0-15,1-6 1 0,3-5-4 0,-2-4-2 16,3-5-1-16,0-2-1 0,-1 1 0 15,1-1 0-15,-2 2-1 0,-4 3 1 0,1 3-1 0,-2 4 1 16,-3 4 1-16,0 4 0 0,-3 3 0 16,0 5 2-16,-1 4 0 0,0 4 2 0,-1 6-1 15,2 5 0-15,-3 7-1 0,1 0 0 16,-1 5-1-16,3-3-1 0,-1 2-2 0,4-1-9 16,0-1-15-16,1-1-28 0,4-4-65 15,-3-2-84-15,4-2-154 0,-1-3-279 0,5-2-334 16,2-3-393-16,2 0-263 0,0-4 21 0,3-3 700 15</inkml:trace>
  <inkml:trace contextRef="#ctx0" brushRef="#br1" timeOffset="30034.58">5298 9368 113 0,'3'-14'691'0,"0"4"460"16,-1 3 110-16,1 1-142 0,-1 3-381 0,2 6-217 0,2 3-113 16,1 6-64-16,1 5-41 0,4 5-33 15,-1 7-26-15,5 3-69 0,0 6-49 16,1 6-31-16,1 4-19 0,1 3-11 0,-3 2-19 16,3 5-14-16,-1 0-8 0,-3-2-7 0,2 2-5 15,-3 1-4-15,2-2-4 0,-3-2-2 0,0-4-2 16,-1-2-2-16,-4-2 0 0,0-4-3 15,-3-5-8-15,1-6-15 0,-1-4-27 16,-4-6-61-16,1-4-75 0,-4-8-134 0,-3-4-221 16,2-8-308-16,-4-5-341 0,0-11-266 0,1-5-89 15,-2-8 485-15,-1-9 646 0</inkml:trace>
  <inkml:trace contextRef="#ctx0" brushRef="#br1" timeOffset="30573.66">5391 9463 223 0,'-5'-24'859'0,"-1"9"472"0,1-3 114 16,-1 8-136-16,3 1-462 0,1 1-303 16,1 4-166-16,-1-1-110 0,2 1-93 0,0 1-79 15,0 2-49-15,2-1-29 0,-1 0-11 0,4 1 0 16,3-1 0-16,1 1 2 0,3-2 1 16,3 1-1-16,1 2 1 0,3 0-6 0,3-3-1 15,-1 6 0-15,4-3 0 0,2 5 1 16,1 3 1-16,2 0-1 0,-1 5 2 0,-1 3 2 15,-1 4 2-15,-1 6 4 0,-3 3 5 16,-1 4 4-16,-3 4 4 0,-6 4 2 0,0 2-2 0,-4 4-4 16,-3 2-2-16,-4-1-3 0,-2 4-6 15,0-5-4-15,-5 1 0 0,0-3-2 0,-1-3-1 16,0-4-1-16,1-4-2 0,0-5 0 16,0-7-2-16,2-2 1 0,0-6-1 0,-1-1-2 15,2-5 0-15,1 1-1 0,-1-3-2 16,2-4 0-16,0 0 0 0,3-2 1 0,0-4 0 15,2-2 1-15,1-3 2 0,2 1-1 0,2-3 1 16,2 1-1-16,1-1 0 0,4 2 1 16,-1 2-1-16,3-1 0 0,-1 4 1 0,2 0 0 15,-1 4 1-15,-1 0-1 0,0 4 1 16,0 0 0-16,-1 2 0 0,-4 2 2 0,1 1-1 16,-3 3 1-16,-2 0 1 0,-2 3 1 0,-4 2 1 15,0-1-1-15,-4 3 0 0,-3 1 1 16,-2 2-2-16,-3-1 1 0,-1 1-2 0,-3 3-1 15,-2-1 2-15,-4-2-2 0,0 2 0 0,-5 0 0 16,2-3 0-16,-2 2-1 0,0-4-1 16,-1-1 0-16,3-1-1 0,1-4 0 0,2 0-1 15,2-1 0-15,3-5-2 0,1-3-4 0,2-1-13 16,3-1-30-16,3-5-71 0,2-3-79 16,3-1-157-16,3-5-285 0,2-4-331 0,3 0-370 15,3-2-225-15,2 0 36 0,6-2 688 16</inkml:trace>
  <inkml:trace contextRef="#ctx0" brushRef="#br1" timeOffset="31473.55">6711 10056 25 0,'22'0'292'0,"-4"1"185"0,1-1 168 16,-2-1 14-16,-1 1-181 0,-2-3-106 15,2 1-24-15,-5 0 4 0,2-3 17 0,-4-2 1 16,-1 2-22-16,0-3-35 0,-2 1 0 15,1-3 25-15,-3 3 22 0,1-2-14 0,-3 0-22 16,0 1-28-16,-2 0-52 0,-2-1-59 0,0 1-52 16,-1 1-33-16,-2 1-20 0,-3 1-14 15,-1 0-12-15,-1 4-12 0,-2 0-9 0,-4 2-9 16,0 2-6-16,-1 5-5 0,-4 0-5 0,-1 5-2 16,-2 4-2-16,-1 0-1 0,-2 5-1 15,2 4 0-15,3 3-2 0,-2 2 0 0,2 2 0 16,4 3 0-16,1 5 0 0,4-1 0 15,4 5-2-15,1 2 1 0,5-1-1 0,4 2 0 16,3-1 1-16,2-3 1 0,5 0 0 16,0-3 1-16,6-3-1 0,-1-5 1 0,6-3-3 15,0-5 0-15,1-6-1 0,4-1-1 0,-2-10 1 16,3-3 0-16,-1-3 1 0,-2-7 0 16,1-3-1-16,-2-4 1 0,-1-5-1 0,-2-1 1 15,-4-3 1-15,0-1 1 0,-4-1 0 0,-3 1 1 16,1-2 2-16,-6 1 0 0,-1 3 0 0,-4 2 0 15,-3-1 1-15,0 3 0 0,-5 1 1 16,-1 4-2-16,-3 0 0 0,-2 3 0 0,-2 3-1 16,-1 2-1-16,0 4 1 0,-4 4-2 15,2 3-1-15,-3 3-1 0,2 5 0 0,0 5-1 16,1 0-1-16,5 6 0 0,-2 1 0 0,7-2 0 16,1 1-7-16,3-2-15 0,4-3-40 15,2-2-79-15,3-3-114 0,0-1-234 16,4-1-308-16,2-7-380 0,2 1-391 0,1-3-133 0,0 0 447 15,2-3 793-15</inkml:trace>
  <inkml:trace contextRef="#ctx0" brushRef="#br1" timeOffset="34168.19">3351 11337 243 0,'-23'11'515'0,"1"3"246"16,4-2 152-16,1 1-175 0,4-2-207 0,2 1-118 16,3-1-78-16,2-2-89 0,3-2-36 0,3 1-33 15,1 0-25-15,4 1-33 0,5 1 9 0,4-1 8 16,3 0-20-16,9-1 18 0,2 3 6 16,7-3 76-16,4 1 4 0,7-2-2 0,6-1-2 15,8-2-36-15,5-2-27 0,8-2-50 16,7-1-26-16,9-4-13 0,7-1-20 0,7-5-10 0,6-2-3 15,1 0-6-15,5-4-4 0,3 0-2 16,4 0-1-16,5-2-6 0,2 2-6 0,0 1-2 16,0-1 1-16,2 5-2 0,-3 1 0 15,-3 2 1-15,0 4 7 0,-5 1 2 0,-3 1 4 16,-7 2 3-16,-3 1 0 0,-3 1 2 0,-2 1-5 16,-2-1-5-16,-1 3-5 0,-6-2-4 0,-1 1-3 15,-6 0-2-15,-3 0 0 0,-2 2 2 16,-7-3 1-16,0 3 0 0,-3 0 1 0,-3-1 2 15,2 1-1-15,-4 0-2 0,-3-2 0 0,-1 4 1 16,-4-1-2-16,1 0-1 0,-5 0-1 16,-2 1 1-16,0 0 0 0,-3 3-1 0,0-3 2 15,-4 2 1-15,-1 0 0 0,-5-1 0 16,-2-4 1-16,-2-1 2 0,-5-1 2 0,-3-4 3 16,-4-3 0-16,-1-1 3 0,-6-5 2 0,-2-1-1 15,-1-4-2-15,-5 1 0 0,1-4-2 0,-2 1 0 16,-3-2-2-16,1 0-1 0,-1 1 0 15,0-1-2-15,-1-1-1 0,0 1-1 0,2 0 1 16,-2-2-3-16,2-2 0 0,0-2 0 16,0 1 0-16,2-3-1 0,-2-2 1 0,3 0-1 15,-3-4 1-15,1 2-1 0,2-3 0 16,-2 1 0-16,1-2-1 0,-1 0-1 0,-1 0 2 16,2-2 0-16,-2 1 0 0,0-1 2 0,-2-1 1 15,1-1 0-15,-1-2 0 0,-3-2-1 16,1-5 0-16,-1-1-1 0,-1-4-2 0,-1-3-1 0,-1-4-2 15,0-4-1-15,0-4 2 0,-2-1 1 0,0-5 0 16,-1-3 1-16,3-3 2 0,0-3-1 16,1 1-2-16,-1-3-1 0,1 4 0 15,-1 4 2-15,-2 3 2 0,-1 8 0 0,-2 5 1 16,0 4 2-16,0 4-1 0,-3 5 0 0,0 5-1 16,-2 3 0-16,-2 4-1 0,0 2 0 15,-4 3 0-15,1 2 0 0,0 4-1 0,-2 2 1 16,0 1-1-16,0 5 1 0,0 2 1 0,0 3 0 15,0-1 1-15,1 3 1 0,1 4 0 16,0 1 0-16,0 1-1 0,-2 2 1 0,1 1 1 16,-1 1-1-16,0 2 1 0,1-1 0 15,0 2 2-15,0 0 1 0,0-1 1 0,0-1 0 16,-1 0 0-16,2 0 0 0,-1-1-1 0,-3-1-1 16,3-1 0-16,-5-1-1 0,-1-1-1 15,0-1-1-15,-5 0-1 0,0 1-1 0,-2-1-1 16,-1 1-1-16,-5 0 1 0,0 1-1 0,-2 1 2 15,-2 1 2-15,-1-1 4 0,-4 1 1 16,2 1 1-16,-2 0 2 0,3 1-1 0,-2-4-2 16,0 3-3-16,2 0-1 0,0-1 0 0,1 0-2 15,-1 1-1-15,2 0 0 0,0 1-1 16,2 0 0-16,1 0 0 0,1 1-1 0,-2 0-1 16,4 3 1-16,-2-2-1 0,1 3 1 15,-2 1 0-15,1 0 1 0,-1 1 2 0,-1-1-1 16,1 1-1-16,-1 1-4 0,0 2-1 0,-2-3-1 15,1 2-1-15,-1-1-1 0,-3-1 4 16,2 1 1-16,-3-1 1 0,2 1 0 16,1-1 5-16,-3 2 0 0,3-1 2 0,1 1 1 15,1-1-1-15,0 3 2 0,0-3-4 0,3 3 0 16,0-1-1-16,1-1-4 0,2 0-1 0,1-2-2 16,4 2 0-16,0-3-1 0,1 0-2 15,2 0 5-15,0 1 0 0,1-1 2 0,-1-2 1 16,2-1-1-16,-1 0 1 0,2 0-1 0,-3-2 1 15,2 0-1-15,-3-1 0 0,1 2 0 0,-1-2 1 16,-1 0-1-16,1 0 0 16,-1 0 4-16,-2 2 2 0,1-1 0 0,-2 1 1 0,-1 1-1 15,0 0 1-15,-1 1-3 0,-2 1-1 0,-1 1-5 16,1 0-2-16,-2 1 0 0,0 1-1 16,-1 1-1-16,-1 0 0 0,-1-2 2 15,0 2 3-15,-2-1 1 0,-1 0 0 0,1 1-1 0,-2-1 5 16,-2-2 1-16,0 2 2 15,1-2-1-15,-1 0 0 0,-1 1 1 0,1-2-3 16,-1 1 0-16,0-2-5 0,0-1-1 0,1 0-1 0,-1 0-2 16,4 0 0-16,-2-3-2 0,2 2 5 15,3-1 0-15,-2-1 2 0,2 0 0 0,3 0 0 16,0 1 0-16,3-1 0 0,2 0-1 0,3 3 1 16,2-2 4-16,2 0 3 0,2 0-1 0,2-1 2 15,2 5 0-15,2-5 0 0,3 0-4 0,0 2-2 16,3-2 0-16,-1 0-1 0,3 0 0 15,0 0 0-15,2 3 0 0,0-3 0 0,0 0-1 16,0 0 1-16,2-3-1 0,-1 3 0 0,-1 0 0 16,2 0 0-16,0-2 1 0,-1 2-1 15,1 0 1-15,1 0 0 0,-1 0-1 0,1 0 1 16,1 0 0-16,0 0-1 0,1 0 1 16,0 0-1-16,1 0 1 0,1 0-2 0,-1 0 1 0,2 0-1 15,-3 0 0-15,3 2 0 0,0-2 0 0,-2 3 0 16,2 0 0-16,0-2 1 0,-4 3 0 15,4 0 0-15,-2-1 0 0,1 2 0 0,-1-1 1 16,1 1 0-16,-3 3 0 0,3 0-1 16,-4 0 1-16,3 3 0 0,-1 1 1 0,-2 2-1 0,1 2 2 15,-1 4-3-15,-1 1-3 0,1 4 0 0,0 2-2 16,-1 3-1-16,-2 3-1 0,0 2 4 16,0 4 1-16,-3 1 0 0,3 2 2 0,-3 4 1 15,0 1-1-15,2 6 0 0,-1 1 1 0,-1 3 0 16,0 2 0-16,0 6 0 0,0 4 0 0,0 3 0 15,-1 5-2-15,0 3 0 0,1 5-5 0,1 0-5 16,-2 3-7-16,1 2-11 0,0-2-16 16,1-3-29-16,-1-1-64 0,3-6-75 0,-1-3-120 15,2-6-189-15,3-7-306 0,-1-7-337 0,3-7-241 16,-4-7-103-16,3-6 381 0,-2-6 612 16</inkml:trace>
  <inkml:trace contextRef="#ctx0" brushRef="#br1" timeOffset="38035.89">1721 13815 403 0,'0'9'886'0,"0"-2"301"0,-3 1-7 15,-2-2-297-15,4 0-297 0,-1 0-128 0,-1-4-62 16,6 3-47-16,-3-3-41 0,-3-2-38 0,2 0-55 15,1 0-71-15,0-2-58 0,-2-4-33 0,-1-3-21 16,1-6-14-16,-3-7-8 0,2-6-3 0,2-4-1 16,-1-6-3-16,0-5 0 0,1-4 1 15,1 0-1-15,1 1-1 0,1 1 5 0,-2 3 4 16,2 6 4-16,-1 3 8 0,-1 5 4 0,0 5 3 16,0 5-1-16,0 3-3 0,0 5-4 0,2 1-7 0,-2 6-3 15,3 3-1-15,4 6 2 0,2 8 0 0,0 8 0 16,4 8 2-16,1 10-1 0,-1 6 0 0,4 5 1 15,-4 7 0-15,4 2 2 0,-1 3 1 16,0-2 1-16,0-1-3 0,1-1-2 0,-2-7-3 16,0-4-4-16,-2-9-4 0,2-6-2 0,-3-5-1 15,2-8-1-15,-3-3-1 0,-1-7 0 0,0-5 1 16,-2-5 2-16,-1-7 0 0,-2-7-1 0,-1-9 1 16,2-8-1-16,-4-5 5 0,1-5 0 0,-1-4 2 15,1 0 2-15,0 2-4 0,-1 1-3 0,1 1-4 16,0 5-2-16,-1 5-3 0,1 3-1 0,-1 6 3 15,-1 5 2-15,2 5 1 0,0 1 0 0,0 3 5 16,2 7 2-16,2 2 3 0,-1 5 0 16,3 7 0-16,1 1 0 0,0 6-4 0,0 2-2 15,0 5 1-15,1 2 0 0,1 2 1 0,-2 1-4 16,1-1-2-16,2-2-2 0,-4-1-3 0,1-4-2 16,-1-5-2-16,-1-3 3 0,-1-6 2 0,-1-3 2 15,0-5 1-15,-1-6 5 0,-2-8 3 0,0-7 2 16,-1-9 0-16,-1-5 2 0,1-6 0 15,-2-3-8-15,3 0-4 0,-1 1-1 0,0-1-1 16,-1 7-2-16,2 1 0 0,0 6 2 0,-1 6 2 16,-1 2 1-16,1 7 1 0,-1 4 1 0,3 2 0 15,-1 6 1-15,3 6 0 0,1 4 2 0,0 4 0 16,1 8-1-16,-1 2 4 0,1 5 2 16,1 3 2-16,1 1-4 0,-1 3-2 0,0 1-1 15,-1 0-6-15,0 3-2 0,0-3-4 0,2 0 3 16,-4-4 1-16,2-2 1 0,-2-4-2 0,-1-5 1 15,3-3-8-15,-3-3-13 0,-1-3-31 0,-2-4-65 16,0-4-80-16,-2-4-170 0,0-3-282 0,0-3-332 16,0-3-368-16,0-2-258 0,0-5 61 0,0-2 740 15</inkml:trace>
  <inkml:trace contextRef="#ctx0" brushRef="#br1" timeOffset="38403.26">2586 13416 101 0,'2'-8'809'0,"1"2"728"0,-3 1 106 16,0 4-291-16,0 2-448 0,-3 4-350 0,1 2-206 16,1 4-138-16,-1 6-76 0,2 4-41 0,0 5-26 15,0 6-13-15,2 4-8 0,-1 3-13 16,4 4-8-16,0 4-8 0,2-1-5 0,0-3-8 16,1-3-8-16,0-4 0 0,4-5-1 0,-2-6 0 15,1-7 0-15,3-5 0 0,-1-5 1 0,1-8 2 16,-3-8 4-16,0-5 4 0,0-5 1 15,-1-7-1-15,-4-5-1 0,3-2 2 0,-2-3-3 16,-2-1-2-16,-1 1 0 0,1 1-3 0,0 3-2 16,-3 2-2-16,0 3-2 0,0 3 0 0,0 6 0 15,-1 4 4-15,1 0 0 0,-2 6 3 16,1 3-1-16,1 2 5 0,1 4 2 0,-1 5 1 16,1 4 1-16,0 4 1 0,-1 4-2 0,3 1-4 15,-1 4-2-15,1 2-2 0,1 4 1 0,-1-1-1 16,0 1 1-16,1 0-1 0,2 0-8 0,0-4-16 15,-2-1-38-15,1-6-74 0,0-2-82 16,-2-6-155-16,1-5-250 0,-1-6-329 0,0-6-345 0,0-6-208 16,1-6-4-16,-3-5 591 0</inkml:trace>
  <inkml:trace contextRef="#ctx0" brushRef="#br1" timeOffset="38655.18">2928 13251 223 0,'-2'-17'1138'0,"-1"6"610"0,0 7-154 0,-1 3-357 15,3 4-470-15,-1 3-306 0,1 3-211 0,1 4-105 16,1 2-54-16,2 2-33 0,4 4-20 16,1-1-11-16,0 5-7 0,6-1-3 0,-1 1-3 15,2 1-2-15,1 0-2 0,3 3-4 0,2 0-3 16,-2-1-2-16,3 2-1 0,-2 0-1 0,0 0-1 16,-2 0 2-16,0 2 2 0,-1 1-1 0,-4 0 1 15,-2-1 0-15,-3 3-1 0,-2-2-4 0,-4 0-7 16,-4-3-14-16,-3-4-22 0,-3-3-45 0,-2-7-70 15,-3-7-71-15,-2-8-129 0,-2-7-204 16,0-6-300-16,3-8-288 0,-2-2-218 16,1-8-93-16,1-4 422 0,0-8 594 0</inkml:trace>
  <inkml:trace contextRef="#ctx0" brushRef="#br1" timeOffset="38797.92">3158 13359 177 0,'15'3'921'0,"2"6"688"0,-3 6 22 16,2 4-311-16,-5 7-475 0,2 5-323 0,-1 4-194 15,1 2-135-15,1 4-75 0,-1 0-45 0,0 2-29 16,3-3-21-16,-2 0-11 0,2-5-23 0,-5-7-58 16,1-2-83-16,-2-7-171 0,-4-2-269 15,-1-8-337-15,-3-5-414 0,-6-8-345 0,0-3 34 16,-4-6 801-16</inkml:trace>
  <inkml:trace contextRef="#ctx0" brushRef="#br1" timeOffset="38988.83">3179 13109 664 0,'-11'-38'1824'0,"1"8"76"16,-4 10-461-16,1 8-407 0,0 5-445 16,1 3-314-16,0 6-130 0,2 1-59 0,2 3-29 15,2 1-18-15,1 1-16 0,5 1-10 0,2-1-7 16,2 4-4-16,4 0-10 0,4 0-23 0,2 1-68 16,-1-1-99-16,2 2-238 0,1 1-300 0,1 2-387 15,1 5-483-15,1-1-248 0,-2 3 405 16,-4 1 978-16</inkml:trace>
  <inkml:trace contextRef="#ctx0" brushRef="#br1" timeOffset="40116.68">3775 13750 292 0,'-6'18'808'0,"0"-2"359"0,-1-1 40 0,-1-2-210 16,3-1-361-16,-2-5-170 0,2-1-86 0,2-2-69 15,-2-2-51-15,-2-5-43 0,0-4-58 16,2-7-59-16,2-7-25 0,-2-7-13 0,2-5-12 15,3-7 5-15,-2-5 2 0,4-5 7 0,1-1-16 16,0 0-7-16,2 3 5 0,0 1-3 0,1 8 8 16,-3 6 0-16,2 6-1 0,-2 8-1 15,-1 2-6-15,1 5-4 0,0 6-11 0,-1 7-6 0,3 7-7 16,-1 9-4-16,2 7-4 0,-1 6-3 16,2 4-1-16,-1 3-3 0,3 4-2 0,1-1-2 15,-2 1 0-15,4-2 2 0,-2-3 0 16,1-3 1-16,-2-2 0 0,1-8 0 0,-2-2 1 15,0-6-3-15,-1-3 1 0,0-6-1 0,-1-4 1 16,-1-5-1-16,0-6 3 0,-1-6 0 0,-1-2 2 16,1-4 1-16,-3-3 0 0,3 0 2 15,-3-1-1-15,4 1-2 0,-2 2 0 0,-1 4-2 16,1 4-1-16,1 2-2 0,0 3 1 0,2 5 1 16,2 0 0-16,0 8 1 0,6 3 1 15,-1 3 1-15,2 7 0 0,0 2 0 0,4 3-1 16,-2 1 1-16,2 1 0 0,0 0 0 0,0 0 1 15,0-3-1-15,-1 0 0 16,-1-6 0-16,0 2-1 0,-1-5 0 0,-2-4-2 0,-1 0 0 16,0-4 0-16,-1-5 0 0,-1-4 0 0,-1-5-1 15,2-3 2-15,-4-7 1 16,0-2 1-16,0-5 0 0,-2-5-4 0,1 0-1 0,-4 0-3 16,2-3-1-16,-2 4 0 0,-3 2-2 15,4 4 5-15,-4 2 4 0,0 7 1 0,0 2 0 16,0 4 1-16,-2 2 0 0,0 5-1 15,2 3-1-15,0 5-2 0,2 2 1 0,0 2-1 0,0 3 2 16,1 0-2-16,2 1 5 0,0 1 3 16,1 0 0-16,1 1 1 0,2 0 1 0,-1 1-1 15,0-1-3-15,3-1-3 0,-2-1-2 16,-1 0 0-16,3-5-2 0,-3 1 1 0,0-3 0 16,2 0-1-16,-1 0 2 0,2-2-1 15,-3 1 2-15,3 0-1 0,0 1 1 0,0 1-1 16,3 1 0-16,-2 3 1 0,2 2 1 0,-2 3 0 15,1 5 2-15,1 6 1 0,1 3 0 0,-1 7 5 16,-1 8 1-16,-1 8 6 0,-1 6 4 16,-3 5 5-16,3 7 5 0,-5 6 4 0,-1 1 1 15,0 4-3-15,-5 2-3 0,-2-2-6 16,-2 0-14-16,-3-6-9 0,-2-6 0 0,-1-6 0 16,-3-10 0-16,-2-7 0 0,-3-8 0 0,-2-12 0 15,-2-9 0-15,1-12-16 0,-4-10-31 16,-2-13-47-16,-3-11-79 0,0-12-153 0,0-5-264 15,1-11-331-15,4-5-412 0,4-6-384 16,4-4-22-16,6 0 763 0</inkml:trace>
  <inkml:trace contextRef="#ctx0" brushRef="#br1" timeOffset="40800.15">5933 13034 36 0,'-9'7'537'0,"1"-3"463"16,2 1 225-16,-1-2-67 0,0 0-338 0,2 0-284 16,3-2-122-16,-1 1-75 15,3 1-56-15,-2-2-44 0,4 1-41 0,0-2-54 0,2 0-59 16,6-2-39-16,-1 0 5 0,7-3 8 15,1-2 3-15,4-1 2 0,3-2 6 0,3 0 1 16,1 1-13-16,1-1-13 0,-1-1-4 16,0 4-1-16,-2-1-4 0,-3 4 0 0,-5 2-1 15,1 1 3-15,-5 4 2 0,0 1 1 0,-4 6 0 16,-2 4-2-16,-3 4-5 0,-3 5-5 0,0 4-7 16,-4 5-4-16,-2 5-7 0,1 1-3 15,1 5-3-15,-1 0-2 0,1-2-2 0,2-2-1 16,0-2-1-16,2-2-2 0,1-4 0 15,2-4-3-15,1-4 1 0,2-5-2 0,0-3 1 16,0-5-1-16,4-5 0 0,1-4-2 0,0-4-9 16,1-4-19-16,-3-7-44 0,5-2-79 0,-3-6-126 15,1 2-249-15,0-4-312 16,0 0-382-16,1 1-364 0,-1 1-98 0,-2 3 550 0,1 1 759 16</inkml:trace>
  <inkml:trace contextRef="#ctx0" brushRef="#br1" timeOffset="41259.61">6620 13471 444 0,'-2'12'1297'15,"0"-4"327"-15,1-4-224 0,-4-2-308 16,3-5-474-16,-4-7-243 0,3-2-154 0,-2-5-74 0,2-9-36 16,0-4-16-16,3-5-29 0,0-7-21 15,0-2-14-15,2-3-8 0,1 0-4 0,0 3-8 16,0 1 4-16,2 5 2 0,1 5 2 15,-1 5 4-15,-2 7 2 0,0 2 3 0,0 6-3 16,2 5 0-16,-2 5 1 0,5 6 0 0,-2 7 0 16,4 7-3-16,-2 6-2 0,3 5-6 0,-2 5-2 15,3 3-8-15,0 5-5 0,1-1-4 16,1 1 3-16,-1-2 1 0,1-1 0 16,-3-6 4-16,0-3 2 0,1-5-1 0,0-6-3 15,-3-7-2-15,2-3 0 0,-1-8-1 0,-1-8 1 16,2-6 0-16,-3-10 1 0,0-7-2 15,-1-4 0-15,0-6-1 0,-2-2 0 0,0-1-2 16,1 2 1-16,-1 3 1 0,-2 3 1 0,3 4 1 16,-3 6 0-16,-1 5 1 0,1 3 0 0,-1 4-2 15,1 5 1-15,-1 4-1 0,-1 5-1 16,1 7 1-16,1 3 0 0,0 6 2 0,3 3 0 16,-3 3 1-16,4 3 0 0,-1 5-1 15,2-2-1-15,3 1-2 0,0 2-1 0,2-1-9 16,0-3-16-16,-1-1-43 0,4-3-78 15,-3-5-91-15,2-5-171 0,0-5-289 0,2-4-343 16,-1-6-344-16,3-6-178 0,1-2 141 0,0-4 676 16</inkml:trace>
  <inkml:trace contextRef="#ctx0" brushRef="#br1" timeOffset="41600.51">7339 13032 26 0,'5'-23'575'0,"-1"5"567"0,-4 0 382 0,-1 3-49 15,-4 2-398-15,-1 2-374 0,-1 2-222 0,-1 0-136 16,-1 5-118-16,0 2-83 0,-1 4-50 15,-1 2-31-15,0 7-22 0,1 3-13 0,0 6-9 16,0 6-7-16,2 2-4 0,3 5-2 0,2 2-2 16,1 1-2-16,4 1-2 0,3-2-1 15,1-3-1-15,4-3-1 0,2-6 1 0,3-7-2 16,2-5 1-16,-1-10-6 0,4-7-6 16,-2-6-11-16,1-7-15 0,-2-6-24 0,-1-1-28 15,0-6-19-15,-4 1-10 0,0-2 1 0,-2 0 11 16,-2 1 29-16,-3 4 57 0,0 4 61 0,-3 3 40 15,-1 4 25-15,2 4 11 0,-3 3 1 16,0 5-21-16,-3 3-25 0,2 2-23 0,-1 6-14 16,2 3-10-16,-2 3-7 0,4 4-3 0,-2 1-4 15,3 3-2-15,3 0-1 0,2 2-3 16,0 0-1-16,5 2 0 0,1-1-1 16,3-2-2-16,3 1-6 0,3-1-22 0,-1-4-50 15,3-1-79-15,-2-2-119 0,2-1-214 0,2-3-309 16,0-3-364-16,1-1-324 0,2-3-126 15,-3-3 404-15,0-3 705 0</inkml:trace>
  <inkml:trace contextRef="#ctx0" brushRef="#br1" timeOffset="41773.19">8134 12978 575 0,'5'-5'1662'0,"-2"5"182"0,-3 5-390 0,0 4-377 0,2 2-460 15,2 6-307-15,-2 4-143 0,1 3-64 16,2 3-35-16,1 2-25 0,1 2-18 0,2 0-11 15,1 0-8-15,1-3-7 0,1-1-19 0,-1-4-54 16,-3-7-86-16,3-4-193 0,-4-5-271 0,-3-3-353 16,1-8-443-16,-5-7-365 0,-1-6 120 15,-4-7 929-15</inkml:trace>
  <inkml:trace contextRef="#ctx0" brushRef="#br1" timeOffset="41930.79">7946 12439 314 0,'-25'-31'1472'15,"1"10"420"-15,3 9-348 0,-1 6-408 0,2 6-420 16,2 4-386-16,3 7-173 0,2 1-76 16,5 3-37-16,0 1-19 0,8 1-13 0,2 1-20 15,4-2-57-15,2-1-84 0,2 0-169 0,2 0-269 16,2 1-327-16,5-2-414 0,-3-1-339 16,1 3 37-16,1-1 775 0</inkml:trace>
  <inkml:trace contextRef="#ctx0" brushRef="#br1" timeOffset="42449.28">9281 13251 302 0,'6'-2'803'0,"-3"0"380"0,-2 2 118 16,1 0-168-16,1 2-252 0,-1 1-226 0,0 3-175 0,-1 0-109 15,2 2-95-15,2 3-97 0,0 0-68 16,2 1-40-16,0 0-25 0,3 0-14 0,0-3-11 16,0-1-8-16,1-3-5 0,2-5-2 15,-1 0-2-15,0-5-1 0,0-3 1 0,1-7-1 16,-2-1-1-16,-2-3 1 0,-1-4-2 16,0 2 7-16,-2-3 7 0,-3 1 10 0,-3 2 11 15,0 3 10-15,-1 5 8 0,-5 1-3 0,1 3-5 16,-1 3-28-16,-4 3-18 0,2 3 0 15,-3 7 0-15,2 1 0 0,-1 2 0 0,1 5 0 16,1 1 0-16,1 3 0 0,3 0 0 16,-1-1 0-16,4 0 0 0,1 0 0 0,1-5 0 15,4-3 0-15,-1-1-16 0,1-5-65 0,0-2-77 16,0-6-103-16,0-3-193 0,1-6-293 0,-3-1-360 16,0-5-402-16,-1-4-182 0,-1-1 268 15,-1-3 787-15</inkml:trace>
  <inkml:trace contextRef="#ctx0" brushRef="#br1" timeOffset="43328.45">9135 12094 513 0,'-14'-41'1026'0,"-1"4"255"16,0 4 7-16,2 5-199 0,1 1-362 0,2 6-211 15,0 1-115-15,1 4-77 0,3 1-81 0,-1 4-82 16,4 3-57-16,0-1-32 0,1 5-21 0,1 0-12 15,-1 0-9-15,2 3-5 0,2 1-5 16,-1 5 1-16,3 1 1 0,0 5 2 0,1 2 3 16,3 3 1-16,0 5 2 0,-2 4 0 15,2 0 0-15,2 4-2 0,-1 3 0 0,-1 1-15 16,3 2-13-16,-2-1 0 0,1 3 0 0,1 3 0 16,0-1 0-16,0 4 0 0,1 1 0 15,0 2 0-15,1-1 0 0,-1 0 0 0,1 0 0 16,1-2 0-16,-1-5 0 0,-2 0 0 0,3-4 0 15,-3-5 0-15,3 1 0 0,-4-4 0 16,-2-3 0-16,3-3 0 0,-5-4 0 0,-1-1 0 16,1-4 0-16,-2-4 0 0,-1-2 0 15,0-4 0-15,1-5 0 0,-2-3 0 0,1-3 0 16,0-5 0-16,1-4 0 0,0-5 0 0,1 3 0 16,3-6 0-16,1-2 0 0,1-2 0 15,1 0 0-15,3-5 0 0,2 3 0 0,1-4 0 16,2 0 0-16,-1-1 0 0,2 0 0 15,-2-4 0-15,2 4 0 0,-2-1 0 0,-2 0 0 16,-1 1 0-16,-2 1 0 0,-2 1 0 0,-3 3 0 16,-2-1 0-16,-6 2 0 0,0 1 0 0,-3 2 0 15,-5 0 0-15,-3 0 0 0,0 3 0 16,-6 2 0-16,-1 3 0 0,-2 1 0 16,-4 7 0-16,-1 3 0 0,-1 5 0 0,-4 5 0 15,-1 6 0-15,-1 6 0 0,0 3 0 0,2 5 0 16,3 0 0-16,2 1 0 0,5-2 0 0,2 2 0 15,4-4 0-15,3 0 0 0,5-4 0 16,1 0 0-16,4-2 0 0,5-3 0 0,2-4 0 16,4-1 0-16,4-4 0 0,4-5 0 15,0-1 0-15,3-5 0 0,1 1 0 0,2-3 0 16,-2 0 0-16,-1 0 0 0,2 2 0 0,-4 0 0 16,-3 4 0-16,0 2 0 0,-3 5 0 15,-4 2 0-15,0 5 0 0,-4 4 0 0,-3 5 0 16,-2 2 0-16,-3 4 0 0,-4 3 0 15,-2 5 0-15,1-1 0 0,-2 3 0 0,0 1 0 16,0-2 0-16,2 0 0 0,0-3 0 0,-1 0 0 16,4-2 0-16,3-5 0 0,-1-2 0 0,2-2 0 15,1-5 0-15,1 0 0 0,2-5 0 16,2-2 0-16,0-4 0 0,3 0 0 0,-2-3 0 16,2-1 0-16,0-2 0 0,1 0 0 15,-2 1 0-15,-1 1 0 0,-1 2 0 0,-2 0 0 16,0-1 0-16,-3 8 0 0,0-3 0 0,-1 10 0 15,-4 1 0-15,0 7 0 0,-3 3 0 16,0 5 0-16,-3 1 0 0,3 7 0 0,0-2 0 16,-1 0 0-16,4-1 0 0,0-2 0 15,2 0 0-15,2-5 0 0,1-1 0 0,1-2 0 16,2-4 0-16,-1-3 0 0,1-1-36 16,-3-7-148-16,0 1-212 0,0-1-291 0,-3-3-372 15,1 1-472-15,-4 0-362 0,-2 3 232 0,-6 2 1025 16</inkml:trace>
  <inkml:trace contextRef="#ctx0" brushRef="#br2" timeOffset="49163.78">17221 2863 184 0,'2'1'451'15,"-2"-1"233"-15,0 0 160 0,0 0-164 0,0 0-159 16,1 0-62-16,-1 0-41 0,0 0-39 0,0 0-42 16,0 0-47-16,2 2-33 0,-2-2-14 15,0 0 3-15,0 0-2 0,0 0 3 0,0 0-10 16,0 0-23-16,0 0-45 0,0 0-40 0,1 0-29 15,-1 0-25-15,0 3-13 0,0-3-12 0,0 0-6 16,2 0-6-16,-2 0-8 0,0 2-6 16,3-2-7-16,-3 0-3 0,0 2-5 0,1-2-3 15,-1 4-2-15,0-2-1 0,0 3-1 0,0 3-1 16,2-1 1-16,-1 1 8 0,-1 2 8 0,2 0 2 16,0 2 1-16,-1 1 1 0,1 0 0 15,-2 1-8-15,2 1-3 0,-2-1 1 0,0 1 0 16,1 2 1-16,-1 0 0 0,0-1 0 0,2 2-2 15,-2 2-4-15,0 1 0 0,-2-1-2 0,2 4-4 16,-1-1-3-16,-1 3-2 0,0 0 0 16,-1 0-1-16,1 4 3 0,2-1 7 0,-3 2 3 15,3 3 6-15,-1-3 2 0,1 1 2 16,0 0-4-16,0-1-1 0,1 1-3 0,2-2-6 16,-1-3-3-16,1-3-1 0,2-1-1 0,0-4 0 15,0 0-1-15,2-3 0 0,0-3 0 16,-1-1 0-16,2 0 1 0,-1-3 0 0,0-1 0 15,0-2 1-15,-1-1-1 0,0 1 1 0,2-2-1 16,-2-1 1-16,2 0 0 0,-1-2 0 16,4 1 2-16,-5 0 2 0,5-2 2 0,2-2 0 15,-4 0 1-15,4-1 1 0,1-1 0 16,-1-2-3-16,3-1-1 0,-4-1-1 0,4 0-1 16,-3 1-1-16,1-4 0 0,-1 1 0 0,0-1-2 15,0 1-1-15,-3-2 1 0,1 2-1 16,0 0-1-16,-1 1 0 0,-1 0 0 15,-1 2-8-15,-2 1-10 0,1 0-17 0,-2-1-29 16,-2 1-61-16,0 0-74 0,-3 1-117 0,0 1-206 16,0 3-303-16,-2-2-336 0,2 3-268 0,-3 1-142 15,2 2 388-15,-3 1 676 0</inkml:trace>
  <inkml:trace contextRef="#ctx0" brushRef="#br2" timeOffset="49828.87">18244 3063 178 0,'0'-15'811'15,"0"3"519"-15,0 2 146 0,-3-2-154 0,1 4-446 16,-3-2-317-16,2 5-159 0,-2-1-105 16,1 0-91-16,-2 1-69 0,2 2-45 0,0 3-30 15,-3 2-22-15,1 4-17 0,-1 6-11 0,-2 4-4 16,3 9-1-16,-1 9 4 0,1 7 4 15,-2 6 2-15,4 9 3 0,0 5-2 0,1 2-2 16,5 4-7-16,1-2-4 0,3-4-4 0,5 0-2 16,4-10 0-16,3-6 0 0,4-9 0 0,4-8 1 15,7-9 1-15,3-8 1 0,2-10 1 16,0-9 1-16,4-7 1 0,-2-9 1 0,-2-7 0 16,-1-7 0-16,-5-4-2 0,-4-3 1 15,-4-2-2-15,-7 0 1 0,-3 0 0 0,-7 0 1 16,-6 3-1-16,-7 0-1 0,-5 1-1 0,-10 0 1 15,-2 0-1-15,-7 4 0 0,-4 3 2 16,-1 1-1-16,1 6 0 0,-3 4-1 0,4 7-3 16,0 6-1-16,-2 5-1 0,5 8-1 0,3 7-1 15,0 4 1-15,5 4-3 0,3 9-12 0,5 0-36 16,3 3-80-16,2 2-113 0,2 1-232 16,7 1-307-16,2 0-374 0,4-1-403 0,6-1-130 15,5 0 449-15,3-3 794 0</inkml:trace>
  <inkml:trace contextRef="#ctx0" brushRef="#br2" timeOffset="50562.11">18849 3169 301 0,'2'-6'731'16,"0"1"320"-16,-1 3 53 0,1-2-263 15,-1 4-293-15,1 0-167 0,4 4-65 0,0 3 11 16,4 3 16-16,0 9 9 0,2 2-33 0,-1 4-37 16,3 6-57-16,-1 2-67 0,-2 5-43 15,3 4-34-15,-2 2-23 0,-2 1-17 0,-2 0-12 16,0 0-7-16,-1-4-8 0,-2-1-6 15,1-5-3-15,-5-3-1 0,2-6 7 0,1-4 6 16,-3-3 8-16,-1-3 6 0,2-5 6 0,-2-3 0 16,-2-3-7-16,2-4-5 0,-1-4-7 0,-1-6-7 15,2-4-5-15,0-6-3 0,2-4-1 16,1-6 0-16,2-4-2 0,1-6 0 0,5-3 0 16,-2-1-1-16,1-5 1 0,6-4-2 15,-3-1 1-15,2-1-1 0,4 1-1 0,0 0 1 16,1 4 1-16,0 3 1 0,-1 3 2 0,-2 5 1 15,0 5 0-15,-1 4-1 0,-5 5 0 0,1 5 0 16,-3 3-1-16,-5 6-1 0,1-2 0 16,-2 6 0-16,-1 1 0 0,-2 7 0 0,-2 2 0 15,-4 6 0-15,0 4-1 0,-5 2-1 0,0 3 0 16,-5 5 2-16,2 2 0 0,-4 5 0 16,1 3 3-16,-4 3 3 0,1 3 2 0,2 3 1 15,-2 5 2-15,2-4 1 0,3 3 0 16,0-3-4-16,3 0-2 0,4-3-2 0,3-4-2 15,5-4-4-15,3-3 0 0,2-6-2 0,6-3 2 16,3-6-1-16,7-4 1 0,-2-4 0 0,6-4 2 16,5-6-1-16,2-3-1 0,1-3-8 0,4-1-18 15,-3-4-40-15,2 0-78 0,-2 1-113 16,-4 0-229-16,1 1-303 0,-2 0-371 0,-5 1-377 16,1 0-144-16,-3 1 414 0,-2-1 786 15</inkml:trace>
  <inkml:trace contextRef="#ctx0" brushRef="#br2" timeOffset="50828.49">19925 2935 419 0,'-2'-9'1122'0,"-1"3"427"0,-2 3-71 0,-3 2-303 16,2 2-484-16,-2 3-240 0,-2 6-149 0,0 3-103 15,-2 4-68-15,-2 5-43 0,1 3-24 0,-1 9-13 16,-2 1-11-16,4 5-7 0,-1 3-7 0,4 6-6 15,-1-1-6-15,2 4-6 0,4-1-3 16,2 0-3-16,2 0-4 0,3-3 0 0,2-5-3 16,4-4 0-16,2-5 0 0,3-5-1 15,1-5-1-15,4-5-4 0,-2-4-7 0,4-7-14 0,-4-5-30 16,5-4-62-16,0-5-66 0,0-7-76 16,-1-3-134-16,1-5-198 0,2-3-295 0,-2-3-230 15,4-1-206-15,-3-3-41 0,-1 1 407 16,2-1 530-16</inkml:trace>
  <inkml:trace contextRef="#ctx0" brushRef="#br2" timeOffset="51066.37">19936 2817 252 0,'-18'7'1047'16,"4"1"550"-16,3-1-93 0,1-1-313 15,3-1-479-15,4 1-285 0,3-2-172 0,4 0-109 0,7 1-51 16,2-3-27-16,4 3-12 0,7-3-20 0,0-1-14 16,7-1-6-16,3 0-5 0,3-1-2 15,1 1-4-15,0-1-5 0,0 1-44 0,-3 0-73 16,0 0-99-16,-5 1-190 0,-5 0-293 0,-3 2-353 16,-4 1-329-16,-6 0-173 0,-4 2 259 15,-6 0 700-15</inkml:trace>
  <inkml:trace contextRef="#ctx0" brushRef="#br2" timeOffset="51243.38">19858 3132 200 0,'-22'14'826'0,"6"3"407"0,2-3 25 16,4-2-182-16,7-2-444 0,3 0-292 0,7-2-141 16,1 0-65-16,7-2-42 0,1-2-11 15,6-1-16-15,2-2-18 0,4-2-18 0,4 0-12 16,4-4-8-16,1 2-36 0,3-1-65 0,-1 0-175 15,0 2-294-15,1 0-277 0,-4 2-295 16,-1 2-212-16,-5 0 108 0,-3 4 605 16</inkml:trace>
  <inkml:trace contextRef="#ctx0" brushRef="#br2" timeOffset="51981.54">20646 3163 44 0,'0'-24'484'0,"-2"5"421"0,-1 1 267 16,-2 1-6-16,0 3-329 0,0 4-176 0,1 0-95 15,-1 3-101-15,1 2-86 0,-3 2-66 16,1 1-68-16,1 4-84 0,-3 1-63 0,3 3-34 15,-1 3-17-15,0 3-7 0,-1 3-4 0,2 6 0 16,-4 4 1-16,1 5-1 0,0 5-1 16,2 2-4-16,-5 4-5 0,1 1-5 0,2 1-7 15,-2 0-2-15,2 0-6 0,-1-5-3 0,2 0-3 16,2-4-2-16,0-6 0 0,2-5-2 16,1-2 1-16,-1-4 0 0,3-5 2 0,0-4 0 15,0-7 2-15,3-5 0 0,1-7 0 16,2-7 1-16,3-8-1 0,1-2 0 0,0-7-1 15,2-2 0-15,-1-2-2 0,2 0 0 16,1 0 0-16,-3 2-1 0,3 2-1 0,1 6 1 0,-3 2-1 16,-1 8 0-16,2 4 1 0,-1 6 0 15,1 6 1-15,1 8 0 0,-1 5 2 0,3 8 1 16,-3 5 0-16,-1 5 0 0,2 4 0 16,-1 4 0-16,1 2 1 0,-1 0-1 0,1 0 0 15,-1-1 0-15,-2-5-1 0,5-1 0 16,-3-6 0-16,-1-6 0 0,1-2 1 0,1-9 1 15,-1-5 2-15,-1-6 0 0,4-5 1 0,-3-9-1 16,1-4 0-16,-1-5 0 0,-1-6-1 0,-2-3-2 16,-1-4 0-16,-2-2-1 0,-1-2-1 15,-3-2-1-15,-2 1-1 0,-1 1-1 0,-3 1 2 16,-3 1-1-16,3 5 2 0,0 6-1 0,0 3-1 16,-1 6-5-16,3 5-12 15,1 4-19-15,1 4-42 0,4 5-74 0,0 3-80 0,4 3-145 16,-1 4-269-16,4 1-321 0,1 0-321 0,5 2-203 15,3-2 20-15,0-1 598 0</inkml:trace>
  <inkml:trace contextRef="#ctx0" brushRef="#br2" timeOffset="52163.86">21422 3115 224 0,'1'17'1103'16,"-1"3"606"-16,-1 4-110 0,-7 4-345 0,2 2-471 15,-2 5-302-15,-5 2-200 0,4 2-109 16,-4 4-59-16,0 1-37 0,2 0-27 0,3-2-19 15,1-1-14-15,0-4-10 0,7-1-7 0,2-7-15 16,3-3-38-16,2-6-84 0,0-4-134 16,1-4-261-16,-2-5-317 0,2-4-402 0,-4-3-425 15,1-4-48-15,-2-3 652 0</inkml:trace>
  <inkml:trace contextRef="#ctx0" brushRef="#br2" timeOffset="52365.24">21284 3088 466 0,'-3'-13'1304'0,"2"1"333"0,1 1-229 0,-2 3-323 15,4 0-475-15,-1 4-239 0,2-2-150 0,5 1-77 16,1 0-37-16,4-1-21 0,5 3-32 0,-1-2-18 16,5 3-15-16,2-2-11 0,3 3-5 0,-2 1-3 15,4 0-2-15,-1 1 0 0,1 3-1 16,-3 2-9-16,0 1-49 0,-3 3-82 0,-3 3-134 15,-2-1-263-15,-2 3-311 0,0-1-384 0,-2 3-335 16,4-2-32-16,-4 0 595 0</inkml:trace>
  <inkml:trace contextRef="#ctx0" brushRef="#br2" timeOffset="52759.95">22084 2896 55 0,'-11'-4'824'0,"-1"0"785"0,1 0 60 16,-2 2-327-16,0-2-414 0,4 3-390 0,1 0-229 16,0 1-137-16,7 0-68 0,-3 0-39 0,6 0-24 15,3 0-19-15,4 0-10 0,2 0-5 0,6 0-2 16,1 0-2-16,2 0-2 0,2 1-1 16,-1 0 0-16,4 0-2 0,-3 4 0 0,-1 0 1 15,0 2 0-15,-3 2 1 0,-1 2 0 16,-4 2 0-16,-1 4-1 0,-4 1 1 0,-1 3 2 0,-3 1 1 15,-4 5 5-15,-4 2 6 0,-2 4 5 16,0 3 7-16,-2 3 1 0,0 0 4 0,0 3-2 16,0 0-4-16,2-2-3 0,-1 1-7 0,3-2-3 15,-1-3-5-15,2-4-3 0,3-1-3 16,0-6-1-16,3 0-2 0,2-6 0 0,-1-1 0 16,5-5-1-16,-1 0-2 0,2-5-4 15,2 0-8-15,-1-4-12 0,1 1-18 0,1-2-32 16,-2 0-61-16,2-1-66 0,-4-1-71 0,2-2-120 15,-1-1-170-15,-2-1-235 0,-2 0-230 16,3-2-204-16,-1 2-111 0,-1-2 291 0,-1-1 499 16</inkml:trace>
  <inkml:trace contextRef="#ctx0" brushRef="#br2" timeOffset="53028.65">22102 3205 144 0,'-11'9'1005'0,"3"0"685"16,1-1-73-16,-1-4-359 0,2 0-449 0,2 1-354 16,4-3-207-16,1 0-114 0,4 1-53 0,4-3-24 15,4 1-12-15,4-1-8 0,4 0-11 16,3 0-7-16,2 0-7 0,1 0-4 0,3 1-5 15,4-1-1-15,-3 1-3 0,1 2 0 16,-1 1-9-16,-1 0-32 0,-3 1-67 0,-2 2-72 16,-4 1-162-16,-2-1-286 0,-2 3-330 0,-5 2-352 15,-4 1-232-15,-4 0 24 0,0 2 703 16</inkml:trace>
  <inkml:trace contextRef="#ctx0" brushRef="#br2" timeOffset="54457.6">18037 6150 204 0,'3'0'627'16,"-2"1"359"-16,1-1 149 0,0 0-170 15,-2-1-317-15,1-1-127 0,1-1-45 0,1 0-37 16,0 0-54-16,2-2-51 0,3-1-41 15,0-4-69-15,-2 1-67 0,5-2-46 0,2-2-21 16,0 1-16-16,2-4-8 0,1-1-4 16,5-2-6-16,0-2-5 0,2-3-4 0,5-5-5 15,2-1-3-15,2-6-6 0,6-3-5 0,0-5-6 16,5-1-6-16,1-7 0 0,0 1-3 16,3-1-3-16,-1-1 0 0,2 0 0 0,-6 4-9 15,-2 1-1-15,-2 5 0 0,-7 4 0 16,-3 4 0-16,-5 7 0 0,-2 6 0 0,-8 0 0 15,0 7 0-15,-5 3 0 0,1 3 0 0,-5 2 0 16,2 1 0-16,-3 2 0 0,-1-1 0 16,0 2 0-16,-2 1 0 0,-2 1 0 0,-1 1 0 15,-3 1 0-15,0 3 0 0,-3-2-7 0,0 3-32 16,-2 0-27-16,1-1-70 0,-2 0-84 0,-4 1-161 16,2-1-278-16,0 1-336 0,-1-1-401 15,0 1-245-15,0-3 50 0,0 2 734 0</inkml:trace>
  <inkml:trace contextRef="#ctx0" brushRef="#br2" timeOffset="54942.55">18144 5147 321 0,'-3'0'757'0,"-2"1"354"15,2-1 85-15,-2 1-258 0,-1-1-258 16,3 2-117-16,2 0-78 0,-3-2-91 0,3 1-74 0,-1 0-60 16,2 1-71-16,0 1-69 0,2 1-48 15,3 2-19-15,-1 5-8 0,5-1 1 0,1 2 5 16,1 5 1-16,7-1 1 0,-1 4-2 0,4 2 0 15,1 3-1-15,4 0-3 0,1 3-4 16,5 4-4-16,1 2-5 0,4 1-6 0,1 4-4 16,0 0-2-16,4 1-4 0,-1 2-3 0,2 0-4 15,-4-1-2-15,1 1-4 0,-2-2-3 16,1 0-3-16,-4-2-1 0,0-1 0 0,-3-2-2 16,-2 0 1-16,0-4-1 0,-5-2 2 15,-1-2-1-15,-2-3 2 0,-2-5 0 0,-4 1 0 16,-2-5 0-16,-2-3-1 0,-3-2 1 15,-1-3 0-15,-5-2 1 0,-1 0 0 0,-2-4 0 16,-4-1 1-16,1-1-1 0,-4-3-1 0,0 0-1 16,-1 0-3-16,-1-2-6 0,-1 0-9 15,1 0-13-15,1 0-23 0,-1-1-42 0,1-2-77 16,0 4-101-16,-1-3-182 0,0 0-293 0,1 1-340 16,2 1-348-16,1 0-162 0,0 2 245 0,-1-1 712 15</inkml:trace>
  <inkml:trace contextRef="#ctx0" brushRef="#br2" timeOffset="57743.68">20156 5563 426 0,'-7'3'848'0,"2"-2"314"0,1-1 16 0,0 2-312 16,-1-2-297-16,2 2-126 0,3-2-67 0,-1 1-68 15,1 0-49-15,0 1-44 0,1 0-43 16,2-1-54-16,1 0-24 0,2 4-15 0,4-3-9 16,2 2-3-16,3 1-5 0,3-2-3 15,0 0-32-15,4-1-17 0,0-1-10 0,2-1 1 16,-2 0 1-16,2-1-1 0,-1-3 7 16,-1 2 2-16,-1-2 1 0,-2 0-5 0,-3 1-4 15,0 1-4-15,-5-1-24 0,0 0-60 0,-7 2-64 16,0 1-132-16,-3-2-240 0,-2 4-312 0,-4-2-339 15,-3 0-264-15,2-2-96 0,-4 0 506 16</inkml:trace>
  <inkml:trace contextRef="#ctx0" brushRef="#br2" timeOffset="58005.85">20389 5427 123 0,'10'-4'501'16,"-1"0"274"-16,-1 1 202 0,4 2-12 0,0 1-303 15,1 0-191-15,2 0-87 0,1 1-25 16,3 0-18-16,0 4-37 0,0 1-27 0,3 0-27 16,-3 0-33-16,3 2-13 0,0-1-38 15,-2 2-32-15,0 2-35 0,-3-2-13 0,-1 3-7 16,-2 1-24-16,-2-2-13 0,-4 4-4 0,-2 1 0 16,-4 0-9-16,-2 3-5 0,-4 4-5 15,-4-1-2-15,-1 0-5 0,-4 1-4 0,1-1-5 16,-6-1-1-16,4-1-5 0,-2-2-16 15,0-3-45-15,-1-2-75 0,3-2-106 0,-2-3-192 16,5-1-302-16,0-3-343 0,1-1-331 16,6-3-158-16,0 0 292 0,4 0 694 0</inkml:trace>
  <inkml:trace contextRef="#ctx0" brushRef="#br2" timeOffset="58960.55">21730 5899 55 0,'2'4'575'0,"1"-2"479"15,-2-2 190-15,-1 2-94 0,0-4-367 0,2 1-305 16,0-2-135-16,-1-3-62 0,4-3-28 0,0-5-26 16,1-4-8-16,3-4-18 0,1-7-42 15,1-2-45-15,3-7-30 0,2-1-9 0,2-3-19 16,0-1-18-16,0-1-9 0,1 2-4 0,-2 3-2 15,-1 5-9-15,-3 4-4 0,-1 4 9 16,-4 7 4-16,-1 4 2 0,-2 2 2 0,-4 7-1 16,-1 6-3-16,0 6-8 0,-3 7-3 0,-2 5-4 15,0 6-1-15,0 7-1 0,-1 1 0 0,0 4-2 16,3 3-7-16,1-1 2 0,1 3 1 16,1-2-1-16,1 0 0 0,1-3 0 0,1-2 6 15,0-2-3-15,3-4-2 0,1-5-2 16,-1-3 0-16,2-5 1 0,1-4 0 0,2-5 1 15,-1-5 0-15,6-6 3 0,-3-5 1 0,4-6-1 16,-1-3-1-16,3-5 0 0,-1-4-1 16,-2-2-1-16,3-2-1 0,-1 2-1 0,-3 0 1 15,0 2-1-15,-3 4 2 0,-1 1 0 16,-4 7 0-16,-1 0 5 0,0 6 3 0,-3 3 0 16,-1 4 1-16,-4 3 1 0,1 6-1 15,-2 4-2-15,-2 5-3 0,1 5-1 0,-1 4 0 16,1 0-2-16,0 4 0 0,2-1-1 0,0 0 0 15,2-1-1-15,0-4 0 0,2 0-1 0,0-2-1 16,1-5 0-16,2-1 0 0,0-4 1 16,4-4 0-16,-1-3 1 0,0-4 1 0,3-4 0 15,1-4 0-15,1-3 0 0,1-1-1 0,1-4-3 16,0 2-11-16,0 1-24 0,-1 1-66 16,-3 3-71-16,0 1-124 0,0 2-228 0,0 5-310 15,-1 0-347-15,4 4-259 0,-1 0-105 0,0 2 446 16,4 0 670-16</inkml:trace>
  <inkml:trace contextRef="#ctx0" brushRef="#br2" timeOffset="59324.35">22786 5607 421 0,'-5'-12'1404'0,"-7"1"377"16,1 2-270-16,-6 1-362 0,1 2-482 0,-3 2-279 15,0 3-173-15,-3 2-82 0,0 5-46 16,1 2-29-16,-1 5-21 0,-2 4-14 0,2 2-8 15,4 5-6-15,0 4-5 0,3 0-1 0,3 0-2 16,4 3-2-16,5-5-2 0,1 0 0 16,5-5-1-16,5-5 1 0,6-4 0 15,2-5 2-15,6-7 1 0,3-4 1 0,4-8-4 16,-1-4-5-16,4-5-5 0,0-2-5 0,-2-4-4 16,-2-1 0-16,-4 2 2 0,1 2 5 15,-6 3 7-15,-4 3 5 0,-2 3 5 0,-4 5 1 16,-5 1 1-16,0 5 0 0,-4 2 0 0,-4 5 0 15,-2 3-1-15,-1 6 0 0,-3 1 1 0,0 5-1 16,0 2-1-16,1-1 1 0,1 4-3 16,2-2 0-16,3 0-2 0,1 0-1 0,2-2 0 15,2 0-3-15,2-5-14 0,5 0-39 16,0-4-75-16,0-4-78 0,1-1-151 0,2-5-268 16,1-4-328-16,0-3-332 0,3 0-202 0,-2-7 18 15,2-1 598-15</inkml:trace>
  <inkml:trace contextRef="#ctx0" brushRef="#br2" timeOffset="59780.46">23026 5603 296 0,'5'-11'847'16,"0"3"359"-16,-2 1 6 0,-1 3-255 0,0 2-357 15,1 4-193-15,-2 3-81 0,3 3-38 16,0 4-15-16,-1 1-9 0,0 5-22 0,2 3-45 16,-2 5-52-16,2 4-39 0,0 3-30 0,-2 7-23 15,2 5-19-15,-4 6-12 0,2 5-9 16,-1 2-3-16,-2 6-3 0,0 0-1 0,0 0-2 15,0-1-1-15,2-4-1 0,-1-7-2 0,2-5 0 16,1-10-1-16,-3-4-1 0,2-6 1 16,1-6 3-16,-3-6 4 0,2-4 1 15,-1-5 2-15,-2-10 1 0,1-3 0 0,1-6-2 16,1-8-4-16,0-5-2 0,0-5-2 16,2-5 0-16,0-5-1 0,1-5-3 0,0-7 2 15,2-4 1-15,-1-4 1 0,4-7 1 0,-3-3-1 16,0-2 1-16,1 1-1 0,4 2-2 0,0 2-1 15,-3 10 1-15,2 5-1 0,-4 8 2 0,0 6-1 16,-2 9 0-16,0 6 2 0,-1 3-1 0,-2 6 0 16,0 2 0-16,0 4 0 0,1 3 2 15,0 2 3-15,-1 4 4 0,0 6 3 16,-1 2 1-16,0 4 2 0,-2 4-1 0,-2 1-4 16,0 3-3-16,-1 2-2 0,2 2-2 0,-5 0 0 15,1 3-1-15,0-2-1 0,-1 4 1 0,-2 0 0 16,-3 1 0-16,1-2-1 0,-1 4 0 15,-1-2 0-15,0 0-3 0,3-2-1 0,-4-3-11 16,7-3-29-16,-1-6-61 0,4-5-73 16,2-8-127-16,2-6-222 0,6-8-310 0,1-7-334 15,3-3-263-15,3-6-98 0,0-2 443 0,4-1 646 16</inkml:trace>
  <inkml:trace contextRef="#ctx0" brushRef="#br2" timeOffset="60808.44">23499 5641 219 0,'5'-9'531'0,"0"-3"246"0,4-1 151 16,1-4-146-16,1 0-222 0,3-2-118 0,-3 0-69 16,3-2-46-16,-1-1-49 0,3 3-30 15,-3 0-11-15,-1 1 9 0,2 5 3 16,-2 1 2-16,-4 4-3 0,-2 0-23 0,-2 2-36 15,0 5-41-15,-4 4-30 0,0 3-27 0,-2 6-20 16,-1 4-14-16,-2 6-12 0,-3 1-10 16,4 5-9-16,-3 3-5 0,2 3-6 0,1 0-5 15,0 1-3-15,2 0-4 0,2-4-2 0,2-1-1 16,2-3 0-16,2-4-2 0,4-4 0 16,2-5 1-16,1-1-1 0,1-5 0 0,5-5-1 15,-2-4-4-15,3-5-9 0,-2-4-12 16,4-2-13-16,-2-3-12 0,-2-1-6 0,2-4-2 15,-2-1 9-15,0 0 12 0,-2 0 12 0,-1-1 15 16,-2 0 4-16,-2 2 8 0,0 1 1 16,-3 2 3-16,-1 0 16 0,-3 3 10 15,-2 3 9-15,1 2 5 0,-3 0 3 0,-5 3 2 0,2 2-10 16,0 0-9-16,-2 3-6 0,-1 1-6 0,-1 0-3 16,1 3-5-16,0 1-1 0,-1 1-4 15,1 2 0-15,0 0-1 0,-2 3-1 0,3 0 0 16,-1 4-2-16,-1-1 2 0,3 2-2 15,-1 0 0-15,2 1 0 0,1 1 0 0,2 2-1 16,2-2 0-16,0 3 0 0,4-2 0 0,-2 0-1 16,4 0 0-16,2 0 0 0,1 1 0 15,0-1 1-15,-1 2-1 0,2-1 1 0,-2 2 0 16,-1 2 0-16,-1-1 0 0,-2 1 1 16,-2 1-1-16,-3 1 0 0,-1-1 3 0,-1 1 0 15,-3 1 1-15,-1 1 0 0,-4 2 1 16,1 1-1-16,0-2 0 0,0 2-1 0,-1-2 0 15,4-2 0-15,0-2-2 0,2-5-1 0,2-3-2 16,1-7-5-16,4-9-12 0,1-2-28 0,3-11-56 16,5-7-69-16,-2-5-70 0,4-9-79 15,-2-1-108-15,4-9-102 0,0-2-54 0,0-5-25 16,-1-4-32-16,3-2 22 0,-2 0 151 0,4-1 244 16,-3 1 288-16,0 4 269 0,-1 8 176 15,-1 2 56-15,-2 9-13 0,-2 5-28 0,-2 5-50 16,0 5-81-16,-2 4-55 0,-2 1-38 0,2 5-46 15,-2 3-61-15,-1 1-56 0,0 5-37 16,-2 4-29-16,1 2-24 0,-1 1-17 0,-2 4-11 16,4 3-8-16,-5-3-5 0,1 4-13 15,1-2-47-15,-1-1-81 0,-1-1-117 0,0-2-213 16,2-3-307-16,-2-1-361 0,2-2-334 0,1-5-111 16,2 0 411-16,1-6 696 0</inkml:trace>
  <inkml:trace contextRef="#ctx0" brushRef="#br2" timeOffset="60998.76">24506 5016 474 0,'-9'-30'1381'15,"1"1"363"-15,-3 10-257 0,-1 1-363 0,-1 4-505 16,0 6-248-16,1 4-171 0,-1 2-91 0,0 6-48 16,2 2-29-16,5 3-16 0,-1 2-8 0,3 1-6 15,2 1-15-15,2 0-47 0,5 4-77 16,-4-1-104-16,2 2-194 0,1 2-303 0,-3 2-350 15,3 3-332-15,-1 1-151 0,0 4 304 16,0-1 691-16</inkml:trace>
  <inkml:trace contextRef="#ctx0" brushRef="#br2" timeOffset="61256.4">24466 5689 49 0,'7'12'541'0,"0"0"437"0,-1-4 205 0,1-4-58 16,2-4-369-16,2-4-306 0,-1-6-180 0,3-1-97 15,0-4-48-15,1-3-18 0,-1-2 10 0,2-1 28 16,-3 0 38-16,-1-3 37 0,2 2 15 16,-5-2-4-16,-4 0-30 0,1-1-37 0,-2 3-35 15,-3 0-33-15,0 3-21 0,-4 2-15 0,-3 4-8 16,-1 6-6-16,-3 3-8 0,0 6-7 16,-2 5-8-16,-1 5-8 0,0 6-3 0,-2 6-4 15,5 3-1-15,-3 5-3 0,3 5-2 16,0 1-1-16,0 5-3 0,1 0-9 0,4-1-25 0,-2-4-72 15,3-4-84-15,2-4-175 0,5-4-285 16,3-4-344-16,5-1-399 0,7-4-243 0,3-5 113 16,3-2 759-16</inkml:trace>
  <inkml:trace contextRef="#ctx0" brushRef="#br2" timeOffset="62012.85">24903 5856 246 0,'-9'7'611'0,"3"2"277"0,-2 0 131 16,1-1-179-16,0-2-247 0,-1 2-156 16,1-4-82-16,2 2 11 0,2-3-10 0,0-2-47 15,0-1-56-15,3-4-43 0,5-4-45 0,-4-4-45 16,7-3-32-16,4-6-18 0,1-2 5 16,4-8 6-16,1-4 7 0,4-2-8 0,1-1-11 15,2-1-6-15,0 2-13 0,0 1-11 16,-1 5-5-16,-5 5-9 0,-2 4-6 0,-4 5 1 15,0 4 2-15,-5 5 5 0,-2 7-1 0,-3 5-1 16,-1 7 1-16,-4 7-4 0,-1 4-5 16,-2 7-5-16,-1 2-2 0,-2 4-3 0,0 0-1 15,3 5-1-15,1-5-2 0,0 2-1 0,3-3-1 16,-1-4-1-16,4-1 0 0,1-5-1 16,0-6 1-16,5-3-1 0,0-7 0 0,5-4 1 15,1-8 2-15,3-4-1 0,3-7 0 16,0-5 0-16,2-5-1 0,2-3-2 15,0-2-3-15,1-1-3 0,2-1-5 0,-4 1-4 0,2 3-2 16,-2-1 0-16,1 4 1 0,-4 1 3 16,-2 3 4-16,0 3 5 0,0 3 2 0,-5 5 2 15,-1 2 1-15,1 3 0 0,-4 5 2 16,-1 3 1-16,1 3 1 0,0 5 2 0,-5 2 1 16,3 2 0-16,-2 6 1 0,1 0-1 0,-2 2-1 15,0 2-1-15,-1 1-2 0,0 1-1 16,-1-2-1-16,1-1-3 0,2-1-23 0,1-3-79 15,-3-1-112-15,0-6-233 0,2-2-290 0,0-4-377 16,0-4-433-16,-1-4-167 0,2-6 439 16,-1-2 825-16</inkml:trace>
  <inkml:trace contextRef="#ctx0" brushRef="#br2" timeOffset="62196.18">25814 5160 302 0,'-5'-41'1318'0,"-1"7"485"0,-2 8-243 0,-3 1-376 15,0 5-453-15,-3 5-333 0,1 5-187 0,0 5-89 16,1-1-48-16,1 6-29 0,3 0-20 0,-1 6-13 16,4-4-7-16,1 7-4 0,4 0-5 15,2 1-12-15,1 2-38 0,2 2-82 0,3-1-125 16,-4 2-242-16,5 2-307 0,0-1-384 0,0 2-387 16,3 3-101-16,-3 0 532 0,0 3 758 15</inkml:trace>
  <inkml:trace contextRef="#ctx0" brushRef="#br2" timeOffset="62631.22">26045 5670 306 0,'8'-14'1161'16,"-3"-1"552"-16,0 0-134 0,-5 0-340 0,1 1-498 0,-2-2-265 15,1 1-185-15,-4 2-105 0,1-1-58 16,-2 3-33-16,-3 0-24 0,-1 3-18 16,-4 2-13-16,-1 5-11 0,-2 2-9 0,-1 7-7 15,-2 4-6-15,-2 4-2 0,1 5-1 0,1 5-1 16,0 4 0-16,3 6 1 0,0 3-2 0,5 4-1 16,0 1-1-16,3 0-3 0,7-1 0 0,1-4-2 15,6-5 0-15,6-7 0 0,5-7 1 16,4-8 1-16,5-9-2 0,4-8-4 15,0-8-8-15,1-5-8 0,3-10-8 0,-3-1-3 16,1-6-1-16,-2-2 6 0,-3-2 7 16,-6 0 10-16,-3 3 9 0,-2 3 11 0,-6 4 10 15,-4 5 10-15,-3 3 8 0,-3 6 3 0,-1 5-1 16,-3 5-3-16,-2 2-5 0,0 8-6 16,-4 6-7-16,2 5-3 0,2 3-3 0,0 5-4 15,2 2-2-15,2 2-3 0,2 1-2 0,2 0-1 16,2 3-4-16,2 0-11 0,0-3-18 15,-1 2-39-15,2-1-82 0,-1-2-141 0,-3-2-263 16,0-1-322-16,-1-1-412 0,-1 0-422 16,-1 0-45-16,-1-1 693 0</inkml:trace>
  <inkml:trace contextRef="#ctx0" brushRef="#br2" timeOffset="77988.44">15355 3718 231 0,'2'-11'439'16,"-2"2"190"-16,0 2 84 0,0 3-204 0,0-1-154 15,0 4-78-15,-2 1-25 0,2 1-3 16,-2 5 31-16,2 2 24 0,-2 5 8 0,2 4-6 16,0 2-27-16,0 7-29 0,2 4-34 0,0 4-11 15,0 5 10-15,-1 4 0 0,2 7-4 16,2 3 2-16,-2 5-22 0,-1 5-29 0,1 5-32 15,0 5-22-15,-1 5-20 0,0 4-30 16,-1 3-17-16,-1 3-16 0,0 2-8 16,0 2-8-16,-1 1 0 0,-1 1 11 0,0-4 7 15,-1 3 3-15,0 0-3 0,0 3-3 0,-2 1-6 16,-1 0-8-16,-2 1 2 0,3 3 0 16,-3 0 0-16,2 1 1 0,-1 0 1 0,-2 1-2 15,1-1-6-15,0 0-4 0,-1-3-2 16,3-3 1-16,-1-3 1 0,2-3 0 0,0-3 0 0,-2-2 2 15,2 0-3-15,2-6 0 0,-2-1-2 0,2-3-1 16,0-1 1-16,-1-5-1 0,3-2 2 16,-2 1 0-16,1-2 2 0,-2 0 0 0,1 1 0 15,-1 2-2-15,-1 0 0 0,1 1-1 16,-1 1-2-16,0 0 0 0,-3-2 2 0,4 0 0 16,-1-2 2-16,0-1 1 0,2-1 1 0,0 1 0 15,-2-1 0-15,2-3-3 0,1 0-1 16,-1-2 0-16,2 0-1 0,-1-5-1 0,2-2 1 15,-2-1 1-15,2-4 1 0,0 0 1 0,-1-2-1 16,1-1 2-16,0 0 1 0,0-2-2 16,0 5 1-16,1-3-1 0,-1 1 1 0,0 2-2 15,2-1 0-15,-2 2 0 0,0-1 0 0,0 2-2 16,-2-1 1-16,2 1-2 0,0-1 3 16,-1-1 0-16,1 2 0 0,-2-2 2 0,2 4 1 15,0 2 0-15,0 1 0 0,0 0 0 16,-1 2 0-16,1-2-2 0,0 3 0 0,-2-3-1 0,0-1 0 15,2-1 0-15,0-6 2 0,0 0 0 16,-1-3 1-16,1-6 1 0,0-1 1 0,0-5-1 16,1-2 0-16,-1-4 0 0,0-2 0 15,0-4-3-15,4-2 2 0,-4 1-1 16,1-3-1-16,1-1 0 0,-1-1 0 0,1 3 0 16,1-3 0-16,0 1-1 0,-1 0 1 15,1 1 0-15,3 1 0 0,-3 3 0 0,2-1 0 0,0 0 0 16,1 2 0-16,-1-4-1 0,3 1-1 15,-2-1 1-15,1 0 0 0,-1-3 1 16,2 0-1-16,-2-1 0 0,2-3 1 0,-1 2 0 16,-1-4 0-16,3 1-1 0,1-1 2 0,-1-2 0 15,2 0-1-15,0-1 0 0,-1 0 0 0,6-1 1 16,-4 0-1-16,4-1-1 0,-2 0 2 16,5-2-1-16,0-1 0 0,-1 1 0 0,2-1-1 15,-1-1 1-15,3 1-1 16,2-1 0-16,0-1-1 0,0 1 1 0,-1 1 0 0,2-2 0 15,2 1 1-15,-2-1 2 0,4 2 1 16,-1 0 0-16,1 0 0 0,1 0 0 0,0 2 0 16,2-1-2-16,2-1 1 0,0 2-1 0,0-1 0 15,0-1-1-15,0 2 0 0,1-2 0 0,0 0-1 16,0 0 0-16,-2 0 1 0,3 0-1 16,-1-2 0-16,2 2 0 0,-3 0-1 0,1 2-1 15,0-2 1-15,0 1 0 0,1 0 2 0,-3 2-1 16,4 1 1-16,-3-2 2 0,1 2 0 15,2-2-1-15,0 1-1 0,0 1 2 0,-1-1-1 16,2-2 0-16,0 2-2 0,1-1 1 0,0-2-1 16,-1 0 0-16,-2 0 1 0,3-2-1 0,-1 2 0 15,0-3 0-15,0 2 0 0,3-2-1 16,-3 1 0-16,2 0-1 0,-2 2 1 0,3-3 1 16,-2 3 1-16,0 0 0 0,3 0 2 15,-1 3-1-15,0-1 0 0,2 2 0 0,0-2 0 16,1 4-2-16,-1 0 0 0,0 2-1 15,0-2 0-15,0 3 0 0,1-2 0 0,-1 0-1 16,0 2 0-16,1 0 0 0,-1-1 0 16,1 0 2-16,0-1 0 0,-1 2 0 0,1-3 1 15,2 1 2-15,2 0 0 0,-1 0-2 0,2-2 0 16,2 2 1-16,-2 1 0 0,1-2-1 0,2 0 0 16,-1 1 0-16,1 1 0 0,0-3-1 15,1 2-1-15,0 0 0 0,-1-2 0 0,1 0 2 16,1-1 1-16,-1 2 1 0,4-4 0 15,0 1 1-15,0 1-1 0,3-4-1 0,0 2-2 16,-1-2 0-16,3 0 0 0,-2 0-1 16,1 0 0-16,1-2 0 0,1 2 2 0,0 0 1 15,1-2 0-15,3 2 2 0,1 0 0 0,0 2 0 16,4-2-2-16,0 2 0 0,1 0-1 0,2 1-1 16,0 0 0-16,1 0 0 0,2 2 0 15,-2-2 2-15,3 1 0 0,3 1 2 0,-1-1 1 0,2-1-1 16,2 0-2-16,0 0-2 0,2 0 0 15,-1-1 0-15,1-1 2 0,3 1-1 0,0-2 2 16,2 1 0-16,1-1 0 0,1 0-2 16,-3 2-1-16,3-2-1 0,-1 0 1 0,-1 1 0 15,-1-1 1-15,3 0 0 0,1 0 1 16,0-1-2-16,-1-1 0 0,0 1-2 0,1 1 0 16,-2 0 1-16,2 0 2 0,-2 1 0 15,4 1 1-15,-1-1 2 0,-1 2-1 0,-2-1-2 16,2 3-3-16,-2-3 2 0,-1 2 0 0,-1-2-1 15,3 0 1-15,-1 0 1 0,0-1 1 0,2 0-1 16,-1-1-1-16,0-1-1 0,-2 0-1 16,1-1 2-16,-1 0 0 0,1 0 0 0,-1 2 0 15,0-3 3-15,0 2-2 0,-2 1-1 0,0 0-1 16,-2 1-1-16,1 2 0 0,-5-1 0 0,1 0 2 16,0 1 1-16,-1-2 1 0,-1 1 0 15,0-2 0-15,-1 0-2 0,-2-2 0 16,-2 0-2-16,0-2-1 0,-1-1 1 0,-2-1 0 15,-3 0 2-15,0-1 0 0,-1 0 1 0,-1-3 1 0,0 3-2 16,-1-1 0-16,-3 0-1 16,-3-1-1-16,1 2 1 0,-4-1-1 0,-2 4-1 15,-1 0 1-15,-3 1 1 0,-4 2 1 0,-1 1 0 16,-4 3 1-16,-1 0-1 0,-5-1 0 0,0 4-2 16,-5 0-3-16,-4 3-8 0,-3-2-12 15,-2 1-24-15,-6-1-54 0,-6 0-80 0,-5 1-124 0,-5 1-215 16,-3-2-306-16,-5-2-355 0,-4 3-309 15,-4-3-97-15,-4-1 435 0,-7-2 686 16</inkml:trace>
  <inkml:trace contextRef="#ctx0" brushRef="#br2" timeOffset="83419.59">15226 12339 265 0,'1'-3'662'16,"-2"-2"325"-16,-1 1 140 0,1-2-183 15,-3-1-305-15,3 1-49 0,-3-4-40 0,3 3-67 16,-2 0-73-16,1 1-64 0,0 0-56 15,1 4-91-15,-1-3-63 0,2 2-38 16,0 2-24-16,0 1-21 0,-1 1-14 0,1 3-13 16,-5 7-7-16,2 6-7 0,1 8-3 0,-1 8-1 15,0 11-2-15,0 10 0 0,0 7-3 0,-1 6-2 16,1 4 1-16,2 1-2 0,-1-2 1 16,4-2 0-16,-1-5 0 0,4-7 1 0,1-7-2 15,4-5-2-15,2-8-1 0,1-8 0 16,1-7-1-16,1-5 1 0,2-8-1 0,1-6 2 15,0-7 0-15,0-7-1 0,4-3 1 0,0-2-1 16,3-2 0-16,-1 0 0 0,2 4 0 16,0 1 0-16,1 6 0 0,-2 2 1 0,2 6 0 15,-3 4 0-15,2 6 2 0,-3 5 1 0,1 3 1 16,-5 3 1-16,1 5 0 0,-1-1 0 16,-1 1 0-16,-1-2 0 0,-3 0-1 0,2-3-1 15,-1-4 0-15,-2-4 0 0,0-4 0 16,0-6 0-16,-1-6 1 0,0-6 0 0,0-9 1 15,-2-7 0-15,-1-5-1 0,0-7-1 0,0-5 6 16,-5-5 6-16,1-2 4 0,-2-5 5 0,-1-4 3 16,-4-4 3-16,-1-3-4 0,-2-3-3 15,-3 2-3-15,-1-3-6 0,-5 2-2 0,-1 1-3 16,0 5-1-16,-1 7-3 0,0 8-1 0,3 5-1 16,1 9-1-16,2 7 0 0,1 6 0 15,-1 4 0-15,2 6-1 0,2 7-3 0,1 5-1 16,4 5 0-16,-3 5 0 0,6 3-5 15,1 6-11-15,0 2-17 0,2-1-35 0,2 5-84 0,1-1-148 16,1-1-259-16,-1 2-320 0,2-1-412 16,-1 0-435-16,0 0-32 0,3 0 723 15</inkml:trace>
  <inkml:trace contextRef="#ctx0" brushRef="#br2" timeOffset="83579.02">16251 12781 31 0,'13'27'850'0,"-3"0"822"0,-4 2 26 0,-3 2-347 16,-3 2-407-16,-2 3-396 0,-2-3-251 0,-2 4-128 16,-1 0-61-16,3 0-39 0,-3-1-25 0,5-3-19 15,-1-2-13-15,2-6-8 0,2-3-8 16,1-4-24-16,-1-4-71 0,-1-5-89 0,2-5-215 16,-2-4-283-16,0-4-359 0,0-5-428 15,-2-6-250-15,2-2 234 0,-3-5 895 0</inkml:trace>
  <inkml:trace contextRef="#ctx0" brushRef="#br2" timeOffset="83755.16">16304 12623 240 0,'0'-21'1289'0,"-3"1"518"0,-4 4-254 0,1 6-367 16,-4 1-410-16,1 3-391 0,1 4-186 16,0-2-84-16,2 3-43 0,1 1-27 0,2 1-22 0,3 3-15 15,2 0-18-15,1 1-54 0,1 3-83 16,1 1-169-16,3 0-270 0,0 3-323 15,3 2-409-15,-1 0-347 0,-1-1 33 0,5 3 782 16</inkml:trace>
  <inkml:trace contextRef="#ctx0" brushRef="#br2" timeOffset="84400.85">16614 12306 143 0,'4'-11'745'15,"-2"5"471"-15,-2 0 159 0,1 1-111 16,-1 3-395-16,0 0-303 0,2 0-160 15,-2 2-96-15,0 2-77 0,2 2-63 0,-2 2-49 16,1 1-31-16,-1 6-17 0,4 2-8 0,-3 5-5 16,2 5-7-16,1 4-2 0,0 5-8 15,1 7-3-15,-2 5-5 0,0 2-8 0,4 6-4 16,-4 3-8-16,2 3-2 0,1 2-4 0,2-2-3 16,0-3-1-16,0-3-1 0,2-4 1 15,3-6-3-15,0-5-1 0,4-7-2 0,-1-5-1 16,3-7-1-16,1-4 0 0,1-8-1 0,0-7 0 15,1-6 0-15,-1-4-6 0,1-9-13 16,-2-3-28-16,-4-4-62 0,1-4-75 0,-4-2-131 16,-1-2-226-16,-2-1-313 0,-2 0-356 0,-3-2-271 15,2-1-118-15,-5-1 472 0,0 1 683 16</inkml:trace>
  <inkml:trace contextRef="#ctx0" brushRef="#br2" timeOffset="84670.5">16995 12276 54 0,'0'-21'668'0,"1"5"708"0,-1 0 256 0,0 7-222 16,0 2-433-16,2 2-391 0,0 4-196 0,-2 3-145 16,1 4-86-16,-1 7-47 0,3 4-21 0,1 3-11 15,-1 10-8-15,3 2-7 0,-2 6-7 0,1 5-8 16,0 5-8-16,2 1-8 0,-3 4-6 16,2-1-7-16,2 1-7 0,-1-2-5 0,2 0-3 15,2-3-3-15,0-3-1 0,2 0-1 16,1-3 0-16,-1-3 0 0,4-2-2 0,-2-2-1 15,0-5-1-15,1-2-1 0,3-3-2 16,-2-6-8-16,-1-3-10 0,3-4-19 0,-3-3-37 16,0-7-81-16,-2-4-108 0,-1-3-199 0,-2-5-299 15,0-3-361-15,1-4-387 0,-2-2-144 0,1-4 297 16,0 1 771-16</inkml:trace>
  <inkml:trace contextRef="#ctx0" brushRef="#br2" timeOffset="84867.03">17581 12764 240 0,'5'7'1075'0,"-2"3"595"0,1 5-86 16,-4 3-331-16,0-1-482 0,0 5-291 0,-2 2-193 15,0 3-111-15,-1 2-60 0,0 2-35 0,-2 2-24 16,3 3-19-16,-2 2-12 0,-2-1-9 0,3 1-9 16,-1-2-4-16,3-3-5 15,1-2-7-15,1-4-20 0,3-3-70 0,-4-6-96 16,1-3-212-16,-1-4-286 0,0-2-363 15,0-7-446-15,0-6-254 0,-1-3 280 0,1-8 890 0</inkml:trace>
  <inkml:trace contextRef="#ctx0" brushRef="#br2" timeOffset="85046.75">17615 12441 636 0,'-4'-7'1603'0,"-2"9"130"0,-5 6-353 16,3 7-351-16,-2 3-481 0,0 4-292 15,3 6-133-15,1-2-60 0,3 2-30 0,3 1-17 16,4 0-8-16,5-2-12 0,1 3-59 16,6-4-78-16,3 2-163 0,2-3-275 0,3 1-313 15,2-2-392-15,3-1-299 0,-1 0 33 0,1-3 716 16</inkml:trace>
  <inkml:trace contextRef="#ctx0" brushRef="#br2" timeOffset="85368.3">18087 12904 86 0,'-4'-13'933'0,"-3"3"761"0,-1-5-17 16,-4 4-346-16,-1-1-430 0,-1 0-362 15,0 1-234-15,-2 5-119 0,3-1-60 0,-1 3-38 0,-4 7-28 16,4 0-20-16,-2 8-13 0,-1 6-7 16,3 2-6-16,1 8-2 0,-1 2-2 0,8 0 0 15,-2 5-1-15,4-1-4 0,4-2-1 0,5-2-3 16,2-4-2-16,2-4-1 0,5-6-1 15,2-5-2-15,1-8-2 0,1-6-6 0,4-6-7 16,-2-8-8-16,0-2-6 0,0-4-4 16,-1 0 2-16,-3-2 6 0,-2 4 7 0,-3 1 10 15,-1 5 8-15,-4 1 3 0,-1 5 2 0,-4 6 0 16,-1 5 0-16,-1 4 0 0,-4 5 0 0,2 5 0 16,0 4 0-16,1 0-1 0,-1 5-13 15,3 1-49-15,0-1-85 0,3-2-161 0,0 1-267 16,2-3-329-16,4-1-416 0,-1 0-368 15,2 0 22-15,4 2 766 0</inkml:trace>
  <inkml:trace contextRef="#ctx0" brushRef="#br2" timeOffset="86247.29">18552 13314 127 0,'-13'16'657'15,"1"1"441"-15,-4-2 145 0,6-4-107 0,-2 0-419 16,6-2-258-16,-1-3-149 0,2-3-92 16,2-4-56-16,2-5-18 0,1-6 9 0,1-7-22 15,4-6-12-15,1-9 14 0,3-5 5 0,1-5-15 16,1-2-22-16,4-2-12 0,2-2-7 0,-1 2-17 16,0 2-12-16,-1 2-8 0,0 4-13 15,-4 5-6-15,0 9 1 0,-3 1 0 0,-2 7 1 16,-1 5 3-16,-2 3 0 0,0 6-1 15,-1 7-6-15,-4 6-6 0,-1 7-9 0,0 7-5 16,-2 7-2-16,2 3 0 0,-2 5 0 0,4 2 0 16,-1 2 1-16,4 2 2 15,-2-1-2-15,4 0 0 0,0-4-1 0,2-2 0 0,2-7 0 16,-2-3-1-16,2-6-1 0,0-6 0 16,3-8 0-16,0-4 0 0,0-9 1 15,3-6 0-15,-1-9-1 0,1-5 0 0,1-6-1 16,0-6-1-16,1 0-1 0,0-4 1 0,-2 3 1 15,3-1 1-15,-4 3 1 0,0 5 0 0,-4 4 2 16,1 5-2-16,-4 6 1 0,0 2 0 0,-3 7 0 16,1 5 2-16,-3 6 2 0,1 9 2 15,-4 7 1-15,2 2 0 0,-1 9 1 0,-1 3-1 16,0 6-1-16,1 1-1 0,1 1-2 0,1 0 0 16,3-3-3-16,-3-1-1 0,4-7-2 0,2-5-1 15,2-4 0-15,-1-8-1 0,1-5 1 16,4-8-1-16,0-6 2 0,-1-7 0 0,6-8-1 15,-4-6 1-15,3-3-1 0,-1-5 1 16,1 2 0-16,1 0 1 0,-2 2 0 0,-1 4-1 16,-2 1 1-16,-2 7-2 0,0 4 1 0,-1 3-1 15,-4 7 0-15,3 4 2 0,-2 6 0 0,-2 5 2 16,-1 6 1-16,-2 5 1 0,0 3-1 16,-1 5-1-16,2-1-1 0,-1 4-1 0,2-3-3 15,1 2-4-15,0-5-15 0,1-2-35 0,1-2-76 16,-1-6-84-16,3-5-166 0,-1-4-287 15,1-5-338-15,1-9-364 0,1-1-199 16,-1-9 92-16,4-4 689 0</inkml:trace>
  <inkml:trace contextRef="#ctx0" brushRef="#br2" timeOffset="86549.24">19376 12834 444 0,'-6'-20'1203'0,"-4"3"391"0,-1 4-142 15,2 7-322-15,-1 5-471 0,-1 2-238 16,1 5-162-16,2 5-96 0,2 2-60 0,0 2-42 15,5 1-22-15,1 1-17 0,3-1-9 0,3 3-6 16,0-2-2-16,5 0-1 0,2-1-1 16,1 2-1-16,3 0 0 0,3-2 1 0,0 2 0 15,2-1-2-15,0 2 0 0,2-1 0 0,0 0-1 16,-2 0 1-16,-1 0-1 0,-3 2 1 0,-2-1 2 16,0 1-1-16,-6 4 1 0,-4-3 0 15,0 5 1-15,-4 0-1 0,-6-3-1 0,-2 1 0 16,-2-1 0-16,-3-2-2 0,-1-3 0 15,-3-5-1-15,0-1-7 0,0-2-21 0,-2-6-51 16,-1-2-70-16,1-5-100 0,0-5-175 16,-1-5-301-16,6-4-325 0,-1-3-294 0,4-3-170 15,2-4 224-15,2 0 650 0</inkml:trace>
  <inkml:trace contextRef="#ctx0" brushRef="#br2" timeOffset="86816.64">19646 13105 327 0,'16'22'899'0,"-2"-2"344"0,-2 5 48 0,0 3-154 16,-2 0-372-16,1 2-249 0,1 1-142 0,-1-5-81 15,2-2-77-15,-2-7-83 0,2-2-58 0,1-8-35 16,0-5-17-16,0-5-9 0,-1-8-5 16,1-3-3-16,-3-8-1 0,1-2 5 0,-3-3 4 15,-3-3 6-15,-3 0 3 0,0-3 7 0,-4 2 1 16,-2-2-3-16,-5 1-3 0,-3 1-3 15,0 0-4-15,-3 5-5 0,-2 1-1 0,-2 4-3 16,2 4-3-16,-2 5-3 0,1 6-1 16,-1 6-2-16,3 6-1 0,1 4-1 0,3 6-2 0,0 4-5 15,7 3-34-15,0 2-79 0,4 1-87 16,0 0-170-16,4 2-293 0,0-1-343 0,4 0-359 16,-2 2-181-16,2 1 155 0,5 1 692 15</inkml:trace>
  <inkml:trace contextRef="#ctx0" brushRef="#br2" timeOffset="87394.1">20101 13420 12 0,'0'0'514'0,"2"-4"458"0,0-4 220 15,-1-3-40-15,3-5-317 0,-1-3-291 16,2-4-148-16,4-4-61 0,-1-1-34 0,1-4-34 16,3-1-17-16,0 0-48 0,-1 0-50 15,3 2-37-15,-3 2-28 0,1 2-20 0,0 6-24 16,-4 3-7-16,0 6-2 0,1 6 1 0,-1 5 1 16,-3 5 2-16,0 8 5 0,-2 8-7 15,-1 5-6-15,-1 7-6 0,-1 4-4 0,2 3-7 16,1 1-4-16,-2 1-3 0,2-2-2 15,1-2-2-15,2-5-1 0,2-4-2 0,3-5 1 16,0-8-1-16,0-7 1 0,5-8 0 0,0-8 0 16,0-9 0-16,1-6 0 0,0-6-2 15,1-3 1-15,-2-4-1 0,1 0 1 16,-3-1-1-16,0 5 2 0,-2-1 0 0,-3 8 0 0,2 1 0 16,-3 6 0-16,-2 2 0 0,-1 7 0 15,0 3 1-15,3 4 1 0,-5 5-1 16,2 4 2-16,-4 4 0 0,2 5 0 0,1 5-2 15,0 2-1-15,1 2-4 0,1 2-21 0,-1-1-72 16,0-1-91-16,0 1-193 0,0-1-281 0,-1-1-355 16,2 0-430-16,1-1-247 0,-3-2 195 15,1-1 828-15</inkml:trace>
  <inkml:trace contextRef="#ctx0" brushRef="#br2" timeOffset="87662.97">21046 13072 306 0,'-7'-4'1413'0,"2"0"472"0,1 2-312 0,0-1-412 16,1 3-436-16,2 0-361 0,2 3-177 15,2 1-81-15,5 1-41 0,4 2-22 16,3 1-14-16,3-3-9 0,6 1-9 0,-1-1-5 0,6 0-3 15,-1-4-3-15,2-1-2 0,2-1-8 16,-2-3-19-16,-2 0-68 0,-1-4-101 0,-5 4-218 16,0-2-287-16,-3 2-362 0,-4 2-457 15,-1 0-256-15,-5 2 328 0,-2 5 896 0</inkml:trace>
  <inkml:trace contextRef="#ctx0" brushRef="#br2" timeOffset="88125.41">21969 12314 220 0,'3'-5'887'15,"3"8"544"-15,1 6 76 0,-1 6-212 0,2 7-474 16,3 5-299-16,0 4-150 0,0 6-112 16,3 5-74-16,-1 2-53 0,1 3-30 0,1 4-18 15,0 2-19-15,-2 1-13 0,-2 1-13 0,2 2-9 16,-2 1-9-16,0 1-9 0,-2-2-5 0,-1 2-5 16,0-4-4-16,0-4-5 0,-2-1-11 15,2-6-22-15,-3-6-50 0,-2-6-82 16,2-5-154-16,-5-8-273 0,-5-4-326 0,2-6-405 15,-2-4-356-15,-1-6 0 0,-4-7 740 0</inkml:trace>
  <inkml:trace contextRef="#ctx0" brushRef="#br2" timeOffset="88306.89">22141 13024 39 0,'7'-8'719'0,"-2"3"721"0,-1 2 131 0,2 3-270 16,1 1-365-16,-3 4-385 0,5 1-219 0,1 1-137 15,3 2-66-15,3 2-34 0,0-2-34 0,6-1-28 16,1-1-17-16,5-1-7 0,-2-3-5 0,6-2-25 16,0-2-85-16,-1-4-105 0,1-2-205 15,0-3-287-15,-4-4-355 0,2-3-392 0,-5-4-146 16,1-1 329-16,-5-3 730 0</inkml:trace>
  <inkml:trace contextRef="#ctx0" brushRef="#br2" timeOffset="88494.79">22641 12486 221 0,'-8'-21'891'0,"1"4"562"0,-2 5 72 0,3 3-228 16,0 6-484-16,1 3-298 0,1 7-166 0,3 3-119 15,1 7-80-15,1 3-51 0,3 5-33 0,2 6-18 16,1 3-9-16,2 4-8 0,-3 5-6 0,2 2-9 16,-1 5-1-16,2 2-3 0,-5 2-5 15,1 2-3-15,0 4-2 0,-3-2-4 0,-1 2-12 16,3-3-31-16,-4-1-76 0,1-6-90 15,-1-6-174-15,3-5-291 0,-1-7-339 0,2-8-385 16,0-7-208-16,0-6 155 0,4-9 722 16</inkml:trace>
  <inkml:trace contextRef="#ctx0" brushRef="#br2" timeOffset="88825.98">23031 13016 429 0,'-5'-1'1532'16,"-2"2"336"-16,1 5-343 0,-6 2-394 0,-2 6-453 16,1 1-327-16,-1 4-156 0,-2 5-73 15,2 5-37-15,-2 1-25 0,5 3-17 0,2 0-13 16,3-1-11-16,2 0-8 0,6-3-6 0,3-8-3 16,6-4-2-16,1-9-2 0,6-6-2 15,1-10-2-15,4-7-8 0,1-8-9 0,0-6-9 16,-2-6-7-16,0-4-5 0,0 0 1 15,-6 2 7-15,1 2 9 0,-4 4 14 0,-5 7 8 16,0 4 5-16,-3 5 5 0,-5 6 3 16,-2 6 3-16,-3 6 3 0,-1 8-1 0,-2 3-1 15,2 6-1-15,-1 4-2 0,1 1-5 16,0 5-2-16,4-4-7 0,2 4-26 0,0-5-85 16,4-2-138-16,-3-2-252 0,2-1-307 0,-1-4-412 15,-2-1-485-15,0 0-88 0,0 0 692 16</inkml:trace>
  <inkml:trace contextRef="#ctx0" brushRef="#br2" timeOffset="89578.82">23373 13298 80 0,'2'11'645'0,"-1"0"469"16,1-1 145-16,-2-1-121 0,1-3-314 15,1-3-256-15,1-3-132 0,0-3-78 0,5-3-55 16,0-11-38-16,0-2-61 0,4-7-68 0,1-8-44 16,4-5-29-16,3-7-9 0,2-5-9 15,1-4-8-15,3-8-4 0,-1-4-5 0,4-3 0 16,-4-2-1-16,-2-3-3 0,-2 4-2 15,0 2 3-15,-6 5 0 0,-2 8 2 0,-5 9 6 16,1 8 2-16,-4 10 2 0,-3 5-4 0,-2 9-4 16,-4 6-6-16,1 9-8 0,-3 9-6 15,2 8-3-15,-1 6-2 0,-2 12 0 16,6 5-1-16,-3 7-1 0,3 7-1 0,1 4 1 16,0 7 0-16,1 3 5 0,3 5 4 0,-3 2 2 15,2 1 1-15,2-2-1 0,0-5-1 16,4-6-5-16,2-9-4 0,4-9-2 0,2-8-1 0,3-10-1 15,0-9-1-15,3-9 0 0,-1-7 0 16,4-10 0-16,-4-8-1 0,3-8-1 0,1-9 0 16,-1-6-1-16,-2-8 0 0,-2-4 2 15,1-4 1-15,-1-5 1 0,-5-4 2 0,-1 0 2 16,0-4-1-16,-6-1-1 0,4 0 0 0,-7 5-2 16,1 2 0-16,-3 6 1 0,1 9 3 15,-4 10 3-15,1 8 2 0,-2 8 2 16,-2 9 0-16,2 9-5 0,-1 9-5 0,-4 7 0 15,4 10 0-15,-1 7 0 0,1 8 0 0,-1 5 0 16,0 7 0-16,2 3 0 0,0 9 0 0,-1 3 0 16,1 5 0-16,0 2 0 0,0 2 0 15,0-4 0-15,3-2 0 0,0-8 0 0,5-5 0 16,1-8 0-16,-1-7 0 0,2-8-67 0,-1-9-123 16,-1-6-222-16,0-6-289 0,1-7-381 15,3-7-482-15,-3-3-362 0,2-11 325 0,-1 0 1033 16</inkml:trace>
  <inkml:trace contextRef="#ctx0" brushRef="#br2" timeOffset="90629.05">25281 13298 93 0,'-15'16'549'16,"0"-2"390"-16,1-1 210 15,1-2-27-15,4 1-421 0,0-7-262 0,2-2-147 16,2-4-84-16,2-6-57 0,3-5-16 0,3-7 13 16,2-8 31-16,3-2 32 0,3-9 20 15,0-4-9-15,3-3-22 0,2-2-32 0,1 1-30 0,0-1-32 16,0 4-23-16,-1 4-13 0,-1 3-16 0,-2 7-6 15,-1 7-8-15,-2 4-1 0,-3 7-6 16,-1 4-1-16,2 8-1 0,-4 7-4 16,0 9-4-16,-1 6-6 0,0 5-2 0,-1 7-5 15,1 3-2-15,0 3-2 0,0 2 0 16,3 2-1-16,-1-2-3 0,1 0 0 0,3-1-1 16,-2-4-1-16,-1-3 0 0,2-6-1 15,1-4 0-15,1-6 0 0,0-6 0 0,0-6 0 0,0-10 0 16,2-6 1-16,-1-11-1 0,3-6 1 15,-1-5-1-15,2-7-1 0,0 0-1 0,0-3-1 16,0 4 2-16,-1 1 0 0,-5 4 0 16,1 7 0-16,-1 3 1 0,-3 6 0 0,-1 6 1 0,0 5 0 15,-2 8 1-15,-1 6 1 0,-2 6 1 16,0 6 0-16,0 6 0 0,-2 3 1 16,2 2-2-16,-1 2 0 0,2-1-1 0,-1-1-1 15,4-2-1-15,-1-3-1 0,3-5 0 0,-3-4-2 16,2-3 2-16,1-6 0 0,1-5 0 15,2-6 1-15,-1-7 1 0,1-10 0 0,3-1-2 16,0-9 2-16,-1 1-2 0,3-3 0 16,-3-1-1-16,2 2 2 0,0 1 0 0,-2 5 0 15,1 3 0-15,-4 5 0 0,2 2 1 0,-2 7-1 16,-1 5 1-16,2 4 1 0,-6 7 1 16,0 6 0-16,-1 4 1 0,-2 6-2 0,0 5 0 15,-4 3 0-15,3 3-2 0,-1-1 0 16,1 1-3-16,-3 0-9 0,4-3-21 0,0-1-56 15,0-5-80-15,0-5-131 0,0-3-226 0,2-2-314 16,0-5-372-16,1-5-308 0,2-5-87 0,-1-5 492 16,5-4 676-16</inkml:trace>
  <inkml:trace contextRef="#ctx0" brushRef="#br2" timeOffset="90894.07">26252 13237 29 0,'27'-15'522'0,"2"1"469"0,-7-3 235 16,-2 3-39-16,-2-2-244 0,0-1-249 15,-1-2-173-15,-2-3-112 0,0 0-72 0,-3 0-57 16,-1-4-82-16,-1 2-62 0,-3-1-36 0,0 0-19 16,-6 2-15-16,-1-1-7 0,-1 3-10 0,-6 2-7 15,0 3-8-15,-1 6-8 0,-4 3-4 16,-1 7-8-16,-4 5-5 0,0 7-6 16,0 6-1-16,-1 6 0 0,0 5 0 0,5 3-1 15,0 3 2-15,2 3-1 0,5 1 0 0,3-1-1 16,1 5-2-16,4-4 0 0,2 0-1 15,4-3-3-15,3-5-2 0,4-4-11 0,2-4-20 16,-1-8-55-16,3-6-83 0,3-7-162 0,-3-4-275 16,4-7-330-16,-1-6-408 0,1-5-326 15,1-4 36-15,-2-4 764 0</inkml:trace>
  <inkml:trace contextRef="#ctx0" brushRef="#br2" timeOffset="91114.95">26746 12484 233 0,'-7'-52'1173'0,"1"7"585"15,-2 9-165-15,1 6-369 0,-2 9-475 0,1 10-297 16,2 5-210-16,-1 12-99 0,1 7-48 16,2 10-24-16,2 9-12 0,0 8-9 0,4 7-4 15,0 5-2-15,2 7-7 0,1 5-6 0,-1 6-6 16,3 1-5-16,-1 3-7 0,2 2-5 16,2-1-3-16,-1-1-3 0,1-5-6 0,2-6-14 15,-1-5-23-15,1-9-57 0,-2-6-82 0,-2-9-166 16,-1-7-275-16,-2-2-334 0,1-11-412 0,-6-5-327 15,0-6 37-15,0-8 779 0</inkml:trace>
  <inkml:trace contextRef="#ctx0" brushRef="#br2" timeOffset="91299.35">26570 12895 28 0,'-16'-25'665'0,"3"5"725"0,1 4 205 15,1 5-228-15,1 4-380 0,4 5-424 16,1-1-208-16,5 6-149 0,5-1-79 0,3 1-51 15,5 1-33-15,4 0-18 0,0 0-12 16,9-1-7-16,0 2-2 0,4-4-2 0,5 0-31 16,2-1-80-16,5-1-117 0,3-2-242 0,2-1-293 15,1-1-367-15,0 0-391 0,-1 1-114 16,-8-1 471-16,-5 5 758 0</inkml:trace>
  <inkml:trace contextRef="#ctx0" brushRef="#br2" timeOffset="91964.42">27027 12318 200 0,'0'-20'565'0,"0"3"335"0,0 0 186 16,0 0-169-16,1 4-263 0,2-2-154 0,1 4-87 15,-1 0-43-15,2 3-44 0,0 0-27 16,-2 4-30-16,3 0 0 0,-3 2-32 0,2 3-41 16,0 2-28-16,3 3-28 0,1 6-15 15,-1 3-28-15,1 6-18 0,1 5-10 0,1 8-10 16,-3 4-6-16,0 8-7 0,-2 5-7 0,3 6-6 15,-4 6-6-15,-2 3-8 0,1 3-4 16,-1 0-5-16,-1 2-3 0,1-4-3 0,-2-6-4 16,4-3 0-16,1-9 0 0,4-7 0 15,-1-9 0-15,5-9 0 0,1-9-2 0,4-9-2 16,-1-10 1-16,2-11 0 0,2-9-2 0,0-8 2 16,0-3 0-16,2-7 1 0,-2-1 1 15,0 1 1-15,-1 2 1 0,-3 4 1 0,-3 3-2 0,0 4 0 16,-3 7 0-16,-2 4 0 0,-3 3 0 15,-1 5 0-15,-3 9-1 0,1 2 0 0,-3 9 1 16,-2 5-1-16,-3 3-1 0,0 6 0 16,-1 4 1-16,-2 4 0 0,0 2 0 0,0 2 1 15,1 2 1-15,1-2-3 0,0 0-7 16,-1 1-10-16,3-1-18 0,2-7-31 0,2-2-75 16,1-6-90-16,1-4-162 0,4-9-273 0,2-5-342 15,3-7-389-15,4-7-218 0,2-4 93 0,5-8 700 16</inkml:trace>
  <inkml:trace contextRef="#ctx0" brushRef="#br2" timeOffset="92199.37">27806 12984 61 0,'27'-7'561'0,"-2"5"480"0,-5 6 251 16,-2 6 56-16,-2 3-313 0,0 5-299 15,-3 3-214-15,-1 3-135 0,-1 1-93 0,-2-1-107 16,0 1-77-16,0-5-46 0,1-2-24 0,1-4-13 16,0-3-11-16,-1-7-6 0,2-4-5 15,-1-8-2-15,0-1 0 0,0-8-1 0,-1-3 0 16,-2-1 5-16,-2-2 6 0,-1-1 4 15,-4 4 1-15,-2-3 3 0,-5 3-1 0,-2 2-5 16,-4 2-4-16,-2 1-4 0,0 2-2 0,-2 5-2 16,-1 3-2-16,-2 4-2 0,1 5-2 0,-1 3 1 15,7 3-2-15,-2 3-1 0,4 2-8 16,4 2-21-16,1-2-64 0,8 0-79 0,2 0-148 16,1-2-273-16,4 1-329 0,4-2-386 0,0 0-279 15,5-3-6-15,-1 3 660 0</inkml:trace>
  <inkml:trace contextRef="#ctx0" brushRef="#br2" timeOffset="92633.57">28322 13006 279 0,'3'-25'1177'0,"-2"1"554"0,-1 0-157 16,-1 1-345-16,-2 2-486 0,-3 3-281 0,-1 3-199 15,1 7-108-15,-4 6-57 0,-1 4-36 16,0 8-27-16,-2 6-17 0,1 5-8 0,1 7-4 15,0 5-2-15,1 2-1 0,4 2 0 16,3 4 0-16,-1-1-2 0,4 1-1 0,5-5-2 16,3-4-1-16,5-9-1 0,3-6-4 15,2-9-7-15,3-10-11 0,1-10-12 0,0-7-12 16,4-8-9-16,-5-7 0 0,-1-4 5 0,0-7 12 16,0-5 14-16,-3-4 15 0,-3-4 8 15,2-5 5-15,-7-4 0 0,3-3 5 0,-3-4 7 16,-4-2 6-16,-1 1 10 0,0 0 8 0,-4 4 11 15,0 4 7-15,-4 9 5 0,0 7 2 16,-1 10-5-16,-3 10-5 0,2 10-9 0,-1 11-5 16,1 10-5-16,0 10-5 0,0 11-1 0,-1 8 2 15,1 14 2-15,1 6 2 0,0 11 2 16,0 9-8-16,-2 12-26 0,-1 7 0 0,0 4 0 16,-5 5 0-16,5 1 0 0,0-3 0 15,3-6 0-15,4-7 0 0,4-12 0 0,2-11 0 16,5-13 0-16,-1-7-74 0,-1-12-76 15,-2-4-91-15,-1-8-188 0,0-5-282 0,1-6-347 0,-2-2-411 16,1-6-230-16,-1-5 170 0,0-1 832 16</inkml:trace>
  <inkml:trace contextRef="#ctx0" brushRef="#br0" timeOffset="104451.8">12183 14299 178 0,'3'-8'483'0,"-3"3"228"0,2-1 137 0,-2 0-116 15,0 0-215-15,0 2-107 0,0 0-41 16,0 2-24-16,0-2-23 0,0 2-48 0,0 2-53 15,0 0-52-15,0 0-40 0,0 0-12 0,0 0-2 16,2 0 17-16,-2 0 20 0,0 0 24 16,1 0 22-16,-1 6-3 0,0 0-23 0,0 2-30 15,0 4-23-15,0 1-28 0,0 4-32 16,0 3-22-16,0 1-9 0,0 2-8 0,0 5-8 16,2 0-5-16,0 4 1 0,-1 1 6 15,2 2 4-15,1 3 4 0,0 1-2 0,2 2 2 16,-1 3 3-16,0 0-1 0,1 3-2 0,-1-1 3 15,0 4 1-15,3 0-1 0,-2 0-6 0,0 1-2 16,-1 2 2-16,0-1-2 0,-2 0 1 16,3 5-2-16,-3-1 1 0,2 1-1 0,-2 2-5 15,1 0-5-15,-3 0-2 0,3-1-1 0,-3 0-3 16,2-1-2-16,0-2 1 0,0 1 1 16,0-2 0-16,-1-3 0 0,3-1 2 0,-2-1 2 15,0-2-2-15,1-2 0 0,-3-1 1 0,5 0-2 16,-3 2 0-16,0 0 0 0,-1-1-1 0,1 4-1 15,-1-1-1-15,-1 1-1 0,1 2 1 0,1 2 1 16,-1 0 1-16,0 2 0 0,-1 0 2 16,2 1 2-16,-1-1-2 0,2 1 0 0,1 0-1 15,-2-4-1-15,2 0-1 0,-2-1 0 0,2-4 0 16,0-1-1-16,-1-2-1 0,1-4 2 16,0 1-2-16,-2-4 3 0,0 1 0 0,1-4 0 15,-1 1-3-15,0-1-2 0,-1 0-1 0,0 0-1 16,-2-1-1-16,0 3-1 0,0-2 4 0,-2 1 2 15,0-3 1-15,-1 2 0 0,0 0 1 16,-1-1-1-16,1-1 1 0,0-2-1 0,-2 1 1 16,3-4 4-16,-2-2 3 0,-1-2 1 0,2-4 1 15,0-3-1-15,0-4-1 0,1-4-8 0,-1-1-8 16,0-7-12-16,-1-1-17 0,1-9-33 0,-3 1-73 16,2-8-77-16,-3-3-149 0,2-3-223 15,-1-5-318-15,-2-4-335 0,2-1-213 0,-2-3-24 16,-2 0 552-16</inkml:trace>
  <inkml:trace contextRef="#ctx0" brushRef="#br0" timeOffset="105305.46">12079 14293 421 0,'-3'9'919'0,"0"-2"313"15,-2 0 3-15,0-2-217 0,4-2-249 0,-3 0-205 16,0-1-141-16,2 0-90 0,-1-2-69 0,0-2-94 15,1 0-79-15,1-3-42 0,-1-3-25 0,2-3-13 16,0-2-10-16,2-3 6 0,1-6 4 16,0 0 1-16,2-3 8 0,3-3 3 0,-2 0 3 15,2-2 2-15,0 0 5 0,1-1 3 16,1 2-4-16,0 1-5 0,0 1-1 0,-2 2-7 16,0 3-6-16,3 4-5 0,-5 0-2 15,2 6 0-15,1 2 2 0,0 5 0 0,0 0 0 16,1 5-1-16,2 5 0 0,-2 4-1 0,1 2-1 15,2 4-2-15,-4 2 0 0,1 6-1 16,-1-3-2-16,1 5-1 0,-2-1-1 0,0 3 0 16,2 0-2-16,-2 2-6 0,2-1-20 15,-1 0-70-15,-1 2-95 0,-1-1-209 0,-2 4-285 16,-1-1-364-16,2 2-443 0,-1 2-249 0,-2 0 260 16,2 3 881-16</inkml:trace>
  <inkml:trace contextRef="#ctx0" brushRef="#br0" timeOffset="107742.93">12098 17997 76 0,'3'4'356'0,"-1"-1"194"0,-1-1 135 0,1 1-93 15,0-1-233-15,-1-2-121 0,3 0-51 16,-3 0 7-16,5-2 40 0,-1-1 22 0,0 1 45 16,1-1-3-16,2 0-27 0,0 0-19 0,0 0-37 15,1 0-32-15,1 0-44 0,4 0-7 0,-3 1 3 16,5 1-21-16,0 0-11 0,1-1-3 0,1 2-2 15,2-1-27-15,2 1-29 0,2 0-26 0,0 0-15 16,3 0 71-16,1-2 39 0,4 1 19 16,-1 1 5-16,1-2 11 0,1 1-5 0,0-1-61 15,2 1-37-15,0-1-23 0,-1 2-7 16,1-1-5-16,2 1-2 0,-1-2-4 0,3 2 0 0,-1 0 0 16,2 0 0-16,0 0-3 0,2 0-1 15,-1 0 4-15,1 0 0 0,2 0-2 0,0 0 1 16,3 0 2-16,-1 0 0 0,3 0-1 0,-1 0 1 15,1 0 1-15,1 0-4 0,-2 0 0 0,2 0 0 16,0 0 0-16,2 0 31 0,1-1 18 16,2-1 11-16,-2-2 4 0,2-2 0 0,2-1 1 15,5-1-29-15,1-2-15 0,2 2-9 0,3-4-5 16,3 0-3-16,0-1-3 0,2-2-1 0,3 2 4 16,-2-2-1-16,5 2-2 0,-3-1 0 0,3 3 1 15,0-2 0-15,3 1-6 0,-1 1 2 16,0 4 0-16,-1 0-1 0,1 1 0 0,-4 3 7 0,1 1-1 15,-5 2-2-15,-1 3 0 0,1 2 1 16,-2 1 1-16,-1 1-7 0,-2 1 2 0,0 2 2 16,-4 2-1-16,-2-1 1 0,-2 2-1 0,0 2 1 15,-6-1-2-15,0 1-1 0,0 2 3 16,-7-1-1-16,2 0 2 0,-2-1-1 0,-2 2 2 16,-1-2 0-16,2 0 0 0,-2-2-1 0,2 0-1 15,-2 0 0-15,2-2 0 0,0 1 0 0,1-4 0 16,-1 0 0-16,3-1-1 0,2-1 1 0,-2-2-1 15,5 0 4-15,-2-2 1 0,0-2-2 16,2 0 0-16,1-2 1 0,3-2 0 0,3 2-5 16,-1-4 0-16,0 0 2 0,3-2 1 0,0 2-1 0,2-1 0 15,0-3-1-15,1 2-1 0,-1-2 2 16,0 2-1-16,2-3 1 0,0 2 1 16,0-1 1-16,2 1 1 0,0-1-2 0,1 2-1 0,0-2 0 15,0 3 0-15,-1 0-2 0,2 1 0 16,-3 1 1-16,0 1 1 0,1 1 0 0,-5 0 1 15,6 1 1-15,-4-1 0 0,2 3 0 0,0-1 0 16,0 1-1-16,2 1-1 0,-6-1-1 0,1 2 0 16,0-1-2-16,0 2 1 0,-2-1 1 0,-1 1 1 15,-2 0 2-15,2 0-1 0,-1 0 3 16,-1-1-3-16,0 3 0 0,1-2-1 0,-1 0 0 0,0 0 0 16,-2 0-1-16,1 3 1 0,-4-4-1 15,4 3 6-15,-2-3-2 0,-1 2 0 0,0 2-2 16,-1-4 1-16,-1 3 1 0,3-2-6 0,1 0 1 15,-1 0 2-15,2 0 0 0,1-2 0 0,-2-1 0 16,4 0 0-16,-1 0-1 0,1-1 5 16,1-2-2-16,-1 0 0 0,1-2-1 0,2 1 1 15,0-2 0-15,3-1-5 0,3 2 0 0,-1 0 2 16,-1-1 0-16,1 1-2 0,2 1 0 16,-2 1 6-16,2 0 0 0,-3 0-2 0,0 2 1 0,1-1 1 15,0 1 0-15,2-1-6 0,1 1 1 16,0-2 0-16,1 0 1 0,-1-2-1 0,1 2-1 15,-1-1 8-15,-2-2-2 0,2 1-1 0,-2-1 0 16,-1 2 0-16,2-1 1 0,-2 2-7 0,-1-1 2 16,1 0 0-16,1 3-1 0,-5-2 1 15,2 1-2-15,-3 1 8 0,-1 1 3 0,-3 1-2 0,1-1-1 16,-2 4-1-16,2-3 0 0,-4 2-5 16,4 1-5-16,-2 1 4 0,2-3 1 0,-2 4 0 15,-2-4 1-15,0 3 1 0,1-1-1 0,-3-2-1 16,1 2 1-16,-2-2 1 0,-2 0 0 0,3-1 1 15,-5 2 0-15,2-3 2 0,-1 3-2 16,1-3 1-16,-1 0-1 0,1 0 0 0,-2 0-1 16,1 0 0-16,0 0 0 0,-2-3-1 0,2 3-1 15,-4-3 1-15,0 2-1 0,-1-2-1 16,0 0 7-16,0 0-3 0,-4 0 1 0,1-1-2 0,-5 4 2 16,-1-4-1-16,2 3-4 0,-3-2 2 0,0 3 2 15,-4-3 0-15,2 3 0 0,-3 0-1 16,-1 0 0-16,1 0 1 0,-2 3 7 0,-2-3 3 15,1 1 4-15,-2 1 1 0,-1-2 1 0,0 1 1 16,-4-1-8-16,2 1-4 0,-1-1-3 0,-2 3-1 16,3-3-1-16,-2 0-1 0,0 0 1 15,-1 2-1-15,-1-2 0 0,2 2 0 0,-3 0-1 16,3-1 1-16,-1-1 4 0,0 1 4 0,-1-1-4 16,2 2-1-16,2-2-1 0,-3 0 0 15,2-2-6-15,1 2-2 0,-1-1 2 0,0 0 3 0,0 1 0 16,3-2 1-16,-3 0 0 0,1 0 0 15,2 2 0-15,-3 0 0 0,2-3 1 0,1 2 0 16,-2 1 0-16,1-1 0 0,0 1 0 0,0 0 0 16,0 0 0-16,0 1-1 0,-2 0 0 0,4 2 0 15,-2-3 0-15,2 2 0 0,-2 0 0 16,4 1 0-16,-4-2 0 0,2 3 6 0,2-3 3 16,-1 2 6-16,0-2 4 0,1 2-3 15,-1 0 0-15,1-1-7 0,1-1-3 0,0-1-6 0,3 0-4 16,0 0 2-16,4-3 2 0,-1-1 0 0,7-1 1 15,-4 1 0-15,6-4-1 0,-1 2 1 16,-1-1 0-16,2-1-1 0,0 1 0 0,-1-1 0 16,-3 2 0-16,0 0 4 0,0 2 3 0,-3-1 1 15,-1 1 0-15,-3 1 2 0,0 2-5 0,-4-1-6 16,0 2-5-16,0 0 1 0,0 0-3 0,-2 0 0 16,1 0 8-16,1 2 6 0,-2-1 3 0,2 0 2 15,0 1 1-15,2-1 0 0,-2-1-3 16,1 2-4-16,-1-2-1 0,4 1-2 0,-4-1 0 15,1 0-2-15,1 0 0 0,0 0 0 0,-1 0 0 16,-1 0 1-16,0 0-2 0,2 0 1 0,-4 0 1 16,2 0 3-16,-1 0 3 0,-2 0-4 15,-2 0-1-15,1 2-1 0,-1-2-1 0,0 1-3 16,-1 1-3-16,-2-1 2 0,0-1 3 0,0 2 0 16,-3-1 1-16,2 1 0 0,-3-2 0 15,-1 1 0-15,0-1 0 0,-3 2 1 0,-1-2-1 16,-1 0 0-16,-2 0 0 0,-1 0 0 0,-2 0 0 15,-1 0 0-15,-3 0 0 0,2 0 1 0,-2 0 1 0,0 0 0 16,-1 0 0-16,-1 0-1 0,1 0 1 16,-2 0-1-16,0 0-1 0,0 0 2 0,0 0-1 15,0 0 0-15,0 0 0 0,0 0 0 16,-2 0-1-16,1-2-1 0,-1 2 0 0,-1-1-2 16,0 1-1-16,-2-2 1 0,0 1-3 0,1-1-7 15,-1 2-14-15,-3-3-25 0,2 2-47 0,-1-2-72 16,-2-2-102-16,-4-2-160 0,4 0-263 15,-3-1-317-15,2 0-300 0,0-2-193 0,0-2 153 16,0 0 602-16</inkml:trace>
  <inkml:trace contextRef="#ctx0" brushRef="#br0" timeOffset="108060.23">29326 17526 419 0,'3'-6'934'0,"0"1"304"0,-3 2-34 16,3 2-308-16,-1-1-315 0,-2 1-154 0,3 1-64 15,2 0-42-15,-2 0-27 0,3 1-36 0,1-1-34 16,0 3-61-16,3-2-57 0,0 3-31 0,2-1-21 16,1 1-10-16,2-1-5 0,0 3-12 15,-1 0-3-15,5 2-9 0,-2-1-3 0,-1 3-4 16,5 0-6-16,-5 0 1 0,1 2 2 0,-3 0-1 16,2 0-1-16,-3-1 6 0,-1 4 2 15,-2-2 1-15,-2 1 0 0,-1 0 1 0,-3 3 0 16,-4 0-5-16,0 2-3 0,-6-1-1 0,-1 3-2 15,-2-1-1-15,-3 1 0 0,-5 0-2 0,-3 2-1 16,-1 0 0-16,-6 1-1 0,-1-1-1 0,-1 1 1 16,-1-2-2-16,2-1-1 0,3 1-9 15,-1-6-22-15,7-3-56 0,2-3-74 0,2 0-116 16,5-3-197-16,5-5-306 0,2 4-344 0,6-5-290 16,2 0-142-16,5-1 352 0,2 0 658 0</inkml:trace>
  <inkml:trace contextRef="#ctx0" brushRef="#br0" timeOffset="108713.75">30592 17605 211 0,'11'-15'525'0,"-1"0"249"15,-2 0 150-15,3 0-158 0,1 0-228 16,0-2-125-16,3 3-62 0,1-1-43 0,1-1-26 0,2 2-36 16,1 2-35-16,0 1-18 0,0 3-11 0,3 2-15 15,-1 4 14-15,-2 2 2 0,0 2 10 16,-3 6-13-16,-1 3-15 0,-4 2-6 0,-2 4-34 15,-2 2-25-15,-5 2-23 0,0 2-17 0,-3-1-10 16,-5 4-9-16,1-1-7 0,-1 2 1 0,-3 2-3 16,-3-2 0-16,1 1-4 0,1 1 1 0,-4-1-3 15,4 1 1-15,-3-1-1 0,2 1-2 0,2-1-2 16,-2-1-5-16,4-2-5 0,0-2-4 0,1-1-3 16,2 1-3-16,1-4-1 0,2-2-1 0,2 1-1 15,2-3 1-15,1 0 0 0,4-1-1 0,-1-2 1 16,4 0 0-16,2-2 0 0,2-3-2 0,-1 1 1 15,1-1 0-15,5-2 0 0,1-1 0 0,-3-2 1 16,5-2 0-16,-1 0 0 0,2-2 0 0,1-2 0 16,-2-1 0-16,1 1-1 0,2-3 1 15,0 1-1-15,-2-4-2 0,-3 3-4 0,4-2-12 16,-6-1-15-16,-4 1-28 0,-2-1-55 0,-4 0-77 0,-1 0-97 16,-8 2-169-16,-1 1-281 0,-4-1-319 0,-1 2-283 15,-3 2-155-15,-3 1 193 0,-5 0 626 16</inkml:trace>
  <inkml:trace contextRef="#ctx0" brushRef="#br0" timeOffset="113089.27">31846 17292 24 0,'-2'-2'272'0,"1"-1"179"15,-2 0 168-15,-2 0-6 0,0-1-118 0,1 0-61 16,1-2-25-16,-2 1-6 0,0 2 3 0,0-2-17 16,-1 0-47-16,-2 3-55 0,2-2-19 0,-2 2-21 15,1 0-2-15,0-1 1 0,-3 3-1 16,0-1-6-16,0 1-34 0,0 1-32 0,-1 2-40 15,-2 1-35-15,1 1-24 0,0 3-20 0,-2 1-14 0,5 1-9 16,-4 2-9-16,5 3-6 0,0 0-6 16,2 5-4-16,-2-1-2 0,3 4-1 0,2 2-2 0,3 1-1 15,0 4 1-15,0 2 1 0,3 3 0 16,2 5 1-16,1-1 1 0,1 4-2 0,-1-1 0 16,4 0-2-16,0-2 0 0,2-2-1 0,2-2-2 15,0-3 0-15,3-2 1 0,-1-3 1 0,1-2-1 16,0-4 1-16,1-3 0 0,-2-1 1 0,3-6 0 15,-3-3 1-15,1-3 0 0,1-5 1 0,-2-2 0 16,1-5 1-16,-3-3-2 0,3-3 2 0,-2-3-1 16,-1-3 0-16,0-3 0 0,-2-1 0 0,2-6-1 15,-3 0 1-15,1-4 0 0,-2-2-1 0,0-5 0 16,-1-2-1-16,-1-1 0 0,0-3 1 0,-2-2 0 16,-1-1 1-16,1-1 0 0,-5 1 1 0,-1 0-2 15,-1 3 0-15,-5 2-1 0,0 7 2 16,-3 1-1-16,0 5 1 0,-7 6 1 0,3 2-2 0,-4 5 0 15,3 2-2-15,-5 6-1 0,1 4 0 16,-2 4-1-16,0 4-1 0,0 5-1 0,-2 5 2 0,2 2-1 16,2 7 1-16,-1 0 0 0,5 5 0 15,0 1 0-15,3 3 0 0,2 1-2 0,1 1-1 16,1 2-1-16,2-3-15 0,4 2-38 0,-1-1-56 16,2-1-67-16,2 0-90 0,-1-3-153 0,3-1-216 15,-1-2-277-15,2-1-241 0,3-3-175 0,-2 0 73 16,-2-4 469-16</inkml:trace>
  <inkml:trace contextRef="#ctx0" brushRef="#br0" timeOffset="113332.31">31501 17626 32 0,'7'0'421'0,"1"0"324"15,-2 0 206-15,2 0 100 0,1 0-277 0,5 3-218 16,1-3-62-16,4 2-63 0,0 1-56 0,3-2-85 16,1 1-15-16,3-2-36 0,-1-2-58 15,5-2-37-15,0 2-19 0,2-4-13 0,0-1-49 0,4-3-28 16,-3 0-15-16,0 0-10 0,0-1-3 16,-1 0-12-16,-4 1-67 0,-1-1-75 0,-4 4-150 15,-4 0-279-15,-2 1-314 0,-1 3-376 0,-7 1-259 16,1 1 22-16,-7 2 653 0</inkml:trace>
  <inkml:trace contextRef="#ctx0" brushRef="#br0" timeOffset="114735.79">12655 13195 38 0,'1'0'581'16,"1"2"490"-16,-1-1 189 0,-1 1-97 0,0 2-276 15,0 2-273-15,2 3-149 0,0 2-93 16,-1 0-60-16,-1 6-50 0,3 2-69 0,-1 1-73 16,1 3-53-16,0 2-28 0,0 3-16 15,0 0-10-15,1 2-4 0,-3 1-6 0,2 1-2 16,-1-1 0-16,1 1-3 0,-1-2 0 0,1-3-5 16,-1-2-29-16,-1-2-73 0,-1-2-77 15,-3-3-148-15,0-3-253 0,-4-4-327 0,1 1-336 16,-2-7-214-16,0-2 11 0,-3-3 581 0</inkml:trace>
  <inkml:trace contextRef="#ctx0" brushRef="#br0" timeOffset="114939.21">12458 13116 262 0,'-4'-21'947'0,"-1"6"502"0,2 4-9 16,1 2-263-16,-1 2-492 0,3 2-275 0,2 2-128 15,1 2-98-15,3 1-59 0,4 1-27 0,1 2-18 16,2 2-15-16,5 1-27 0,1 1-17 16,2 0-10-16,3 1-4 0,1 0 0 0,0-1-4 15,4 0-14-15,-4 1-68 0,1 1-67 16,-3-1-135-16,-1-1-235 0,-3 1-311 0,0-3-354 16,-2 3-240-16,-2 0-66 0,-4-2 506 15</inkml:trace>
  <inkml:trace contextRef="#ctx0" brushRef="#br0" timeOffset="115165.51">12534 13624 463 0,'-14'30'970'0,"2"-3"268"0,2 0-43 0,2 2-260 16,2-4-310-16,4 2-196 0,2-6-111 15,4 0-65-15,2-3-45 0,0-1-16 0,5-6-47 16,3-1-30-16,1-4-21 0,3-2-11 0,3-4-9 15,3-1-33-15,4-4-21 0,-1-1-8 16,2-2-8-16,-1 3-25 0,2-3-82 0,-3 2-103 16,-5 0-204-16,2 3-289 0,-4 1-343 15,-4 4-388-15,-2 1-165 0,-4 4 306 0,-2 6 741 16</inkml:trace>
  <inkml:trace contextRef="#ctx0" brushRef="#br0" timeOffset="121095.04">13241 17062 119 0,'-6'1'395'0,"-1"1"207"0,-2-2 168 0,1 2-68 16,3-1-239-16,1 1-104 0,0-2 5 0,2 1 5 16,0 1-14-16,0-2-21 0,2-2-41 0,-1 2-43 15,-1-1-67-15,2 1-51 0,0 0-50 16,0-2-31-16,0 2-20 0,3 0-13 0,-1 0-2 16,6 0 17-16,-4 0 9 0,3 0 9 0,2 2 3 15,2-1 78-15,2 4 32 0,1-1-3 0,2 2-4 16,1 0-12-16,3 0-9 0,-2 0-60 15,4 2-11-15,-1-2-5 0,4 0-4 0,2 0-1 16,0-2-3-16,1 2 0 0,4-1-23 0,-2-2-4 16,3 1-1-16,4-1-4 0,-1 0 1 15,2-1-3-15,1-1 0 0,3-1-8 0,-1-1-4 0,1-1 0 16,1 0-1-16,1 1 2 0,2-2 5 0,2 0 4 16,-2 0 0-16,2 0 1 0,0 0-2 15,1 1-2-15,0 0-6 0,-1 0-2 0,-2-1-2 16,-1 2 0-16,1-2 4 0,0 0 2 15,-2 2 3-15,0-1 0 0,-2 0 4 0,-1 1-1 16,-2 0-6-16,1 1-3 0,-4-2-1 0,1 2-2 0,0 2-5 16,-4-2 1-16,2 2 2 0,-1 0 0 15,-1 1-1-15,0 0 1 0,-1 1 0 0,-1-1-1 16,-1 1 0-16,0 1 1 0,-1 0-1 16,-1-2 0-16,-3 1 0 0,2-1 1 0,-3 0 0 0,-2 0-1 15,0 0-1-15,0-2 2 0,-1 1-1 16,-2-2 0-16,0 0 0 0,0-2 0 0,-2 1 0 15,1-2 0-15,-3 0 1 0,2 0-1 16,-2-1 0-16,-2-2 0 0,3 0 4 0,-4-2 3 16,1-2 1-16,1-2 0 0,-2-2 1 0,-2 1 0 15,1-5-5-15,-1 0-3 0,1-2-1 0,-2-1-2 16,0-1 1-16,-3-2 0 0,3-1-2 0,-2 0 0 16,-1-3 3-16,-1 0 0 0,2-1 0 0,-2 0 3 15,0-2 0-15,-2-2 1 0,0 0 0 0,1 0-2 16,-3-4 1-16,-1 2-1 0,0-5-1 15,-1 2-1-15,-1-3-1 0,-1-1-1 0,0-1 0 16,-2 0 1-16,0 2-2 0,-3-1 1 0,4 0 0 16,-4-1 1-16,1 2 1 0,-2-1 1 0,3-2 2 15,-3 2 0-15,1-2 1 0,-1 0-1 16,5-1-1-16,-5 0 0 0,3-2-1 0,1 1-1 16,-2 1-1-16,4 0 0 0,-1-2-2 0,1 2 0 15,1 0 0-15,-1 0-1 0,0 2 2 0,1 1 1 16,2-1 2-16,-3 4 0 0,2-2 2 15,-1 2 1-15,-1 1-2 0,0 1 0 0,1 2-1 16,-1 0 0-16,2 3-1 0,-1-1-4 16,0 1 3-16,1 1-1 0,-1 0 2 0,2 1-1 15,2 1-1-15,-1 0 6 0,1 1-4 16,1 0-2-16,0 1 0 0,2 2 0 0,1 0-1 0,-1 0 0 16,1 2 0-16,3 1-1 0,0-1 1 15,-3 0 0-15,4 2 1 0,-1 0 1 0,2 0 0 16,0 0 1-16,-1 3 1 0,-1 0 0 0,1 3 0 15,-2 0 1-15,1 3-1 0,-3 2 1 16,1-1-1-16,-1 2-1 0,-1 0 1 16,1 1-1-16,-1 2 1 0,0-1-1 0,-1 0 0 15,1 1 0-15,0-1 1 0,3-1 0 0,-2 0-1 16,0 1 1-16,1-1 1 0,-1-1-1 16,2 1 1-16,0 1-1 0,0 0 0 0,3-1 0 15,-5 3-1-15,4-1-5 0,-1 0-2 16,0 2-3-16,0 2-1 0,0 0 0 0,0-1 0 15,-1 3 5-15,0 3 3 0,0-1 2 0,3 0 1 16,-3 2 0-16,2 3 0 0,2-1 0 16,-2 1 1-16,1 1-1 0,3 1 0 0,-3-1 1 15,3 3 5-15,-1-1 2 0,0 1 1 16,1 1 2-16,-1 3-2 0,-1-1 0 0,-1 2-4 16,1 2-3-16,-2 0-1 0,0 3-1 15,-2 0 2-15,1 4 1 0,-1 0-1 0,-1 2-3 16,-1 1-3-16,2 2-2 0,-4 2 0 0,1-1-2 15,0 3 0-15,2 1 4 0,-3 0 2 0,4-1 1 16,-3 0 0-16,1 1 6 0,1-2 1 16,-1 2 2-16,1-2 0 0,-2-1 0 0,0-1 0 15,2 0-5-15,-3 1-4 0,2-2 0 0,-1 0 0 16,0-2 2-16,-2 2 0 0,-1 0 1 16,-1 2 1-16,1-2 0 0,0 1-1 0,-1 0 0 15,-1 0-1-15,0-1 1 0,2 1-1 0,-1-1 0 16,1-2-1-16,1 2 0 0,-2-2 0 15,2-2 0-15,-1-1-1 0,1 0 1 0,-1 0-1 16,1-4 0-16,0-1 0 0,1-1-2 0,-1 0 2 16,0 0 0-16,1-3-1 0,0 3 1 15,-3-2 0-15,2 0 0 0,1 1 1 0,-4-1-1 16,1 2-1-16,-1 0 0 0,2 1 1 16,-1-2 1-16,-1 4 0 0,0-5 0 0,0 2 1 15,2 1 1-15,-2 1-1 0,0-2 1 0,2 0-1 16,-1 0 0-16,1-1 0 0,-1 2-1 0,1-4 1 15,0 2 0-15,-1 1-2 0,2-4 1 16,-1 2 0-16,-1-2 1 0,-1 2 0 0,3-2-1 16,-3 2 1-16,2 0 0 0,-2-2 0 0,2 3-1 15,-1-3 0-15,-1 2 0 0,0 1 0 0,0-4 0 16,0 5-1-16,0-2 0 0,0-2 1 0,0 2-1 16,2-1 1-16,-1 1 0 0,-1 0 0 0,2 1 0 15,0-2 0-15,-1 1-1 0,3 1-1 16,-3-2 0-16,2-1 0 0,3 1 0 0,-3-2-1 15,-1 1 2-15,1-3-1 0,2 0 1 0,-2 0 0 16,1-2 0-16,-3-2 0 0,4-2 0 16,-1 1 1-16,-1 0 0 0,-1-1 0 0,1-2 0 15,0 2 0-15,2 0 0 0,-1 0 0 0,-3 0 0 16,4 0 0-16,1 2 1 0,-3-1-1 0,4 1 0 16,-3 1 1-16,1 1-1 0,3 1 1 0,-2-1-1 15,2 2 0-15,0 3 0 0,1-4 1 16,-1 1 0-16,0 1 0 0,0 1-1 0,3-2 1 0,-3 1 0 15,4 0 0-15,-3 0-1 0,0-1 2 16,1 0-1-16,1 1 1 0,-5-1-1 16,4 1 1-16,-1 0-2 0,0-3 1 0,0 2-1 15,-1 0 0-15,-2-2 0 0,1 0 0 0,2-1 1 16,-3-2 0-16,0 1 0 0,2-4-1 0,-2 1 0 16,1-2-1-16,-2 0 0 0,1-3 0 0,0 0 1 15,-1 0 1-15,0-3 0 0,-1 0 1 0,1-1 0 16,-2 0-1-16,2 1 1 0,0-1-1 0,-4 0 0 15,2 0-1-15,1 2 0 0,-3-2 0 16,2 3-2-16,-1-2 1 0,1 0-1 0,-1 3 1 16,1 0 1-16,0-2 0 0,2 2 0 0,-1 0 1 15,1-3-1-15,0 3 1 0,0-2-1 0,1 1 0 16,3 1 0-16,0-1-4 0,-1-1 2 16,2 0-4-16,0 2-2 0,0-1-1 0,0 1-1 15,2-1 5-15,-1 1-3 0,0 1 3 0,0-1 3 16,-2 1 2-16,4 1-1 0,-2 0 1 15,0-1 0-15,0 2 0 0,0 0 0 0,2-1 0 16,-2-2 0-16,0 3 0 0,1-2 5 0,1-1 3 16,1 2 0-16,-2-2 1 0,-3-2 2 0,5 2-2 15,-3-1-4-15,1 1-4 0,-2 0 0 0,2-3 0 16,-3 3-1-16,2 0 0 0,-1 0-1 16,-1 3 1-16,2-3-1 0,-1 0 1 0,-1 1 0 15,2-1-1-15,0 2 1 0,-1-2-1 0,1 0 1 16,0-2-2-16,1 1 1 0,0-2-1 0,-3 1 0 15,5-1 1-15,-3-1-1 0,2-1 1 0,0 0 0 16,-2 1 0-16,1 0 1 0,-2 1 0 0,0-2 1 16,-1 4 1-16,-1-2-1 0,0 3 0 15,0 0 0-15,-1 0 0 0,1 1-1 0,-1 1 0 16,-1-1 0-16,3 1 0 0,-2 1 1 0,-1 0-1 16,2-2 1-16,1 2-1 0,-2-1 0 15,1 0 1-15,0 0-1 0,1 0 0 0,1-1 2 16,-2 0-1-16,1 1 0 0,2 1 0 0,2-2 0 15,-1 1 0-15,3 1 0 0,2-1 0 0,1 1-1 16,0-2 1-16,4 2 0 0,1 1-5 0,2-3-3 16,2 0 3-16,1-1 3 0,2 0 0 15,0 0 0-15,4-1 5 0,-3 0 2 0,4-3-4 16,2 1-2-16,-3-1-1 0,4 2-1 0,-2-3 0 16,1 1 1-16,-1 1 1 0,2 0 0 0,2 0 2 15,-1 0 1-15,3 0-1 0,1 0 1 0,0 0-1 16,5 0-1-16,-4 2 0 0,3-2 0 15,-1 3-1-15,2 0 0 0,-4 0 0 0,3 1-1 16,-2 1-1-16,0 1-1 0,-2 0 0 0,0 0 1 16,1-1 0-16,-3 2 2 0,3-2 0 0,-1 0 3 15,0 0 0-15,3-2-1 0,0 0 1 0,1 0-2 16,-1 0 1-16,0-2-1 0,-2 0-1 16,3 1 0-16,-4 0-1 0,1-1 0 0,-2-1 0 15,-1 2-1-15,0-1 0 0,-2 1 0 0,-1-2 0 16,0 3-1-16,2-2 2 0,-6 1 1 15,1 1 1-15,0 0 1 0,-2 0-1 0,2 1 1 0,0 1-1 16,1 1 0-16,-3-2-1 0,2 1 0 16,2 0 2-16,-3 2-1 0,0-2 0 0,1 2 0 15,-1-2 0-15,1 0 0 0,-2 1 0 0,0-2-1 16,0 1-1-16,1-2 0 0,-3 0 0 16,4 0-1-16,-2 0-1 0,1 0 0 0,-1-2 0 15,0 1 1-15,0 0 1 0,2-1 1 16,-2 0 1-16,0 0 2 0,4-2 0 0,-3 3 0 0,1-2-1 15,2 1-1-15,0 1 0 0,0 0 0 0,-1 1-1 16,-1-2 1-16,0 2 0 0,-2 2 0 16,2-2-2-16,-2 1 0 0,2 0 1 0,-4 1-2 15,-1 0 1-15,0-1 0 0,-1-1 0 0,0 1-1 16,-1-1 1-16,1 2-1 0,-4-2 1 0,2 0-1 16,-5-2 0-16,0 2 1 0,0 0 0 0,-2-1 1 15,-2 0 1-15,1-1 1 0,-3 0-2 16,0 0 1-16,-4-1 0 0,1-2-1 15,-4-1 0-15,-1 0 1 0,0-1-1 0,-3-1 0 0,0-5 0 0,-1 0 0 16,-2 0 1-16,0-5-2 0,-1 0 1 16,1-3-1-16,-2-1-1 0,0-4-1 15,0 0 1-15,0-2 1 0,-2-1 0 0,2-5 2 16,0 1 1-16,2-1-1 0,-1-2 1 0,1-3 0 16,2 0 0-16,0-1 0 0,0 1-1 0,1-3 0 15,2 3-1-15,-3-2-1 0,6 2 0 16,-2 0-1-16,0 0-1 0,0 3 0 0,2-2 1 15,0 1 0-15,1 2 2 0,2-1 1 0,0 1 1 16,0-2 0-16,0 1 1 0,4 2 0 0,-2 3 0 16,1 1-1-16,0 4-1 0,-2 2-1 15,-2 4 0-15,1 3-1 0,0 3-1 0,-4 3 0 16,1 4 0-16,1 1 0 0,-2 5 1 16,1 1 1-16,1 4 0 0,-5 2 1 0,4 2 0 15,-3 3-1-15,0 3 0 0,-1 1-1 0,-1 2 1 16,-2 2-1-16,0-1 0 0,3 3 1 0,-4 0 0 15,1 0 0-15,-1-1 0 0,1 0 1 16,-1 1 0-16,1 0 1 0,-2 1 0 0,3-1 0 16,-3 1 0-16,2 0 0 0,-1 1 3 0,0-1 2 15,2 2 1-15,-1-1 1 0,0 1 0 0,2-2 0 16,2 2-3-16,-1-4-3 0,2 4-1 16,-2-4 0-16,0 4-1 0,3-4-1 0,0 3 0 15,-3-2 0-15,0 2 0 0,3-1-1 0,0 0 1 16,-3 3-2-16,1-3 2 0,1 1-1 0,1 2-1 15,-1-3 1-15,-2 2 0 0,4-1-1 0,1-1 1 16,-3 0 1-16,1 1 0 0,-1-4 1 0,5 0 1 16,-5-1-2-16,4 1 0 0,-2-4 0 15,-1 0 0-15,4 0-1 0,-2-2 1 0,0 1 0 16,1-2-1-16,-2-1 0 0,1 1 1 0,2-2 0 16,-4 0 0-16,3 0 0 0,0-2 3 15,-1-1-1-15,2 2-2 0,-1-3 2 0,0 0-1 16,0-2 0-16,-1-1 0 0,2 0-1 0,-2 0 1 15,0-1 0-15,0 1 0 0,0-3-1 16,-3 1 1-16,3-1 0 0,-3 2-1 0,0-2 1 16,0 0 0-16,-1 1-1 0,0-1 1 0,-1 2-1 15,-1-1 0-15,0-1 0 0,1 2 0 0,-3-1 0 16,0-1-1-16,1 0 2 0,0 1 0 0,-2-1-1 16,1 2-1-16,-1-2 1 0,1 0 0 15,-1 2 0-15,-1-2 0 0,4 1 0 0,-4-1 1 16,2 0 0-16,2 0-1 0,0 0 1 0,0 0-1 0,0 0 0 15,2 0 2-15,3 0-2 0,0 0 1 16,0-1-1-16,3-1 1 0,0 0-1 0,3 1 0 16,1-2 0-16,-1-1 1 0,3 1-1 15,-3-4-1-15,4 3 1 0,-1 0-2 0,2-1 1 16,1 1 0-16,0 0 1 0,-1 0-1 0,1 1-1 16,0-1 2-16,0 2-1 0,2 2-1 0,-1-5 0 15,1 4 0-15,-2 0 0 0,4-1 0 0,-3 0 1 16,2 0 1-16,1 0 1 0,-2 0 0 0,3 2 1 15,-2-1 0-15,2 2-1 0,1-1 1 16,0 2-1-16,-1 1 0 0,3 0 0 0,0 0 1 16,0 3 0-16,0-4-1 0,2 2 0 15,0 1 0-15,-1-1 1 0,1 1-2 0,-1 0 0 16,3-3-1-16,-3 1 1 0,1 0-1 0,0 0-1 16,-1 0 1-16,2-1-2 0,-1-1 1 0,-2 1-1 15,2-2 2-15,-1 1 0 0,-1-1 0 0,-1 0 2 16,1 0 0-16,0-1 1 0,0 1 0 0,0-2 0 15,2 1 0-15,-2 1 0 0,0-3 0 16,1 1-1-16,1 0 0 0,0 1-1 0,-2-2 0 0,1 2 0 16,-1 1-1-16,-1-2 1 0,-1 1 0 15,1 1-1-15,-3 0 1 0,0 0 0 0,1 0 0 16,0 0 0-16,-2 1-1 0,0-1 0 0,0 2-1 16,-1-2 1-16,2 0-2 0,-1 1 1 15,0-1 1-15,-1 2 0 0,-2-2 0 0,2 1 1 0,-1 0 1 16,-1 1 0-16,2-2 0 0,0 2 1 15,0 1-1-15,-1-2 1 0,1 1-1 0,2 1 0 16,-1-2 0-16,0 2 1 0,2 0-1 16,-2 0 0-16,1 0-1 0,1 0 1 0,-2 0-1 15,2 0 0-15,-2 0 1 0,-2 0 0 0,3-3-1 16,-1 0 0-16,-1 0 0 0,-1-3 0 0,0 1-1 16,1 0 1-16,-2 0-2 0,-2-1 0 0,-1 2 0 15,0-3 1-15,-3 3-2 0,1 1 2 16,-2-1 0-16,-1-1 1 0,0 2-1 0,-2 0 1 15,1-2-1-15,0 1 0 0,-4-2 0 0,3-1 1 16,-2-1-1-16,2-1 0 0,-3-1 0 0,-1 0 0 16,3-4-1-16,-3-2 1 0,2 1-1 0,-3-2 2 15,1-3-1-15,-1 1-1 0,1-6 0 16,-1 2 2-16,0-5 0 0,1-1 0 0,-3-4 1 16,1 0 0-16,1-5 2 0,2-2-1 0,-3-1-1 15,0-4 0-15,3-1 1 0,-2-3-1 0,-1-1-1 16,-1-1-1-16,4 1 0 0,-4 1-1 0,2 0 0 15,-3 3 0-15,0 4-1 0,0 3 3 16,0 2 0-16,0 3 1 0,-1 0 0 0,0 4 1 16,2 0 0-16,2 1 0 0,-1 1 0 15,5 0-1-15,0 0 1 0,5 0-1 0,0 0 0 16,4 0 0-16,1 0-1 0,4 1 1 0,2 1-1 16,1 0 0-16,2 2 0 0,4 0 0 0,-3 4 0 15,3 2 0-15,0 0 0 0,0 4-1 16,2 0 0-16,-2 1-1 0,1-1 0 0,0 5 0 15,-2-2 1-15,1 4 0 0,-4-3 1 16,1 4 1-16,-2 1 0 0,-2 0 0 0,-1 1 0 16,0 1-1-16,-4 1 1 0,2 1 0 0,-2 0 1 15,-3 3 0-15,1 1 0 0,1 2 4 16,-4-1 2-16,2 2 0 0,-2 2 1 0,3-1 1 16,-2 1-1-16,0 0-2 0,-1 3-1 0,4 2-2 15,-4-3 3-15,4 3 0 0,-4-1 2 16,2 3-1-16,0-2-1 0,-1 1 2 0,-1 3-4 15,-1-2-2-15,1 1-1 0,-1 2-1 0,0 0-1 16,-2-1 0-16,2 1 1 0,-2 0 0 16,0 0 1-16,1-2 0 0,-1 2 0 0,-2-1 1 0,0-1 1 15,2 2-1-15,-2-1-1 0,1-1 0 16,-4 2 0-16,3 0-1 0,-2-1 0 16,0 1 0-16,-2 0 0 0,1 1 0 0,-2 1 0 15,-1-1 0-15,-3 1-1 0,2 4 2 0,-3-2-1 16,-1 4 0-16,1-3 0 0,1 2 1 0,-3-1-2 15,0 0 0-15,0-1 0 0,0 1 0 0,0-2 0 16,0-1-1-16,0 2 0 0,0-4 1 0,1 0-1 16,-1-1 0-16,3 2 0 0,-1-4 1 15,1 2 0-15,-1-1 0 0,1-1 1 0,0-1 1 16,2-2-1-16,-2 2 0 0,3-2 0 0,1-1 0 16,-2-2 0-16,-1-1-1 0,1-1 0 0,2-1 0 15,-1 0 0-15,0-3 0 0,0 0 0 16,-1-1 1-16,2-1-1 0,-1-1 0 0,2-1 0 0,-4 0 0 15,3-1 1-15,-1 0-1 0,2 0 1 16,-2 1 0-16,-1-2 0 0,2 1 0 0,-3 1-1 16,4-1 1-16,-2-2-1 0,1 0 0 0,-2 0 0 15,1 0 0-15,1 0 0 0,0-2 0 0,-1 2 1 16,1-6-1-16,0 3 1 0,1-1-1 16,-1-1 0-16,-1 0 0 0,3 1 0 0,-2 1 0 15,-1-1 0-15,1 1 0 0,1 1 1 0,-1 0-1 16,0 1 1-16,1 1-1 0,-2 0 0 0,2 0 1 15,0 0-1-15,0 1 1 0,0-1-1 16,2 2 1-16,0-2 0 0,0 0-1 0,2-2 0 16,-1 1 0-16,2 0 0 0,0-2 0 0,-1 0 0 15,2 0 0-15,1 0 0 0,-1 2 0 0,-1-3 0 16,2 3 0-16,-4 0 0 0,2 1 0 16,1 1-1-16,-1 0 1 0,1 1 1 0,-1 0-1 15,1 0 1-15,-1 2 0 0,2-2-1 0,0 1 0 16,-1 0 0-16,3 0-1 0,1-1 0 0,-2 1 0 15,1-2 0-15,1 2-1 0,-1-1 2 16,2 1-2-16,0-2 2 0,1 0-1 0,-1 1-1 16,2 1 2-16,1-2 0 0,-4 1 1 0,3 0-1 15,1-1 2-15,-2 0 0 0,2 1 0 16,0 1 0-16,-3 0 0 0,1 0 0 0,2-3 0 16,-1 2 0-16,1-2 0 0,0 3 0 0,2-3-1 15,-3 1 0-15,2-1 0 0,-1 0-1 0,-1 0 1 0,1 0-1 16,0 2 1-16,-1-2-1 0,-2 0 0 15,0 1 1-15,-3-1-1 0,1 2 0 0,-3 0 0 16,4-2 0-16,-6 0 0 0,2 1 0 0,-1-1 0 16,1 1-1-16,-3-1 1 0,1 0-1 0,-2 2 0 15,2-2 1-15,-3 2 0 0,2-2 0 16,-1 0 0-16,-1 1 0 0,0-1 0 0,1 1 0 16,0 1 0-16,-1-2 0 0,1 3 0 0,-2-2 0 15,2 1 0-15,-2 1 0 0,2-2 0 0,0 2 0 16,0 2-1-16,0-2 1 0,0 0 0 15,2-2-1-15,-2 2 0 0,1-2 0 0,0 1 0 16,-2-2-1-16,4 0 0 0,-4 0 1 0,1-2 1 16,1 1 0-16,-3 1 0 0,-2-1 1 0,1-1 0 15,-3 1 0-15,2 1 0 0,-2-2 0 16,-1 1-1-16,0 1 0 0,-1 0 0 0,-1 0 0 16,1 0 0-16,-2 0 0 0,1 0 0 15,3 0 1-15,-4 1 0 0,1 1 0 0,2-1 0 16,1 1-1-16,-3-1 1 0,4 2-1 0,-2 0 0 0,-2 0 0 15,4 0 1-15,-2-2 0 0,2 3 0 16,-1-3 0-16,0 0-1 0,2-1 1 0,-3 0-1 0,2 0 1 16,0-1-1-16,0 0 0 0,-2-1 0 15,0 2 1-15,2-2 0 0,-2 1-1 16,-2 1 1-16,1-1 0 0,0 1-1 0,-2 0 3 0,1-2 1 16,-1 2 1-16,0-2 2 0,2 2 1 0,-2 0 0 15,0 0-1-15,0 0-2 0,0 0 0 16,0 0-2-16,0-1-1 0,0 1-1 0,0 0 0 15,-2-1 0-15,2 1-1 0,0-2 0 0,-1 2 1 16,1-2-1-16,0 1 1 0,-2 1-1 0,0-1 0 16,1 1-1-16,-1-2 0 0,1 2 0 15,-5 0-1-15,3 0 0 0,-2 0-2 16,-2 2-4-16,1 0-10 0,-3 3-13 0,-3 0-20 0,3 1-34 16,-4 1-66-16,1-5-74 0,-2 4-148 0,-1-1-260 15,2-3-318-15,3 2-348 0,-2-3-257 16,3 0-31-16,-2-2 648 0</inkml:trace>
  <inkml:trace contextRef="#ctx0" brushRef="#br3" timeOffset="140116.89">18307 8849 220 0,'-1'-12'690'0,"-1"1"406"0,-1 2 123 15,-2 1-124-15,3 2-243 0,-1 0-187 0,2 3-152 16,1 0-114-16,-2 0-79 0,0 3-87 16,2 0-81-16,0 2-49 0,0 1-26 0,4 4-13 15,-3 4-6-15,2 2-5 0,-1 6-4 0,1 3-6 16,-1 5-4-16,0 3-6 0,-2 4-5 15,-2 5-3-15,0 4-3 0,-3 2-4 0,2 4-3 16,-2 0-2-16,-1 2-2 0,-2 2-4 0,0-1-3 16,2-2-2-16,0-2-2 0,-2-3-2 15,3-5-1-15,0-3 0 0,2-5 0 0,-2-6-1 16,2-5 0-16,2-6-6 0,-3 0-8 16,-2-6-15-16,2-5-21 0,-3-5-43 0,-1-3-77 15,-1-8-84-15,-2-4-137 0,-1-5-197 0,-1-4-318 16,1-6-304-16,-2 0-197 0,1-6-37 15,1-4 444-15,-2-4 554 0</inkml:trace>
  <inkml:trace contextRef="#ctx0" brushRef="#br3" timeOffset="140468.38">17923 8432 55 0,'-2'-28'586'0,"2"4"487"15,0 3 202-15,2 5-79 0,-1 2-312 0,1 4-250 16,3 3-154-16,1 2-98 0,3 3-64 15,4 5-53-15,1 5-66 0,4 2-62 0,2 5-41 0,2 5-20 16,2 2-15-16,2 5-8 0,0 4-5 16,3 3-4-16,-1 3-6 0,1 2-7 15,-2 3-5-15,-1 0-4 0,0 2-7 0,1-2-3 16,-4 0-4-16,1-2-2 0,-5-2-3 0,2-3-1 16,-1-3-1-16,-4-3-1 0,1-7 0 15,-1-5 0-15,2-2 1 0,-4-7 0 0,3-8 0 16,-2-6 1-16,0-7 0 0,1-8 0 0,-2-3 1 15,-1-6-2-15,1-6 0 0,-6-1-1 16,-1-5 0-16,-4-2-1 0,-3 1-2 16,-3-4 1-16,-4 3-2 0,-1-2 1 0,-1 4 1 15,-1 5-1-15,2 4 2 0,-1 5 0 0,1 6-2 16,3 6-8-16,2 2-9 0,1 8-14 0,2 5-23 16,0 3-50-16,2 8-77 0,1 2-103 0,2 4-178 15,4 3-299-15,1 4-340 0,1 0-309 16,3 4-152-16,2 3 276 0,1 1 672 15</inkml:trace>
  <inkml:trace contextRef="#ctx0" brushRef="#br3" timeOffset="140781.21">18909 9145 100 0,'5'0'716'0,"0"4"631"16,3-3 169-16,-2 3-159 0,2 0-417 0,2 4-358 16,2 0-180-16,1-2-138 0,2 1-82 15,2-1-65-15,-2 0-40 0,4-4-23 0,0 1-18 16,3-6-11-16,1 1-7 0,2-3-5 15,0-2-6-15,4-2-3 0,-3 0-3 0,1-2-10 16,-3 3-39-16,-2-3-88 0,-1 2-152 0,-5-2-264 16,-1 4-316-16,-2 0-410 0,-2 1-412 15,-1 1 3-15,-6 2 734 0</inkml:trace>
  <inkml:trace contextRef="#ctx0" brushRef="#br3" timeOffset="141648.21">19684 8772 279 0,'-22'2'572'0,"1"-1"300"16,1 0 148-16,4 2-265 0,4 0-256 0,0 0-90 15,8 2-61-15,0-1-79 0,2 1-40 16,4 2 23-16,2-1 56 0,2-1 13 16,4 2-14-16,0-5-26 0,2 4-33 0,0-1-50 15,4-1-58-15,0 0-44 0,1 0-31 0,1 0-13 16,1 0-12-16,-1-1-6 0,0 3-7 0,1 0-4 16,-3 0-4-16,3 3-4 0,-2 3-3 15,-1-1-2-15,0 5-1 0,-2 2-1 0,2 1-3 16,-4 3-1-16,1 1-1 0,1 3 0 15,-1 0-1-15,-1-1 0 0,-2 1 1 0,1-2 1 16,-1 1 0-16,-2-1 5 0,-4 0 2 0,0 0 3 16,-4 0 1-16,0-1 3 0,-4-1 2 15,-2-1-2-15,-4 1-3 0,0 0-1 0,-5-1-2 16,0-2-1-16,-2 1-3 0,-1-3-1 0,-3-2 0 16,4 1-2-16,-2-6 0 0,3 0-3 15,-1-3 0-15,2-1-3 0,1-5-1 0,5-1-1 16,0-1-3-16,2-5-8 0,4-1-14 0,3 0-30 15,3-2-71-15,4-1-84 0,2-2-165 16,2 0-282-16,4 0-331 0,1 1-376 16,3-1-225-16,2 3 82 0,-2 0 704 0</inkml:trace>
  <inkml:trace contextRef="#ctx0" brushRef="#br3" timeOffset="142385.23">20725 9101 332 0,'18'-7'1089'0,"-2"-4"493"0,-6 3-65 16,1 1-289-16,-5 1-506 0,1 1-253 0,-4-1-166 15,0 4-105-15,0 2-71 0,0 0-44 16,0 0-26-16,-1 8-15 0,1 3-9 0,2 6-5 16,0 7 0-16,1 5 0 0,2 4-1 0,0 6-5 15,-2 2-2-15,5 3-5 0,2 3-4 16,-4-2-3-16,5-2-3 0,-1-2-2 15,2-2-1-15,-1-5-1 0,0-2-1 0,0-5 0 16,-3-4-1-16,2-5 1 0,-4-2-1 0,-1-4 1 16,-3-3 0-16,3-7 1 0,-5-2 1 0,0-5 1 15,-1-7 0-15,-1-5 0 0,1-6-1 16,-1-3 0-16,-1-6-1 0,-1-3-1 0,-1-4 0 16,1-2-2-16,-1-5-1 0,-1 1 1 15,1-4 1-15,-1-1 0 0,0 3 2 0,0 2 1 16,2 3 0-16,-1 4 0 0,0 5 0 0,2 6-1 15,0 6-2-15,0 4 1 0,2 4-1 0,1 4 0 16,5 4-1-16,1 2 1 0,3 6 1 16,1 0-1-16,2 4 1 0,2 2-1 15,-1 1 0-15,5 2-2 0,-3 0 1 0,2-1 0 16,-2 1-2-16,0-3 1 0,2 2 0 0,-1-3 1 16,1-2-1-16,-2-1 0 0,0-3-3 0,1 0-7 15,-4 0-9-15,1-4-11 0,-3 2-12 16,-2-2-16-16,-1 0-12 0,-4 2-14 0,0-2-16 15,-3 2-11-15,-1 2-3 0,-2-1 6 16,-2 5 9-16,1 2 19 0,-4 3 32 0,2 6 24 16,-2 2 15-16,0 4 18 0,1 4 20 0,0 5 16 15,1 0 12-15,2 5 10 0,-1 1 0 16,4 0-6-16,1 1-15 0,2-1-10 0,4-4-14 16,4-3-10-16,1-5-4 0,3-5-2 0,4-6 0 15,1-6-1-15,3-5-1 0,2-9 3 16,2-3 0-16,-1-9-1 0,-2-3 1 0,1-5-2 15,-4-6 2-15,1 0 7 0,-3-2 12 0,-6-3 9 16,0 1 10-16,-5 1 9 0,-3-2 7 0,-6 3-1 16,-2-2-5-16,-6 2-4 0,-3 1-4 15,-3-2-5-15,-4 3-9 0,-4 2-5 16,-3 5-5-16,-1 3-5 0,-2 6-4 0,0 5-5 16,0 5-1-16,0 5-3 0,4 8-2 15,1 3-2-15,5 4-3 0,2 3 0 0,5 5-3 0,2-4-2 16,7 3-9-16,2 0-15 0,4-2-37 0,1-1-71 15,6-2-72-15,2-4-93 0,3-3-137 16,1-5-187-16,4-2-202 0,-2-6-208 16,2-1-186-16,2-1-45 0,-2-4 295 0,-1 0 447 15</inkml:trace>
  <inkml:trace contextRef="#ctx0" brushRef="#br3" timeOffset="142612.96">21671 9149 10 0,'21'-11'194'0,"1"-1"256"16,-1 3 321-16,-4-1 251 0,2 2-67 0,-3 0-227 16,0 0-155-16,-2 4-45 0,0 0-36 0,-1 3-50 15,-1-1-67-15,0 2-55 0,-3 2-59 16,0 0-74-16,0 3-57 0,-1 2-44 0,-2 2-22 15,-2 1-15-15,0 4-9 0,-4 2-9 16,-2 1-6-16,-2 4-6 0,-3 3-6 0,-1 2-3 16,-2 4 0-16,-2 0 0 0,3 4-3 15,-3-2 0-15,2 4 0 0,2-2-2 0,-1-2-4 16,5-1 0-16,-1-3-2 0,2-2-2 0,5-3-6 16,-1-4-13-16,4-4-45 0,-1-2-78 0,1-2-112 15,2-4-206-15,1-2-301 0,2-4-362 16,5 1-354-16,0-4-141 0,3 0 360 0,3-3 723 15</inkml:trace>
  <inkml:trace contextRef="#ctx0" brushRef="#br3" timeOffset="143506.51">22261 9492 117 0,'2'7'677'0,"0"1"445"16,-2-3 112-16,0 1-134 0,1-4-421 16,-1 0-284-16,3-5-124 0,2-2-20 0,2-4 11 15,0-4 11-15,3-3-8 0,-1-4-20 16,4-6-48-16,-2-1-55 0,0-2-45 0,2-5-32 16,-4 0-18-16,-1 2-15 0,1-2-3 0,-2 1-1 15,-2 4-1-15,-4 1 4 0,1 4 2 0,0 4 4 16,-4 5-4-16,0 2-3 0,-1 5-5 15,-2 4-6-15,0 6-9 0,-1 4-5 0,-1 3-3 16,-2 9-1-16,5 5 1 0,-3 4-1 16,1 4 2-16,1 6 0 0,2 0 0 0,2 4-1 15,1-1 0-15,0 1-1 0,1-2 1 16,2-5-1-16,2-3-1 0,3-1 0 0,1-7 0 16,1-5 0-16,2-3-1 0,3-7 1 0,0-5 1 15,3-8 1-15,3-6 0 0,1-6-1 16,0-9 2-16,3-4-2 0,2-3-1 0,-2-3 0 15,0-2 0-15,-4 4 0 0,0 0 1 16,-6 4-1-16,0 4 1 0,-6 4 6 0,1 7 3 16,-7 3 0-16,-2 6 2 0,-2 6-1 0,-4 8 0 15,-4 5-5-15,-1 6-1 0,0 5-2 0,-3 5 0 16,3 2 0-16,-1 4 0 0,2-1-1 0,1 1-1 16,3-1 0-16,0-1 0 0,3-6-2 15,4-2 1-15,3-5-1 0,1-4 0 0,4-4 1 16,5-8 0-16,6-6 0 0,0-6 1 15,5-9 0-15,1-8-1 0,5-2 0 0,-1-9-1 16,1-1-1-16,-2-2 0 0,-1 2 0 0,-3-1 0 16,-5 4 0-16,0 5 2 0,-6 1 2 15,-4 7-1-15,-1 3 1 0,-2 4 1 0,-4 5 0 16,-4 5 0-16,-1 5 0 0,-2 4-1 0,-5 5 1 16,2 6-1-16,-4 3 1 0,-1 5-1 0,2 1-2 15,-3 5 0-15,3 0 0 0,1 2-2 16,3-1-3-16,4-2-12 0,2-1-27 0,1-6-69 15,3-3-78-15,1-2-154 0,5-7-280 0,2-5-332 16,6-3-380-16,-2-5-249 16,5-5 13-16,4-8 681 0</inkml:trace>
  <inkml:trace contextRef="#ctx0" brushRef="#br3" timeOffset="143648.01">23286 9310 330 0,'6'5'997'15,"-4"4"410"-15,-4 5-33 0,-2 8-238 0,-3 3-455 16,-2 7-264-16,-4 0-153 0,4 1-93 0,-3 3-64 15,2-5-63-15,3-4-96 0,2-3-78 0,2-6-160 16,3-5-273-16,2-7-307 0,3-5-329 16,1-7-218-16,2-5 19 0,3-7 598 0</inkml:trace>
  <inkml:trace contextRef="#ctx0" brushRef="#br3" timeOffset="143795.63">23306 9034 253 0,'-4'-26'1031'0,"-6"6"578"0,4 6-78 15,-4 6-324-15,2 3-493 0,-2 6-282 0,2 6-188 16,-1 6-121-16,4 2-62 0,1 4-31 0,4 2-17 16,4 2-15-16,1 0-53 0,4 3-78 15,0-2-127-15,4 1-232 0,1 1-301 0,3-3-355 16,1-1-297-16,2-2-65 0,2-2 485 16</inkml:trace>
  <inkml:trace contextRef="#ctx0" brushRef="#br3" timeOffset="144101.41">23667 9228 203 0,'-8'-4'1179'0,"0"0"614"0,-5 3-183 16,-4 1-370-16,-5 5-452 0,1 2-322 0,-2 5-216 15,-3 4-98-15,3 5-53 0,-1 2-31 0,7 2-23 16,-4 4-19-16,8 1-10 0,4 0-7 0,1-2-5 16,7-2-3-16,4-3-1 0,4-5 0 15,5-2-2-15,4-7-3 0,2-6-7 0,6-8-10 16,1-4-17-16,1-5-27 0,1-6-35 15,0-3-35-15,-1-2-22 0,-2-1-8 0,-5 1 3 16,-2 1 29-16,-1 1 45 0,-5 2 68 16,-3 3 70-16,-4 4 43 0,-3 0 22 0,-1 4 9 15,-5 6-2-15,-1 4-20 0,-2 4-34 0,-3 6-25 16,1 4-14-16,-1 3-9 0,0 3-9 16,3 4-5-16,0 3-4 0,4-2-5 0,0 4-31 15,2-4-82-15,4-1-91 0,2-1-181 16,0-5-291-16,4-3-346 0,4-5-380 0,2-4-179 15,0-6 206-15,3-3 719 0</inkml:trace>
  <inkml:trace contextRef="#ctx0" brushRef="#br3" timeOffset="144385.49">23955 9313 232 0,'0'2'1059'0,"-4"5"583"16,1 5-71-16,-1 3-327 0,-1 4-479 15,0 4-298-15,0 3-200 0,-1 2-110 0,1 1-66 16,2-2-36-16,0-2-25 0,6-2-13 15,0-5-9-15,4-3-6 0,1-4-2 0,1-5-2 16,4-6-2-16,-4-5-1 0,5-6-1 16,-2-4 0-16,0-4 2 0,1-4-2 0,-5-4 1 15,0 0 2-15,-3-2 1 0,1-1 1 0,-5 0 1 16,-1-2 0-16,-1 2-2 0,-5 2 2 16,2-3 0-16,0 4 0 0,0 5-2 0,0 1-1 15,0 5-29-15,3 6-80 0,-3 4-88 16,3 4-164-16,-2 6-289 0,-2 2-343 0,5 4-367 15,2 4-187-15,2 1 145 0,3 3 672 0</inkml:trace>
  <inkml:trace contextRef="#ctx0" brushRef="#br3" timeOffset="145271.88">25248 8612 53 0,'2'-18'501'0,"-1"4"405"0,-1 2 237 16,0-2-8-16,0 4-369 0,0 1-236 0,2 0-70 16,-1 2-29-16,-1 1-43 0,0 4-46 15,0-3-44-15,2 4-53 0,-2-1-70 0,2 0-61 16,-2 2-35-16,0 4-20 0,0 3-10 15,-2 7-8-15,0 5-5 0,1 10-3 0,-1 7-3 16,-3 7-2-16,2 8-4 0,-3 7-4 16,1 4-3-16,1 5-1 0,-1 1-2 0,2 1-2 15,-1 0-2-15,3-6-2 0,2-3-2 16,4-6-3-16,3-7-2 0,5-8-1 0,3-8 0 0,4-9-1 16,4-9-1-16,1-7 2 0,5-12-1 15,0-8 0-15,4-8 0 0,0-6-1 16,-1-8-1-16,-1-2 2 0,-4-3 0 0,-2-1 2 15,-2 2 0-15,-7 1 2 0,-4 3 1 0,-4 1-1 16,-4 4 1-16,-4 4 0 0,-2 4 0 16,-5 2-2-16,-1 6 1 0,-2 3-1 0,-4 6-1 15,4 6-1-15,-4 5 0 0,-3 7 0 0,3 4 0 16,-1 5-2-16,2 6 0 0,-1 4 0 0,0 6 1 16,4 0 0-16,1 4 1 0,-1 0 1 15,5 0-1-15,3-1-1 0,1-2-1 16,5-3-3-16,4-5-11 0,2-5-18 0,3-4-39 15,5-7-76-15,3-8-90 0,3-9-149 0,4-6-215 16,4-10-325-16,0-3-330 0,4-6-192 0,-1-3-9 16,2-2 503-16,-1-4 546 0</inkml:trace>
  <inkml:trace contextRef="#ctx0" brushRef="#br3" timeOffset="145686.72">25960 9085 134 0,'16'-25'660'0,"-6"2"475"0,-2 5 277 0,-8 5-58 16,0 2-379-16,-4 7-302 0,-6 4-204 15,-2 4-120-15,-1 5-113 0,-4 6-93 0,0 4-54 16,-1 5-29-16,2 2-18 0,2 2-12 15,-1 1-7-15,5 2-5 0,1 0-5 0,5 0-4 16,2-2-4-16,4-2-4 0,2-5-1 16,8-2 0-16,2-7 0 0,3-5 0 0,7-7 0 15,3-5 1-15,4-7 0 0,3-6-2 0,-1-1 0 16,2-2-1-16,-4-5-1 0,1 3 0 16,-4-1 2-16,-1-1 0 0,-2 2 0 0,-6 3 1 15,-1 1 1-15,-4 1 1 0,-4 2 0 0,-2 5-1 16,-4-1 2-16,-4 3 0 0,0 0-1 15,0 2 1-15,-3 1-1 0,0 1 1 0,0 2-1 16,1-3 0-16,1 4-1 0,-1 0-2 0,0 1 0 16,4 0-2-16,0 0 0 0,1 1 1 0,2 0-1 15,-1 4 2-15,5 0 0 0,0 1 0 16,-1 4-1-16,2 2 1 0,-2 3-1 16,4 4 2-16,-4 3 0 0,1 0 2 0,-3 6 1 0,1 3 0 15,-6 1 0-15,1 5-1 0,-4 0 1 16,-1 4-2-16,-5 2 0 0,-4 4-1 0,-1-2 1 15,-8 4-1-15,0 1-1 0,-4-1-1 0,-2-4-2 16,-1 2 0-16,0-6 1 16,1-4-5-16,3-6-8 0,2-5-17 0,5-9-37 15,5-9-73-15,4-5-73 0,7-10-118 0,4-7-181 16,5-7-299-16,6-6-302 0,5-7-206 0,5-5-131 16,3-6 311-16,-2-10 579 0</inkml:trace>
  <inkml:trace contextRef="#ctx0" brushRef="#br3" timeOffset="145933.57">26587 8774 182 0,'11'-36'961'0,"-8"11"696"0,-3 7-30 16,-1 6-328-16,-7 5-474 0,2 7-311 0,-2 9-199 15,0 3-130-15,-3 3-66 0,3 4-40 0,2 1-27 16,1 5-17-16,2-1-14 0,1 0-9 16,4 2-4-16,2-1-6 0,1 1-1 0,5-2-3 15,1 0-1-15,-2-2-2 0,2 1 0 16,2-1-6-16,-4 0-9 0,1 3-11 0,-2-3-20 15,-4 5-30-15,-2 0-37 0,-2 2-34 16,-3 2-19-16,-2-1-8 0,-2 3 8 0,-3 4 30 16,2-4 51-16,-5 3 29 0,2-3 0 15,0-2-23-15,0-5-23 0,3-8-38 0,3-6-103 16,2-8-150-16,5-9-233 0,3-7-247 0,3-7-239 16,4-8-140-16,2-8 234 0,5-4 482 0</inkml:trace>
  <inkml:trace contextRef="#ctx0" brushRef="#br3" timeOffset="146132.76">27103 8297 164 0,'5'-10'994'0,"-4"10"698"0,-2 7-48 0,-3 7-342 0,0 9-464 16,-5 3-322-16,0 10-205 0,0 3-118 16,-3 10-59-16,-3 5-36 0,-1 7-25 0,-1 5-20 15,-1 4-16-15,-1 3-15 0,0 0-7 0,3-1-7 16,2-3-5-16,3-5-3 0,3-3-8 15,3-6-19-15,-1-11-49 0,3-5-87 0,2-6-172 16,-1-6-275-16,2-7-345 0,0-7-431 16,2-6-393-16,-2-6 72 0,1-5 857 0</inkml:trace>
  <inkml:trace contextRef="#ctx0" brushRef="#br3" timeOffset="146314.43">26842 8838 66 0,'-9'-29'648'0,"4"7"516"15,-3 4 224-15,0 4-70 0,2 8-321 0,-1 1-374 16,2 4-188-16,2 4-115 0,3 2-90 0,0 1-79 16,5 0-68-16,2 1-37 0,2 1-22 0,2-3-11 15,3 2-6-15,4-1-5 16,0-2-36-16,2 1-84 0,0-1-138 0,-2 0-265 0,-1 1-300 16,2 1-387-16,-3 2-392 0,2-1-51 15,-1 4 626-15</inkml:trace>
  <inkml:trace contextRef="#ctx0" brushRef="#br3" timeOffset="147223.01">27288 9130 49 0,'-10'-4'610'16,"-4"4"505"-16,1-2 238 0,-5 4-31 0,0 4-295 16,1 0-374-16,-4 5-188 0,4 2-114 15,-4 5-86-15,4 1-81 0,-2 6-70 0,3 1-42 16,2 3-24-16,2-1-15 0,2 1-10 0,5-2-7 15,3-2-6-15,7-4-5 0,4-4-2 16,6-5-1-16,3-6-2 0,3-7-1 0,8-7 0 16,3-6 0-16,2-7-1 0,5-4 0 15,1-6-1-15,0 0-1 0,-1-2 1 0,-3 2 2 16,-2 0 1-16,-4 1 1 0,-4 5 0 0,-5 5 2 16,-2 1-1-16,-4 7-2 0,-5 6 0 15,-2 3-1-15,-3 7-1 0,-5 6 1 0,0 3 1 16,-3 6 1-16,-2 0 2 0,0 5 0 0,1 2 1 15,-4 2-1-15,2 0 0 0,1 1-2 16,2-1 0-16,-1-2 0 0,6-2-2 0,1-6 0 16,4-5 1-16,1-6 0 0,2-5 0 0,7-8 0 15,1-8 1-15,4-4-1 0,2-8-1 16,2-6-1-16,2-5 1 0,0-7 3 0,1-1-1 16,-1-7 2-16,-3-4 0 0,1-3 0 15,-5 1 0-15,-3-6-2 0,-3-2-1 0,-4 0-1 16,-3-2-1-16,-5 2 3 0,-2 3 4 0,-2 6 8 15,-2 3 8-15,-2 10 7 0,-2 9 4 16,1 7-1-16,2 9-4 0,-4 7-9 0,3 11-7 16,-3 7-6-16,2 8-3 0,-1 11-1 0,3 5 0 15,-1 7 2-15,0 8 0 0,2 5 0 0,-2 4 0 16,1 5-1-16,0 3-2 0,3 0 0 16,1-2-1-16,1-3-1 0,3-3 0 0,6-7 1 15,2-6-1-15,5-5 2 0,0-6-1 16,5-6 1-16,4-7-3 0,-2-8 1 0,3-6-1 15,-2-5 1-15,2-5-1 0,-4-4 1 0,0-3 2 16,-1-2 1-16,-4 1 0 0,-3 1 0 0,-1 0 1 16,-6 5 1-16,-2 1-2 0,-2 6 0 15,-1 2 0-15,-3 5-1 0,-3 6-1 0,-4 4 1 16,-1 4 1-16,-3 3 1 0,2 6 0 0,-3 2 0 16,-2 0-3-16,2 4-12 0,-4 0-29 15,5-2-80-15,-4-3-116 0,5-4-238 0,2-2-304 16,3-8-385-16,3-5-448 0,4-7-150 0,3-6 496 15,3-6 835-15</inkml:trace>
  <inkml:trace contextRef="#ctx0" brushRef="#br3" timeOffset="147393.62">28210 8854 26 0,'-7'-19'616'0,"1"3"571"0,-5 8 191 0,1 3-152 15,1 5-320-15,0 5-409 0,0 1-204 0,3 3-123 16,0 3-65-16,0 1-45 0,-1 1-80 15,2 1-62-15,1 1-125 0,-1 0-205 0,2-2-294 0,3 0-295 16,0-1-237-16,4 1-121 0,3-2 369 16,1-2 563-16</inkml:trace>
  <inkml:trace contextRef="#ctx0" brushRef="#br3" timeOffset="147868.51">28573 8249 87 0,'0'-16'586'0,"-2"5"445"15,-2 0 185-15,-2 6-83 0,-1 2-389 16,2 3-204-16,1 6-84 0,0 3-59 15,3 6-51-15,-1 5-40 0,2 7-39 0,2 3-67 16,3 7-59-16,1 7-43 0,1 3-23 0,2 8-16 16,0 2-15-16,-1 5-11 0,0 0-11 0,3 1-7 15,-1-1-8-15,-4 1-3 0,2-1-2 16,-2-4 0-16,-1-2-2 0,0 0 1 16,-4-3-2-16,1-1-9 0,-2-5-21 15,-3-2-54-15,0-4-75 0,-6-3-121 0,2-5-193 0,-3-1-303 16,1-7-351-16,-2-1-309 0,0-4-136 15,1-5 354-15,-2-6 659 0</inkml:trace>
  <inkml:trace contextRef="#ctx0" brushRef="#br3" timeOffset="148050.48">28439 9096 151 0,'4'-26'705'15,"-1"7"406"-15,-1 0 81 0,1 6-110 0,2 2-418 0,2 3-222 16,1 3-83-16,2 3-40 0,3 2-30 15,3 1-37-15,2 0-41 0,0 3-61 0,6 0-62 16,-2-1-40-16,4 1-20 0,2-1-12 0,2 0-8 16,2 0-4-16,-1-1-5 0,1-1-49 0,-2 1-68 15,-2-1-84-15,-2 0-161 16,-1 1-275-16,-6 0-325 0,1-1-279 0,1 2-178 16,-5-3 147-16,1 2 585 0</inkml:trace>
  <inkml:trace contextRef="#ctx0" brushRef="#br3" timeOffset="148351.82">29070 9019 130 0,'4'-3'790'15,"0"3"726"-15,-4 0 133 0,-4 5-283 16,0-1-468-16,-4 5-339 0,-2 1-186 0,1 6-151 0,-3 0-82 16,0 5-45-16,1 1-28 0,0 4-17 15,-2 0-13-15,4 2-9 0,-2-3-8 0,6-2-7 16,4-1-4-16,2-3-5 0,7-4-3 0,1-5-2 16,7-5-1-16,5-5-1 0,4-5-1 15,2-5-1-15,3-5 0 0,1-4 1 0,-1-1 1 16,0-3 0-16,-3-2 3 0,-3 5 1 0,-2 1 1 15,-3 2 1-15,-4 2-1 0,-1 4 0 16,-5 3 0-16,-2 3 0 0,-2 5-1 0,-2 5 0 16,-3 3 1-16,-3 5 2 0,-1 4 1 15,1 3 0-15,-3 3 2 0,1 3 0 0,-4 0-1 16,2 4-2-16,2-4-3 0,-1 0-3 0,3-1-9 16,0 2-16-16,1-6-44 0,-1-1-84 15,2-4-154-15,-1-2-267 0,0-5-325 0,2-1-409 16,0-2-402-16,-1-2 3 0,-1 1 749 15</inkml:trace>
  <inkml:trace contextRef="#ctx0" brushRef="#br1" timeOffset="155715.66">15629 15724 41 0,'3'-1'268'0,"-2"1"161"0,-1 0 133 15,0 0-37-15,0 1-122 0,-1-1-97 0,-2 2-57 16,3-2-34-16,0 0-24 0,-2 1-15 0,2-1-16 15,0 0-12-15,0 0-11 0,0 0-16 16,0 0-13-16,0 0-11 0,0 0-16 16,0 0-11-16,0 0 3 0,0 0 10 0,2 0 18 15,-2 0 27-15,0 0 18 0,0 0 20 0,0 0 0 16,0 0-4-16,0 0-21 0,0 0-19 0,0 0-10 16,0 0 11-16,0 0 24 0,0 0 30 15,0 0 23-15,0 0 11 0,0 0-5 0,0 0-25 16,0 0-33-16,0 0-38 0,0 0-31 15,0 0-22-15,0 0-17 0,0 0-13 0,0 0-8 16,3 0-6-16,-3 0-2 0,1 0-6 0,-1 0-1 16,0 0-3-16,2 0-1 0,-2 0 0 0,0 0-3 15,1 0 3-15,-1 0-2 0,0 0 1 16,2 0-2-16,-2 0 1 0,0 0 0 0,0 0 0 16,2 0 0-16,-1 0 1 0,-1 0 1 15,2 0 1-15,-1 0 1 0,1 0 0 0,-2 2 0 16,3-2 0-16,-3 1-1 0,2-1 1 15,0 0 0-15,-1 1 0 0,-1-1 1 0,3 2-1 16,-1-2 9-16,2 2 3 0,-2-1 2 0,1 0 0 16,-1-1 0-16,1 2 1 0,0 0-8 0,0 0-3 15,1 1-3-15,-3-3 0 0,2 1 0 16,3 0-2-16,-3 0 1 0,2-1-1 0,-1 3 0 16,-1-3 0-16,0 0-1 0,0 0 1 15,0 0-1-15,-1 0 0 0,2 0-1 0,0 0 1 16,-3 0 0-16,2 0 1 0,-1 0 0 15,0 0 1-15,-1 0-1 0,1 0-1 0,-1 0 0 16,-1 0 0-16,0 0 0 0,2 0 0 0,-2 2 0 16,0-2 0-16,2 0-1 0,-1 0 0 15,1 0 1-15,-1 0 0 0,1 0 0 0,-2 0 0 16,2 0 0-16,-1 0 0 0,2 0 0 0,-1 0 0 16,-2 0 1-16,1 0 0 0,1 0-1 15,-1 0 0-15,1 0 0 0,0 0 0 0,-1 0 0 16,-1 0 0-16,3 0 0 0,-3 0 0 15,2 0 1-15,-2 0-1 0,3 0 0 0,-3 0 0 16,2 0 1-16,0 0-1 0,-1 0 1 0,-1 0 0 16,2 0 0-16,-1 2-1 0,2-2 1 0,-1 0-1 15,-1 0-1-15,1 0 1 0,-1 0 0 16,1 0 1-16,-2 0-1 0,3 0 1 16,-3 0 0-16,3 0-1 0,-1 0-1 0,1 0 1 0,-1 0 1 15,1 0-1-15,-1 0 1 0,-1 0 0 16,4 0 0-16,-4 0-1 0,2 0 0 0,-1 0 0 15,1 0 0-15,0 0 1 0,-1 0-1 16,0 0 1-16,-1 0 0 0,3 0 0 16,-3 0-1-16,1 0 1 0,-1 0-1 0,1 0-1 15,2 0 0-15,-2 0 1 0,1 0 1 0,-1 0-1 16,-1 0 0-16,3 0 0 0,-3 0 0 0,2-2 0 16,1 2-1-16,-3 0 1 0,2-2-1 15,-1 2 1-15,2 0 0 0,-1-3 0 0,-1 2 0 16,0 1 0-16,-1-1 2 0,3 1-1 15,-4 0-1-15,1 0 0 0,-1 0-1 0,2 0 1 16,-1 0 0-16,-1 0 0 0,2 0 1 0,-2 0 0 16,2 0-1-16,-1 0 1 0,1-1 0 0,-1 1-2 15,-1 0 1-15,2 0 0 0,0 0 1 16,0 0-1-16,2 0 0 0,-4 0 2 0,1-3-1 16,2 3-1-16,-1 0 0 0,0-2 0 15,-1 2-1-15,1 0 1 0,-1 0-2 0,1 0 2 16,1-2-1-16,-3 2 0 0,2 0 1 0,-1 0 0 15,1 0 1-15,-2 0 0 0,2 0-1 16,-1 0 1-16,-1 0-2 0,0 0 1 0,0 0-1 16,3 0 0-16,-1 0 1 0,-2 0-1 15,1 0 1-15,-1-2 0 0,3 2 0 0,-3 0 0 16,2 0 0-16,0 0 0 0,-2 0 1 0,1 0-1 16,1 0 0-16,-1 0 2 0,-1 0-2 15,0 0 0-15,2 0 0 0,-2 0-1 0,0 0 2 16,2 0-2-16,-2 0 1 0,1 0 0 15,-1 0 0-15,0 2 1 0,2-2-1 0,-1 0 0 16,-1 0 0-16,0 0 0 0,0 0 0 0,2 2 0 16,-2-2 0-16,0 0 0 0,2 0 0 0,-2 0 0 15,0 0-1-15,0 0 0 0,0 0 1 16,0 0 0-16,0 0 2 0,0 0-1 0,0 0 1 16,0 0 2-16,0 0-1 0,-2 0 1 0,2 0 0 15,0 0 0-15,-2-2 0 0,2 2-2 16,-1-2 0-16,-1 2 0 0,-1-1-2 0,1 0 1 15,-1-1 0-15,2 2-1 0,-3-2 1 16,1 1 0-16,2 0 3 0,-4-1 4 0,0 2 4 16,2-1 2-16,-2 1 2 0,1 0 0 0,0-2-1 15,0 2-3-15,-4-1-1 0,3 1 0 16,-1 0-2-16,-1 0 1 0,2 0-1 16,-2 0-1-16,2 0 1 0,-1-2-1 0,-1 1 2 15,1-3-2-15,-2 3 1 0,2-1-3 0,-1 1 0 16,1 0 0-16,0-1 2 0,-3 1-1 15,2-2 1-15,-1 2 0 0,2-1-1 0,-3 0-3 16,2 1-1-16,-1 0-2 0,3-3 0 0,-2 3 0 16,0-1 1-16,2 1-1 0,1-2 1 15,0 3-1-15,0-2 1 0,-2 1 1 0,2-2-1 16,0 3 2-16,0 0 2 0,1-2 1 0,-2 0 0 16,2 2 0-16,0 0 0 0,0 0-3 15,-2 0-1-15,1-3 0 0,0 3-2 0,1-1 2 16,2 1-2-16,-4 0 1 0,1-1-1 15,1 1 0-15,2 0-1 0,-4 0 0 0,2 0 0 0,2 0 0 16,-3 0 0-16,4 0 0 16,-3 0 2-16,1 0-2 0,1 0 1 0,-1 0 0 0,2 0 0 15,0 0-1-15,-1 0-1 0,1 0 0 16,0 0-1-16,0 0 0 0,0 0 0 0,0 0 0 16,0 0 0-16,0 0 1 0,0 0 0 0,0 0 0 15,0 0 0-15,0 0 1 0,0 0-1 16,0 0 1-16,0 0 0 0,0 0 1 0,0 0-2 15,0 0 1-15,0 0 0 0,0 0 0 16,0 0 0-16,0 0 0 0,0 0 0 0,0 0-1 0,0 0 1 16,0 0-1-16,0 0 0 0,0 0 1 15,0 0 0-15,0 0-2 0,0 0 1 16,1 0-1-16,-1 1 0 0,2-1 0 0,-1 1 0 16,1 2 1-16,1-3 0 0,2 4 0 15,-2-4 1-15,3 4-2 0,-1-2 1 0,0 1 1 16,1 0-1-16,-1-2 1 0,0 3 0 0,2-3 1 15,0 2 0-15,-1-1 0 0,1-1-1 16,0 2 1-16,-2-2-1 0,2-1 0 0,-3 2 0 16,1-1 0-16,0-1 0 0,-2 0 0 0,3 1 0 15,-1-1 0-15,-2 0 0 0,2 0 0 16,0 0 1-16,0-1-1 0,1 1 1 0,-3 0-1 16,2-1 0-16,-1 1 0 0,0-2 0 0,1 2 0 15,-2 0 0-15,3 0 1 0,-5-1-1 16,2 1 0-16,-1 0 0 0,1 0-1 0,-3 0 0 15,2 0 0-15,-1 0 1 0,1 0-2 0,-2 0 1 16,0 0-1-16,2 0 0 0,-1 1 0 16,1-1-3-16,0 0-8 0,-1 2-9 15,2-2-14-15,2 1-24 0,-2-1-47 0,0 0-65 0,0 1-58 16,1-1-52-16,-3 2-68 0,1-2-82 16,-1 0-81-16,-1 0-99 0,0 0-224 15,0 0-222-15,0 0-132 0,-1 1 130 0,-2 1 381 16</inkml:trace>
  <inkml:trace contextRef="#ctx0" brushRef="#br1" timeOffset="158117.44">21773 16542 320 0,'-2'-2'566'16,"2"2"224"-16,-1 0 91 0,1-2-211 0,0 2-150 16,0 0-89-16,0 0-48 0,-2 0-48 15,0 0-50-15,2 0-53 0,-3 2-38 0,3-2-18 16,0 0-6-16,0 0 13 0,2 0 13 0,-1 0 11 16,-1 0-2-16,0 0-20 0,0 0-28 15,0 0-29-15,-1 2-29 0,-1-2-24 0,2 0-20 0,0 1-14 16,0-1-9-16,0 2-8 0,0-2-6 15,0 0-4-15,0 0-5 0,0 1-2 0,0-1-3 16,0 0-2-16,0 0-1 0,2 0-1 0,-2 0 0 16,1 0-1-16,-1 0-1 0,0 0 1 15,2 0-1-15,-2 0 1 0,2 2 0 0,-2-2 0 0,0 0 2 16,1 1 0-16,1-1 0 0,-1 2 0 16,1-1-1-16,0-1 1 0,-1 3-1 0,3-2 0 15,-3 1 0-15,2 0 0 0,2-1 0 0,-2 0 1 16,0 3-2-16,0-3 1 0,0 0 0 0,2 2 0 15,-1-2 0-15,-1 0 0 0,3 0 0 16,-2 1 0-16,0 1 0 0,1-1 0 0,-1-2 0 16,1 3 1-16,0 0 1 0,-1-2-1 0,3 3 0 15,-4-3-1-15,0 0 0 0,2 1 0 0,-2 0-1 16,0-1 0-16,2 2 0 0,-4-3 0 16,2 2 1-16,1-1 1 0,-3 0-1 0,3 1 1 15,-3-2 0-15,2 1 0 0,1 1-1 0,-3-1 0 16,1-1-1-16,-1 1 1 0,3 1-1 0,-2 0 1 15,0-2 0-15,0 1 1 0,-1-1-1 16,2 2 0-16,-1-2 1 0,0 1-1 0,-1-1-1 16,2 2 0-16,-3-2 0 0,4 1 0 0,-3 1 0 15,2-1 1-15,-1 1 0 0,1-1 0 0,2-1 2 16,-2 1-2-16,2 1 0 0,-4 0 0 16,4-2-1-16,-2 1 0 0,1-1 0 0,-3 1 1 15,2-1 0-15,3 0 1 0,-3 2-1 0,-1-2 2 16,0 0-2-16,-1 0-1 0,1 0 0 0,-1 0 1 15,-1 0-1-15,2 0 1 0,-2 0 1 16,0 0 2-16,0 0 0 0,0 0 1 0,0 0 0 16,0 0-2-16,0 0 1 0,0 0-1 0,0 0 0 15,0 2-1-15,0-2 0 0,0 0-1 0,0 0-1 16,0 0 0-16,2 0-1 0,-2 0-1 16,0 0-1-16,1 0 1 0,-1 0 0 0,0 0 0 15,2 0 1-15,0 0 1 0,-2 0 0 0,1 0 1 16,-1 0-1-16,2 0 1 0,-1 0-1 15,-1 0 1-15,0 0 0 0,0 0 2 0,0 0-1 16,0 0 1-16,0 0 1 0,0 0-1 0,0 0 2 0,0 0-1 16,0 0 0-16,0 0 0 0,-1 0 0 15,-1 0-1-15,2 0 1 0,0 0 0 0,-1 0-2 16,1 0 0-16,-2 0 0 0,0-2 0 0,1 2 0 16,-3-2-1-16,3 2 0 0,-2-1 0 15,-1 0 0-15,1-1 1 0,0 2 0 0,-3-3 1 0,1 2-1 16,0-1 1-16,1-1 5 0,-3 0 2 15,0 2 1-15,0-2 2 0,1-1 0 0,-1 2-1 16,-1-1-3-16,1 0-3 0,0 0-1 0,-1 0 2 16,2 0 1-16,-2 0 2 0,0 0 0 0,0 0 0 15,0-3 0-15,1 4-4 16,-1-3-1-16,1 3-1 0,-1-2 2 0,2 2 2 0,0 0 0 16,1 0 1-16,0 1 0 0,0-2 0 0,2 3-1 15,0-2-4-15,0 2 0 0,0-1-1 0,2 1 0 16,-1 0 0-16,0 0-1 0,2 0 0 15,-1 0-1-15,1-1 1 0,0 1 0 0,0 0-1 16,0 0 0-16,0 0 0 0,0 0 0 0,0 0-1 16,0 0-1-16,0 0-1 0,0 0 0 0,0 0-1 15,1 0-2-15,-1 0 2 0,4 1 2 16,-3-1-1-16,2 0 1 0,3 1 0 0,-3-1 2 16,2 2 0-16,-2-2-1 0,2 2-1 0,0-1 1 15,0-1-2-15,2 1-3 0,-2 3-15 16,2-3-41-16,-1 0-77 0,-1 2-108 0,2-1-208 15,0 1-302-15,-1 0-357 0,4-1-362 0,1-2-153 0,-2 0 339 16,5-2 751-16</inkml:trace>
  <inkml:trace contextRef="#ctx0" brushRef="#br1" timeOffset="160451.66">25976 16292 69 0,'-2'2'167'0,"0"2"53"16,2 0 38-16,-1-1 10 0,-1 1-9 16,1-1-36-16,1 2-38 0,-2-2-28 0,0 0-10 15,2-2 2-15,-1 2 10 0,1-1 14 0,-2-1 11 16,2 0 9-16,0 1-4 0,2-2 0 16,-2 2 0-16,1-1-6 0,1 0-9 0,0-1-1 15,-2 2 0-15,0 0 0 0,0-1 0 0,1 0 8 16,-1 2 8-16,0-3 1 0,0 0-7 15,0 1-22-15,-1-1-14 0,1 1-16 0,0-1-16 16,-2 1-7-16,2 1 7 0,2 1 20 0,-2-3 8 16,1 0 4-16,-1 2-4 0,2-2-18 0,-1 3-22 15,1-2-24-15,0 1-24 0,0-1-20 0,0 3-12 16,0-3-7-16,-1 0-9 0,1 3-4 0,1-3-2 16,-1 0-2-16,1 1 0 0,-2 0-1 0,3-1 2 15,-3 0 0-15,2 1 3 0,1-2 1 16,-3 1 2-16,4-1 33 0,-4 0 22 0,2 2 7 15,2-2 1-15,0 0-1 0,-2 1-2 0,4-1-29 16,-1 0-19-16,-2 0-5 0,3 0-6 0,-1 0-1 16,1 0-1-16,0 0-1 0,0 0-1 0,-2 1-3 15,3-1-6-15,-2 2-3 0,1-2-2 16,2 0 0-16,-3 0 0 0,0 0 1 0,2 0 6 16,-2 2 1-16,1-2 3 0,-1 0-1 0,1 0 1 15,-1 0-1-15,-2 0 1 0,1 0 0 0,2 1 0 16,-4-1 1-16,2 2-1 0,1-2 2 0,-2 0-2 15,0 1 2-15,0-1-1 0,1 2 0 16,0-2 1-16,-2 0-1 0,3 1 0 0,-3-1 0 16,2 0 9-16,0 0 4 0,0 0 3 0,0 2 2 15,1-2 0-15,0 0 0 0,-1 0-8 0,0 0-5 16,0 0-3-16,-1 1-1 0,1-1-1 16,-1 0-1-16,0 2 0 0,1-2 1 0,-2 1 0 15,-2-1 0-15,3 0 1 0,-3 0-2 16,2 0 2-16,2 1-2 0,-4-1 0 0,2 0 0 15,-1 0-2-15,1 2 1 0,1-2 1 0,-1 0 0 16,0 2-1-16,0-2 2 0,2 0-1 0,-1 1 1 16,1-1-2-16,0 0 2 0,0 1 0 0,1-1-2 15,1 0 1-15,-1 0 7 0,-2 0-3 0,3 0 4 16,-2 0 2-16,1 0 1 0,0 0 1 16,-1 0-6-16,0 0 4 0,-1 2-6 0,1-2-1 15,2 0-1-15,-1 0-2 0,-2 0 1 0,0 0-1 16,0 2 2-16,0-2-2 0,-1 0 1 0,0 1-1 15,-1-1 1-15,1 0 1 0,0 0-2 16,0 0 0-16,-2 1 0 0,3-1-1 0,-3 0 0 16,3 0 0-16,-1 0 0 0,-2 3 1 0,3-3-1 15,0 0 0-15,1 2 1 0,-2-2-1 16,2 1 0-16,0 1 0 0,-1 1 1 0,1-3 0 16,0 2 1-16,1 1 0 0,-1-2-1 0,0 1 0 15,1-1 0-15,-3 3-1 0,2-4 1 0,-2 1-2 0,2 0 2 16,-2-1 0-16,-2 0 0 0,1 2 1 15,0-2 0-15,-2 2 2 0,1-2 5 0,-1 0 7 16,0 0 9-16,0 1 5 0,0-1 3 0,0 0 1 16,-1 0-5-16,-3 1-6 15,3-1-8-15,-2 2-4 0,-2-2-4 0,0 0 1 0,1 0 1 16,-3 0 1-16,1 0 1 0,-1 0 0 16,0 0 0-16,-1 0-3 0,0 0-2 0,0 0 0 15,-3 2 2-15,1-2 2 0,1 0 0 0,0 0 2 16,-3 0-1-16,3-2 1 0,-4 2-5 0,4 0-2 15,-1-2-1-15,-2 1 0 0,0 0-2 0,-2-1 0 16,3 0 0-16,-2 0 1 0,-1-2-2 0,1 3 1 16,0-5 1-16,-2 4 4 0,0-3 2 0,2 2 2 15,-1-2 1-15,2 0-1 0,0 2 1 16,-1 0-4-16,2 0-3 0,0 0 0 0,2 0-1 16,1 2 0-16,-2-2-1 0,1 1 0 0,1 0 0 15,0 1-1-15,0 1 1 0,-1-1-1 16,2 1 0-16,-1-2 0 0,-1 2 0 0,3 0 0 15,-2 0 0-15,3 0 0 0,-2 0-1 0,0 0 1 16,2 0 0-16,0 0-1 0,2 0 0 0,0 0 1 16,-1 0 0-16,1 0-1 0,2 0 0 15,-4 0 1-15,4 0-1 0,-2 0 0 0,1 0 0 16,0 0 0-16,2 0 0 0,-1 0-1 0,1 0 1 16,0 0-1-16,0 0-1 0,0 0-1 0,0 0 1 15,0 0-1-15,0 0 0 0,1 0 1 0,3 0 1 16,-1 0 1-16,3 0-1 0,-2 0 1 15,3 0 0-15,3 0 0 0,-1 0 1 0,2 0-1 16,0 0 0-16,3 0 1 0,1-1-1 0,-2 1 1 0,4 0-1 16,0-2 2-16,0 1-2 15,1 1 1-15,-2-1 0 0,1-1-1 0,-1 2 0 16,0-3 0-16,1 2-1 0,-4-1 1 0,-1 0-1 16,2 1 1-16,-2 0 0 0,-2-1 0 0,-2 0 0 15,2 2 0-15,-4-1 0 0,-1 1 0 0,3 0 0 16,-5 0 0-16,-1 0 0 0,1 0-1 0,-2 0 1 15,1 0 1-15,0 0-1 0,-2 0 2 16,0 0 0-16,0 0 0 0,-4 0 0 0,3 1-1 16,-2-1 0-16,-1 2 0 0,-2 0-1 0,-2 0 1 15,0 0-1-15,0 0 1 0,-4-1 0 0,1 0 0 16,-4 1 0-16,0-2-1 0,0 2 1 0,-3-2 0 16,0-2-1-16,2 2 0 0,-1-2 0 15,3 2 0-15,0-1-1 0,1 1 1 0,5 0-1 16,-1 0 0-16,1 0 0 0,3 0-1 0,2 0 1 15,1 1-1-15,2 1 0 0,2 1 1 0,1 0 1 16,2 0-1-16,3-1 0 0,-1 2 0 16,1-3-1-16,3-1 0 0,0 0 0 0,0-1 0 15,1-3-1-15,-2 2-3 0,2-1-12 0,-3-3-23 16,2 2-64-16,-4-1-83 0,-3-1-181 0,3 0-281 16,-1 4-341-16,-2-4-422 0,0 1-279 15,-3 3 84-15,-1-2 826 0</inkml:trace>
  <inkml:trace contextRef="#ctx0" brushRef="#br2" timeOffset="168560.46">15918 15723 80 0,'2'1'244'0,"-1"1"100"0,1-1 29 15,-2 2-68-15,1 0-91 0,-1-1-68 16,0-1-11-16,2 0-9 0,-2 1-10 0,2 0-14 16,-1-2-20-16,-1 0-18 0,2 0-19 15,-2 0-18-15,1 2-14 0,-1-2 9 0,2 0 13 16,0 3 7-16,-1-3 4 0,-1 0 4 0,5 1-1 16,-5-1-7-16,1 1-16 0,-1-1-7 15,3 1-6-15,-1 2-2 0,1-3-5 0,-1 2-2 16,1 0 1-16,-1-2-5 0,2 3 0 0,-2-3-1 15,1 1 1-15,2 1 0 0,-2-1 0 0,0-1 0 16,-1 2 0-16,-1-2 1 0,2 1 1 16,-1-1 13-16,-2 0 25 0,3 0 30 15,-3 0 40-15,0-1 46 0,0 1 74 0,2-2 45 16,0 2 30-16,-2 0 6 0,0-1-10 0,1 1-26 16,-1 0-52-16,0 0-47 0,2 0-43 15,-2 0-37-15,0 0-36 0,0 0-18 0,0 0-18 16,0 0-14-16,1 0-5 0,-1 0-5 15,0 0 2-15,0 0 5 0,0 0 6 0,-1 1 8 16,1-1 8-16,-2 0 13 0,2 0 17 0,0 2 9 16,0-2 7-16,0 1 1 0,0-1 0 15,0 0-13-15,0 0-14 0,2 0-9 0,-1 0-18 16,2 2-4-16,0-2-10 0,0 1-2 0,2-1-1 16,0 4-4-16,0-4 2 0,0 0 3 15,2 0 2-15,-2 0 2 0,2 0 47 0,-3 0 36 16,1 0 16-16,0-4 3 0,1 4-1 0,-3-1 0 15,-1-1-25-15,-1 2-17 0,1-1-7 16,0 1-2-16,-2-2-1 0,1 2-4 0,-1 0-16 16,0 0-11-16,0 0-13 0,0 0-6 15,2 0-5-15,-2 0-3 0,1 0-3 0,-1-1 0 16,2 1-1-16,0 0 3 0,-1-2 0 0,2 2 0 16,-3-1 1-16,2 1 1 0,-2 0 1 15,2-3 5-15,-2 3 10 0,-2 0 8 0,2 0 7 16,-2 0 2-16,-1 0 0 0,-2 0-4 15,1 0-11-15,-3 0-8 0,2 0-4 0,-2 0-4 16,0 3-1-16,3-3-1 0,-3 0-1 0,1 0-1 16,0 0 1-16,1 0 0 0,0-3-1 15,0 3 0-15,2 0 1 0,0 0-1 0,1 0 0 16,1-2-1-16,-1 2 0 0,-1 0 0 0,3 0-2 16,-1 0 0-16,1 0-2 0,1-2 0 15,4 2 1-15,-2 0 0 0,3 0 0 0,1 0 1 16,2-3 3-16,2 2-1 0,-1 1 0 15,-1-2 1-15,4-1 0 0,-4 1 0 0,-1 2 1 0,2-2 0 16,-6 0 0-16,1 1 2 0,0 1 1 16,-3-1 0-16,-1 1 1 0,1 0 6 0,-1 0 3 15,-2 0 0-15,-1 0 1 0,-1 0 0 16,-2-2-2-16,0 2-5 0,1 0-3 0,-4-2-1 16,0 2-3-16,2-1 0 0,-3 1 0 0,2 0 0 15,1-1 0-15,-1-1-1 0,2 2 0 16,2 0 0-16,-2 0-1 0,4 0-1 0,-2 0 0 15,1 0-2-15,1 0-1 0,-1 0 0 16,2 0 0-16,2 3 1 0,-1-2 1 0,1 1 0 16,1 0 1-16,-2-1-1 0,2 0 5 15,1 3-5-15,-1-4-15 0,0 0-52 0,-1 0-74 16,-1 0-106-16,3 0-208 0,-1 0-306 0,0-2-352 16,4 0-315-16,-2 1-153 0,0 1 326 15,3 0 706-15</inkml:trace>
  <inkml:trace contextRef="#ctx0" brushRef="#br2" timeOffset="170058.12">22113 16620 129 0,'-2'0'389'16,"1"0"213"-16,-1 0 156 0,0 0-127 0,1 0-159 15,-1 0-96-15,2 0-52 0,-1 0-30 16,1 0-22-16,0 0-35 0,0 0-40 0,0 0-44 16,0 0-43-16,0 0-35 0,0 0-29 0,0 1-12 15,1-1 3-15,1 2 4 0,-1-2 22 0,3 0 12 16,-3 1 13-16,2-1 3 0,1 2-10 15,-3-2 1-15,2 1-13 0,1-1-7 0,-3 0-8 16,4 2-9-16,-4-2-1 0,1 0 20 0,-1 0 16 16,1 0 19-16,0 0 20 0,-2 0 17 0,1 0 7 15,-1 0-6-15,0 0-7 0,0 0-8 16,0 0-6-16,0 0-13 0,-1 0-9 0,-1 0-20 16,0 0-14-16,-2 0-19 0,-1 0-15 0,-1 1-10 15,-1-1-3-15,1 1-3 0,-2 1 1 0,-1-2 2 16,2 3-1-16,-1-2 2 0,3 1-1 15,1 0-1-15,-2-2-2 0,3 1-2 0,-1 0-2 16,1-1-3-16,2 3-3 0,1-3-2 0,-2 0 0 16,0 0-1-16,2 0 1 0,2 0 1 0,0 0 1 15,-2 0 0-15,1-3 0 0,-1 3 0 0,3-1 1 16,-1 0 0-16,0-3 0 0,-1 3-1 0,1 0 2 16,-1-3-1-16,4 3-2 0,-4 0 1 15,2-1-2-15,-3-1 2 0,2 2-2 0,1-1 1 16,-1 1 1-16,0 1-1 0,-2-2 1 0,1 2 1 15,-1-1 0-15,0 1 1 0,0 0 0 16,0 0 0-16,-1 0-2 0,-1 0-1 0,0 1-4 16,-3-1-12-16,2 2-27 0,-3-2-56 0,2 0-63 15,-3 1-73-15,2-1-133 0,-1 2-196 0,0-2-297 16,1 1-243-16,4 1-219 0,-1-1-55 16,2 1 400-16,2 0 542 0</inkml:trace>
  <inkml:trace contextRef="#ctx0" brushRef="#br2" timeOffset="171594.3">26688 16399 185 0,'-4'2'463'0,"1"-2"235"0,0 0 156 0,-1 1-154 15,3-1-171-15,-2 0-100 0,3 2-60 16,-2-2-43-16,0 1-49 0,2-1-52 0,0 0-55 15,0 1-52-15,0-1-43 0,4 2-27 0,-4-2-18 16,3 2-15-16,-2-1 3 0,4 2 2 0,-2-1 4 16,3 0 5-16,-3 1 4 0,2-1 6 0,2 1-1 15,-2 0-2-15,1-1-1 0,2 1 2 16,0-2 3-16,1 1 1 0,2-1-5 0,0 1 28 16,0 0 32-16,3-1 10 0,-1 0-2 0,1-1-1 15,1 0-3-15,-1 2-25 0,-5-2-29 0,3 2-17 16,-3-2-10-16,-1 0 20 0,0 1 20 15,-3-1 29-15,-2 0 22 0,-2 1 14 0,1-1 6 16,-2 2-22-16,-2 0-20 0,-1-1-28 16,0 2-19-16,-3-2-17 0,-3 2-11 0,-3 0-6 15,3-1-2-15,-3 1-1 0,-2-2-3 0,3 1 2 16,-3-2 1-16,1 1 2 0,-1-1 1 0,5 0 1 16,-3 0 1-16,4 0-1 0,-1 0-1 0,3 0-3 15,1 0-3-15,2 0-2 0,0 0-2 0,3 0-1 16,0 2 0-16,0-1 0 0,3 1 2 15,2 0 1-15,1 3 1 0,2-2 1 0,1 1 0 16,2 1 0-16,1-2-1 0,0 2 2 0,1-2 0 16,2 0-2-16,-2-3 2 0,3 1 0 15,-2-1 0-15,-1-1 0 0,-4 1-5 0,1 0 3 16,-4-2 3-16,0 2 7 0,-3-1 5 0,1 1 3 16,-4-3 6-16,-4 3-2 0,1-2-2 0,-3-1-8 15,0 1-3-15,0 1-4 0,-4 0-1 0,-1 0-2 16,2-3 0-16,-3 3-1 0,2-3-2 0,-2 0 0 15,-2 1 0-15,5-3-1 0,-3 0 1 0,2 0 1 16,2 0 0-16,1 2-1 0,2 0 1 16,1 0-2-16,0 2-2 0,2-2 0 0,0 3-1 15,4 1 0-15,0 0 1 0,2 0 0 0,0 1 1 16,4 1-1-16,0 0-6 0,2 0-22 16,-1 0-55-16,-1 0-72 0,0-1-102 0,3 0-192 15,-3 1-305-15,2 0-332 0,0-1-292 0,-1 0-160 16,-1 1 268-16,1 1 678 0</inkml:trace>
  <inkml:trace contextRef="#ctx0" brushRef="#br3" timeOffset="176553.04">16201 15799 122 0,'0'0'409'0,"0"-1"238"0,0 1 179 0,0-2-123 15,-2 1-178-15,2-1-133 0,0 0-82 16,0 2-47-16,0-1-31 0,0-1-22 0,0 1-18 16,0 1-18-16,0 0-21 0,-1-1-21 15,1 1-20-15,-2-2-22 0,2 2-18 0,0 0-12 16,-1-1-11-16,1 1-9 0,-2 0-6 0,2 0 1 16,0 0-4-16,0 0-2 0,0 0-4 15,0 0 0-15,0 0-12 0,0 0-1 0,2 0-6 16,-2 1-6-16,1-1 2 0,-1 0-1 15,0 2 1-15,2-2-2 0,-2 1 0 0,1-1 0 16,-1 0-1-16,0 0 0 0,2 0 1 0,-2 1-2 16,2-1 2-16,-1 0 4 0,1 0-3 15,0 0 1-15,-1 0-2 0,2-1 2 0,-1 1-6 16,1 0-1-16,-2-1 4 0,1-1 0 16,-1 1 1-16,1 1 7 0,0-2 36 0,-2 2 50 15,1-1 59-15,-1 1 31 0,-1-1 11 0,-1-1-10 16,0 2-28-16,1-2-30 0,-2 2-44 0,-2-1-24 15,2 1-12-15,0 0-8 0,0-1-4 16,-1 1-12-16,3 0-5 0,-1-2-7 0,2 0-4 16,-1 2-3-16,1 0-3 0,0 0-1 15,0 2 1-15,0 0 0 0,1-2-1 0,1 1 1 16,-1 2 1-16,1-1-1 0,1-1-1 16,1 2-1-16,-3-2 2 0,2-1-2 0,2 0 2 15,-4 0 1-15,2 0-1 0,1-1 1 0,-3-1 0 16,3 1-1-16,-3-2 2 0,2-1-2 15,1 0 0-15,-3 0 0 0,1 1 1 0,-1 0 0 16,1 0 0-16,-2-1-1 0,0 4-3 16,0-4-19-16,-2 3-59 0,1 1-66 0,-1 0-124 15,1 1-206-15,-3 3-308 0,4 0-334 0,2 0-267 16,0 1-116-16,1-1 414 0,0 2 626 16</inkml:trace>
  <inkml:trace contextRef="#ctx0" brushRef="#br3" timeOffset="178621.46">22193 16618 189 0,'0'0'374'0,"2"0"150"0,-1 0 25 15,-1 0-138-15,0 0-127 0,2 2-81 0,-2-2-39 16,2 0-19-16,-2 0-14 0,0 0-9 0,0 0-13 16,0 0-8-16,0 0-3 0,-2 0 4 0,2 0 15 15,0 0 13-15,-2 0 13 0,2 0 11 16,0 0-2-16,0 0-10 0,0 0-22 0,0 0-20 16,0 0-25-16,2 0-23 0,-2 0-20 0,0 0-12 15,2 0-4-15,-2 0 12 0,0 0 21 16,1 1 22-16,-1 1 15 0,2-2 7 0,-1 1 1 0,1 1-15 15,0-1-22-15,-1 1-18 0,3-1-17 16,-3-1-10-16,1 1-4 0,-1 1-2 0,1-2-1 16,1 0-1-16,-2 2 9 0,-1-2 7 0,0 0 15 15,0 0 7-15,0 0 11 0,0 0 15 0,0 0 16 16,-1 0 28-16,1 0 20 0,0 0 7 16,-5-2-2-16,5 2-13 0,-3 0-4 0,2-2-17 15,-3 2-23-15,1-1-13 0,0 1-10 0,0 0-3 16,1 0-14-16,0 0-10 0,1 0-8 0,-1 1-4 15,2-1-6-15,0 2-3 0,0-2-4 16,0 3-8-16,3-2 0 0,-3 3 1 0,4-3-1 16,-3 0 1-16,2 2-1 0,-1-2 3 0,1 0-1 15,1-1-2-15,0 0 2 0,1 0 2 0,-2 0 0 16,0 0-1-16,0-1 3 0,1 1-1 16,-3-1 0-16,1 1 0 0,-1-3 2 0,3 3 18 15,-4 0 16-15,0-1 12 0,0 0 7 0,-4 1 0 16,4-2 1-16,-3 0-16 0,2 2-12 0,-1-1-9 15,-1 1-5-15,1 0-3 0,0 0-3 16,1 0 0-16,-1 0-5 0,2 0-1 0,0 1-4 16,0-1-2-16,0 4 0 0,0-3 0 0,0 0 0 15,2 2 2-15,-1-1-2 0,1-1 3 16,0 1-2-16,-1 1 1 0,1-3-2 0,0 0-1 0,-1 0 3 16,2 0-1-16,-1 0 1 0,0-3 0 0,-1 1 1 15,2 0-1-15,2-2 0 0,-4 0 0 16,1 1 0-16,-1-2-2 0,1 1 1 0,0 0-5 15,-2-1-15-15,-2 2-17 0,0 0-17 0,-1 0-22 16,-1 0-24-16,-1 2-21 0,0 0-18 16,-1 1-10-16,-1 0-12 0,3 0 3 0,-5 1 8 15,2-1 18-15,2 1 32 0,-1 1 27 0,1-1 26 16,-1 2 21-16,5 0 9 0,-3 0 9 0,3 0 7 16,1 0-3-16,0 0 2 0,0-1-2 0,1-1 4 15,3 0-4-15,-3 1-1 0,5-2-6 16,-3-2-49-16,2 0-100 0,-2-1-152 0,0 0-260 15,2 0-280-15,0 0-256 0,3-2-87 0,-2 2 262 16,1-1 445-16</inkml:trace>
  <inkml:trace contextRef="#ctx0" brushRef="#br3" timeOffset="180363.27">27120 16465 236 0,'2'-3'557'0,"-2"0"266"0,0 2 143 0,0-1-214 16,0 1-202-16,0 0-134 0,1-1-82 0,-1 2-44 15,0 0-47-15,2 0-31 0,-2 2-25 16,1-1 12-16,-1 0 15 0,4 2 6 0,-3-1 7 15,2 2-1-15,1-2-17 0,-1 2-40 0,2-1-37 16,1 2-34-16,-2-1-26 0,4 0-22 0,1 1-13 16,1 1-5-16,0 0-7 0,1-4-6 15,1 4-2-15,0-1-1 0,2-3-7 0,-1 2-3 16,-1-3-3-16,1 2 0 0,0-3-1 0,-1 2 1 16,-1-2-1-16,-1-2-1 0,1 2 0 0,-3-2 1 15,0 1 1-15,-4 0 7 0,1-1 7 0,0 0 6 16,-2 0 4-16,-3 0-1 0,0 0 0 0,-3 1-6 15,-2-1-6-15,0 1-5 0,-3 1-2 16,0 0-2-16,-2 0 0 0,-2 0-2 0,1 1 0 16,-3 1 0-16,1-1-1 0,-1-1 0 15,5 2-1-15,-3 0-1 0,2-1 0 0,0 0 1 16,0-1 2-16,6 2 2 0,-4 0 1 0,3-1 0 0,4-1-1 16,-3 1-1-16,4 1-2 0,0 0-2 15,0-1 0-15,4 0 0 0,-1 1-1 0,2-1 1 16,2 1 0-16,0-1-1 0,1-1 1 0,0 1 0 15,2-1 1-15,-1-1-1 0,0 1 0 16,0-1-1-16,-1-1 1 0,0 1 0 0,-1-1 0 16,0 1 0-16,-3 0 2 0,-1-1 0 0,-2 0 1 15,1 1-1-15,-4 1 1 0,1-1 0 16,-4 1 0-16,-3 0-2 0,0 0 0 0,0 0 0 0,-1 0 1 16,-4 1 2-16,4-1 1 0,-4 0 3 15,2 0-1-15,0 0 0 0,-1-1 0 0,0 1-2 16,4-4-2-16,-2 3-1 0,1 0-1 0,5 1 0 15,-1-2-2-15,0 0-1 0,1 2 0 0,4 2-1 16,0 0 2-16,1-1-1 0,4 2 1 16,-2-1-1-16,2 0 1 0,-1 0 1 0,1 1-1 15,2-3 1-15,0 1-1 0,0-2 1 0,1 1 0 16,0-3-1-16,-1 1 1 0,1 0 0 0,0-2 1 16,-1 2-1-16,0-3 1 0,1 2-1 15,-3 0 0-15,0-2 1 0,-2 3-1 0,-1 0 2 16,-1 1 1-16,-1-2-1 0,-3 2 0 0,2 0 0 15,-1-1 0-15,-1 0-1 0,0 2 0 16,-2-1 0-16,1 1 1 0,0-1-2 0,-1 1 0 16,2 1 0-16,2-1 0 0,-3 1 0 0,3 3-2 15,-1 1 1-15,2-2 0 0,0 4-1 0,2-1 1 16,-1-1 0-16,1 1-2 0,0-2 0 0,1-1-1 16,-2 0-4-16,4 0-14 0,-4-2-27 0,4-1-71 15,-3-1-76-15,-1-2-149 0,-1 0-257 0,2-2-323 16,0 1-362-16,1 0-232 0,-2-1-21 15,3-1 597-15</inkml:trace>
  <inkml:trace contextRef="#ctx0" brushRef="#br4" timeOffset="208739.77">16538 15720 87 0,'-2'0'329'0,"1"0"184"0,1 0 157 0,-2 0-98 16,0 0-152-16,1 0-87 0,1 0-37 0,-2 1-18 15,2-1-5-15,0 0-6 0,-1 0-13 16,1 0-23-16,0 0-23 0,0 0-28 0,0 0-26 15,1 0-26-15,-1 0-14 0,0 0-14 0,0 0-13 16,0 0-11-16,0 0-3 0,0 0 9 16,0 0 34-16,0 0 42 0,0 0 43 0,0 0 25 15,0 0 5-15,0 0-15 0,0 0-40 0,0-1-39 16,0 1-42-16,0-4-31 0,0 3-26 16,0-2-14-16,0-1-10 0,0 1-6 0,0-2-4 15,0 3-2-15,0-5-1 0,0 3 2 0,0-2-1 16,0 2 5-16,0-1 4 0,0-1 4 0,0 1 2 15,-1-1 0-15,1 2 1 0,0-4-4 16,-2 3 0-16,-1 0 1 0,2 1 0 0,-1-2 1 16,2 1-1-16,-2-1-1 0,1 0-3 0,-1 2 1 15,1-1 0-15,-1-1 0 0,0 2 2 16,1 0-1-16,-1 1 0 0,1-1-5 0,-3-1-1 16,3 2-2-16,-1-2-1 0,-1 3-1 15,1-1 0-15,-2-1 1 0,1 0 2 0,1 2 2 0,-1-3 1 16,1 2-1-16,-1 0 1 0,2 0-2 15,-3 0-1-15,1-1-3 0,1 0 0 0,-2 2-2 16,-1-3 1-16,2 3 0 0,2-2 0 16,-3 2 0-16,0-1 0 0,0 0 3 0,1 0 1 15,0 0 2-15,0 2 0 0,-2-3-1 16,2 3 1-16,2-2-4 0,-3 0-1 0,-1 2 0 16,2-2-3-16,0 0 1 0,-2 1 0 15,1 0-1-15,-1 0 0 0,4-1 0 0,-4 1 2 16,1-1-2-16,0 2 1 0,0-1 0 0,1 1 0 15,-3 0 0-15,3-1 0 0,2 0 0 16,-3 2-1-16,-1-2 1 0,2 2-1 0,0 0-1 16,-2-3 1-16,2 2 1 0,-1 0-1 0,0 0 0 15,0 1 0-15,0-3 1 0,0 1-1 16,-1 2 0-16,2 0 0 0,-5 0 0 0,5 0 0 16,-2-2 0-16,0 2 0 0,2 0 0 15,-2 0 0-15,0 0 1 0,1 0-1 0,-1 2 0 16,2-2-1-16,0 0 1 0,0 0 0 0,-1 0 0 15,1 0 0-15,1 0 0 0,-1 0 1 0,-1 0 0 16,2 0-1-16,-1 2 0 0,0-2 1 16,-2 3 0-16,4-3-1 0,-3 0 0 0,1 1 0 15,-2-1 0-15,1 1 0 0,2-1 0 16,-1 1 0-16,-2 2 0 0,2-3 0 0,1 0 1 16,-1 2-1-16,0-2 0 0,0 0 0 15,0 2-1-15,-2-2 1 0,2 0 0 0,0 2 1 16,0-2-1-16,-1 1 0 0,1-1 1 0,-2 0 0 15,2 1 0-15,-3 1-1 0,3-2 0 16,0 0 0-16,-2 1 0 0,2 1 0 0,0-1 1 16,-1-1-1-16,0 2-1 0,0-1 0 0,-2 1 0 15,3 0 0-15,0-2 0 0,0 1 0 0,0 0 1 16,-2 1 0-16,2 1 0 16,-1-3 0-16,-2 3 0 0,3-3 0 0,-2 3 0 0,2-2 0 15,-2-1 0-15,2 1 0 0,0 1 0 16,0-1 0-16,-2-1 0 0,2 2 0 0,2 0 0 15,-3-2 1-15,1 1-1 0,2 1 0 16,-3-2 1-16,1 1-1 0,0 1-1 0,0-1 1 16,-2-1 0-16,2 2 0 0,-2-1 0 0,2 1 0 15,-2-1 0-15,2 1 0 0,0-1 0 16,0 0 0-16,-2 1-1 0,2 0-5 0,2-2 2 16,-3 2 2-16,1 1 0 0,1-2 1 0,2 0 0 15,-3 0 5-15,3 2-2 0,-1-3-6 16,-1 2-4-16,0 0 4 0,2 1-3 15,-1-2-3-15,-1 1 0 0,2-1 5 0,-1 2 2 16,-1-1-4-16,-1 1 4 0,3 0 1 0,-3 0 1 16,3 0 0-16,-2 0 1 0,2 0 0 15,-3-1 0-15,3 1 0 0,-1 1 0 0,-1-1 0 0,0 0 0 16,2 0 0-16,-1-2 0 0,-1 2 0 16,2 0 0-16,-1 0 0 0,-1-1 0 0,2 0 0 15,-2 2 0-15,1-2 0 0,-1 1 0 16,2 1-1-16,-1 0 6 0,-1-1-3 0,-1 2-1 15,3 0 4-15,0 1-3 0,-1-1-2 16,1 1-5-16,1 2 1 0,-1-1 1 0,0 0-3 16,5 2 3-16,-4-3 0 0,2 2 2 0,-1 1 1 15,1-1-1-15,0-2 1 0,-1 1 0 16,1 1 0-16,0-2 0 0,-1 0 0 0,1 0 0 16,2 0 0-16,-4-1 0 0,2 2 0 0,-1-3 5 15,0 2 3-15,-1 0 1 0,-1-1 1 0,3 1 0 16,-3-1 1-16,0 2-6 0,0-3-3 15,2 2 0-15,0 2-2 0,-1-2 1 0,-1-1-1 16,4 2 0-16,-4 1-1 0,1-1 1 16,1 0-1-16,-1-1 0 0,4 2-1 0,-4-1 1 15,1 1 0-15,-1-2 0 0,1 1 0 0,1-1 0 16,0 0 0-16,-1 1 0 0,0-1 0 16,-1-2 1-16,3 3 0 0,-3-1 0 0,2-1 0 15,-1 1 0-15,2-2-1 0,-1 2 1 16,-1-1-2-16,1 1 2 0,2-1-1 0,-2-1 1 15,2 3-1-15,0-1 1 0,2-1 0 0,-2 1-1 16,2 1 1-16,-1-1 0 0,3 2 0 16,-1-1 0-16,2-1-1 0,-2 1 1 0,3 1 0 15,-2-3 0-15,-1 1 0 0,3-2 0 0,-3 1 0 16,0 0 0-16,3-1 0 0,-3-1 0 0,0-1 0 16,2 2 0-16,-1-3-2 0,-1 1 1 15,2-2 0-15,-1 0 1 0,0-2 0 0,-1-1 0 0,0 0 1 16,3 0-1-16,-3-1 0 0,2-2 0 15,1 0-1-15,-3-2-1 0,1 0 0 0,2-1 1 16,-3 1 0-16,3-1 1 0,-3-2 0 0,3 1 0 16,-3-1 1-16,0 1 0 0,1-1 0 15,-1 0 0-15,0 1-1 0,0-2 1 0,0 2 0 16,-2-2 1-16,-1 0-2 0,2 2 1 16,-1-3 0-16,1 1 0 0,-2 2 0 0,0-2-2 15,-2 1 2-15,2 0-1 0,0 0 0 0,-1-1-1 16,1 1 2-16,0-1-1 0,0-1 1 0,-2-1-1 15,3 1 1-15,-2-2 1 0,2 0-1 16,-2 0 0-16,0-2 1 16,0 0-1-16,-2 3 1 0,0-1 0 0,-1 0 0 0,-1-1-1 15,-3 3 0-15,1 1 1 0,2 0 0 0,-3 3-1 16,0 1 0-16,1 0 0 0,-1 2 6 0,3 1 2 16,-1 3 2-16,1-2 0 0,-2 2 1 15,2-1-1-15,-3 3-4 0,3-2-5 0,0 2-1 16,0 0-1-16,0 0-2 0,-1 2 1 0,-1 1-1 15,2-1 1-15,0 2-1 0,0-2 1 16,-2 2 0-16,2-2 0 0,0 0 0 0,0-1 1 16,0 1-1-16,0-1 0 0,0-1 1 0,0 2 0 15,0-2 0-15,0 0 0 0,0 0 0 16,0 0 0-16,0 0-2 0,-1 0 1 0,1 0 0 16,0 0-2-16,-2 0 0 0,2 0-1 0,0 0 0 15,2 0-5-15,-1 0-12 0,1 0-29 16,-2-2-63-16,0 1-79 0,0-1-151 0,0-2-282 15,3 1-327-15,0-4-367 0,-1 1-267 0,1-1 15 16,0 1 668-16</inkml:trace>
  <inkml:trace contextRef="#ctx0" brushRef="#br4" timeOffset="209354.05">16588 15364 54 0,'-7'7'424'0,"0"-1"324"0,-1 1 258 16,3-3 31-16,-1 2-279 0,-1-1-213 0,0 0-121 16,2-3-49-16,2 1-27 0,0 0-28 0,1 0-33 15,1-2-30-15,-1 1-35 0,-1 0-52 16,3-2-52-16,0 1-45 0,0-1-33 0,0-1-16 16,5-1 3-16,-4-1 3 0,6-1 2 0,-1-5 2 15,2-2 10-15,4-3 3 0,3-3-12 0,2-6-5 16,2-4 5-16,7-6 3 0,0-3-6 15,6-4-8-15,1-7-5 0,5-2 8 16,1-5-3-16,1-4-3 0,0 0-3 0,1-3 1 16,-3-1 2-16,1 2-4 0,-4 1-2 0,0 5 1 15,-2-1 1-15,0 4 0 0,-6 5 1 0,-3 0-6 16,-4 7-4-16,-2 7-2 0,-2 2 5 16,-7 6 7-16,2 5 5 0,-5 3 5 15,-1 4 4-15,0 3 0 0,-3 1-7 0,-1 4-6 0,-1 0-6 16,0 1-6-16,-1 3-4 0,-1 3-2 15,0-1-2-15,1 0-1 0,-1 2 0 0,1-2 0 16,-3 3 0-16,4-2 2 0,-1 0-1 16,-1-2-1-16,1 2 1 0,1 0 1 0,-4-1-1 15,4-2 0-15,0 1 0 0,-4 1-1 0,4-1-1 16,-2-1-6-16,2 2-8 0,-1-2-9 16,-1 1-15-16,1-1-24 0,-3 0-53 0,1 0-71 15,-2 0-95-15,0-1-157 0,1 1-275 16,-2-3-327-16,1 0-288 0,0 1-181 0,2-2 146 15,0 0 611-15</inkml:trace>
  <inkml:trace contextRef="#ctx0" brushRef="#br4" timeOffset="209683.79">17113 14230 4 0,'0'2'401'16,"2"-1"365"-16,-1 0 271 0,-1-1 54 15,0 0-308-15,2 0-231 0,0 0-150 0,1 0-28 16,2-1 3-16,0-2-3 0,4-1-36 0,0-2-38 16,1-2-47-16,2-2-64 0,1-2-60 15,4-1-47-15,-1-5-22 0,1 0-15 0,0-1-8 16,1-1-4-16,0 0-1 0,1 2 0 0,-2 0-2 16,-3 1 0-16,-1 4-2 0,1 2-3 15,-6 2-3-15,0 3 2 0,1 2-2 16,-2 2 0-16,-2 5 0 0,0 3-2 0,-4 3-2 15,-1 5-4-15,0 5-5 0,-1 2-4 0,-3 3-3 16,0 2-3-16,-1 1-1 0,-2 4-3 0,1-2-1 16,2 0-10-16,-1 1-22 0,0 2-73 15,0-2-95-15,2-4-202 0,0 0-289 0,3 4-362 16,1-5-442-16,2 0-227 0,5 1 252 16,2-4 849-16</inkml:trace>
  <inkml:trace contextRef="#ctx0" brushRef="#br4" timeOffset="212240.47">22341 16504 166 0,'1'2'498'0,"-1"-2"286"16,0 0 188-16,0 0-125 0,0 0-210 15,-1 0-148-15,-1 0-103 0,2 0-75 0,0 0-62 16,-2-2-60-16,2 2-50 0,0 0-37 0,0-3-22 15,-1 1-8-15,-1 1 13 0,2-1 22 0,0-1 25 16,-1-1 25-16,1 1 22 0,-2-2 8 16,0 1-15-16,1 1-25 0,-1 0-25 0,1 0-26 15,-1 0-25-15,0 0-20 0,-1 0-13 0,2 2-5 16,-4-1-8-16,4 1-3 0,-3 0-1 16,1-1-4-16,2 0-2 0,-3 1 0 0,1 0-3 15,0 1 0-15,-2-2-4 0,4 0-1 0,-5 1 2 16,1 1 1-16,2-1 2 0,-4-1-1 0,4 2 0 15,0-2-5-15,-4 2-6 0,1-1-4 0,3 1-2 16,-3-2-1-16,1 1-2 0,0 1 6 16,0-3 2-16,-1 3 5 0,2 0 2 0,-3 0 2 15,2 0 1-15,0-2 0 0,1 2 1 0,-2 0-4 16,1 0-2-16,0 0-1 0,0 0-1 0,0 0 0 16,2 0 0-16,-3 0-1 0,3 0 0 0,0 0 0 15,0 0 0-15,-2 0 1 0,0 0-1 16,0 0 0-16,2 0-1 0,-3 2 0 0,1-2 1 15,0 0 0-15,1 0-1 0,-1 0 0 0,0 3 0 16,1-3 0-16,-3 1 0 0,4-1 0 0,-2 2 0 16,0-1 0-16,0-1 0 0,2 2 0 0,-3 0-1 15,2-1 1-15,0 0 0 0,0-1-1 16,-1 4 1-16,0-3 0 0,2 0 0 0,-5 1 1 16,3 0-1-16,2-1 0 0,-2 2 0 0,0-2 1 15,2 1-1-15,-1-1 0 0,1 2 0 16,0-1-1-16,3-2 0 0,-4 1 1 0,3 1-2 15,-1-2 0-15,0 1 1 0,2-1 0 0,-1 2 0 16,1-1 0-16,-2 1 1 0,2-1 0 0,0 1 0 16,-1-1 0-16,1 2 0 0,0-1 0 0,-2-1 0 15,2 2 0-15,-2 0-1 0,2 1 0 0,-3-2 0 16,3 4 1-16,-1-1 0 0,1-1-1 0,0 1 1 16,-2 1 0-16,-1 0 0 0,3-2 0 15,0 2-1-15,-1 2 1 0,1-4 0 0,0 2 0 16,0 0-1-16,-2-2 0 0,2 2 1 0,0-1 0 15,0 0 0-15,-1 1 0 0,1-2 0 16,0 1 6-16,0 0 1 0,1-1 1 0,-1 0 2 16,0 1-1-16,2 1 0 0,-1-2-4 0,2 0-3 15,-1 1-2-15,-1 0 0 0,2 0 0 16,-1 0-2-16,1 0 2 0,-1-1-1 0,1 1 0 16,-1-1 0-16,1 2 1 0,-1-1 0 0,-1 1 0 15,2-2 0-15,-1 2 0 0,1-1 1 0,-2 0-1 16,-1 1-1-16,2 0 1 0,-1 0-2 0,1-1 2 15,0 1-1-15,-1-1-1 0,1-1 1 16,0 1 0-16,-1 1 0 0,2-2-1 0,1 0 1 0,-3 1 1 16,2 1 1-16,2 0 1 0,-2 0 0 15,-2 0 0-15,3 0 0 0,-3 0 0 0,3-1-2 16,-3 1 0-16,2-2 0 0,1 1 0 0,-3 1 0 16,2-2 0-16,-1 0 0 0,1 0 1 15,-2 2-1-15,2-2 1 0,-3 0 0 0,2 1-1 16,1 0 1-16,1-1-1 0,-3 2-1 0,2-3-3 15,-1 2 0-15,1-1-2 0,0 0-3 16,1 0-1-16,-2-1 0 0,3 0 4 0,-2 0 3 0,2 0 6 16,0-2 3-16,-2 2 3 0,4-3 0 0,-1 1 2 15,-2-1-6-15,4 0-2 0,-3-1-2 16,2 1 0-16,0-1-1 0,1-1-1 0,0 1 1 16,-1-2 0-16,2 2-2 0,-1-1 2 0,-2-1-1 15,2 2 0-15,0-3-1 0,-2 3 1 16,-1 0 0-16,2-3 0 0,-3 3 1 0,1-2 0 15,-1 0 0-15,1 1 0 0,-1-1 0 0,0 0 0 16,1 0 0-16,-2 0 0 0,3 0 0 0,-2 0 0 16,0-2 0-16,1 1 0 0,0 1 0 0,-2-1 0 15,4-1-2-15,-3 1 2 0,-1-1-1 16,4 1 0-16,-4-2 0 0,2 0 1 0,-1 0 0 16,1 1 0-16,0-3-1 0,-1-1 1 0,1 3 0 15,-2-1 0-15,2 0 0 0,0-1 0 0,1 1 1 16,-3-1-1-16,2 1 1 0,-2-1-1 0,2 2 0 15,-2-1 0-15,1 1 0 0,-3-2 1 0,2 4 0 16,2-2 0-16,-4 0 0 16,2 0 1-16,1 0-1 0,-3-1-1 0,1-1 0 0,0 0 1 15,-1 0 0-15,1 1 0 0,-1-2-1 0,3-1 1 16,-3 1-1-16,1-1 1 0,-1 0-1 16,-1 1 1-16,5-2 1 0,-5 3-1 0,0 0 2 15,0-1-1-15,-5 2 1 0,5 1-1 0,-3-1 0 16,2-1 0-16,-1 2-1 0,-1-2 1 0,0 3-1 15,-1-4-1-15,3 2 1 0,-3 1-1 16,0-1 0-16,-1-2 0 0,2 1 0 0,2 0 0 0,-3 0 0 16,3 0 0-16,-3-1 0 0,3 2 0 15,-1-1-1-15,1 2 1 0,-1 0 0 0,0-1 0 16,1 1 0-16,-1 0 2 0,2 2 6 0,-1-1 4 16,-1 2 7-16,2 0 3 0,-3 1 1 0,2 2 0 15,-1-3-6-15,2 3-5 0,-1 0-4 0,-3 0-4 16,4 0-2-16,-1 3-2 0,-1-3 0 15,0 2 0-15,2-2-1 0,-1 3 1 16,-1-3-1-16,2 1 1 0,0 1-1 0,-1-1 1 0,1-1-1 16,0 2 0-16,0-2 1 0,-2 2 0 15,2-2 0-15,0 0-1 0,0 0 0 0,0 0 0 16,0 0 0-16,0 0-1 0,0 0 0 0,-2 0 1 16,2 0-2-16,0-2 1 0,-1 2-3 0,1-2-9 15,-2 2-17-15,2 0-42 0,-1 0-75 16,-1-1-114-16,-1-2-216 0,0 0-298 0,1 1-363 15,-1-1-364-15,2-2-155 0,-3 0 381 0,1 0 758 16</inkml:trace>
  <inkml:trace contextRef="#ctx0" brushRef="#br4" timeOffset="212969.29">22320 16392 196 0,'-2'4'574'15,"1"-1"319"-15,-1-1 168 0,-1-1-151 0,2 1-266 16,-1-1-184-16,0-1-118 0,2 1-82 16,-1-1-62-16,1 2-55 0,0-2-44 0,0-2-22 15,1 1-3-15,-1-2 14 0,4 0 10 0,-3-1 23 16,4-4 27-16,-1 1 16 0,0-2-7 0,0-2-15 15,4-1-9-15,0-1-14 0,0-4-25 16,2-2-23-16,-1-1-10 0,5-7-9 0,1-1-11 16,0-5-11-16,1-2-1 0,3-3 3 15,0-1-4-15,-1-5-2 0,0-3-2 0,2-4-3 16,-2-3-5-16,1-6-5 0,-3-3-5 0,1-3 4 16,-2-3 1-16,-3-1 3 0,-2-2 1 15,-4 1 0-15,-2 0 2 0,-6 3-6 0,-1 3 3 16,-2 3 0-16,-5 3 1 0,1 2-1 0,-4 6-2 15,1 3 0-15,-3 3-7 0,3 2-2 16,-2 5-3-16,2 1-1 0,0 5-2 0,2 0 1 16,1 4 0-16,0 1-1 0,2 2 1 0,2 2 0 15,1 1 1-15,0 1 0 0,3-1 1 0,1 2 0 16,0 1 0-16,0-1 1 0,1 2-1 16,-1 4 0-16,4-1 1 0,-4 1 1 0,1 4-2 15,-1 1 1-15,0 1-1 0,2 2 0 16,-2 1-1-16,0 3 1 0,0-2-1 0,0 3 0 15,-2 1 1-15,2 1-1 0,-1 3 0 0,1-2-1 16,-2 3 0-16,0 1 1 0,-1-2-1 16,3 1 0-16,-1 1 0 0,-1 0 1 0,0 0-1 15,0 0 0-15,2-1 0 0,-2-1 1 16,0 1-2-16,-1-1-2 0,2-1-11 0,-1 0-24 0,-1 0-60 16,0 0-75-16,-2-2-121 0,0 1-190 15,-3-2-306-15,2 2-341 0,0-2-274 0,-1 0-129 16,-2-2 360-16,1 2 624 0</inkml:trace>
  <inkml:trace contextRef="#ctx0" brushRef="#br4" timeOffset="213240.42">22318 14466 57 0,'2'0'549'0,"-1"-2"440"16,1-4 214-16,0-3-49 0,1-1-337 15,2-5-228-15,-1-1-114 0,6-3-70 0,-2-6-65 0,1 0-55 16,-1-5-53-16,5 1-69 0,-4-3-53 15,4 0-38-15,-4 1-20 0,-1 1-5 0,0 0-8 16,1 7 2-16,-4-1 0 0,0 8-1 16,-2 1 0-16,1 5-6 0,-3 2-6 0,-1 3-8 15,0 8-8-15,-1 4-6 0,-3 6-4 0,1 6-2 16,-2 6-1-16,2 6-1 0,0 2-1 16,1 3 0-16,2 3-2 0,0 2-7 0,5 2-22 15,0-2-75-15,1 0-87 0,2-3-177 16,5 1-285-16,0-3-346 0,2 1-411 0,1-3-228 15,5-3 142-15,-4-1 767 0</inkml:trace>
  <inkml:trace contextRef="#ctx0" brushRef="#br4" timeOffset="-214258.75">27563 16401 133 0,'1'-3'462'16,"-1"-3"264"-16,2 1 167 0,-2 1-82 0,2 0-213 15,-2-1-142-15,0 0-78 0,0 1-46 0,0 1-35 16,0-3-12-16,-2 4-3 0,0 2 9 0,2-3 6 15,-3 1-7-15,2 1-24 0,-4 1-43 16,-3-1-45-16,2 0-50 0,-1-2-37 0,-1 3-24 16,0-1-15-16,-2 0-6 0,0-1-7 0,0 0-3 15,-2 0-4-15,1 0-3 0,-2-1-3 0,1-1-4 16,-1 1-5-16,-1-3-2 0,-1 1-4 0,0 1-4 16,2-2-2-16,-4-2-1 0,1 2 0 15,-2-1-1-15,2 0 1 0,-1 0 0 0,-2 1-1 16,3-3 0-16,-1 3 3 0,1-2 2 0,-3 3 1 15,5-3 0-15,-3 1 1 0,1 1 0 16,-2-2-3-16,4 2-3 0,-2 1-1 0,2-1-1 16,0 2 0-16,1-2-1 0,1 2 0 0,0 1 1 15,1 0-1-15,1-1 1 0,0 2 0 0,0 0 0 16,3 1-1-16,-1 1 1 0,0-2-1 0,0 2 0 16,2 0 0-16,-2 2 0 0,3-2-1 15,0 0 0-15,0 1 0 0,0 1 0 0,-2-1 0 16,2-1 0-16,0 1 0 0,0 1 0 0,-1 0 1 15,-2-2-1-15,4 3 0 0,-3-2 0 0,1 1-1 16,-1-1 0-16,0 1 1 0,0 1 0 0,3-2 0 16,-1 0 0-16,0 1-1 0,-1 0 1 15,3-1-1-15,-2-1 1 0,2 1-1 0,-1 1 1 16,1 0-1-16,0-1 1 0,1 0 0 0,-2 2 0 16,-1-2 1-16,4 0-2 0,-4 0 1 0,2 4 0 15,-2-5 0-15,0 2-1 0,0 1 0 16,-1 0 1-16,1-2 0 0,1 1 0 0,-3 0 0 15,2-1 0-15,1 2 0 0,0-1-1 0,-2-1 1 16,2 2-2-16,0-1 1 0,1 0-1 16,0 1 1-16,0 0 0 0,0 0 0 0,-1 0 0 0,0 2 0 15,1-2 1-15,0 1 0 0,-1-1 0 16,3 3 0-16,-2-2 0 0,1 2 0 0,0-1-1 16,1 1 1-16,1 1-1 0,-4 0 0 0,4 0 1 15,0 0 0-15,0 1 0 0,0 0 0 16,0 0 1-16,0 2-1 0,0-1 0 0,0 0 0 0,0 1 0 15,0 1 0-15,0-1 0 0,0 0 0 16,0 1-1-16,0 1 1 0,0-3 1 0,0 2-1 16,0-2 0-16,0 1 0 0,-1-1-1 0,-1 0 0 15,2 1 0-15,0-2 1 0,-1 1 0 16,1 1 0-16,-3 0 0 0,3-1 1 0,-2 0 0 0,1 1-1 16,1 0-1-16,-2-2 1 0,2 3 0 15,0-2-1-15,0 0-1 0,0 0 1 16,0 1 0-16,2 0 0 0,-1 0-1 0,-1-1 0 0,5 3 1 15,-4-1 0-15,2-2 0 0,1 2 0 16,1 1 0-16,-1-1 0 0,1-2 1 0,2 4 0 16,0-2 2-16,0 1-1 0,1 0 1 0,2 0 1 15,-2 1-1-15,4-2 0 0,-3 1 0 0,4 1 0 16,0-1 0-16,0-2 0 0,0 4 0 16,3-3-1-16,-2 1 1 0,5-2-1 0,-3 2 0 0,5-2 0 15,-3 1-6-15,3-2 4 0,1 0-4 16,0 0-2-16,1-3-1 0,-1 2-1 0,1-4 5 15,-1 1-2-15,1-1 6 0,0 1 5 16,1-4 3-16,0 2-1 0,-3-2 1 0,2 1-1 0,1 0-4 16,-1-1-2-16,-2-1 0 0,3 0-2 15,-2 0 0-15,-1-1 1 0,-1-1-1 0,0-1-1 0,1-1-1 16,0-2 1-16,-3-2 1 0,0 1-1 16,1-4 1-16,-1-2 1 0,-3-2-1 0,4-3 1 15,-3-1-1-15,0-1 1 0,-2-3 0 0,2 0 1 16,-5 2 0-16,0-3 1 0,-2 1 1 15,-1 1 1-15,0 0-2 0,-1 0 1 0,-1 2-1 16,-2-1 1-16,0 1-1 0,-4 3 0 0,0-1-1 16,0 0 0-16,-4 0 0 0,0 1 0 0,-2 2-1 15,-1-1 1-15,-2 1 0 0,-2-2-1 0,0 1 0 16,-2 1 0-16,-3 0-1 0,2 0 1 0,-3 0 1 16,1 3 3-16,-2 0 4 0,0 1 2 15,2 3 1-15,-2-2-1 0,4 3 1 0,-2-1-4 16,4 2-2-16,0 0-2 0,2 1 0 0,-2 1-1 15,6 1 0-15,-2 0 0 0,2 0 1 0,1 2-2 16,2-1-1-16,0 0-1 0,1 1 1 0,0 1-2 16,1-1-1-16,-1 1 0 0,2-2 0 15,-1 2 1-15,1 0-1 0,0 0 0 0,0 0 2 16,0 0-2-16,1 0 0 0,-1-1-3 0,2 1-8 16,-2 0-10-16,-2-2-20 0,1 1-38 15,-4 1-77-15,2-3-88 0,-2 0-161 0,-1 2-287 16,-1-3-336-16,1 0-340 0,-2 1-188 0,0-3 127 15,0 1 675-15</inkml:trace>
  <inkml:trace contextRef="#ctx0" brushRef="#br4" timeOffset="-213653.69">27109 16202 394 0,'0'2'845'0,"-1"-2"301"0,1 0 18 0,-2-2-300 16,2-3-285-16,0 0-120 0,2-1-57 0,-1-1-51 16,2-4-28-16,1-1-38 0,2-2-45 0,-2-6-70 15,3-1-51-15,-1-3-31 0,2-4-29 0,1-1-9 16,1-3-8-16,0-4-10 0,-1-3-11 15,0-3-8-15,0-2-2 0,1-6 2 0,-2-1 1 16,0-2 5-16,-1-2 1 0,-1-4-1 0,-5 2 2 16,2 1-10-16,-4-3-3 0,-2 2-6 15,-3 1 2-15,-1 4 2 0,-2 1 0 0,-1 2-1 16,-2 4-1-16,-1 2 5 0,1 0-2 16,-1 6-4-16,-1-1 5 0,1 2 1 0,2 3 0 15,-2 1 0-15,4 2 0 0,0 3-1 0,2 3-4 16,1 2-2-16,1 1-2 0,0 1-1 15,2 3 0-15,-1 0 1 0,3 1-2 0,-1 2 2 16,2 2-1-16,-1-2-1 0,1 4 2 16,0 1 0-16,0-1-1 0,0-1 1 0,0 4 0 15,0 0 1-15,0 0-1 0,-3 1 2 0,1 0 0 16,2 0-1-16,0 3 1 0,-1-2-1 0,1 2 0 16,0 2 0-16,-2 0 0 0,1-1-1 15,1 0 0-15,0 1 0 0,0 1 0 0,0-1-1 16,0 1 0-16,0-2 0 0,0 2-1 15,0-2 0-15,0 0 1 0,0 2 0 0,1-3 0 16,1 2 0-16,-2 0 1 0,0 0-1 16,0-2 0-16,0 3-2 0,-2 0 1 0,1-2-1 0,1 2-1 15,0 2 1-15,-2 1 0 0,0-2-3 16,1 4-9-16,1-3-20 0,-4 3-42 16,4-2-73-16,-3-1-76 0,2-1-128 0,-1 0-189 15,0-2-308-15,-1 0-294 0,2-1-209 0,-2 0-100 16,0-2 372-16,1 0 571 0</inkml:trace>
  <inkml:trace contextRef="#ctx0" brushRef="#br4" timeOffset="-213339.96">26903 14409 292 0,'-4'-3'570'0,"2"-1"243"15,-1 0 134-15,3-1-233 0,0 1-173 0,0-3-98 16,2-1-67-16,-1 0-51 0,4 1-38 0,-1-2-7 15,3-1-4-15,1-1-10 0,2-2-19 16,0 2-14-16,2-4-26 0,0 2-47 0,-1-2-35 16,2-1-34-16,1 0-18 0,-1 1-23 15,-1 0-12-15,1 0-9 0,-2 1-11 0,2 1-7 16,-4 2-3-16,-1 3-3 0,0 0 0 16,-3 2-1-16,0 3 6 0,-1 2 4 0,1 1 2 15,0 3 0-15,-1 4 1 0,0 2 1 0,-1 3-8 16,-3 2-4-16,0 4-2 0,0 0-2 0,0 2-1 15,-3 2-4-15,3 0 6 0,-2 2 1 16,0 2-25-16,2-1-78 0,-2 2-102 0,0-2-198 16,0 1-291-16,-1-2-357 0,2-1-404 15,-3 0-187-15,3-4 291 0,1-3 771 0</inkml:trace>
  <inkml:trace contextRef="#ctx0" brushRef="#br4" timeOffset="-211429.6">30128 12291 167 0,'3'-4'531'0,"-2"0"319"0,-1 2 174 0,0-1-119 15,0 2-295-15,2 2-161 0,-4 2-105 0,2 0-75 16,-1 4-47-16,-2 4-21 0,-1 5 5 16,3 3 16-16,1 8 15 0,-2 3-9 0,0 7-17 15,2 4-12-15,0 7-37 0,2 6-40 0,0 6-42 16,-2 4-17-16,1 7-13 0,3 3-20 16,-3 4-12-16,1 6-4 0,-2 1-3 0,0 5-6 15,0 2-3-15,-3 1-1 0,1 1 2 16,0 0 0-16,-1-2 0 0,1 0 2 0,-1-5 2 0,3-3-3 15,-1-6-4-15,2-5-3 0,2-7 0 16,1-4 0-16,1-8-3 0,-1-4 1 0,4-4 0 16,-3-7 2-16,1-3-3 0,-1-7-13 0,0-2-36 15,-2-5-58-15,1-4-61 0,-2-5-77 0,-1-4-151 16,-1-3-212-16,-3-3-277 0,2-8-230 0,-4-2-194 16,1-6 13-16,-3-7 472 0</inkml:trace>
  <inkml:trace contextRef="#ctx0" brushRef="#br4" timeOffset="-211000.27">29893 12516 127 0,'-3'3'422'0,"-1"-2"247"16,4 2 188-16,-3-1-75 0,3 0-158 0,-2-2-109 16,0 0-77-16,2-4-59 0,-1 1-57 0,-1-3-52 15,0-1-44-15,2-3-15 0,0 0 6 16,0-4-8-16,4-1-18 0,-1-4-25 0,3-6-8 15,3-2-27-15,3-2-35 0,2-2-21 16,-2-5 2-16,6 1 2 0,-2-1-22 0,-1 2-10 16,1 0-3-16,-2-2-2 0,1 9-12 15,-2 0-10-15,-3 6-4 0,-2 5-2 0,-1 5-5 0,-2 6 1 16,1 6 1-16,-5 8 0 0,-1 6 0 16,-1 7 0-16,-4 5-5 0,1 4-1 0,-1 3-2 15,0 4-1-15,0 3-1 0,2 2 1 0,0 2 0 16,1 4-8-16,2-4-43 0,2 5-76 15,1-3-113-15,0-1-192 0,2-1-298 0,1-2-361 16,1-2-348-16,2-2-160 0,-3-3 342 0,2-1 692 16</inkml:trace>
  <inkml:trace contextRef="#ctx0" brushRef="#br4" timeOffset="-209969.81">29896 14374 159 0,'-6'-9'378'15,"-1"-1"179"-15,0 1 149 0,1 0-163 0,-2 1-131 16,0 2-62-16,3-1-17 0,0 5 28 15,1-3 0-15,-1 4-17 0,2 0-31 0,1-1-46 16,0 2-52-16,2 0-70 0,0 0-42 0,4 3-27 16,0 3-7-16,4-2 11 15,4 5 30-15,5 3 55 0,5-1 9 0,0 4-6 0,7 0 19 16,2 1-5-16,5 0-26 16,6 0-26-16,1 1-12 0,7-3-9 0,4 4-38 0,1-4-13 15,10 1-6-15,-1-1-12 0,8-2-8 0,1-3-7 16,2-2 6-16,5-3 1 0,2-2 3 15,5-4-12-15,-1-2-4 0,5-3 9 0,-1-1 1 16,-3-1-5-16,-2 0-5 0,-3 0 8 0,-5 2 5 16,-5-1-6-16,-7 4-3 0,-5 1-2 0,-6 0-2 15,-4 5-6-15,-2 0-4 0,-7 3-8 0,-5 2-5 16,1 1-1-16,-6 2-1 0,-1 2-1 0,-3 0-1 16,-2 1 6-16,1 0 1 0,-3-1 1 0,-2 1 1 15,0-2-1-15,-1-1 0 0,-2 1 1 16,0-2 0-16,0-1-1 0,-1-3 0 0,-1 1 0 15,1-1 0-15,1-4 1 0,-4 2-1 16,2-3 1-16,-3 0-1 0,-1-1 1 0,1-1 0 0,-4 1-1 16,1 0 1-16,-1-1-1 0,-2 0 0 15,-1 1 0-15,-1-1 0 0,0 2 0 0,-1-1 0 0,1-1 0 16,-4 2 0-16,3 0 0 0,-1-1 0 16,0 1 0-16,0-2 0 0,1 2-1 0,-1 0 0 15,-2 0 0-15,4 0-1 0,-2 0 0 0,-3 0 0 16,1 0-3-16,-1 0-7 0,-1 0-13 0,-2 2-20 15,-2-1-42-15,1-1-69 0,-5 2-83 16,1-4-142-16,-1 2-225 0,0-1-314 0,-3-2-310 16,3 0-226-16,0 0-6 0,-1-4 520 15</inkml:trace>
  <inkml:trace contextRef="#ctx0" brushRef="#br4" timeOffset="-209677.97">32241 14333 154 0,'2'-6'715'0,"-2"3"404"0,0 2 77 0,1 0-121 0,3 1-419 16,2 1-254-16,3 3-92 0,1 0-22 0,1 0-3 15,3 2-14-15,1 0-22 0,2 2-38 0,-1-1-47 16,1 2-45-16,1 2-28 0,0 0-20 0,0 2-16 16,-2 0-9-16,1 1-7 0,-3-1-5 15,0 0-9-15,-2 2-4 0,-1 0-2 0,-1-1-1 16,-1 1-2-16,-1 0 0 0,-5 1 0 0,-2 1-2 0,-1 1 0 15,-1 0-6-15,-6 2-2 0,-1 1-2 16,-4 0-1-16,-1 1-1 0,-1 1-1 16,-3 2-1-16,-1 0 0 0,1 0-1 0,-4 0-2 15,2 0-2-15,-1 1-9 0,-2-2-23 0,0-1-49 16,1-3-69-16,-4 0-103 0,-1-2-172 0,3-3-296 16,-1 1-323-16,2-4-301 0,0-2-184 15,0-1 229-15,2-3 643 0</inkml:trace>
  <inkml:trace contextRef="#ctx0" brushRef="#br4" timeOffset="-198783.85">30558 13756 155 0,'-8'6'581'0,"-5"0"293"16,-1 2 127-16,2-1-50 0,2 1-477 15,3 3-212-15,1-3-79 0,1 3-29 0,3-1-12 16,1-1-4-16,-1 2-6 0,2-3-15 16,2 2-29-16,-1-2-25 0,1-2-27 0,1 0-16 15,0-2-9-15,2-1-4 0,2-2 14 0,-1-1 11 0,2-4 26 16,-2 0 15-16,2-4 6 16,1-1 4-16,-1-4-3 0,0 0 0 0,0-2-14 0,0 0-6 15,-2 1 33-15,1-2 29 0,-6 2 14 16,3 1 5-16,-3 1-3 0,-1 0-6 0,0 1-34 15,-1 3-29-15,-3 0-4 0,3 2-12 0,1 1-6 0,-3 3-7 16,-1-2-5-16,3 3-3 0,-3 1-16 16,3 1-10-16,-1 3-6 0,1 0-1 0,1 0 0 15,-3 1 1-15,1 1-4 0,2 0-1 16,0 1 1-16,2 0-3 0,1-1-5 0,-2 0-40 0,-1 0-55 16,3-2-51-16,-1 2-75 0,0-3-135 15,-1 0-190-15,1-1-269 0,1 0-225 16,0 0-212-16,1-2-13 0,-1-2 391 0,2 0 474 0</inkml:trace>
  <inkml:trace contextRef="#ctx0" brushRef="#br4" timeOffset="-198324.55">31049 13453 8 0,'2'2'383'16,"-2"-1"290"-16,-2 2 200 0,-1 2 92 0,0 2-261 16,0 2-234-16,1 2-102 0,-1 4-47 0,1-2-28 15,1 2-58-15,1 0-50 0,0 0-59 16,0-2-46-16,3-1-33 0,0-4-19 0,3 0-13 15,-1-4-1-15,3 1 5 0,1-5 10 0,1-2 4 16,0-2 26-16,0-2 18 0,0-3 6 0,0-1 26 16,-1-1 26-16,-3-2 27 0,1 3-4 15,-6 0-4-15,1-1-10 0,-4 2-29 16,1 0-27-16,-2 1-23 0,-1 1-21 0,-1 1-11 16,1 0-9-16,-2 1-3 0,-1 3-8 0,3 0-7 15,0 2-2-15,-1 2-3 0,4 0-1 0,-2 3-3 16,-2 3 1-16,5-2-1 0,-1 1 0 0,1 3-2 15,1-2 1-15,4 1-1 0,-2-1 1 0,0-1-20 16,2-1-56-16,0 0-59 0,1 0-77 0,2-4-132 16,-2-2-211-16,1 3-303 0,1-6-248 0,1 3-212 15,-1-2-13-15,1-5 412 0,3-1 519 16</inkml:trace>
  <inkml:trace contextRef="#ctx0" brushRef="#br4" timeOffset="-197873.04">31633 13129 68 0,'-8'6'460'0,"0"2"299"16,-2-3 197-16,2 5 38 0,2-2-373 0,1 0-212 16,-1 1-122-16,5-1-64 0,-3 1-55 0,4-3-47 15,0 0-46-15,4-2-32 0,0-1 10 0,1-3 7 16,3 0 2-16,-2-3 0 0,2 1 2 16,5-6 9-16,-4 0-18 0,4-1 13 0,-4-3 17 15,3 1 34-15,-3 1 43 0,-1 1 23 0,-2 2 30 16,-1 0-2-16,-2-1-20 0,-1 2-32 15,-2 1-38-15,-2-1-30 0,-3 5-34 0,1-1-26 16,-3 4-14-16,1 0-7 0,-3 3-4 0,0 3-2 16,0 1-2-16,0 3 0 0,-1 1-1 0,2 2-1 15,2 0 0-15,-2 2-2 0,3-1 0 0,4-1-2 16,-3-2 1-16,4 1-2 0,2-2-2 16,1 0-2-16,0-3-30 0,1-1-65 0,2-1-66 15,-2-2-97-15,3-4-167 0,-1-1-297 0,1-1-298 16,2-4-229-16,-1-2-145 0,-2-2 212 0,4-3 561 15</inkml:trace>
  <inkml:trace contextRef="#ctx0" brushRef="#br4" timeOffset="-197594.35">32136 12739 178 0,'-4'-5'725'0,"1"3"404"0,-2 1 85 16,-1 1-127-16,1 0-462 0,0 1-229 0,-1 1-94 16,2 3-37-16,0 1-28 0,3 1-23 0,-2 0-28 15,-1 2-34-15,4 0-54 0,0-2-43 16,0 2-24-16,2 0-17 0,1-2-4 0,0 0-6 16,4-1-1-16,-1-1-3 0,0-4 1 15,2 0 0-15,0-2 1 0,1 0 0 0,-1-3 2 16,0 0 0-16,-1-1 0 0,-2-2 0 0,-1 2-1 15,-2-1-23-15,-2 1-58 0,-5 1-57 0,-1 1-115 16,-2 2-178-16,-5-1-310 0,-3 4-294 0,2 2-234 16,-3 0-121-16,1 4 328 0,-2 0 555 0</inkml:trace>
  <inkml:trace contextRef="#ctx0" brushRef="#br4" timeOffset="-195670.21">30003 14169 77 0,'-2'3'253'0,"0"-2"118"0,1 0 39 15,-1 2-54-15,1-3-78 0,-3 2-58 16,3 0-22-16,-1 0 1 0,0-2-6 0,1 1-3 15,-1-1-9-15,1 0-8 0,1 1-6 16,-3-1-12-16,1 0-14 0,2 0-11 0,0 0-12 16,0 0-20-16,0 0-24 0,0 0-22 15,0 0-15-15,2 0-17 0,-2 0-9 16,3-1-5-16,-3 1 44 0,1 0 37 0,2-1 20 0,1-3 8 16,-1 2 19-16,2 2 49 0,0-4-20 15,-1 0-23-15,4 1-13 0,-2-4-10 0,2 3-4 16,2-2-33-16,1-2-16 0,0 0-7 0,0-1-5 15,2 0-4-15,0 0-11 0,-1-2-15 0,1 0-8 16,1 1-4-16,-3 0-5 0,2-2 1 16,1 1-2-16,-5 3-1 0,3-3 3 15,-2 3-19-15,2-4 19 0,-2 3 18 0,2 0 8 0,-3 0 8 16,2 0 1-16,-1 2 14 0,-2 0-19 0,1 0-17 16,0 3-9-16,-1-3-4 0,1 3-4 15,0 0 1-15,-3-1 1 0,1 2-1 0,1 0-1 16,-2-1-1-16,3 1-1 0,-2 0 0 0,1 0-1 15,1 0-10-15,0 1-7 0,-1-2 10 0,2 1 6 16,2-2 4-16,-2 1 1 0,1 0 12 16,2-1 6-16,0-1-13 0,-1-1-2 0,1 0-4 15,-4 0-6-15,4 1 4 0,-2-2-1 0,1 1 4 16,-2-1-2-16,0 1-4 0,0 0 4 0,0 0-1 16,0 1-1-16,-2 0 0 0,-1 0-1 15,1 1 2-15,0-1-1 0,-1 2-2 0,2-2-3 16,-4 2 5-16,1-1-4 0,1 1 5 0,-3 0 0 15,4-1 1-15,-2-2 4 0,-1 3-1 0,2 0 1 16,0-1-3-16,-1-2 0 0,1 1 2 16,-1 0-3-16,2-2-2 0,1 2 1 0,0 2-3 15,0-2 3-15,0 0-1 0,1 0-3 0,0-1 4 16,2 3 0-16,-1-3 0 0,0 5-6 16,2-5 3-16,-2 2 5 0,0-1-1 0,3 0-4 0,-1 0 0 15,1 0 3-15,-3 0 0 0,3 0-1 0,-2-1 1 16,0 0 6-16,1-1 5 0,0-2-4 15,-1 3 0-15,-1-2 2 0,0 0 58 0,2-2 30 16,-2 3 14-16,0-1 7 0,2 0 0 16,-4 1-6-16,4-1-51 0,-4 1-25 0,1 1-17 15,1-2-8-15,0 1-6 0,2 0 2 0,-1 1-2 16,-1-3-1-16,5 1 0 0,-2-2-1 0,4 3 1 16,-4-1-4-16,3 0-2 0,-1-2-2 15,3 3 0-15,-1-2 1 0,-1 3-1 0,2-2 4 0,-3-1 3 16,2 0-1-16,2 1 0 0,-1-1 2 15,-2 0 2-15,4-3-1 0,-1 2-2 0,-1 1 24 16,2-2 24-16,-3 2 9 0,2-2 2 0,-1 0 1 16,-1 0 1-16,-2 1-21 0,5-1-20 0,-4-1-11 15,4 1-7-15,1-2-2 0,-3 1-3 16,3-1 0-16,0 2-1 0,-1-1 2 16,1 0 1-16,2 1-1 0,-2-1 2 0,2-2 0 0,-1 0 2 15,1 0 0-15,3-1 1 0,-2-3 0 0,1 0-2 16,0-2-1-16,3 0-1 0,-1-3-1 15,-1 2 0-15,0-2 0 0,-2-1 2 0,0 2 0 16,-2 2 0-16,-1-2 1 0,0 3 8 0,-4 2 5 16,2 4 2-16,-4-1 1 0,0 2 0 0,-2 2 0 15,2 0-6-15,-4 2-7 0,4 2-3 0,-2-2-1 16,4 2-1-16,-1-4 0 0,2 4 0 0,1-3 1 16,1 1 6-16,1-1 5 0,0-1 2 15,2 1 1-15,-3-2-1 0,1-1 0 0,0 1-6 16,-4 1-2-16,0-2-3 0,-3 4 0 0,0-1-2 15,-3 1 0-15,-3 3 4 0,-1 0 6 0,-3 1 3 16,-2 1 1-16,-2 1 1 0,-1 0-1 0,-1 0-2 0,-2 0-8 16,-2 2-5-16,-2-1-2 0,0 1-1 15,-3 1-2-15,0-2 0 0,0 2-1 0,-2 2-5 16,3-2-13-16,-3 1-29 0,0-1-63 16,-2 2-81-16,1-4-147 0,1 2-258 0,-2 2-318 15,2-2-348-15,-2 0-265 0,2-2 2 0,-4 1 605 16</inkml:trace>
  <inkml:trace contextRef="#ctx0" brushRef="#br4" timeOffset="-194144.71">31176 12481 200 0,'-2'0'429'0,"-1"-1"185"0,0 1 137 0,1-2-180 16,1 1-135-16,1 1-49 0,0-2-15 16,0 2-18-16,0 0-39 0,0 0-57 0,0 0-61 15,1 0-59-15,1 0-54 0,-2 2-42 0,1-2-19 16,1 3-14-16,1-2 36 0,2 4 14 0,1 0 8 16,0 1 7-16,2 3 35 0,4-1 16 15,0 1-28-15,3 2-11 0,2 1-7 0,0 1 60 16,4 0-2-16,1 1-3 0,0 2-8 0,-1-2-8 15,1 1-5-15,3 1-54 0,0 1-27 0,-1-3-15 16,1-1-5-16,1 1-5 0,-1-3-1 16,-2 0 0-16,1 1-5 0,-2-4 1 0,-1 1 0 15,0-3 0-15,-4-2 0 0,-1 1 1 0,0-3 1 16,-4 0-1-16,1-2 1 0,-4-2 2 0,-2 1 8 16,0-2-4-16,-4 0-17 0,-3-1-56 15,0 0-63-15,-5-2-123 0,0-1-188 0,-3 1-304 16,-4-2-307-16,-1-1-241 0,0 2-92 0,-4-3 360 0,0 1 545 15</inkml:trace>
  <inkml:trace contextRef="#ctx0" brushRef="#br4" timeOffset="-193855.46">31538 12364 416 0,'5'-5'808'0,"-1"-1"248"15,0 2 0-15,0 0-294 0,-1 0-285 0,-1 2-160 16,-1-1-85-16,1 1-21 0,0 1-1 0,-2 1 30 16,1 1-5-16,1 2 15 0,-2 3-7 0,0 3-31 15,0 3-27-15,-3 1-50 0,1 4-22 16,-1 4-38-16,-4 3-23 0,0 2-13 0,0 2-7 16,-1 2-6-16,2 3-11 0,-3 2-8 0,1-1-2 15,1 0-3-15,1 3-3 0,-2-2 1 0,5-2-1 16,-2-2-1-16,4 1-1 0,-3-4 1 0,3-1 0 15,1-1-2-15,-2-4-28 0,2-1-66 16,0-2-77-16,0-2-148 0,-1-1-261 0,-1-4-323 16,0-1-339-16,1-3-228 0,-2-1 28 0,-2-1 589 15</inkml:trace>
  <inkml:trace contextRef="#ctx0" brushRef="#br4" timeOffset="-192852.14">29607 13597 72 0,'-1'-3'265'15,"-1"-1"131"-15,1 1 93 0,-3-1-73 0,3-2-103 16,-2 4-75-16,-1-1-22 0,1-3-14 16,0 4-4-16,0 2-5 0,-2-5-4 0,2 4 3 15,0 0 13-15,0-1-2 0,1 2 7 0,1 0-8 16,-3 0-24-16,3 0-19 0,1 2-39 16,-2 0-30-16,0 3-36 0,4 1-28 0,0 3-12 15,-1 2-6-15,4 2-3 0,2 2 58 16,2 1 37-16,0 2 17 0,3 1 8 0,0 0 4 15,1 2 2-15,0-1-52 0,1 1-31 0,0-2-33 16,2 1-23-16,-3-1-9 0,2 1-7 16,-2-3-2-16,1 2-3 0,-1-4 15 15,1 0 7-15,-3-2 5 0,-1-1-1 0,0-1 0 16,2-2-1-16,-4-1 1 0,-2 1 6 0,2-3-1 16,-5-2 17-16,2 0 8 0,-2-2 3 0,-2 1 4 15,-1 0-2-15,0-3-1 0,0 1-28 0,-1-2-75 16,-2-1-121-16,-2-1-156 0,0-1-298 15,-3-1-275-15,0 1-232 0,2-2 7 16,-4-2 334-16,3 1 417 0</inkml:trace>
  <inkml:trace contextRef="#ctx0" brushRef="#br4" timeOffset="-192600.82">29711 13916 260 0,'5'5'510'0,"0"0"184"0,-2-1 111 16,1 2-211-16,-1 2-184 0,3 0-59 0,-3 2-11 15,2 2 0-15,1 0-32 0,-1 1-40 0,1 2-62 16,0-2-68-16,1 0-50 0,-2 0-40 16,1-1-19-16,0 0-14 0,0 0-8 0,1-4-7 15,-2-1 0-15,-1-2 0 0,1 0-1 16,-2-5 2-16,1-2 3 0,0-1 4 0,-1-4-1 15,-1-6 13-15,-1 0 4 0,-1-2-22 0,0-5-67 16,-1-1-110-16,-2-4-136 0,-1-2-246 16,-2-2-288-16,2-4-221 0,-4 0-23 0,1-3 264 15,-2-2 368-15</inkml:trace>
  <inkml:trace contextRef="#ctx0" brushRef="#br4" timeOffset="-192103.79">29740 13012 274 0,'-3'-1'476'0,"-3"-1"209"0,1 1 147 0,-2-1-256 15,3 2-129-15,-3 2-22 0,0-2-14 16,0 1-36-16,2 2-62 0,1 0-59 0,-3 2-71 16,0 1-71-16,2 2-57 0,0 3-39 0,2 3-21 15,-2 0-13-15,2 4 10 0,0 2 8 16,1 2 4-16,0-2 0 0,0 3 1 0,2-2 2 16,-2 0-4-16,0-2-3 0,2 1-3 15,0-2 0-15,-1-2-6 0,1-2-35 0,-2-3-74 16,1 0-120-16,-1-4-168 0,-1-2-291 0,0-3-250 15,-1-2-140-15,-1-5 102 0,2-3 351 16</inkml:trace>
  <inkml:trace contextRef="#ctx0" brushRef="#br4" timeOffset="-191808.23">29549 12853 233 0,'0'-6'456'0,"-2"0"191"0,2 2 113 0,0-2-230 16,0 3-158-16,0 0-55 0,0 1-33 0,0-1-20 16,2 3-19-16,1-1-39 0,-3 1-42 0,0 0 1 15,3 1 1-15,-2 6-14 0,4 0-14 16,-1 3-5-16,0 2 8 0,1 4-37 16,0 1-22-16,2 3-9 0,-2-1-7 0,3 0-5 15,0 0-17-15,0 0-4 0,2-2-30 0,-2-3-4 16,0-2-12-16,1 1 4 0,0-6 2 0,-1-2-2 15,2-4 13-15,-2-2-8 0,1-4 9 16,-1-4-7-16,3-6-2 0,-1-1 1 0,-2-3-13 16,-1-4-4-16,-2 2-3 0,-2-1-3 15,1 1-2-15,-4 2-14 0,-4 0-16 0,3 2-70 16,-4 3-129-16,2 1-208 0,-3 2-285 16,4 3-258-16,-1 2-180 0,1 0 105 0,1 3 412 15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cm"/>
          <inkml:channel name="T" type="integer" max="2.14748E9" units="dev"/>
        </inkml:traceFormat>
        <inkml:channelProperties>
          <inkml:channelProperty channel="X" name="resolution" value="1612.54919" units="1/cm"/>
          <inkml:channelProperty channel="Y" name="resolution" value="2580.07886" units="1/cm"/>
          <inkml:channelProperty channel="F" name="resolution" value="10E-6" units="1/cm"/>
          <inkml:channelProperty channel="T" name="resolution" value="1" units="1/dev"/>
        </inkml:channelProperties>
      </inkml:inkSource>
      <inkml:timestamp xml:id="ts0" timeString="2024-10-31T07:53:25.31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32403 2494 137 0,'0'0'396'0,"-2"0"187"0,0 0 126 0,1-3-129 16,1 1-225-16,-2 2-99 0,1-1-29 0,-1 1-3 16,0-1 11-16,1-1 8 0,1 0-3 0,-3 1-21 15,1 0-19-15,-1-1-23 0,2 0-28 0,-1 0-17 16,0-2-11-16,1 3-15 0,-1-2-13 0,1 0-5 16,-1 2-8-16,0-2-7 0,2 0 4 0,0 0 8 15,-1 1-7-15,1 1-10 0,-3-1 20 0,1 1 29 16,0-1 0-16,1 0-2 0,-2 0-4 0,-2 0-4 15,2 0 1-15,0 0-10 0,0-2-9 16,-2 4-7-16,0-4-5 0,0 1-5 0,0-1-21 16,-2 2-25-16,0 2-13 0,3-5-5 0,-3 4 8 15,1-2 3-15,0 0 3 0,1 2 3 0,0-3 0 16,0 2-2-16,0 0-10 0,2-1-5 0,-3 2-1 16,3-2-4-16,-2 0 0 0,2 0-2 0,0 0 0 15,-2 0 1-15,0-2 2 0,-1 2 6 0,2-1 5 16,0 0 1-16,-1-2 1 0,-1 1 0 0,1-1-4 15,-2 1-4-15,-1 1-4 0,1-2-2 0,-1 1-1 16,-1-1 0-16,-1 2-1 0,2-2 0 0,-2 1 0 16,-2 1-1-16,3-1 0 0,-2 1 1 0,1-2-1 15,-1 2 0-15,-1-1 1 0,2-1-1 0,-1 4 0 16,-1-4 1-16,2 3-1 0,-3-1 1 0,1-1-2 16,0 2 1-16,0 0 0 0,1-1-1 0,-2-1 1 15,1 4-1-15,0-2 1 0,0-1 0 0,1 2 0 16,-1 0 0-16,-1-1 0 0,1 2-1 15,-2 0 1-15,3-1 0 0,-2-1-1 0,-1 2 0 16,1-1 1-16,-1-2 0 0,2 4 2 0,0-4-1 16,-3 1-1-16,2 2 0 0,-3-2 2 0,3 1-1 15,-4-1-1-15,3 0 1 0,-2 2-1 0,2-3 1 16,-3 3-1-16,4-2 0 0,-3 1 0 0,3 0-1 16,1-2 1-16,1 3 0 0,0 0-1 0,0-1-1 15,0-1 1-15,1 2-1 0,-1-1 1 0,2 1 0 16,-1-1 1-16,-1 1 0 0,1 1 0 0,1 0-1 15,-3-2 2-15,0 2-1 0,-2 2 1 0,3-2-1 16,-2 1-1-16,-1 1 1 0,0-1-2 16,0 1 1-16,-1-1-1 0,1-1 2 0,2 2-1 0,-1-2 1 15,-3 1 0-15,3-1-1 0,-1-1 1 0,1 1-1 16,0-2 1-16,1 2 0 0,-2-1 0 0,5-1 0 16,-3 1 1-16,4-1-2 0,-2 1 0 0,2-1 0 15,-1 0-1-15,0 1 1 0,1-2 0 16,2 3 1-16,-2-3-1 0,0 2 1 0,-1 0 0 15,1-1-1-15,0 0 0 0,-1 1 0 0,0 0 0 16,1 1 0-16,2 0 0 0,-3 0 0 0,2 0 1 16,-1 1-2-16,2 0 1 0,-2 1-1 0,2 0 1 15,0 0-1-15,1 1 0 0,-2 0 1 0,0-2 0 0,2 4 1 16,-1 0-1-16,1-1 0 0,-2-1 0 16,1 2-2-16,0-3 2 0,1 3 0 0,0 0 2 15,0-3-1-15,1 3 1 0,-2 0 0 0,-1-1-1 16,3 0 1-16,-1 2-1 0,0-2 0 0,-3 0 1 15,4 1-1-15,-1-1 1 0,0 1-1 16,-2-1 0-16,3 2 0 0,-2-1 0 0,-1-1 0 0,2 0-1 16,-1 2-1-16,0-1 1 0,0 1 1 0,-1 1-1 15,2 0 1-15,-1-1 0 0,1 0 1 0,-1 1-1 16,0-1 0-16,-1 1 0 0,3 1 0 0,-1 0-1 16,-2 1 1-16,0-2 1 0,0 3 2 15,1-2-2-15,-1 1 2 0,0 0-1 0,1 0 0 16,1 1 0-16,-3 1-2 0,3-2 0 0,-3 2 0 15,2-1 0-15,-1 1 1 0,3-1 1 0,-1 1-2 16,-3-1 0-16,4 1 0 0,-1 0 0 0,0-1-2 0,2 2 1 16,-2-2 1-16,2 1 0 0,-2-3 0 0,2 3 0 15,0 0 1-15,1-2 0 0,1 0 0 16,-3 1-1-16,4-1 1 0,-1 0 1 0,-1 0-1 16,1 0 0-16,1 0 0 0,-4 1 0 0,4-2-1 0,-1 1 0 15,1 1-2-15,-2 0 1 0,1-2-1 16,1 4 0-16,0-2 0 0,0 0 2 0,0 1 0 15,0-1 0-15,0 0 0 0,0 1 1 0,1 0 0 16,1-1 0-16,-1 2 0 0,-1-1-1 0,2-1 0 16,0 4 0-16,-1-4 0 0,1 2 0 0,-2 0 0 15,1 2 0-15,-1-2 1 0,0-1 0 0,0 3-1 16,0-1 0-16,0 0 0 0,0 0-2 0,0 1 0 16,2-2-1-16,-2 1 0 0,2 0 2 15,-2 0 1-15,0-1 1 0,1 1 1 0,1-2-1 0,0 2 1 16,1-3-2-16,-2 1 0 0,4-2-1 15,-2 2 0-15,0-2 1 0,0-1 0 0,2 0 1 16,-2 1-1-16,4-2 0 0,-1 1 0 16,0 0 0-16,0-2 1 0,3 1 0 0,-3 1-1 15,1-1 1-15,2-1 1 0,-3 0-1 0,0 1-1 16,2 0-1-16,-2 0 0 0,1 1 2 0,-2 0-1 16,-1-1-1-16,2-1 1 0,1 1 1 0,-2 0 0 15,-1 1-1-15,3-2 0 0,-2 3 0 16,1-2 0-16,-2-1 0 0,1 1 0 0,2-1 0 0,-3 1 0 15,1 0 0-15,3-2-1 0,0 1 1 0,-2 1 0 16,2 0-1-16,1-2 1 0,-1 0 1 0,1 2 0 16,1-4 0-16,0 2 0 15,0 0 1-15,0-2 0 0,2 1-1 0,-3 1 0 0,4-2 0 16,-2 0 0-16,-2 0 0 0,4 1 0 16,-2-1 0-16,0 0 0 0,0 2 1 0,0-3 0 15,2 2 0-15,-2 0 0 0,-1 0 0 0,2 1-1 16,-2-1 0-16,-1 2 0 0,2-1 0 0,-1 1-1 15,1-1 0-15,-1 1 1 0,2 0 0 0,-3-2 0 16,4 1-1-16,-2-1 1 0,0 1 0 0,2-1 1 16,0-1-1-16,0 0 2 0,0 0-1 15,3-2 0-15,-3 1-2 0,1-1-1 0,-1 3 1 16,-1-4-1-16,2 2 1 0,-1 1 1 0,0-1 1 16,-1-1-1-16,0 2-1 0,2-3 2 0,-3 4-2 15,1-2 0-15,-1 0 0 0,1 1 0 0,0 0-1 16,-1 0 1-16,2 2 0 0,-4 0-1 15,3 0 0-15,-3-1 1 0,0 3 0 0,3-3 0 16,-2-1 0-16,2 2 1 0,-1-1-1 0,3-1 1 16,-3-1-1-16,0 0 0 0,3 1 0 15,-1-2 0-15,1 0 0 0,-3-1 1 0,5 0-1 16,-3-1 1-16,1 0 0 0,-1 1-1 0,-1-3 1 16,2 1 0-16,-1 2 0 0,1 0 0 0,-1 0 0 15,1-2 0-15,-1 0 2 0,0 1-1 0,1 1-1 16,-3-2 2-16,3 1-2 0,-3-2 1 15,0 2 2-15,3-2-2 0,1-1 1 0,-3 2-1 16,3-3 1-16,-1 1 0 0,-2-2-1 0,6-2 0 16,-4 2-1-16,2-1 1 0,1 0 0 0,0-2 0 15,0 0 0-15,1 1 0 0,3-2 0 16,-4 2 0-16,2-1-1 0,-1 0 0 0,1 0 0 16,-3 1-1-16,-1-1 0 0,0 2 1 15,-1-1 0-15,-1 2-1 0,-1 0 0 0,-1 0 1 0,-1 0 0 16,-1 2-1-16,-3-2 1 0,2 1 1 15,-1 1 0-15,-2 0-1 0,1-2 1 0,-2 1-1 0,0-2 1 16,-1 3 4-16,2-4 3 0,-2 2 4 16,2 2 0-16,1-3 1 0,-3 1-1 0,2 0-3 15,1-2-4-15,0 0-3 0,2 2-1 0,-2-1 0 16,2-2 0-16,1 0-1 0,0 0 1 16,0-1 0-16,-1 1-1 0,2 0 1 0,1-2-1 15,-2 2 0-15,1 0 1 0,1-1 0 0,0-1 0 16,1 1 0-16,0 0-1 0,-1-2 1 0,0 1-1 15,0 2 0-15,0-2 1 0,1 2 0 16,-2-1 2-16,0-1-1 0,-1 1 1 0,0 1 1 16,-2-2 1-16,-1 2-1 0,3-2 2 0,-4 3 1 0,0-3 0 15,-2 3 1-15,1-4 0 0,-1 1-1 0,-2 0 0 16,4 1-1-16,-4-2-2 0,-1 1-1 0,0-1-1 16,0 1 0-16,0 1-1 0,-1-1-1 0,1 3 1 0,-5-3 0 15,5 2 0-15,-1 0 0 0,1 2 0 0,-3-3 0 16,3 2-1-16,-2 0 0 0,0 1 0 15,2-4-1-15,0 2 0 0,0 0 1 0,2-1 0 0,0 0 0 16,-1-1 0-16,1-2 1 0,-1 1-1 0,4-1 1 16,-2 0 0-16,0 0 0 0,-1 0-1 15,1 0 0-15,-1 1 1 0,1-2-1 0,-2 1 2 0,-1 0 0 16,2 0 0-16,0 3 1 0,-2-2 1 0,-2 0 0 16,0 1-1-16,1-1 1 0,-1 2 0 0,-1-1-1 0,0 0 0 15,-1 3 1-15,1-1 0 0,-3-2 0 16,2 4 0-16,-1-1 1 0,0 1-1 0,0 1 0 15,-1-2-2-15,1 2 0 0,1-1 0 0,-1 2 0 0,1-1 0 16,0 0-1-16,-1 0 1 0,0 0 0 0,1 0-1 16,-3 0-1-16,2 1 0 0,1 0 0 15,-1 0 0-15,-3-1-1 0,3 1 1 0,-1-1-1 16,0 2 1-16,1 1-1 0,-2-1 0 0,1 1 1 16,2 0-1-16,0 1 1 0,0 1-1 0,-1-2 0 15,1 3 0-15,-1-2 0 0,1 2-2 0,3 0 1 16,-2 0 0-16,-1 0 0 0,1 2-1 0,2-2 0 15,-3 0 2-15,3 1-1 0,-3 1 0 0,3-2-1 16,-1 3 0-16,1-2 0 0,-2 1-1 0,1 1-3 16,1 1-12-16,-2-1-17 0,-1 1-36 0,1 1-84 15,-3 0-120-15,-1-1-220 0,-2 1-299 0,-1-1-365 16,1-1-384-16,-5 1-117 0,-1 0 441 0,0-1 743 16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cm"/>
          <inkml:channel name="T" type="integer" max="2.14748E9" units="dev"/>
        </inkml:traceFormat>
        <inkml:channelProperties>
          <inkml:channelProperty channel="X" name="resolution" value="1612.54919" units="1/cm"/>
          <inkml:channelProperty channel="Y" name="resolution" value="2580.07886" units="1/cm"/>
          <inkml:channelProperty channel="F" name="resolution" value="10E-6" units="1/cm"/>
          <inkml:channelProperty channel="T" name="resolution" value="1" units="1/dev"/>
        </inkml:channelProperties>
      </inkml:inkSource>
      <inkml:timestamp xml:id="ts0" timeString="2024-10-31T08:15:38.867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00B050"/>
    </inkml:brush>
    <inkml:brush xml:id="br2">
      <inkml:brushProperty name="width" value="0.05292" units="cm"/>
      <inkml:brushProperty name="height" value="0.05292" units="cm"/>
    </inkml:brush>
  </inkml:definitions>
  <inkml:trace contextRef="#ctx0" brushRef="#br0">18843 1271 171 0,'-2'4'338'16,"1"-3"137"-16,-1 0 33 0,1 3-118 0,-1-4-93 16,-1 1-50-16,0 0-13 0,3 2 6 0,-2-3 3 15,1 1 0-15,-1 0-1 0,2 0-7 0,0-1-11 16,0 2-10-16,0-2-11 0,0 3-14 0,0-3-12 16,0 0-18-16,0 0-18 0,0 0-19 0,0 0-18 15,0 0-16-15,2-3-18 0,-1 3-12 0,-1 0-6 16,0 0-6-16,2 0-7 0,-2 0 7 0,0 3 4 15,3-3 1-15,-3 0-2 0,0 0 13 16,0 0 13-16,0 0 10 0,0 0 22 0,0 0 23 16,3 0 21-16,-3 0-7 0,2 0-11 15,-2-3-18-15,1 1-22 0,1 2-20 0,-1-1-20 16,3 0-14-16,-3 0-6 0,2-3-6 0,-1 3-6 0,3-3-7 16,-2 2 0-16,0-2 2 0,2 2-1 0,-1-3 0 0,1 1 1 15,0-1 0-15,2 1-4 0,-3-2-1 0,5 0 1 16,-2 0 0-16,-1-2-1 0,2 2 1 15,1-2-1-15,1-2-1 0,-2 1-3 0,3-1 1 16,-1-1 3-16,-1 1 2 0,3-1 0 0,-2-1-2 16,0 1 1-16,2 0-2 0,-2-2-2 0,-1 4-1 15,2-2 0-15,-3-1 0 0,2 4 0 0,-4-1 1 16,2 0-1-16,-2 3-1 0,-1 0-2 0,0 0 1 16,-2 2-2-16,0 0 0 0,2 0 0 0,-4 2-1 15,2 0 0-15,-3 0-1 0,0 1-1 0,2 0 0 16,-2-1 0-16,0 0 0 15,3 2 0-15,-3-1 0 0,4-1-1 0,-3-2 1 0,1 2-1 16,-1-1 1-16,3 0-1 0,-3 1 0 0,1-1 0 16,-1 1 0-16,1 0-1 0,1 0 2 0,-2 0-2 15,-1 2 1-15,0-2 0 0,0 0-2 0,0 2-1 0,0 0-6 16,0 2-10-16,0 0-17 0,0-2-24 16,-1 1-56-16,-4 0-61 0,4 1-59 0,-2-2-103 0,-2 2-133 15,0-2-173-15,0 1-221 0,-1-1-217 16,0 4-179-16,1-2 112 0,0 4 384 0,0-4 402 15</inkml:trace>
  <inkml:trace contextRef="#ctx0" brushRef="#br0" timeOffset="720.12">18889 1005 62 0,'0'-2'265'0,"0"-1"142"0,0 2 81 16,-1 1-34-16,1-3-89 0,0 3-59 0,-2 0-31 0,2 0-2 16,-2 3 0-16,2-3-1 0,0 1 7 15,0 1 8-15,0-1 2 0,-1 1-9 0,1-2-20 16,-2 0-26-16,2-2-38 0,0 1-35 0,0-1-23 16,2-2-3-16,-2 4-8 0,0 0-3 0,0 0 7 0,0 4 5 15,0-2-3-15,0-1-20 0,0 3-14 0,0-3-13 16,0-1-18-16,0 1-19 0,0 1-16 0,0 0-9 15,0-1-9-15,1 2 2 0,-1-1 13 0,0 0 6 16,2 1 5-16,0 0 1 0,-2 0 2 0,1 2 7 16,1-2-8-16,-1 1-2 0,4 0-5 15,-4 1-2-15,4 1-3 0,-2 0-11 0,0 0-7 16,1-1-4-16,1 3 4 0,-2-2 3 0,3 0 0 16,-2 2 0-16,3 0 0 0,-1-1-1 0,-1 2-6 15,3 1-2-15,-4-2-2 0,1 1 0 0,2 1-2 16,-1-2 0-16,-1 3 0 0,1-2-1 0,-1 0-1 15,0-1 0-15,-1 3 1 0,1-3 1 16,0 1-1-16,1-1-1 0,-1 0 2 0,0 0-1 0,-1 1 1 16,0-2 3-16,0 0 3 0,1 1 0 0,0 0 3 15,-1-2-2-15,0 0 1 0,0 0-5 0,-2-2 0 16,1 1-2-16,1-1-1 0,-3-1 0 0,1 0 0 16,-1 0 0-16,2 0-2 0,-1-1 2 15,-2-1-2-15,1 0 0 0,-1-1 0 0,2 0 2 0,-2 0 0 16,0 0 0-16,0 0 1 0,0 0 0 0,0-1 1 15,0-2-1-15,0 0-1 0,0 0 0 0,0-1-2 16,0 0-1-16,0 0-1 0,0 0-1 0,0 1-2 16,0-1-3-16,1 0-8 0,1 2-37 0,0-2-72 15,-2 1-85-15,1 2-178 0,-1-2-291 16,3 1-337-16,-1-3-340 0,3 4-191 0,0 0 155 0,1 1 707 16</inkml:trace>
  <inkml:trace contextRef="#ctx0" brushRef="#br0" timeOffset="2428.23">24948 996 119 0,'-5'0'432'0,"0"0"286"16,0 3 239-16,-1-2-58 0,2-1-177 0,-1 0-148 15,-2-1-92-15,2-2-45 0,1 3-49 16,-2 0-38-16,-1 0-43 0,2 0-39 0,-1 0-39 16,0 0-50-16,-3-2-41 0,2 2-38 0,-1-3-29 15,2 1-14-15,-4 1-10 0,2 0-9 0,0 0-5 16,-2-2-7-16,2 3-5 0,0 0-4 0,-2 0-4 16,-1 3-3-16,3-2-2 0,0 0-2 0,-3 0-2 15,5 4-2-15,0-5-2 0,-1 2 1 0,1 2-2 16,-2-1 0-16,3 2-2 0,2-2 0 15,-2 1 1-15,4 1-1 0,-3-1 0 0,1 0 1 16,3 1 0-16,-1 0 0 0,1-1 1 0,1 0-1 16,-1 2 1-16,2-1-1 0,-1 2 1 0,3 0 0 15,-3-1 1-15,6 0-1 0,-2 1 0 0,-1 1 1 16,2-1 0-16,1 1-1 0,1 0 1 0,-2 0 0 16,3 1-1-16,-1-1 1 0,0 3 0 0,2-4 0 15,-1 2-1-15,-1-2 1 0,0 2 0 0,1-2 0 16,-2 1-1-16,-1-1 2 0,1 1-1 0,-4-3 2 15,2-1-1-15,-4 2 3 0,4-1-1 0,-4 0 1 16,-1-3 0-16,0 3 1 0,-1-3 1 0,-4 3-2 16,0-2 0-16,1 2 0 0,-3-1-1 0,1-1 0 15,-3 0-1-15,1 2-1 0,0-3-1 0,-2 2 0 16,-1-2 1-16,3 0-2 0,-2 1 0 0,1-1 1 16,1 1-1-16,0-2-1 0,0 1-1 0,-1 1 0 15,4-1 0-15,-1-1-1 0,1 0-1 0,0 1-3 16,4 1-5-16,-4-2-10 0,2 1-24 15,2 0-47-15,1-1-59 0,0 0-68 0,0 1-84 16,3-2-131-16,1-2-181 0,-1 2-258 0,5-1-218 16,0 0-182-16,0-1 28 0,5 2 395 0,-2 0 469 15</inkml:trace>
  <inkml:trace contextRef="#ctx0" brushRef="#br0" timeOffset="2957.02">25228 1416 191 0,'-5'-2'479'0,"2"1"248"16,-1 1 174-16,1-2-119 0,2 2-150 0,-4 0-114 15,2 0-84-15,-2 0-62 0,4-1-56 0,-3 1-63 16,1 0-33-16,3 0-11 0,0 0 2 15,0 1 0-15,2-1-21 0,-2 0-32 0,1 0-36 16,-1 0-38-16,0 0-34 0,2 0-28 0,0 0-7 0,-1-1 6 16,2-1 9-16,1 1 4 0,2-4 3 15,0 1 2-15,4-2-2 0,-2-3-5 0,4 0-6 16,1-2-5-16,2-1-2 0,0-3-1 0,2 0 1 16,-1 1-6-16,1-5-6 0,1 2 0 0,1 1-3 15,-2 0-1-15,-1 1 0 0,0-2 0 0,-2 4 1 16,0-1-2-16,-3 3 0 0,1-1-1 0,-3 1 0 15,-1 3 0-15,-2 1 0 0,-1-1-1 0,-2 4 0 16,0-1-1-16,2 2 1 0,-4 0-3 0,1 0-1 0,-2 0-6 16,0 2-26-16,-2-2-54 0,-4 1-66 15,3 0-70-15,-2 0-120 0,-1-1-164 0,1-2-222 16,-1 3-249-16,-2 0-204 0,2 0-123 0,-2 2 225 16,1 0 463-16</inkml:trace>
  <inkml:trace contextRef="#ctx0" brushRef="#br0" timeOffset="3257.77">25176 1044 89 0,'-2'2'393'0,"0"2"236"0,2-2 158 0,0 3-71 16,0 0-171-16,2 2-108 0,0-2-59 0,0-1-30 15,3 4-17-15,-2-2-36 0,2-2-50 0,0 3-52 16,1 0-46-16,4-1-21 0,-2-1-13 0,3 5-15 16,3-2 20-16,-1 2 8 0,2-1-7 0,0 0-19 15,2-2-13-15,-3 2-13 0,3-1-29 0,0 1-19 16,0-2-14-16,-3 0-4 0,3 3-3 0,-2-2-4 16,0-1-4-16,2 0-4 0,-4 0-34 15,0 1-35-15,0 1-52 0,-2-3-84 0,-3 0-138 0,-2 0-214 16,0 0-260-16,-1-1-251 0,-2 1-163 15,-1-2 111-15,0 2 435 0</inkml:trace>
  <inkml:trace contextRef="#ctx0" brushRef="#br1" timeOffset="10368.45">19038 1744 63 0,'0'0'323'16,"0"0"199"-16,0 0 171 0,0 0-60 0,0 0-148 16,1 2-101-16,-1-2-51 0,0 0-21 0,2 0-13 15,-1 0-13-15,-1 3-8 0,0-3-24 16,0 1-26-16,0-1-32 0,0-1-33 0,0 1-27 15,0 0-20-15,0 0 1 0,0 0 11 0,2 0 21 16,-2 1 18-16,0-1 20 0,0 3 8 0,2-1-12 16,-1 1-24-16,-1 0-29 0,0 1-27 15,3 1-27-15,-3 1-25 0,0 0-18 0,2 3-11 0,-2 0-6 16,0 1-4-16,0-1-4 0,0 4-1 16,0-3 0-16,0 1-2 0,0 2-1 0,0 0-1 15,0-1 0-15,0 0-1 0,0 0 0 16,-2 0-1-16,2-1 3 0,-3-3-2 0,3 3-1 15,-3-4 0-15,3 0 1 0,0 0-1 0,0-3-3 16,-2 2 2-16,2-4 0 0,0 2 0 0,-1-3 1 16,-1 0 0-16,2 1 0 0,-1-1-1 0,1-1-1 15,-4 0-3-15,3-1-13 0,-1-1-22 0,1 0-35 16,-3-2-56-16,1 2-51 0,2-4-49 16,-3 2-56-16,0-3-77 0,1-1-86 0,0-3-86 15,1 3-206-15,-1-3-243 0,0 1-168 16,-1-2 63-16,3 0 315 0,-1 0 376 0</inkml:trace>
  <inkml:trace contextRef="#ctx0" brushRef="#br1" timeOffset="10950.84">18974 1553 106 0,'0'-2'403'0,"0"0"253"16,0-1 199-16,0 2-75 0,2 1-171 15,-2-1-115-15,2 1-80 0,-2 0-59 0,0 0-56 16,0 1-53-16,0-1-56 0,0 0-48 0,1 1-38 16,-1-1-15-16,0 3 5 0,0 1 19 15,2 1 36-15,-2 0 31 0,1 1 22 0,-1 0 6 16,0 1-17-16,0 0-30 0,0 0-33 15,2 0-35-15,-2 3-27 0,2-3-21 0,0 1-13 0,-2 2-8 16,3-2-5-16,-3 2-1 0,2-2-4 16,1 2-2-16,-1-1-2 0,0 0 0 0,1-2-1 15,-2 2-1-15,3 0 0 0,-1 0 2 0,0-2-1 16,1 4 0-16,0-5-1 0,0 3-1 0,0-1-1 16,-1-1-2-16,0-1-1 0,0 0-1 15,0-1-1-15,-1 0 0 0,1-1 1 0,2-2 0 16,-4 2-1-16,2-3 1 0,-1-1 1 0,0 1 0 15,-1-2 0-15,2 0 1 0,1-3 2 0,-1 0 1 16,0-3 0-16,3-1-1 0,-3-1 0 0,4-1 0 16,-3-4-3-16,1 2-1 0,0 0 0 0,3 0-1 15,-2 0 0-15,-1 0-1 0,1 0 0 16,-1 0-2-16,4 2 1 0,-4-1-1 16,3-1 1-16,-1 0-1 0,2 0 2 0,-1-1 0 0,0 0 0 15,1 0 1-15,1 1 1 0,-2 0-2 0,0 2 1 16,-4 1-1-16,4 1-1 0,-5 1-1 15,2 1-2-15,-2 1-1 0,-1 2-1 0,-1 0-6 0,1 2-17 16,1-1-47-16,-1 2-67 0,0 2-70 16,-2-2-123-16,1 1-201 0,-1 0-309 0,3 3-275 15,2-2-211-15,-1 2-96 0,3 1 374 0,-1-3 580 16</inkml:trace>
  <inkml:trace contextRef="#ctx0" brushRef="#br1" timeOffset="12173.59">24903 1657 189 0,'2'-1'660'0,"-2"1"411"16,-2-2 146-16,2 0-200 0,-1 1-261 0,-2 0-139 15,1 1-114-15,-1 0-95 0,0 0-71 0,0 1-52 16,-2-1-69-16,0 1-70 0,0-1-49 15,-2 2-25-15,0 0-16 0,2-1-8 0,-1-1-6 16,0 3-5-16,-4-1-11 0,2-1-6 0,0 0-3 16,2 1-4-16,-3 1-3 0,-1-1-2 15,4 1 1-15,-2-2-1 0,-1 2-1 0,-1 1-1 16,3-2-2-16,-2 2-1 0,3-2-1 0,1 2 0 0,-1-2-2 16,2 1 0-16,0 0-1 0,-2-2 0 15,3 3-1-15,1-1 1 0,-1 1-1 0,1-1 0 16,0 1 1-16,1 1 1 0,-1 0-1 0,2-3 1 15,-1 3-1-15,1 1 1 0,0-1 0 0,-2-1 0 16,0 1 0-16,2 0-1 0,0 1-1 16,0-2 1-16,0 1-1 0,4 2 0 0,-3-3 1 15,2 3-1-15,1-1 2 0,1 2-1 0,1-2 0 16,3 2 0-16,-1 1 1 0,3 0 0 16,2 0-1-16,-2 0 1 0,3 1 0 0,-1 1-1 0,0-3 1 15,2 3 1-15,-4-2 4 0,3 1 2 16,-4-2 1-16,0 0 1 0,-3-2 1 0,0-1 2 15,-4 0-4-15,-2 1-1 0,-1-1 0 0,-3-1 0 16,-2 1-6-16,-1-1 0 0,-6 1 0 16,0-1 0-16,-2 1-1 0,2 0 0 0,-4 0 5 15,2-2 0-15,1 0-1 0,-3 0-1 0,3 0-2 16,1-1 0-16,2-1-1 0,2-1-2 0,-1 2-1 16,4-2-1-16,2 1-2 0,0-1-4 0,1 0-7 15,4 2-10-15,1-2-19 0,0 0-32 16,2 1-70-16,3-1-71 0,0-1-118 0,0 1-186 15,1 0-302-15,4-2-320 0,0 2-216 0,2 2-134 16,0-2 357-16,2 0 603 0</inkml:trace>
  <inkml:trace contextRef="#ctx0" brushRef="#br1" timeOffset="12606.36">25351 1770 8 0,'2'0'345'0,"-2"0"311"0,0 1 288 15,1 1 101-15,-1-1-228 0,0-1-203 16,0 0-151-16,0 0-106 0,-1 0-77 0,1 0-74 16,1 0-40-16,-1 3 7 0,2-2 17 0,-1 3 17 15,1-1 2-15,-2 1-13 0,0 2-22 0,0-1-41 16,0 1-34-16,-2 1-31 0,2 1-22 16,-1 4-9-16,-1-1-9 0,2 2-4 0,-1 0-5 15,-1 0-4-15,0 3-4 0,2-1-3 0,-1-1-2 16,-1 3-1-16,1-2-2 0,1 2 0 15,-2-2-1-15,0 0-2 0,2-2 0 0,0 0 0 16,0 0-3-16,0-4 5 0,0 0 1 0,0-3-1 16,2-2-8-16,0 0-15 0,-2-2-25 0,-2 0-49 15,0-4-58-15,2-1-53 0,-1-3-46 0,-3 2-71 16,1-4-109-16,-3-1-109 0,2-2-151 0,-1 3-241 16,-2-3-219-16,4 1-43 0,-2-4 300 15,-1 0 401-15</inkml:trace>
  <inkml:trace contextRef="#ctx0" brushRef="#br1" timeOffset="12910.74">25221 1671 175 0,'0'0'515'0,"0"3"272"0,0 0 191 0,0 2-134 0,3-1-191 16,-1 2-151-16,1 0-111 0,-1-1-62 15,1 5-62-15,3-2-31 0,-1 2-1 0,1 0 0 16,2 2 15-16,-1 0-5 0,0 0-21 0,1 0-38 15,-1 0-49-15,-1 0-37 0,3-1-35 0,-2-2-24 16,1 0-12-16,-2-2-7 0,2-1-1 0,0 0-3 16,1-3-2-16,-1 0 0 15,5-3 2-15,-4-1 0 0,3-2-4 0,-2-3-3 0,2-2-2 16,0-2 0-16,-1-2-4 0,1-1-1 0,0 0-1 16,-3-2-2-16,1 2 1 0,-1-1-3 0,-1 1 1 15,-3 0 0-15,0 1-1 0,-2 4-3 16,-1-2-6-16,-1 2-29 0,-2 2-70 0,-1 0-74 15,-3 0-144-15,2 0-244 0,-3 4-329 0,1 2-337 16,2 0-234-16,-3 0-31 0,3 2 564 16</inkml:trace>
  <inkml:trace contextRef="#ctx0" brushRef="#br0" timeOffset="27129.64">13341 5434 159 0,'-2'0'445'0,"1"-5"251"0,-2 4 197 16,1 0-99-16,0-3-163 0,-1 3-109 15,1 0-78-15,1-3-67 0,-1 3-67 0,-2-2-37 16,2 3-20-16,2-2-5 0,0 2 0 0,0 0-6 15,0 0-17-15,0 0-36 0,0 0-43 16,2 0-37-16,-2 0-28 0,4-1-21 0,-1 1-10 16,-1-3-7-16,3 2-6 0,1-1-1 0,2 1-4 15,1 1-3-15,1-2 0 0,3 2 1 16,1 2 3-16,2 1-1 0,3 0 3 0,1 3 0 16,0 1-5-16,1 0 2 0,3 4-6 0,-3 2-1 15,1 0-3-15,0 2-1 0,-2 1 1 16,-2 2-2-16,1 1 0 0,-3 1-1 0,-1 1 0 15,-3 2-1-15,-3-1-1 0,2 4-2 16,-5-2 0-16,-1 1-2 0,-1 1-1 0,-3-2-1 16,-1 1-1-16,0-1-2 0,-3-1 0 0,-2 1 0 15,0-4-2-15,0 3 1 0,-1-3-1 16,-3-2 1-16,-1-2 1 0,2 0-8 16,-2 0 0-16,-3-4 0 0,-1-2 0 0,-1-1 0 0,-2-3 0 15,-1 0 0-15,0-3 0 0,-2-2 0 16,0-1 0-16,0-1 0 0,-1-2 0 0,0-3 0 15,1 0 0-15,1-3 0 0,-2-1 0 16,2-2 0-16,0 1 0 0,0-4 0 0,3 2 0 16,-3-2 0-16,2 0 0 0,4-2 0 15,-1 0 0-15,3 0 0 0,0-1 0 0,3-3 0 16,0 2 0-16,2 0 0 0,1-1 0 0,2-2 0 16,1 1 0-16,1 0 0 0,1 2 0 15,0-3 0-15,1 2 0 0,3-3 0 0,-1 2 0 16,2-2 0-16,1 1 0 0,2 1 0 0,-2 0 0 15,2 0 0-15,2 2 0 0,0-2 0 16,0 4 0-16,1-1 0 0,0 2 0 0,4-1 0 16,-2 2 0-16,2-2 0 0,4 4 0 15,-2 0 0-15,4 0 0 0,-1 0 0 0,1 1 0 16,4 1 0-16,-3 0 0 0,3 2 0 16,-2 0 0-16,1-1 0 0,-1-1 0 0,2 3 0 0,-4 1 0 15,3-1 0-15,-1 1 0 0,-1-2 0 16,1 1 0-16,1 3 0 0,-1-3 0 0,2 0 0 15,-1-1 0-15,-2 1 0 0,0-2 0 16,2-2 0-16,-3 0 0 0,1-1 0 0,-2-1 0 16,-2 0 0-16,1-3 0 0,-2-1 0 15,-3-1 0-15,2-1 0 0,-3 0 0 0,-2 2 0 16,-2 1 0-16,-4 1 0 0,0 1 0 0,-4 2 0 16,-2 2-135-16,-1-2-135 0,-3 1-246 15,1-1-314-15,-4 1-400 0,2 1-479 0,-1 2-151 16,1 0 614-16,-2-1 857 0</inkml:trace>
  <inkml:trace contextRef="#ctx0" brushRef="#br0" timeOffset="28744.81">15048 4981 72 0,'-3'3'513'0,"-3"-1"396"0,5-2 229 15,-3 0-10-15,1 0-393 0,1 3-249 0,-1-3-113 16,3 0-38-16,0 1-11 0,0-1-24 15,0 2-32-15,0-2-34 0,0 0-38 0,0 1-52 16,2 1-45-16,-1 0-30 0,1 2-14 0,1 0-5 16,1 4-11-16,-1-1-6 0,1 1-9 15,1-1-6-15,-2-1-5 0,3 1-5 0,-2-1-2 16,1-1-2-16,-4 0-2 0,2-2 2 16,-1-2 4-16,2 1 5 0,-4 0 1 0,0-4 3 15,0 0 6-15,-4-2 1 0,2-1 0 0,-1-1 5 16,-2-1 2-16,0 1 0 0,-3 0-3 0,-1 0-3 15,1 0-4-15,0 0-7 0,0 1-6 16,-1 1-2-16,-1 1-1 0,4 2-4 0,0 1-1 16,-2-2-2-16,3 4-1 0,2-2-1 0,0 2-1 15,1 3 0-15,1 1-1 0,1 1-4 16,1 1-10-16,2 1-27 0,-1-1-69 0,3 3-72 16,-2 0-131-16,3 1-229 0,0-1-317 15,-1 3-355-15,3 0-240 0,-1 1-100 0,0 2 480 16,1-3 657-16</inkml:trace>
  <inkml:trace contextRef="#ctx0" brushRef="#br0" timeOffset="29177.99">15311 5688 304 0,'3'3'812'0,"-1"-1"352"0,-1 0 44 16,-1 0-260-16,0-1-345 0,0-1-206 15,2 2-80-15,-2 1-24 0,4 0-16 16,-2 0-12-16,1 1-28 0,0 0-37 0,1 2-53 16,0 0-49-16,0 1-37 0,0-1-24 0,4 1-13 15,-2-1-8-15,-1-1-7 0,3-1-4 16,-1-1-2-16,0 0 1 0,0-3-2 0,-3 0 5 15,1-3 5-15,0 0 2 0,-2-1 2 16,2-2 7-16,-5-1 2 0,0-4-3 0,-2 2 3 0,-4-1 2 16,1 0 1-16,0-2 0 0,-3 2-1 15,-2-1-1-15,-2 2-3 0,1-2-3 0,-3 3-5 16,1-2-4-16,-1 3-3 0,2 1-3 16,0 0-1-16,0 3-2 0,2 0-1 0,1 2-2 15,0 0-1-15,0 2-1 0,3-1-2 16,1 3 0-16,-1 0 0 0,3-1-4 0,2 3-10 15,-1 0-28-15,0-1-63 0,2-1-69 0,-1 0-105 16,1 0-181-16,0-2-306 0,1 3-322 16,3-4-249-16,-3 0-161 0,2 0 258 0,3-4 631 15</inkml:trace>
  <inkml:trace contextRef="#ctx0" brushRef="#br0" timeOffset="29596.73">14884 5559 39 0,'-5'7'546'0,"2"0"470"0,2-1 211 15,-3 1-84-15,4-4-362 0,0-2-292 0,2-1-121 16,1-1-46-16,4-2-33 0,-1-2-24 16,5-3-4-16,0 0-33 0,1-4-61 0,3-3-47 15,0-1-28-15,3-4-16 0,1-1-29 16,0-3-12-16,3-2-8 0,2-1-9 0,1 1-6 15,-1-4-8-15,1 2-5 0,0 0-4 0,1-1-3 16,-3 0-1-16,0 1-2 0,-3 1 5 16,2 2 2-16,-6 0 2 0,0 5 1 0,-3 0-2 15,-3 5-18-15,-3 0-50 0,-4 2-69 16,-3 2-106-16,-3 2-185 0,-2 1-307 0,-4 4-331 16,-1 1-297-16,-3 2-164 0,-1 2 290 15,-2 1 655-15</inkml:trace>
  <inkml:trace contextRef="#ctx0" brushRef="#br0" timeOffset="30328.13">14824 4792 62 0,'-1'-1'466'0,"-3"-1"374"0,-1 2 263 15,-1-1 2-15,1-1-333 0,-2 1-238 0,0-2-85 16,1 0-49-16,-2 0-31 0,-1 0-39 16,-1 0-37-16,0-3-39 0,-2 3-60 0,2 1-60 15,-3-3-50-15,1 3-33 0,-1-2-19 0,1 3-11 16,-1 0-6-16,2 1 1 0,-1 1 0 16,0 0-3-16,3 2-3 0,-2-1-1 0,1 2-4 15,2 0-2-15,-1 2-3 0,1 0 1 0,2 0-1 16,-1 1 0-16,0 0 0 0,2 3 0 15,0 0 0-15,0 3 0 0,2-3 2 0,0 5-2 16,-1 0 0-16,1 0-1 0,2 2 0 0,-2 2 0 16,3 2 0-16,-2-2 0 0,2 5 0 15,0-1 1-15,2 2 0 0,-2 2 0 0,3 1 0 16,-2 3 5-16,-1 1 3 0,2 2 2 16,-1 0 1-16,-1 2 2 0,-1 2-4 0,-1 1-10 15,2 0-3-15,-4 1-2 0,2 1-3 0,-1-1-1 16,2 1 6-16,-3-3 1 0,3 2 3 15,-1-3 0-15,1 1-1 0,-1-3 1 0,2 1 0 16,-2-3 0-16,2-1 5 0,0 0 4 0,2-4 0 16,0-2 2-16,-2-2 0 0,1-2-1 15,2-2-5-15,-1-4-3 0,1-1-2 0,2-1-2 16,-1-2 0-16,1-3 0 0,0 2 0 0,1-4 1 16,-1-1 0-16,4-2 0 0,-1 0 2 15,2 1-1-15,1-3 0 0,3-1 0 0,-3-1 1 16,5-1-1-16,-1-1-1 0,0-1 1 15,1-1 0-15,1-1 0 0,1 1-1 0,-1-2-1 16,0-1-1-16,-1 2-2 0,2 0-11 16,-4-2-47-16,3 1-76 0,-4 1-98 0,1 0-193 15,-1 1-300-15,-2 0-352 0,5 1-322 0,-3 1-156 16,0-1 264-16,0 0 706 0</inkml:trace>
  <inkml:trace contextRef="#ctx0" brushRef="#br0" timeOffset="30965.3">15351 4798 214 0,'-4'-9'793'0,"1"2"383"0,0 1 39 0,1 0-145 16,1 0-469-16,-1 1-254 0,4-1-121 0,1 1-39 15,0 1-25-15,4 1-13 0,3 0 34 16,0-1-1-16,6 1-19 0,-2-3-30 0,6 1-17 16,0 1-18-16,0-2-46 0,5 0-26 15,-3 0-13-15,2 0-7 0,0-2-6 0,-2 1-1 16,-3 1 2-16,-2 0-1 0,-4 1 26 0,1 1 20 15,-6 1 17-15,0 0 12 0,-2 1 7 16,-3 1 9-16,-1-1-17 0,0 2-13 0,-1 2-13 16,-2-1-11-16,-1 2-11 0,-1 2-9 0,0-1-6 15,-2 2-6-15,1 1-2 0,0 4-1 16,1 0 0-16,0-1 0 0,1 3 0 0,1 4-1 16,-1-1 1-16,4 3-1 0,-1 0-1 0,2 2 0 15,2 3 0-15,3-1-1 0,1 2 1 16,4 4 1-16,1 1-1 0,2 1 0 0,3 2 0 15,2 3 0-15,1 2-1 0,3 0 0 16,2 4-1-16,1-3 2 0,-1 5 0 0,-3 0 2 16,2-1-1-16,-3 2 2 0,-1 2 1 0,-6 0-1 15,1 2-1-15,-4-3-1 0,-3 2 1 16,-1 0 0-16,-4 0-2 0,-2-2 0 0,-1-1 1 0,-4-1-1 16,1 0-1-16,-3-4 2 15,-2 1 6-15,-2-4 3 0,0-1 3 0,-3-3 1 16,0-3 1-16,-2-3-1 0,1-3-5 0,-2-5-3 15,-1-3-3-15,1-2-2 0,-2-6-1 16,2-2-1-16,0-4-2 0,-2-4-1 0,3-2-2 16,1-4-3-16,2-3-9 0,1 1-13 15,1-5-32-15,2 2-75 0,1-2-84 0,0 0-170 16,3-2-284-16,2 2-336 0,0 2-367 0,4-2-201 16,2 2 119-16,2 0 713 0</inkml:trace>
  <inkml:trace contextRef="#ctx0" brushRef="#br0" timeOffset="31595.46">16601 5107 96 0,'-5'9'669'16,"4"-2"466"-16,-1 1 118 0,0-3-119 0,2 2-356 16,2-2-242-16,3 1-130 0,1 0-57 0,2-2-40 15,5 2-42-15,0 2-54 0,4-4-63 16,2 2-47-16,5-2-38 0,2 1-20 0,4-1-11 15,2-3-7-15,1 0-13 0,2 0-6 0,0-1-4 16,1-1-3-16,-3 1-1 0,-1 0-2 16,-4 0-1-16,-2 0-13 0,-4 1-42 0,-5 4-73 15,-4-3-84-15,-7 4-159 0,-4 1-293 0,-4 1-332 16,-2 1-316-16,-4 0-191 0,-6 1 113 16,-2-1 641-16</inkml:trace>
  <inkml:trace contextRef="#ctx0" brushRef="#br0" timeOffset="31785.43">16701 5429 175 0,'7'5'701'0,"1"-3"415"0,0 2 117 0,8-2-101 16,0-1-397-16,6 1-195 0,3 0-139 0,4-1-95 16,2-1-63-16,3 0-52 0,2-1-77 15,0-3-52-15,3 0-28 0,0 1-17 0,-1 1-11 0,-2 2-7 16,-3-3-48-16,-3 3-66 0,-3 0-122 15,-5 3-243-15,-2-1-289 0,-6 1-336 16,-5 3-284-16,-6 0-87 0,-4 3 463 0</inkml:trace>
  <inkml:trace contextRef="#ctx0" brushRef="#br0" timeOffset="33993.82">9684 4320 72 0,'7'-3'356'0,"-3"1"235"0,-1-2 202 0,-1 2-38 0,1 0-154 16,-2-2-93-16,1 2-56 0,-2-1-50 16,0 1-47-16,-2-2-43 0,2 2-13 0,-3-2 3 15,2 2 11-15,-1 0-8 0,-1-1-24 16,-1 0-30-16,1 2-47 0,-3-3-56 0,3 1-48 16,0 2-30-16,-2-2-17 0,2 2-11 15,-2-2-6-15,3 2-3 0,-2-1-3 16,-1-1-1-16,1 2-1 0,0-3 0 0,-2 1-1 15,1 0 0-15,0 0-1 0,-1-1 0 0,-2 2-2 16,2-3-6-16,-2 3-4 0,-3-2 0 0,3 0-3 16,-2 1 1-16,-2 0-1 0,1 0 2 15,-2 0 4-15,-1 0-1 0,3 0 0 0,-5 2-2 16,3-3 0-16,-2 3-1 0,0-1-2 16,-2 1-2-16,-1 1 0 0,1-1-1 0,1-1-2 15,-3 1 1-15,-1 1-1 0,2-2 0 0,-4 1-1 16,2 0-1-16,-1-1 0 0,1 0-2 15,-2 1 1-15,2-2-1 0,-2 1 0 0,2-1 0 16,-1 2 5-16,-1-2 3 0,2 0 2 16,-1 0 0-16,-1-1-10 0,0 1-2 0,-2 1 0 15,2-2 0-15,-3 2 0 0,-1 2 0 0,0-2 0 16,-1 0 0-16,-2 2 0 0,2-1 0 0,0 1 0 16,-3 1 0-16,2-1 0 0,-1 4 0 15,-1-2 0-15,0 2 0 0,3-2 0 0,-1 3 0 16,0 0 0-16,-1 1 0 0,1-2 0 15,-1 2 0-15,2 0 0 0,2 0-1 0,-2 2 1 16,3-1 0-16,-1 2 0 0,4 1 0 0,-2 0 0 16,2 0-1-16,2 1 0 0,-1-1 1 15,1 1 2-15,1 1-1 0,1 0-1 16,1 1 0-16,-1 1 0 0,2 0 0 0,0 2 0 0,0 1 0 16,1-1 0-16,0 1 0 0,0-1 0 15,1 1 0-15,-1 0 0 0,1 2 0 0,-1 0 0 16,3-1 0-16,-2 1 0 0,1 0 0 0,-1 1 0 15,2-2 0-15,-2 2 0 0,0-1 0 0,1 1 0 16,-1-1 0-16,2 1-1 0,-1 0-2 0,0-1 0 16,2-1 2-16,-2 0 1 0,3-2 0 15,-2 2 0-15,1-1 0 0,2-1 0 16,0 1-1-16,-2 1 1 0,0-2 0 0,2 4-1 16,-1-2 1-16,1 1 0 0,0 2 0 15,0 0-1-15,-3 1 1 0,5-2 0 0,-1 3-1 0,-2 1 1 16,4-1-1-16,2 1 1 0,0 4 0 15,1-3 0-15,0 3 4 0,2 2-2 16,0-4-1-16,2 1 0 0,1 2 0 0,2-3-1 16,0 2-3-16,4-3 2 0,-1 1 0 0,0-1 1 15,3-1 0-15,0-2-1 0,2 1 1 0,1-2 0 16,2 0 0-16,1-1 0 0,-1 1 0 0,3-3 0 16,3 0 1-16,-3 0 2 0,5 0 2 15,-2 0-4-15,3 0-1 0,-2-2 0 16,0 2 0-16,2-3 0 0,2 2 0 0,-2-2 0 15,2 0 0-15,-1-2 0 0,4 0 0 16,-2 3 0-16,4-4 0 0,0-2 0 0,1 2 0 0,3-3 0 16,0 0 0-16,2-2 0 15,-3 1 0-15,3-3 0 0,0-1 0 0,0 0 0 0,-2 0 0 16,1-3 0-16,-1 1 0 0,0-2 0 16,-1-2 0-16,0 2 0 0,-2 0 0 0,0-1 0 15,-3-1 0-15,2 0 0 0,-2 1 0 16,-1 0 0-16,-1-1 0 0,0 1 0 0,1-2 0 15,-2 0 0-15,-2 0 0 0,2 0 0 0,0-1 0 16,-2 2 0-16,2-3 0 0,-2 1 0 0,-1 2 0 16,-2-4 0-16,0 3 0 0,0-1 0 15,-1-2 0-15,-2 1 0 0,0 1 0 16,0-2 0-16,-2-2 0 0,1 2 0 0,-1-1 0 16,-1-2 0-16,3 0 0 0,-3 0 0 0,1-2 0 15,0-2 0-15,1 1 0 0,-1-1 0 0,-1-4 0 16,1 4 0-16,1-1 0 0,-1-3 0 15,1 3 0-15,1-3 0 0,-1 2 0 0,0-2 0 16,3 1 0-16,-3 0 0 0,2-3 0 16,0 1 0-16,-2 1 0 0,0 0 0 0,3 0 0 0,-3-1 0 15,0 0 0-15,-2 2 0 0,2-2 0 16,-2 1 0-16,-1 1 0 0,0-2 0 0,0 2 0 16,-3 0 0-16,-2 0 0 0,1 1 0 15,-2 0 0-15,1-2 0 0,-3 1 0 0,-1-1 0 16,2-1 0-16,0 0 0 0,-4-2 0 15,1 1 0-15,0 1 0 0,0-1 0 0,-2-2 0 16,0 1 0-16,3-2 0 0,-3 1 0 0,2-1 0 16,-1 2 0-16,0-3 0 0,1 2 0 15,-2 0 0-15,3 2 0 0,-1-1 0 0,-2 3 0 16,1-3 0-16,-3 3 0 0,2-2 0 16,-3 1 0-16,2 0 0 0,-4 0 0 0,1-1 0 15,-1 0 0-15,-3 0 0 0,2-2 0 0,-2 0 0 16,-2-2 0-16,2 1 0 0,2-2 0 0,-2 2 0 15,0-1 0-15,0 0 0 0,-1 2 0 16,2 0 0-16,-3 3 0 0,2-1 0 0,-1 0 0 16,-2 2 0-16,0 0 0 0,0 1 0 15,-1-2 0-15,-2 2 0 0,1 0 0 0,-1 1 0 16,-3 1 0-16,0-3 0 0,-4 2 0 0,2 1 0 16,-4-1 0-16,-2 2 0 0,0-1 0 0,-2 0 0 15,-1 1 0-15,-2 1 0 0,0 0 0 16,0 1 0-16,2 1 0 0,2 1 0 15,0 2 0-15,3 1 0 0,0 1 0 0,3 2 0 16,4 2 0-16,-1-1 0 0,5 1 0 0,1-1 0 16,0 2 0-16,3 0 0 0,2 0 0 15,0 0 0-15,1 2 0 0,1-1 0 0,2 2 0 16,-1 1 0-16,3 2 0 0,1 3 0 0,0-1 0 16,4 1-29-16,-2 2-54 0,2 0-80 0,-1 2-150 15,-1-1-264-15,5 1-328 0,-1 2-422 16,2-1-413-16,1 1-40 0,1-1 778 0</inkml:trace>
  <inkml:trace contextRef="#ctx0" brushRef="#br0" timeOffset="34977.11">10359 4560 10 0,'-8'3'427'0,"0"0"401"15,2-2 296-15,-2 2 39 0,3-1-328 16,2-1-296-16,0-1-158 0,1 2-109 16,2-1-82-16,0-1-58 0,2 2 35 0,3-2 12 15,3-2-9-15,4 1 31 0,4-1 5 0,6-3-8 16,3 0-48-16,5-3-27 0,5 0-9 0,3-3-32 15,6 3-16-15,2-4-10 0,5 2-11 16,6-1-4-16,4 1-7 0,2-2-5 0,4 0-6 16,1 2 6-16,0-3-4 0,1 3-3 15,-1 0-5-15,-3 2-2 0,-3-3-1 0,0 4-5 0,-4-1-2 16,1 1-1-16,-5 1-6 0,-1 1-3 16,-4 0-2-16,-3 1-1 0,0 0 3 0,-5 1 3 15,-3-2 4-15,-3 2 4 0,-1 2 0 16,-5-1 1-16,-3 1-4 0,-3 1-3 0,-1 1 0 15,-3-1 2-15,-1 2 2 0,-4-1 0 16,0 2 1-16,-1 0 1 0,-1 0 0 0,-1 2-4 16,-3-2-1-16,3 1-1 0,-3 0-1 0,0 0-1 15,-1 2 0-15,0-1 0 0,-2-3 1 16,1 0-1-16,-1 2 1 0,-3-1 0 0,3 0 4 16,-1 0 2-16,-1 2 2 0,0-2 0 15,1 3 1-15,-1-2 0 0,0 4-3 0,-1-1 0 16,1 3-1-16,-1 1 1 0,-1 1-2 15,2 1 0-15,-1 0 0 0,2 0-4 0,-1 0 0 0,1 2-1 16,-1-2 0-16,0 1 1 0,2-1-1 16,-2-1 2-16,0-2-1 0,3 0-1 0,-3 0 0 15,2-1-1-15,-3-2 1 0,1-1-1 16,0 0 1-16,2 0-1 0,-2-1 0 0,-1-1 1 16,2 2-1-16,0-2 1 0,-3 1-1 0,2 0 1 15,-1 0-1-15,0-1 1 0,-1 2-1 0,-1-1 1 16,2-1 0-16,-2-1 0 0,-2 0 0 15,2 0 0-15,-1-2 0 0,-1 1 0 0,0-2-1 16,1 0-2-16,-2-2-5 0,-1 1-6 16,-2-2-10-16,3 0-13 0,-2-2-18 0,-1 3-31 15,1-3-63-15,-1-1-66 0,-2 2-91 0,0-2-148 16,0 1-207-16,2 0-301 0,-2-1-225 16,3 3-194-16,0-1 54 0,1-1 476 0</inkml:trace>
  <inkml:trace contextRef="#ctx0" brushRef="#br0" timeOffset="35260.89">12068 4642 343 0,'-3'6'689'15,"0"0"293"-15,1 1 120 0,0 3-266 0,2-3-240 16,2 5-138-16,1 1-34 0,2 0-11 0,1 3-27 16,2 3-44-16,0 0-41 0,3 0-46 0,1 3-65 15,-2 1-60-15,3 2-47 0,1-2-23 16,0-1-17-16,1 0-11 0,1-3-8 0,-2-3-4 15,3 0 0-15,0-4-3 0,-4-2 2 0,3-4 2 16,-2-1 2-16,1-4 3 0,-1-2 0 16,-1-5 0-16,0 0 1 0,-3-3-2 0,0-3-1 15,-1 0-4-15,-3-2-4 0,-1 1-3 0,-2-1-5 16,-1 1-5-16,-2-1-1 0,-2-1-3 16,1 3-1-16,-2 1-2 0,-1-3-10 0,-1 3-19 15,1 0-47-15,-2 3-82 0,1-1-152 16,0 3-270-16,3 3-326 0,2 1-405 0,5 0-369 15,0 4-16-15,4 0 733 0</inkml:trace>
  <inkml:trace contextRef="#ctx0" brushRef="#br0" timeOffset="36674.98">18411 4504 259 0,'-1'-1'697'0,"-1"1"377"16,0 0 119-16,-1 0-231 0,2 0-322 0,-2 0-164 15,1 1-90-15,2 2-59 0,2 1-25 16,-2 4-20-16,4 1-34 0,-2 3-42 0,1 3-44 16,0 3-37-16,1 0-36 0,0 5-26 15,1-1-12-15,0 2-20 0,-1 2-11 0,1-1-10 0,-2-1-7 16,2 0-5-16,-2 1-4 0,1-3 4 16,-1-1 1-16,0-1 1 0,-1-1-2 15,-1-1 2-15,4-1-1 0,-5 0 0 0,0 0 5 16,0-2 2-16,-5 1 1 0,4-1-10 15,-1-3-25-15,0-1-51 0,-1-1-70 0,0-1-80 16,0-4-127-16,0-4-174 0,-1-2-279 0,1-4-255 16,2-2-217-16,1-5-95 0,0-3 314 0,1-3 514 15</inkml:trace>
  <inkml:trace contextRef="#ctx0" brushRef="#br0" timeOffset="36928.31">18601 4534 312 0,'8'-12'777'0,"-1"3"348"0,-1 2 59 0,-2 1-281 0,0 1-299 16,-3 3-197-16,2 1-66 0,1 4-26 15,-1 2-11-15,0 2-14 0,0 5-25 0,3 3-30 16,-3 4-62-16,2 1-49 0,0 5-43 0,-2 3-29 16,2 2-16-16,-2 3-15 0,3-2-9 15,-3 2-7-15,1-1-2 0,0-1-3 0,1 0 0 16,0-5-1-16,1-1-2 0,-1-3-1 15,-2-3-4-15,2-2-10 0,-2-2-30 0,-1-5-49 0,-1-1-63 16,-2-2-67-16,-1-3-113 0,-1-2-169 16,-2-4-241-16,0-2-251 0,-4-3-216 15,1 1-134-15,0-6 246 0,-4-1 514 0</inkml:trace>
  <inkml:trace contextRef="#ctx0" brushRef="#br0" timeOffset="37261.9">18218 4489 387 0,'-9'-1'773'0,"0"-2"332"0,0 2 75 16,2-3-290-16,1 3-227 0,-1 1-82 0,2-1-81 16,2 1-92-16,1 0-76 0,-1-2-59 0,3 2-80 15,-1 0-76-15,1 0-51 0,1 0-29 16,1 0-17-16,3 2-1 0,1-1 1 0,5 0 9 15,3 3 6-15,4-3 9 0,6 2 3 0,2 0-5 16,4-2-5-16,5 0-8 0,3-1-6 16,6-1-12-16,2 0-6 0,5-2-4 0,-1-3 1 15,1 0 2-15,1 0-2 0,-1-3 5 16,-4 5 0-16,1-2-1 0,-6-1-6 0,-3 1-3 16,-3 3-1-16,-3 0-2 0,-8 2 0 15,1 2-6-15,-8 1-12 0,-2 2-30 0,-3 4-75 16,-7-1-85-16,-4 1-150 0,-5 5-275 0,-2-1-330 15,-6 0-366-15,1 1-215 0,-2 2 62 0,-4-2 621 16</inkml:trace>
  <inkml:trace contextRef="#ctx0" brushRef="#br0" timeOffset="37808.18">18037 5304 318 0,'-8'3'705'0,"3"-1"347"16,0-1 114-16,1 0-270 0,0 1-281 0,-1-2-148 15,4 1-80-15,-1-1-79 0,2 2-69 16,0-1-44-16,2-1-40 0,1 1-9 0,4 1-27 15,2 1-8-15,5-1 9 0,1-2-4 16,5 1 11-16,4 1-22 0,0-2-7 0,4 0-12 16,5 0-13-16,3-2-7 0,6 1-9 15,1-1-7-15,4-1-9 0,2-1-12 0,3 1-5 16,2-1-7-16,-1-1-6 0,1 0-5 0,-2-1-3 16,2-1-2-16,-3 5-1 0,-1-4-1 15,-1 1 0-15,-3 1 0 0,-2 1 0 0,-4 0-2 0,-2 0 0 16,-3 3 1-16,-2 0 0 0,-4 1-1 15,-3 1-1-15,0 1-1 0,-4-2-10 16,-5 4-23-16,0-1-52 0,-5-2-77 0,-3-1-102 16,-1-1-185-16,-3 0-300 0,-2-1-340 0,-2 1-305 15,-2-1-153-15,-2 0 243 0,-1-2 674 0</inkml:trace>
  <inkml:trace contextRef="#ctx0" brushRef="#br0" timeOffset="38896.92">18122 5992 224 0,'-1'3'526'0,"-1"0"278"16,1 0 172-16,-3-1-188 0,3 1-175 0,-1-2-123 15,2 1-101-15,-2-1-76 0,1 0-59 16,-1 1-36-16,2-2-5 0,0 2 6 0,0-2 15 15,0 0 11-15,0 0-10 0,0 0-27 16,0 0-41-16,0-2-41 0,3-1-35 0,-1-1-26 16,1-4-18-16,1-4-13 0,0-2-8 15,2-4 4-15,2-1-1 0,0-2-3 0,0-3 2 16,1-1 3-16,1-1 0 0,-2 1-6 0,3 1-4 16,-3 0 5-16,0 0-5 0,0 3-2 15,0 1-1-15,-2 3-1 0,0 1-1 0,-2 1-6 16,0 4-3-16,-2 3 3 0,2 2 2 15,0 0-1-15,-3 1 2 0,-1 2-1 0,2 2 0 0,-1 1-4 16,1 1-4-16,0 3 1 16,-2 4-2-16,1 1 0 0,1 2 0 0,-1 2 0 15,1 2-1-15,0 0 1 0,-1 2-1 0,2 0 0 16,-1 0-1-16,1 3-1 0,0-2 1 0,-1 1-1 16,-1 1 0-16,1-1 1 0,-1 2 0 15,1 1 0-15,-2 2 0 0,0-2 0 0,0 0-1 16,-2 3-1-16,2-2 0 0,-1-1 0 0,-1 3 1 15,1-3-1-15,-1 0 0 0,-1 1 1 16,0-2 1-16,1-1-1 0,-1-1-1 0,0-2-1 16,1 0 1-16,-1-4-2 0,2-1 0 15,-1-2 0-15,0-2 0 0,2-2 0 0,-3-2-2 16,3-1-4-16,-1-1-6 0,1-2-7 0,0-2-11 16,0-4-21-16,1-1-37 0,-1-4-70 15,2 1-72-15,-1-2-124 0,-1-2-193 0,0 1-309 16,2-1-304-16,0 1-205 0,-1 1-83 15,1 0 391-15,-1 1 582 0</inkml:trace>
  <inkml:trace contextRef="#ctx0" brushRef="#br0" timeOffset="39753.73">18601 5688 67 0,'3'-10'581'0,"1"-1"467"0,-4 3 202 0,-4-1-68 15,3 3-282-15,-2 0-236 0,-2 3-157 16,-2 0-111-16,-2 3-74 0,1 0-59 0,0 0-86 15,-3 2-67-15,3 0-41 0,-1 2-23 0,1 0-13 16,-1 2-11-16,-1 0-7 0,0 3-4 16,1 0-4-16,1 1-3 0,0-1-2 15,0 4-1-15,-1-3-2 0,2 2 0 0,1 2 1 16,0-1-1-16,0-1 0 0,2 2 0 0,3 1-1 16,-1-2 1-16,4 0-2 0,-1 1 1 15,5 0 0-15,1-1 0 0,2 1 0 0,1-1 1 16,6 0 0-16,-2 0 0 0,6 0 0 15,1-1 1-15,1 1-2 0,0 0 1 0,2-2-1 16,0 2-1-16,-4-1 1 0,2 1 1 0,-3 0 0 16,-3 2 1-16,-2 1 2 0,-3-1 0 15,-1 0 2-15,-2 1 0 0,-5 0 0 0,-2 1-1 16,-2 1 1-16,-2-2-1 0,-5 0 0 0,0 0 1 16,0-1-1-16,-4-3 1 0,0 2-1 15,0-4 1-15,-6 1-2 0,4-4 0 0,-3-1 4 16,0-1 0-16,1-2 3 0,0-3 0 0,2-2 2 15,1 0-2-15,0-4-6 0,4-3 0 16,1 1-3-16,2-5-3 0,3 1 0 16,3-2-1-16,1-3 1 0,7-2 0 0,-2-1 1 0,7-2 2 15,2-3 0-15,2-2 1 0,1-1 0 16,0-2 1-16,6 0 0 0,-4-2 0 0,-1 0-1 16,2 2 1-16,-3-2 0 0,-5 4 0 0,1 2 0 15,-6 4 1-15,-1-1 4 16,-4 5 3-16,-5 2 2 0,-1 0 4 0,-5 4 1 0,-4 2 1 15,-3 3 0-15,-2 0-2 0,-1 5-2 16,-4 2-2-16,0 1-3 0,2 4-2 0,-1 1-3 16,1 4-3-16,2-1-1 0,1 3-1 15,2 1-2-15,3 0 1 0,4-1-2 0,2 1 0 16,2 0-1-16,4 0-2 0,2 2-9 0,3-2-14 16,1-1-34-16,2 0-68 0,5 2-72 15,-2-5-117-15,4 2-197 0,-2-1-311 0,4 0-316 16,0-2-232-16,1-1-128 0,0 2 344 0,1-3 638 15</inkml:trace>
  <inkml:trace contextRef="#ctx0" brushRef="#br0" timeOffset="40129.83">19028 5859 214 0,'0'6'830'0,"-2"2"420"16,-1 5 85-16,-2 4-108 0,1 0-422 0,2 5-275 15,-1 4-143-15,2 3-86 0,1 1-70 0,0 2-71 16,0 0-56-16,3 1-41 0,0 0-24 16,6-4-14-16,-1-1-12 0,2-4-6 0,4-6-2 15,0-5-2-15,2-3 0 0,0-7 0 0,1-5 1 16,2-4-1-16,0-7-2 0,-2-2 0 16,1-5-1-16,-2-3 2 0,-2-3 0 0,-3-3 1 15,2 0 4-15,-7 1 4 16,-3-2 8-16,-1 3 6 0,-4 0 4 0,-3 0 5 0,-3 3 0 15,-4 0 0-15,1 3-3 0,-4 0-6 0,-2 4-4 16,3 1-5-16,-3 6-4 16,-1 1-6-16,2 5-2 0,1 2-2 0,2 2-3 0,2 4 0 15,-2 2-2-15,4 2 1 0,2-1-2 16,1 3-8-16,3 1-15 0,3-3-35 0,0 3-77 16,2-4-78-16,2-1-148 0,1 0-263 0,0-2-327 15,1-1-339-15,4-1-199 0,0-1 6 0,3-2 588 16</inkml:trace>
  <inkml:trace contextRef="#ctx0" brushRef="#br0" timeOffset="40755.31">19771 5326 356 0,'5'-1'1403'0,"0"1"449"0,-2 0-276 16,1 0-383-16,-4 1-467 0,2-1-301 0,-2 2-182 16,0-2-89-16,-2 1-51 0,2 1-33 15,0-2-25-15,0 0-18 0,-2 1-12 0,0-1-12 16,2 0-3-16,0 0 0 0,0-1 0 16,0 1 0-16,0 0 0 0,0-2-19 0,4 2-18 0,-4-1-41 15,4-1-83-15,-3 1-170 0,2-1-267 16,1 2-335-16,-1 0-429 0,0 0-430 15,-1 0 32-15,-1 2 862 0</inkml:trace>
  <inkml:trace contextRef="#ctx0" brushRef="#br0" timeOffset="41394.68">20288 5817 33 0,'0'5'559'0,"3"1"488"0,1-2 196 15,-3-2-94-15,2-1-328 0,1-1-223 16,0-1-132-16,5-3-76 0,0-2-44 16,-1-3-44-16,6-3-42 0,-2-5-80 0,4-3-57 15,2-6-31-15,2-4-21 0,4-4-7 0,-2-4-11 16,3-2-7-16,2-4-6 0,2-1-5 0,-3 0-5 15,1-2-8-15,0 4-3 0,-3 0-4 16,0 1-4-16,-4 4-5 0,-1 4-1 0,-3 3-2 16,-3 5 0-16,-1 2-1 0,-4 5 0 15,-1 3 0-15,-3 3-1 0,1 1 0 0,0 3 0 16,-5 1-1-16,0 1 0 0,-5 2-2 0,2 2 0 16,-2 0-1-16,-1 3-2 0,-4 1-3 0,1 3-10 15,-1-2-15-15,-3 4-37 16,0 1-72-16,-2 0-86 0,-2 1-149 0,-1 0-253 0,-1-1-329 15,1 2-348-15,0-2-218 0,-1 1 15 16,2-1 587-16</inkml:trace>
  <inkml:trace contextRef="#ctx0" brushRef="#br0" timeOffset="41633.26">20326 5166 108 0,'-1'4'641'0,"-3"1"433"16,1 1 159-16,3-1-90 0,3 5-341 0,1 0-215 15,2 4-120-15,2 1-83 0,3 1-59 0,2 4-49 16,1-1-62-16,-2 2-64 0,7 2-45 16,-1 2-23-16,2-2-21 0,2 1-13 0,-1-1-16 15,4 2-10-15,1-3-10 0,-1 0-6 16,2 0-4-16,-2-4-3 0,1 0-2 0,0-3 0 16,0-2-1-16,-1 0-7 0,-2-5-26 15,-2 0-73-15,-2-1-83 0,-4-2-167 0,-2-2-288 16,-5-2-339-16,-1 1-388 0,-4-1-225 0,0 1 99 15,0-1 727-15</inkml:trace>
  <inkml:trace contextRef="#ctx0" brushRef="#br0" timeOffset="41856.78">21207 5388 7 0,'0'0'1002'0,"-5"-2"878"0,1 1-130 0,-5 1-421 0,3 0-362 16,0 0-495-16,-2 1-243 0,5-1-106 16,0 2-49-16,1-2-32 0,2 0-21 15,2 0-13-15,2 0-6 0,4-2-15 0,-2 1-33 16,4 1-83-16,-2-3-120 0,1 0-255 0,1 2-313 16,0-3-394-16,-1 3-439 0,-1 1-95 0,1 1 565 15</inkml:trace>
  <inkml:trace contextRef="#ctx0" brushRef="#br0" timeOffset="42460.8">21856 5044 313 0,'9'-6'867'0,"-5"0"364"0,0 2 12 0,-1 1-209 16,-2 0-292-16,4 3-189 0,-4 0-133 0,2 3-78 15,-1 3-53-15,0 1-62 0,-1 6-65 16,3 3-51-16,-3 2-30 0,-1 4-18 0,2 5-13 16,-1 0-6-16,-1 4-8 0,0 3-8 15,-1 0-5-15,-1 1-4 0,1 1-4 0,-1 0-6 16,-1 0-2-16,1 0-3 0,0-2-3 0,-1-3-1 15,3-1-1-15,-1-4 0 0,1 0-2 16,-3-3 0-16,1-3-3 0,2-2-11 16,0-1-17-16,0-3-36 0,0-4-67 0,0-1-72 15,0-3-100-15,-1-5-163 0,1-2-258 0,1-5-300 16,1-2-219-16,2-3-178 0,1-6 147 0,3 2 555 16</inkml:trace>
  <inkml:trace contextRef="#ctx0" brushRef="#br0" timeOffset="42825.79">22127 5203 104 0,'9'-12'656'0,"-2"3"452"0,-2 3 136 0,-2 3-114 15,0 6-370-15,0 3-232 0,2 4-127 0,-2 7-70 16,2 3-52-16,-2 2-18 0,2 5-47 0,0 5-62 16,-1-1-48-16,4 6-32 0,-2 0-16 0,2 1-24 15,0 0-14-15,3 0-7 0,0-4-7 16,3-2-3-16,2-7-1 0,2-4-2 0,-2-3 2 15,2-7 0-15,0-5 0 0,2-4 3 16,-2-7 0-16,-1-7 1 0,-1-1 0 0,-2-4-1 16,0-5 6-16,-4-3 4 0,0-5 7 0,-4 0 6 15,0-3 9-15,-4 1 5 0,-2-2 0 16,-4 0-1-16,-2-1-5 0,-3-1-5 0,-1 2-2 16,-4 2-3-16,1 2-3 0,-1 4-2 15,-2 4-3-15,2 3-1 0,0 4-6 0,1 4-5 16,-1 3-3-16,3 6-3 0,2 3 0 0,-1 4-3 15,4 4 1-15,-1 4-1 0,2 4 0 0,1 2 0 16,1 5-5-16,1 1-5 0,2 2-17 16,0 5-41-16,0 1-76 0,0 2-91 0,2 2-174 15,-1-1-292-15,3-4-343 0,3-1-340 0,1-4-176 16,3-3 172-16,7-6 690 0</inkml:trace>
  <inkml:trace contextRef="#ctx0" brushRef="#br0" timeOffset="43128.6">22755 5318 264 0,'4'-8'1076'0,"-4"2"582"0,0 5-87 0,-3 1-332 15,0 4-493-15,-2 3-284 0,-2 4-185 16,0 5-112-16,2 2-66 0,-1 5-35 0,1 2-22 0,-1 4-14 16,5 2-10-16,1-1-8 0,1 1-3 15,4-3-4-15,3-3 0 0,1-3-3 16,4-7 0-16,1-2-1 0,3-8 0 0,-1-5 1 15,3-4 1-15,-4-6 0 0,0-3 0 0,-4-6 1 16,1-4-1-16,-3-1 5 0,-4-2 4 0,-2-1 6 16,-3-2 3-16,-3 2 4 0,-2-1 0 15,-4 0-2-15,-4 2-5 0,-2 0-4 0,-2 3-5 16,3-1-4-16,-4 5-1 0,1 2-4 16,1 6-2-16,1 2-8 0,2 4-19 0,2 5-58 15,0 4-80-15,4 2-158 0,3 0-274 16,4 2-328-16,3 1-405 0,3 1-317 0,5 1 18 15,2-2 740-15</inkml:trace>
  <inkml:trace contextRef="#ctx0" brushRef="#br0" timeOffset="43400.76">23151 5067 311 0,'-3'-6'1465'0,"-3"-1"463"16,2 5-339-16,-5-2-415 0,1 4-430 0,-2 4-365 15,2 0-176-15,-2 1-79 0,2 6-40 0,0-3-26 16,2 4-18-16,1 2-15 0,4-3-10 0,1 3-6 16,0-2-4-16,4 0-4 0,1-1-2 15,3-2-2-15,1-2 0 0,3-3-1 0,0 0-6 16,-1-3-7-16,2 0-13 0,-1-1-20 16,0-1-38-16,-4 1-80 0,-1 0-82 0,0-1-146 15,-4 2-247-15,0 0-328 0,-1 4-334 0,1 1-187 16,-1 0 4-16,2 3 566 0</inkml:trace>
  <inkml:trace contextRef="#ctx0" brushRef="#br0" timeOffset="43607.49">23405 5659 222 0,'0'17'1165'16,"-2"-1"605"-16,0-2-171 0,1-3-364 0,-3 0-464 15,4-3-304-15,-1 1-211 0,-1-5-102 0,2 2-51 16,0-4-34-16,2 1-22 0,-1-3-18 16,1-1-12-16,1-3-7 0,1 2-7 0,0-4-2 15,0-1-2-15,0 1-2 0,2 0-7 0,-1 0-13 16,-2 0-25-16,-1 1-57 0,0 0-78 16,-4-1-127-16,0 1-212 0,1 2-307 0,-4-1-350 15,2 1-289-15,-5 2-108 0,2 1 433 0,-1 0 667 16</inkml:trace>
  <inkml:trace contextRef="#ctx0" brushRef="#br0" timeOffset="43891.54">22970 5985 382 0,'-7'10'964'0,"0"-2"344"15,4-4 60-15,3-4-194 0,1-4-390 0,7-7-259 16,1-7-132-16,6-6-82 0,4-9-85 16,4-6-77-16,2-7-46 0,4-7-26 0,6-4-21 15,-4-4-18-15,4 3-11 0,-2-6-7 16,1 3-8-16,-3 0-3 0,-1 5-3 0,0 0 0 16,-1 5-4-16,-6 6-1 0,-2 3-4 15,0 6-16-15,-5 5-42 0,-4 3-84 0,-2 3-186 0,-4 4-265 16,2 2-339-16,-4 2-432 15,1 0-417-15,-2 1 66 0,4 0 916 0</inkml:trace>
  <inkml:trace contextRef="#ctx0" brushRef="#br0" timeOffset="47344.6">24217 5307 86 0,'2'4'614'15,"0"1"437"-15,0-3 148 0,0 2-108 16,0-1-396-16,1-2-287 0,2 2-129 0,-1 0-24 16,4 0-5-16,3 2-12 0,4-3 16 0,-1 3-14 15,2-1-39-15,2-2-61 0,2 4-36 16,3-4-19-16,1-2-37 0,1 3-18 0,-1-3-12 15,3 0-4-15,0 0-4 0,-2-3-5 0,-1 1-1 16,-2 2-4-16,-1-5 0 0,-3 3 0 16,-2-2-1-16,2 2 1 0,-6-2-1 0,-1 2-3 15,-4-2-30-15,-3 3-70 0,-4 0-78 16,-1 1-147-16,-6 0-255 0,-2 1-323 0,-2 0-325 16,-3 3-210-16,-4-2 37 0,-2 2 564 0</inkml:trace>
  <inkml:trace contextRef="#ctx0" brushRef="#br0" timeOffset="47546.35">24238 5442 36 0,'8'3'413'0,"3"0"373"16,-2 0 298-16,6 0 61 0,0-3-359 0,4 1-253 15,0-2-129-15,2 1-122 0,2-1-94 16,0-1-71-16,4 0-41 0,-1 1-32 0,1 0-20 15,0-1-13-15,-2 2-6 0,1 0-11 16,-1 2-38-16,-1-2-141 0,-4 2-284 0,1 0-270 16,-1 0-273-16,-2-1-249 0,-2 2-11 15,-2 1 512-15</inkml:trace>
  <inkml:trace contextRef="#ctx0" brushRef="#br0" timeOffset="49074.83">25379 4413 33 0,'4'-3'500'0,"-3"2"457"0,-1-1 259 0,0-1-51 16,0 3-363-16,0-1-253 0,2 1-151 15,-1 1-73-15,1 0-27 0,0 3-17 0,0 1-22 16,3 6-38-16,-2 0-42 0,1 5-46 16,-3 4-38-16,2 0-28 0,-1 3-22 0,0 2-13 15,-2 1-9-15,0 0-4 0,0 2-6 0,0-1-5 16,0-1-8-16,-2 0-4 0,0-2-4 15,2-1-3-15,0-2 3 0,0-2 1 0,4-2-8 16,-4-3-38-16,1 0-67 0,-1-5-59 16,2-1-93-16,-1-3-166 0,1-5-225 0,0-4-279 15,-1-2-211-15,2-1-197 0,0-3 60 0,0-3 492 16</inkml:trace>
  <inkml:trace contextRef="#ctx0" brushRef="#br0" timeOffset="49303.44">25596 4367 62 0,'6'-4'513'16,"-2"2"385"-16,2 4 247 0,-3 4 1 0,2 3-367 15,-2 5-202-15,2 3-91 0,-2 2-52 16,2 1-62-16,-4 4-61 0,4 2-55 0,-4 2-61 16,1-1-61-16,-1 2-47 0,-1 0-32 0,2 2-18 15,-2-2-11-15,0 1-11 0,0-3-8 0,2-1-6 16,-1-1-4-16,2-1-23 0,-3-5-58 15,4-1-65-15,-3-3-83 0,-1-4-149 0,-1-2-249 16,-1-3-315-16,0-5-256 0,-2-1-202 0,0-6 46 16,0-3 523-16</inkml:trace>
  <inkml:trace contextRef="#ctx0" brushRef="#br0" timeOffset="49559.91">25193 4282 241 0,'-11'-9'819'0,"1"2"376"0,2 1 19 16,4 3-177-16,0 0-458 0,6 2-199 15,3 1-78-15,6 0-46 0,6 2 22 0,4 3-2 16,4-1-29-16,5 0-54 0,6 3-48 0,2-1-28 16,4-1-47-16,2 1-25 0,0 0-6 15,3 0-3-15,-1 1-10 0,0 0-8 16,-2 1-3-16,-2 0-1 0,-2 0-9 0,-1 1-5 15,-6 1-1-15,-3 2-2 0,-3 1-22 0,-5 4-66 16,-5-3-71-16,-7 1-125 0,-3 1-198 0,-7 3-318 16,-3-1-344-16,-6 0-253 0,-2 0-107 15,-5 0 402-15,-3 2 619 0</inkml:trace>
  <inkml:trace contextRef="#ctx0" brushRef="#br0" timeOffset="49844.38">25095 5053 188 0,'-13'8'793'0,"2"3"413"0,3-3 40 15,2 0-166-15,0-1-426 0,4-1-228 0,4 2-103 16,5 0-41-16,1 2-8 0,7-1-10 0,0 0-26 16,7-1-49-16,2-2-44 0,6-2-28 15,8 0-28-15,2-1-15 0,3-3-15 0,5 0-12 16,4 0-11-16,-1-3-10 0,1 2-8 15,0-2-8-15,1 0-6 0,-3 0-2 0,2 0-1 16,-4 0-1-16,1 0 0 0,-6 0 0 16,1 0-1-16,-3 0 0 0,-5 0-6 15,1 3-21-15,-5 0-54 0,-6 0-75 0,-2 0-115 0,-5 0-196 16,-3 0-308-16,-7 3-353 0,0 1-301 16,-7 1-144-16,-4 1 341 0,-1 1 675 0</inkml:trace>
  <inkml:trace contextRef="#ctx0" brushRef="#br0" timeOffset="50331.42">25172 5965 75 0,'0'7'628'15,"0"0"473"-15,0-2 175 0,0-1-61 0,0-3-307 16,2 1-253-16,0-2-176 0,0-5-106 16,2-1-66-16,-1-2-68 0,2-5-72 0,3-5-55 15,1-3-34-15,4-2-12 0,1-7-11 0,3 1-5 16,-1-6-7-16,5-1-9 0,-1-3-5 15,-1 2-8-15,2-2-6 0,-3 1-6 0,-1 2-5 16,0 3-2-16,-4 2-1 0,-4 2-1 16,2 5 7-16,-5 3 3 0,-1 4 2 0,0 4 3 15,-2 3-1-15,2 2 1 0,-5 4-6 0,1 1-3 16,-2 3-2-16,1 3-2 0,-5 2 0 16,2 5-1-16,0 2 1 0,0 2-1 0,-1 4 1 15,0 2-1-15,0 1 1 0,0 5 0 0,-2 2 0 16,-1 3 0-16,1 3-2 0,-1 0 1 15,-1 3-2-15,-1-2-1 0,1 3-1 0,0-3 0 16,2 1-2-16,-2-4-1 0,3-2 0 16,2-1-5-16,2-6-12 0,1 0-19 0,0-4-46 15,1-5-77-15,2-3-88 0,1-5-146 0,0-2-235 16,4-7-328-16,2-1-304 0,-1-7-183 16,4-2 0-16,-2-5 519 0</inkml:trace>
  <inkml:trace contextRef="#ctx0" brushRef="#br0" timeOffset="50822.69">25561 5506 30 0,'3'-15'526'0,"-1"5"472"0,0 2 225 15,-2 2-70-15,-2 3-359 0,2 3-293 0,0 3-167 16,0 2-85-16,2 4-46 0,-1 0-31 16,4 3-21-16,1 0 7 0,0 2-21 0,2 1-25 15,0 1-15-15,3 2-10 0,0 0-10 16,1 1-32-16,0 2-16 0,-1 3-10 0,2-1-10 15,-4 2-1-15,3 2-2 0,-2-1-2 16,-2 2-2-16,-1-1 1 0,-2 3 1 0,-1-2 24 0,-4 2 15 16,0-2 8-16,-3 0 5 0,0-3 0 15,-2-2 0-15,-1-2-14 0,-2-2-10 0,-1-3-5 16,0-4-1-16,0-5-2 0,0-3-3 16,-1-4-5-16,2-2-6 0,0-6-4 0,1-4-2 15,2-3-1-15,0-5-2 0,2-2-2 16,1-3 0-16,0-4 0 0,4-1-1 0,0-1 0 15,1-4 1-15,2 0 1 0,0-1-2 0,4 3 1 16,0-4 0-16,-1 5 1 0,5 0-3 16,-4 0 1-16,3 5 1 0,-2 1 0 0,2 4 1 15,-4 1-1-15,2 3 1 0,-2 0-1 16,-1 5 1-16,-1 2 1 0,-1 1 0 0,-1 4 2 0,-2 0 1 16,-2 0 0-16,-2 4 0 0,0-3 0 15,-5 4-2-15,-1 1-2 0,0 0 0 16,-4 1 0-16,1 4-1 0,-2 0 0 0,-1 3-1 15,-1-1 0-15,0 3 0 0,0 1-3 0,1 0-6 16,3 1-24-16,0 1-56 0,3-2-67 16,0-3-74-16,3 1-130 0,4 0-207 0,-1-3-304 15,4-1-249-15,1-1-203 0,2-1-61 0,3 0 395 16,3-1 551-16</inkml:trace>
  <inkml:trace contextRef="#ctx0" brushRef="#br0" timeOffset="54633.44">25520 6119 13 0,'0'0'256'0,"0"-1"164"15,0 1 161-15,0-1-16 0,0 1-120 0,1 0-93 16,-1 1-51-16,0-1-22 0,2 1-14 0,-2-1-12 16,2 0-14-16,-2 3-11 0,0-3-8 0,1 0-6 15,-1 0-4-15,0 2-7 0,0-2-17 16,-1 0-27-16,1 0-27 0,-2 0-18 0,0 2-8 16,2 0 20-16,-1-2 34 0,-1 2 22 15,1 0 9-15,-2-2-3 0,1 3-20 0,-1-3-36 16,2 3-43-16,-1-2-29 0,0 1-23 15,1-1-16-15,1 2-11 0,-2 0-6 0,1 2-3 16,1-2 1-16,-2 1-2 0,2 1-2 0,0-3 0 16,0 2 0-16,0-2 2 0,0 2-4 15,0-3 3-15,0 0 0 0,0 1 0 0,0-2 1 16,0 0 1-16,0 0 3 0,0-2 1 0,0 1-1 16,2-2 1-16,-2 0 0 0,0-2-3 0,1 1 0 15,-1-2-2-15,2 0 2 0,-2 2 14 16,0-1 5-16,0 2 14 0,0 0 6 0,0 2 3 15,0-2 1-15,0 1-11 0,0 2-6 16,0-1-10-16,0 1-6 0,0 0-2 0,0 0-3 16,0 0 0-16,0 0-2 0,0 0-1 0,0 0-2 15,0 1 0-15,-2-1-3 0,2 2 2 16,-1 0-2-16,1-1-1 0,0 0 1 0,-2 1-1 16,2-1-2-16,-2 2-17 0,1-3-46 15,1 2-67-15,-2-2-95 0,0-2-169 0,1 1-302 16,-1-2-321-16,4-3-297 0,-1 2-181 15,3-5 204-15,-3 1 641 0</inkml:trace>
  <inkml:trace contextRef="#ctx0" brushRef="#br0" timeOffset="58831.4">19573 1324 182 0,'4'-1'313'0,"-3"-1"121"0,1 2-29 0,-1 0-109 15,1-1-83-15,0 1-42 0,-2-1-14 16,1 1-5-16,-1 0 7 0,0 0-4 0,2 0-6 0,-2 0-15 16,0 0-23-16,0 0-26 0,0 0-10 15,0 0-7-15,0 0-5 0,0 0 10 0,0 0 13 16,0 0 14-16,0 1 15 0,1-1 18 0,-1 1 21 16,0-1 6-16,0 0 14 0,2 2 18 0,0-2 8 15,-2 1-4-15,1 1-17 0,-1-1-22 16,3-1-27-16,-1 1-28 0,0 1-33 0,2 0-24 0,-2-1-11 15,1 1-7-15,-2-1-7 0,3 2-3 0,0-1 16 16,1-1 17-16,0 2 5 0,1-2 5 0,-3-1 4 16,2 2 2-16,-2 0 3 0,2-2 16 0,-2 0 7 15,2 1 8-15,-2-1-4 0,3 1-4 0,-1-1-17 16,0 0-25-16,0 2 11 0,1-2 1 16,2 2 4-16,-4-2-2 0,1 1-4 0,3-1 0 15,-3 0-25-15,3 1-14 0,-2-1-7 0,2 3-3 16,-1-3-3-16,2 0-2 0,-3 1-1 0,2-1-1 15,0 1 0-15,1-1-1 0,-2 0-1 0,1 1 1 16,-2-1 0-16,2 0 12 0,1 0 8 0,-2 2 4 16,-1 1 1-16,1-3 1 0,0 2-1 0,0-2-12 15,-3 0-5-15,1 3-5 0,0-2-3 16,0 1 1-16,-1-1-1 0,3 1-2 0,-4 0-1 16,2-2 0-16,0 1 1 0,-1 0-1 0,2 1 0 0,-1 0 1 15,2-1-1-15,-3-1 1 0,1 1-1 0,3 1 0 16,-2-2 1-16,1 2-2 0,1-2 3 0,-2 0-1 15,2 0-1-15,0 1 0 0,-2-1 1 0,0 0 0 16,4 0-1-16,-4 0 1 0,0 0 0 0,3 0 0 16,-2 0-1-16,-1 0 0 0,2 0 1 15,-3-1-2-15,3 1 1 0,0 0 1 0,-2-2 2 16,1 0-1-16,-1 1 0 0,2 1 0 0,-4-3-1 16,3 1-1-16,-1 1-1 0,-1 0 1 0,4-1 0 15,-4 0 0-15,2 2 0 0,1-1 1 0,-4 1 0 16,4-2-1-16,-2 2 0 0,2 0 0 0,-1 0 0 0,-1 0 1 15,3 0-1-15,-1-1 0 0,-1 1 1 16,2 0 0-16,-1-3 1 0,0 3-2 0,0 0 2 16,1-2 0-16,-1 2-1 0,0-3-1 0,0 1 0 15,0 1 0-15,0 1-1 0,0-1 1 0,-2 0-1 16,3-2 1-16,-2 3 0 0,-1-1-1 0,1 1 1 16,0 0 0-16,0 0 1 0,-1 0-1 0,1 0 0 15,-3 0 1-15,2 1 0 0,1-1 0 0,-2 3-1 16,-1-3 0-16,1 0-1 0,0 1 0 0,3-1 0 15,-5 1 1-15,2-1 1 0,-1 0-1 0,1 1 1 16,-1-1 1-16,0 2-1 0,2-2-1 0,1 3-1 16,-3-3 1-16,1 0 0 0,0 0 0 15,0 0 0-15,1 2-1 0,0-2 0 0,-1 0 1 0,2 3-1 16,-1-3 1-16,1 1-3 0,-2-1 2 16,3 2 1-16,-3-1-2 0,3-1 2 0,-2 2-1 15,2 0 1-15,-1-2 0 0,-1 1 1 0,3-1-1 16,-1 0-1-16,0 1 2 0,0-1-1 0,0 2 1 15,-2-2 0-15,2 2 0 0,-1-1 0 0,0-1-1 16,1 1 1-16,-3-1 0 0,2 2-1 0,2-2 0 16,-5 2 0-16,3-2 0 0,-1 1 0 0,1 0-1 0,0-1 0 15,0 0 0-15,-1 2 0 0,1-2-1 16,-1 1 1-16,1-1 1 0,-2 0 7 16,3 2 3-16,-3-2 1 0,2 1 2 0,0-1 1 0,0 0-7 15,1-1-9-15,-2 1-4 0,2-2-2 16,-2 2-3-16,0-1 0 0,3-1 4 0,-2 2 4 15,-1-1 2-15,2 0 1 0,1-1 0 0,-2 0 1 0,-1 1 0 16,2 1 1-16,-1-1-2 0,-1 1 4 16,3 0 4-16,-2 0 3 0,-1 0 3 0,2 0 1 0,1 0 0 15,-2 1-1-15,1-1-6 0,0 0-3 0,1 1-1 16,-1-1 0-16,0 2-1 0,3-2-1 0,-1 0 0 16,-2 0 0-16,0 2-1 0,2-2 0 0,-2 0 1 15,1 1-1-15,0-1 0 0,-1 1 0 0,0-1-1 16,0 0 0-16,1 2 1 0,1-2-1 0,-4 1 0 15,2-1 0-15,-1 0 1 0,2 0-1 16,-5 0 0-16,3 0 0 0,0 0 0 0,0 0 1 16,-1 0-1-16,1 0 0 0,1-1-1 0,-1-1 2 15,1 2-1-15,-1-1 0 0,-1 0 1 0,3-1-1 16,-2 2 1-16,1-2-1 0,-2 1 0 0,2 1 0 16,0-1 0-16,-2 1 0 0,1 0 1 0,2 0-1 15,-5 0 0-15,3 1 0 0,-1-1 0 0,-1 0 0 16,4 1 0-16,-2-1 1 0,-1 2-1 0,-1-2 0 15,1 0 1-15,0 0-1 0,-1 0-1 16,2 0-1-16,-3 0 1 0,1 0 1 0,2 0-1 0,-3 0 1 16,1 0 0-16,-2 0 0 0,0 0-1 0,4 0 1 15,-4 0 0-15,0 0 0 0,5 0 0 16,-4 2 1-16,1-2 0 0,0 0-1 0,2 0-1 0,-3 1 1 16,4 0 0-16,-2-1 1 0,1 2-1 0,-1-1 0 15,2 2 0-15,0-2 0 0,-2 1-2 16,1 0 1-16,2-1 1 0,-1 1 0 15,-2-1 0-15,1 1-1 0,2-1 2 0,-3 1-1 0,1-1-1 16,-1 1 2-16,0-1 5 0,0 0 3 0,-1-1 2 16,2 2 1-16,-3 0 0 0,1-1 0 0,-2 0-6 15,2 1-3-15,1 0-2 0,-3-2-1 0,1 1 0 16,0-1 0-16,0 1 0 0,-3-1-1 0,2 3 1 16,2-3-2-16,0 0 1 0,-2 0-1 0,0 0 1 15,0 0 1-15,0 0 0 0,1 0 0 0,1 1 0 16,-2-1 0-16,1 1 0 0,-1-1-2 0,2 0 1 15,-2 1 1-15,0-1-1 0,-1 0 1 0,1 0 0 16,-1 0-1-16,0 0-1 0,-1 0 0 0,1 0 0 16,-2 0-3-16,1 0-11 0,-1 0-40 0,2 2-70 15,-4-2-83-15,2-2-167 0,0 2-292 0,-1 0-332 16,1 0-323-16,0 0-204 0,1 0 134 0,4 0 666 16</inkml:trace>
  <inkml:trace contextRef="#ctx0" brushRef="#br0" timeOffset="60038.09">27052 5078 70 0,'2'-14'578'0,"-2"3"468"15,-2 0 203-15,-2 3-78 0,0-1-331 0,-1 1-220 16,1 2-139-16,-4 0-101 0,0 4-67 16,-2-2-57-16,-1 2-63 0,-1 2-74 0,-1 2-45 15,-1 2-27-15,1 2-13 0,0 2-2 16,-2 4-5-16,0 3-1 0,1 6-5 0,1 3-2 15,1 6-6-15,1 5-6 0,1 2-2 16,0 4-1-16,3 3 0 0,2 0 0 0,0 1 1 0,5 1 1 16,0 0-2-16,4-5-1 0,2 0-1 15,4-3-1-15,4-6-1 0,0-6 1 0,8-7-1 16,2-1 1-16,1-10 1 0,2-6 0 16,6-6 0-16,-1-9-1 0,-1-4 0 0,1-3-1 15,-2-7 0-15,-3-3 0 0,-1-2 0 16,-3-1 1-16,-3 0 1 0,-5-1 2 0,-3 2 3 15,-2-1 3-15,-5 3 5 0,-5-1 2 0,-2-1-1 16,-4 2 0-16,-2 2-2 0,-6 1 1 16,-2-1 0-16,-3 7 1 0,-1-3 1 0,-1 8 1 15,-3 1-1-15,0 3 0 0,2 4-5 16,1 1 2-16,1 3-1 0,0 4-2 0,4 3 0 0,0 3-4 16,2 0 0-16,1 3-5 0,4 3-2 15,2 0-2-15,2 1-2 0,2 1-1 16,2 4-3-16,2-2-10 0,2 0-16 0,1 1-45 15,0 2-76-15,3-3-98 0,-1 0-182 0,3 2-294 16,-1-1-348-16,1-1-339 0,-2 2-168 16,3-1 218-16,-2-1 695 0</inkml:trace>
  <inkml:trace contextRef="#ctx0" brushRef="#br0" timeOffset="60366.12">27470 5618 260 0,'1'-1'1240'0,"1"1"531"16,-2-1-216-16,0-1-364 0,-2 1-464 0,1 1-305 16,-1-2-209-16,0 1-94 0,1 1-46 15,-3-1-29-15,4 1-20 0,0-2-13 0,0 2-9 16,0-2-14-16,0 1-46 0,4 0-82 16,-1-3-120-16,0 0-239 0,2 1-307 0,0-3-374 15,2 4-351-15,0-1-91 0,-2 1 491 0,-1 1 730 16</inkml:trace>
  <inkml:trace contextRef="#ctx0" brushRef="#br0" timeOffset="61527.56">28066 4999 8 0,'1'-4'437'0,"3"-1"450"0,-4 1 305 15,2 2-2-15,-2-3-339 0,0 4-242 16,0 0-119-16,0 0-107 0,0 1-76 0,0 1-52 16,0 0-29-16,0 5-51 0,-2 2-56 15,2 4-32-15,0 6-18 0,0 2-11 0,2 8-18 0,2 2-5 16,-1 4-5-16,2 0-8 0,3 2-4 16,1-1-4-16,4-1 0 0,3-3-6 0,1-4-4 15,3-4-3-15,3-4-1 0,2-6 0 16,2-4-1-16,0-6 2 0,-1-4 2 0,0-5 0 15,-2-5 2-15,-1-4-2 0,-1-2 2 16,-4-5-2-16,-2 0 1 0,-4-4 0 0,-3-1 5 16,-4 0 3-16,-3 1 1 0,-4 1 1 15,-3 1-3-15,-5 1 0 0,-1 0-4 0,-7 0-3 16,2 2-1-16,-2 2 1 0,-2 1-7 0,-2 3-3 16,0 3-3-16,3 1-2 0,-1 5-2 0,2 5-4 15,2 2 6-15,1 5 1 0,4 2 0 16,-1 4-17-16,3 2-49 0,3 4-67 0,-2 2-79 15,3 3-146-15,2 2-273 0,-2 0-318 16,5 3-277-16,3 0-202 0,2-2 51 0,0 2 562 0</inkml:trace>
  <inkml:trace contextRef="#ctx0" brushRef="#br0" timeOffset="62535.32">28613 5356 23 0,'1'0'495'0,"4"3"462"15,-3-3 239-15,1-3-39 0,0 0-346 0,1-2-257 16,1-1-108-16,2-1-58 0,-1-3-38 16,5-2-41-16,-1-2-38 0,1-1-65 0,3-6-65 15,0-1-56-15,2-1-27 0,0-3-16 16,3 0-11-16,-3-1 0 0,1-1-2 0,-3 2 0 16,4 2-6-16,-6-2-1 0,2 5 1 0,-4 4-2 15,-2 1 0-15,0 2 0 0,-4 6 0 0,1 0-3 16,-2 4-2-16,-1 0-3 0,0 4-3 15,-2 4-3-15,-2 3-3 0,0 5 0 0,-1 3-2 16,0 5 1-16,0 2-1 0,0 2 1 16,-1 3 3-16,2 2 3 0,0 2 1 15,0-1 0-15,-1 2-1 0,2 0 1 0,1 0-5 16,-2-2-1-16,0 0-3 0,2-3-1 0,0-1 1 16,0-4-2-16,0-1 0 0,0-3-1 0,0-3 0 15,0-1-1-15,0-4 1 0,-1-2-2 16,1-3-6-16,0 1-10 0,-3-2-24 0,1-2-56 15,-1-2-73-15,-2 0-92 0,-3-2-157 0,4-3-257 16,-3 2-325-16,1-3-269 0,1 2-186 16,-3-1 81-16,5-2 567 0</inkml:trace>
  <inkml:trace contextRef="#ctx0" brushRef="#br0" timeOffset="66084.67">29130 4939 268 0,'3'-4'520'0,"-2"1"242"0,1 0 141 15,0 2-176-15,-2-1-130 0,1 0-87 0,-1 2-81 16,0-1-66-16,0 1-64 0,0-1-48 15,2 1-17-15,-2 1 7 0,0-1 10 0,0 1 1 16,-2-1-18-16,2 2-36 0,-1 0-44 0,-1-1-47 16,0 4-42-16,-1-1-29 0,2 1-16 15,-3 3-8-15,1 1-6 0,2 2-4 0,-4 2 2 16,4 1 0-16,-2 2-2 0,1 1 6 0,0 3 3 16,2-1 2-16,0 2 1 0,0-1 0 15,2 0-1-15,0 2-7 0,1-5-3 16,1 1-2-16,-1-3-2 0,0-1 0 0,2-2 0 0,0-3 1 15,2 0-1-15,-3-3 1 16,2-2 4-16,-1-1 1 0,1-3 2 0,-1 0 0 0,2-3 1 16,0-3-1-16,0 0-2 0,-1 0-3 15,1-1 1-15,-1-1-1 0,1 1 0 0,-2-1 0 16,0 1-1-16,0-1 1 0,-2 2-1 16,4 0-1-16,-5 0 1 0,3 2-1 0,-2-1 1 15,1 2-1-15,-1 0 0 0,-2 1 0 16,3-2-1-16,-3 3 1 0,-1 0-2 0,3 1 1 15,-3-2-1-15,2 2 1 0,0 0-1 0,-2 2 1 16,1-2 1-16,2 2 0 0,-1 2 2 0,-2 0 2 16,1 3 0-16,-1 1 0 0,2 0-1 15,-2 2 0-15,0 3 0 0,-2-2 0 0,2 3-1 16,-1 0-1-16,1 1 2 0,-2 0 0 0,-1 0-1 16,2 2 0-16,-3-2 1 0,3 0 0 15,-1-1-1-15,1 0 0 0,-1-2 0 0,0 0-2 16,2-3 0-16,-1-1-2 0,1-1 1 15,0-1-2-15,-2-1-1 0,2-3 0 16,0 0-4-16,0 1-9 0,0-3-22 0,0 0-50 16,0 0-67-16,0-3-70 0,0-1-118 0,0-2-176 15,0 0-296-15,0-2-261 0,0 4-203 0,0-4-106 16,2 2 318-16,-2-1 543 0</inkml:trace>
  <inkml:trace contextRef="#ctx0" brushRef="#br0" timeOffset="66826.97">29525 4872 75 0,'0'3'406'0,"-3"0"291"15,-2 1 233-15,2-1 14 0,-2 0-210 16,4 0-163-16,-3-2-122 0,1 1-90 0,2 0-65 16,-3-2-67-16,4 1-49 0,-1 0-28 0,1 2-11 15,1-2-13-15,-1 0-12 0,4-1 15 0,-3 3 3 16,2 0 5-16,2-3-8 0,0 0-7 16,1 2-6-16,0-2-29 0,2 3-20 0,1-3-16 15,1 1-10-15,2-2-7 0,-1 1-8 16,3-3-4-16,0 1-4 0,2-1-5 0,-2-1 1 15,2 0 0-15,-3 0 0 0,1 0 0 0,-3-1-1 16,-1 2-1-16,-1 2-5 0,-3 1-3 16,-1-2-1-16,0 2 4 0,-2 2 3 0,0-1 1 15,-1 3 3-15,-2 2 0 0,0 3 1 16,0-1-5-16,-2 3-3 0,1-1-1 16,-3 2-3-16,3 0 0 0,-3 0 0 0,1 1-1 0,2 1 0 15,-3 0 1-15,3-1 3 0,-1 2 2 0,-1 2 2 16,0-1 0-16,0 1 1 0,2 1 0 15,-3 1 1-15,3 1 1 0,-3-1-2 0,3 2 0 16,-1 0 0-16,1 0-1 0,-1 2-5 16,0-1-3-16,1 2 1 0,-2 0 0 15,3 0-1-15,-5 0 0 0,5 2 1 0,-1-2 0 0,1 0-2 16,-2 0 1-16,0-3-2 0,2 1 0 0,0-2 0 16,0-3 0-16,0 0 0 15,0-2 0-15,0-1 0 0,0-4 0 0,0 1-1 0,-1-5 0 16,1 0-1-16,-2-3-1 0,1-2-5 15,-1-2-9-15,-1-2-15 0,0-2-34 0,-1-2-65 16,0-4-69-16,-4-2-96 0,2 0-167 16,1-3-295-16,-3 0-302 0,1-1-237 0,1-1-171 15,0-3 192-15,0 0 610 0</inkml:trace>
  <inkml:trace contextRef="#ctx0" brushRef="#br0" timeOffset="67028.94">29539 5161 27 0,'2'-1'573'16,"1"1"509"-16,0-1 197 0,-1 1-115 15,1 1-318-15,1-1-285 0,1 3-152 0,2-2-76 16,1 3-48-16,-1 1-35 0,5 0-43 0,-1-2-68 16,3 1-56-16,-1 1-38 0,4-3-21 15,-1 3-12-15,3 0-6 0,-2-3-5 0,5 3-2 16,-1-3-31-16,1 2-74 0,-5-1-82 15,5 1-178-15,-2-3-286 0,-2 0-333 0,1 1-348 16,-3-2-183-16,0 2 160 0,-3-2 686 0</inkml:trace>
  <inkml:trace contextRef="#ctx0" brushRef="#br0" timeOffset="67500.88">30118 5107 189 0,'0'4'793'0,"0"0"419"15,-2-2 48-15,1 2-156 0,-1-3-447 16,0 3-293-16,2-3-116 0,2 0-49 0,1 2-27 15,2 0-23-15,2-1-19 0,2-2-16 16,-1 0-31-16,5 0-31 0,0 0-21 0,2 0-11 0,1 0-5 16,1-2-6-16,0-1-7 0,-1 3-4 15,0-2-1-15,-1 2-42 0,-3 2-46 0,-3 1-51 16,-2-1-120-16,-2 2-209 0,-5 1-305 16,-2-1-258-16,-3 4-230 0,-1-2-85 0,-2 3 398 15,-4 0 550-15</inkml:trace>
  <inkml:trace contextRef="#ctx0" brushRef="#br0" timeOffset="67618.52">30105 5261 280 0,'-3'4'964'15,"3"-3"410"-15,0 2-47 0,3-1-223 0,-1 0-462 0,2 2-239 16,1-2-140-16,2 3-78 0,1-3-40 0,1 4-24 16,1-1-33-16,1-1-43 0,-1 0-73 0,3 1-79 15,-1-1-190-15,2-1-283 0,-2 3-301 0,1 0-362 16,-4 0-264-16,-1 1 71 0,0 2 716 0</inkml:trace>
  <inkml:trace contextRef="#ctx0" brushRef="#br0" timeOffset="98403.92">30910 5010 252 0,'1'-1'532'15,"-1"-1"252"-15,0-1 146 0,0 2-205 16,0-3-153-16,0 2-86 0,0-2-79 0,-1 0-56 16,1 1-46-16,0-2-5 0,-2 2-6 0,2-2-6 15,-1 1-10-15,1 1-21 0,-3-2-26 0,1 1-50 16,1 0-48-16,-2-1-38 0,-1 2-25 16,-1 0-15-16,1 0-9 0,-1 2-13 0,-4 2-8 15,1 1-5-15,0 2-4 0,-5 4-2 0,0 0-1 16,2 7 3-16,-1-1 1 0,-3 6-1 0,1 2-4 15,2 5-2-15,-1 0-3 0,-1 4 3 16,2 5 1-16,3-4-2 0,1 5 1 0,5-3 0 16,1 0 1-16,2-1-6 0,4-3-2 15,2-1 0-15,5-5-1 0,0-2-1 0,2-5-1 16,6-3-1-16,0-6 1 0,1-2-2 0,2-4 1 16,2-4-1-16,0-4 1 0,0-4 1 0,1-2-1 15,0-4 1-15,-1-2 1 0,-1-1 2 0,-2-3 0 16,0-2 0-16,-5 0-3 0,1-1-3 15,-7-1-3-15,0 0 0 0,-3 1-2 0,-6-3-1 16,-1 0 4-16,-5 3 3 0,-2-4 1 0,-3 1-1 0,-3-1 7 16,0 2 1-16,-4 2 1 0,-1 2 0 15,2 2 0-15,-5 3 1 0,2 3-4 0,2 5-7 16,-2 2-1-16,3 4-3 0,-1 3-1 0,4 3-1 16,1 4-1-16,3 2 2 0,1 1 3 0,4 3 5 15,-1 1 1-15,4 1-7 0,1-1-12 16,1 2-32-16,2-1-66 0,2 1-73 0,0-2-111 15,1 0-181-15,1 0-305 0,2 2-317 0,0-2-236 16,-1 1-160-16,5-1 278 0,-2 0 623 0</inkml:trace>
  <inkml:trace contextRef="#ctx0" brushRef="#br0" timeOffset="99036.24">31338 5317 36 0,'0'0'268'0,"-1"0"166"0,1 0 170 0,-3-1 5 15,1 1-95-15,2 0-55 0,0 0-35 0,0 0-29 16,0 0-31-16,0 0-52 0,0 0-38 16,0 1-36-16,0-1-29 0,0 0-28 0,0 1-29 15,0 1-21-15,0 1 0 0,0 0 34 0,2 2 44 16,1-1 33-16,-3 2 12 0,1 1-12 0,-1 1-30 15,0 0-45-15,-1 1-55 0,1 2-42 0,0 0-25 16,0 0-15-16,-3 0-8 0,1 3-8 0,2 0 2 16,0 1-2-16,0 0-2 0,0-2-2 15,-1 2-2-15,1 2-1 0,0-3-3 16,-2 0 1-16,1-1-3 0,-1 1 0 0,2 0-2 16,-2-2 0-16,1 0-2 0,1 0-1 0,-2-2-8 0,1 1-26 15,-4-3-59-15,1 3-69 0,-5-3-119 16,5-1-200-16,-5-1-307 0,1-1-327 15,1 1-265-15,-3 0-136 0,2 1 378 0,0-1 631 16</inkml:trace>
  <inkml:trace contextRef="#ctx0" brushRef="#br0" timeOffset="102226.74">31647 5009 52 0,'0'-2'254'0,"0"0"135"0,0 1 131 15,-2 0-78-15,-1-3-103 0,2 3-49 0,-1-2-11 16,-1 1 15-16,1-1 22 0,-1 2 10 0,0-2 10 15,0 1 0-15,-1 2-15 0,1-3-38 16,0 3-43-16,-1-2-48 0,0 1-42 0,1 1-44 16,-2 0-30-16,4 0-21 0,-4 3-18 0,2 0-11 15,-2-1-8-15,-1 5 1 0,0 1-5 16,1 2 4-16,2 4 4 0,-2 1 7 0,2 4 2 16,-3 2 1-16,2 3-2 0,1 3-10 0,0 1 11 15,1 1-4-15,2 1-4 0,0 0-2 0,2 0 6 16,3-1 2-16,-2-4-26 0,5-1 4 0,0-2 1 15,1-3 0-15,4-3-5 0,-1-4-2 16,6-3 11-16,-1-3-9 0,2-4-2 16,0-4-4-16,2-2-2 0,-3-4 3 0,2-3 2 0,-1-2 2 15,-1-3 49-15,-2-2 28 0,2 0 19 0,-2-3 35 16,-2-1 23-16,-3-1 7 0,-3-2-38 0,-2 2-22 16,-1-4-15-16,-5 4-33 0,-5-2-25 15,1-2-15-15,-5 2-8 0,0 0-4 0,-5 3-3 16,-1-1-1-16,-2 2 0 0,0 4 2 0,-2 3 0 15,-2 2 0-15,2 2 0 0,0 6 1 0,2 2-1 16,-2 4-3-16,3 2-2 0,2 5-1 16,3-1 0-16,-2 5 0 0,7 0-3 0,-2 2 1 15,5 1-11-15,3 2-69 0,1-3-63 0,2 0-121 16,4 2-185-16,1-4-308 0,3 2-331 0,0-1-222 16,-1-2-107-16,3 1 367 0,0-2 577 0</inkml:trace>
  <inkml:trace contextRef="#ctx0" brushRef="#br0" timeOffset="103125.69">32028 5059 20 0,'0'0'241'15,"0"-3"136"-15,0 0 128 0,0 1-51 16,0-1-116-16,1 1-79 0,-1-2-33 0,4 2-5 15,-3-2 3-15,-1 0 7 0,4 3 2 0,-1-4 9 16,0 2 7-16,3 0 12 0,-5 0 2 16,4-1-3-16,-2 1-19 0,1 0-29 0,-3 0-27 15,3 0-40-15,-3 0-36 0,2 2-15 0,2-1-15 16,-4 0-14-16,2 1-15 0,1 1-6 0,1-2-1 16,-2 2-16-16,3-1 29 0,2 1 25 15,-2 0 8-15,1 1 0 0,1 1-1 0,-4-1 2 16,4 1-38-16,-2 1-24 0,1 2-8 0,-1-1-5 15,-1 2 35-15,-2-1 38 0,3 3 19 0,-3 1 7 16,1 0-3-16,-4 3 0 0,1-1-36 16,-1 1-36-16,-1 1-16 0,-3 1-9 0,3-1-6 15,-4 2-5-15,-1-1-1 0,0 1-1 0,-2 0 0 16,0-1-1-16,-2 3 1 0,1 0-1 0,-1-2-1 16,-2 1 1-16,1 0 0 0,1 0-2 0,-2-1 1 15,2-1 1-15,2 0 0 0,-3 1 1 16,1-3 2-16,4 1 0 0,0 0-3 0,-3-3 1 15,4 1-1-15,-2-2 0 0,2-1-2 0,1 3 1 16,-2-5-1-16,2 2 1 0,3-2 1 0,1 1 1 16,0-1-1-16,0-1-1 0,1-2 1 15,3 1 0-15,2-1-1 0,-2-1 0 0,4-1 1 0,1 0 0 16,3-2 0-16,-3 1-1 0,4-3-9 16,3 2-39-16,-3-2-58 0,1 0-55 0,-1-2-59 15,0 2-110-15,0-1-154 0,-1-2-195 16,-2 2-230-16,0 0-213 0,0 2-146 0,0-2 188 15,-2 0 450-15</inkml:trace>
  <inkml:trace contextRef="#ctx0" brushRef="#br0" timeOffset="104108.75">32554 4993 129 0,'4'-1'327'16,"-4"-2"153"-16,3 0 74 0,-3 1-89 0,1-1-99 15,1 1-54-15,0 0-17 0,-2 1-7 0,1-2 4 16,2 2 3-16,-1-2 0 0,-2 1-2 15,1 1-16-15,1 0-21 0,-2-3-34 16,1 3-32-16,-1-2-25 0,0 2-10 0,2-1 12 16,-2 1-4-16,0-1 11 0,-2 1 38 0,2-1-2 0,-3 1-24 15,0-1-36-15,-1 0-15 0,-1 2-21 16,-2 0-40-16,1 0-23 0,0 2-14 16,-4 0-7-16,2 1-12 0,-1 0-7 0,-2 1-6 0,1 4-1 15,1-1-3-15,-4 2 1 0,4 2 0 0,-3 1-1 16,2 2 0-16,0 2-2 0,0 1 1 15,1 0 1-15,1 3-1 0,2 2 0 0,-1 2 0 16,1 2 0-16,0 0 0 0,1 2 0 0,2-1-1 16,1-1 1-16,2-1 0 0,2-1 1 0,3-4-1 15,0 0 1-15,2-3-1 0,1-4 0 0,2-1 0 16,1-4 0-16,1-1-2 0,1-4 2 16,0 0 0-16,0-1 1 0,-1-6-1 0,-2 3 1 15,-2-2 0-15,0-3-1 0,1 2 0 0,-4-2 1 16,-1-2-1-16,1 1 1 0,-2-1-1 0,-1-1 3 15,0 3-1-15,-4-5 0 0,0 3 0 16,-1-1 0-16,-2 0 1 0,1 1-1 0,-5 1-1 16,0-1-1-16,0 2 0 0,-3 2-2 0,2 1 1 15,-3 3 0-15,2 3-2 0,-3 0 0 0,2 3-1 16,0 1-1-16,2 1-3 0,1 2-32 16,0-1-71-16,4 0-74 0,-2-2-134 0,6 1-242 15,1 0-325-15,0-4-319 0,1 2-213 0,6 0-9 16,-2-1 507-16</inkml:trace>
  <inkml:trace contextRef="#ctx0" brushRef="#br0" timeOffset="104843.69">33000 5022 182 0,'3'3'427'0,"0"0"184"16,1 0 110-16,-1 0-172 0,2-1-172 0,-2 3-64 15,2-2-5-15,1 0 14 0,0 1 4 0,1-3-31 16,-1 1-14-16,0 0-56 0,3 1-45 0,-4-3-39 16,2-3-18-16,1 1-7 0,-3 1-4 15,1-1 8-15,-3-1-7 0,-2-1-2 0,-1 1 35 0,0-3 11 16,-1 2-9-16,-1-2 14 0,-1-2 17 16,-1 1-8-16,-1 0-40 0,-2 1-28 0,1-2-15 15,-2 3-31-15,-3-1-28 0,2 4-13 0,-1-1-7 16,-1 2-3-16,1 1-3 0,1 1-2 0,1 2-1 15,0-1 0-15,3 4-1 0,1-4 0 0,0 7-1 0,3-3 0 16,1 3 2-16,0-1-3 0,1 2 2 0,1 0-2 16,3-1 2-16,-2 3-3 0,4-3-26 0,-3 2-64 15,2-1-65-15,-1-1-85 0,0 0-144 16,1 0-232-16,-1-3-304 0,0 0-225 0,1 2-181 16,0-1 59-16,1 3 458 0</inkml:trace>
  <inkml:trace contextRef="#ctx0" brushRef="#br0" timeOffset="105290.76">33340 5586 241 0,'-6'-5'608'0,"0"2"306"16,1 2 136-16,-2-3-210 0,3 4-255 16,0-1-162-16,-2 1-117 0,3 1-77 0,0 1-62 15,0 1-48-15,1 0-38 0,1 0-35 0,1 2-19 16,-2-2-6-16,4 2 0 0,-2-3 0 0,1 2-1 15,1-2 3-15,-1 0 2 0,3-2 1 0,-1 2 20 16,-2-2 10-16,3 0 7 0,-2-2 4 16,2 2-7-16,-1-3-8 0,0 0-23 0,2 0-14 0,0 0-9 15,-2 0-1-15,0-3 5 0,0 4-5 16,0-1 5-16,-1 0 2 0,-1 0-3 0,1 1-6 16,-2 0 1-16,0 2-1 0,0-2-3 0,-2 0-1 15,1 2-5-15,-1 0 3 0,-1 0-5 0,2 2-4 16,-3 0-18-16,1 0-30 0,-2 2-34 0,1-3-97 15,-1 2-149-15,-2 0-262 0,0-1-269 0,0 1-239 16,1 1-134-16,-1 0 222 0,-2 2 475 0</inkml:trace>
  <inkml:trace contextRef="#ctx0" brushRef="#br0" timeOffset="105745.46">32926 5727 63 0,'-2'0'339'0,"2"1"212"15,-1-1 167-15,1 0-66 0,0-1-175 0,0 1-113 16,1-4-57-16,3 2-15 0,-1-2 0 0,2 0-2 15,1-2-15-15,-2-1-30 0,3 0-33 0,-1 0-40 16,1-1-32-16,2 0-18 0,-1-1-3 0,2 0 2 16,-1-2-5-16,-1 2-7 0,1-1 32 0,1-1 15 15,1 1-12-15,-2-2-21 0,1-2-9 16,2-1-8-16,0 0-38 0,2-1-31 0,-2-2-14 16,2-2-7-16,2-3-5 0,2 0-4 0,-2-5-2 15,2 0 1-15,-1-2 2 0,3-1-4 0,2-4 0 0,-1-1-2 16,1-1-1-16,6-10 1 0,1 2-2 0,-3 6-1 15,0 2-2-15,-4 3 2 0,0 5-2 16,-2 0-1-16,-3 4 0 0,0 1 1 0,-6 4 1 16,0 1-2-16,-2 4 2 0,-2 1 2 0,-2 5-2 15,-2 1-1-15,-3 1-2 0,-3 4-2 16,-4 0-36-16,1 3-48 0,-7 2-68 0,4-1-124 16,-2 2-187-16,1-1-312 0,1 0-270 0,1 3-240 15,0 1-51-15,-3-1 399 0,1-1 516 0</inkml:trace>
  <inkml:trace contextRef="#ctx0" brushRef="#br1" timeOffset="118677.49">13573 7457 366 0,'3'-4'766'0,"1"0"314"16,-4-1 77-16,0 2-288 0,-2-2-206 0,0 2-68 15,1 1-81-15,-3-1-78 0,0 0-75 0,-4 2-59 16,0-3-73-16,0 3-82 0,-6-1-46 16,1 2-28-16,-2 2-15 0,-3-1-12 0,-4 3-8 15,-2 0-8-15,0 1-6 0,-6 3-5 16,0 3-5-16,0-2-1 0,-3 4 0 0,0 1-1 15,4-1-2-15,1 1 1 0,1-1 2 0,4 0-3 16,-1-1-1-16,6-4-1 0,3 1-3 16,3-1-1-16,2-3-4 0,3 0 0 0,4-1-1 15,1 1-1-15,4 0 0 0,3-4 0 0,1 0 0 16,5-1 0-16,0 0 1 0,5-1 2 16,-2-2 0-16,5 0 1 0,-1-2 0 0,2 3 1 15,2-2-1-15,1 1 0 0,0 1 0 16,2-1-1-16,2 1 1 0,-2 1-2 0,2 1 1 15,-1 0 0-15,1 1-1 0,-2 1 1 16,0 1-1-16,-3 1 0 0,-2 2 0 0,-3 2 0 16,-4 2 1-16,-1 3 1 0,-6 0 0 0,-1 2 1 15,-5 1 1-15,-3 4-1 0,-4 1 0 0,-2 1-1 16,-4 2 0-16,-4 1-1 0,1 0 0 16,-2 0 0-16,0 0-1 0,-1 0 0 0,1-3-1 15,1 0-1-15,3-5 0 0,1 0-4 16,2-5-9-16,2-2-11 0,4-2-17 0,2-6-43 15,3-2-78-15,0-7-97 0,6-3-170 0,2-4-291 16,2-7-343-16,1-4-346 0,6-3-172 16,-1-2 197-16,6-5 692 0</inkml:trace>
  <inkml:trace contextRef="#ctx0" brushRef="#br1" timeOffset="118845.64">13795 7403 544 0,'9'4'1248'0,"-4"6"364"0,-2 4-149 0,-3 5-361 15,0 5-450-15,-1 3-216 0,-1 3-148 0,-3 5-100 16,2 2-63-16,-3 5-39 0,-1 1-28 0,2 2-18 16,-1-2-15-16,3-3-11 0,3-3-9 15,3-8-9-15,1-5-14 0,3-6-29 0,0-6-68 16,1-5-75-16,-2-7-157 0,2-4-281 16,-4-3-329-16,3-6-375 0,-2-1-252 0,-2-6 9 15,0-2 698-15</inkml:trace>
  <inkml:trace contextRef="#ctx0" brushRef="#br1" timeOffset="119046.68">13769 7311 45 0,'-8'-26'614'0,"0"5"499"0,-2 4 205 0,2 3-14 16,-1 5-294-16,0 1-352 0,1 3-205 0,0 4-113 16,3 1-79-16,-1 1-88 0,0 3-74 0,5 0-48 15,-1 1-25-15,4 0-13 0,-1 2-6 0,2 0-5 16,3 1-19-16,1-1-59 0,-1 1-64 15,2 0-82-15,0-3-158 0,0 1-293 0,1 1-323 16,-1 3-263-16,5-3-196 0,-2 1 108 16,3-1 600-16</inkml:trace>
  <inkml:trace contextRef="#ctx0" brushRef="#br1" timeOffset="119547.19">14026 7399 400 0,'12'-2'804'15,"-1"2"300"-15,2-4 55 0,-4 3-300 0,3-3-269 0,-2 2-107 0,0 2-48 16,0 0-42-16,0 0-48 0,-2 0-39 16,-1 0-47-16,-1 6-58 0,-3-1-51 0,2 2-38 15,-4 2-23-15,-1 3-16 0,-4 3-14 16,-1 1-14-16,-1 4-10 0,-2 3-8 0,-3 2-7 16,-2 2-3-16,2 0-5 0,-1 2-2 0,0 0-2 15,1 0-3-15,2-3-2 0,4-3-1 16,0-2-1-16,5-1-1 0,3-6 0 0,2 0 0 15,2-3 0-15,5-5 0 0,3-2 0 16,2-5 0-16,2-2 0 0,3-4 0 0,5-4-2 16,0 1 1-16,1-3-3 0,2 0-3 0,0 0-4 15,0 0-5-15,-2 0-5 0,1-2-6 0,-3 1-1 16,1 1 0-16,-4-1 1 0,-1 1 6 16,-3-1 5-16,0-1 5 0,-3 2 6 0,-3-2 2 15,-1 0 3-15,-2-2 1 0,-2 0 2 16,-2 1-1-16,-3 0 2 0,-3-2-1 15,0 2 2-15,-3-1 4 0,-3 0 6 0,-1 2 7 0,-2 2 5 16,-1 1 4-16,-1 4 3 0,-1 2-2 16,1 2-3-16,-5 7-5 0,3 1-2 0,2 3-4 15,-1 6-2-15,0 3-1 0,4 2-2 16,-2 4-3-16,3 4-3 0,2 2 0 0,0 3-3 16,1 2-1-16,2-1-1 0,-1 2 0 0,6-1 0 15,0-2-1-15,0-3-2 0,4-2 0 0,3-5-2 16,0-1-5-16,1-4-10 15,2-1-17-15,1-4-37 0,-1-2-78 0,-1-3-112 0,1 0-223 16,0-1-305-16,0-4-376 0,1 0-403 16,2-1-151-16,1-2 409 0,0 0 812 0</inkml:trace>
  <inkml:trace contextRef="#ctx0" brushRef="#br1" timeOffset="120430.68">15398 7044 311 0,'3'-5'796'0,"-1"2"362"0,-2-1 46 0,-2 0-247 16,0 0-228-16,1-1-143 0,-2 3-113 0,-2-2-88 16,0 0-58-16,-3-1-55 0,0 3-82 15,0-4-67-15,-2 1-36 0,-2 0-22 0,1 0-11 16,-3-1-11-16,3 1-3 0,-5-1-5 16,4 2-3-16,-1-1-1 0,0 3-2 0,0 0-3 15,0 2-4-15,1 0-2 0,3 2-7 16,-4 2-2-16,5 0-5 0,0 4-1 0,-1 1-1 15,4 3 0-15,2 1-2 0,0 3 0 16,1 3 1-16,2 0-1 0,0 1 0 0,3 2-1 16,-1 3 0-16,3-2 1 0,0 4-1 0,2 0-1 15,1 3 0-15,-1 2 0 0,2 2 0 0,0 1-2 16,-1 0 0-16,1 5-1 0,0-1 1 16,-3 3 1-16,2-2 1 0,-1 2 1 0,-3-1 1 15,2 2 1-15,-1 0 0 0,2-4-1 16,-4 3 0-16,0-4 0 0,0 1-1 0,0-1-1 15,-1-3 1-15,2-2 0 0,-1-1-1 0,1-3 0 16,-1-1-1-16,2-2 1 0,1-3-1 0,-1-3 0 16,4-1 0-16,-1-2 0 0,3-2 1 15,2-2 0-15,-2 0 0 0,5-6 0 0,-4-1 0 16,6-2 1-16,-4-4-1 0,5-2 1 16,-1-2-1-16,0-2-1 0,-2-2 0 0,3-2-1 15,0 1 0-15,-3-2-5 16,1-1-9-16,-4 3-15 0,1-2-27 0,-6 1-64 0,2-1-80 15,-5 0-123-15,-1 0-200 0,1-1-312 0,-4 3-346 16,1-2-265-16,-1 1-110 0,-2-3 392 16,-1 2 649-16</inkml:trace>
  <inkml:trace contextRef="#ctx0" brushRef="#br1" timeOffset="121037.1">15611 7821 189 0,'0'4'694'0,"-1"-1"405"16,-1 0 119-16,0-2-194 0,1 1-327 15,-1-2-194-15,2-2-98 0,0-2-61 0,0-2-45 16,0-3-31-16,3-1-36 0,-1-5-55 16,1-4-52-16,0 0-36 0,1-3-21 0,1-2-15 15,-1-2-12-15,5-2-4 0,-4 2-4 0,3-2-3 16,-3 1 0-16,3 1-1 0,-4 2 2 0,1 4-3 16,0 1 2-16,-2 5 4 0,1 1 0 0,-3 4 0 15,1 3-3-15,-1 1-4 0,1 5-6 16,-2 5-5-16,0 3-6 0,-2 2-3 15,2 6-1-15,0 1 1 0,0 5-1 0,0 1 0 16,2 3 1-16,1-1-1 0,-2 1-1 0,2 1 0 16,1-4-1-16,1 0-1 0,-2-2-1 15,2-2-1-15,-1-5 1 0,2 0-2 0,2-5 1 16,-1-3-1-16,1-4 1 0,3-4-1 0,-3-4 1 16,1-3-1-16,2-7 0 0,0-1-1 15,1-5 1-15,-2-1 0 0,1-2 0 0,-1-2 1 16,-1 1 1-16,-1 2 1 0,-3 1 0 15,0 5 0-15,-2 2 0 0,-1 4-1 16,-1 1 0-16,-1 4-1 0,0 2 0 0,0 3-2 16,0 4 1-16,-3 3-1 0,3 5 0 0,-1 2 0 15,1 3 0-15,0 4 1 0,-2 0-1 0,2 0 1 16,0 2 0-16,2 1 0 0,-2-3 1 0,1 0-1 16,2 1-1-16,2-3 0 0,-2 2-1 0,0-4-2 15,4 0-7-15,-3 0-14 0,1-4-25 16,0 2-63-16,1-5-83 0,0-1-167 0,-1-1-278 15,2-1-334-15,1-1-397 0,-1-1-285 16,3-3 51-16,-1 0 758 0</inkml:trace>
  <inkml:trace contextRef="#ctx0" brushRef="#br1" timeOffset="122398.93">16238 7794 142 0,'-2'3'443'16,"0"-1"272"-16,1 0 199 0,-1 1-107 16,2 0-169-16,-1-2-112 0,1 1-96 15,0-1-84-15,0 1-73 0,0-2-71 0,0-2-53 16,0 1-44-16,0-1-3 0,1-2 15 0,2-1 35 15,1-1 28-15,-3-2 18 0,2-5 6 16,2 2-16-16,-1-3-25 0,0-1-29 0,1-1-28 16,-2-3-26-16,0 0-18 0,0-1-13 15,2 0-8-15,-1-1-9 0,-1 0-2 0,-1 0 0 16,1 1-1-16,-1 1-6 0,0 0-2 0,-2 3 2 16,0 0-2-16,0 3-3 0,0 2-1 0,0 2 3 15,0 1 2-15,-2 2-5 0,2 1-2 16,0 3-2-16,0-1-2 0,0 0-4 0,0 3-3 15,0 0-2-15,0 3-2 0,0 1 0 16,2 2 1-16,-2 2-2 0,0 0 1 0,0 5-1 16,1 0 0-16,1 2 0 0,-1 3 0 15,1 0 0-15,1 2 1 0,0-1 1 0,3 2 3 0,-2-1-1 16,0 4 1-16,1-3 1 0,0 0-1 16,1-1-1-16,2 1-1 0,-2-4-1 15,1 1-1-15,-1-2 0 0,2 0 0 0,0-2-1 16,-2-5 0-16,-1 1-1 0,2-1 1 15,-3-4 0-15,2-1 1 0,-1-2 1 0,0-2 0 0,-2-2 1 16,0-3 0-16,2-1-1 0,-2-3 0 16,2-1-1-16,-2-2 0 0,-2-3 0 0,3-1 0 15,-3 0 0-15,3 0-1 0,-4-2 1 16,1-1-1-16,-1 2 2 0,2 0-1 0,-1 2 1 16,-1 2 0-16,0-1 0 0,2 3 0 15,-2 3-1-15,2 0 0 0,-2 3-1 0,0 2 0 16,1 3 0-16,-1 2-1 0,0 3 1 0,2 2 1 15,-1 2-1-15,-1 2 2 0,2 2 0 0,2 2 1 16,-1 1-1-16,2 1 0 0,-1-1 0 16,0 3-1-16,3-1 0 0,0 0 0 0,0-4 0 15,-1 3 0-15,1-4 0 0,-1-2-1 0,3-2 1 16,-2-4-1-16,1-2 1 0,0-3 1 16,1-5-1-16,0-3 1 0,0-3-1 0,1-6 0 15,-2-2-1-15,2-2 0 0,-2-3 0 16,1-4 2-16,-1 3 0 0,0-2 1 15,-3 2 1-15,1 2 1 0,-3 1-1 0,0 3-1 0,1 4 0 16,-3 2-1-16,-1 4 0 0,3 2-1 16,-3 3-1-16,2 2 1 0,0 5-2 0,-1 3 1 15,1 3-1-15,-1 3 1 0,1 3-1 16,2 0 0-16,0 3 2 0,-3 1-1 0,2 0 0 0,1 1 1 16,0 0-1-16,0 1 0 0,0-3-4 15,2 0-10-15,1-2-29 0,-1-1-71 0,-1-3-75 16,0-4-142-16,1-1-250 0,0-1-327 0,1-4-362 15,-1-4-234-15,2-3-48 0,1-3 562 16</inkml:trace>
  <inkml:trace contextRef="#ctx0" brushRef="#br1" timeOffset="123382.45">16758 6847 97 0,'-2'-1'539'0,"0"-1"408"0,2 2 221 16,-1 0-101-16,-1 0-338 0,2 0-233 15,2 0-98-15,-1 2-46 0,1 0-28 16,1 0-33-16,4 1-14 0,0-2-29 0,1 1-53 15,2 1-52-15,2-3-42 0,4 2-16 0,1-4-23 16,1 2-7-16,4-3-8 0,0 1-9 16,-1 0-3-16,1-2-9 0,2 0-4 0,-2 1-8 15,-1 0-4-15,-3-1-2 0,0 1-3 0,-2 1-1 16,-2 1 3-16,-2-1 2 0,-4 2 2 0,2 0 2 16,-2 2 3-16,-4-2 3 0,1 3-1 15,-2-2 0-15,-1 2-1 0,-2 2-1 0,0 1-3 16,0 0-4-16,-2 1-2 0,-1 0-2 15,3-1-2-15,-3 4-1 0,1-1 0 16,-1 1 0-16,2 0 0 0,-4 1-2 0,4 1 1 16,-1 1-1-16,0-1 1 0,2 1-1 0,0 0 1 15,0 1 0-15,0-2 1 0,0 5-1 0,2-3 0 16,0 3-1-16,2-2 0 0,-1 3 0 16,0 0 0-16,2 0 0 0,0 1 0 0,0 2 0 15,1 0 0-15,0 1 0 0,2 3 0 16,-1-1-1-16,-1-1 1 0,3 2-2 0,-1 0 0 0,0 0 1 15,2 3-1-15,-1-1 0 0,-1 1 0 16,0 0-1-16,1 3 1 0,-1-3 0 0,0 4 1 16,-1-1 2-16,4 2 1 0,-3 1-1 15,-2 2 1-15,2 1-1 0,3 1 0 0,-3 1-2 16,0 2 1-16,-2 1-1 0,3-1 1 16,-1-1 0-16,-1 1-2 0,-1-3 1 0,2 0 0 0,-2-2-1 15,-1-1 1-15,2-2-2 0,-3-4 2 16,1-1 0-16,-4-2 1 0,1-1-1 15,-4-1 2-15,1-3 1 0,-5-4 0 0,-1 2 1 16,-1-4 1-16,-1-4 1 0,-5 0 4 0,-1-4 0 16,-2-2-1-16,1-2-1 0,-4-1 0 15,-2-4-2-15,1-1-3 0,-1-3-2 0,1 0-1 16,2-3-1-16,-3 0 0 0,5-1-6 0,-1-1-8 16,3-1-16-16,0 0-37 0,3 0-80 0,1 0-108 15,2 0-204-15,2-1-297 0,2 0-362 16,4 1-386-16,1-1-155 0,0 1 330 0,3 0 765 15</inkml:trace>
  <inkml:trace contextRef="#ctx0" brushRef="#br1" timeOffset="123996.86">17741 7616 483 0,'3'2'994'0,"1"2"253"0,-3-2-46 15,2 2-237-15,2-3-258 0,-1 2-191 0,3-2-112 16,-1 1-67-16,2-2-57 0,3 0-72 15,2 0-72-15,2 0-45 0,-2-2-27 0,5 1-18 16,-1-1-11-16,0 1-8 0,1-2-8 0,2-1-6 16,-1 0-4-16,1-1-2 0,-2 3-1 15,0-3-5-15,-1 2 0 0,0 2-3 0,-4-2-3 16,0 3-10-16,-1 0-30 0,-4 0-69 16,-3 1-74-16,-2 1-132 0,-3 0-202 0,-1 3-315 15,-4-1-339-15,0 5-239 0,-3-3-93 16,-1 1 422-16,-1-1 601 0</inkml:trace>
  <inkml:trace contextRef="#ctx0" brushRef="#br1" timeOffset="124164.77">17877 7804 373 0,'-3'12'957'0,"1"-1"318"0,1-2-28 0,2-1-182 16,1 1-372-16,4-5-230 0,0 2-115 0,2-3-70 15,2-1-54-15,2-2-68 0,0-2-60 0,3-4-41 16,1 1-25-16,1-1-14 0,1-1-23 15,3-1-76-15,-3 2-73 0,-2-1-161 0,0 1-283 16,-3 1-317-16,-2 2-367 0,1 2-219 16,1 2 52-16,-5 2 665 0</inkml:trace>
  <inkml:trace contextRef="#ctx0" brushRef="#br1" timeOffset="126570.08">18746 7201 115 0,'0'5'577'0,"0"-1"415"0,0-1 196 16,-1 0-119-16,-1 0-338 0,2-1-236 15,0-1-120-15,0 1-62 0,0-1-41 0,0 1-31 16,0-2-19-16,2 0-18 0,-2 0-29 0,1-3-30 16,1 0-27-16,1-2-17 0,2-4-14 0,-2 1-12 15,2-3-18-15,0-3-9 0,2 1-7 16,-2-4-6-16,2-1-4 0,-1-1-4 0,3-2-4 15,-1-2-6-15,-1-1-3 0,2 1 1 16,1-3-1-16,-2 0-3 0,-2 4 1 0,2-3-1 16,0 6-1-16,0-1 1 0,-4 3 1 15,1 2 0-15,-1 3 1 0,-1 1 0 0,-2 4-1 16,4 1-3-16,-5 0-1 0,1 1-3 0,-1 3 1 16,0-1-2-16,2 1-1 0,-1 2 0 0,-1-1-2 15,0-2 0-15,0 3 0 0,0 0-2 16,0 3 1-16,0-1-1 0,2 2 0 0,-2 6 1 15,2-1-1-15,-2 4 2 0,0 2 0 16,1 2 1-16,-1 4 1 0,2 1 1 0,-1 2 2 16,1 3-1-16,-2-1 0 0,2 2 0 0,-1-2-1 15,-1 0-1-15,4 1-1 0,-4-1 0 16,1 0-1-16,-1-5-1 0,3 3-1 16,-3-5-1-16,5 1 1 0,-4-3-2 0,1-1 1 15,-1-3 0-15,-1-1 0 0,2-2 0 0,-2 0 1 16,0-3 0-16,0 0 1 0,0-4-1 15,0 2 0-15,0-1 0 0,-2-2-4 0,2 0-7 0,0-2-14 16,-1 1-20-16,-1-2-45 16,-4 1-74-16,3-3-82 0,-2-2-146 0,2 0-249 0,-2-1-320 15,4 1-307-15,-3-1-200 0,1 0 8 16,3-2 555-16</inkml:trace>
  <inkml:trace contextRef="#ctx0" brushRef="#br1" timeOffset="127181.76">19176 6859 232 0,'0'-15'837'0,"-3"3"402"0,2 2 127 16,-4 1-76-16,2 1-457 0,-2 2-274 15,2 1-152-15,-2 2-92 0,0 0-94 0,1 1-86 16,-4 2-56-16,3 0-34 0,1 2-20 0,0 2-10 15,1 1-6-15,-2-1-5 0,4 4-1 16,1-1-2-16,-3 2-1 0,3 1 0 0,3 1 0 16,-2-1 0-16,4 1 0 0,0 1 1 15,1 1 1-15,2-1 1 0,1 1 0 0,1 1-2 16,1-1 1-16,3 3-1 0,1-2 0 0,0 0-1 16,0 0 1-16,2 1 1 0,-2 0 1 15,2 2-1-15,-3-1 1 0,2 0 1 0,-3 2-1 16,0-1 0-16,-3 2-1 0,-2-1 2 15,0 1 3-15,-4 0 3 0,-2-1 2 0,-2 1 2 16,-2-3 0-16,-1 3-1 0,-3-4-2 16,0-1-3-16,-2 0 2 0,0-1 1 0,-3-2 0 15,1-2 2-15,1-3-2 0,-2 0 1 0,1-3-3 16,-1-1-3-16,1-2-1 0,1-2-3 0,1-2-1 16,-1-4-1-16,3-4-2 0,1-1 1 15,0-5 0-15,4-3-1 0,-1-4 0 16,2-3 1-16,2-2-1 0,-1-2-1 0,4-2 2 15,1 2-1-15,-1-4 0 0,4 4 0 0,-1-1 1 16,1 3 1-16,1 2 0 0,-2 1 1 0,0 4 0 16,-1 1 1-16,-1 0 0 0,-2 6 0 0,0 1 1 15,-3 1 0-15,-1 3-1 0,0 2 1 16,-5 3-2-16,1 0 0 0,-5 2-1 0,0 4-1 16,-3 0 0-16,-2 3-1 0,-1 2 0 0,1 1-1 15,0 1 0-15,-2 1-1 0,3-1 1 16,1 4-2-16,1-1-5 0,3 1-9 0,1 0-28 15,1 0-67-15,3-1-74 0,3-1-121 16,0 1-207-16,5-3-313 0,2 2-341 0,2-1-244 16,0-3-108-16,3 1 386 0,1 2 646 15</inkml:trace>
  <inkml:trace contextRef="#ctx0" brushRef="#br1" timeOffset="127549.94">19653 6934 7 0,'1'15'572'0,"-1"3"557"0,0 5 297 0,-3 4-47 15,1 1-292-15,1 6-428 0,-1 3-215 16,2 0-127-16,-1 1-96 0,2-1-82 0,1-2-63 16,4-6-36-16,2-2-20 0,5-4-10 0,0-7-5 15,4-3-2-15,0-7-2 0,4-6 1 16,-1-5 0-16,-1-6 0 0,2-1 0 0,-2-8-1 15,-2-3 0-15,-3-2 0 0,-3-5 0 16,-1 0 1-16,-2-2 0 0,-7 2 2 0,-1-1 4 16,-1 0 6-16,-8 0 2 0,-1 0 4 0,-3 0 4 15,-3 5 4-15,-2-1 1 0,0 4-2 16,-2 4-2-16,0 2-3 0,-2 4-6 0,2 6-5 16,2 2-5-16,-1 5-6 0,2 5 0 0,1 2-2 15,5 5 0-15,-1 3 0 0,2 1-2 16,4 4-9-16,-2 1-23 0,6 0-60 0,2-2-74 15,0 0-117-15,2 1-219 0,6-2-310 16,0-1-347-16,0 0-282 0,1 0-124 0,0 0 402 16,3 1 687-16</inkml:trace>
  <inkml:trace contextRef="#ctx0" brushRef="#br1" timeOffset="128077.1">20201 7152 711 0,'-1'1'1651'0,"-4"-1"112"16,0 0-350-16,1 0-373 0,0 1-459 0,3-1-274 15,-1 2-132-15,2-2-64 0,0 0-42 0,-1 3-27 16,1-3-20-16,1 0-11 0,1 0-7 15,-1 0-4-15,3-3-2 0,2 3-6 0,-2-2-16 16,0 1-45-16,-1 0-81 0,-2-2-130 0,-1 1-257 16,0 2-317-16,0-1-388 0,-1 1-374 15,-2 3-69-15,-2 0 592 0</inkml:trace>
  <inkml:trace contextRef="#ctx0" brushRef="#br1" timeOffset="129866.73">20459 7283 8 0,'3'2'324'0,"-3"-1"259"0,5 1 231 15,-5-2 66-15,0 2-208 0,1-2-150 16,-1 1-98-16,2-1-69 0,-1 0-57 0,-1 1-49 15,0-1-53-15,2 0-48 0,-2 0-43 16,2 0-25-16,-2 0 5 0,1 0 38 0,1-1 44 16,0 0 25-16,2-1 18 0,0-1 4 0,-3 0-15 15,4-1-42-15,-1-2-33 0,1 0-25 16,0-2-22-16,0-1-21 0,0-2-14 0,1 0-10 16,1-5-12-16,-2 2-3 0,3-3 2 15,-1-2-3-15,2 2 0 0,-1-3 0 0,2-1 0 16,-2-1-7-16,2 0 4 0,-2-2 0 15,2 0 2-15,1-2 2 0,-2 4 0 0,1-3-1 16,1 2 0-16,-2 0-1 0,1 0 1 0,-1 2-1 16,-1-1 0-16,0 3-1 0,0-2-4 0,-2 2-2 15,1 3-2-15,-2 1-1 0,-1 1 2 16,1 1 2-16,-2 2 3 0,1 4 0 0,-2 0 0 16,0-1 0-16,0 4-2 0,-1-1-4 15,-1 2-2-15,2 0-1 0,-1 1-1 0,-1 0 0 16,0 0-2-16,0 2 2 0,0-1-1 0,0 1-1 15,0-1 0-15,2 1 0 0,-2 0-1 16,0 0-1-16,2 0 2 0,-2 0-1 0,0 0 0 16,0 0 1-16,0 0-1 0,0 0 1 15,0 0-1-15,0 1 1 0,0-1 0 0,0 1 0 0,0 1 2 16,1 0-1-16,-1 0 2 0,2 3 0 16,-1-1 1-16,-1 2 0 0,2 2-1 15,0-1 0-15,-1 2 0 0,-1 0-1 0,2 0 1 16,-1 2 2-16,1 1 2 0,1 0 1 0,2 2 1 15,-4 3-1-15,2-4 0 0,-1 6-2 0,1-1-2 16,0 0 0-16,1 2-1 0,-3 0 1 16,3 1 0-16,-1 2 0 0,1 1 0 0,-1 0 0 15,0 1-1-15,1 1-1 0,-3-1 1 0,2-1-2 16,2 2 1-16,-1-1 0 0,-1-1-1 16,3 1-1-16,-3-3 1 0,2 0-1 0,-4-1 1 15,4 0-1-15,-2-1 0 0,1-1 0 16,-1 0 0-16,0-2 0 0,0-2 0 0,-2 2-1 15,2-3 1-15,-3-2 0 0,2-1-1 0,-2-1 0 16,2-3 0-16,-2-2 0 0,0 0 0 16,0-2-1-16,0 0 2 0,-2-1-1 0,2-2-1 15,-2-3 0-15,1-1-1 0,-1 0-4 0,1-3-9 16,-4 1-14-16,2-2-25 0,0-2-58 16,-2 2-78-16,0-3-126 0,2 2-218 15,-2 1-309-15,2-2-350 0,0 5-288 0,0-2-99 16,3 0 456-16,-1 3 672 0</inkml:trace>
  <inkml:trace contextRef="#ctx0" brushRef="#br1" timeOffset="130993.13">21276 7138 409 0,'0'2'828'0,"0"-1"284"16,-1 0 27-16,1 1-314 0,0 0-290 15,0-2-192-15,0 0-119 0,0 0-67 0,0 0-49 16,0 0-36-16,0 0-26 0,0 0 7 0,1 0 23 15,3 0 27-15,-3 0 11 0,2 0 5 16,1 0 4-16,-3-2-20 0,1 2-27 0,-1-2-35 16,4 2-17-16,-4-1-11 0,1 1-8 15,-1-1-2-15,1-1-5 0,1 0 4 0,1 1-2 16,-3-2 3-16,1 0-10 0,-1 0-43 16,3 1-40-16,-4-2-51 0,0 1-108 0,-2 0-172 15,0 2-301-15,-1-2-239 0,2 3-234 0,-1 0-109 16,0 0 316-16,-1 1 506 0</inkml:trace>
  <inkml:trace contextRef="#ctx0" brushRef="#br1" timeOffset="134669.82">22071 6872 51 0,'0'-4'438'0,"0"-1"368"16,-3 3 275-16,2-3 10 0,-4 1-317 15,2 0-226-15,0-2-95 0,0 4-41 0,0-3-29 16,-1 2-41-16,1-1-39 0,-2-1-40 15,-1 2-58-15,2-1-59 0,-3 1-50 0,1-1-29 16,-1 0-17-16,-2 2-9 0,1-2-3 0,0 2-5 16,-3-1 0-16,3 3-4 0,-1-1-2 15,1 0-5-15,-2 1-3 0,2 1-4 16,-1-1-5-16,2 1-3 0,-2 2-2 0,1 1-3 16,0 2 0-16,2 0-2 0,-3 1-1 0,2 4 0 15,1 0-1-15,-1 6 2 0,1-2 0 16,2 6-1-16,2 0 2 0,0 4 1 0,2 1-1 15,4 3 0-15,0-1 0 0,5 4 1 0,1-2 0 16,1 3-2-16,5-2 1 0,0-1-1 16,3-3 0-16,1-1-2 0,0-4 0 0,3-2 0 15,1-4 0-15,-2-4 1 0,0-4 0 0,3-2 1 16,-3-6 0-16,2-4 1 0,-3-5 0 16,-1-4 0-16,1-3 1 0,-4-4-1 0,0-4 0 15,-4-1 0-15,1-3 1 0,-4-1-2 0,-4 0 1 16,-1 1 0-16,-3-3 1 0,-4 4-1 15,-1-3-1-15,-3 2 1 0,-4 1 1 0,-2-1 0 16,-1 1 1-16,-3 0 2 0,2 1 0 0,-3 4 4 16,0 0 1-16,0 6 0 0,1 1 0 15,-1 3 0-15,1 5-1 0,-1 2-5 0,1 5-3 16,0 3-1-16,2 3-1 0,-2 2-2 0,3 4 0 16,1 1-2-16,2 0 0 0,1 3 0 15,1-1 1-15,3 3 0 0,0-1 1 0,4 2 1 16,1-1-4-16,1 3-10 0,3 0-15 0,-1-2-36 15,0 2-64-15,5 0-66 0,-2 0-82 16,0-1-133-16,3-1-209 0,1 2-285 16,-2-2-226-16,4 0-208 0,-2 0-22 0,0-1 428 15,0 2 531-15</inkml:trace>
  <inkml:trace contextRef="#ctx0" brushRef="#br1" timeOffset="134994.1">22526 7176 524 0,'6'0'1024'0,"-5"0"229"16,-1 0-69-16,0 3-263 0,3 0-289 0,-3 3-156 15,2 1-95-15,-2 4-61 0,0 0-48 16,0 5-61-16,-2 0-69 0,2 5-57 0,0 0-33 16,-1 1-20-16,-1 3-8 0,2-3-12 15,0 2-6-15,0-3-2 0,0 2-4 0,2-2-2 16,-1-2-4-16,1-2-28 0,0-1-60 16,-2-1-69-16,0-3-95 0,0-4-169 0,-2 3-291 15,0-4-310-15,1-3-257 0,-1-1-162 0,2-3 180 16,0-4 592-16</inkml:trace>
  <inkml:trace contextRef="#ctx0" brushRef="#br1" timeOffset="135410.4">22674 7097 299 0,'2'-3'831'0,"-1"1"335"0,-1-4 10 0,2 1-227 16,0-2-374-16,2-2-231 0,1-3-97 0,1-2-36 16,4-3-20-16,1-2-13 0,1-2 16 15,1-2-9-15,3-2-13 0,0-2-20 0,-1 0-12 16,0 1-9-16,1 3-29 0,-4 2-14 16,1-1-21-16,-4 6-11 0,-1 1-7 0,2 3-10 15,-4 2-2-15,-1 3-5 0,0-2-3 0,-4 6 0 16,2-2-4-16,-1 3-4 0,0 2-4 15,-1-3-5-15,2 3-2 0,-1 3-1 0,-2-1-1 16,0 5 2-16,1 4-1 0,-1 1 1 16,-1 3-1-16,-1 2-2 0,-1 2-1 0,2 3-3 0,-3 2 1 15,0 1-2-15,-1 1 1 0,2 2 0 16,-2-1 0-16,2 3-2 0,-3-4-1 0,2 2 0 16,3-5-1-16,-1 0-2 0,2-3-1 15,2-1-8-15,-1-3-16 0,1-3-33 0,2-3-60 16,-2-3-69-16,1-5-80 0,0-2-132 15,2-2-191-15,0-4-290 0,1-1-233 0,-1-3-198 16,4-1-62-16,-1-1 392 0,-1-4 533 16</inkml:trace>
  <inkml:trace contextRef="#ctx0" brushRef="#br1" timeOffset="135720.97">22989 6779 110 0,'3'-10'636'0,"-3"1"457"16,0 2 149-16,0 2-142 0,0 2-387 0,1 2-252 15,-1 2-133-15,3 1-84 0,1 2-41 16,1 1-3-16,-1 2-13 0,1 1-30 0,4 0-15 16,-1 1-15-16,4 2-14 0,-2 1-21 15,2-1-6-15,-3 1-4 0,4 1-24 0,-2 1-8 16,2-1-5-16,-1 2-4 0,-1 0-10 0,0 2-4 16,-1-2 0-16,-1 3-4 0,-1 0-2 15,0 0-3-15,-2 1-1 0,-2 0-1 0,-1 0-4 16,-2 0-4-16,-1 1-2 0,-1 1-2 15,-1 0 0-15,-3-2-2 0,0 1-1 0,-2-1-1 16,-1-1 0-16,0-1 0 0,-2-2-2 0,1-2-2 16,-1-1-10-16,-1-3-19 0,-1-1-42 0,2-4-69 15,1-1-71-15,-4-5-117 0,5 0-186 16,-1-3-300-16,-1-1-290 0,4-1-211 0,0-3-122 16,1-1 327-16,0-3 586 0</inkml:trace>
  <inkml:trace contextRef="#ctx0" brushRef="#br1" timeOffset="135959.22">22987 6784 28 0,'5'-5'573'0,"-2"3"495"0,0-2 187 0,0 0-85 16,2 1-252-16,2-2-303 0,2 3-163 15,-1-1-86-15,1 0-58 0,3 0-44 0,2 0-71 16,-3-2-64-16,4 2-47 0,0-1-31 0,0 1-16 15,2-1-12-15,-4-2-11 0,4 3-5 0,-2 0-3 16,0-2-1-16,-2 5-3 0,2-2-2 16,-1-1-2-16,-3 3-27 0,0 0-75 15,-1 3-74-15,-4-3-151 0,-1 2-282 0,-4-2-331 16,3 5-362-16,-3-2-212 0,2 4 34 0,2-1 647 16</inkml:trace>
  <inkml:trace contextRef="#ctx0" brushRef="#br1" timeOffset="136697.59">23503 6675 211 0,'0'-5'626'0,"0"1"374"0,0 1 161 15,0 0-196-15,-2 0-298 0,2 1-171 0,0 2-80 16,0 0-57-16,2 0-42 0,-2 0-25 0,0 2-22 15,1 0-39-15,-1 2-49 0,0 0-42 16,0 4-28-16,0 2-25 0,0 1-19 0,0 2-11 16,-1 4-10-16,1 1-6 0,-2 3-6 0,0 0-5 15,1 6-3-15,-1-2-5 0,1 0-3 16,-3 3-5-16,3-2-2 0,-1-1-4 16,2-1-4-16,2-4-1 0,-1 0-3 0,3-2 0 15,-3-4-1-15,4-2 0 0,-2-3 0 16,4-2 0-16,0-2 1 0,1-5 1 0,2-2 0 0,1-2-1 15,0-2 1-15,2-4-1 0,1 0 0 16,-1-1 0-16,-1-1 0 0,-1-1-1 0,0 1 1 16,3 2-1-16,-4-1 1 0,0 1 0 15,-1 3-1-15,-3-2 1 0,2 3-1 0,-1 2 1 16,-1 1 0-16,-2 1-2 0,1 2 3 0,-2 2-1 16,2 1 2-16,-1 1-1 0,-3 2 2 15,1 3 1-15,-2-1-2 0,0 5 1 0,-2-2-1 16,1 6 0-16,-1-1-1 0,-1 4 0 15,-4 1 0-15,1 1 0 0,-2 4-2 0,0-1 0 16,0 2-2-16,0-1-6 0,1-1-18 16,-1 1-46-16,0-2-78 0,0-3-131 0,-2-2-256 0,2-1-315 15,2-1-390-15,-1-2-367 0,0-2-83 16,2-2 592-16</inkml:trace>
  <inkml:trace contextRef="#ctx0" brushRef="#br1" timeOffset="138094.93">24042 7260 15 0,'-4'3'314'0,"2"0"235"0,-2 1 212 0,3 0 59 15,-1-3-189-15,1 2-117 0,-3-2-68 16,3 1-42-16,-1-2-39 0,1 1-42 0,1 0-25 16,-2-1-17-16,2 2-8 0,0-2-9 15,0 0-15-15,0 0-17 0,0-2-36 0,2 1-44 16,-2-3-44-16,1 0-26 0,4-6-21 0,0-1-17 15,2-4-8-15,0 2 0 0,-1-3-2 16,2-1-9-16,0 3-3 0,1-3-3 16,-2 3 1-16,-1 1-2 0,1 3 0 0,-3 0-2 15,-1 3-2-15,0 1-1 0,-1 2-5 0,0 0-3 16,-1 2-2-16,1-1-2 0,-1 1 0 0,1 2 1 16,0 0 1-16,-1 2 3 0,3 4 2 0,-3-1 1 15,2 3 1-15,2 2 0 0,-2 1 1 16,2 2-3-16,-2 2-2 0,2 1 3 0,-2 1 2 15,0 1 1-15,0 2 0 0,3 0-2 16,-3-1 1-16,2-2-3 0,-1 2-4 0,0-4-2 16,1-2-1-16,3-1-1 0,-2-1 0 0,1-4-2 15,-1-1 2-15,2-1-1 0,1-4 1 16,-1-2 1-16,2-5 1 0,2-2 0 0,-1-4 0 16,1-3 1-16,-2-2 0 0,2 1 0 15,-3-2 0-15,0 2-1 0,-1-3 0 0,-3 3 0 16,0 3 0-16,-2-1 0 0,2 2 0 0,-4 3 0 15,1 1 1-15,-2-1 6 0,0 5 2 16,0-1 1-16,0 3 1 0,0-1 0 0,-2 0 0 16,2 1-6-16,0 0-2 0,-1 1-3 15,1 1-2-15,0 0-1 0,0 0-1 0,0 0 0 16,0 3 0-16,0 2-1 0,-3 0 2 0,3 7 0 16,-2 0 1-16,2 2 0 0,0 1 1 15,0 2-1-15,5-3 0 0,-4 3 0 0,2-3-1 16,2-1 0-16,0-1-2 0,2-2 1 0,2-3 0 15,-1 1-1-15,1-3 1 0,3-3 0 16,0 0 1-16,1-4-1 0,1-2-6 0,-1 1-13 16,-1 0-31-16,-1-2-73 0,-1-2-78 0,-1 2-154 15,-3-2-284-15,-2 3-331 0,-3-1-370 16,1 3-225-16,-4-1 26 0,-1 1 669 0</inkml:trace>
  <inkml:trace contextRef="#ctx0" brushRef="#br1" timeOffset="138940.22">24641 7296 233 0,'3'4'569'0,"0"-1"255"0,-1 0 101 0,0 0-216 15,-1-1-226-15,2-2-136 0,-1 0-73 16,-1 2-19-16,2-4 0 0,-1 2-12 0,1-3-18 16,0-2-12-16,4-1-3 0,-2-3 13 15,2 0 6-15,0-3-7 0,1 0-16 0,-2-2-11 16,2-2-29-16,0 0-40 0,0-2-29 16,-2-1-19-16,3 0-11 0,-2 0-23 0,-1-1-5 0,2 3-5 15,-3 1-9-15,-1 2 1 0,1 3-2 16,-2 0 1-16,1 4-4 0,-4 1-4 15,1 2-3-15,1 0-6 0,-1 2-3 0,-1 2-2 16,2 0-1-16,-2 2 0 0,2 3-1 0,-2 1 2 16,0 3 0-16,0 3 0 0,0-1 0 15,0 3 0-15,0 2 0 0,0 0-1 0,1-1-1 16,-1 3 1-16,0-3-1 0,2 4 0 0,-1 0-1 16,-1-3 0-16,4 0 0 0,-2 0 0 15,2-2 0-15,-1-1 0 0,0-2-2 0,2-2 1 16,0 0 0-16,-1-3 1 0,4-4-1 0,-2 3 2 15,2-8 1-15,1 1-1 0,1-3 0 16,-2-2 1-16,2-4-1 0,1 1-1 0,-2-1 0 16,-1-2-1-16,0 0 1 0,1 0 0 15,0 1 0-15,-5 2 0 0,1 1 0 0,3 1 0 16,-7 3 1-16,2 1-1 0,1 2 0 16,-3 0 0-16,1 2 0 0,0 3 0 0,-1 2 0 15,1 2 0-15,-1 2 0 0,3 1 1 0,-3 2 0 16,2 0-1-16,1 1 1 0,2 0-1 0,-3 1 1 15,2-3-2-15,1 3 0 0,0-4 0 16,4 0 1-16,-2 0-1 0,0-3 1 0,1-1 0 16,5-3 1-16,-2-3-1 0,3-4 0 15,1-2 0-15,0-5 1 0,1-2 0 0,2-2 0 16,0-3 0-16,-1-2 1 0,0-2-1 0,2 2-1 16,-5-1 1-16,1 2-1 0,-2 2 1 15,-4 4-1-15,-2 2 0 0,-1 4 0 0,-2 3 0 16,-1 2 0-16,-1 4 0 0,-3 3-2 15,-3 6 0-15,1 1 0 0,-1 3-8 0,-2 2-24 16,-3 0-58-16,4 3-70 0,-5-3-103 0,5 2-180 16,-4-2-306-16,2-3-324 0,-1 1-281 15,2-1-158-15,2-1 247 0,-3-1 644 0</inkml:trace>
  <inkml:trace contextRef="#ctx0" brushRef="#br1" timeOffset="142810.6">19011 7756 93 0,'7'0'396'0,"-2"1"220"16,0-1 136-16,0 2-98 0,0-2-257 0,-2 0-180 16,0 2-89-16,5-2-36 0,-4 0-16 0,1 2 35 15,0 2 25-15,3-3 57 0,1 3 33 16,-1-4 9-16,4 4 27 0,-3-2-10 16,2-1-6-16,-1-1-37 0,3 1-31 0,0-1-18 0,1 0-25 15,2 0 16-15,2 0 2 0,-2 0-9 16,2-1-14-16,2 0 29 0,0 1 9 0,2-2-29 15,-1 0-22-15,1 0-13 0,2-1-11 16,-1 3-33-16,0-1-26 0,0 0-14 0,1 0-8 16,-2 1-4-16,0-3-2 0,0 3-2 15,-1 0-3-15,-2 0-1 0,5 0 1 0,-4 3 0 16,-1-3-1-16,3 0 0 0,0 0-2 16,-1 0 1-16,-2 1 0 0,1-1 0 0,1 0 0 15,0 0 0-15,-1 0 0 0,-1 0 2 16,3 0 0-16,-1 0-1 0,1 0 0 0,-1 0 3 0,1 0 0 15,1 0-3-15,-2 0 1 0,3 0 1 16,-1-1 0-16,-1-2-2 0,1 1 1 0,0 0 2 16,-1 0 1-16,0 0-2 0,-1 0 1 0,1-1-1 15,0 2 1-15,-3-2-3 0,3 1 0 16,-3 1 0-16,-1 1 2 0,1 0 0 0,-2 0 0 16,1 0 1-16,-4 1 0 0,2 1-1 15,-4-2-2-15,2 3 0 0,-1-2-2 16,0 1-1-16,-4-1 1 0,1 1 0 0,1-1 1 0,-3 2-1 15,-2-3 2-15,2 2 0 0,0-2 2 16,0 2-1-16,-2 1-1 0,1-2 2 0,2 1-2 16,-3 1 0-16,2-3 0 0,2 2 0 15,0 2-2-15,-1-3 0 0,0 2 0 0,4 0 1 16,-2 0-2-16,0 0 0 0,3 0 2 0,-3 0 1 16,3 0 0-16,-3 0 1 0,2 1-1 15,1-1 1-15,-2 0-2 0,1 0 1 16,-3-1 0-16,1 1 1 0,2 0 1 0,-4 0 0 15,1-2 0-15,1 2-2 0,-2-2 2 0,-1 1-2 16,3 0 0-16,-1-2 1 0,0 0-1 0,0 2 1 16,1 1-1-16,-1-2 3 0,2 0-3 15,-2 0 3-15,6 2-1 0,-3-1 22 0,-1 0 11 0,7 1 5 16,0 0 3-16,2 0 0 0,2-2 2 16,3 2-20-16,0-1-10 0,1 0-6 0,3-1-4 15,0 0-3-15,4-1 0 0,-3-1-3 16,2 0 0-16,-1-1 0 0,1 0-1 0,1-1 1 15,-1 2 0-15,2-2-1 0,-4 0 1 16,3 0 0-16,-3-1 3 0,2 1-2 0,-3 1 2 16,0-2-1-16,1 2 0 0,-1 0 0 0,-2-1-1 15,-1 2-1-15,0-1 0 0,-1 2 0 16,1 0 1-16,-3 0 1 0,2 2-1 0,-3 0 1 16,2 2-1-16,-3-2 1 0,1 2 0 0,0-2 0 15,-1 3-1-15,-1 0 2 0,1-1-1 16,0 1 0-16,-1 0 0 0,0-3-1 0,1 2 1 15,-4-2-1-15,3 0 0 0,0 1 0 0,-4-3-1 16,4 1 0-16,-1-1 0 0,-1 0 0 16,0 0-1-16,1 0 2 0,-2 0 0 0,1 0 0 15,-1 0 0-15,-1 0 0 0,2 1 1 0,-2-1-1 16,0 2 0-16,0-2 0 0,0 1 1 16,-1 1 0-16,1 0 1 0,1-1 0 0,-3 1-1 15,4-2 0-15,-3 1-1 0,1 1 0 0,-1-1 0 16,3 1 0-16,-3-2 0 0,3 1 0 15,0 1 1-15,-2-2-1 0,2 0 0 0,0-2 0 16,0 2 0-16,2-1 1 0,-4-1 0 16,4 1-1-16,1 1 0 0,-5-2 0 0,5 1 0 15,-1 1 0-15,-2 0 0 0,1 0 0 16,1 0 0-16,0 1-1 0,1 1 1 0,0 1 0 16,-3 0 0-16,1-2 0 0,2 2 1 0,-1 0 1 15,0-1-1-15,1 3-1 0,-3-4 0 0,1 1 0 16,1-2 0-16,0 3-1 0,-3-3 1 15,3-3 0-15,-4 3 0 0,4-1 0 0,-4-1 1 16,2-1 0-16,-3 1 1 0,5-2-1 16,-4 0-1-16,1 1 2 0,0-1-3 0,-2 1 1 15,3 0 0-15,-2-1 0 0,1 1 0 0,-1 2 0 16,-1 0 0-16,1-1 0 0,0 1 1 16,1 1 0-16,-2 1-1 0,0 1 2 0,3-2 0 15,-5 2-1-15,5 0 0 0,-3-2 0 0,1 1-1 16,1 1-2-16,-1-2 2 0,1 0 0 15,-3 0 0-15,4-2 1 0,-3 1-1 16,1-1 2-16,-1 0-2 0,5-1 1 0,-5 0-1 16,1 2-1-16,1-3 3 0,-3 2-3 0,4 0 2 15,-3-1-2-15,1 0 0 16,-1 1 0-16,3 1-1 0,-4-1 2 0,2 1-1 0,-1 0 0 16,1-1 2-16,-1 0 4 0,0 2 3 0,0-2 2 15,-1 2-1-15,0 0 2 0,-1 0 0 0,0 0-3 16,-2 0-2-16,1 0-2 0,0 2 1 15,0-2-2-15,-1 2 0 0,1 0-1 0,0-1-2 16,-1 0 1-16,1-1 1 0,0 2-1 16,1-2 1-16,-1 0 0 0,0 0 1 0,0-2-1 15,3 2 3-15,-2-1 3 0,2 0 1 0,0-1 2 16,-1 0-1-16,2 0 0 0,-2 2-5 16,0-3-1-16,0 3-2 0,1 0-2 0,0 0 0 15,-2 0 1-15,3 0-1 0,0 3 1 0,-2-3 0 16,0 2 0-16,2-2 0 0,-3 2 0 0,3 0 1 15,-2-2-1-15,0 1-1 0,1-1 0 16,-2 0 0-16,3 0 0 0,-4 0 0 16,2 0 0-16,0 0 1 0,-2-1 0 0,1 1-1 15,-1-2 1-15,0 2-1 0,-1-2 1 0,1 2-1 16,0 0 0-16,-2 0 1 0,-2 0-1 16,4 2 0-16,-2 0 0 0,-1-2 0 0,0 1 2 15,2 0-1-15,-3 1 1 0,2-1 1 0,-1 1-1 16,-2-1 1-16,2 1-2 0,-1-1 0 15,-3 1 0-15,0 0 0 0,2-2 0 0,-3 1 0 16,0 0 1-16,-2 1 4 0,0 0 1 0,0-2 3 16,-1 1 0-16,-1 0-1 0,3-1 1 0,-4 2-4 15,2-2-2-15,0 0-1 0,0 1-1 16,-2-1 0-16,1 2 0 0,1-2 0 0,-1 0-1 16,-1 1 0-16,4-1-1 0,-3 0-1 15,1 0 0-15,-1 0 1 0,1 0-1 0,0 0 1 16,-2 0 0-16,0 0 1 0,0 0-1 0,0-1 0 15,-2 1-3-15,-3 0-10 0,0-2-19 16,-5 1-53-16,-2 1-79 0,-2-2-124 0,-3 1-214 16,-4 1-308-16,0 0-365 0,-1 0-320 15,2-1-111-15,-1 1 426 0,2-4 692 0</inkml:trace>
  <inkml:trace contextRef="#ctx0" brushRef="#br1" timeOffset="146326.03">20399 8430 296 0,'-2'1'755'16,"1"2"365"-16,-2-1 81 0,-1-2-248 16,1 1-276-16,2-1-137 0,1 1-89 0,-2-1-73 15,0 3-64-15,2-2-51 0,0 0-68 0,0 0-61 16,0 4-50-16,0 0-32 0,4 3-15 15,-4 2-5-15,1 1-3 0,2 5-5 0,1 1 1 16,-1 2 4-16,0 2 0 0,0 3-3 16,2 1 1-16,-2 3 1 0,-2 2-3 0,3 4-6 15,-3 0-3-15,-1 1-4 0,0-2-4 0,0 1-5 16,-1 1-2-16,-1-2-1 0,0-2-1 16,1-2-1-16,1-2 0 0,-2-3 0 0,2-5-1 15,0-1-1-15,0-3 1 0,0-3-2 16,0-3-1-16,0 0-6 0,0-4-11 0,0-3-20 15,2-2-39-15,-1-2-66 0,-1-3-64 0,0-6-73 16,0 2-131-16,0-5-187 0,-3-3-274 16,2 0-210-16,-1 1-203 0,-1-3-34 0,2-3 400 15,1 2 511-15</inkml:trace>
  <inkml:trace contextRef="#ctx0" brushRef="#br1" timeOffset="146589.09">20552 8468 67 0,'10'-5'580'16,"-2"5"442"-16,-4 0 176 0,1 0-66 15,0 5-363-15,1 1-231 0,-1 3-103 0,0 4-49 16,-1 2-39-16,1 0-48 0,0 8-45 16,-2-1-64-16,3 1-66 0,-3 5-43 0,1 0-25 15,-1 1-15-15,0 0-12 0,-1 4-8 16,-1-2-3-16,3-2-8 0,-3 2-3 0,-1-1-5 15,2-1 0-15,-1-2-2 0,4-1-2 16,-5-2 1-16,1-1-2 0,-1-4 1 0,3-1-5 0,-3-3-12 16,0-1-25-16,0-5-48 0,0-1-65 15,-1-4-72-15,-2-1-122 0,-2-3-161 0,1-3-250 16,-1-1-261-16,0-2-210 0,0-2-123 16,-1-3 267-16,0-1 501 0</inkml:trace>
  <inkml:trace contextRef="#ctx0" brushRef="#br1" timeOffset="146936.43">20286 8496 247 0,'-3'-6'627'16,"2"-1"289"-16,-2 2 133 0,1-1-169 0,2 2-286 15,0-2-167-15,0 1-87 0,2-1 0 0,2 2 8 16,1 0-31-16,0 2-39 0,1-2-5 16,1 3-31-16,3-3-53 0,0 3-50 0,1 0-29 15,5-1-20-15,-2 2-25 0,5 2-11 16,2-2-9-16,1 1-10 0,2 0-2 0,1 1 0 0,2 0-8 16,1-1-6-16,2-1-3 0,0 0-4 15,0 0-6-15,0-1-2 0,0-3-2 16,0 3 0-16,-2-2-2 0,0-1 0 15,-3 1 0-15,0 0-1 0,-3 0-1 0,-1 0 0 0,-3 1-6 16,-1 0-16-16,-4 2-42 0,-4 2-74 16,0 0-91-16,-2 1-173 0,-2 1-297 0,-1 2-331 15,0 3-337-15,-3 1-180 0,2 3 160 16,-1 0 686-16</inkml:trace>
  <inkml:trace contextRef="#ctx0" brushRef="#br1" timeOffset="147440.29">21835 8882 347 0,'-10'-7'942'16,"-1"1"420"-16,0 2 77 0,0 1-225 0,-2 1-438 15,4 2-264-15,-4 3-141 0,4-1-106 0,1 2-92 16,0-1-67-16,-2 1-38 0,6 2-23 15,-3 0-16-15,4 0-10 0,0 1-7 16,1 2-4-16,2-3-3 0,0 2-3 0,0-3 0 0,2-1-1 16,-1 1-1-16,3-2 0 0,-3 0 0 15,2-1 5-15,1-4 5 0,-3 1 3 0,1-4 2 16,-1-1 1-16,-1-1 4 0,0-2 2 16,-1-2 1-16,-1 2 1 0,-1 0 1 0,-3 0 1 15,1 2-3-15,-2 2-4 0,-2-1-6 16,0 4-4-16,-1 1-3 0,-1 1-4 0,2 3-3 15,-1 0-1-15,1 3-3 0,1 1-3 0,1 3-12 16,2-2-25-16,1-1-65 0,-1 2-82 0,4-1-164 16,1-1-280-16,1-1-335 0,4 1-396 15,-1-1-265-15,1 0 49 0,3 0 739 0</inkml:trace>
  <inkml:trace contextRef="#ctx0" brushRef="#br1" timeOffset="148168.87">22750 8821 12 0,'0'-4'425'15,"1"-1"395"-15,-1 2 299 0,0 0 35 16,-1 0-332-16,-1 1-267 0,2 1-118 16,0 0-54-16,2 1-28 0,-1-2-28 0,-1 2-34 15,0 0-39-15,0 2-56 0,2-2-55 0,-2 1-45 16,2 4-27-16,-2 1-17 0,1 2-5 0,1 3-5 15,-1 4-3-15,1 3-6 0,0 1-5 16,-1 4-2-16,3 3-6 0,-3-1-3 0,1 2-3 16,-1 2-3-16,1-3-5 0,1 2-2 15,-3-1-1-15,1-3-2 0,-1 0 0 0,0-2 0 16,2 1-2-16,-2-4 0 0,0 0-1 16,0-3 0-16,0-3-1 0,-2-3 0 0,2 1 1 15,0-6-2-15,-1-1-3 0,-2 0-7 0,1-4-12 16,-2-4-23-16,0 0-48 0,-1-6-73 15,1 2-74-15,-3-6-127 0,-2-1-177 0,1 1-304 16,-2-5-277-16,1 1-199 0,0 0-88 0,1-2 361 0,-4-5 543 16</inkml:trace>
  <inkml:trace contextRef="#ctx0" brushRef="#br1" timeOffset="148774.38">22484 8550 276 0,'-3'-5'588'0,"3"3"283"16,0-2 158-16,0 3-219 0,0-2-203 0,0 1-139 15,0 1-94-15,-1-1-41 0,1 2-19 16,1 0-16-16,-1 0-11 0,0 0-8 0,0 0-18 15,0-1-41-15,0 1-49 0,0 0-47 16,0 0-36-16,0 0-28 0,2 0-20 16,-1 0-15-16,-1 1-7 0,0-1-7 0,2 0-5 15,-2 2 4-15,2-2 3 0,-1 3 4 0,1-1 2 16,-1 2 6-16,3-1 5 0,0 2-5 0,-1 0-2 16,4 3 2-16,-3 1 0 0,3 0-5 15,-1 2-1-15,3 2-3 0,1 1 0 0,-2-1-5 16,4 3-2-16,0 0-2 0,-1 1-2 15,1 2 0-15,1-3 0 0,3 1-1 0,-2 0-1 16,2 2 0-16,-2-5 0 0,2 1 0 0,-2-1-1 16,2-1 0-16,-2-2 0 0,0-1 0 15,1-1 0-15,-1-1 0 0,-3-1 0 0,-1-1 0 16,0-1-1-16,-2-1 1 0,0-4 0 0,0 0 0 16,0-3 0-16,-2-2 1 0,2 0 0 0,0-6-1 15,2 0 0-15,-2-5 0 0,0 0-1 16,0-5 0-16,1 0-1 0,-3-3 0 0,2 1 0 15,-1-4 0-15,-1 0-1 16,-2-1-1-16,1 1 1 0,0 0 0 0,-2 3-1 0,-1 1 0 16,0 4 2-16,-1 0-1 0,-1 6 0 15,2 1 0-15,-2 4 0 0,0 0-1 0,0 0-1 16,0 4-1-16,-2-1-4 0,2 3-13 0,0-1-27 16,-1 1-67-16,-1 1-74 0,0-3-145 15,1 1-270-15,-1 0-323 0,-1 0-368 0,1-1-260 0,-3-2-28 16,1-2 622-16</inkml:trace>
  <inkml:trace contextRef="#ctx0" brushRef="#br1" timeOffset="150793.1">9976 3150 51 0,'7'-4'368'0,"-4"3"255"0,0-2 217 0,0 0 23 15,3-1-185-15,-4 1-121 0,-1-2-94 16,-1 1-62-16,2-2-20 0,-2 0 16 16,0-1 2-16,0-1-43 0,0 1-36 0,-2-1-40 15,-1 0-51-15,0-1-62 0,-3 0-57 0,3 0-27 16,-2 1-17-16,0-2-11 0,-1 1-6 0,-2-2-5 16,0 3-5-16,-1-1-6 0,-1-2-4 15,-2 1-4-15,0-1-5 0,-2 0-3 0,0 0-2 16,-3-1-1-16,1 1-3 0,-3-1 0 0,0 2-2 15,-2 0-1-15,-1-1-2 0,1 2 0 16,-4 1-1-16,2-1-3 0,-3 3-1 0,1 0-1 16,-2 2 0-16,0-1-2 0,0 2 2 15,0 1-1-15,-1 0 1 0,-2 0-1 0,1 1 1 0,-1 1 0 16,-1-1 0-16,-1 1 0 0,-1-2 0 16,3 2 1-16,-2-2-1 0,2 2 1 0,0-2-1 0,2 2 0 15,-1-3 0-15,3 2 0 0,0 1 3 16,2-1 3-16,-1 1 0 0,3 0 0 0,-2 0 2 15,4 1-1-15,-2 0-2 0,1 2-6 0,0-3-3 16,1 4 0-16,0-1-2 0,0-2 0 0,-2 3-1 16,2-3 3-16,-1 2 2 0,1 0 0 15,-2 0 1-15,1 0 0 0,-3 0 0 0,2 0-1 16,-1 1 1-16,0 0 0 0,1 2 0 0,-2 0 0 16,1 0 0-16,0 1 0 0,1 4-1 0,-1-4 1 15,-1 3-1-15,3-1 1 0,-1 2 0 16,0-3 0-16,3 3 1 0,0-1 0 0,0-1 0 0,2 1 5 15,0-1 1-15,0-2 1 0,2 2 0 16,0-1 0-16,0-1-1 0,2 2-3 0,-1 1-3 16,1-2-1-16,-2 0 0 0,2 2 0 0,0 1 0 15,-3-3 0-15,3 4 1 0,0 1-1 16,1-2 0-16,-2 2 0 0,3-1 1 0,-2 1 0 16,1 0 1-16,2 0 0 0,-1 2-3 0,0 0-3 15,3 0-2-15,-3 1 0 0,2 3-1 16,1-1-1-16,-2 1 4 0,1 0 2 0,1 1 2 15,0-1 0-15,1 2 1 0,0 0-1 0,2-2 1 16,-1 3-1-16,1-1 1 0,0 0 0 16,0 0 0-16,-1 0 0 0,3-2 0 0,0 0-1 15,0-2 0-15,-1 0 0 0,1 0 0 16,0-2 0-16,1 4 1 0,-1-3 0 0,2 0 0 16,-1 1 4-16,-1-1 1 0,3 1 1 15,0 0 1-15,3-1-2 0,0-1 2 0,0 1-5 0,2 0-1 16,3-1-2-16,0 0 1 0,5-1-1 15,-2 1 1-15,6-2-1 0,-1 1 0 16,3-3 1-16,3 1 0 0,1-2 2 0,3 2 0 16,1-1-4-16,3 2-2 0,2-3-1 0,3 0-2 15,1 1 0-15,5 1-1 0,0-1 4 16,2 0 3-16,1 0 0 0,2-1 1 0,0 1-1 16,0-1 0-16,1-1 5 0,2 0 1 15,0-1 0-15,1-2 2 0,0 0 1 0,2-1 1 0,-2-4-7 16,3-1-4-16,0 0-1 0,1-3-2 15,-3-2-2-15,3-2-1 0,-4-3 7 0,-1-2 4 16,-3 1 2-16,-2-4 1 0,0-3 0 16,-4-1-1-16,-3-1-3 0,-3-3-4 0,-2-2 1 0,-4-1 1 15,-1 0 0-15,-2-5 0 0,-3 1 1 16,-2-1 2-16,-1-4-1 0,-1-1 0 0,-5 0 1 16,0-1-1-16,-1-1 1 0,-2 1 0 0,-4-2-1 15,-2 1 0-15,-4-1 0 0,-4 2 0 16,-2-1-1-16,-5 2 0 0,-5 0 1 0,-2 0-2 15,-5 1 1-15,-4 1-1 0,0 0 2 16,-4 4 0-16,-1 0-5 0,-1 1-1 0,0 4-1 16,1 2-3-16,0 3 0 0,1 2 0 0,2 4 2 15,1 1 3-15,1 1 2 0,5 1-1 0,3 3 2 16,0-1-1-16,4 1 0 0,2 3-2 16,1-1 1-16,4 0 0 0,-1 0 0 0,4 0-2 15,0 0 1-15,2 2 0 0,0-2-4 0,3-1-6 16,0 1-9-16,3-1-11 0,0 1-18 0,1 0-34 15,-1 0-57-15,0 0-64 0,-1 1-81 16,-1 2-120-16,-1 0-161 0,3 2-191 0,-3 1-223 0,0 0-215 16,-3 1-89-16,2 2 214 0,-4 0 436 0</inkml:trace>
  <inkml:trace contextRef="#ctx0" brushRef="#br1" timeOffset="152882.31">8186 3810 119 0,'-4'0'456'16,"-4"1"262"-16,3 1 164 0,-3-2-72 16,2 1-265-16,-1 1-160 0,-2-1-70 0,3 2-32 15,-4-2-16-15,1 1-33 0,-1 0-26 0,-3-1-32 16,1 1-31-16,-1-2-23 0,-1 1-14 15,-2 2 3-15,1-1 10 0,-1 1 13 0,-2 1 10 16,1-1-1-16,-4 4-11 0,4-1-18 0,-4 1-25 16,1 3-23-16,-1 1-20 0,-1 0-16 15,2 3-19-15,0 2-9 0,-2 1-6 0,2 3-4 16,1-1-4-16,0 2-1 0,0 0 6 16,1 1 4-16,1 1-1 0,0 1 0 15,-1 0-1-15,4 0 2 0,-3 0 3 0,2 2 2 16,1-1-1-16,0 1-1 0,0-1 9 0,3 2 5 15,-2-1 0-15,2-1-4 0,1 1 0 16,-2-2-1-16,2 1-6 0,1 1-6 0,-2 0-1 16,1-1 3-16,2-1 1 0,-4 2 1 0,4 0-1 15,-2-1 4-15,-2 1 0 0,4 1-1 16,-2-1-1-16,2 0 1 0,-2-1 0 0,2 0-3 16,-1 0 2-16,0 0-3 0,3-1 0 0,-2 0 1 15,3-2-1-15,-1 2 1 0,-2-1-2 16,2-1 2-16,-1 2 0 0,1 0-3 15,-2 0-2-15,2 0 1 0,-1-1-1 0,1 4-3 0,1-2 2 16,-4 2-1-16,3 0 2 0,-1 0 3 16,2 1 0-16,-3-2 2 0,2 2-1 15,2-1 3-15,0-1-1 0,1 1-1 0,0 2 1 16,1-3 3-16,2 3 0 0,0-1-1 0,0 0 3 16,0 0-1-16,0 1 3 0,0-1 21 0,0 1 16 15,2 2 5-15,-2 0 1 0,0 1 2 16,0 0-3-16,0 2-22 0,2 2-13 0,-2-1-9 15,0 1-5-15,0 1-3 0,0-1 0 0,0 0 0 16,0 0 2-16,1 2 1 0,1-1 3 0,1 1 2 16,0 0 1-16,0 2 0 0,3-1 9 0,-2 1 7 15,2 2 4-15,0 0 1 16,1 0 1-16,2 1-3 0,-1 1-10 0,2-1-8 16,2 3-4-16,-1-1-5 0,2 1 3 0,1-1 2 15,1 2 1-15,0-2-6 0,1 0-2 0,1 1-1 16,1 1-4-16,1-3-1 0,0 1-4 15,0-1 7-15,1-2 4 0,2 2 5 0,-1-2 6 16,1-2 2-16,3 2 2 0,-3-1 7 16,1-1 1-16,2 0-3 0,0-3-1 0,-1 2 1 15,-2-1-2-15,4 0-7 0,-1-1-3 0,0 1 0 16,0-1-3-16,2 0 3 0,-3-1 4 0,3 0 2 16,1-2-1-16,-1-2 1 0,2 1 0 15,-1-3-5-15,2-2-2 0,0-1-2 0,0-1-4 16,3-2-4-16,1-2-2 0,0-1-1 0,3-2-1 15,-1-1 0-15,2-1 3 0,0-1 4 0,0 0 9 16,0-1 9-16,1-2 3 0,-1 0 2 16,0-3 1-16,0 3 0 0,0-4-8 0,0 1-8 15,0-4-3-15,-1-1-1 0,-1-1-1 16,0 0 1-16,0-3 0 0,-1 1 1 0,0-4 0 16,2-1 0-16,-1 0 0 0,2-1 1 15,-2 0 0-15,2-2 0 0,-1 0-1 0,1-2 1 16,-1 1 1-16,1 2-2 0,-1-1 0 0,-1 0-1 15,-1 0 1-15,1-2-2 0,-1 2 0 0,1-1 0 16,-2 1 1-16,0-2-1 0,1 1-1 16,-3-1 0-16,1 1 1 0,0-1 0 0,-3 0 0 15,2 0 2-15,-2 0 1 0,0 1 1 16,0 1 0-16,0 0 1 0,0-2-1 0,0 1 2 16,-1 3 1-16,1-2 0 0,0-1 1 0,-2 1 1 15,0 0 1-15,1 0-1 0,-1 0-1 16,-2 2-1-16,-1-3 0 0,-1 2 3 0,1-1 1 15,0 1 0-15,0-2-1 0,-2 3 0 0,4-1-1 16,-2-1-4-16,2 0-2 0,0 1-2 0,-1-1 0 16,4 0-2-16,0 0 0 0,-1 0 0 15,3-1 0-15,-1 1 1 0,-1 0 1 0,2-2 0 16,-1 2 1-16,3-1 0 16,-3 2 0-16,-1-2 0 0,2 1 0 0,0 1 0 0,-1 0 0 15,1 0-1-15,0 1 0 0,-2-2 1 16,1-1 0-16,-2 3 1 0,-1-2-1 0,2-1 1 15,-1 1 1-15,-3 0-1 0,3 1-1 16,0-3-2-16,1 0 1 0,0 0 0 0,1-1-2 16,-1-3 0-16,2 2 0 0,1-3 0 0,2 1 0 15,-4-2 0-15,2 1 2 0,-1 0 0 16,-2-1-1-16,-1 1 0 0,-1-1 1 0,-4 2-2 16,-2 1 1-16,-2 1-1 0,-2 1 0 15,-2 2 0-15,-3 1 0 0,-4 1 1 0,2 2-1 0,-5 0 0 16,2 2 1-16,-3 1-1 0,1 0 1 15,-1 0-1-15,1 1 1 0,-2 1-1 0,1-1 0 16,-1 2 0-16,1-2-1 0,-1 3 1 0,1-4-1 16,0 2-1-16,-2 1 1 0,2-2-1 15,-2-1-2-15,3 0-1 0,-3 0-4 0,1 0-6 16,-1 0-8-16,-1 0-10 0,-1 0-12 0,2 0-23 16,-3 0-42-16,2 0-72 0,-2 1-81 15,0 0-151-15,-2 2-259 0,2-1-315 0,0 2-307 16,0-2-186-16,0 1 70 0,0-1 600 0</inkml:trace>
  <inkml:trace contextRef="#ctx0" brushRef="#br1" timeOffset="153333.42">11723 7491 218 0,'-6'-2'731'0,"1"2"367"0,2 0 69 15,-2 0-203-15,5 0-358 0,0 2-249 16,0-2-147-16,5 1-74 0,0-1-44 0,3-1-21 16,1 1-25-16,1-2-16 0,2 1-12 15,1-2-7-15,0 1 0 0,3-1-4 16,-2 2 0-16,0 0 2 0,2-1 14 0,-2 2 42 16,2 0 46-16,-2 2 50 0,0 0 44 0,0 1 26 15,-4 2 1-15,1-1-28 0,0 4-36 0,0-1-38 16,-3 1-32-16,3 1-27 0,-3 1-20 0,-1 3-10 15,2 0-7-15,-3-1-3 0,2 1-6 16,-1 1-3-16,-1-2-3 0,1 5-5 0,-2-6-2 16,2 3-3-16,-2-2-3 0,-1 0 2 15,2-1 1-15,-2 4 2 0,0-4 2 0,-2 1 4 16,0 0 4-16,-1 2 2 0,-1-3 5 16,0 2 2-16,-3-1 5 0,1 0 0 0,-2 1 2 15,-4-1 0-15,0-1-4 0,2 0-3 16,-3 0-5-16,0 1-5 0,0-3-5 0,-1 2-5 15,1-2-8-15,1-1-2 0,2 1 0 0,-1-3 0 16,2 0 0-16,-1-2 0 0,5 0-11 0,-1 1-10 16,5-1-19-16,-1 1-38 0,5-1-79 0,-2 0-128 15,2 1-249-15,-1 3-315 0,5-3-396 16,-1 3-413-16,1 0-99 0,1-1 586 0</inkml:trace>
  <inkml:trace contextRef="#ctx0" brushRef="#br1" timeOffset="154738.48">25620 7779 239 0,'1'3'819'16,"1"1"384"-16,-1-2 17 0,1 1-197 0,0-3-430 15,1 2-233-15,2-2-84 0,2 1-22 16,1 0-20-16,0 1 13 0,5-2-7 0,-1 0-38 16,1 0-57-16,3 0-45 0,-2-2-25 15,4 2-34-15,0-1-19 0,-2 0-11 0,2-1-5 16,-4 0-3-16,2 1-3 0,-4-1-17 0,0 2-57 16,-3-1-66-16,-3 2-64 0,-3-1-140 0,1 3-244 15,-8 1-308-15,0 2-250 0,-3-2-195 16,-2 3-26-16,-2 1 489 0</inkml:trace>
  <inkml:trace contextRef="#ctx0" brushRef="#br1" timeOffset="154954.29">25648 8013 117 0,'5'11'637'0,"0"0"430"0,-2-2 172 15,2-2-79-15,1 1-356 0,2 0-228 0,0-1-142 16,0-1-85-16,2-1-55 0,2-1-53 0,2 0-71 15,-3-2-57-15,2 0-34 0,1 0-27 16,-1-2-25-16,1 1-12 0,-2-1-9 16,0 0-6-16,0 0-38 0,-1 0-76 0,0 0-88 15,-3 0-183-15,-2 1-289 0,-1-1-343 0,0 2-339 16,-2-1-171-16,-3 2 199 0,0 0 695 0</inkml:trace>
  <inkml:trace contextRef="#ctx0" brushRef="#br1" timeOffset="190345.26">26888 7564 238 0,'-3'2'477'0,"-2"-2"235"16,1 1 155-16,1-1-152 0,2 0-111 0,1 0-74 15,-3 0-72-15,1 0-54 0,2 0-34 16,2 0-35-16,-2 0-23 0,3 0-8 0,-2 0-14 16,2-1-30-16,1 1-40 0,2-3-42 15,1 0-39-15,3-2-34 0,5 1-22 0,0 0-12 16,3-2-11-16,4-1-8 0,2 2-6 16,1 3-7-16,4-3-5 0,-1 4-6 0,4-1-5 0,-2 2-3 15,-2 2-5-15,1 1-4 0,-3 0-2 16,0 2-3-16,-4 4-1 0,-5-1-2 0,1 3-1 15,-6-1 1-15,-2 5-1 0,-4 0 2 16,-4 2 0-16,-7 1 0 0,-3 1 2 0,-5 2-1 16,-4 1 0-16,-1 1 0 0,-5 1-1 0,-1 0-1 15,-1 1-1-15,-2-3 0 0,3-1-1 16,1 1 0-16,-1-2 0 0,5-2-1 0,2-1 0 16,1-1 0-16,5-2 0 0,3-1 0 15,1-1 0-15,6 0 0 0,1 0 0 0,0-3 0 16,4 3-2-16,4-5 2 0,4 2-1 0,2-3 0 15,0 0 1-15,7 0 0 0,1 0 1 0,2-2-2 16,-1 2 1-16,6 0 0 0,-3 1-1 16,1 0-1-16,-2 1 0 0,2 0 1 15,-4 1-1-15,-1 1 1 0,-3 2 0 0,-5 0 1 16,-3 1 0-16,-2 1 1 0,-7 0-1 0,-4 4 1 16,-4 0-1-16,-5 1 1 0,-3 1-1 0,-3 0 1 15,-5 1-1-15,1 0 0 0,-1 0 0 16,-3-1 1-16,-1-1 0 0,4 1 1 0,-3-4-1 15,1-1 1-15,0 1-1 0,4-5-1 16,-2-1 0-16,1-3-1 0,2-3-1 0,2-2 0 16,1-5-2-16,2-1 0 0,2-4-2 0,3-3-7 15,3-1-9-15,1-3-17 0,3 0-32 16,2 1-74-16,0-3-88 0,4 2-163 0,1-2-284 16,2 2-336-16,3 0-374 0,1 3-206 0,3 1 104 15,0 1 703-15</inkml:trace>
  <inkml:trace contextRef="#ctx0" brushRef="#br1" timeOffset="191409.28">28088 7658 87 0,'1'-7'408'0,"-1"1"268"0,2-1 236 0,0 1 3 16,-1-2-209-16,-1 0-147 0,2-1-100 16,-1 2-62-16,-1-1 3 0,0 1-8 0,0-2-30 15,-3 3-40-15,2-1-37 0,-4 1-41 0,-2 0-65 16,1-1-61-16,-5 5-40 0,0-4-20 15,-5 6-15-15,0 0-7 0,-2 0-6 0,-2 6-4 16,-2-1-1-16,0 1-3 0,0-1-4 16,1 4-2-16,-1 2-4 0,0-1-3 0,1 4-1 15,3-3-1-15,2 5-2 0,-2-1 1 16,6 1-1-16,-1 1-1 0,4-2-1 0,1 3-1 16,2-3 1-16,2 1-1 0,1-1 0 0,3 1 0 15,2-2 0-15,1 1-1 0,3 0 0 16,2 0 1-16,2 1-2 0,4-2 1 0,0 3 0 15,3-2 1-15,3 3 0 0,3 0 0 16,2 0-1-16,4 0 1 0,1-1-2 0,0 2 0 16,1 0-1-16,3-1 1 0,-4 0-2 15,0 2 1-15,0-2 0 0,-8 1-1 0,2 2 1 0,-5-1 0 16,-3 0 0-16,-4 0 0 0,-4 2 1 16,-5-1 0-16,-4-1 0 0,-6 1-1 15,-1 0 1-15,-6 0 1 0,0-1 1 0,-7-1-1 0,-2 1 1 16,-2-2 0-16,-1 0 0 15,-3-2-1-15,-1 0 0 0,0-3 0 0,0-1-1 0,0-2 0 16,4-4 0-16,0-3-1 0,3-3 0 16,0-3-1-16,3-3 0 0,1-4 0 0,5-2-1 0,0-4 2 15,2-2 0-15,4-1 2 0,4-3-1 16,-1-1 0-16,5-2 1 0,5-2-1 16,-1 1 1-16,4-1 0 0,1 2 1 0,4-1-1 15,2 1 0-15,4 1-1 0,3-1 0 0,0 1 0 16,3 1 0-16,4-1 0 0,1 1-1 15,1 1 1-15,3-1-1 0,-1 1-1 0,0 1 1 16,4 0-1-16,-3 1 0 0,-1-1-1 0,-1 3 1 16,-1 1 0-16,-4-2 0 0,-3 3 0 15,-3-1 1-15,-7 2 1 0,0 1 1 0,-6-1-1 16,-3 2 0-16,-5 0 2 0,-5 1 0 0,-3 0-1 16,-1-1 0-16,-7 5 0 0,-2 0-1 15,0 2 0-15,-6 3 0 0,0 2-1 0,2 2 0 16,-2 2-3-16,1 2-8 0,2 0-16 15,4 1-44-15,1 3-75 0,5-2-83 0,1-1-154 0,3 0-281 16,3-2-330-16,3 1-320 0,2 1-194 16,5-1 61-16,1 2 621 0</inkml:trace>
  <inkml:trace contextRef="#ctx0" brushRef="#br1" timeOffset="191884.13">28850 7716 335 0,'5'-6'821'16,"-5"1"337"-16,0 3 33 0,-5 2-272 15,-4 2-285-15,-3 6-147 0,-1 3-68 0,-5 3-46 16,-4 9-43-16,1 4-41 0,-6 4-51 15,0 7-61-15,-1 7-57 0,-2 4-37 0,0 5-24 16,3 2-17-16,2 1-12 0,5-3-11 0,7-4-8 16,4-3-4-16,9-4-3 0,9-6-1 0,4-6 0 15,5-4-3-15,7-6 1 0,5-5-2 16,4-5 1-16,4-6-2 0,1-5-1 0,0-5-3 16,0-6-2-16,1-3-3 15,-2-4 1-15,-3-5-2 0,-2-3 3 0,-1-2 2 16,-3-2 4-16,-6-1 3 0,-4-2 0 0,-1-3 0 0,-4-3 0 15,-3-3 0-15,-6-2 0 0,-4-4-1 16,-2-2 1-16,-7 1-2 0,-5-1 2 0,-3 3 0 16,-7 6 1-16,-4 5 2 0,-5 6 1 0,-6 9 0 15,-4 6 0-15,-4 8-1 0,-2 7-1 16,1 6-1-16,1 7-1 0,3 7 0 0,3 4-1 16,3 5-2-16,4 4-8 0,4 5-38 15,4 3-76-15,3-1-89 0,4 1-169 0,7-4-295 16,6-1-346-16,7-4-349 0,4 2-199 0,6-6 162 15,5 0 694-15</inkml:trace>
  <inkml:trace contextRef="#ctx0" brushRef="#br1" timeOffset="192803.67">29976 8271 40 0,'-8'3'431'0,"0"-1"368"16,0 0 282-16,-1 0 45 0,2-1-347 15,1 0-227-15,1 1-108 0,2-2-42 0,-2 2-26 16,2-1-34-16,2-1-35 0,-1 1-38 15,0-1-51-15,2 0-57 0,0 0-50 0,0 0-36 16,0 0-21-16,2-1-13 0,0-4-10 0,2-1-9 16,4-4-5-16,-2-2-6 0,4-3-3 15,2-2 0-15,0 0-1 0,0-3 2 0,2 1 2 16,-1-3 3-16,0 3 1 0,-2 0 1 0,-2 1-1 16,1 2 0-16,-4 3-1 0,0 3-1 15,-1 1-2-15,-1 1 0 0,-3 2-3 0,1 4 0 16,-1 0-3-16,-1 2-1 0,0 3-1 0,0 5 1 15,-1 2 0-15,-1 3 1 0,1 5 0 16,-3 2 2-16,3 2 0 0,-3 3 1 0,3 2-1 16,-2 1 1-16,-1 0-2 0,3 1-2 0,-1-1-1 15,2-2 0-15,2-2-2 0,1-4 0 16,2-2-1-16,1-4 2 0,5-2-1 16,0-6 0-16,1-1-1 0,3-7 3 0,1-2 0 0,1-5 0 15,4-3 1-15,-2-4 0 0,1-3 1 16,0 0-2-16,-2-5 0 0,1 1 0 0,-3-1 1 15,0 0-2-15,-3 0 0 0,-4 0 0 0,0 2 0 16,-4-2 0-16,-1 4 0 0,-1 1-1 0,-3 1 0 16,0 2 1-16,-2 4-1 0,1 4 0 0,-3 3-1 15,1 3 0-15,0 6 0 0,0 2-1 16,-3 4 0-16,1 6 0 0,2 1 0 0,-2 4 0 16,3 1 0-16,1 3-1 0,-3 1 1 0,4 2 0 15,0 4-1-15,2-6 1 0,0 2 1 0,-1 0-1 16,4-4 1-16,0-1 0 0,1-4 0 0,5-2 0 15,0-1-1-15,3-4 1 0,1-4-6 16,0-1-11-16,1-3-25 0,0-2-67 0,-2-4-86 16,-1 1-183-16,0-4-283 0,0 0-345 15,-1 2-413-15,-4-4-263 0,-2 1 113 0,1 0 813 0</inkml:trace>
  <inkml:trace contextRef="#ctx0" brushRef="#br1" timeOffset="194016.32">30781 8400 99 0,'-2'4'435'0,"0"-1"303"0,2 0 226 0,0-1-66 15,0-1-196-15,0 1-165 0,0-2-122 16,0 0-86-16,0-2-52 0,0-1-17 0,0 0-4 16,2-1 6-16,0 0 1 0,0-2-5 0,0-2-26 15,0-1-47-15,1 2-45 0,-2-3-41 0,3 0-33 16,-1-2-21-16,2 0-14 0,-1-3-6 15,1-1-4-15,1 2-2 0,1-4-1 0,-1 0-1 16,2-2-3-16,1-3-2 0,1 1-1 0,-2-2 0 16,3-3-2-16,-2-1 2 0,3 0 2 0,-2-1 1 15,0 2 3-15,0 2 0 0,0 0 1 16,-3 4 0-16,1 4-1 0,-3 0-2 0,-1 6-1 16,0 2-2-16,-2 1-4 0,2 3-1 0,-4 1-2 15,1 0-2-15,1 4 1 0,-2 0 2 0,0 5 3 16,0 2 1-16,0 4 1 0,0 2 1 0,-3 3 0 15,3 3-3-15,-2 0-1 0,0 3-1 16,2 3-1-16,0 0 1 0,-2-1-2 0,2 2 0 16,2-1-1-16,-2 0-2 0,2 0 1 0,0-4-2 15,1 1 0-15,-2-3 0 0,4 0 0 0,0-3 0 16,0-1-1-16,2-2 1 0,0-1-1 16,-2-2 0-16,3-1 1 0,-2-2-1 0,3-2 1 15,-1-1-1-15,0-2 1 0,3-2 0 0,0-3 1 16,2-3 0-16,3-2 1 0,-3-5 1 0,4 3-1 15,-1-5 0-15,-1-1 1 0,0 1-2 0,0-1 0 16,-2-2 1-16,0 3-2 0,-2-2 0 16,-1 4 0-16,-1-2 0 0,-3 2 0 0,0 5-1 15,-1-1-3-15,-1 3 3 0,-1 1-1 0,-2 1 0 16,1 1 0-16,1 3 0 0,-3 0 3 0,0 4-2 16,0 4 0-16,-3 2 1 0,1 1-1 0,2 4 0 15,-1 4-1-15,-1-1 1 0,1 3-1 16,1-1 0-16,0 1 0 0,0 0 0 15,1 0 0-15,2-1 1 0,2-3-1 0,-1-2 0 0,1 0-1 16,3-2 1-16,0-3 0 0,5-3 0 0,-4-1-1 16,5-2 1-16,2-4 1 0,2-4 0 0,-2 0 1 15,2-5 1-15,2-1 0 0,2-3 0 16,-2-2 0-16,-1 0 0 0,2-1 0 0,-3-3-1 16,-1 3 1-16,0-2-1 0,-4 2 0 0,1-2-1 15,-3 1 1-15,-2 1 0 0,4 1-1 0,-5 0 1 16,-2 3 0-16,1 3-1 0,-3 1 0 15,1 2 0-15,-4 2-1 0,3 1 0 0,-1 3 0 0,-2 1 0 16,1 5 0-16,0 2 2 0,-2 5 0 16,1 2 0-16,1 2-1 0,0 2 2 0,-2 0-1 15,3 5 0-15,-2-4 1 0,5 1 0 16,-3 0-1-16,4-1-1 0,-1-2 0 0,2-2-1 0,5-1 0 16,-4-1 0-16,3-1-1 0,-2-2 0 15,3-1-1-15,0-1-8 0,-4-2-19 0,1-1-53 16,-4-1-80-16,2-3-156 0,-5 2-272 0,2-4-331 15,0 2-411-15,0-2-349 0,-2 0-1 16,3 0 742-16</inkml:trace>
  <inkml:trace contextRef="#ctx0" brushRef="#br1" timeOffset="206772.45">19564 1774 29 0,'3'2'266'0,"-1"-1"153"0,2-1 139 0,-2 1-44 16,0-1-147-16,-1 2-82 0,1 0-33 0,-2-1 8 16,1 1 27-16,-1-1 27 0,0 2 20 0,0 0-5 15,0 0-17-15,0-2-12 0,0 3-37 0,-1-3-46 16,1 0-45-16,0 1-32 0,0 0-27 15,0-1-34-15,1 0-12 0,-1 1 9 0,0 1 17 16,0 0 27-16,0 0 16 0,0 2 14 0,0-2 2 16,0 2-10-16,0-1-17 0,0-1-21 15,0 2-19-15,0-1-20 0,-1 0-11 0,1 1-13 0,-2-1-9 16,2 1-8-16,0-1-4 0,-1 2-3 16,1 0-3-16,0-1 0 0,-2-1-2 0,0 1-3 15,2-1-1-15,0 1-2 0,0-1-1 0,0 1-2 16,-2 0 1-16,0-1-1 0,2 0-1 15,0 1 2-15,0-1-1 0,0 1 1 16,0 0 0-16,0 0-1 0,0 1-1 0,0 0-2 0,0 0 0 16,0-4 0-16,0 4 0 0,0-1 0 0,0-3 1 15,0 2 1-15,2-2 0 0,0 2-1 16,-2-2 2-16,2 1-3 0,0 0 0 16,-1-2 0-16,1 1 0 0,-1 0 0 0,3 1 1 0,-3-3 0 15,2 1 0-15,1 1 0 0,0-2 2 0,0 1-1 16,2-1 2-16,-2 0 1 0,1 0 2 0,3 0 0 15,-1 0-1-15,0 0-1 0,1 2 0 16,0-2 0-16,-1 1-2 0,2-1 0 0,-1 2 1 16,-2-1-1-16,2-1-1 0,0 1 0 0,-2-1 1 15,2 0-2-15,-3 2 0 0,3-2 0 0,-2 2 1 16,1-2-1-16,-3 0 0 0,3 1 2 16,-1-1 0-16,0 0 1 0,1 0-2 0,-1 0 0 15,0 1 0-15,0-1 1 0,2 0-1 0,-3 2 0 16,2-2 1-16,-1 2 5 0,3-2 4 0,-2 0 1 15,-1 0 0-15,2 0 1 0,0 0 0 16,0 1-7-16,-2-1-3 0,1 0-2 0,-3 0-1 16,5 0 0-16,-4 0 1 0,2 0 0 0,-1 0-1 15,2 0 2-15,-2 0-2 0,1 0 2 0,-1 0-1 16,0 0 0-16,2 0 1 0,-2 0 0 0,-1 0 1 16,3 0-1-16,-3 0 0 0,3 1-2 15,0-1 1-15,-4 2-6 0,3-2-4 0,-1 3 0 0,2-3-2 16,-2 1 0-16,1 1 0 0,-1 1 4 15,2-3 3-15,-4 0 3 0,1 2 0 16,2-2 0-16,-1 3 0 0,0-3 2 0,0 0-1 0,-1 1 1 16,0-1-1-16,2 0-1 0,-1 0 0 0,1 2 0 15,-2-2 0-15,2 1 0 0,-1-1 0 16,2 0 0-16,-2 2 1 0,1 0-1 0,-3-2 0 16,4 2 1-16,0-2 0 0,-2 2 0 0,2 0-1 15,-1-1 0-15,2-1-1 0,-3 1 0 16,4 1 1-16,-2-2 2 0,1 2-1 0,1-2 0 15,0 0 1-15,-1-2 0 0,-1 2-2 16,1 0 0-16,-2-2 0 0,2 2 1 0,-3 0-1 0,2 0 0 16,-3 0 1-16,3 2 0 0,-4-2-1 0,3 0 0 15,-2 2 0-15,0-2 0 0,-1 1 0 16,2 0 0-16,1-1-1 0,-1 0 1 0,1 2 0 16,-3-2 1-16,4 1-1 0,-2-1 1 0,2 0-1 15,-1-1 0-15,2 1 1 0,-3-2 0 0,2 1-1 16,1 0 1-16,0-1-1 0,-1-1 0 0,-2 2 0 15,2-1-1-15,1 0 2 0,-2 0-1 16,-1 2 0-16,1 0 0 0,-3 0-1 0,4 0 0 16,-3 0 0-16,0 0 0 0,-1 0 0 0,1 0 0 15,3 2 1-15,-4-2 2 0,1 2-2 0,0 0 0 16,0-1 0-16,-2 2 0 0,2-1 0 16,1-1 0-16,-1 0 0 0,0 1 6 0,-1-1 5 15,1 1-1-15,2-1 1 0,0 0-1 0,-2-1 0 16,1 2-5-16,3-2-2 0,-2 0-2 0,1 0-1 15,0 0 0-15,0-2 0 0,1 2-1 16,-2 0-1-16,-1 0 0 0,2 0 1 0,0 0-1 16,-2 0 1-16,1 0 1 0,-3 0 0 0,3 0-1 15,0 0 0-15,0 0 0 0,-1 0 1 0,2 0 0 16,-1 0 0-16,0-1 0 0,0 0 1 0,-1-1 1 16,0 2-2-16,4-3 0 0,-4 2 1 0,4-2 0 15,-4 1-1-15,3 0 1 0,-2-2 1 16,1 2-1-16,0-2 1 0,1 3-1 0,-1-2 1 15,0 0-1-15,3 1 0 0,-3 2 1 0,-2-3-1 16,2 1 0-16,1 2-1 0,-1 0-5 0,0 0-4 16,2 0 0-16,-1 2-1 0,-1 1 0 15,0-3-2-15,3 2 5 0,-1-2 4 0,-1 3 2 16,-1-3-1-16,5 1 1 0,-5 1 2 0,1-2-1 16,4 1 1-16,-4-1-1 0,1 0 0 15,1 0 1-15,0-1 0 0,0 1-1 0,-2-2 0 16,3 2 0-16,-2-1 1 0,0 1-2 0,0-3 1 0,-2 3 0 15,1 0 0-15,-1 0 0 0,-2 0-1 16,1 0 1-16,0 0 0 0,0 3 0 0,-1-3 1 16,-1 1-1-16,1-1 0 0,2 2 1 15,-2-1-1-15,1 1 0 0,-1 0 0 0,2-2 0 16,-2 0 1-16,1 2-1 0,1-2 0 0,-2 2 0 0,1-2 0 16,3 0-1-16,-2 0 0 15,1 0 1-15,1-2 0 0,-2 2-1 0,2-2 1 16,-1 2 0-16,-3-2 0 0,2 2 0 0,-3-2 6 0,4 2 3 15,-2 2 1-15,-3-2 1 0,5 2 0 0,-5-2 0 16,4 0-6-16,-2 2-2 0,-1-2-1 16,2 2-2-16,-3-2 0 0,5 2 0 15,-2-1-1-15,-1-1 0 0,2 0 0 0,0 0-1 0,-2 0 1 16,-1-1 1-16,2 1 0 0,-3-2-1 0,4 2 0 16,-2-2 1-16,1 0 0 0,-1 2-1 15,1-4 0-15,-1 4 1 0,-2-1 0 0,3-1-1 16,-2 1 1-16,-1 1 0 0,4-3 1 15,-2 3-2-15,1-2 0 0,-1 2 0 0,1 0 1 0,0-3-1 16,-2 3-1-16,0 0 2 0,0 0 1 16,0 0 0-16,-2 3 0 0,1-3 0 0,-1 0 0 15,0 0 0-15,1 0-1 0,-1 2 0 0,0-2-1 16,0 0 1-16,1 0 0 0,0 3-2 0,1-3 1 16,-1 1 0-16,1 1 1 0,0-1 0 0,0-1-1 15,-2 2 2-15,5-2-1 0,-5 0 1 16,0 0-1-16,2 0 0 0,-2-2 1 0,0 1 0 15,2-1 1-15,-2 1-1 0,1-2 0 16,-2 3 1-16,0 0 0 0,0-2-2 0,-1 2 1 0,1 0-1 16,-2 0 0-16,1 0-1 0,-1 0-1 15,0 0 1-15,2 0 0 0,0 0 1 0,-2 0-1 0,0 0 1 16,0 0 1-16,1 2-1 0,-1-2-1 16,3 0 0-16,-3 0 1 0,2-2 0 0,0 2 1 15,-1 0 0-15,1-3 0 0,-1 1 0 0,1 1 1 16,0-2 0-16,0 0 0 0,0 3 0 0,0-1 1 15,-2-1-1-15,1 0-1 0,-1 0 2 16,0 0 1-16,0-1 1 0,0 2 2 16,-1-1 1-16,1-1 1 0,0 2 0 0,0-1-1 15,-2 1-1-15,2-1-2 0,-2 1-3 0,2-3 0 0,0 3-2 16,-2-2-2-16,2 2-1 16,0-3-2-16,-2 2-8 0,2-2-20 0,-2 0-52 15,2-2-72-15,-3 2-114 0,-2-1-218 0,2-1-302 0,-2 0-349 16,2 1-310-16,0 3-138 0,1-2 387 15,-2 2 711-15</inkml:trace>
  <inkml:trace contextRef="#ctx0" brushRef="#br2" timeOffset="-209303.35">11561 5038 74 0,'1'-10'536'0,"2"-1"404"0,-6 1 212 16,3 0-25-16,-3-3-385 0,0 2-237 0,0-2-66 15,-1 3-20-15,0-2-40 0,-1-2-47 0,-3 4-44 16,4-2-52-16,-5 0-66 0,1 0-58 16,2 1-31-16,-3 3-17 0,-1-3-9 0,2 3-6 15,-3 2-7-15,2-2-6 0,-1 3-5 0,-1 0-3 16,0 0-4-16,1 1-3 0,-2 1-1 15,2 2-3-15,-2-1-2 0,-1 2-2 16,2 0-2-16,-3 2-1 0,3 1-1 0,-2 0-1 16,-1-1 0-16,1 3-1 0,-1 0 0 0,1 1-1 15,-1 1 0-15,0 1-2 0,0 1-1 0,1 1 0 16,-1 1 0-16,1-1-1 0,0 4-5 16,0-1-2-16,1 1-1 0,1 1-2 0,0 0 0 15,2-1-1-15,1 3 9 0,-2 0 3 16,4-1 3-16,0 1 2 0,1 1 1 0,2 0-1 15,-3 0-5-15,2 1 0 0,1 1-3 16,0 2-1-16,3 1-1 0,-2 1 0 0,-1 2 0 16,2-1 0-16,-1 1 1 0,2 2 1 0,-2-1 1 15,1 1 1-15,1 1 1 0,-2-1 0 16,2 2 0-16,0 0 0 0,0 0 1 0,-2 2 1 16,2-1 1-16,-1 2 2 0,-1 0-2 0,-2 0 1 15,2-1 0-15,-1-2-2 0,0 0-2 16,0-1-1-16,-2-1 0 0,2-1 0 0,-2-1 2 15,-3 0 0-15,2 1 1 0,-1-3 0 0,1 2 0 16,-2-1-1-16,-1-3 0 16,-1 4-2-16,2-3 1 0,-1 1-1 0,-1-3 2 0,1 2-1 15,-2-3-1-15,1-1 1 0,1 1-1 16,-2-2 1-16,3-1-1 0,-2 1-1 0,1-3 1 16,-2 2 0-16,0-4-1 0,0 2-1 0,-2-2 1 15,3 2-1-15,-3-2 1 0,0 0-1 16,-1 0 1-16,-1 0 0 0,0 3-1 0,0-4 1 15,-2 2-1-15,1-1 1 0,-3 0-1 0,1-1 4 16,0 0 2-16,-1 1 2 0,0-1-1 16,0-4-7-16,1 3 0 0,-2-4 0 0,1 0 0 15,1-1 0-15,-2 0 0 0,4-1 0 0,-3-2 0 16,0 0 0-16,3-1 0 0,-4 1 0 16,5-1 0-16,-3-1 0 0,2-1 0 0,-2 1 0 15,2-1 0-15,-2 0 0 0,0 0 0 0,2 0 0 16,-2 0 0-16,1 0 0 0,-3 0 0 15,1 1 0-15,0-1 0 0,0 3 0 16,3-1 0-16,-1 0 0 0,1 1 0 0,0-2 0 16,3 3 0-16,1-3 0 0,2 2 0 0,4-2 0 15,-3-1 0-15,4 2 0 0,2-1 0 0,0-1 0 16,1 2 0-16,0-2 0 0,1 0 0 16,-1 0 0-16,2 0 0 0,2 0 0 0,-1 0 0 15,3 0 0-15,1 0 0 0,1 0 0 0,1 0 0 16,1 0 0-16,2 0 0 0,2 0 0 15,-2 1 0-15,3-1 0 0,1 0 0 0,-1 2 0 16,2-2 0-16,0 1 0 0,0-1 0 16,0 2 0-16,0-2 0 0,2 3 0 0,-2 0 0 15,0 0 0-15,0-1 0 0,-2 3 0 16,2 1 0-16,0 0 0 0,-1 2 0 0,-1 0 0 16,-2 2 0-16,1 0 0 0,0 1 0 0,-3 2 0 15,2 2 0-15,-3 0 0 0,-1 2 0 16,0 1 0-16,-2 1 0 0,-2 2 0 0,0 2 0 15,0 1 0-15,-1 2 0 0,-2 0 0 0,0 3 0 16,-2-1 0-16,-1 4 0 0,2-2 0 0,-3 1 0 16,0 1 0-16,-2 1 0 0,-1 0 0 15,2-1 0-15,-3 3 0 0,2 0 0 0,-2-1 0 16,-1 1 0-16,-1 1 0 0,1-1 0 16,-1 2 0-16,-1 0 0 0,0 1 0 0,0-1 0 15,1 2 0-15,-2 0 0 0,1 1 0 0,1-1 0 16,0 1 0-16,0 1 0 0,0 1 0 15,0 1 0-15,1 0 0 0,0 1 0 0,1-1 0 16,0 4 0-16,3-2 0 0,-1 3 0 16,3 2 0-16,1-2 0 0,1 4 0 15,1 0 0-15,1 1 0 0,1 0 0 0,1 2 0 16,0-3 0-16,5 1 0 0,-1-1 0 0,3-3 0 16,0-4 0-16,4 0 0 0,0-4 0 0,1-3 0 15,4-1 0-15,1-8 0 0,3-1 0 0,3-4 0 16,1-5 0-16,5-5 0 0,1-3 0 15,2-7 0-15,4-2 0 0,-1-7 0 0,2-4 0 16,2-7 0-16,1-2 0 0,-2-5 0 16,3-1 0-16,-6-4-105 0,-1-1-109 0,-4 1-237 15,-4-1-303-15,-4 2-397 0,-5 5-497 0,-7-1-245 16,-7-2 436-16,-6 1 981 0</inkml:trace>
  <inkml:trace contextRef="#ctx0" brushRef="#br2" timeOffset="-208068.49">8196 6569 40 0,'0'0'535'0,"3"0"479"0,-3 0 234 16,-1 0-57-16,-1 0-305 0,2 0-240 0,2 0-133 15,-1 3-108-15,-1-3-75 0,0 2-56 0,-1 3-70 16,-1 1-68-16,2 0-52 0,0 3-29 16,2 1-17-16,-1 3-10 0,1 0-6 0,1 6-2 15,3 1-1-15,0 3 0 0,1 3 1 0,1 3 2 16,1 4-1-16,1 0-1 0,-1 2-1 15,2 2-3-15,-3 0 1 0,-2-1-3 0,1 2-1 16,1-4-2-16,-2-1-1 0,-1-1-1 16,0-5-3-16,-2-2 0 0,0-4-2 0,0-3 0 15,-1-3 1-15,-1-1 4 0,-1-6 1 16,2-1 5-16,-2-1 2 0,0-4 1 0,-2 1-3 16,-1-7-2-16,-2-3-3 0,-1-5-5 0,1-3-3 15,-4-6-2-15,1-6-2 0,0 0 0 0,0-4 0 16,0-5-2-16,2 3 1 0,1-4 0 15,0 3 2-15,2-1 0 0,1 1 1 0,2 1 1 16,2 0 1-16,0 2 0 0,2 1-2 0,1 2 1 16,3 0 0-16,0 1 0 0,0 2 0 15,2 0-5-15,0 0 0 0,0 1-2 16,1 3-1-16,0 1-1 0,-1 2-1 0,-1 2 4 0,3 0 1 16,0 3 2-16,-1 3 0 0,0 0 0 15,0 5 1-15,-1-1 1 0,0 3-1 0,-2 1 1 16,1 2 1-16,-2 0 1 0,-1 3 1 0,-1 2-1 15,0 2 1-15,-2 0 0 0,1 3 0 16,-3-1 1-16,-1 2-2 0,0 2 0 16,0 0 1-16,-1-1 3 0,-1 3 3 0,-1 1-1 0,-2-2 2 15,0 3 1-15,-1-1-1 0,-3 2-3 16,0 0-3-16,0 0-1 0,-2 0 0 16,1 0-1-16,-1 1-1 0,-1-2 0 0,4 1-1 15,-2-2-1-15,1 2 0 0,1-2-1 16,2 0 2-16,-1-1 0 0,2 1 0 0,1-1 1 0,1 1 0 15,1-1 0-15,1 1 0 0,1-1-1 16,0 1 1-16,0-2 0 0,1 1-1 16,1 0 0-16,1-2 1 0,1 1-1 0,1-2-1 15,0-1 1-15,1 1 0 0,2-4 0 0,3 0 1 16,-1-2-1-16,1 0 1 0,1-3-1 16,1-1 0-16,3 0-1 0,-2-4 1 0,3 2-1 15,0-5 0-15,1 1 1 0,0-4-2 0,-1-1 0 16,0 0-1-16,-1 0-1 0,-2-1 0 15,-1 0-1-15,-2 1-8 0,0 2-14 0,-3 1-33 16,0 0-73-16,-3 3-92 0,-3 0-187 16,-1 1-291-16,-2 4-350 0,-1 1-390 0,-3 2-211 15,0 1 170-15,-1 3 773 0</inkml:trace>
  <inkml:trace contextRef="#ctx0" brushRef="#br2" timeOffset="-207606.37">8791 7417 307 0,'6'-3'982'16,"-3"-1"421"-16,-2-1 25 0,-1-3-171 0,0 2-492 0,0-4-264 16,-1-4-152-16,-1 3-91 0,-1-6-79 15,0-3-67-15,0-2-39 0,0-3-24 0,0-5-12 16,-1-5-12-16,0-3-6 0,0-3-4 15,-2-3-4-15,0-6 3 0,0-2 1 0,-1-1 1 0,2 2 1 16,0-1 0-16,2 4 4 0,-3 5-1 16,3 4-1-16,0 3 0 0,1 4-1 15,1 7-1-15,-1 2-7 0,1 4-4 16,1 6-3-16,-2 1-2 0,2 5-1 0,2 1 1 16,1 3-1-16,0 3 2 0,3 3-1 0,3 3 0 15,0 3 1-15,2 3 0 0,0 4-1 16,1 0-1-16,0 2-1 0,2 3 0 0,-2 1 0 15,4 1-1-15,-3 1-1 0,2-1 0 16,-2 3 1-16,1 0 1 0,-1-3 1 0,0 3 1 16,1-2 1-16,-3 1 0 0,2 0 1 0,-4-2-2 15,2 2-1-15,0-1-1 0,0-2 0 0,-1 0-2 16,-1 2 0-16,1-3 1 0,-2-3 0 0,1 1 0 16,-3-1-9-16,-1-2-14 0,0-2-22 0,-2-4-47 15,-3-1-76-15,0-1-108 0,-5-6-172 16,1 2-293-16,-3-4-332 0,-2-4-325 0,1 2-165 15,-5-6 233-15,-1 1 668 0</inkml:trace>
  <inkml:trace contextRef="#ctx0" brushRef="#br2" timeOffset="-207407.4">8710 7003 42 0,'1'1'481'0,"3"4"351"15,-1-3 189-15,0 0 43 0,3 2-307 0,3-2-271 16,0-2-137-16,2 3-46 0,1-3-11 15,3 0-50-15,0 0-48 0,1-3-38 0,3 1-30 16,0-2-35-16,0 0-32 0,1-2-23 16,-2 0-11-16,1 0-12 0,-3-1-4 15,3 1-6-15,-4-2-18 0,0 1-47 0,-2 1-59 16,-1 2-140-16,-4-2-260 0,0 2-290 0,-2-1-298 16,0 3-221-16,-1 0 9 0,-2-3 523 0</inkml:trace>
  <inkml:trace contextRef="#ctx0" brushRef="#br2" timeOffset="-206876.81">9016 6564 424 0,'-1'-8'1057'0,"-1"4"410"0,2-1-32 16,-1 2-271-16,-1 0-455 0,2 3-245 0,0-1-138 15,0 1-108-15,0 1-74 0,2 0-54 16,-1 3-28-16,1 2-16 0,-1 3-6 0,3 4-3 15,-3 2-2-15,2 5-5 0,-1 0-7 16,0 6-6-16,-1 1-5 0,1 2-6 0,0 1-2 16,-1 1-1-16,2 1-1 0,0-1 0 0,2 1 0 15,-2-2 0-15,2-4-1 0,-2 2-2 16,2-5-1-16,1-5-1 0,2-1 1 0,-2-7-1 16,2-1 0-16,2-9 1 0,-1-4 2 15,2-7-1-15,-1-3 0 0,2-6-1 0,0-2 1 16,0-1 1-16,2-2-1 0,-2 4 1 15,2 0 1-15,-3 4-1 0,3 2 0 0,-3 5-1 16,2 2 0-16,-1 5 0 0,0 3 0 0,0 3 0 16,-1 5 0-16,0 1 2 0,3 1 1 15,-4 5-1-15,4-2 1 0,-3 6 1 0,2-1-1 16,-1-2 0-16,1 2 0 0,-2-1 0 0,0-2-1 16,-1-2-1-16,-1-2 0 0,-1-4 0 15,0-2 1-15,-1-3-1 0,-3-2 2 0,2-4 0 16,-3-6 1-16,1-4 1 0,-3-2-1 0,-1-6 5 15,0-3 5-15,-1-2 4 0,-1-1 6 16,-1-4 5-16,-3 1 2 0,0-4-2 0,-3 1-5 16,0-4-4-16,-2 0-4 0,1-2-8 0,-1 1-2 15,1 3-3-15,1 2-3 0,1 3-2 16,2 5 0-16,0 2-2 0,6 4-4 0,0 1-8 16,8 2-20-16,1 4-53 0,4 0-79 15,4 0-150-15,5 2-271 0,8 1-327 0,2 0-407 0,6 2-342 16,3-1-17-16,3 2 722 0</inkml:trace>
  <inkml:trace contextRef="#ctx0" brushRef="#br2" timeOffset="-204911.25">26523 498 12 0,'3'1'364'0,"0"2"276"0,-1-2 199 16,0 1 115-16,2-1-265 0,0-1-165 0,3 0-110 15,2 0-58-15,5-1-25 0,2-1-28 16,3 1-39-16,3 0-45 0,1-1-30 0,0 1-30 15,3-1-27-15,0 2-42 0,0 0-32 16,-4 2 12-16,0 1 6 0,-2 1 23 0,-3 2 13 16,-5 3 4-16,-2 2-2 0,-6 4-24 15,-2 3-18-15,-4 3-25 0,-6 5-16 0,0 2-8 16,-6 3-5-16,3 6-5 0,-4 1-2 16,2 3-1-16,-1 0 1 0,1 1-2 0,2 0-2 15,-3-1 0-15,6 1-2 0,0-3-2 0,2-1-2 16,2-2 0-16,4-5-1 0,4 0-1 0,2-4 0 15,0-4 1-15,4-2 0 0,2-4 1 0,2-3 2 0,2-3 0 16,0-2 0-16,3-4 2 0,-1-1 1 16,2-4-1-16,-1-1 0 0,-2-2-1 0,0-4 1 15,0 0 0-15,-3-2-1 0,-2 0 1 0,0-3-1 16,-3 2 1-16,-3-2-1 0,1 1 0 0,-4-1 3 16,-1 0 2-16,-2 2 1 0,0-1 2 0,-4 4 1 15,3-2 0-15,-3 1-1 0,0 2-2 0,0 0-3 16,0 4-3-16,-1-3-1 0,0 3-1 15,1 0-2-15,-1 1-1 0,2 0-1 0,-1 1 1 16,0 1-2-16,0 0 2 0,2 1 0 0,-3 0 0 0,2 0 0 16,1 2 0-16,-1 0-1 0,1 1 0 0,1-1 1 15,-1 3-1-15,0-1 1 0,1 1 0 0,-3 1 1 16,4 3 0-16,-3 0-1 0,3 1 1 0,-1 1 0 16,1 1-1-16,0 0 0 0,0 4 0 0,1 0 1 15,-1 4-1-15,3 2 0 0,1 2 2 0,-3 1-1 16,3 1 1-16,-1 5 2 0,2 0 1 15,-2 4-1-15,2 2 0 0,1 3 1 0,-3 3-1 16,0 2 0-16,-1-1-1 0,-1 2 1 16,-1 2 0-16,-1-4 0 0,-1 0 0 0,-1 0-1 15,-4-4 0-15,0-1 6 0,-1-6 6 0,-2 1 4 16,-4-4 6-16,1-4 4 0,-2 1 4 0,0-7-1 0,-3 1-3 16,1-3-4-16,-1-3-3 0,-3-2-4 15,4-2-4-15,-4-2-4 0,5-3-3 0,-3-1-2 16,2-1-2-16,0-2-2 0,-1-4-2 15,4-2-5-15,3-2-7 0,-2 0-12 0,4-3-16 16,1 0-39-16,2-1-66 0,2 0-72 0,3-2-113 16,1 1-199-16,1-1-305 0,4-2-308 0,3 1-233 15,-2 3-116-15,2-3 351 0,3 3 639 0</inkml:trace>
  <inkml:trace contextRef="#ctx0" brushRef="#br2" timeOffset="-203942.29">27729 1121 37 0,'-3'-18'374'0,"0"1"306"15,-4 0 282-15,2 2 90 0,1 3-273 16,-2 0-189-16,1 2-78 0,2 3-80 0,1 2-81 0,0 4-88 15,2 1-41-15,0 2-14 0,4 6-24 16,-3 3-25-16,6 3-19 0,-1 6-7 0,-2 2-18 0,3 4-26 16,-1 3-25-16,1 5-15 0,2 1-7 0,-3 3-9 15,1 3-5-15,-1 0-7 0,2 2-2 16,-4-3-2-16,1 2-4 0,2-3-1 0,-4 1-1 16,0-3-1-16,-1-3 2 0,-1-2 2 0,-1-3 0 15,0-1 0-15,-1-6 1 0,1-3-1 16,0-3-3-16,-2-2 3 0,2-4 4 0,-1-5 3 15,1 2 3-15,0-7 0 0,-2-3 0 0,0-5-7 16,1-5-5-16,1-7-7 0,0-4-5 0,0-4 4 16,0-7-2-16,1-4-2 0,-1-3 0 0,2-3 1 15,-2-5 0-15,-2-1-4 0,2-2 1 0,-1-2-1 16,1 0 1-16,0 3-1 0,1 4 0 16,3 1-2-16,-1 7 1 0,3 2-1 0,2 7 1 0,-2 2 0 15,2 3-1-15,3 5 1 0,0 2 1 16,2 2-1-16,3 6 1 0,-2 0-1 0,3 6 2 0,-2 0 1 15,2 2 0-15,0 3 1 0,-1 3 0 16,1 0 1-16,-2 1 0 0,0 3 1 0,1 1 0 16,-2 1-1-16,-1 0 1 0,-2 1 1 0,2 1 0 15,-4 3-1-15,-1-2 2 0,0 1 0 0,-3 0 0 16,0 4 0-16,-4-3 0 0,-1 2 0 0,-1 1 1 16,-4-1 1-16,-3 2 0 0,2 1 1 0,-2-2 1 15,-2-1-1-15,-4 3 1 0,3-1-1 0,-3-4-1 16,0 4 0-16,-4-2-1 0,2 0-1 0,-2 0-1 15,0-3 0-15,-3 1-1 0,3 1 0 0,2-1-1 16,-2 0 0-16,2 0-1 0,1 0 1 0,2 1-1 16,2-1 0-16,-2 4-1 0,5-2 1 0,0 0 0 15,2 1-1-15,2 2 0 0,2-3 0 0,2 0 0 16,3 1 1-16,2-2 0 0,2 2 0 16,5-3 0-16,-1 0 0 0,5-3 0 0,2 1-2 15,2-1 1-15,2-2 0 0,3-1 0 0,0-2 0 16,1-1-2-16,4 0 0 0,0-2 1 0,-2 0-1 15,2 0 0-15,-1-1 1 0,-4 0-13 16,-2 2-18-16,-2 0-50 0,-2-1-76 0,-6 2-110 16,-1-3-221-16,-2 3-299 0,-4 0-355 0,0-1-328 15,-3 2-142-15,1-1 358 0,-4 0 739 0</inkml:trace>
  <inkml:trace contextRef="#ctx0" brushRef="#br2" timeOffset="-203558.19">28377 1938 445 0,'8'1'988'0,"-5"-2"285"16,0-2-38-16,2-5-214 0,2-2-292 0,-1-4-223 15,5-1-123-15,-2-6-77 0,1-1-52 16,2-4-80-16,0-4-63 0,2-1-29 0,-2-6-21 16,4-2-8-16,-2-4-11 0,-1-2-5 0,1-1-8 15,-1-4-10-15,-1 1-5 0,-2-1-6 0,0 3 3 16,-3 2 1-16,-2 4 1 0,-2 5 0 0,1 4 5 15,-1 5 2-15,-3 6-3 0,1 4-5 0,-1 5-2 16,0 2-2-16,2 4-5 0,-2 3-3 0,0 4-2 16,0 6 1-16,0 3 1 0,0 6 0 0,0 5 0 15,2 0 1-15,-2 8-1 0,3 2 0 0,0 1 1 16,1 1-1-16,1 3 0 0,0 0 1 0,1 2 0 16,-1-2 1-16,4 0 0 0,-1 0 0 15,0-2 0-15,0-1-1 0,2-1 0 0,-1-2-1 16,-1-2-1-16,3-3 0 0,-1 1-2 0,-1-2 1 15,-1-3-1-15,0-1-1 0,-2-4-7 0,1 1-15 16,-2-2-25-16,-4-5-47 0,1 1-69 16,-5-4-94-16,-2-1-148 0,-2-1-224 0,-1-4-308 15,-2-1-291-15,-2 0-219 0,-2-3 49 0,1-3 517 16</inkml:trace>
  <inkml:trace contextRef="#ctx0" brushRef="#br2" timeOffset="-203354.82">28455 1660 47 0,'-5'-3'553'16,"1"3"436"-16,4 0 180 0,0 0-58 0,2 3-344 16,1 0-306-16,2 0-159 0,3 2-55 0,5 1 1 0,3 1-8 15,1-1-35-15,2 0-31 0,3-1-33 16,2-1-41-16,2-1-42 0,1-1-31 0,1-2-12 16,2 0-5-16,-4 0-6 0,5-3-4 15,-5 1-1-15,1-1 6 0,-2 0-38 0,-1 0-56 0,-5 1-76 16,-2-2-172-16,-1 2-291 0,-2-2-323 15,-4 0-285-15,0 1-191 0,-1-3 160 0,-4 1 634 16</inkml:trace>
  <inkml:trace contextRef="#ctx0" brushRef="#br2" timeOffset="-202573.09">29019 1244 91 0,'2'-8'640'0,"-2"4"456"0,0-1 158 0,1-1-78 16,-1 1-318-16,5 1-237 0,-4-1-154 0,2-1-89 16,1 0-61-16,-1 0-57 0,2-1-69 0,-4-1-65 15,4 1-32-15,0-2-23 0,1 1-8 16,-1 2-10-16,-2-2-5 0,2 1-2 0,-4 1-8 0,3 2-3 16,-1-1-8-16,-2 2-6 0,1 2-4 15,-2-1-4-15,2 1-2 0,-2 1-1 16,0 0 0-16,0 0-1 0,-2 1-1 0,2 2-1 0,-2 2-2 15,-1 2-1-15,2 6 0 0,-4 1 0 0,2 3 0 16,-2 4 2-16,2 2 3 0,-1 4 1 0,0 1 1 0,-1 2 1 16,4 2 2-16,-3 2 2 0,3 0 1 15,-1 2-2-15,1 1-11 0,-3 0-4 0,3 1 0 16,-3-1 0-16,1 1 0 0,2-3 0 0,1 0 0 16,0-3 0-16,0-1 0 0,1-3 0 15,-1-1 0-15,3-1 0 0,-1-4 0 0,1-2 0 0,-1-1 0 16,0-6 0-16,1 0 0 0,-2-5 0 15,1 2 0-15,0-4 0 0,2-4 0 0,0-2 0 16,2-1 0-16,2-5 0 0,0-5 0 0,0 0 0 16,4-7 0-16,-1-2 0 0,3-2 0 0,-3-3 0 15,2-1 0-15,1-2 0 0,-1 0 0 16,1 1 0-16,-1 0 0 0,-1 2 0 0,0-1 0 16,-1 4 0-16,0 2 0 0,-3 3 0 0,0 2 0 15,-2 5 0-15,0 1 0 0,-1 2 0 0,0 2 0 16,-1 3 0-16,1 0 0 0,2 2 0 0,-1 2 0 0,-2 0 0 15,3 3 0-15,-1 2 0 0,-1 1 0 16,3 1 0-16,-2 3 0 0,-1 1 0 0,1 1 0 16,1 2 0-16,-1 2 0 0,-2 0 0 15,1 4 0-15,2-3 0 0,-1 0 0 0,2 0 0 16,0 1 0-16,-3-3 0 0,3-2 0 16,-2-2 0-16,2-1 0 0,0-3 0 0,-4 0 0 0,3-1 0 15,-1-4 0-15,0-1 0 0,1-3 0 0,-3-1 0 16,3-2 0-16,-1-2 0 0,3-1 0 15,-2-1 0-15,-1-1 0 0,2-1 0 0,0-1 0 16,-2-4 0-16,4 1 0 0,1-3 0 0,0-3 0 16,2-2 0-16,1-1 0 0,-1-4 0 0,-1-2 0 15,1-4 0-15,-4-1 0 0,2-3 0 0,-4-2 0 16,-1 0 0-16,-3-5 0 0,0 2 0 16,-1-1 0-16,0 3 0 0,-2 1 0 0,0 5 0 15,-2 3 0-15,0 5 0 0,-1 4 0 0,2 2 0 16,-1 6 0-16,0 1 0 0,1 3 0 0,-2 2 0 15,-1 3 0-15,0 2 0 0,-2 5 0 0,-1 0 0 16,1 3 0-16,-4-1-152 0,1 2-210 0,-1-1-266 16,1-1-343-16,1 1-443 0,-1-2-447 0,-1 1 69 15,2-4 970-15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cm"/>
          <inkml:channel name="T" type="integer" max="2.14748E9" units="dev"/>
        </inkml:traceFormat>
        <inkml:channelProperties>
          <inkml:channelProperty channel="X" name="resolution" value="1612.54919" units="1/cm"/>
          <inkml:channelProperty channel="Y" name="resolution" value="2580.07886" units="1/cm"/>
          <inkml:channelProperty channel="F" name="resolution" value="10E-6" units="1/cm"/>
          <inkml:channelProperty channel="T" name="resolution" value="1" units="1/dev"/>
        </inkml:channelProperties>
      </inkml:inkSource>
      <inkml:timestamp xml:id="ts0" timeString="2024-10-31T08:28:50.359"/>
    </inkml:context>
    <inkml:brush xml:id="br0">
      <inkml:brushProperty name="width" value="0.05292" units="cm"/>
      <inkml:brushProperty name="height" value="0.05292" units="cm"/>
    </inkml:brush>
    <inkml:brush xml:id="br1">
      <inkml:brushProperty name="width" value="0.05292" units="cm"/>
      <inkml:brushProperty name="height" value="0.05292" units="cm"/>
      <inkml:brushProperty name="color" value="#FF0000"/>
    </inkml:brush>
    <inkml:brush xml:id="br2">
      <inkml:brushProperty name="width" value="0.05292" units="cm"/>
      <inkml:brushProperty name="height" value="0.05292" units="cm"/>
      <inkml:brushProperty name="color" value="#00B050"/>
    </inkml:brush>
  </inkml:definitions>
  <inkml:trace contextRef="#ctx0" brushRef="#br0">1734 9334 24 0,'0'-4'272'16,"0"0"170"-16,-1 2 166 0,1-3-5 0,0 2-108 15,1 0-44-15,1 0-5 0,-1 0 39 0,-1-1-4 16,-1 0-36-16,-2-1-47 0,-1-1-12 0,3 1-11 16,-1 1-49-16,2-1-40 0,-3 2-34 0,-2-1-33 15,0-1-51-15,-2-1-50 0,0 1-30 0,-1 1-15 16,0 0-9-16,-4-1-6 0,4 0-5 0,-2 3-5 16,-2-1-4-16,2 0-7 0,-1 2-7 0,-3 1-5 15,3-2-6-15,-3 2-4 0,3 2-4 0,-1-1-2 16,-3 2-1-16,2 2-2 0,-3 0-1 0,2 3-1 15,0 2-2-15,-1 1 1 0,0 1-3 16,-1 3 0-16,2 1 0 0,-1 2-1 0,0 3 0 16,2-1-1-16,-1 2 0 0,1 2 0 0,2 0 5 15,2 2 2-15,1-3 1 0,1 5 2 0,2-3-1 16,2 1 1-16,3 0-5 0,2 2-3 0,1 0 0 16,2-2-1-16,3 2-1 0,3-1 0 0,0 1 2 15,2 0 0-15,4-2 0 0,-1-3-3 16,3 1-3-16,1-3-1 0,1-2 0 0,1-3-2 15,0-3 1-15,3-1 4 0,-2-3 3 0,0-3 1 0,1-2 0 16,-2-1 2-16,-1-6 1 0,-1 1 5 0,-1-4 3 16,-5-3 2-16,2-1 1 0,-5 0-4 0,1-2-3 15,-3 1-5-15,-3-4-3 0,-1 0-2 0,-3 2 0 16,-1-2 3-16,-2 2 3 0,-1 1 2 0,-3-3 1 16,-1 6 0-16,-5-3 1 0,1 1-1 0,-5 2-1 15,0 2-1-15,-2 1 0 0,1 2-1 0,-1 0-1 16,1 2-1-16,-3 2-1 0,4 4-1 0,-2-1 0 15,3 3-1-15,-2 0 0 0,5 1 1 16,-3 2 3-16,6 1 3 0,-2 0 0 0,4-1 1 16,0 2-1-16,3 2 1 0,0-3-4 0,1 1-3 0,2-2-1 15,2 1-2-15,1-1 1 0,0-1-2 0,3-1-6 16,-1-1-7-16,1 0-13 0,4 0-20 0,2-1-44 16,-1-2-70-16,2-2-75 0,0-1-119 0,-2-1-168 15,3-2-304-15,-3-3-288 0,4 0-211 16,2-3-113-16,-3 0 322 0,5-4 557 0</inkml:trace>
  <inkml:trace contextRef="#ctx0" brushRef="#br0" timeOffset="386.3">2026 9507 261 0,'8'17'702'16,"0"0"351"-16,2 3 106 0,-4 2-233 0,4 3-284 15,-2 1-181-15,4 2-93 0,-1-3-66 0,3 1-53 16,-1-2-46-16,3-3-31 0,-2-1-30 0,5-4-36 16,-1-3-24-16,0-4-12 0,0-5-8 15,2-4-4-15,-1-4-17 0,-1-4-13 0,1-4-7 16,-3-3-5-16,-1-6-11 0,-2-2-8 0,-1-2-1 16,-2-4 0-16,-5 0 1 0,0-1 13 0,-2-1 20 15,-5-1 13-15,-1 2 7 0,-5-2 6 16,-2 2 5-16,-5 0-7 0,-3 0-9 0,-4 0-7 15,-3 2-5-15,0-1-3 0,-4 6-4 0,1 0 0 16,1 6 0-16,-2 4 0 0,1 5-1 0,-2 5-11 16,3 5-8-16,0 4-6 0,2 6-5 0,0 4-4 15,4 4-3-15,2 2 5 0,2 3 2 0,2 3 1 16,4 0-2-16,2 2 0 0,6-3-2 0,1 2-11 16,4-1-37-16,1 1-67 0,3-3-80 15,2 0-156-15,0 0-282 0,2-3-328 0,5 1-333 16,0-5-219-16,4 0 69 0,1-2 641 0</inkml:trace>
  <inkml:trace contextRef="#ctx0" brushRef="#br0" timeOffset="1445.41">2882 9937 31 0,'1'1'451'15,"1"1"351"-15,-1 0 196 0,1-2 19 0,-2-4-311 16,2 2-228-16,-1-4-148 0,1-2-69 0,-1-2-37 15,1-3-31-15,1-4-43 0,-1-3-27 16,1-2-7-16,2-4-7 0,-1-1-6 0,-1-2 32 16,2 1 15-16,0-1 7 0,-2 2 6 0,2-1-4 15,-3 4-6-15,1 2-32 0,1 4-21 0,-2 1-17 16,-2 5-25-16,1 3-11 0,-1 0-3 16,2 3-10-16,-2 3-5 0,0 1-8 0,0 2-6 15,0 1-5-15,2 5-6 0,-1 4-2 0,-1 5-4 16,2 3 1-16,3 5-2 0,-2 2 1 0,2 2-3 15,2 3 2-15,1 2-1 0,0 1 1 0,0-1 2 16,3 0 1-16,-3 1 3 0,2-3 1 0,1-2-1 16,-2-3 0-16,1-5 0 0,-1-2 0 15,-1-2 1-15,2-6 5 0,-2-2 3 0,2-4 4 16,-1-4-1-16,0-3 1 0,-1-3-2 16,-2-4-4-16,1-3-2 0,-1-4-4 0,-1 0 0 0,-2-1 0 15,3-4 1-15,-3 2-5 0,0-5-3 0,-3 2-1 16,2 1 0-16,0 2 1 0,-1 1 0 15,-1 3 8-15,0 0 5 0,0 7 5 0,0-2 2 16,0 5 0-16,0 2 1 0,0 1-3 0,0 2-3 16,0 3-4-16,2 3 2 0,-2 4-1 0,0 2 0 15,1 4 1-15,1 0-1 0,0 0 0 16,1 2-6-16,-2-1-1 0,4-1-2 0,-2-2-1 16,0-1 0-16,2-3 0 0,0-1 0 15,-2-2 0-15,2-4 1 0,1 0 1 0,0-4 2 0,1 0 0 16,-1-6 2-16,-1-2 0 0,4-2-5 15,-3-1-4-15,1-4-1 0,1 2-1 0,-3-2-2 16,2 2-1-16,-2 4 5 0,0-3 3 0,0 5 0 16,-2 0 2-16,0 3-1 0,-1 1 0 0,1 2-1 15,0 0 1-15,0 3 1 0,-2 1 0 16,3 4 2-16,-3 1 0 0,3 1 1 0,-3 4-1 16,2 3 1-16,2-1 3 0,-3 1 1 0,4 2 0 15,-2-2 1-15,1 4-1 0,-1-2-1 0,2-1-5 16,-1-2-4-16,0 0-1 0,1 2-9 0,-2-5-15 15,3 1-39-15,-2-2-77 0,-2-4-90 0,2 0-167 16,-1-4-292-16,1-1-343 0,1-4-347 16,1-2-190-16,-1-3 148 0,3-4 675 0</inkml:trace>
  <inkml:trace contextRef="#ctx0" brushRef="#br0" timeOffset="1604.71">3596 9668 419 0,'7'0'989'16,"-1"2"342"-16,-1 4 52 0,1 1-232 15,-3 3-372-15,-1 3-262 0,1 0-141 0,0 5-95 0,-3 1-89 16,2-1-79-16,-1 2-47 0,-1 2-26 0,2 0-14 16,0-3-12-16,-1 0-7 0,1 0-7 0,1-1-11 15,0-5-35-15,0-2-72 0,-1 1-75 0,-4-10-149 16,2 2-268-16,0-4-328 0,-3-4-342 16,2-1-223-16,-2-4 3 0,1-3 612 0</inkml:trace>
  <inkml:trace contextRef="#ctx0" brushRef="#br0" timeOffset="1797.7">3533 9426 346 0,'-9'-20'941'0,"1"1"360"15,0 4 64-15,1 3-180 0,3 3-417 0,-2 2-267 0,3 3-145 16,1 1-89-16,0 0-91 0,1 1-80 16,-1 4-47-16,4 1-25 0,-1 2-13 0,1 2-7 15,1 1-5-15,-1 3-9 0,1 2-40 0,3-1-70 16,-3 1-87-16,2 2-177 0,-2 1-293 0,2 0-327 15,0 2-322-15,2 1-185 0,0 3 182 16,-1-1 673-16</inkml:trace>
  <inkml:trace contextRef="#ctx0" brushRef="#br0" timeOffset="2281.87">3786 9959 56 0,'2'7'612'0,"1"-4"475"0,0-2 159 0,-1-3-104 0,-1-4-324 16,3-2-269-16,-3-4-144 0,5-4-63 0,-3-1-42 15,2-5-38-15,0-2-50 0,0-1-61 16,1-3-52-16,0 2-34 0,-1-1-23 0,1 2-11 16,-1 2-8-16,0 2-6 0,-2 7-4 15,3 0-2-15,-4 3-1 0,1 2 1 0,0 3 1 16,-1 3 3-16,0 3 4 0,-1 3 3 15,2 5 2-15,-1 1 2 0,1 6 0 0,-1 0-2 16,1 1-6-16,1 2-3 0,-2 2-3 0,3-2-5 16,-2 0-3-16,2-2-2 0,1-2-2 15,-1 1 0-15,1-5 5 0,0-3 4 0,1-2 1 16,-1-3 4-16,3-4 1 0,-1-3 0 16,0-2-3-16,0-5-2 0,3-3-3 0,-3-2-2 15,2-2-1-15,1-1-2 0,-2-4-1 16,1 1 0-16,1 2 0 0,-2 1 0 0,-1 2 0 0,-1 5 0 15,2-1 0-15,-4 7 0 0,-2 1 1 16,2 3 3-16,0 3 5 0,-2 5 5 16,4 0 5-16,-4 6 3 0,2 4-1 0,0 1-1 15,0 4-5-15,-2-1-6 0,2 3-4 0,1 0-4 16,0-1-4-16,1-2-1 0,-1 0-1 16,1-2-6-16,0 2-12 0,3-5-20 0,-4-1-39 15,2-1-79-15,0-1-115 0,-3-3-216 0,1-1-298 16,-1-1-352-16,3 2-370 0,3-2-135 15,-2-2 390-15,4 2 746 0</inkml:trace>
  <inkml:trace contextRef="#ctx0" brushRef="#br1" timeOffset="9210.01">5583 13008 16 0,'1'1'428'0,"-1"1"378"0,2-1 265 16,-1-1 44-16,1 2-325 0,-2-1-268 16,0 0-160-16,0 3-71 0,4-2-12 0,-2 6 14 15,1 1 6-15,2 0-13 0,-2 2-25 0,2 2-37 16,-2 2-53-16,0 1-54 0,-1 3-40 15,2 0-23-15,-2 4-11 0,-2 2-6 0,0-2-4 16,0 2 0-16,-2 2-2 0,1-2-2 16,-2 0-2-16,1 0-1 0,-2-5-1 0,0 1 0 15,1-4 1-15,0 0 2 0,-2-4 0 0,2 0 2 16,-3-1-1-16,1-3-2 0,0 0-4 16,-3-3-3-16,0-2-4 0,-1 0-5 0,-2-2-1 15,0-2-3-15,-3-2-1 0,-1-2-1 16,1-4-1-16,-2 1 0 0,-1-5-1 0,2-1-4 0,-2-2-2 15,3-3-2-15,-3-2-1 16,1-1-1-16,-2-1-1 0,1-4 4 0,3 2 1 16,1-1 1-16,-1-1 0 0,3 1 1 0,-2 1 4 15,5-2 1-15,0 2 1 0,2 0 1 0,0 1 0 16,3 1 0-16,1 1-3 0,2 0-2 16,0 3 0-16,2-1-1 0,1 2 1 0,1 2-1 15,1-2-1-15,0 4 0 0,3 2 0 16,-2 0 0-16,2 2 1 0,2 1-1 0,-2 4 0 15,1-3 1-15,2 6 0 0,0-1 0 0,3 2 0 16,-1 1 2-16,1 1 0 0,0 3 0 0,4-3 1 16,-1 5 0-16,2-1 1 0,0 2 2 15,3-1 1-15,0 1 0 0,2 1 3 0,-1-2 1 16,0 1-1-16,2-1 0 0,-3 1 0 16,1-4-2-16,0-1-1 0,-1 1-2 0,-1-4-1 15,3-4-1-15,-2 0 0 0,-2-4 0 0,1-2 0 16,-2-2-1-16,1-2 1 0,-2-2-1 15,-1-2 0-15,-2-1-4 0,-1 0-3 0,-3 1-2 16,0 2-1-16,-2-1 0 0,-1 4-8 0,-3 2-11 16,0 2-23-16,-3 2-46 0,-4 1-78 15,0 2-167-15,1 0-274 0,-3 8-320 0,3 0-395 16,-1 2-370-16,-1 1-9 0,0 1 795 0</inkml:trace>
  <inkml:trace contextRef="#ctx0" brushRef="#br1" timeOffset="10127.73">6676 12602 125 0,'0'-5'681'0,"-4"-1"452"16,-4 4 126-16,0-4-103 0,0 4-309 16,-2-3-242-16,0 1-152 0,-2 2-95 0,-2-2-60 15,-2 2-55-15,1-1-79 0,-1 0-54 0,-3 1-27 16,4-1-16-16,-2 2-9 0,1-1-8 0,-1 0-9 15,3 2-6-15,-2 4-5 0,3-3-5 16,1 1-5-16,1 1-3 0,1 1-3 16,2-1-4-16,0 2-4 0,2 1-2 0,-1 1-1 15,3 1-1-15,-2 1-1 0,3 0 0 0,-1 1-1 16,3 1 1-16,-1 0-1 0,2 1 0 0,0 1 0 16,2 4 0-16,-1-3-1 0,1 3 1 15,1 1-1-15,-1 0 0 0,1 3 0 16,0-1 0-16,0 3 0 0,0 2 1 0,0-2-1 15,1 4 2-15,-3 0 0 0,2 2 2 16,-1 3 0-16,0 0 1 0,-2 0 0 0,1 4 0 0,-1 1-1 16,0 1 0-16,0 1 0 15,0 0-2-15,0 1 1 0,0 1-1 0,0 0 1 16,3-3 0-16,-3-1-1 0,5 1 1 0,-2-3-1 0,0-2 0 16,2-2-1-16,0-4 0 0,1-2 0 15,-1 0 0-15,2-4 0 0,0-2 2 0,1-3-1 16,-2 1 1-16,4-4-1 0,-2-1 2 0,1-2-2 15,-1-1 0-15,3-2 0 0,-1-1 0 16,2 0 0-16,-1-3-1 0,2-1 2 0,-1-1-1 16,3-2 1-16,-1-3-2 0,2 0 1 15,1-2-1-15,-1 0-1 0,3-3 1 0,-1-1-1 16,0 0-1-16,1-3-1 0,-1 2-9 0,1-1-18 16,-5-1-56-16,0 1-80 0,-1 0-153 15,-1-1-272-15,-2-1-325 0,1 1-408 0,-2-2-332 16,1-3-9-16,0 0 724 0</inkml:trace>
  <inkml:trace contextRef="#ctx0" brushRef="#br1" timeOffset="10482.65">6961 12759 58 0,'-5'-7'731'0,"2"-1"716"16,0 3 185-16,-3 2-252 0,1 1-411 15,2 2-398-15,0 2-207 0,1 1-138 0,0-1-85 16,2 5-48-16,0 1-26 0,2 1-17 0,1-1-11 16,2 2-11-16,0 0-4 0,4-1-4 0,1 0-10 15,-1-1-4-15,4 0-4 0,-2-6 0 16,4 2-1-16,-2-4 2 0,1-4-1 16,1 0 1-16,-4-2 0 0,1-2 0 0,-2-1 1 15,-2-2 1-15,-5 1-1 0,0-2 0 0,-3 2 1 16,-3-2-1-16,-1 1 0 0,-3 2 0 0,-1 0 0 15,-3 0 1-15,0 5-5 0,1-3-1 16,-2 6-3-16,2 0-2 0,-1 3-2 0,2 2 1 16,1 3 4-16,3 4-4 0,0 1-14 15,2 1-39-15,1 2-76 0,1 0-118 0,1 1-214 16,3 2-304-16,2 4-367 0,1 0-376 16,2 6-149-16,1 0 389 0,1 4 756 0</inkml:trace>
  <inkml:trace contextRef="#ctx0" brushRef="#br1" timeOffset="10727.08">7678 13402 387 0,'15'7'1376'16,"-4"3"413"-16,-4-2-255 0,-4-2-356 0,1-2-482 16,-2-1-276-16,-4 0-183 0,-2-3-87 15,2-2-49-15,-4 1-34 0,1-4-25 0,0-1-15 0,-3-1-11 16,2-1-7-16,-2-5-3 0,2 2-3 15,-1 1-2-15,1 1-1 0,-3 0-2 0,4 1 0 16,-1 2-8-16,-1 3-13 0,2 2-22 16,-4-2-53-16,3 3-76 0,-2 3-127 0,1-2-227 15,0 1-308-15,0-1-367 0,1 1-324 0,1 0-116 16,-4-2 471-16,1 0 726 0</inkml:trace>
  <inkml:trace contextRef="#ctx0" brushRef="#br1" timeOffset="10953.52">7196 13431 264 0,'-7'2'883'15,"-1"-2"359"-15,3-2 18 0,2-4-61 0,3-3-408 16,3-4-264-16,4-3-134 0,2-5-66 16,0-4-56-16,4-4-85 0,4-5-71 0,-2-3-38 0,4-1-16 15,1-4-15-15,-1 0-10 0,2-2-6 0,-2 1-5 16,1 0-4-16,1 0-7 0,-5 3-4 15,1 2-5-15,-1 4-2 0,-4 2-3 0,-2 7-2 16,-2 4-1-16,1 4-12 0,-4 2-36 16,-2 6-79-16,-3 2-113 0,-1 5-212 15,-1 4-304-15,-3 2-366 0,-1 5-389 0,1 2-148 0,-1 1 397 16,1 2 758-16</inkml:trace>
  <inkml:trace contextRef="#ctx0" brushRef="#br1" timeOffset="11557.25">7527 12534 161 0,'-3'-9'801'0,"3"0"449"0,2 4 48 0,-1 0-112 16,4 0-348-16,-1 1-311 0,3 0-162 0,4 0-88 15,0-1-52-15,3 1-65 0,3-1-71 16,1 1-28-16,3-1-15 0,1 1-8 0,0 0-3 15,2-1 4-15,1 0 1 0,0 2-11 16,-1-1-6-16,-2-1-5 0,2 2-2 0,-2 1-8 16,-3-2-6-16,-2 3-1 0,-1-1-1 15,-2 4 6-15,-2-1 5 0,0 3 8 0,-4-2 7 0,0 4 4 16,-2-1 5-16,0 3-4 16,-1-1-4-16,-2 2-6 0,-1 1-4 0,1 1-6 15,0 1-3-15,-1 1-3 0,0 0-2 0,1 0-1 16,-2 2-1-16,3-2-1 0,0 1 0 0,2 1-1 15,-1 0 0-15,2 0 0 0,-1 1 1 16,3 0-1-16,-1 3-1 0,0 0 1 0,3 4 0 16,-3-2 0-16,3 4-1 0,0 2 1 15,0 3 1-15,2 2 0 0,-1 2 1 0,0 2 1 0,-1 3 0 16,1 3 1-16,0 4 0 0,0-1-1 16,-2 4 1-16,1 0-2 0,0 3 0 0,0-2 0 15,-3 1-1-15,4 0 0 0,-4-2-1 16,-1 1 0-16,1-1 1 0,-1 0 2 15,0-4-1-15,-3 3 1 0,1-2 0 0,0-1 1 0,-2-4 0 16,-1-3-2-16,2-4 2 0,-4-5 0 16,0-2 8-16,-1-4 10 0,-4-4 8 0,1-2 5 15,-3-3 5-15,-1-5 1 0,-3-3-4 16,0-2-8-16,-2-4-6 0,-1 0-6 0,-2-4-5 16,-1-2-5-16,-1-2-4 0,0-1-3 15,-3-4-1-15,3-1-5 0,-2-2-6 0,1-1-12 16,3 2-18-16,-1-3-42 0,3 2-78 0,-2 0-133 15,3 1-260-15,2 2-312 0,3-1-387 16,2 6-396-16,1-1-74 0,2 3 627 0</inkml:trace>
  <inkml:trace contextRef="#ctx0" brushRef="#br1" timeOffset="12188.05">8787 12868 355 0,'8'13'983'0,"0"-5"354"16,2 1 49-16,4 2-145 0,0-1-509 0,5-1-255 16,-1-3-125-16,2 0-84 0,5-1-85 0,0-1-74 15,1-2-43-15,1-2-23 0,3 0-18 16,0-2-10-16,2-1-7 0,-2-2-5 15,-2 3-2-15,0-3-8 0,-1 2-34 0,-5 0-76 16,-4 0-85-16,-4 1-172 0,-5 1-290 0,-4 1-343 16,-3 1-355-16,-4 3-191 0,-6-3 147 0,-4 2 694 15</inkml:trace>
  <inkml:trace contextRef="#ctx0" brushRef="#br1" timeOffset="12374.06">8956 13069 169 0,'-18'17'777'16,"0"0"436"-16,4 0 90 0,4 0-95 15,2-4-362-15,4 1-290 0,7-4-151 0,1 0-81 16,3-3-65-16,4-1-69 0,6-1-73 0,1-4-44 16,4 0-27-16,3-2-20 0,2-2-11 0,5 0-7 15,1 0-5-15,2-2-35 0,-2 0-85 16,2 4-185-16,0 0-261 0,-2-1-307 0,-3 5-410 16,-3-2-411-16,-4 6 27 15,-2 2 836-15</inkml:trace>
  <inkml:trace contextRef="#ctx0" brushRef="#br2" timeOffset="45103.86">5978 15774 11 0,'6'-5'505'0,"2"1"502"0,-5 1 266 15,0 1-8-15,0-2-249 0,-3 4-275 0,0-2-203 16,-1 0-124-16,-3 2-73 0,0-3-71 0,-4 2-82 15,-2 0-55-15,-1 1-33 0,-3-1-24 16,-3 1-17-16,-4 1-14 0,-4 0-11 0,-2 3-10 16,-1 0-7-16,-1 2-6 0,-1 1 0 15,0 3 0-15,0-1-1 0,1 2-1 0,1 1 1 16,1 0-1-16,2 2-4 0,3-2-2 0,4 0-2 16,1-2 0-16,4-1-1 0,1-2-2 15,5 3 0-15,3-1-2 0,0-2-1 0,6 4 0 16,1-1 1-16,4 2-1 0,5 0 2 15,1 2 1-15,6 1 1 0,0 0 2 0,6 0 0 16,2-1-3-16,3 2-2 0,3-1 0 0,2 0-1 16,-2-2-2-16,2-1 1 0,0 2 2 0,-1-3 2 15,-2 0 1-15,-5 0 0 0,0-1 1 0,-2-1 1 16,-4 0-1-16,-4 0 2 0,-1-2 0 16,-3-1 1-16,-4 1 0 0,-1 2 0 0,-5 0 1 15,-3 1-1-15,-3 1 0 0,-2 2-1 0,-7 3 0 16,-1 2-1-16,-3 1 0 0,-3 1-1 0,-1 3 0 15,-4-2 0-15,2 0 0 0,-4-1 0 0,4-1 0 16,-1-2 0-16,2-4-2 0,2-1 1 16,2-3-3-16,1-2-4 0,5-2-10 0,-2-4-13 15,5-2-18-15,3-6-31 0,-1-4-62 0,6-6-72 16,-3-4-112-16,6-5-177 0,2-2-298 0,1-4-325 16,2-1-253-16,3-5-156 0,2-2 323 0,1-1 628 15</inkml:trace>
  <inkml:trace contextRef="#ctx0" brushRef="#br2" timeOffset="45280.56">6141 15766 428 0,'23'-3'957'16,"-4"6"291"-16,-3 6-10 0,-2 6-169 0,-1 6-295 15,-1 6-227-15,-2 3-128 0,-2 6-78 0,-2 3-64 16,2 3-92-16,-5 4-73 0,2 3-40 16,-2 2-24-16,-1 1-19 0,1-1-13 0,-1-1-7 15,1-7-1-15,0-2-4 0,3-7-13 0,-3-5-31 16,2-5-73-16,-2-6-84 0,-1-4-163 15,1-4-287-15,0-8-336 0,-3-3-368 0,2-10-221 16,-4-3 61-16,1-10 698 0</inkml:trace>
  <inkml:trace contextRef="#ctx0" brushRef="#br2" timeOffset="45450.46">6211 15512 219 0,'-7'-17'1093'0,"-1"3"541"16,2 7-120-16,-1 4-305 0,-2 3-449 0,1 3-321 15,3 3-203-15,0 1-97 0,0 4-50 16,4-1-37-16,1 3-25 0,3 0-17 0,2 2-8 16,1-2-22-16,4 4-68 0,2 0-79 0,0-1-172 15,1-1-280-15,0-1-324 0,3 3-374 16,-2 2-243-16,4-2 91 0,-2 4 723 0</inkml:trace>
  <inkml:trace contextRef="#ctx0" brushRef="#br2" timeOffset="46042.27">6651 15715 221 0,'21'-13'633'0,"-4"-1"362"0,2 0 187 0,-1 2-169 15,0 2-300-15,3-1-140 0,-2 4-96 16,0 3-64-16,-1 1-77 0,-1 1-50 0,0 4-53 16,-3 2-56-16,-1 3-36 0,1 6-36 15,-4 2-20-15,-1 6-18 0,-3 4-8 0,-4 4-9 16,-2 4-9-16,-2 3-9 0,-2 4-5 0,-4 3-8 15,-2 1-9-15,1 0-7 0,-2 1-5 16,1-4 0-16,1-3-4 0,-2-1 2 0,5-8 1 0,1-2 0 16,2-6-1-16,1-3 0 0,2-4-1 15,2-3 1-15,2-5 0 0,3-1 1 0,4-5 1 0,1-2 0 16,4-7 1-16,2 1 5 0,4-4 0 16,3 0 3-16,2-3 0 0,3 2-2 0,1-3-1 15,1 1-6-15,0 2-1 0,-1 1-1 0,1 0 1 16,1 2 1-16,-3 3 2 0,0 2 2 15,-1 4-1-15,-4 1 2 0,2 3-1 0,-3 4 0 16,-1 1 1-16,-1 5-1 0,-2-1 1 0,-2 1-1 16,0 0 1-16,1-1-2 0,-2 0 0 0,-1-4-1 15,0-3 0-15,-2-3 0 0,3-3 0 16,-2-4 0-16,0-4-1 0,-2-4-1 0,0-5-1 16,3-3-2-16,-2-2-2 0,0-2-2 0,-3-2-3 15,2-2-2-15,-2 1 1 0,-3-2 1 0,0-2 2 16,-1 1 4-16,-5 0 4 0,0-3 1 15,-4 3 2-15,0 2 2 0,-5 2-4 16,-1 4-4-16,-5 1 0 0,-1 4 0 0,-2 6 4 0,-4 6 6 16,-4 5 11-16,3 7 9 0,-4 6 8 15,3 7 8-15,0 5 0 0,3 6 1 0,2 7 1 16,4 1-1-16,3 7 0 0,1 5-4 0,4 2-4 16,5 4-19-16,2 3-15 15,2 1 0-15,6-1 0 0,1 0 0 0,6-4 0 0,4-8 0 0,4-4 0 16,2-7 0-16,3-7 0 0,2-5-8 15,1-8-54-15,0-5-66 0,0-7-88 16,-1-4-186-16,0-4-282 0,1-5-353 0,-1-5-418 16,-1-4-264-16,-1-4 140 0,-1-4 833 0</inkml:trace>
  <inkml:trace contextRef="#ctx0" brushRef="#br2" timeOffset="46873.99">8978 15508 470 0,'-6'-12'976'0,"-2"-1"278"0,-1-1 2 0,-2 1-186 16,3-2-325-16,-2 1-207 0,2 0-121 15,-4 0-78-15,2 2-73 0,1-2-85 0,-2 1-56 16,1 2-31-16,-1 2-18 0,0 0-10 0,3 2-9 16,-3 1-8-16,0 1-8 0,2 2-8 0,-1 2-7 15,-1 1-6-15,0 1-6 0,1 2-3 16,-2 3-5-16,1 4-1 0,-2 1-1 0,2 3-1 15,0 4-4-15,-3 4-3 0,4 4-1 16,-1 6-1-16,0 3-1 0,3 7 0 16,0 3 2-16,-1 5 5 0,4 3 3 0,0 1-1 15,2 2 2-15,3 1 2 0,0-2-4 0,3 0-4 16,4-4-2-16,-1-2 0 0,3-1-2 16,1-6-1-16,0-1 3 0,2-3 0 0,3-7 5 0,0-1 2 15,-2-2 2-15,4-3 0 0,-1-2 1 0,1 0-1 16,1-5-2-16,1-1-2 0,0 2-2 15,0-2 1-15,1-3 0 0,1 1 1 0,-2 0-1 16,3-1 1-16,0-1 0 0,0-1-1 16,0 0 0-16,2-3 0 0,-2 0 0 15,2-2 1-15,0-2-1 0,-1 0-1 0,1-2 1 0,0-3-2 16,-2-3-6-16,3 0-11 0,-3-4-20 0,-1-1-54 0,-2-3-80 16,1-2-170-16,-4-2-274 15,0 0-335-15,0-1-422 0,0-1-349 0,-4 0 24 16,1 1 828-16</inkml:trace>
  <inkml:trace contextRef="#ctx0" brushRef="#br2" timeOffset="47690.72">9537 16212 323 0,'0'7'831'15,"-2"1"350"-15,0-2 23 0,2-2-277 0,-2 1-296 16,2 1-148-16,0-3-106 0,0 1-64 0,0-1-49 15,0 0-38-15,0-3-31 0,2-1-55 0,-2-4-38 16,2-1-21-16,-2-5-10 0,2-3-9 16,-1-4-9-16,2-3-12 0,-1-5-9 0,1-2-8 15,-1-1-4-15,1 0-1 0,-1-2 1 0,1 4 1 16,-2 2 2-16,1 2 7 0,0 5 2 0,-1 3 2 16,-1 5-6-16,0 1-6 0,3 3-2 15,-3 1-9-15,2 3-4 0,-1 6-4 0,1 3-3 16,1 5-1-16,2 5 1 0,0 3 0 15,1 5 1-15,5 1 1 0,-2 3 1 0,1 2 0 0,2-2-2 16,1 0 0-16,0-2-1 0,0-2-1 16,-1-2-1-16,1-2 1 0,-2-5-1 0,1-3 1 15,0-2 0-15,-1-5 1 0,0-3 1 0,-2-6 1 16,1-4-1-16,-1-5-1 0,1-5 2 16,-2-3-2-16,-2-5 0 0,2-2-1 0,-2-1 0 15,-3-1 2-15,2 1 0 0,-2 2 1 0,-3-1 1 16,0 6 1-16,0 3 5 15,0 3 2-15,0 3 2 0,0 3 3 0,-1 5-2 0,-1 2 0 16,2 5-5-16,0 3-4 0,0 6-2 16,0 2-2-16,2 4 0 0,-1 1 1 0,3 2 0 0,0 2 0 15,2-1 0-15,-1 2 1 0,2-1-1 16,-1-2-1-16,2-2-1 0,1-1-1 0,1-3 0 16,-2-1-2-16,2-2 1 0,0-4-1 0,1-1 1 15,0-4-2-15,0 0-5 16,-1-5-14-16,2 1-18 0,-2-4-34 0,1-1-72 0,0 0-84 0,-3-1-165 15,0 0-277-15,1-4-325 0,-1 4-354 0,2 1-216 16,-2-1 81-16,3 0 699 0</inkml:trace>
  <inkml:trace contextRef="#ctx0" brushRef="#br2" timeOffset="48553.96">10433 16349 67 0,'0'-2'680'0,"0"-2"544"0,-2-2 163 15,-1-2-96-15,2-4-308 0,-2-5-372 16,3-4-191-16,0-6-110 0,3-2-73 0,1-8-69 15,0-1-63-15,2-5-36 0,2 0-21 0,1-1-11 16,1-1-3-16,1 3-4 0,0 4-7 16,0 4-5-16,-3 4-3 0,1 5-6 0,-1 5 1 15,0 4 3-15,-3 7 5 0,3 4 3 16,-2 7 1-16,2 8 0 0,-3 7-3 0,0 6-7 16,1 8-7-16,-1 3-2 0,-1 5-1 0,1 2 1 15,0 1-1-15,0 0 2 0,1 2 1 0,2-2-2 16,0-2-1-16,0-3-1 0,0-4-1 15,1-6 0-15,1-4-1 0,-1-6 0 0,2-7 1 16,0-6 0-16,-1-4 0 0,4-7 1 0,-3-6 0 16,2-6 0-16,-1-3-1 0,0-4-1 0,0-1 0 15,1-1 0-15,-1 0-1 0,-1 0 1 16,1 2 0-16,-2 5 0 0,0 0 1 0,-2 5-1 16,0 3 2-16,-2 1-1 0,2 6 0 15,-1 1 1-15,1 5 0 0,1 4 1 0,-1 0 0 0,0 5 1 16,1 3 0-16,-1 1 0 0,3 5 0 15,0-1 0-15,0 0 0 0,1 3-2 0,1-1-1 16,0-3-1-16,3-1-1 0,-3-5 0 0,2-2-1 16,1-4 1-16,-2-4 1 0,1-4-1 0,0-5 0 15,-3-2 0-15,0-2 0 0,1-3 0 0,-4 0 1 16,1 1 0-16,1 2 0 0,-3-1 1 16,0 4-1-16,-2-1 0 0,3 4 1 0,-2 3 0 15,-1 2 1-15,2 4 1 0,1 3 1 0,0 2 0 16,0 4-1-16,2 3 0 0,-1 2-2 0,2 2-1 15,1 1-2-15,0-2-14 0,1 0-39 16,-2-2-85-16,1-2-148 0,0-5-262 0,-2-3-325 16,3-3-416-16,-3-8-420 0,0-1-23 0,3-7 739 15</inkml:trace>
  <inkml:trace contextRef="#ctx0" brushRef="#br2" timeOffset="49017.49">11453 15313 283 0,'-8'-17'1308'16,"-1"4"498"-16,2 3-251 0,1 2-381 0,-1 1-454 16,4 3-336-16,2-1-193 0,2 0-89 0,2 2-45 15,2-1-25-15,3 0-11 0,2-2-9 16,4 0-4-16,0-1-3 0,2 1-2 16,0 0-1-16,1 2 0 0,2-3-2 0,-3 4 1 15,3-1-1-15,-3 1 0 0,1 2 1 0,-2 1-1 16,0 1 0-16,-2 2 2 0,-1 1 0 15,-2 4 0-15,0 1 1 0,-2 2 0 0,1 2 1 16,-3 2 3-16,2 2 4 0,-1 2 3 0,0 3 0 16,1 5 0-16,2-1 0 15,2 3-3-15,1 2-5 0,-2 2-3 0,7 2 0 0,-4 0-4 16,5 3 1-16,1-1-2 0,-1 1 1 0,5-1-1 16,1 3-1-16,2 0 1 0,1-1-1 15,1 3 1-15,1-1 1 0,0-1 0 0,0 2 2 16,-3 0 0-16,2-1 1 0,-4 1 0 0,-1-1 0 15,-3 2 0-15,-4-2-1 0,-2-1 1 0,-4-1-1 16,-4 0 0-16,-2-3 6 0,-5 1 5 16,-2-1 9-16,-6-6 5 0,-2 2 4 0,-4 0 1 15,-3-4-1-15,-4 0-4 0,-4-1-4 0,1-2-4 16,-1 0-3-16,0-4-3 0,-1-5-3 0,1-1-5 16,4-5-5-16,-2-2-13 0,2-5-19 15,1-3-39-15,2-6-77 0,3-1-106 0,3-3-193 16,3-1-294-16,1-1-359 0,7 2-373 0,-1-4-175 15,5 3 283-15,0-1 736 0</inkml:trace>
  <inkml:trace contextRef="#ctx0" brushRef="#br2" timeOffset="49419.82">12914 15656 466 0,'6'10'1334'0,"-3"-2"320"0,4-1-201 16,-1 2-323-16,5-1-504 0,2-1-256 0,1-1-159 16,3-2-77-16,1-1-54 0,4-1-31 15,0-4-21-15,3-1-11 0,-1-3-7 0,3-1-3 16,-2-2-2-16,2-3-1 0,0 3-5 15,-2-1-34-15,-4 2-81 0,-1-1-119 0,-4 2-218 16,-2 3-295-16,-5 0-371 16,-3 4-385-16,-2 3-136 0,-5 0 427 0,-4 2 740 0</inkml:trace>
  <inkml:trace contextRef="#ctx0" brushRef="#br2" timeOffset="49617.28">13089 15874 467 0,'-8'17'1472'0,"-1"2"293"0,3-2-320 15,1-2-362-15,3-2-475 0,4-2-300 0,1-3-161 16,5-1-74-16,3-3-33 0,5-1-17 0,3 1-8 16,4-4-6-16,6-4-4 0,3 1-7 15,2-1-52-15,3-3-78 0,3 0-160 0,-4 0-272 16,6 2-309-16,0 1-392 0,2-1-326 0,2 2-4 16,2 0 717-16</inkml:trace>
  <inkml:trace contextRef="#ctx0" brushRef="#br2" timeOffset="50171.22">14084 15463 382 0,'-1'-1'870'16,"-1"-1"308"-16,0 1-4 0,-1-2-291 0,3-1-332 16,0 0-179-16,2-1-64 0,3-1-12 0,1-1-20 15,5-2 2-15,2-1-23 0,4-3-44 16,2-1-51-16,5-2-47 0,2 0-17 0,4 1-29 16,5 2-7-16,0-2-3 0,3 4-6 15,-2 0-3-15,-1 4-5 0,-2 3 1 0,-1 1-4 16,-4 6 1-16,-3 1 0 0,-2 7 1 0,-4 2 0 15,-5 4-4-15,0 3-2 0,-6 7-4 16,-3 3-2-16,-5 2-4 0,-3 6-4 0,-4 2-2 16,-4 4-12-16,-3 3-8 0,0 3 0 15,-2 0 0-15,0 0 0 0,1 0 0 16,0 0 0-16,4-3 0 0,0-3 0 0,6 0 0 0,-1-4 0 16,4-2 0-16,2-5 0 0,3-1 0 0,4-5 0 15,3-5 0-15,3-2 0 0,4-6 0 16,3-3 0-16,4-7 0 0,1-5 0 0,5-6-45 15,3-6-60-15,0-8-85 0,0-3-109 0,-1-6-182 16,1-4-300-16,1-5-359 0,0-2-326 0,-2-3-135 16,3-3 268-16,-3 0 692 0</inkml:trace>
  <inkml:trace contextRef="#ctx0" brushRef="#br2" timeOffset="50441.27">15086 15465 461 0,'-5'-19'1296'15,"-4"0"428"-15,1 5-205 0,-3 6-386 0,0 2-460 16,2 3-242-16,-3 5-177 0,3 5-103 0,1 1-56 15,3 5-32-15,-1 2-18 0,4 6-14 16,4 1-8-16,1 2-6 0,5 3-4 0,3 0-3 16,2 2-4-16,4 3-2 0,1-3-1 15,2 0-2-15,1 2-1 0,1 0-1 0,3 0 0 16,-3-1-1-16,-3 0 0 0,0-2-1 0,-3 2 1 16,-2 1 1-16,-2-2 2 0,-3 3 0 0,-5-1 2 15,-2 1 0-15,-2 1 0 0,-5-1-1 0,-4 0 0 16,1-2-2-16,-3-2 0 15,-3-5 0-15,-1-3-6 0,-2-4-12 0,1-4-18 0,-4-6-45 16,-1-4-76-16,-1-4-87 0,-2-9-156 0,1-2-248 16,-2-6-328-16,2-7-315 0,-1-4-197 15,1-8 37-15,-1-6 582 0</inkml:trace>
  <inkml:trace contextRef="#ctx0" brushRef="#br2" timeOffset="50618.4">14893 15587 481 0,'16'-25'1311'0,"0"1"325"16,-2 4-172-16,4 4-313 0,-1 0-511 15,2 3-253-15,0-1-141 0,3 3-74 0,0 0-57 16,3 3-30-16,1 0-22 0,-1 0-16 0,2 3-12 16,2-1-11-16,-1 3-8 0,2 0-7 0,0 1-5 15,0 1-3-15,-1 1-4 0,1 1-9 16,-2 3-26-16,-1-3-70 0,-5 4-77 0,2-1-166 16,-4 1-284-16,-2 2-339 0,1 0-392 0,-2 2-256 15,-1 1 50-15,0 0 743 0</inkml:trace>
  <inkml:trace contextRef="#ctx0" brushRef="#br2" timeOffset="50920.24">15706 15655 199 0,'5'39'997'0,"0"8"661"15,-2 3-32-15,5 7-331 0,-4 1-485 0,1 7-309 16,3-3-201-16,3 1-128 0,0-3-70 16,5-4-42-16,3-7-26 0,3-8-16 0,-1-7-8 0,6-10-6 15,1-7-2-15,1-8 0 0,-1-9-3 0,2-9-8 16,-2-9-9-16,-1-6-8 0,0-7-3 15,-6-7-4-15,1-4-1 0,-5-3 9 0,-4-3 11 16,-5 1 8-16,0-2 5 0,-8-2 7 16,-6-2 7-16,-1-1 6 0,-4 0 7 0,-5-3 7 15,-1 3 10-15,-5 3 5 0,-2 5 0 0,-1 4-1 16,-2 6-8-16,-2 7-6 0,-2 8-9 0,-1 9-9 16,0 8-7-16,1 8-4 0,1 8-2 15,3 6-3-15,3 6-1 0,4 6 0 16,4 2-7-16,2 7-14 0,4 2-33 0,2 0-80 0,2 3-111 15,0-1-219-15,4 0-301 0,4-2-374 16,4-1-417-16,5-5-150 0,3 1 392 0,5-4 803 16</inkml:trace>
  <inkml:trace contextRef="#ctx0" brushRef="#br2" timeOffset="51589.28">17223 16287 353 0,'-4'11'983'0,"-2"-1"390"0,-1-1-7 0,4 0-213 16,-1-5-453-16,1 1-233 0,1-5-124 15,2-4-91-15,3-3-64 0,2-6-52 0,-1-5-42 0,6-7-31 16,0-5-19-16,2-2-5 0,1-6-6 16,3-1-3-16,-2-2 0 0,2 2-1 0,-2 1-2 15,2 4-4-15,-5 0-3 0,-1 8-4 16,0 2-4-16,-2 5 3 0,-3 4 4 0,2 4 3 16,-6 5 5-16,2 6 2 0,2 7-1 15,-4 9-3-15,-1 5-5 0,0 8-3 0,0 4-3 16,0 4-1-16,0 2-2 0,3 2-2 0,-1-2-1 15,1 0-3-15,2-2-2 0,3-4-1 0,0-3-1 16,0-2 0-16,1-7-1 0,1-5-1 16,2-6 1-16,0-4 0 0,3-7 0 0,-2-7 0 15,4-5 0-15,-1-8-1 0,1-6 0 0,0-4-1 16,1-6 1-16,-2-1 0 0,3-2 1 0,-2 1 1 16,-4 1 0-16,2 5 1 0,-3 2 0 0,-2 6-1 15,-2 6-1-15,-1 2 0 0,1 9 0 16,-3 3 1-16,2 8 0 0,0 5-1 0,-2 7 0 15,0 6 0-15,-1 6 0 0,0 5 1 0,1 2 0 16,-1 6 1-16,4-2 0 0,-2 5-2 16,4-4 0-16,2 2-6 0,0-1-14 0,0-3-32 15,2-2-80-15,1-7-134 0,0-4-256 0,0-6-318 16,2-3-407-16,-1-4-457 0,1-4-93 16,2-2 667-16</inkml:trace>
  <inkml:trace contextRef="#ctx0" brushRef="#br2" timeOffset="52588.28">18111 16480 127 0,'-2'6'695'0,"-1"-3"438"0,3 0 101 16,-1-3-134-16,-3-1-420 0,4-5-271 0,0-3-82 16,4-4-11-16,-3-4-5 0,6-5-20 0,-1-3-22 15,3-5-39-15,1-4-64 0,1-3-50 0,3-3-37 16,1 0-19-16,-2 1-9 0,4 0-5 0,-3 3-9 16,0 3-7-16,0 4-4 0,-3 5 1 15,-3 4-5-15,3 3 2 0,-5 7 3 16,2 3 1-16,-1 5 0 0,2 6-2 0,-3 4-2 15,2 6-4-15,1 4-2 0,0 5-1 0,-3 4-3 16,2 4-1-16,0 5-1 0,1 0-1 0,1 3-3 16,0 1-3-16,0 1-1 0,2-3-1 0,-1-1-1 15,1-5-1-15,-1-4 0 0,1-4-1 16,2-6 0-16,-1-3 0 0,0-6 0 0,0-4 1 16,4-7 0-16,-2-4 0 0,2-8 1 0,-1-5-1 15,1-4-1-15,1-5 0 0,-1 0 0 0,2-2-1 16,-3 0 0-16,1 1-1 0,-1 4 1 15,0 3 0-15,-2 2 0 0,-1 4 0 0,0 6 1 16,-2 4 1-16,-1 5 1 0,2 5 1 16,-3 3 3-16,2 8 1 0,-1 1 0 0,-1 4 0 15,1 3-1-15,-1 3 0 0,1-1-2 0,1 0-3 16,-2 1-1-16,3-2 0 0,-2-1-2 0,3-4 0 16,-2-2 0-16,3-5-1 0,-1-2 0 0,3-4 1 15,-2-4-1-15,3-5 1 0,-2-3 2 0,0-5-1 16,1-2 2-16,0-4-1 0,-1-1 1 0,-2-2 0 15,2 1 0-15,-3-2-1 0,1 2 1 0,-2 1-1 16,2-1 0-16,-2 1 0 0,0 2-2 16,-2 1 2-16,1 2-1 0,-2 1 0 0,1 0 0 15,1 5 0-15,-2 1 1 0,1 0 0 0,1 4 1 16,-2 0 0-16,1 4 0 0,4 0 0 0,-4 3 1 16,5 2 0-16,-3 4 0 0,2 3 0 15,1 0 0-15,1 3-1 0,0 2 0 0,1 1-1 16,2-1 1-16,-1 1-1 0,2 1 0 0,1-2-1 15,-2-4 0-15,2-1 1 0,2 0-2 16,-2-4 1-16,0 1-1 0,1-4 0 0,-4 1 0 0,0-2-5 16,-1-1-8-16,-2 2-14 0,-1-1-30 0,-5-2-67 15,0 1-85-15,-3-3-173 0,-4 3-280 16,2-1-340-16,-3-2-395 0,0 1-255 0,-1 0 86 16,-1-1 766-16</inkml:trace>
  <inkml:trace contextRef="#ctx0" brushRef="#br1" timeOffset="83064.75">10596 13197 52 0,'-2'15'581'0,"1"-4"466"15,-1 3 193-15,-1-4-93 0,1 1-336 0,1 0-271 16,1-3-92-16,0-2-66 0,1 0-48 0,1-4-41 15,0 0-40-15,1-2-63 0,0-2-61 16,2-2-35-16,1-5-19 0,2-3-12 0,0-5-9 16,0-5-8-16,4-3-8 0,-2-5-6 0,3-3-5 15,1-5-1-15,-1-1-1 16,2-3 0-16,-2-1-2 0,3-1 0 0,-4 0 0 0,1 1-4 16,1 0-2-16,-4 4-2 0,4-1-2 15,-5 3-2-15,1 3-1 0,1 4-1 0,-5 5 0 16,2 4 0-16,-3 3-2 0,-2 3 0 15,2 5-1-15,-2 3-1 0,-2 2 0 0,3 3 0 16,-1 7-1-16,-3 5 0 0,3 7-1 0,-1 3 1 16,-2 8-2-16,1 3 0 0,-1 4 0 15,0 5-2-15,2 4 0 0,-2-1 1 0,2 4-1 16,-1-1 1-16,-1 1-1 0,2-2 0 16,-1-3 0-16,1 0 0 0,2-3 0 0,-2-1 0 15,0-5 0-15,-1 3 0 0,-1-7 0 0,2 0 0 16,-2-1-7-16,0-6-10 0,0 1-16 15,0-6-30-15,0-2-74 0,-2-3-106 0,2-4-212 16,-3-2-296-16,3-2-370 0,0-4-432 0,0-4-197 16,2 0 337-16,1-3 845 0</inkml:trace>
  <inkml:trace contextRef="#ctx0" brushRef="#br1" timeOffset="83256.89">11156 13253 578 0,'2'11'1562'0,"-1"-6"220"16,-1 1-327-16,0 0-354 0,0 0-492 0,0-3-271 16,2 0-150-16,-1-2-72 0,2 1-43 0,-1-1-30 15,1-1-20-15,2-1-13 0,-1-1-6 16,3-2-4-16,-1-2-13 0,3 0-27 0,-2-2-77 16,-2-3-94-16,0 1-197 0,-1-2-292 15,2-3-355-15,-1 1-415 0,0-3-209 0,0-2 237 16,-2 0 803-16</inkml:trace>
  <inkml:trace contextRef="#ctx0" brushRef="#br1" timeOffset="83555.71">11350 12571 211 0,'-6'-9'919'0,"0"3"609"0,-1 2 64 15,2-1-281-15,2 2-487 0,0 0-320 0,0 3-173 16,6 0-123-16,0 2-80 0,5 2-45 0,0 5-24 15,5 1-12-15,1 2-10 0,3 5-6 0,-1 2-6 16,5 1-3-16,-2 3-5 0,5 1-4 16,-1 3-2-16,2 1-1 0,-1 2-4 0,0 0-2 15,1 1-1-15,-3-2 1 0,0 4 1 16,-4-3-1-16,-1 0 1 0,-2 2 1 0,-3-1 0 16,-4 2-1-16,-2 0-1 0,-4 0-1 0,-2 0-1 15,-2-1-1-15,-1 0-2 0,-3-3 0 16,-2-2-4-16,-1-1-9 0,-1-4-19 0,0-4-39 15,-2-3-76-15,-1-4-93 0,-1-5-169 16,0-4-292-16,0-4-340 0,1-8-349 0,-3-1-187 16,2-8 148-16,-2-5 684 0</inkml:trace>
  <inkml:trace contextRef="#ctx0" brushRef="#br1" timeOffset="83750.56">11379 12603 164 0,'6'-20'889'0,"0"7"573"0,-1-1 62 15,2 5-208-15,-1 1-445 0,1 2-327 0,0 0-188 16,1-1-106-16,0 3-72 0,6 2-58 0,-1-4-36 16,2 1-27-16,3 1-15 0,2 0-13 15,4-1-10-15,1-1-8 0,1 2-4 16,4-3-4-16,2 0-3 0,2 1-6 0,2-1-16 16,1 1-45-16,-2 0-81 0,1 1-166 0,-1 0-266 15,3-2-329-15,-2 3-417 0,1-1-393 16,-1 1 7-16,-1 1 812 0</inkml:trace>
  <inkml:trace contextRef="#ctx0" brushRef="#br1" timeOffset="84518.82">12986 12398 172 0,'-9'0'779'0,"1"2"447"0,-3 0 115 15,2 1-69-15,-1 0-387 0,1 1-302 0,1 4-159 16,-1-1-103-16,0 5-80 0,5 1-81 16,-1 3-66-16,3 3-34 0,2 3-21 0,3 3-1 15,2 0-3-15,3-1-3 0,3-1-5 0,0-2-4 16,4-3-5-16,2-4-7 0,-3-1-4 16,4-4-2-16,-2-3 0 0,-1-4 3 15,-2-4 4-15,1-1 5 0,-4-3 6 0,-2-3 5 0,-2-2 4 16,-5-1 5-16,1-1 1 0,-4-1-2 15,-4 1-1-15,0-2-5 0,-2 2-4 0,-2 3-5 16,-2 1-5-16,1 3-6 0,-1 0-4 16,-2 5-2-16,5 1-4 0,-2 2-2 0,3 6-1 15,2 1-3-15,2 3-10 0,1 2-16 0,6 4-21 16,-1 0-61-16,1 0-83 0,4 1-167 16,-1 0-274-16,3 1-332 0,2 3-411 0,-1 1-301 15,4 1 43-15,0 1 769 0</inkml:trace>
  <inkml:trace contextRef="#ctx0" brushRef="#br1" timeOffset="84825.23">13785 13204 358 0,'11'19'978'0,"-1"3"352"16,-4-3 20-16,3 0-190 0,-1-2-425 15,-1-1-247-15,-1 0-139 0,3-3-84 0,-2-2-78 16,1-2-67-16,1-2-53 0,-1-4-31 16,3-1-16-16,-1-6-8 0,1-3-3 0,-2-1-2 15,1-5 0-15,-1 0 1 0,-1-3 4 0,-1 0 8 16,-3-1 5-16,-2 0 10 0,-2 0 7 0,-3-1 3 16,-4 2 2-16,-1-1-2 0,-4 3-3 15,-1 1-5-15,-4 1-8 0,-1 3-5 0,0 3-5 16,-2 2-6-16,-2 3-5 0,0 1-3 15,3 2-3-15,-1 3-2 0,1 2-1 16,1 2-4-16,3 0-10 0,0 2-23 0,1-2-60 16,3 4-76-16,-2-2-139 0,2-1-268 0,3 2-321 15,0-2-384-15,-1 2-300 0,3-1-47 16,-2 0 623-16</inkml:trace>
  <inkml:trace contextRef="#ctx0" brushRef="#br1" timeOffset="85139.7">13086 13762 121 0,'3'-4'701'0,"4"-2"454"0,2-6 156 16,-1-6-13-16,5-5-344 0,2-5-322 15,2-9-170-15,5-6-98 0,1-9-78 0,4-10-90 16,3-6-72-16,3-8-42 0,4-4-22 0,-1-3-13 16,-1-6-14-16,1-2-10 0,2-5-7 15,-2-7-7-15,3-1-4 0,0-6-3 0,4-1-2 16,-4 3 0-16,1 5-2 0,-4 8 2 16,-6 12-3-16,-3 9-12 0,-8 15-38 0,-6 8-86 15,-7 12-184-15,0 9-260 0,-6 6-332 0,-6 9-429 16,0 6-436-16,-5 6 61 0,-5 8 901 0</inkml:trace>
  <inkml:trace contextRef="#ctx0" brushRef="#br1" timeOffset="89678.03">15481 10189 48 0,'-4'5'475'0,"-1"0"380"0,1-3 228 0,0 0-17 16,1-1-373-16,2 1-290 15,1-2-114-15,1 0-74 0,4-2-43 0,0-1-5 0,5-1 34 16,0 0 36-16,6-2 17 0,1 1 0 16,4-3-8-16,1 2-23 0,4 0-39 0,4 0-45 15,1 0-38-15,4 2-27 0,4 2-20 16,2 1-11-16,2 2-7 0,5 2-4 0,0 1-4 16,3 4-4-16,1 1-3 0,-4 3-6 15,4 2-3-15,-3 1-3 0,-1 2-3 0,-3 6-2 16,-2 2 2-16,1 0 0 0,-6 2 3 0,0 4 0 15,-3 2 4-15,-2 3 3 0,-3 1 0 16,2 3 1-16,-4 1 0 0,-3 3 1 0,1 1-2 16,-3 3 1-16,-2 5 0 0,0 0-3 0,-3 4-2 15,0 4-1-15,-1 0-4 0,-1 2-3 0,1 2-4 16,0-1 1-16,-2 2 0 0,0 0 1 16,0 0 0-16,1 1-1 0,-2 1 3 0,1 1-2 15,0 0-1-15,0 0-1 0,0-3-1 0,0 2 0 16,2-4-2-16,-3 1 1 0,3-3 1 0,1-1 1 15,1-1 2-15,0-2-1 0,0-1 1 16,5 0-1-16,-2-1 0 0,0-2-2 0,5-2 0 16,0-1-1-16,1-2 0 0,2 0-1 15,0-1 0-15,0-3 1 0,3-1-1 0,-1-1 3 16,5-3 1-16,-3 2 2 0,6-6 0 0,-1 0 0 16,4-1 1-16,4-1-1 0,-1-2 0 0,3-3-1 15,2 0-1-15,0-3 0 0,1-4-2 16,1-1 0-16,-2-4 0 0,3-4 0 0,-1-2 1 15,1-2 0-15,-1-3 2 0,0-5-1 16,-1-1 2-16,1-5-1 0,0 0 0 0,-1-3-1 16,-2-2 0-16,0 0-1 0,-3-3 0 0,-4 1 0 15,-1 0 0-15,-5 0-1 0,-4 1 0 16,-3 4-1-16,-6 0 1 0,-2 1 0 0,-4 3 0 16,-6-2 2-16,0 4 0 0,-3-2 2 15,-4 3-1-15,-4 0 2 0,-1 0 2 0,-5 0 1 16,-1 3 0-16,-3-2 2 0,-2 2-1 15,-3-3 1-15,-1 2-3 0,-4-2 0 0,0 0-2 0,-1 0 0 16,-2 0 0-16,-2 2-1 0,-2-2 1 16,1 1 0-16,0 2 0 0,-2 1-1 0,2 2 1 15,2 0-1-15,1 2-1 0,2 2 0 16,1 2-2-16,2 0 1 0,4 2-1 0,2-1 0 16,5 1-1-16,2 1 1 0,6-2 0 0,4-1 0 15,5-1 0-15,5-1 0 0,5-3 0 16,2 1 0-16,6-3 0 0,2-2 0 0,4-2 0 15,2-1 0-15,1 0-2 0,1 1 2 16,5-1-2-16,-2 4-1 0,3 0 1 0,0 2 0 16,2 3 2-16,-3 2 0 0,4 3 2 0,-1 2 0 15,0 3 0-15,0 2 0 0,1 3-1 16,0 3-1-16,-1 4 0 0,1 0 0 0,-1 2 1 16,2 6 2-16,-3 0 1 0,1 3 2 0,-1 1 0 15,3 4 2-15,-3 1-1 0,3 1 0 16,-3 4 1-16,1 2 0 0,0 4-1 0,0 3-1 15,-1 0-3-15,3 4 1 0,-3 1-1 0,1 4 0 16,1 1 0-16,0 3 0 0,0 1 1 16,-2 1-2-16,1 2-3 0,-1 0-2 0,1 0 0 15,-1 0 0-15,2-1 2 0,-4 1 3 16,2-4 1-16,-5 5 3 0,0-3 1 0,2 4-1 0,-4 0-2 16,-1 3 1-16,0 2 1 0,0 0 1 15,-5 3 1-15,0 2 0 0,-1 1 2 0,-2 4-2 16,-3 0-3-16,-5 3-1 0,0-3-4 0,-3 2 0 15,-4 0 0-15,-6-2 0 0,-3 2 0 0,-3-2 0 16,-3-1 0-16,-4 3 0 0,-6-4 0 0,-1-1 0 16,-2-3 0-16,-4 3 0 0,-3-5 0 0,-3-2 0 15,0-5 0-15,-4-6 0 0,-2-6 0 16,-1-8 0-16,-3-7 0 0,0-7 0 16,-5-8 0-16,-3-7 0 0,-3-5 0 0,-7-8 0 0,0-7 0 15,-9-8 0-15,-1-5 0 0,-9-8-27 0,-1-7-37 16,-2-8-19-16,-1-7-25 15,1-5-33-15,0-7-56 0,6-5-52 0,2-6-73 0,6-2-137 16,5-1-245-16,7-3-275 0,7 1-220 0,7 2-193 16,6-1 87-16,7 1 546 0</inkml:trace>
  <inkml:trace contextRef="#ctx0" brushRef="#br1" timeOffset="90754.86">22715 12597 120 0,'23'-19'635'0,"-5"0"429"16,-2-1 158-16,-3 0-96 0,-4-2-410 15,1 0-146-15,-3 0-76 0,-3 1-70 0,-3-2-56 16,-2 1-45-16,-4 1-53 0,-3 2-80 0,0 2-66 15,-5 1-35-15,0 2-23 0,-7 3-17 16,-2 4-12-16,-1 2-10 0,-7 9-8 0,-5 4-6 16,-2 6-3-16,-2 10-2 0,-5 8 0 15,-2 14-1-15,-3 9-1 0,-2 13-1 0,2 10 1 16,-1 10 2-16,0 11 1 0,0 10 0 0,3 7 0 16,5 6-1-16,6 2-1 0,8-5-2 15,6-4-1-15,12-7-1 0,8-6 0 0,10-12 2 16,11-11-3-16,6-11-2 0,8-12-3 0,6-13 1 15,5-10-2-15,6-13 0 0,6-11 1 16,-1-13 1-16,2-9 2 0,3-8 0 0,0-8 1 16,1-7 1-16,-5-2-2 0,-4-5 0 0,-2-2 1 15,-6 2 0-15,-8-2 0 0,-6 2 2 16,-5 2 2-16,-9 2 0 0,-5 1 0 0,-8 3 1 16,-7 0 0-16,-9-1 0 0,-5 3-1 0,-8-3-1 15,-4 3-2-15,-7 0-2 0,-5 4-1 0,-1 3 0 16,-3 5 1-16,0 7 0 0,-1 8 1 15,-1 8 0-15,0 10 1 0,1 10-1 16,0 10-1-16,4 10-2 0,1 7-1 0,6 9-1 0,6 3 2 16,4 3 0-16,9 0-1 0,9 1-2 15,8-3-5-15,8-9-15 0,9-3-21 0,9-11-42 16,8-8-80-16,9-9-84 0,3-12-152 16,7-8-271-16,4-10-331 0,7-8-327 0,2-7-180 15,2-7 37-15,3-6 620 0</inkml:trace>
  <inkml:trace contextRef="#ctx0" brushRef="#br1" timeOffset="91102.98">23408 13348 601 0,'14'4'1411'0,"-8"4"306"0,-4 12-265 0,-2 8-401 0,-5 5-440 16,-1 9-221-16,0 6-159 0,1 2-89 0,0 5-43 16,0 2-26-16,3 3-17 0,1-1-13 0,2-1-11 15,8-7-9-15,2-6-8 0,8-9-7 16,3-11-3-16,6-8-3 0,5-11-1 0,2-9 0 15,2-7-1-15,1-11-1 0,0-8-3 16,1-9-3-16,-3-5-2 0,-1-5-3 16,-2-8-2-16,-4 0-1 0,-2-6 1 0,-5-4 3 15,-5-3 2-15,-3-3 1 0,-6-4 3 0,-1-4 3 16,-6-4 3-16,-2-3 3 0,-4-1 3 0,-5 1 7 16,-4 3 5-16,-5 7 5 0,-8 8 0 0,-6 13-2 15,-8 8-2-15,-3 13-6 16,-8 12-5-16,-4 12-5 0,-2 13-5 0,1 13-1 0,-5 12 0 15,2 10 0-15,1 12-3 0,4 11 3 16,5 7 2-16,7 8-2 0,6 8-8 0,7 3-16 16,8 3-55-16,10-2-90 0,6-3-186 15,7-6-277-15,13-5-347 0,8-6-439 0,7-7-342 16,5-6 127-16,8-5 874 0</inkml:trace>
  <inkml:trace contextRef="#ctx0" brushRef="#br1" timeOffset="92069.52">24948 13897 76 0,'-3'12'595'16,"-1"3"461"-16,-1 0 180 0,1-2-80 0,-4-1-333 15,7-4-235-15,-3 1-120 0,3-4-80 16,1-2-62-16,0-5-53 0,1-4-63 0,3-6-67 16,2-5-51-16,1-8-33 0,5-5-18 0,2-8-8 15,0-5-4-15,3-5 0 0,3-4-6 16,0-5-1-16,2-4-2 0,1 2 2 0,-2-3-2 16,5 1-2-16,-7 7 2 0,1 3 4 15,-2 6 4-15,-6 10 4 0,0 6 2 0,-3 5 4 16,-3 7-3-16,-3 6-3 0,-3 7-5 0,-1 6-8 15,-4 12-4-15,-1 8-6 0,-4 10 1 0,2 10-2 16,-1 6 1-16,0 6 2 0,1 5-1 16,1 2 4-16,2 4-1 0,2-1 0 0,1-1 0 15,2-4 0-15,4-6-2 0,1-6-4 16,3-6-7-16,6-8 0 0,-2-8 0 0,9-7 0 16,-2-10 0-16,5-6 0 0,2-12 0 0,1-6 0 15,2-10 0-15,2-8 0 16,-1-7 0-16,0-4 0 0,0-2 0 0,0-3 0 0,-3 2 0 15,-6 3 0-15,1 2 0 0,-3 8 0 16,-5 3 0-16,-2 7 0 0,-3 5 0 0,-3 6 0 16,-1 3 0-16,-3 9 0 0,-2 4 0 0,-4 9 0 15,0 6 0-15,-1 7 0 0,-4 6 0 16,1 5 0-16,1 2 0 0,-1 2 0 0,1 4 0 16,0 0 0-16,4 1 0 0,1-5 0 0,1 1 0 15,2-7 0-15,4-3 0 0,4-6 0 16,1-8 0-16,3-5 0 0,4-9 0 0,1-6 0 15,2-10 0-15,4-3 0 0,-2-9 0 0,2-6 0 16,1-3 0-16,0-5 0 0,0 1 0 16,2-1 0-16,-4 1 0 0,-1 3 0 0,0 1 0 15,-5 3 0-15,1 3 0 0,-6 7 0 0,1 2 0 16,-7 5 0-16,2 3 0 0,-1 6 0 0,-3 4 0 16,-1 6 0-16,-1 5 0 0,-1 4 0 15,-1 4 0-15,-1 5 0 0,-1 5 0 16,1 1 0-16,-1 6 0 0,0 0 0 0,0 1 0 15,2-1 0-15,2-1 0 0,2 0 0 0,0-4 0 16,3-2-20-16,1-6-56 0,1-2-81 16,2-7-141-16,-1-1-263 0,4-5-328 0,0-4-417 15,3-2-416-15,1-6-51 0,4-4 693 0</inkml:trace>
  <inkml:trace contextRef="#ctx0" brushRef="#br1" timeOffset="92236.17">26446 13546 306 0,'12'-16'1386'15,"-4"7"498"-15,-2 6-292 0,-6 7-400 0,-3 5-462 0,-3 6-318 16,-3 8-193-16,-2 5-85 0,-3 7-44 0,1 5-26 16,-4 7-20-16,0 5-13 0,-1 4-9 15,0 1-9-15,3 0-6 0,2-3-5 0,4-6-8 16,8-7-15-16,1-4-38 0,1-9-82 16,2-8-155-16,5-5-260 0,-2-9-334 0,2-7-430 15,2-7-459-15,1-7-24 0,2-8 811 16</inkml:trace>
  <inkml:trace contextRef="#ctx0" brushRef="#br1" timeOffset="92415.47">26581 13156 128 0,'-5'-47'1118'0,"-1"10"681"16,-7 9-174-16,1 5-388 0,-6 7-421 0,1 7-387 16,-2 4-225-16,1 5-100 0,1 5-48 15,3 2-24-15,0 4-13 0,2 2-8 0,6 1-15 16,0 4-49-16,5 0-79 0,1 0-114 0,3 3-240 15,3 0-305-15,0-2-366 0,4 5-350 16,-1-1-104-16,5 1 449 0,1 0 749 16</inkml:trace>
  <inkml:trace contextRef="#ctx0" brushRef="#br1" timeOffset="93099.38">26772 14011 207 0,'-9'16'798'0,"-1"0"397"0,-1-4 41 16,3-2-159-16,4-3-440 0,0-5-208 15,3-5-76-15,4-4-42 0,2-7-35 0,4-5-13 16,4-7-31-16,1-7-53 0,5-5-56 0,5-5-29 15,1-3-9-15,10-5-18 0,-1-2-7 16,5-1-8-16,0 1-2 0,-1 6-7 0,0 1-8 16,-3 7-4-16,-5 8-3 0,-5 6-1 15,-2 6-2-15,-5 11-1 0,-3 5 2 0,-1 10-1 16,-6 9-3-16,-2 6-3 0,-4 8-6 0,-2 6-4 16,-3 6-1-16,-2 4-2 0,-2 4 0 15,-1 1-1-15,-1 5 1 0,1 2 1 16,0-3-2-16,3-1-2 0,2-4-1 0,5-5 0 15,1-8-2-15,6-6-1 0,4-9 0 0,4-7-1 16,5-9 0-16,4-10 1 0,3-9-2 16,2-9 0-16,7-8-1 0,-2-7 0 0,2-7 0 15,2-3 0-15,-1 1 3 0,-1-4 1 0,-3 4 2 16,-3 2 0-16,-4 4 1 0,-3 4 1 0,-3 6-1 16,-6 4-1-16,-3 7-1 0,0 4-1 0,-5 4 0 15,-2 5 0-15,-3 8 2 0,2 6 3 0,-5 5 2 16,-2 6 2-16,-2 5 1 0,-1 6 1 15,0 3-1-15,0 5-1 0,0 2-3 0,1 2-1 16,2 2-2-16,-1-2-1 0,8 0-3 16,-2-3-1-16,3-3-1 0,6-3-4 15,0-6-9-15,1 0-15 0,1-6-30 0,-5-5-72 16,1-2-89-16,-2-6-184 0,-1-1-285 0,-2-2-354 16,0-4-403-16,-3-2-229 0,-1-1 137 0,1-2 805 15</inkml:trace>
  <inkml:trace contextRef="#ctx0" brushRef="#br1" timeOffset="93536.74">28288 14254 305 0,'0'-5'1450'0,"0"2"438"0,-4 1-338 16,-2-1-407-16,-2 3-424 0,-4 0-388 0,2 3-178 15,0-1-77-15,0 1-39 0,1 0-36 16,0 3-73-16,-1-2-85 0,1 0-172 0,2-1-278 15,2 0-333-15,4 0-406 0,1-3-291 16,1 0 61-16,4-1 769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cm"/>
          <inkml:channel name="T" type="integer" max="2.14748E9" units="dev"/>
        </inkml:traceFormat>
        <inkml:channelProperties>
          <inkml:channelProperty channel="X" name="resolution" value="1612.54919" units="1/cm"/>
          <inkml:channelProperty channel="Y" name="resolution" value="2580.07886" units="1/cm"/>
          <inkml:channelProperty channel="F" name="resolution" value="10E-6" units="1/cm"/>
          <inkml:channelProperty channel="T" name="resolution" value="1" units="1/dev"/>
        </inkml:channelProperties>
      </inkml:inkSource>
      <inkml:timestamp xml:id="ts0" timeString="2024-10-31T08:31:21.507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1876 1750 65 0,'0'0'322'0,"-3"0"215"0,3 0 227 15,0 2 1-15,0-1-79 0,2-1-77 0,-2 0-72 16,-2 0-59-16,2 0-19 0,0 0-12 0,2 0-47 16,-2 2-56-16,0 0-45 0,0-2-45 0,0 0-62 0,-2 1-61 15,2-1-41-15,0 1-23 0,0-1-15 0,0 2-11 16,0 1-7-16,2 2-4 0,-1 2 0 16,1 2-2-16,-1 4 1 0,3 2 2 0,1 4 1 0,-2 2-2 15,4 7-2-15,-2 0-3 0,1 2-3 16,-1 5-4-16,0-2-3 0,0 4-5 0,1-4-4 0,-1 0-1 15,0 2-3-15,-2-3-1 0,3 0 0 0,-3 0 0 16,3-2 0-16,-3 0-1 0,1-2 0 0,-1 0-1 16,0-3 0-16,-1-1 1 0,-1-2-1 0,1-1 0 15,-2-1-1-15,2-2-1 0,-2-3 0 0,1-2-1 16,-1 1-3-16,0-4-6 0,0-3-10 0,0 3-14 16,0-6-19-16,0 0-35 0,-1 1-58 0,-1-5-71 0,-1 0-116 15,0-7-173-15,-1 1-295 0,-2-4-303 0,0-1-256 16,0-5-108-16,-1-3 355 0,-1-2 582 0</inkml:trace>
  <inkml:trace contextRef="#ctx0" brushRef="#br0" timeOffset="293.87">1656 1830 108 0,'-1'-5'649'0,"-1"4"435"0,-1-2 142 0,-1 1-105 15,-1-3-379-15,3 3-246 0,2 0-107 16,2 2-69-16,1-2-51 0,0 2-42 0,0 0-48 0,0 0-35 16,4 0-43-16,-1 0-18 0,2 0-9 0,4 0-3 15,1 0-4-15,3 0-12 0,3 2-10 0,2 0-10 16,2 0-6-16,4 3-5 0,-1-3-1 0,4 1-10 16,0-2-4-16,3 2-5 0,0-1-2 15,0 0-1-15,2-1 0 0,-2-1 1 0,0 1-1 0,-1-1 0 16,-2 0 0-16,0 0 0 0,-3 0-2 0,-2 0 0 15,-1 2 1-15,-5-2-2 0,0 2-2 0,-5 0-10 16,-4 2-31-16,-1 3-68 0,-4 0-75 0,-7 4-135 16,-1 2-211-16,-6 1-314 0,-1 1-327 0,-1 4-233 15,-5 1-62-15,-1 4 454 0,-5 0 584 0</inkml:trace>
  <inkml:trace contextRef="#ctx0" brushRef="#br0" timeOffset="546.7">1633 2866 352 0,'6'11'879'15,"-1"-4"295"-15,-2-1 2 0,5-1-195 0,0-1-326 16,3-1-195-16,3 0-71 0,1 0-48 0,0-1-38 0,1-1-50 16,3-1-71-16,1 0-49 0,1-1-45 0,1-1-27 15,2 1-19-15,3-4-12 0,-2 2-12 0,4-2-6 16,-1 0-4-16,-1 0-3 0,1 0-1 0,1 2-1 15,-1-2-2-15,-1 0-1 0,0 1 0 0,0-1-1 16,-2 2-1-16,1 0-2 0,-1 0-12 0,-2 1-47 16,1 1-74-16,-5 1-124 0,2 0-230 0,-2 0-306 15,0 0-357-15,3 0-324 0,1-3-116 0,0-1 479 16,2-2 696-16</inkml:trace>
  <inkml:trace contextRef="#ctx0" brushRef="#br0" timeOffset="1727.42">4060 2053 317 0,'-2'-9'632'0,"-1"-2"325"0,1 3 153 16,-2 0-271-16,1 2-188 0,1 2-40 15,1-1-38-15,-1 1-84 0,0 1-84 0,1 2-66 0,-1-1-64 16,-1 2-82-16,3 2-65 0,-2-2-38 15,2 2-27-15,0 1-18 0,-1 3-14 0,-1 3-11 16,0 8-8-16,2 5-4 0,-1 7-3 0,1 8 3 16,-2 1-1-16,2 7-2 0,0-1 0 0,2 4-1 15,-1-3-1-15,3 1-5 0,0-6-1 16,3 1 1-16,1-5-1 0,4-3 0 0,1-4 0 16,3-3 0-16,0-5 2 0,3-5-1 0,1-5 0 15,2-5-1-15,2-4 0 0,1-4 0 0,0-7-1 16,2-3 0-16,2 0 0 0,-2-3 0 0,0 1 1 15,1 1 1-15,-1 0 0 16,-2 2 0-16,0 4 0 0,1-1 1 0,-4 4 5 0,0 1 3 16,-1 1 1-16,-2 4 2 0,-2 1 0 0,-1 0 0 15,1 1-6-15,-4 1-1 0,1-1-2 0,-3 0 0 16,2 0 1-16,-4-2-1 0,-1 0 2 16,0-4 0-16,2 0 1 0,-4-6 0 0,0-2 0 15,-1-3 0-15,0-6 0 0,-1-2-2 0,-4-3 0 16,0-2-1-16,0-1 0 0,-6 1 2 0,3-1 1 15,-3-2 0-15,-2 1 0 0,-3-2-3 0,1 1-3 16,-3 1-3-16,1 0-1 0,-1 3-1 16,1 3-1-16,2 2 3 0,1 5 1 0,1 2 0 15,0 1-1-15,2 5-2 0,1 1-3 0,3 2-9 16,2 4-17-16,0 4-42 0,2 2-74 0,3 2-111 16,0 3-195-16,2 2-296 0,4 2-346 15,-1 0-342-15,4-1-158 0,2 0 336 0,3 0 698 16</inkml:trace>
  <inkml:trace contextRef="#ctx0" brushRef="#br0" timeOffset="2031.59">5193 2089 394 0,'-14'-11'1183'0,"0"-3"452"15,-5 0-144-15,0 2-322 0,-2-1-493 0,-1 1-246 16,0 1-155-16,1 3-98 0,1 2-54 15,3 0-33-15,1 2-26 0,3 1-18 0,2 2-16 16,3-2-12-16,3 3-11 0,2 4-4 0,3 3-3 16,2 3-3-16,3 3 1 0,3 3 0 0,1 2 2 15,5 4-1-15,1 2 0 0,2-1 0 16,-1 3 0-16,4 0 5 0,-1-1 3 0,-3 1-4 0,3-2-1 16,-3-1-1-16,1 1 0 0,-2-2-5 15,0-1-4-15,-2-2 4 0,1 1 2 0,-3-2 0 16,-3-4-1-16,-2 3-5 0,-1-3-9 0,-2-1-16 15,-3 1-30-15,-3-4-55 0,-2 1-67 16,-2-4-74-16,-3 0-138 0,0 0-205 0,-2-3-290 16,-1 0-250-16,-2-1-211 0,-1-3-33 0,-3-4 455 15,4-3 533-15</inkml:trace>
  <inkml:trace contextRef="#ctx0" brushRef="#br0" timeOffset="2282.19">5261 1575 126 0,'22'-17'708'0,"-6"7"468"0,2 6 200 0,-4 5-20 16,3 7-429-16,-4 6-308 0,1 2-179 0,-3 8-103 15,-1 2-86-15,-2 4-93 0,3 5-46 16,-2 4-28-16,-2 2-19 0,2 5-9 0,-1 1-11 16,-2 5-10-16,-1 0-11 0,0 5-8 0,1 2-4 15,-1-2-8-15,-2-2-4 0,3-1-6 0,-1-4-11 16,4-4-19-16,-4-5-58 0,2-3-80 0,-4-6-137 15,0-2-245-15,2-7-313 0,-2-2-380 0,0-7-314 16,-3-3-60-16,0-5 564 0</inkml:trace>
  <inkml:trace contextRef="#ctx0" brushRef="#br0" timeOffset="2451.98">5318 1942 160 0,'-11'-23'762'0,"2"4"473"0,2 6 75 0,1 2-156 15,0 2-425-15,1 3-308 0,2 2-160 0,1 0-101 16,1 3-53-16,1 1-40 0,3 1-30 16,2 4-14-16,2 0-3 0,3 2-4 0,1 2-13 15,3 1-39-15,-1 4-46 0,4 0-131 0,-1 2-195 16,0 2-295-16,0 2-290 0,4 1-249 0,-2 3-111 16,2-1 381-16,1 3 535 0</inkml:trace>
  <inkml:trace contextRef="#ctx0" brushRef="#br0" timeOffset="2802.92">5903 2275 191 0,'11'-9'850'0,"-4"0"632"0,-2 2 121 15,-4-1-266-15,-4 1-495 0,0 0-305 0,-5 3-167 16,0 0-137-16,-5-1-92 0,1 3-46 0,-4-2-25 16,2 2-23-16,-4-2-10 0,4 1-8 0,-3 2-5 15,1-2-6-15,0 3-3 0,3 0-5 0,2 3-4 16,-1 1-5-16,2 2-1 0,4 2-3 15,0 2-1-15,4 2 1 0,4 5 1 0,2-2-1 16,2 2 2-16,4-1 0 0,4 1 1 0,-1 1 0 16,7 0 1-16,0-1-5 0,2 0-3 0,3-1 0 15,0 1-2-15,-1-2 0 0,1 0-2 16,0-2 10-16,1 1 6 0,-3-1 1 0,-2 0 2 16,-2-1 0-16,-3-1 2 0,0 1-4 15,-5-2-2-15,-2 2 0 0,-3 1 0 0,-4-1-1 0,0 1 0 16,-6 1 0-16,1-1-1 0,-6 2 0 0,1 0-3 15,-3 0 1-15,-3 2-1 0,1-1-4 0,-1-2-5 16,1 4-11-16,2-5-19 16,-1-1-39-16,2 0-72 0,0-5-73 0,1-1-124 0,4-1-192 15,0-5-310-15,4 0-304 0,1-6-212 0,3-1-117 16,0-5 376-16,2-2 600 0</inkml:trace>
  <inkml:trace contextRef="#ctx0" brushRef="#br0" timeOffset="3319.17">6251 2294 22 0,'10'-2'556'0,"1"6"509"15,-3 2 257-15,0 6-5 0,0 5-288 16,1 4-326-16,-1 4-217 0,0 5-121 0,1 2-85 0,-1 5-86 16,0 6-77-16,0 2-48 0,3 7-27 15,0 3-18-15,0 6-12 0,2 3-4 0,-2 0-2 16,3 1-2-16,-1-1-1 0,-2-1 0 0,3-4 0 15,-3-7-3-15,0-5 0 0,0-6-1 16,-3-7 0-16,-1-6-1 0,-1-7 1 0,-3-4-2 16,-2-7 0-16,-1-5 0 0,-3-7 0 0,0-3-1 15,-3-8 3-15,0-4-1 0,-2-5-1 16,0-6 0-16,-3-5 1 0,1-6 0 0,-3-8 1 16,1-4 1-16,1-7 0 0,-3-7 1 15,1-7-1-15,3-3-1 0,-2-3-4 0,4-1-1 0,1-1 2 16,4 2 0-16,2 6 2 0,1 5-1 0,1 7 2 15,4 6 3-15,-2 7 0 0,2 8 0 0,0 7 0 16,1 6 1-16,3 3 1 0,0 5 4 16,0 3 3-16,2 5 1 0,0 4 8 0,0 3 2 15,3 4 8-15,-2 3-3 0,2 6 0 0,-2 1-1 16,1 5-7-16,1 2-3 0,-1 4-6 0,-1 1-5 16,1 2-2-16,1 4 0 0,-4-1 0 15,3 4-1-15,-1 1-1 0,-4 0 0 0,2 0 1 16,-1-2-2-16,-4 2 0 0,-2-3 2 0,-3 0 0 15,-2-5 0-15,-2 0 0 0,-4-3 0 16,-2-2 0-16,-1-2-2 0,-4-2 0 0,-2-4 0 16,-3 0-3-16,1-3-3 0,-2-3-5 0,-1-2-9 15,2-3-19-15,2-1-42 0,1-3-73 0,3-1-84 16,0-3-154-16,6 1-280 0,1-1-323 0,4 1-319 16,0 0-191-16,6 0 83 0,0 0 625 0</inkml:trace>
  <inkml:trace contextRef="#ctx0" brushRef="#br0" timeOffset="6069.04">3655 4301 230 0,'-14'0'537'0,"1"1"291"0,1 0 207 15,0 0-169-15,3 2-243 0,1-1-125 16,2 0-56-16,1-2-49 0,0 3-41 0,2-2-33 15,0 1-33-15,0-2-40 0,1 0-55 16,0 1-53-16,2-1-52 0,0 0-40 0,2 0-15 16,1 2-4-16,2-1 1 0,3-1 7 0,2 3 6 15,2-1 7-15,3 0-3 0,2 0 0 0,3 2 0 16,-1-2-3-16,5 1 0 0,-1 1 4 0,4-1-6 16,-4-1-4-16,4 0-3 0,-2-1-5 15,3 1-3-15,-3-4-8 0,2 1-3 0,-3-1-2 16,2 0-3-16,-3-1-2 0,1 2-3 15,-5-2 0-15,0 2-2 0,-3-2-2 0,1 2 0 16,-4-1-1-16,-1 0-2 0,-2 2-1 0,1 0 1 16,-3 0-3-16,-2 2-7 0,2 1-13 15,-3 0-26-15,1 0-68 0,-4-1-86 0,-1 1-182 16,-1 1-279-16,0-1-327 0,-1-2-382 0,-1 1-238 16,0-2 131-16,0-3 761 0</inkml:trace>
  <inkml:trace contextRef="#ctx0" brushRef="#br0" timeOffset="7053.16">4855 4568 299 0,'3'7'731'0,"-1"-3"335"15,-1-1 81-15,-1 0-245 0,2-2-307 0,-2-1-180 16,0 0-95-16,0-1-33 0,0-2-15 16,2-3-23-16,-1-2-26 0,2-1-3 0,1-5-36 15,-1-3-45-15,4-4-40 0,-2-4-23 0,3-3-9 16,0-3-26-16,1 0-9 0,1-2-6 0,0 2-3 15,-1-1-3-15,0 4-8 16,-1 5-4-16,-1 1 6 0,-2 6 4 0,-1 2 1 0,-1 6 4 16,0 1 1-16,-1 0 0 0,-2 6-7 15,2 4-4-15,-2 6-5 0,1 4-1 0,-1 8-3 16,2 6-2-16,-2 5-1 0,3 2-1 0,0 3-1 16,1 1 5-16,2 1-2 0,1-3-1 15,0-2-1-15,3-1-1 0,0-6 0 16,0-4-5-16,-2-3 0 0,4-5 2 0,-2-2 1 15,1-5 2-15,0-5 1 0,-1-4 6 0,1-7 5 16,1-7-4-16,-1-4-1 0,1-1-2 16,0-5-1-16,-1-1-5 0,0 0-3 15,-1 1 4-15,-2 1 0 0,-2 3 2 0,2 3-1 0,-4 1 1 16,1 4 0-16,-1 3-2 0,-3 2 0 16,2 3 0-16,1 2 0 0,-3 3 0 0,2 3 2 15,3 4 1-15,-3 3 2 0,2 5-1 0,0 6 7 16,0-2 2-16,0 3-2 0,2 2 1 15,0-1-1-15,-1-3 0 0,2-1-7 16,0-2-4-16,1-2-1 0,1-3-1 0,0-5-1 16,0-1 1-16,2-6 0 0,2-3 3 0,-2-7 1 0,3-4 1 15,2-3 1-15,-1-4 0 0,-2-4 0 16,3 3-1-16,-4 0-1 0,-2 0 1 0,0 4-1 16,-1 4 0-16,-2-3 0 0,-2 8-1 15,0 1-1-15,-3 2 0 0,2 3 1 0,-3 3-1 16,1 6 1-16,0 1 1 0,-3 6 1 15,2 6-1-15,-2 4-1 0,0 1-1 0,0 3-1 0,0 0-2 16,3-1 0-16,3 2-2 0,-1-3-14 16,1-1-45-16,2-4-76 0,0-4-86 0,3-4-162 15,0-3-299-15,-1-4-335 0,4-5-318 0,0-5-178 16,2-4 129-16,0-5 646 0</inkml:trace>
  <inkml:trace contextRef="#ctx0" brushRef="#br0" timeOffset="7376.87">5868 4378 373 0,'2'-11'1166'0,"-2"3"497"16,-2 2-137-16,-4 3-370 0,0 1-439 0,-2 4-266 16,0 1-171-16,-3 3-109 0,0 2-60 0,1 3-36 15,0 3-25-15,0 3-15 0,2 0-15 0,-1 1-10 16,2 2-6-16,2-4-4 0,4 2-3 16,1-5-1-16,3-1-1 0,2-1-1 0,4-5 2 15,1-3 1-15,1-3 1 0,3-3 1 0,2-5 0 16,1-2 1-16,-1-2 0 0,3-3 0 15,-3-1-5-15,0 1-3 0,-2-1-2 0,0 2-1 16,-3 1-1-16,0 5-1 0,-3-1 5 16,-3 3 3-16,1 1 1 0,1 4 2 0,-1 1 2 15,-2 3 6-15,1 5 4 0,0 2 2 0,0 3 0 16,0 7 0-16,1 1-2 0,-3 1-5 16,3 4-4-16,-1-2-3 0,2 0-11 0,-1-2-34 15,3-4-72-15,-1-1-79 0,-1-5-150 16,3-5-275-16,-3-3-331 0,1-5-356 0,0-3-215 15,1-5 16-15,-3-6 630 0</inkml:trace>
  <inkml:trace contextRef="#ctx0" brushRef="#br0" timeOffset="7610.02">6188 3984 345 0,'0'-27'1098'0,"-3"4"539"0,1 6-96 15,-1 4-354-15,3 5-477 0,-2 5-259 16,2 5-167-16,-1 6-115 0,2 5-61 15,-1 5-28-15,2 7-16 0,1 1-12 0,-1 9-10 16,1 2-8-16,0 7-8 0,0 3-9 0,2 5-7 0,-2 2-5 16,3 3-6-16,-3-1-2 0,4 0-2 15,-1-1-4-15,2-6-14 0,1-3-33 0,1-2-72 16,-3-5-78-16,-3-9-141 0,2-2-229 16,-6-4-325-16,0-5-334 0,0-3-216 0,-7-5-56 15,2-6 503-15,-5-2 606 0</inkml:trace>
  <inkml:trace contextRef="#ctx0" brushRef="#br0" timeOffset="7796.24">6023 4146 72 0,'-7'-12'960'0,"2"3"738"16,0 1-64-16,0 4-363 0,0 2-404 15,2 1-396-15,-1 0-242 0,4 1-113 0,0 1-52 0,0-1-27 16,6 3-17-16,0-2-9 0,4 3-7 15,4-1-1-15,2 1-2 0,4-3-1 0,2 2 5 16,1-1-2-16,2 1-30 0,0 0-80 16,-1 1-81-16,0-1-164 0,-2 4-295 0,-2-1-343 15,-2 4-355-15,-1 1-187 0,-2 0 126 0,-3 1 680 16</inkml:trace>
  <inkml:trace contextRef="#ctx0" brushRef="#br0" timeOffset="8184.63">6405 4441 114 0,'4'26'715'0,"1"2"482"0,0-1 158 0,1 0-97 16,0 2-374-16,-1-5-328 0,3-2-178 0,1-3-100 16,-1-3-78-16,2-4-66 0,0-6-58 15,4-4-34-15,-3-4-18 0,4-8-6 0,-2-1-7 16,3-7-1-16,-2-5-3 0,-1-1 0 16,-2-4 0-16,0 1-1 0,-2-3 2 0,-2 2 9 15,-4 1 8-15,0 1 6 0,-3 4 5 16,-3-3 6-16,0 4 5 0,-2 3-2 0,-1 3 3 0,1 2 1 15,0 3-1-15,2 0-4 0,0 4-8 16,1 3-8-16,-1 3-9 0,1 2-9 0,2 2-6 16,2 4-2-16,1-1-2 0,-1 4 0 15,3-1-2-15,0 1 1 0,1-1 1 0,1 2-2 16,2 0 0-16,0-2 1 0,0 3-1 16,1-2 0-16,3-1 1 0,-1-2-1 0,1 2 1 15,1-3-1-15,-1 3 2 0,1-1-2 0,0 1 1 16,-4-1 0-16,2 1 1 0,-4-1 0 15,2 2 1-15,-4-1 0 0,0 2 0 0,-1-1 0 0,0-1 0 16,-2 0 0-16,-1-2-4 0,-1 0-10 16,1-2-25-16,-2-3-62 0,0-2-74 0,-2-4-136 15,2-4-237-15,0-2-313 0,0-6-361 16,2-2-275-16,-2-7-82 0,3-1 522 16,-1-6 660-16</inkml:trace>
  <inkml:trace contextRef="#ctx0" brushRef="#br0" timeOffset="8344.17">6895 4082 734 0,'1'-11'1646'0,"-1"7"107"0,-3 6-359 16,-2 5-401-16,2 1-432 0,-3 4-265 0,1 2-142 16,0 4-67-16,4 0-35 0,-1 1-25 15,5 1-14-15,2 2-8 0,2-1-7 16,3 0-11-16,2 0-47 0,2 0-82 0,0-1-142 16,2-3-267-16,1-2-316 0,0-1-402 0,3 0-362 15,0-3-26-15,2-1 678 0</inkml:trace>
  <inkml:trace contextRef="#ctx0" brushRef="#br0" timeOffset="8853.35">7219 4334 117 0,'-8'0'1131'15,"0"2"722"-15,-2 4-178 0,-2 2-401 0,1 1-420 16,-2 3-382-16,2 3-230 0,0 2-102 0,2 0-51 16,2 4-30-16,1 2-23 0,4-1-15 15,4 1-9-15,1 0-7 0,2-2-2 0,1-4-2 16,5 1-1-16,0-4-3 0,2-2 1 0,0-3-1 15,-1-4-1-15,4-5-2 0,-3-6-5 0,2-2-4 16,-2-5-1-16,1-4-2 0,-1 0 0 16,-2-1 4-16,0 1 4 0,-1-2 5 0,-2 4 2 15,1 2 2-15,-3 1 0 0,1 3 0 0,-1 2 0 16,-1 3 1-16,2 4 0 0,0 4 1 16,-1 0 0-16,1 9 2 0,0 2-2 0,0 2 1 15,-1 3 0-15,-1-1 0 0,3-1-1 16,0 1 0-16,-2 0-1 0,2-5-1 0,0-1 0 0,1-5-1 15,-1-3-2-15,0-5-3 0,0-5-5 16,1-3-6-16,-2-6-7 0,-1-4-6 0,1-3-4 16,-1-3-1-16,-2-1-1 0,0-6 1 15,-1-3-5-15,-2 1-1 0,1-6-1 0,1-4 2 16,-3-1 2-16,2-1 18 0,-2-2 23 16,3 4 22-16,-3 1 20 0,0 5 18 15,0 5 15-15,0 5 1 0,0 7-5 16,-1 3-11-16,-1 7-12 0,2 6-11 0,-2 4-10 0,2 6-6 15,0 8-4-15,0 6-1 0,2 8 0 0,0 8-3 16,-1 3-4-16,2 7-4 0,3 4-4 16,-1 3-3-16,3 1-1 0,0-1 0 0,3-4-1 15,3-1-1-15,0-6 0 0,4-3-5 0,1-4-21 16,-2-7-66-16,2-4-92 0,-3-3-205 16,1-5-283-16,1 0-373 0,-1-7-460 0,4-4-290 15,1-4 246-15,0-4 914 0</inkml:trace>
  <inkml:trace contextRef="#ctx0" brushRef="#br0" timeOffset="9669.5">9818 4105 141 0,'10'-13'650'0,"-4"-1"441"0,-3-1 155 15,-1 2-42-15,-2 1-271 0,-2-2-238 0,1 3-170 16,-6 0-112-16,2 0-78 0,-3 2-93 15,-4 2-87-15,2 2-50 0,-4 2-31 0,-2 3-23 16,-2 3-14-16,-2 5-11 0,0 4-5 16,-2 5-6-16,1 4-2 0,-3 4-1 0,3 4-3 15,1 7-2-15,1 5-3 0,2 6-3 16,3 2-2-16,3 5-1 0,1 0 1 0,7 1 0 0,2 0 0 16,4-5 0-16,4-1 0 0,1-4-1 15,5-6-2-15,3-3-1 0,0-6-1 0,4-5 1 16,2-4-2-16,1-5-4 0,2-7-8 15,0-2-21-15,-1-7-54 0,1-5-79 0,-3-2-135 16,0-7-257-16,0-1-315 0,-1-2-387 16,-2 0-321-16,0-1-53 0,-5-3 591 15</inkml:trace>
  <inkml:trace contextRef="#ctx0" brushRef="#br0" timeOffset="10298.85">10476 4371 337 0,'-2'-5'1236'0,"-2"2"501"0,-3-1-194 0,-2 2-343 16,-1 2-495-16,-1 2-261 0,-4 2-188 15,0-1-98-15,-2 2-52 0,1 3-31 0,-3 2-23 16,1 4-17-16,1-1-11 0,-3 3-7 16,2 3-7-16,-1 2-5 0,2 0-3 0,1 3 0 15,3 1-1-15,1-1 0 0,5 0 0 16,1 0-1-16,6-3 0 0,0-2-2 0,5-2 0 15,1-2 0-15,2-2 0 0,6-2 0 0,-1-5 0 16,4-5-1-16,-1-1 1 0,5-6-2 16,-1-4 0-16,3-5 0 0,0-2 0 0,-1-2-2 15,0-2 2-15,-1-1-1 0,-2-1 2 16,-3 0 1-16,1 2 1 0,-4 2 2 0,-2 1-1 16,-2 3 3-16,-2 0-1 0,-2 3 2 0,-1 4-1 15,-1 2 1-15,-1 1-1 0,-1 5-1 0,-1 4-1 16,-1 3 0-16,-1 4-2 0,1 4 0 15,-1 4 0-15,2 0 0 0,0 4 0 0,2 1-2 16,2 0 0-16,1 2-14 0,0-2-36 0,3-1-83 16,1 0-117-16,-1-3-244 0,2-2-312 15,2-2-389-15,-1 0-409 0,2-2-103 0,1-3 503 16,-2-4 801-16</inkml:trace>
  <inkml:trace contextRef="#ctx0" brushRef="#br0" timeOffset="11068.28">11622 4051 72 0,'9'-8'418'16,"0"1"310"-16,-3 0 247 0,-3 1 3 0,0 0-224 16,-1-2-182-16,-2 0-78 0,0-2 11 15,-2 3-21-15,-1-2-65 0,-2 1-65 0,-1 1-52 16,-1-2-58-16,-2 1-78 0,0 1-52 0,-1 3-27 15,-4-1-19-15,1 4-11 0,-4 1-12 16,1 2-10-16,-3 4-9 0,0 2-7 0,-1 5-5 16,-2 3-5-16,-2 4-2 0,3 6-1 15,-1 3-1-15,2 7 0 0,0 2-1 0,3 6-1 16,3 2 0-16,1 5-1 0,5 3-2 0,0 0 1 16,5 0 1-16,3-3 0 0,3-2 0 15,2-4-1-15,2-4 1 0,2-5-2 0,5-4-2 16,2-5 0-16,1-3-1 0,1-6 1 15,1-3-1-15,1-2 2 0,2-3 0 0,2-5 1 0,0-2-1 16,3-3 0-16,0-1-2 0,-1-2-4 16,3 0-9-16,-2-3-17 0,-2 1-31 0,2-2-75 15,-2-1-79-15,-3 1-151 0,2-3-271 16,-5 2-328-16,3-3-358 0,-4 1-214 0,-1-4 16 16,2 1 641-16</inkml:trace>
  <inkml:trace contextRef="#ctx0" brushRef="#br0" timeOffset="11469.77">12291 4125 188 0,'-6'-4'915'15,"-1"4"573"-15,0 4 20 0,-3 3-240 16,2 2-447-16,-2 7-315 0,0 1-179 0,0 5-112 15,2 8-63-15,0 1-49 0,4 4-33 0,2 5-23 16,2 1-16-16,5 3-9 0,2 0-8 0,3-2-6 16,3-2-3-16,4-5-2 0,1-4 0 15,4-8-2-15,3-5 0 0,2-7 0 0,1-7-2 16,4-8 0-16,1-6-2 0,-1-7-1 16,1-6 0-16,-2-6-2 0,-2-4 1 0,-2-5 1 15,-4 0 2-15,-5-4 2 0,-2 0 0 16,-5 1 2-16,-5 0 1 0,-3-2 0 0,-6 5 1 15,-2-3-1-15,-6 2-1 0,-1 2 0 16,-4-1-2-16,-3 3 0 0,-3 2 0 0,-1 5 0 16,-2 4-1-16,0 7 0 0,-2 6-1 0,-1 7 0 15,-1 8-1-15,1 9 0 0,4 6 0 16,-1 8-4-16,1 5-21 0,4 4-65 0,4 2-70 16,2 0-138-16,4 3-265 0,7-2-322 15,1 0-363-15,7-3-271 0,1-2-54 0,5-1 594 0</inkml:trace>
  <inkml:trace contextRef="#ctx0" brushRef="#br0" timeOffset="12250.69">12983 4609 157 0,'-4'0'598'0,"2"2"398"0,-1-2 170 0,2 3-153 15,-1-3-342-15,0 0-227 0,2 0-100 16,2 0-38-16,3-3-13 0,2 3-17 0,0-4-2 16,2-2-18-16,5-1-43 0,-1-1-52 0,3 1-45 15,3-2-27-15,1 0-32 0,1 2-17 16,0 0-12-16,1 0-10 0,-3 3-5 0,3 2 1 16,-2 2 3-16,-4 2 0 0,2 2 6 15,-6 3 2-15,1 3 2 0,-5 1-3 0,-3 5 2 16,-4 1-2-16,-1 4-3 0,-3 0-4 15,-5 3-2-15,0 1-4 0,-1 0-4 0,-2-1-3 16,1-1-1-16,-2-2-1 0,2-3 0 0,0 0-1 16,3-3-1-16,0-3 0 0,3 0-1 0,0-2-1 15,4 1-1-15,0-2 0 0,5-1 1 16,0 3 0-16,3-3-1 0,4 1 2 0,0 0 1 16,3-2 0-16,1 1 0 0,3-1 1 15,0 1 0-15,2 0-1 0,-1 3 0 0,-1-3 1 16,0 1-1-16,-2 1 0 0,-2 2 1 0,-4 1 2 15,-2 3-1-15,-2 2 1 0,-6 0 0 16,-1 1-1-16,-3 2 0 0,-3 2-1 0,-7-1 0 16,2 1 2-16,-5 1 3 0,0-2 2 15,-4 1 0-15,2-2 2 0,-4 0-1 0,-1-2-2 0,1-3-3 16,-1 1-3-16,1-6-1 0,2-3-2 16,0-1 0-16,2-6-2 0,2-1-3 0,0-4-10 15,5-4-11-15,0-1-36 0,3-3-79 16,2-1-89-16,2-4-170 0,1-1-285 0,5-3-343 15,1 0-360-15,3-1-183 0,3 1 152 16,1-3 698-16</inkml:trace>
  <inkml:trace contextRef="#ctx0" brushRef="#br0" timeOffset="13314.81">14168 3828 110 0,'-10'16'689'0,"-1"-1"461"15,0-1 124-15,1-3-116 0,3-3-373 0,2 1-308 16,0-3-119-16,5 2-40 0,2-6-36 0,1 2-33 16,5-6-37-16,1-4-33 0,4-4-45 15,4-4-39-15,5-5-19 0,1-5-22 0,5-5-18 16,2-4-11-16,2-3-6 0,1-3-12 0,2-4-7 15,3-2 0-15,-4-2-1 0,1 0 0 16,0 2-1-16,-3 1 5 0,-2 2 3 16,-5 6 0-16,-1 3 2 0,-8 6-6 0,-2 4-19 15,-6 3-73-15,-5 7-83 0,-5 0-168 0,-3 5-279 16,-4 4-335-16,-5 2-400 0,-5 5-260 16,-2 2 68-16,-6-1 735 0</inkml:trace>
  <inkml:trace contextRef="#ctx0" brushRef="#br0" timeOffset="13597.98">14432 3148 226 0,'12'-16'769'0,"1"-2"348"0,1 0 67 16,-1-1-118-16,3 2-472 0,-2-1-210 0,5 3-86 16,-3 1-39-16,1 2-10 0,-1 3-21 0,3 2-26 15,-2 1-11-15,3 3-29 0,-3 1-26 0,0 5-27 16,2 2-16-16,1 2-11 0,-3 4-29 15,0 2-8-15,-4 3-5 0,1 4-8 0,-5 4-6 16,-2 5-3-16,-3 2-1 0,-4 5-7 16,-4 5-3-16,-4 3-4 0,-2 4-3 0,-4 1-3 15,-1-2-5-15,0 0-23 0,2-2-70 0,-1-4-74 16,1-4-155-16,5-5-278 0,2-5-331 0,3-6-375 16,3-6-252-16,2-5 16 0,4-7 688 15</inkml:trace>
  <inkml:trace contextRef="#ctx0" brushRef="#br0" timeOffset="14515.39">15785 2530 38 0,'5'2'479'0,"1"-2"418"0,-3 0 190 0,2 0-41 15,-1 0-361-15,0-2-252 0,2-1-129 0,-1 0-95 16,3 0-32-16,0 1-5 0,3-2 5 16,0 3-42-16,5 0-33 0,-2 1-9 0,5 2 22 15,-1 2 4-15,0 1-15 0,0 1-7 0,-1 2 29 16,-1-1 15-16,0 2-19 0,-3 0-12 0,-1 2 1 16,-4-1-4-16,-1 1-29 15,-3 1-22-15,-2 1-11 0,-4 0-6 0,-1 0-9 16,-2 5-4-16,-3-3-1 0,-6 2-5 0,1 1-3 15,-1 2-2-15,-5 0-3 0,0 2-4 0,2-2-4 0,-4 5-2 16,1-2-1-16,1 2 5 0,0 0 2 16,1 0 0-16,1 2 1 0,4-3 0 0,1 1 0 15,2 1-4-15,5-2-2 0,1 0-1 0,4-2 0 16,0 0-1-16,4-5 0 0,4-1-7 16,2-2-4-16,6-3-1 0,1-3-2 0,5-3 0 15,5-5-2-15,3-2-2 0,2-7-30 0,3-1-65 16,1-5-62-16,2-3-75 0,-2-1-117 15,2-5-174-15,-1 0-235 0,-2-1-215 0,-2-3-209 16,-2 1-95-16,-1 1 229 0,-1-4 481 0</inkml:trace>
  <inkml:trace contextRef="#ctx0" brushRef="#br0" timeOffset="14851.62">16566 2598 249 0,'2'-9'817'0,"-4"2"392"0,-3 2 39 15,1 2-174-15,-5 3-364 0,0 1-183 0,-2 6-123 16,-1-1-76-16,-1 2-53 0,-1 6-47 0,0-1-65 15,-2 3-66-15,3 4-36 0,0 1-22 16,-1 1-15-16,3 3-10 0,0-1-5 0,3 0-4 16,3-3-4-16,1 2-1 0,2-4-1 0,2-3 4 15,5-1 3-15,0-5 2 0,3 0 1 0,2-5 0 16,2-4 0-16,2-4-5 0,0-5-3 0,3 0-2 16,-1-6-1-16,3-2 1 0,-3-1-1 15,1-1-7-15,0 1-1 0,-2-2-2 0,-2 1 2 16,-2 3-2-16,-2 0 2 0,-2 2 6 0,-2 5 4 15,-2 2 1-15,-2 0 1 0,-1 3-1 0,0 3-1 16,-4 3 5-16,0 3 1 0,-2 2 3 16,-1 5 0-16,1 5 0 0,-1 0 0 0,-2 2-5 15,3 4-4-15,0 1-3 0,-2 0-2 0,5 0-11 16,-2 0-28-16,3-5-61 0,2 3-65 0,0-8-83 16,4 0-153-16,1-3-257 0,4-4-295 0,0-4-240 15,3-6-181-15,1-2 74 0,2-6 532 16</inkml:trace>
  <inkml:trace contextRef="#ctx0" brushRef="#br0" timeOffset="15133.6">16990 2349 103 0,'-6'-5'690'0,"3"2"472"0,-4 1 126 0,2 2-137 15,-1 5-374-15,1-3-317 0,-1 1-166 0,3 2-95 16,2 2-49-16,-3 2-1 0,4 0-16 0,4 1-19 15,-3 3-14-15,5 1 12 0,-1 2 2 0,1 1-28 16,2 1-19-16,0 3-12 0,1 2-9 16,1 1-13-16,0-2-6 0,0 5-5 0,0-1-1 15,0-1 0-15,0 1-2 0,-1-1-7 0,-3-1-5 16,2 2-2-16,1-4-2 0,-2 2-3 0,-3 1 7 16,-2 0 2-16,1 0 2 0,-3 2-3 15,-1 0-1-15,-3 1-3 0,1 2-40 0,-3-3-74 16,-1 3-74-16,-5-4-149 0,2 1-283 15,-2-3-329-15,1 0-334 0,-1-3-213 0,-1 0 44 16,-2-6 622-16</inkml:trace>
  <inkml:trace contextRef="#ctx0" brushRef="#br0" timeOffset="17308.16">17626 2277 113 0,'-3'-23'316'0,"-2"-1"158"16,0 1 131-16,0-3-107 0,2 2-113 0,0-1-38 15,-2 1 5-15,5 5 18 0,-3 0 4 16,3 4-8-16,-1 4-23 0,1-1-38 0,-2 5-52 15,0 2-32-15,-1 2-37 0,3 0-24 0,-1 3 10 16,2 3 15-16,1 3 27 0,1 3 6 0,0 5-6 16,0 3-16-16,-1 5-37 0,2 1-32 15,-1 7-28-15,-1 1-22 0,1 3-23 0,-1 2-10 16,0 3-6-16,-1 3-4 0,-1 1-12 0,0 1-9 16,0 1 6-16,-1 3 0 0,-3 3-3 0,-1 2 1 15,-4 2 3-15,3-1 2 0,-2-1-6 0,0 0-3 16,-1-6-2-16,2-2-2 0,2-4-6 15,2-5-3-15,0-5-2 0,1-6-1 0,2-3-4 16,2-5-8-16,1-2-19 0,-3-4-38 16,3-5-69-16,-1-4-66 0,-2-5-109 0,0-4-152 15,0-6-234-15,0-4-288 0,-2 0-212 0,-1-4-171 16,-2-2 172-16,-4-4 479 0</inkml:trace>
  <inkml:trace contextRef="#ctx0" brushRef="#br0" timeOffset="17568.43">17253 2571 158 0,'-2'0'752'0,"-1"3"431"16,1-2 56-16,1 1-152 0,1-1-433 15,3 0-316-15,2 2-152 0,1-3-27 0,6 0-12 16,1 0 32-16,4 0 14 0,1 0-2 0,2-3-9 16,4 2-42-16,1-2-24 0,1-1-44 0,4-1-33 15,0-1-19-15,3 0-12 0,3-2-11 0,-1 1-6 16,-2 1-4-16,1 0 5 0,-1 0 1 15,-2 2 2-15,-1 0 10 0,0 2 4 0,-3 2 1 16,0 0-10-16,-6 3-55 0,1 2-55 0,-2-1-83 16,-3 3-155-16,-4 1-268 0,-1 0-311 15,-3 2-243-15,0 0-201 0,-4 1 81 0,-2 1 549 16</inkml:trace>
  <inkml:trace contextRef="#ctx0" brushRef="#br0" timeOffset="17898.72">18038 2673 182 0,'2'18'790'0,"-2"1"411"0,-2 5 35 0,2 3-155 16,0 3-424-16,0 3-279 0,3 3-81 0,1 0-26 16,-1 0-19-16,2 2-23 0,1-4-29 0,3-2-48 15,2-2-58-15,2-7-43 0,4-1-25 0,2-9-14 16,1-4-5-16,2-6-3 0,1-6 0 15,0-6-1-15,0-6 2 0,1-9 0 0,-1-3 3 16,-3-4 1-16,-2-4 1 0,-3 0 0 0,-3-2 0 16,-5 1 8-16,-6 3 10 0,-4 2 4 15,-5 2 3-15,-7 2 0 0,-3 2-1 0,-6 2-3 16,-3 5-7-16,-1 2-11 0,-2 4-5 0,0 5-3 16,2 3-2-16,-2 4-8 0,3 6-4 0,3 3 3 15,2 5 0-15,1 0 2 0,3 5 0 16,6 4-1-16,3 0 5 0,4 4 0 0,3-2-18 15,5 1-55-15,2 0-65 0,6 1-77 0,3-4-163 16,1 0-300-16,4-2-314 0,3-3-268 0,2-5-181 16,3-2 109-16,3-5 602 0</inkml:trace>
  <inkml:trace contextRef="#ctx0" brushRef="#br0" timeOffset="18234.09">18723 2608 123 0,'-7'-19'749'0,"-2"4"485"0,-2 1 155 0,-3 2-88 16,-2 5-384-16,-3 1-356 0,3 3-171 0,-3 1-98 16,3 4-83-16,1 1-80 0,2 3-55 0,3 1-34 15,1 3-19-15,6 3-12 0,1 0-5 0,6 2-3 16,0 2-1-16,7-1 2 0,0 2-2 0,3 1 0 16,2-3 1-16,2 3-1 0,-2-2 0 15,-1 2 0-15,1-1 7 0,-2 1 4 16,-1 0 0-16,-3 0 3 0,-3 1 0 0,-2 1 0 0,-3 1-6 15,-4-1-3-15,-3 1-2 0,-5 3-1 16,0-4-2-16,-3 1 0 0,-3 1-1 0,-2-1 1 16,-2-2-1-16,0 1 0 0,-2-2-1 0,4-4-2 15,1-3-9-15,1-4-41 0,4-2-71 16,0-5-72-16,4-5-130 0,4-4-207 0,4-3-318 16,1-6-300-16,7-2-211 0,0-1-65 15,6-5 418-15,2-1 567 0</inkml:trace>
  <inkml:trace contextRef="#ctx0" brushRef="#br0" timeOffset="18496.49">18927 2844 102 0,'9'25'674'15,"-1"1"454"-15,-3 0 114 0,3 4-103 0,-5 1-299 16,0-1-260-16,0 0-145 0,1-1-89 16,0 1-56-16,1-7-54 0,2-2-82 0,3-6-67 15,2-6-43-15,2-5-18 0,2-4-10 16,2-7-5-16,3-5-3 0,1-6-1 0,2-3 0 15,-1-3-2-15,-2-3-1 0,1-3 0 0,-3 0 0 16,-3-1 0-16,-2-1-1 0,-3 2 1 16,-6 1 0-16,-1-2 0 0,-8 3-1 0,-4 1 0 0,-1 0-3 15,-9 2 0-15,-2 2-3 0,-1 2 1 16,-4 4 1-16,-2 5-1 0,0 5 0 0,-1 7 2 16,-1 5-1-16,1 5-1 0,5 6-4 0,0 3-29 15,4 7-71-15,3 1-79 0,2 2-160 0,6 1-287 16,5 1-328-16,4 0-344 0,3 1-203 0,1-1 96 15,5-2 659-15</inkml:trace>
  <inkml:trace contextRef="#ctx0" brushRef="#br0" timeOffset="19293.39">19545 2726 42 0,'8'-12'464'0,"-3"2"376"15,0 0 265-15,-2-1 28 0,0 2-353 0,1-1-243 16,-2 0-70-16,0 2-33 0,-1 1-39 0,1 3-49 15,-1 1-45-15,-1 0-44 0,2 0-70 0,-4 3-60 16,2 1-45-16,-3 3-29 0,-2 3-19 0,-1 4-14 16,2 5-10-16,-3 5-4 0,1 5-3 15,-1 4-1-15,0 4 4 0,2 3 2 0,0 0 0 16,4 2 1-16,-3-1 0 0,6 2 0 0,1-1-4 16,2-3-2-16,1-2-1 0,5-1-2 15,0-3 0-15,3-3-1 0,-1-4-2 16,4-5 1-16,-1-4 1 0,3-4-1 0,1-7-1 0,1-5 1 15,0-5 0-15,-2-5 0 0,3-3-1 16,0-4 0-16,-1-2 1 0,-1-1 1 0,1 0 2 16,-3-1 0-16,0 1 1 0,-3-1 0 0,2 3-1 15,-3 0 2-15,-1 2-2 0,-4-1 1 0,4 3 0 16,-7 2 1-16,2 1 0 0,-3 1 0 0,0 3 0 16,-2 0-1-16,-1 1 0 0,-2 2-1 15,0-3-1-15,-2 5 0 0,0-2-2 0,1 0 0 16,-2 1-7-16,-1 1-13 0,0 1-27 0,-1 2-55 15,1-1-63-15,0 2-63 0,-1 0-98 0,2 2-149 16,2-1-198-16,1 0-241 0,1 1-214 0,4 0-187 16,2-1 104-16,2-1 459 0</inkml:trace>
  <inkml:trace contextRef="#ctx0" brushRef="#br0" timeOffset="19650.52">20522 2657 391 0,'-3'-4'1274'0,"-6"4"449"16,-4 4-208-16,-8 3-344 0,-2 3-504 0,-6 4-253 16,-1 0-175-16,-5 8-95 0,-1 2-49 0,-2 3-29 15,0 5-20-15,2 0-14 0,3 2-10 16,4 3-7-16,7-3-3 0,1-1-5 0,7-2-4 0,6 0 0 16,8-4-2-16,5-6-1 0,9-4-2 15,5-6-1-15,10-6 0 0,4-8-2 0,6-7-3 16,2-6-8-16,2-6-10 0,1-5-11 15,-1-5-12-15,-2 1-8 0,-3-4 0 0,-5 2 4 16,-1 1 10-16,-5 4 12 0,-6 4 16 0,-3 1 18 16,-5 6 15-16,0 1 10 0,-7 6 5 0,-3 3 4 15,-3 2-1-15,-1 5-7 0,-6 5-8 16,1 4-7-16,-5 4-5 0,0 5-4 0,0 1-2 16,-3 3-2-16,2 3-3 0,0 3 0 15,2-2-2-15,4 4 1 0,-1-3 0 0,6 2 1 16,-1-2-10-16,5-2-37 0,-1-1-74 0,3-2-84 15,1-3-158-15,1-4-289 0,4-1-337 0,-3-3-341 16,3 1-198-16,1-3 97 0,-1-1 652 0</inkml:trace>
  <inkml:trace contextRef="#ctx0" brushRef="#br0" timeOffset="20078.16">20794 3221 31 0,'4'-7'550'15,"3"-2"475"-15,-4-1 212 0,0-3-69 0,2 0-282 0,0-4-251 16,3 0-158-16,1-3-95 0,-1-1-65 16,4-3-49-16,-2 0-68 0,2-1-72 0,0-1-50 15,2 0-28-15,-1 1-18 0,1 0-11 0,1 2-11 0,-3 3-3 16,-1 2-4-16,0 2-1 0,0 4-1 16,-1 1 1-16,0 1-1 0,-3 4 7 0,1 2 8 15,-2 1 4-15,1 6 7 0,-1 1 6 16,-1 4 4-16,-1 4-4 0,-2 3-3 0,0 4-8 15,-2 3-5-15,0 3-3 0,-2 2-7 0,0-1-1 16,2 2-4-16,4-3 0 0,-3 1-1 0,3-4-1 16,2-3 0-16,2-2-2 0,4-4 0 0,1-6 0 15,4-4-3-15,-1-5-5 0,3-6-7 16,3-5-5-16,-2-4-2 0,3-3-1 0,1-5 1 16,-2-1 5-16,0 0 8 0,-1 0 5 15,-3 3 4-15,-2 2 0 0,-3 3 2 0,0 3 0 16,-4 2 0-16,-1 5 1 0,0 0 2 0,-3 5 3 15,-1 2 2-15,0 3 4 0,-1 6 2 0,0 1 1 16,-3 4-3-16,2 1-2 0,-1 4-2 0,-1 1-4 16,0 5-5-16,0-1-1 0,3 1-4 15,-1-1-15-15,2 1-51 0,0-2-76 0,0-2-121 16,1-3-221-16,3-1-309 0,1-4-365 16,1-2-320-16,3-4-119 0,3-2 446 0,0-4 700 0</inkml:trace>
  <inkml:trace contextRef="#ctx0" brushRef="#br0" timeOffset="20253.34">21784 2838 318 0,'-5'-3'888'0,"-1"3"326"16,-4 4-15-16,-1 3-245 0,2 4-406 16,-1 3-273-16,1 4-138 0,1 3-70 0,2 0-39 0,-1 1-13 15,2 2-17-15,1-1-29 0,2 0-96 16,-1 2-159-16,3-3-281 0,0-3-271 15,0-1-248-15,5-2-128 0,-1-6 260 0,3-2 471 0</inkml:trace>
  <inkml:trace contextRef="#ctx0" brushRef="#br0" timeOffset="20444.78">21779 2529 136 0,'4'-41'517'0,"-6"5"334"0,0 8 196 15,-1 6-122-15,-2 8-294 0,2 5-195 16,-2 4-135-16,-2 8-90 0,3 2-65 0,0 5-49 16,0 4-30-16,3 1-21 0,1 2-17 0,1 2-26 15,-1-1-57-15,2 1-95 0,0 1-134 0,-1-1-211 16,1 0-287-16,1 0-235 0,0 0-82 16,3-1 198-16,1-1 376 0</inkml:trace>
  <inkml:trace contextRef="#ctx0" brushRef="#br0" timeOffset="21015.87">22656 2771 264 0,'-4'-10'894'0,"-5"3"486"0,1-1 102 16,-4 1-183-16,2 2-495 0,-3 3-277 16,-3-2-145-16,2 5-108 0,-5 2-89 0,1 4-64 15,-2 2-38-15,-2 1-23 0,3 5-17 0,-3 1-12 16,0 2-10-16,1 4-6 0,0 1-6 0,3 3-4 16,0 1-2-16,2 0-2 0,3 0-1 0,3-1-1 15,2-1 0-15,4 1 1 0,4-4-2 16,5-3 0-16,3-2 0 0,5-4 0 0,1-5-1 15,6-6-2-15,1-4 1 0,1-6 0 0,4-3 1 16,0-6-1-16,1-2-1 0,0-3 0 0,-2-3 0 16,-2 1-2-16,-1 2 2 0,-5-1 1 0,-3 2 2 15,-1 5 2-15,-5-1 2 0,-2 5 1 16,-1 3 1-16,-3 2-1 0,-1 2 0 0,-2 5 0 16,-3 3-2-16,1 3-1 0,-2 5-2 0,0 4 1 15,1 1-2-15,-2 3 0 0,3 5 1 16,-1 1-4-16,1 0-12 0,3 2-46 0,0 0-81 15,0 0-138-15,0 2-263 0,5-1-321 16,-2 2-397-16,5-4-372 0,1 0-45 0,-1-1 654 16</inkml:trace>
  <inkml:trace contextRef="#ctx0" brushRef="#br0" timeOffset="21212.61">23088 3364 389 0,'-7'9'1503'0,"-1"0"343"0,0 0-343 0,-4 1-396 16,0-4-434-16,1 2-363 0,0-2-163 0,5-1-75 15,-1-2-37-15,4-2-32 0,1-2-52 16,6-2-82-16,-1-5-95 0,3-1-183 0,3-2-299 16,3 0-339-16,-1-3-333 0,1 1-165 0,1-1 209 15,-2-3 691-15</inkml:trace>
  <inkml:trace contextRef="#ctx0" brushRef="#br0" timeOffset="21641.99">23057 1948 490 0,'4'-27'997'0,"3"2"252"0,-2 0-55 0,3 3-271 0,-1 1-306 16,1 3-157-16,0 0-86 0,5 2-59 15,-5-1-50-15,1 2-50 0,4 2-64 0,-5-1-54 16,0 4-36-16,0 1-17 0,-1 3-11 0,1 0-10 16,-1 2-5-16,-1 0-5 0,3 4 2 0,-2 4-1 15,1 0-1-15,-2 4 0 0,3 1 0 16,-2 5 1-16,-2 2-6 0,-1 4-1 0,0 4 0 15,-3 1 5-15,1 5 1 0,-4 1 4 0,1 2 4 16,-3 3 3-16,-2 3 0 0,-1 1-1 0,-2 2-4 16,-2 0-4-16,1 2-3 0,0-1-1 15,0 1-4-15,2-4-1 0,2-1-1 0,-2 0 0 16,7-7-3-16,1-1-2 0,1-4 0 0,4-4-1 16,2-3-1-16,2-3 0 0,3-4-1 0,2-5 0 15,-1-2-2-15,4-4-6 0,1-2-12 0,1-3-28 16,0-2-62-16,-3-1-72 0,-1 0-96 15,0 2-160-15,-1-1-281 0,-5 2-317 0,3 1-244 16,-2 2-175-16,-2 5 135 0,-1-3 592 0</inkml:trace>
  <inkml:trace contextRef="#ctx0" brushRef="#br0" timeOffset="22627.63">14519 4784 190 0,'-13'-2'766'0,"-1"-1"435"0,-2 0 99 16,2 0-122-16,1 2-449 0,5-1-249 15,3 2-146-15,1-2-90 0,-1 4-49 0,5-2-29 0,5 3-32 16,-1 2-22-16,6 2-16 15,4 0-6-15,2 4-16 0,4 1-18 0,1 0-12 0,6 0-11 16,0 2-5-16,3-1 1 0,0 0-3 16,0 0-4-16,0 1-2 0,0-2-4 0,-1-1 1 15,-4 1-8-15,-3-3-5 0,-1 1 0 0,-1-3-1 16,-5 3 0-16,0-3-2 0,-4 1 0 16,-1-2-3-16,-3 0-11 0,-2 0-46 15,-1 0-77-15,-4-2-141 0,-4-2-265 0,1-1-310 0,0-4-380 16,-5-3-349-16,2-3-52 0,-2-1 633 15</inkml:trace>
  <inkml:trace contextRef="#ctx0" brushRef="#br0" timeOffset="22884.05">14949 4728 6 0,'16'10'451'0,"0"0"372"0,-1 1 255 0,1 3 45 16,3-1-265-16,-2 1-339 0,3 2-98 0,0-1-16 15,0 1-25-15,1 0-46 0,0 0-52 0,-5 1-45 16,2-2-58-16,0 2-55 0,-6-2-40 16,1 1-24-16,-2-2-9 0,-5 2-1 0,-2 0-6 15,-3 2-4-15,-4-1-5 0,-5 2-5 16,-3 0-7-16,-2 0-2 0,-4 0-3 0,0-1-3 0,-4 1-3 16,0-4-1-16,-1 2-3 15,0-4-6-15,2 0-4 0,2-2-9 0,1-4-19 16,4-1-61-16,2-3-78 0,2 0-138 0,2-2-248 15,7 0-317-15,0-1-372 0,7 2-284 16,4-2-49-16,-2 0 574 0</inkml:trace>
  <inkml:trace contextRef="#ctx0" brushRef="#br0" timeOffset="24858.11">15809 5082 27 0,'2'0'437'15,"-1"2"340"-15,4 0 206 0,-4 1 30 16,4 5-275-16,0 1-246 0,1 4-127 0,2 4-50 15,1 6 19-15,3 2 17 0,-1 5-18 16,3 3-32-16,-3 4-29 0,2 2-40 0,-2 3-57 0,-2 2-50 16,2 0-46-16,-3-1-29 0,-1 0-18 15,-1-3-12-15,2-2-7 0,-4-3-6 0,1-3-2 16,-2-5-3-16,1-4 1 0,-3-2 3 16,3-4 7-16,-4-4 7 0,1-2 9 0,-1-4 3 15,0-1 1-15,-1-4-3 0,-3-2-5 16,-1-7-10-16,1-3-6 0,-1-5-5 0,0-5-2 15,-3-8-3-15,2-5-1 0,1-6-1 16,0-7-2-16,1-7 2 0,-1-5 2 0,0-8 0 16,2-2 2-16,2-5 0 0,-1 0 2 0,4-2-2 15,1 2-1-15,0 6-1 0,5 8-1 0,-2 7 0 16,0 9-1-16,2 6 0 0,2 6 0 16,-2 7 0-16,1 5 0 0,4 5 2 0,-1 3 0 15,1 7 2-15,5 1 1 0,-4 6 0 0,2 1 1 16,0 4 0-16,-1 2 1 0,-2 2 0 15,3 2-5-15,-5 3-3 0,0 0 0 0,-5 3 0 16,0 1 0-16,-4 3 5 0,-2 1 9 16,-3 1 4-16,-4 5 1 0,-3-1-2 0,-2 1-1 15,0-2-7-15,-4 0-5 0,0-1-3 0,-1-2 0 16,2-2-3-16,-2-6-10 0,4-2-29 16,-1-5-57-16,1-4-71 0,3-6-79 0,0-2-127 15,4-4-171-15,2 0-267 0,3-6-238 0,2 2-198 16,3-1-87-16,2-2 279 0,2 0 493 15</inkml:trace>
  <inkml:trace contextRef="#ctx0" brushRef="#br0" timeOffset="25131.32">16247 5136 189 0,'21'13'486'0,"1"1"230"16,-4 1 148-16,0-3-151 0,-1 0-227 0,1 0-130 16,-1-3-56-16,-1-3-23 0,1-1-21 15,1-4-23-15,1-6-17 0,-1-2-26 16,0-7-30-16,1-3-16 0,-1-3-4 0,0-4 28 15,0-2 37-15,-2-1 36 0,-2-1 13 0,-8 1-9 16,0 1-29-16,-6 1-46 0,-3 2-47 16,-5 2-42-16,-6 4-30 0,0 0-18 0,-5 2-12 15,0 4-6-15,-2 5-5 0,-1 3-2 16,0 6-2-16,1 4-2 0,-1 5-1 0,2 7-3 16,2 2-1-16,1 2-2 0,4 5-2 0,1 1-3 15,4 1-17-15,6 0-42 0,1-1-70 16,2-2-65-16,6-1-109 0,2-5-182 15,2-4-305-15,4-4-281 0,3-2-206 0,4-7-124 0,1-6 281 16,2-4 573-16</inkml:trace>
  <inkml:trace contextRef="#ctx0" brushRef="#br0" timeOffset="25508.52">16865 4868 189 0,'3'-11'829'0,"-5"2"467"0,-1 4 84 16,-4 4-111-16,-1 4-409 0,-2 5-317 15,-1 2-161-15,-1 5-100 0,-1 5-76 0,0 4-76 16,0 1-58-16,3 1-31 0,2 0-20 0,1 1-10 16,4-1-6-16,3-4-5 0,3-1-2 0,2-6-3 15,6-4-2-15,3-6-12 0,2-8-24 16,3-5-42-16,3-7-56 0,-1-7-51 0,3-5-45 16,-1-7-28-16,-1-2-5 0,-1-4 39 0,-2-3 69 15,0 2 55-15,-6 0 42 0,-2 3 31 16,-1-2 33-16,-5 3 34 0,-1-1 53 0,-3 4 63 15,-2-1 64-15,-3 2 40 0,-1 4 10 0,-4-2-14 16,1 6-38-16,-1 3-42 0,1 4-48 16,-1 7-38-16,0 4-29 0,1 6-18 0,-4 9-15 15,2 5-10-15,2 8-8 0,-2 5-2 0,2 5 0 16,1 6 1-16,2 4 0 0,-1 6 2 16,0 5 0-16,3 2-1 0,1 3-3 0,1 0-3 15,2-3-1-15,4-3-11 0,4-7-40 16,2-6-74-16,5-6-86 0,0-8-166 0,3-7-295 15,0-9-338-15,2-6-330 0,0-6-191 16,-3-7 146-16,3-5 670 0</inkml:trace>
  <inkml:trace contextRef="#ctx0" brushRef="#br0" timeOffset="25775.04">17194 4573 11 0,'-8'-25'542'15,"0"5"506"-15,-3 3 238 0,0 9-43 0,1 3-283 16,-2 5-326-16,2 5-201 0,2 5-111 0,-1 4-69 15,3 4-65-15,1 0-61 0,3 4-55 0,2 2-32 16,2 1-19-16,3 1-10 0,1 0-5 0,0 4-4 16,2-2-1-16,0 2 0 0,3 0 0 15,-3 2 0-15,0-1 1 0,0 0 1 0,1 0-1 16,-4-3 2-16,0 1-2 0,-4-1 0 16,1-1 0-16,-4 0-2 0,-1-3 1 0,0 0 0 15,-2-1 1-15,-4-2-1 0,3-3 0 0,-1-4-1 16,2-2-20-16,-4-2-49 0,5-2-60 15,0-6-50-15,-1-2-83 0,2-2-141 0,2-3-185 16,-3-3-252-16,4-3-215 0,0 1-204 16,0-2 33-16,0-1 403 0</inkml:trace>
  <inkml:trace contextRef="#ctx0" brushRef="#br0" timeOffset="26349.56">17490 4254 143 0,'1'-12'741'0,"1"4"442"16,-2 6 98-16,0 2-61 0,0 4-332 15,1 8-297-15,1 3-158 0,0 3-91 0,-1 5-61 16,2 5-79-16,-1 5-74 0,4 1-47 15,-3 5-24-15,0 3-13 0,1 5-10 0,-3 1-8 16,2 3-7-16,-3 2-4 0,0 6-7 16,0 0-3-16,0 1-4 0,0-6-2 0,2 1-6 15,-2-5-12-15,3-7-31 0,1-7-65 16,-3-5-70-16,2-6-73 0,-3-8-122 0,0-3-167 16,-1-5-243-16,-1-4-220 0,-1-5-198 0,-4-5-116 15,3-2 242-15,-4-5 487 0</inkml:trace>
  <inkml:trace contextRef="#ctx0" brushRef="#br0" timeOffset="26529.77">17363 4853 15 0,'-2'-17'523'15,"1"7"487"-15,-1 0 223 0,2 4-84 0,0 0-349 16,2 3-337-16,1 2-206 16,0 1-113-16,2 0-52 0,3 3-26 0,4 1-19 0,0 0-9 15,3 1-14-15,3 0-7 0,2-3-4 0,2 3-7 16,2 1-2-16,0-1-11 0,1-1-34 15,0 1-125-15,1 0-204 0,-4-1-282 0,3-1-275 16,-1 0-252-16,0-2-95 0,-2 1 379 0,2-2 510 16</inkml:trace>
  <inkml:trace contextRef="#ctx0" brushRef="#br0" timeOffset="26810.86">17874 4800 352 0,'-8'3'1258'15,"-3"1"485"-15,-5 5-203 0,-2 3-346 0,0 3-494 16,-3 3-261-16,4 3-184 0,0 1-97 0,2 3-53 15,3-1-35-15,4 0-23 0,3 0-19 0,3-2-11 16,5-3-8-16,2 0-5 0,6-2-3 0,2-7-1 16,3-1-1-16,3-5 0 0,1-2 0 15,4-5 0-15,-2-2-2 0,3-2-2 16,1-2-4-16,-3 0-3 0,-2 0-4 0,1 0-1 16,-2 1-1-16,-3 4 2 0,-4-1 4 0,0 5 4 15,-3 0 4-15,-1 3 2 0,-4 3 2 0,-2 2 2 16,0 1 0-16,-3 3-2 0,-1 0 1 15,-1 3 0-15,1 0-1 0,-3-1-2 0,1 2 0 16,2-1-7-16,-3 0-21 0,2-2-51 16,0-3-79-16,0 1-107 0,1-5-182 0,1-1-304 15,1-3-342-15,1-4-306 0,2-3-148 16,3-1 272-16,-2-6 654 0</inkml:trace>
  <inkml:trace contextRef="#ctx0" brushRef="#br0" timeOffset="27098.59">18181 4934 49 0,'1'1'615'0,"-1"3"529"0,2 2 291 16,-2 5-66-16,0-1-353 0,0 5-370 0,3 1-205 15,-3 0-121-15,1 3-105 0,-1 1-79 0,2 1-58 16,-1 1-35-16,3 0-19 0,1 1-12 0,-1-2-5 16,1-1-6-16,2-3-3 0,0 0 0 15,1-3 0-15,0-4-1 0,1-1 1 0,-1-4 0 16,0-4 4-16,0-2-1 0,2-2 1 15,-2-5 0-15,-2-2 1 0,2-2-1 0,1-5-1 16,-4 0 1-16,3-2-1 0,-3-1 1 16,0-1-1-16,1-2 0 0,-2 2 2 0,-2 0-1 15,1 0-1-15,-3 3-1 0,2 0 0 16,0 4-6-16,-2 3-24 0,0 3-62 0,0 3-75 16,-2 2-146-16,0 6-264 0,2 3-320 0,0 3-356 15,0 5-259-15,4 1-22 0,-1 1 619 0</inkml:trace>
  <inkml:trace contextRef="#ctx0" brushRef="#br0" timeOffset="27262.62">18531 5323 230 0,'-4'9'1262'0,"-4"1"550"16,2 0-243-16,-2-3-388 0,0 1-439 0,-1-2-359 15,2 0-207-15,2-1-119 0,2-3-122 16,-2 0-109-16,5-2-196 0,2-3-293 0,1-3-346 15,2 0-384-15,0-3-188 0,1-2 194 0,0 0 732 16</inkml:trace>
  <inkml:trace contextRef="#ctx0" brushRef="#br0" timeOffset="27846.61">19268 4953 29 0,'2'-11'574'0,"-1"5"498"16,-1-1 214-16,-1 2-95 0,1 3-331 15,0 3-331-15,0 4-129 0,1 3-57 0,-1 6-50 16,0 3-40-16,2 6-36 0,-2 4-49 16,0 4-60-16,0 3-48 0,0 0-26 15,-2 1-14-15,2-1-10 0,0-1-5 0,-1-3-4 16,1-2-2-16,0-5-15 0,0-4-54 0,0-2-70 16,-2-5-95-16,1-5-175 0,-4-2-305 15,1-5-326-15,-1-6-286 0,-2-3-165 0,1-6 219 0,-3-1 645 16</inkml:trace>
  <inkml:trace contextRef="#ctx0" brushRef="#br0" timeOffset="28025.93">19193 4723 377 0,'1'-18'1096'0,"-1"3"441"0,0 2-56 16,-1 2-278-16,-1 2-529 0,0 2-251 15,1 2-152-15,-1 1-105 0,2 1-77 0,0 0-43 16,2 2-26-16,1 1-12 0,2 1-7 15,2 2-15-15,1 0-56 0,2 4-69 0,-2-1-93 16,4 1-167-16,1 3-306 0,0 3-331 16,-1-2-268-16,1 4-169 0,-2 0 210 0,0 2 618 15</inkml:trace>
  <inkml:trace contextRef="#ctx0" brushRef="#br0" timeOffset="28492.87">19417 5356 145 0,'-1'5'736'0,"1"1"428"15,-2-5 72-15,0-2-133 0,2-5-384 16,4-4-254-16,2-6-93 0,2-2-40 0,0-4-29 0,1-4-40 16,4-1-41-16,0-4-60 0,0 2-57 15,0 1-40-15,1 1-24 0,-1 1-11 0,-3 5-14 16,0 2-7-16,-3 6-4 0,-2 1-2 0,0 5 1 15,-2 1 0-15,0 5 4 0,1 2 2 16,1 5 0-16,-2 3 1 0,-1 4-1 16,1 3-2-16,0 1-4 0,1 0-2 0,-3 1-2 15,4-1-2-15,-1 1 0 0,1-2 1 16,0-2-2-16,1-2 0 0,1-4 2 0,-1-1-1 16,5-7 2-16,-1 0 1 0,4-5 0 0,-3-4 2 15,0-4 0-15,5-4 0 0,-2-1-3 0,0-2 1 16,1 1-2-16,-2-2-1 0,0 4 1 15,-1-1-1-15,-2 5 1 0,-2 1 1 16,-3 5-1-16,0 1 1 0,3 1 0 0,-5 4 2 0,0 4 2 16,0 2 0-16,0 3 2 0,-1 2 0 15,1 2 0-15,-1 4-1 0,0-1-3 0,-1 1-2 16,2-1-2-16,2 2-1 0,-2 1-7 16,2-3-27-16,-2 0-70 0,2 0-73 0,-2-3-125 15,2-3-206-15,1 2-321 0,0-5-336 0,0 0-226 16,1-2-87-16,1-3 414 0,1 1 607 15</inkml:trace>
  <inkml:trace contextRef="#ctx0" brushRef="#br0" timeOffset="28851.82">20222 5188 106 0,'11'-18'622'0,"-1"1"424"0,0-8 167 0,0-2-83 16,0-4-411-16,2-7-272 0,-1-2-151 15,0-5-78-15,3-4-62 0,-1-4-10 0,1-3 25 16,1-1 19-16,-1-2 1 0,-2 3-4 0,-2-1-4 16,-1 4-24-16,-2 5-36 0,-6 5-30 15,-1 5-18-15,0 5-14 0,-5 8-10 16,1 3-9-16,-4 8-10 0,0 5-10 0,-2 4-4 16,0 8-5-16,-2 6-2 0,1 5-2 0,0 5-2 15,0 7 2-15,1 4 1 0,1 4 1 0,3 5 4 16,0 5 5-16,-3 4 3 0,2 6-2 15,1 4-2-15,-3 7-2 0,1 2-5 0,-2 4-7 16,0 0-3-16,4 0-3 0,-2-3-1 16,0-6-2-16,5-1 1 0,1-7 0 0,4-6 0 15,-1-6-5-15,4-3-13 0,1-8-21 0,-3-2-48 16,2-7-73-16,-2-3-78 0,-1-3-134 16,-2-4-215-16,-2-4-310 0,-1-1-285 0,-2-4-198 15,-4-3-63-15,1-3 445 0,0-2 580 0</inkml:trace>
  <inkml:trace contextRef="#ctx0" brushRef="#br0" timeOffset="29079.12">19989 5191 163 0,'2'3'920'0,"0"1"657"0,-1 0-28 15,2-2-306-15,2 3-430 0,1-5-316 0,1 0-191 16,1 0-120-16,1 0-54 0,5-6-29 0,2 1-27 15,5-1-19-15,2-1-13 0,4-3-14 16,2-1-8-16,1 0-5 0,0 0-8 0,1-2-5 16,-1 3-3-16,-1 1-6 0,0 3-17 0,-4 0-62 15,-2 0-79-15,-1 3-162 0,-4 3-274 16,-1 2-331-16,-1 0-400 0,-2 3-299 0,-2 0 31 16,0-1 738-16</inkml:trace>
  <inkml:trace contextRef="#ctx0" brushRef="#br0" timeOffset="29367.29">20704 5136 233 0,'2'21'896'0,"-1"0"467"0,-1-1 70 16,2 2-175-16,1-3-469 0,-2 2-302 0,4-4-159 16,0-2-101-16,1-3-79 0,1-3-64 15,4-5-30-15,-2-1-14 0,2-6-7 0,3-3-5 16,-2-4-1-16,3-5-4 0,-2 0-9 15,1-3-5-15,-1-3-3 0,-2-2-3 0,1 2 0 0,-5-1 0 16,-2 1 0-16,-2-1 4 16,-5 5 3-16,-1-1 2 0,-2 3 0 0,-4 1-1 0,-4 1-1 15,0 3-7-15,-4 3-3 0,1 3-9 16,-3 2-33-16,-1 4-68 0,2 4-65 0,-2 1-99 16,2 6-186-16,1 0-310 0,3 3-311 0,1 2-223 15,7 0-154-15,3 2 254 0,4 1 620 16</inkml:trace>
  <inkml:trace contextRef="#ctx0" brushRef="#br0" timeOffset="30097.96">22002 5010 340 0,'9'-6'662'0,"-2"-3"261"16,-1-5 135-16,4-4-242 0,1-3-254 0,-3-4-138 16,1-6-84-16,4-1-39 0,-2-5-30 0,1 2-1 15,-2-5 3-15,0 2-11 0,-4-1-15 16,-3-2-33-16,2 3-45 0,-7 1-44 0,-2-1-48 15,-3 5-27-15,-1-1-22 0,-1 3-9 16,-5 2-5-16,-1 2-5 0,0 4 4 0,0 3 3 16,-2 2 3-16,1 4-3 0,-1 5-3 0,1 2-3 15,-2 5-4-15,4 4-3 0,-2 3-3 16,4 8 5-16,-1 5 1 0,4 6 1 0,0 6-1 16,2 9 0-16,2 4 2 0,4 8-3 0,1 5 2 15,1 6 3-15,1 4 4 0,4 7 1 16,-2 2-1-16,3 2-3 0,3 2-3 0,0-4-3 15,3-4-1-15,2-4-1 0,0-6-2 0,6-3 1 16,-4-8 2-16,2-3-3 0,0-8-2 16,-1-3 0-16,-1-8 0 0,-3-2-1 0,1-7-1 15,-3-2 0-15,-2-4-3 0,-2-5-6 16,-2-5-13-16,-2-3-31 0,0-5-64 0,-4-4-67 16,-2-5-84-16,-3-2-147 0,-1-1-227 15,-2-6-296-15,0 2-227 0,-5-5-191 0,-1-2 40 16,-2-2 486-16</inkml:trace>
  <inkml:trace contextRef="#ctx0" brushRef="#br0" timeOffset="30315.1">21898 5010 426 0,'5'8'787'0,"1"2"247"0,2-3 55 16,1 4-270-16,2-1-306 0,3 1-164 0,3 0-59 15,1-1-5-15,0 0 2 0,2-1 0 0,2 1-19 16,2 0-26-16,-2-3-22 0,4 1-47 15,-3-2-50-15,1-1-42 0,-2-1-28 0,2 0-15 16,-2-2-18-16,0-1-10 0,-3-2-7 16,0-1-5-16,-1-2-44 0,-4 0-74 0,-2-4-96 15,-1-1-176-15,-4 2-294 0,-3 0-346 0,-2 0-319 16,-4-1-167-16,-2 1 222 0,-4 0 664 16</inkml:trace>
  <inkml:trace contextRef="#ctx0" brushRef="#br0" timeOffset="30691.81">22458 4909 27 0,'6'17'589'0,"2"4"513"16,-4-1 232-16,1 5 8 0,-2 0-282 0,2 4-388 15,-3-1-204-15,-1 1-113 0,1 2-84 0,-2-1-94 16,-2 0-74-16,2 0-41 0,0-1-27 15,-1-1-15-15,1-2-9 0,0-4-5 0,0 1-4 16,1-3-7-16,1-4-19 0,0-1-64 0,0-5-76 16,0-1-135-16,0-3-234 0,-1-5-320 15,1-2-364-15,-1-4-275 0,3-2-61 0,-4-5 527 16</inkml:trace>
  <inkml:trace contextRef="#ctx0" brushRef="#br0" timeOffset="30867.77">22553 4848 433 0,'-4'-12'1236'0,"-1"2"398"0,-3 1-158 0,-1 3-319 15,1 1-523-15,0 2-240 0,-1 1-160 0,1 2-98 16,2 0-59-16,-1 0-35 0,6 2-22 0,-3 1-12 16,4 1-6-16,4-1-14 0,-3 1-54 15,4 1-73-15,0 0-106 0,2-3-182 0,0 3-305 16,1-3-345-16,0 1-292 0,1 0-151 0,-1 0 289 15,-2 1 650-15</inkml:trace>
  <inkml:trace contextRef="#ctx0" brushRef="#br0" timeOffset="31481.08">22688 4954 78 0,'8'2'592'0,"0"-1"414"16,0-1 187-16,1 2-56 0,-1-1-370 0,2-1-232 0,2 0-111 15,0 1-58-15,-1 3-32 0,1-2-39 16,0 3-41-16,-2 1-58 0,2 2-55 16,-4 4-31-16,-4 1-31 0,2 4-19 0,-3 2-14 15,1 4-12-15,-4 0-6 0,-4 3-9 16,1 2-5-16,2 0-5 0,-4-1-5 0,4-1-1 0,-1-3-4 16,4-3 0-16,4-5-1 0,-2 0-1 15,5-6 1-15,2-6 1 0,4-6 2 16,1-4 0-16,3-7 0 0,3-4 1 0,2-6-2 15,0-1 0-15,1-5-2 0,-1 1 0 0,-1 0-2 16,-2 1 2-16,-2 1-1 0,-3 1 1 0,0 4 1 16,-7 2 0-16,2 6 2 0,-5 1 0 15,-1 1 1-15,-2 5 0 0,-3 2 0 0,0 5 0 16,-3 3-2-16,-2 1 0 0,1 6-1 16,-1-1 0-16,1 4 2 0,0 2-2 0,-1 2 1 15,4-1-1-15,-1 4-1 0,2-1 1 0,0 1-1 16,0-3 0-16,3 2 0 0,2-2-1 0,0-3 0 15,4-2 0-15,-1-1-2 16,4-5-2-16,1-2-2 0,-1-1-3 0,2-3-1 0,-3 0-2 16,0 0 1-16,1-3 3 0,-2 0 2 15,1 3 4-15,-1-1 1 0,-4 2 3 0,0 0 1 16,-1 4 1-16,2 1-1 0,-6 3 1 0,4 2 2 16,-4 2-2-16,-1 4-2 0,-1-1 2 15,1 6 2-15,-5-2 0 0,4 5 0 0,-6 1 2 16,2 6 1-16,-3 2 0 0,-2 4 2 0,-2 6 2 15,-4 1 2-15,-2 6 3 0,-4 5 1 16,-2 1-1-16,-2 4 0 0,-2 3-3 0,-1-2-1 16,-1 0-3-16,4-3-3 0,0-6-1 0,4-4-1 15,5-9-2-15,1-7-3 0,6-7-4 16,6-13-9-16,0-7-23 0,4-12-57 0,5-9-73 16,3-10-85-16,5-10-158 0,1-8-261 0,5-7-320 15,0-8-269-15,3-8-176 0,2-6 69 16,-2-8 574-16</inkml:trace>
  <inkml:trace contextRef="#ctx0" brushRef="#br0" timeOffset="31914.95">23521 4461 546 0,'4'-19'1127'0,"-4"8"350"0,-2 0-36 16,-1 5-327-16,0 2-440 0,-3 3-219 0,1-1-128 15,2 2-102-15,-1 2-83 0,1-2-50 16,3 1-32-16,-1-1-19 0,1 0-14 0,0 1-2 0,1 1 0 15,2 1 3-15,2 1 3 0,0 2 3 16,4 3 3-16,-2 3-1 0,-3 2-5 16,1 4-3-16,-1 4-3 0,-1 3-3 15,-2 3-3-15,-1 2-2 0,-3 3-1 0,2 3 0 0,-4 3-4 16,1 0-1-16,0 2-2 0,0 0-4 16,1 0-2-16,2-4-2 0,1 0-1 15,0-5-1-15,3-3-2 0,2-4 1 0,-1-4-1 0,5-4 1 16,0-2-2-16,-1-4 0 0,1-4-2 15,4-3-2-15,-4-2-3 0,3-4-5 0,-2-2-4 16,2-2-4-16,-3-3-3 0,4-2-2 16,-4-6-1-16,2 3 3 0,-1-4 3 0,-2-2 5 15,0-1 3-15,0 0 2 0,-1 1 1 16,0-2-2-16,-3 2 1 0,3 2-3 0,-2 4 0 16,1 2-1-16,-2 1 0 0,0 3-2 0,-1 6-2 15,2 0-6-15,-2 4-14 0,0 0-23 0,0 6-36 16,2 0-49-16,-4 2-49 0,2 2-44 15,1 2-30-15,-1 1-24 0,0-1-24 16,0 2-25-16,2 0-53 0,0 1-85 0,1-1-164 16,-1 1-241-16,1 2-127 0,4-1 43 0,1 0 242 15,0 2 306-15</inkml:trace>
  <inkml:trace contextRef="#ctx0" brushRef="#br0" timeOffset="32217.94">23994 5250 192 0,'14'13'467'0,"-2"1"233"0,-3-5 145 16,0 0-151-16,3-3-161 0,-4-3-99 0,0-2-67 15,1-1-55-15,-1-2-52 0,2-3-61 16,-1-3-60-16,-1 2-47 0,1-2-35 16,-1-2-24-16,1 3-12 0,1-1-7 0,-3 2-2 15,2-1-11-15,-1 1-1 0,-2 2 1 0,1-2-1 16,-3-1 5-16,2 1 1 0,1-1 2 16,-2-1 3-16,-2-2-2 0,2-2 13 0,-1-3 11 15,-2 0 11-15,0-5 13 0,0 1 37 0,-2-4 64 16,-2 2 51-16,-2-4 33 0,1 0 12 15,-5 0-12-15,-2 1-38 0,-2 2-52 0,-2 1-49 16,-5 2-40-16,1 5-28 0,-2 3-17 16,0 5-10-16,3 5-5 0,-1 5-5 0,3 4-3 15,3 5-13-15,1 5-63 0,1 1-68 16,-1 3-155-16,5 1-279 0,1 3-309 0,2 3-374 0,3 2-249 16,0-2 9-16,3 0 669 15</inkml:trace>
  <inkml:trace contextRef="#ctx0" brushRef="#br0" timeOffset="33348.66">25391 4785 34 0,'2'-7'500'0,"3"1"439"0,-2-2 237 0,-1-2-25 16,-2 2-349-16,2 0-268 0,-2-1-84 15,1 0-34-15,-1 3-39 0,-1 1-44 0,1 0-45 16,-4 2-56-16,0 1-74 0,-2 2-63 16,-2 5-35-16,-2 4-19 0,-1 6-12 0,-2 5-5 15,0 10-3-15,1 5 0 0,-2 9-2 16,0 8-3-16,1 2-2 0,2 5-4 0,-2-2-3 16,5 0-2-16,2-3-2 0,4-6-2 0,2-8 0 15,7-4 0-15,2-8 1 0,4-6-1 0,3-10-1 16,2-6 0-16,3-10 1 0,5-9 0 15,-1-6 2-15,2-10-1 0,1-4 1 16,-1-8-1-16,0-4 0 0,-2 0-1 0,-3-5 0 16,-1 0-1-16,-5 1 0 0,-1-1 0 0,-5 2-1 15,-4-1 0-15,-1-2-1 0,-2 2 2 0,-3-3 1 16,-3 0 2-16,0 0 0 0,-2-1 1 16,2 2 0-16,-2 2-6 0,0 4-3 0,2 1-3 15,0 6 0-15,-1 5-2 0,0 6 1 0,3 5 3 16,-1 4 2-16,1 4 1 0,1 5 0 15,1 6 2-15,2 6 4 0,1 9 8 16,2 7 4-16,-2 11 7 0,1 5 4 0,0 9 2 0,0 4 2 16,0 4-4-16,-1 3-2 0,1 5-5 0,0-2-3 15,-1 0-4-15,5-2-5 0,0-2-4 16,2-6-2-16,2-5-3 0,2-4 0 0,3-6-2 16,1-8 0-16,-1-2 1 0,0-6 0 15,3-7 2-15,-4-5 1 0,4-7 0 0,-1-4 1 16,-1-4 0-16,0-2 0 0,-2-3 1 0,1-2-2 15,-3 2 1-15,-2-1 0 0,-3 4 1 0,-1 1-1 16,-2 2 1-16,-3 3-1 16,0 1-1-16,-4 5 0 0,0 6 0 0,-5 4-2 15,2 3 1-15,-4 7 0 0,0 2 0 0,0 5 1 16,2 2-1-16,1 4-1 0,-1 1 0 0,1 3 0 16,1 3-1-16,2-3-1 0,1 1 2 0,1-4 0 15,4-2 1-15,2-5 0 0,1-5 2 16,6-5-1-16,-2-5-1 0,7-6-1 0,0-8 0 15,2-4-2-15,2-4-1 0,3-6 0 0,-4-3-1 16,7-1 0-16,-3-5 1 0,1-2 0 16,0-1 1-16,-2 0 1 0,-1-3 1 0,-2 3 1 15,0-3 2-15,-1 2-1 0,-4-1 1 0,-1-2 0 16,-2 1 0-16,-2-1 0 0,-3 1 0 16,-3 1 0-16,-3-2-1 0,1 4 1 15,-4 1 1-15,-4 3 2 0,1 0 2 0,0 9 2 16,-3 1 3-16,-4 7 0 0,2 5 0 0,-1 8-1 15,-4 6-2-15,4 6-2 0,-1 8-1 16,-1 5-1-16,3 7-1 0,-1 5-1 0,1 7-2 16,-1 2-1-16,2 2-2 0,2 0-1 0,2-1 1 15,3-4 0-15,2-4 0 0,4-4 0 16,2-5-3-16,3-6-10 0,2-6-15 0,-2-5-30 16,1-6-69-16,0-2-77 0,-4-5-131 0,2-6-211 15,0-3-314-15,-4-1-341 0,4-2-238 16,-6-4-92-16,0 2 441 0,-3-4 632 0</inkml:trace>
  <inkml:trace contextRef="#ctx0" brushRef="#br0" timeOffset="33909.75">24635 5035 463 0,'4'3'1004'0,"0"1"259"0,-1 0-79 16,0-3-306-16,0 0-370 0,3 2-206 16,-1-2-110-16,3-1-54 0,0-1-23 0,3-2-13 15,2 2-18-15,1-2-38 0,0-1-18 16,3-1-10-16,3-1-8 0,-2 0-8 0,4-1-7 0,1 0-32 15,0-1-54-15,1 0-159 16,0 1-283-16,-3 2-277 0,-1 0-305 0,0 0-224 0,-4 0 48 16,2 2 579-16</inkml:trace>
  <inkml:trace contextRef="#ctx0" brushRef="#br0" timeOffset="35028">26631 5365 102 0,'-6'8'596'0,"-1"-1"437"0,0-2 171 16,2-2-94-16,2-2-435 0,0-1-268 16,3-4-157-16,3-3-93 0,3-7-52 0,6-3-23 15,3-5 22-15,6-5 16 0,1-6-3 16,7-3-7-16,1-5 37 0,3-2 17 0,2-2-24 15,1-2 8-15,-2 3 1 0,0-2-9 0,-4 6-31 16,-3 2-19-16,-6 6-10 0,-3 2-19 16,-3 7-4-16,-5 5 2 0,-2 4-5 0,-3 5-4 15,-5 3-4-15,-1 7-8 0,-6 9-11 0,-2 5-10 16,-4 9-7-16,0 4-4 0,1 5-3 16,2 5-2-16,1 2-1 0,0 2 0 0,1-1-2 15,3 2-1-15,2-1 0 0,3-3 0 0,0-3 0 16,4-1 0-16,1-7 1 15,3-4 1-15,5-6 0 0,0-3 0 0,4-6 2 0,0-5 1 16,4-5 1-16,2-6 1 0,1-8 0 16,2-3 0-16,-1-6 0 0,2-1-1 0,-1-5-3 15,1 0 1-15,-5 1 0 0,-1 0 0 16,0 1-1-16,-5 2 0 0,-1 2 1 0,-4 5 1 16,-1 3 1-16,-2 3 5 0,-4 2 3 0,-2 5 2 15,0 5 0-15,-6 2-2 0,1 9-1 0,-3 2-4 16,-3 6-3-16,1 3-2 0,-2 3-1 15,0 3 0-15,1 3-1 0,3 0-1 0,1-2-1 16,0 2 0-16,0-1-2 0,5-4 1 16,0 0 0-16,2-4 1 0,3-5 0 0,3-3 0 15,0-4 2-15,4-3-1 0,3-6 1 0,2-6 0 16,-1-3 0-16,3-4-1 0,-2-3-3 16,4-4-5-16,-3-1-7 0,0-3-9 0,-1 1-8 15,-1-1-15-15,2 0-18 0,-6 2-16 0,2-4-8 16,-1 2-3-16,0 2 3 0,-4-3 14 15,-1 5 20-15,0 1 22 0,0 2 18 16,-3 3 9-16,-1 3 2 0,0 6 7 0,-3 2 13 0,3 4 11 16,-4 4 7-16,1 3 9 0,-1 6 4 15,0 2 0-15,2 1-11 0,-2 3-7 0,1 2-8 16,-1 1-8-16,2 2-5 0,1 0-3 0,-2 1-1 16,1 0-1-16,-1-4-1 0,3-1-3 0,-1-3-2 15,2 0-2-15,0-6-33 0,1 0-67 16,0-7-66-16,0-2-121 0,1-5-217 15,-2-2-318-15,1-5-307 0,1-2-220 0,2-2-81 16,0-4 416-16,2-1 602 0</inkml:trace>
  <inkml:trace contextRef="#ctx0" brushRef="#br0" timeOffset="35212.56">28003 5098 557 0,'-9'36'1264'0,"0"2"327"16,-3 1-155-16,-3 6-379 0,0-2-438 0,0 2-220 16,-1-1-159-16,7-4-97 0,-1-4-64 15,3-4-37-15,5-4-26 0,4-7-45 0,2-6-83 16,1-8-89-16,3-5-176 0,-2-6-290 0,5-8-340 16,-1-6-342-16,-1-6-181 0,4-5 161 15,-2-4 692-15</inkml:trace>
  <inkml:trace contextRef="#ctx0" brushRef="#br0" timeOffset="35382.26">28012 4663 222 0,'-14'-34'984'15,"2"6"585"-15,0 5 0 0,-1 6-304 16,-1 5-485-16,1 3-316 0,1 5-183 0,-4 4-117 16,5 6-79-16,-3 3-39 0,4 1-22 0,4 5-14 15,1 0-7-15,5 3-12 0,5 2-55 16,1-1-72-16,5-1-111 0,5 2-210 0,3-2-302 15,7 0-354-15,-1-2-299 0,1-1-136 0,1 0 365 16,0-1 693-16</inkml:trace>
  <inkml:trace contextRef="#ctx0" brushRef="#br0" timeOffset="36025.76">28515 4972 11 0,'1'-5'441'0,"-1"4"449"0,2-2 308 16,-2 0 5-16,0 0-278 0,-2 2-187 0,2 1-149 15,0 0-127-15,-1 0-98 0,-1 1-72 0,-1 2-78 16,0 4-75-16,-3 4-50 0,-2 6-26 0,1 4-10 16,-2 5-4-16,-2 10-5 0,1 2-7 15,-3 5-4-15,3 2-6 0,-3 4-7 0,2-1-6 16,3-2-4-16,3-2-4 0,4-6-2 16,4-3-3-16,5-8-1 0,7-4 0 0,6-8 1 15,3-9-1-15,7-6 0 0,4-11 0 0,6-7-1 16,2-7-1-16,3-7-1 0,-4-4 1 15,1-3 1-15,0 0 0 0,-7-1 2 0,-3 1-1 16,-4 1 1-16,-6 2 1 0,-2 3-1 16,-4 1 0-16,-4 4 1 0,0 4 0 0,-5 3 1 15,-3 5 0-15,-2 4 0 0,-2 3-1 0,-1 5 0 16,-3 5 1-16,-2 5-3 0,1 4-1 16,-1 4 0-16,-3 5 1 0,2 4-2 0,-1 2-1 15,1 2 1-15,-1 4-1 0,4-2 0 0,-3 3-1 16,5-2 0-16,1 1 0 0,0-3-5 15,4-3-15-15,1 0-35 0,1-6-80 0,2-5-111 16,0 0-216-16,1-4-298 0,1-3-369 0,0-1-390 16,2-1-148-16,-1-3 382 0,2-2 770 15</inkml:trace>
  <inkml:trace contextRef="#ctx0" brushRef="#br0" timeOffset="37095.86">29182 5467 159 0,'0'6'717'15,"0"0"413"-15,0-1 78 0,0-3-138 16,0 0-442-16,1-4-274 0,4-2-120 0,2-3-35 16,2-4 14-16,3-4 17 0,5-3-4 0,1-4 9 15,6-5-26-15,0-3-31 0,5-5-40 16,2 2-33-16,1-3-22 0,1 2-27 0,-1 4-16 15,-2 1-17-15,-3 5-9 0,-4 6-5 0,-3 3 3 16,-3 5 3-16,-4 6 1 0,-1 4 2 16,-6 4 5-16,-3 8 3 0,-1 3-5 0,-4 4 0 15,1 4 0-15,-2 2-2 0,-2 2-4 16,0 0-2-16,3 0-2 0,1-1-3 0,2 1-3 16,3-3-1-16,0-3-1 0,4 0-1 15,5-5-1-15,1-4 2 0,5-5-2 0,5-2 0 16,0-6-1-16,6-7 0 0,3-4 0 15,3-3-1-15,0-4 0 0,2-2 1 0,1-3 0 16,0 0 0-16,0-2 1 0,-2 1-1 0,-1 1 1 16,1 2 1-16,-6 0-1 0,1 3-1 0,-4 4 1 15,-4 1-1-15,-4 4 1 0,-2 0-1 0,-4 6 1 16,-3 1 1-16,0 5-1 0,-5 1 1 16,-1 3-1-16,0 2 1 0,-3 5-2 0,-1-1 1 0,1 3-2 15,0 1 1-15,-1 1 0 0,2-2-2 16,2 6 0-16,1-3 0 0,1-1 1 0,2 2 0 15,3-1 1-15,1-4 0 0,4 2 1 0,1-3 0 16,3-1-1-16,4-4 1 0,2-1-1 0,0 1 0 16,6-5 0-16,1-2 0 0,1-1-1 0,2-1-1 15,-2-2 1-15,0-1-2 0,-1-2 1 0,0 1 0 16,-3-3 2-16,-2 0 1 0,1-2 2 16,-3-3 0-16,-2-1 1 0,-2-1-1 0,1 0 1 15,-3-4-2-15,-2-1 0 0,-2 1 0 0,-1-3 0 16,-3 3-1-16,-3-2 0 0,0 2-1 0,-3-3 1 15,-4 3 0-15,-3 0 0 0,-2 1-1 16,-3-1 0-16,-3 2 0 0,-6 2 0 0,1 0-2 16,-5 3 1-16,-3 1 1 0,-4 5 1 0,-2 1-1 15,-3 7 0-15,-2 5 0 0,-1 1 2 0,0 5-2 16,-1 4 3-16,4 4 1 0,0 5 1 0,3 2 2 16,4 6 2-16,2 4 3 0,2 4 3 0,2 2 3 15,4 2 0-15,4 3 0 16,1 1-1-16,5-2-5 0,6-3-4 0,8-2-3 15,3-6-3-15,8-7-2 0,7-7 0 0,4-3-1 0,7-6 0 16,5-5 1-16,3-3 2 0,4-6 0 0,5-6 1 16,3-5-1-16,5-4-1 0,-2 0-1 15,3-2-4-15,-2 0-12 0,-1 0-24 0,-3 2-64 16,-5 0-83-16,-1 4-175 0,-6-2-280 0,-1 4-336 16,-8 0-402-16,-5 3-278 0,-7 0 89 0,-9 3 777 15</inkml:trace>
  <inkml:trace contextRef="#ctx0" brushRef="#br0" timeOffset="43319.6">8895 7582 243 0,'1'-1'691'0,"-2"-2"375"0,-3 3 118 16,1 0-199-16,-3 0-356 0,3 0-182 0,0 1-90 15,1 1-58-15,-1 0-50 0,3 1-32 16,-3 3-6-16,3 5-24 0,3 3-30 0,-1 5-34 15,1 6-12-15,3 7-9 0,0 7-22 16,2 8-13-16,-3 6-11 0,2 8-7 0,-3 7-7 16,2 7-7-16,-4 5-2 0,-1 4-5 0,1 4-4 15,-2 3-3-15,0 4-5 0,-3 2-3 0,3 1-6 16,-3 2-2-16,-2-1 0 0,2 0 0 16,-2-3 1-16,2-2 1 0,-2-2 2 0,0-4-3 15,-2-6-1-15,2-2 0 0,2-11-2 16,-2-5-1-16,2-8-1 0,1-7 0 0,1-5-1 15,-1-7-1-15,2-6-1 0,-2-6-3 0,2-6-5 16,0-5-6-16,0-2-6 0,2-6-8 16,-2-3-16-16,0-3-33 0,0-3-56 0,0-3-64 15,-2-3-85-15,1-2-152 0,-1-1-222 0,-1-1-283 16,0-2-237-16,-1 3-189 0,-1 0 72 16,-2 1 502-16</inkml:trace>
  <inkml:trace contextRef="#ctx0" brushRef="#br0" timeOffset="43623.95">8779 9801 286 0,'2'11'934'15,"-4"1"378"-15,1-1-37 0,-1 1-209 0,1 0-493 0,2 0-251 16,1 0-76-16,3 2-14 0,3-1-2 15,4-1-7-15,2 0-4 0,5 3-28 0,3-7-49 16,2 1-45-16,6-1-26 0,6-6-13 0,4-2-10 16,6-2-8-16,6-6-5 0,7-4-4 0,2-4-9 15,7-3-5-15,0-3-6 0,3-1-6 16,1-7 0-16,0 2-3 0,1-2 0 16,-3 1 0-16,-1 1 0 0,-1 0-4 0,-2 5-10 15,-7 0-28-15,-5 5-69 0,-4 2-67 16,-7 2-102-16,-8 2-162 0,-2 4-255 0,-6 3-318 0,-2-1-229 15,-6 4-185-15,-3-4 141 16,-4 0 542-16</inkml:trace>
  <inkml:trace contextRef="#ctx0" brushRef="#br0" timeOffset="43973.03">10024 7444 80 0,'6'-3'696'0,"-3"6"501"0,-1 5 111 16,-1 3-138-16,2 8-287 0,2 2-329 15,2 5-144-15,2 5-80 0,1 3-45 0,1 5-39 16,1 3-59-16,1 5-59 0,1 5-38 15,-1 5-24-15,-2 5-18 0,3 5-16 0,-3 6-11 16,2 1-9-16,-4 4-5 0,1 3-3 16,-1 2 0-16,-1 4-2 0,0 1-2 0,0 4-3 15,-3-2-8-15,2 1-6 0,-2-1-15 0,-3-1-37 16,0-2-68-16,-4-1-63 0,-1-4-95 16,-4-5-161-16,-2-3-251 0,-1-6-288 0,1-6-217 15,-5-6-184-15,1-9 131 0,-4-11 530 0</inkml:trace>
  <inkml:trace contextRef="#ctx0" brushRef="#br0" timeOffset="44359.79">8763 7609 92 0,'-2'13'514'0,"-2"0"315"0,1 1 166 15,0-2 10-15,1 2-375 0,1-3-205 0,1 2-105 16,1-2-48-16,1-2-34 0,3-2-27 15,2 0-37-15,1 0-6 0,5-1-14 0,1 0-15 16,4-2-16-16,5-1-18 0,1-1-17 16,6-2-36-16,0-2-14 0,5-1-11 0,3-3-6 0,3-3-10 15,5-3-2-15,4-1-4 16,1-6-2-16,1 0-2 0,2-1-2 0,-3 0 2 16,-1-1-4-16,-1 1-48 0,-4 4-60 0,-4 1-138 15,-5 4-256-15,-3 3-291 0,-3 5-317 16,-6 3-234-16,-2 3-22 0,-5 3 520 0</inkml:trace>
  <inkml:trace contextRef="#ctx0" brushRef="#br0" timeOffset="44743.78">9810 7688 108 0,'-4'17'709'0,"2"-3"460"0,1-4 86 16,-1-3-152-16,4-2-394 0,-1-3-356 0,5-5-141 15,0-5-33-15,2-4-3 0,5-5 0 16,1-6-3-16,4-7-6 0,2-3-31 0,4-6-44 16,1-5-36-16,-1-1-22 0,5-3-12 0,-1 1-12 15,-1 0-5-15,1 0-8 0,-1 2-1 16,0 0-2-16,-2 4-3 0,-2 3 1 0,-3 1-1 16,0 3-1-16,-3 4-42 0,-2 2-46 15,-4 2-34-15,-3 3-52 0,0 4-104 0,-5-2-162 16,-3 5-222-16,-3 1-230 0,-3 2-233 0,-2 3-111 15,-5 3 239-15,-2-1 474 0</inkml:trace>
  <inkml:trace contextRef="#ctx0" brushRef="#br0" timeOffset="45074.88">8923 7651 376 0,'-14'17'749'0,"5"-5"275"0,0-4 45 0,0 1-295 16,5-2-315-16,0-4-153 0,3-3-81 15,2-3-51-15,1-7-23 0,4-3-11 0,5-5-10 16,0-6-21-16,5-4-26 0,3-5-20 0,3-9-22 15,5-2-13-15,5-6-9 0,2-4-10 16,5-2-4-16,3-2-4 0,-1 0-2 0,2 1-4 0,1 3 0 16,-3 3-1-16,-3 3-7 0,0 5-23 15,-5 2-89-15,-3 4-164 0,-4 5-295 16,-4 4-270-16,-3 2-265 0,-8 5-163 0,-1 3 241 16,-4 5 524-16</inkml:trace>
  <inkml:trace contextRef="#ctx0" brushRef="#br0" timeOffset="45546.17">10234 6954 72 0,'14'9'471'0,"-3"0"290"15,3-3 159-15,-1 0-7 0,6-5-344 16,0-1-210-16,5-1-77 0,1-2-28 0,2-3-19 16,0-3-18-16,0 0-55 0,3-1-47 0,0-1-44 15,0 2-33-15,0-3-17 0,3 1-8 16,-3 1 2-16,2 0-4 0,0 0-1 0,-1 2-3 15,2-2-17-15,-3 4-60 0,-1-2-112 0,-1 2-160 16,-1 2-295-16,-2 1-264 0,-3 2-212 16,-1-1 4-16,-4 4 332 0</inkml:trace>
  <inkml:trace contextRef="#ctx0" brushRef="#br0" timeOffset="45960.78">10998 6856 27 0,'0'-2'473'0,"-2"4"391"0,2 1 223 16,-2 1 19-16,2 5-316 0,0 4-275 0,2 5-113 16,0 4-13-16,1 6 1 0,-1 4-40 0,-1 7-49 15,1 4-45-15,-2 7-58 0,-2 5-67 16,-1 4-50-16,1 9-29 0,-3 2-14 0,2 8-10 15,-2 4-8-15,1 6-4 0,-1 5-5 16,2 3-4-16,0 4-4 0,1-1-3 0,1-1-1 16,1 0-1-16,0-2-1 0,0-2-10 15,1-6-21-15,1-5-42 0,0-8-67 0,-1-6-63 16,1-7-105-16,-1-11-158 0,-1-4-236 0,3-6-270 16,-3-5-215-16,0-3-166 0,-3-6 172 0,2 0 514 15</inkml:trace>
  <inkml:trace contextRef="#ctx0" brushRef="#br0" timeOffset="46262.09">10541 9644 58 0,'0'5'635'0,"0"-5"472"0,-2-9 142 0,2-3-135 15,0-6-344-15,2-5-376 0,1-8-143 0,3-5-23 16,2-4-2-16,2-3-7 16,2-4-13-16,-1-1-26 0,5-3-39 0,0-3-54 0,4-2-38 15,1-1-20-15,4-5-14 0,-1-3-23 16,3-1-67-16,-2 1-57 0,-1-2-109 0,1 2-178 15,-3 2-304-15,-1 0-308 0,-4 4-227 16,2-2-137-16,-6-1 304 0,-2 4 567 0</inkml:trace>
  <inkml:trace contextRef="#ctx0" brushRef="#br0" timeOffset="47425.35">12574 7891 59 0,'-3'-8'447'0,"-2"-1"336"15,0-4 249-15,0 1 56 0,1-1-364 0,-2-2-210 16,1-2-104-16,2 1-12 0,-1 0-4 15,3 0-39-15,-1 1-42 0,-1 3-41 16,3 3-45-16,0 2-74 0,0 1-61 0,0 2-37 16,3 0-15-16,2 6-4 0,2 4 1 15,3 3 3-15,3 6-2 0,3 4-2 0,0 5-7 0,2 5-8 16,0 4-6-16,1 1-4 0,-3 2 1 16,3 1-1-16,-2-2-1 0,-1 0-4 0,-3-5 3 15,3-1 0-15,-7-6 1 0,3-2-1 16,-3-6 1-16,-3-2 0 0,-3-2-4 0,2-5-1 15,-2-3 1-15,-3-4-1 0,0-7-6 0,-3-5-2 16,-2-4-3-16,2-5-3 0,0-5-1 16,-2 1-1-16,0-4 5 0,0 1 8 15,-1-4 3-15,0 1 3 0,1-1 0 0,2 0 0 16,1 0-2-16,2 0-5 0,2 0-4 0,1 4 1 16,2 2-1-16,3 3 1 0,3 3 0 0,0 5 1 15,1 2 0-15,1 2-1 0,2 5 0 16,0 2-1-16,1 5 0 0,1 1 0 0,-1 3-1 15,0 3 0-15,1 3-2 0,-1 0-10 16,1 2-30-16,-2 1-67 0,4-1-68 0,-3-1-114 0,3-3-197 16,-2 3-310-16,4-5-322 0,-1-1-235 15,-1-2-138-15,0-2 331 0,-2-3 634 0</inkml:trace>
  <inkml:trace contextRef="#ctx0" brushRef="#br0" timeOffset="47774.48">13262 7653 199 0,'-2'4'808'0,"-4"4"452"0,0 2 137 0,-2 3-105 15,0 4-450-15,-2 3-297 0,1 2-153 0,1 3-97 16,-3 2-88-16,3 1-76 0,2 0-47 0,-1 2-30 16,2-4-19-16,4 1-12 0,-2-4-10 0,6-3-6 15,1-4-4-15,3-2-2 0,1-3 0 16,4-4-1-16,3-5 1 0,2-5 1 0,2-6-1 16,3-6 2-16,5-8-1 0,0-4-1 15,1-5-2-15,2-5-2 0,0-1-3 0,-4-2 0 16,3 2 0-16,-6 2 2 0,-1 4 1 0,-6 3 3 15,0 4 2-15,-5 6 1 16,-3 2 2-16,-1 5 1 0,-2 4 0 0,-1 3-1 0,-3 5 0 16,-2 6-2-16,1 6 1 0,-4 6 2 15,1 5 0-15,0 6 4 0,0 2 2 0,0 4 0 16,1 3-1-16,2 2-4 0,-1 3-1 16,-1 2-1-16,2 3-3 0,0-1 0 0,0 3-3 15,-1 0 0-15,1 0-2 0,0-5-1 16,1-2 0-16,1-4-1 0,1-4-1 0,1-4-9 15,-1-3-21-15,-1-1-52 0,0-7-70 0,-2-2-88 16,0-4-157-16,-2-1-257 0,2-2-316 0,-2-4-274 16,2-4-191-16,0-3 87 0,0-3 562 15</inkml:trace>
  <inkml:trace contextRef="#ctx0" brushRef="#br0" timeOffset="48509.53">13841 7358 49 0,'-2'-5'569'15,"2"2"476"-15,-3 2 200 0,-2 1-83 16,0 0-324-16,0 0-261 0,2 0-137 16,2 1-93-16,-4-1-59 0,4 1-46 0,-1-1-61 15,0 2-64-15,2-2-56 0,0 0-32 0,2 1-17 16,0 1-11-16,2-1-3 0,-1 2-1 0,2-2-1 15,1 3 2-15,-1-2-1 0,2 2-1 16,0-1-4-16,-2 0-24 0,1 1-46 0,-2-1-50 16,1 1-39-16,-4 2-35 0,2 1-24 0,0-1 12 15,-3 0 51-15,2 0 58 0,-2-1 44 16,-2 0 29-16,2-1 14 0,-3-1 11 0,0 1 12 16,2-2 19-16,-3 0 45 0,1 0 63 15,1-1 68-15,1 1 43 0,-1-1 8 0,2 1-14 16,-1-2-39-16,-1 1-47 0,2 0-48 15,-2 1-37-15,2-1-22 0,0 1-13 0,0 0-10 16,0-2-5-16,0 2-6 0,2 2-1 0,-2-2-1 16,0 1 0-16,2-3 2 0,-2 2 5 15,0-2 4-15,0 2 3 0,0 0 5 0,0-2 5 16,1 0 6-16,-1 0 1 0,0 0 5 16,0 0 2-16,0 0 3 0,-1 0 1 0,1 0-1 15,-2 0 0-15,2 0-3 0,0-2-4 0,0 2-6 16,-2 0-28-16,-1 0-8 0,2 0 0 15,-4 0 0-15,2 0 0 0,-2 2 0 0,0-1 0 16,1 0 0-16,-3 4 0 0,1-1 0 16,1 4 0-16,-1 2 0 0,0 2 0 0,1 0 0 15,0 4 0-15,-1 0 0 0,3-1 0 0,1 3 0 16,2-1 0-16,0 2 0 0,3-1 0 0,3 1 0 16,-1 0 0-16,3 0 0 0,2-2 0 15,2-1 0-15,1 0 0 0,4 0 0 0,-1-2 0 16,3-1 0-16,-1-2 0 0,1 1 0 15,-1 0 0-15,-2-3 0 0,3 2 0 0,-6-2 0 16,3 0 0-16,-7 0 0 0,1 0 0 16,-4 0 0-16,-1 3 0 0,-5-1 0 0,-2 0 0 15,-4 3 0-15,0-1 0 0,-4 1 0 0,-2-2 0 16,-1 3 0-16,-2-3 0 0,-3 0 0 0,-3 1 0 16,2-2 0-16,-2-1 0 0,0-2 0 15,1 1-5-15,3-3-40 0,1 0-25 0,2-3-47 16,1 0-76-16,1-2-131 0,2 1-236 15,4 1-310-15,2-2-380 0,1 1-345 0,3-1-82 16,5 1 579-16,2-1 715 0</inkml:trace>
  <inkml:trace contextRef="#ctx0" brushRef="#br0" timeOffset="48706.26">14261 8046 60 0,'8'3'1041'0,"-3"-2"788"0,-5 0-139 15,0 1-402-15,-2 1-397 0,-1-2-426 16,2 1-244-16,-1 0-106 0,0-2-52 0,1 0-29 16,2 0-18-16,1 0-13 0,3 0-20 15,2 0-51-15,1-4-81 0,0 2-155 0,2-3-269 16,2 1-320-16,1-1-395 0,-2 2-348 0,0-2-3 16,-1 1 722-16</inkml:trace>
  <inkml:trace contextRef="#ctx0" brushRef="#br0" timeOffset="49896.28">15686 7499 330 0,'0'-7'762'16,"-3"3"360"-16,-4-2 71 0,-3 0-262 0,-2 2-298 15,-1 0-100-15,-4 2-77 0,1-3-84 16,-4 5-55-16,-2 0-54 0,-1 2-52 0,0 2-67 15,-1 1-54-15,0 1-32 0,3 1-19 16,1 0-10-16,1 2-10 0,3 0-5 0,1-2-4 16,2 3-3-16,0-1-4 0,1-1-1 0,2 1-2 15,0-2 0-15,1-1 0 0,3 2-1 16,1-4 0-16,0 1 0 0,2-2-1 0,1 2-3 16,2 0 1-16,2-1-2 0,1 3 0 0,4 3 2 15,2 1 0-15,4-1 2 0,1 3 2 0,3 2 1 16,2-1 1-16,3 0 0 0,4 3-1 15,-1-2-1-15,2 2-1 0,-2-1-2 0,2-1 1 16,0 4 0-16,-2-4 1 0,-3 4 2 16,-2 1 0-16,-2-1 1 0,-5 0 0 0,-1 2 1 15,-2 2 0-15,-5-1 0 0,-3 1 0 0,-2 0 0 16,-4 0 0-16,0-2-2 0,-5-1 1 16,0 1-2-16,0-4 0 0,-1-1 0 0,-2-5-2 15,0-1-4-15,1-2-26 0,1-5-68 0,-2-3-68 16,4-6-110-16,-3-9-171 0,5-5-313 15,1-7-320-15,2-6-233 0,1-6-149 0,2-5 286 16,4-2 582-16</inkml:trace>
  <inkml:trace contextRef="#ctx0" brushRef="#br0" timeOffset="50128.31">15833 7002 178 0,'17'-24'764'0,"-4"5"404"0,-4 4 54 0,2 7-143 16,-3 6-433-16,0 4-243 0,5 9-80 0,-4 6-7 15,2 5-11-15,3 5-28 0,-4 4-34 16,4 3-45-16,-3 5-55 0,2 3-49 0,-1 5-21 16,1 2-14-16,1 2-8 0,1 1-13 0,-4 3-8 15,5-2-8-15,-4-2-10 0,1-1-7 16,-2-1-2-16,3-2 0 0,-3-3-4 0,2-4-6 16,-1-2-24-16,-2-7-63 0,1-4-68 15,-3-4-110-15,-2-7-183 0,-3-4-308 0,1-6-335 16,-4-4-257-16,-4-5-158 0,0-5 290 0,-4-4 631 15</inkml:trace>
  <inkml:trace contextRef="#ctx0" brushRef="#br0" timeOffset="50298.78">15821 7403 496 0,'-12'-21'1029'16,"2"5"236"-16,2 3-91 0,-1 2-268 0,6 4-461 15,0 1-213-15,3 1-111 0,3 3-56 16,5 2-29-16,1 2-15 0,4 2-10 0,6-2-5 15,1 3-2-15,4-1 0 0,5 2-3 0,2-1-1 16,3-1-2-16,3 2-10 0,-2-1-52 0,2-1-116 16,-1 2-183-16,-3 0-289 0,1-1-270 15,-3 2-248-15,-2 1-38 0,-6 1 354 16,-3 1 469-16</inkml:trace>
  <inkml:trace contextRef="#ctx0" brushRef="#br0" timeOffset="51508.96">16423 7594 254 0,'0'13'869'0,"-4"2"374"16,1 1-5-16,-2 0-155 0,2 4-411 0,1-1-211 15,-1 4-97-15,3-4-61 0,-1 2-39 0,1-1-44 16,1-3-66-16,2-3-63 0,2-2-45 16,3-3-22-16,2-3-13 0,6-4-6 0,-2-6-2 15,6-6 2-15,4-4-2 0,1-5 2 16,4-3 0-16,-1-4-1 0,-1-1-2 0,3 1 0 15,-3 3-1-15,0 1-3 0,-3 3 2 16,-2 2-3-16,-5 6 3 0,0 3-4 0,-2 3 3 16,-3 4 1-16,-2 2 2 0,-4 6 3 15,2 0 0-15,-2 3 3 0,-3 5-1 0,1-2 1 16,-1 3 0-16,-1 1-1 0,1 1-2 0,2 1 1 16,-1 1 1-16,2 1-2 0,-1 0-1 15,2 0 0-15,-1-1 0 0,2 0-2 0,1-1-2 16,1 0 1-16,-1-4-1 0,5-3-1 0,-2-2 0 15,3-2-2-15,-2-2 1 0,4-6 0 16,-1-4-1-16,1-3 0 0,1-3 0 0,3-4 1 16,-3-2-1-16,0-3-1 0,2 0 3 0,0-1-1 15,0 1 0-15,-3-1-1 0,-1 4 2 0,1-2-2 16,-2 3 2-16,0 0-1 0,-3 1 2 0,-1 0 1 16,0-2 0-16,-2 2 2 0,1-1 0 15,-1-1 0-15,-2-1 0 0,-1-4-1 0,2 0 0 16,0-4 0-16,-4-1 0 0,1-6-1 15,2-1 1-15,-2-4-2 0,-1-1 0 16,2-2 0-16,-1 0 0 0,1 3-1 0,-1 4 1 16,0 2 3-16,-2 5 6 0,3 5 5 0,-4 3 10 15,-1 5 7-15,1 3 5 0,-2 1 3 16,2 5-2-16,-2-2-6 0,-2 5-7 0,2 1-8 16,-2 1-4-16,2 5-5 0,-1 1 2 0,-1 3 1 15,1 3 2-15,-2 4 5 0,1 2 2 0,2 5 3 16,0 3 0-16,0 5 0 0,-1 2-4 0,-1 3-3 15,2 3-3-15,0 2-6 0,0 0-3 16,0-1-2-16,3 1 0 0,2-2-2 0,1-5 0 16,2-3 0-16,3-3 0 0,3-5-1 0,2-7 0 15,5-1-1-15,-1-7-2 0,1-4-3 16,1-4-2-16,0-4-3 0,2-5-1 0,-5-3-1 16,1 0 1-16,1-1 4 0,-4-2 3 0,-1 3 2 15,-2-2 4-15,-1 5 0 0,1-3 2 16,-2 5 0-16,0-1-1 0,-3 3 0 0,1 3-2 15,-1-1 2-15,1 4 0 0,0 1 0 16,-1-1-1-16,0 5 1 0,-1-1 1 0,0 1-1 16,3 2 1-16,0 1 0 0,-1 0 0 0,2 0 0 15,1 1-1-15,1-3 1 0,-1 2 0 16,-2-3 0-16,5 1-1 0,-3-1 0 0,1-1 0 16,0-1-1-16,-2-2 0 0,1 0 0 15,1-1 0-15,-1 0 0 0,0-2 0 0,1 0 0 16,-3 0 0-16,3-2-1 0,-1 2 0 0,-2-2-1 15,3 0 0-15,-4-1-1 0,1 2 1 0,-2-2 0 16,1 1 0-16,-2 1 0 0,1 1 1 16,-2 1 1-16,-1 4 1 0,-1-1 1 0,1 3 0 15,-2 3 1-15,-2 0 0 0,1 1-1 16,1 0 0-16,-3 2-1 0,4-3 0 0,-2 0 0 16,0 0 1-16,3 0-2 0,-1-3-1 0,2-1-3 15,-3-1-1-15,4-1-6 0,2-2-3 16,-2-2-4-16,0 0-7 0,1-2-10 0,0 0-10 15,1 0-6-15,-2 0-5 0,1 2-1 0,-1 0 8 16,-1 0 10-16,-1 2 14 0,2 3 10 16,-2-1 6-16,1 1 6 0,-3 2-2 0,1 1-4 15,0 0-9-15,-1 2-5 0,1 3-4 0,-2 0-4 16,-1 0 2-16,0 3 6 0,-1 1 7 16,-1 1 8-16,0 4 5 0,0 2 3 15,-1 1 2-15,-1 6 3 0,-3 2-3 0,2 3 3 16,-5 4 1-16,2 2 11 0,-2 3 19 0,-2 3 17 15,0 0 11-15,-2 2 8 0,3-2 1 0,-4-2-5 16,4-4-16-16,-1-7-13 0,2-3-11 16,0-8-9-16,4-7-4 0,-3-4-7 15,2-9-4-15,1-6-1 0,-1-5-2 0,4-8 0 16,-3-6-1-16,3-5 0 0,1-3 1 0,1-6-2 16,1-2 3-16,1-1-1 0,2-5-2 0,1 0-8 15,0-2-18-15,1 0-33 0,1-3-62 16,1 0-63-16,-1-1-86 0,2 0-161 0,2 4-259 15,-1-1-287-15,1 4-236 0,1 7-183 0,0-1 110 16,1 7 570-16</inkml:trace>
  <inkml:trace contextRef="#ctx0" brushRef="#br0" timeOffset="53755.63">19961 7834 51 0,'-11'13'423'0,"-3"-3"323"0,3 1 252 16,-1-3 39-16,2-1-392 0,3 1-215 15,5-3-75-15,2-2-68 0,2-2-63 0,5 1-31 16,5-4-5-16,1 1 11 0,5-5-22 16,3-1-13-16,5-3-11 0,4-3-17 0,0-3-18 15,5-3-33-15,1-3-29 0,3 1-21 16,-1-3-15-16,-1-1-3 0,-1 2-7 0,-3 1-3 16,1-1-1-16,-8 4-2 0,1-1 5 0,-5 2-9 15,-3 3-5-15,-5 2-42 0,-1 2-42 0,-4 2-50 16,-4 1-115-16,-5 0-166 15,-1 2-286-15,-6-1-253 0,-2 4-238 0,-2-1-124 16,-5 1 283-16,0 0 518 0</inkml:trace>
  <inkml:trace contextRef="#ctx0" brushRef="#br0" timeOffset="54028.44">20256 7488 256 0,'2'-5'469'0,"1"0"167"0,2-4 92 0,5 1-270 15,0-1-168-15,3-2-60 0,4 1 4 0,0-1 41 16,3 1 45-16,4 1 47 0,-2 0 0 15,5 1-33-15,1 2-44 0,4 0-43 0,0 3-38 16,-1 0-45-16,2 3-2 0,-2 0-7 16,-3 1 11-16,-1 4-3 0,-2 1-3 0,-3 2-8 15,-4 3-24-15,-4 0-18 0,-5 5-24 0,-2 1-22 16,-4 3-20-16,-5 1-15 0,-3 3-14 16,-1 1-3-16,-4 4-4 0,-4-1-1 0,-2 3 0 15,-1 3-1-15,-2-1 2 0,0 1-2 0,-1 1 0 16,2-2-3-16,1-5 0 0,1 0-21 15,7-4-64-15,-1-7-63 0,4 0-94 0,2-8-166 16,4 2-305-16,0-7-318 0,5-4-243 16,0-4-185-16,1-5 203 0,4-4 603 0</inkml:trace>
  <inkml:trace contextRef="#ctx0" brushRef="#br0" timeOffset="54515.58">21060 7483 520 0,'8'3'988'0,"-3"0"215"0,-2 3-77 15,3 6-278-15,-2 3-406 0,3 5-174 0,1 4-25 16,3 4 19-16,-2 6 27 0,4 1-3 0,1 6-30 16,-1 2-40-16,3 3-62 0,-2-1-47 15,2 5-43-15,-2 0-26 0,2-2-11 0,-3 1-7 16,-1-2-2-16,1-3-10 0,-2-2-5 15,0-7-5-15,-2-1 0 0,-1-8-1 16,-3-3-1-16,2-8 2 0,-1 2 3 16,-3-9 4-16,0-3 2 0,0-7 3 0,-1-7 1 0,1-6-1 15,-1-8-1-15,-1-5-2 0,2-7-2 16,-1-2-2-16,-2-7-1 0,0-1 0 0,-2-7-4 0,-1-3 0 16,0-1-2-16,0-2 1 15,0-4 2-15,-1 1 1 0,4 0-6 0,0 3-2 0,2 3 2 16,1 4-5-16,2 5 0 0,1 1-3 15,4 6 5-15,-2 5 10 0,1 4 5 16,4 4 3-16,-2 5 1 0,2 5-1 0,1 4 1 16,0 4-7-16,2 5-3 0,-3 6-2 0,2 3-1 15,-2 4 1-15,-1 3 1 0,1 3 0 0,-5 5 1 16,0 4-2-16,-2 2 1 0,-3 5 0 0,-3 0 0 16,0 2-1-16,-3 3 2 0,-3-3 0 15,1 1 0-15,1-2-8 0,-1-5-23 16,0-2-52-16,2-4-64 0,1-3-64 0,2-8-115 0,2-3-177 15,1-6-297-15,2-6-246 0,1-5-210 16,5-4-107-16,0-5 310 0,0-5 537 0</inkml:trace>
  <inkml:trace contextRef="#ctx0" brushRef="#br0" timeOffset="55083.44">21748 7401 70 0,'1'4'591'15,"1"4"452"-15,-4 3 162 0,-3 0-83 0,-1 3-377 0,0 3-294 16,-4-3-114-16,6 3-36 0,-3-3-18 0,2 0-31 15,1-3-27-15,0 0-36 0,0-4-63 16,4-4-55-16,0-2-32 0,4-2-18 0,1-7-10 16,2-3-3-16,4-5-1 0,4-3-1 15,0-5 1-15,4-2 1 0,3-2-1 0,-1 0-2 16,1 2 0-16,-1 0-1 0,5 0 0 16,-5 6-4-16,1 0 0 0,0 5 0 0,-1 2-1 15,0 4-1-15,0 3 0 0,-3 4 4 16,-1 4 11-16,-3 3 10 0,0 3 7 0,-3 6 6 15,1 1 2-15,-5 3 1 0,0 2-8 0,-3 2-8 16,0 1-6-16,-3 2-5 0,-1 3-5 16,0-1-5-16,0 0 0 0,0 0-3 0,0-1-2 15,0-3 0-15,3-1 1 0,1-5 0 0,-3-1-3 16,5-4 0-16,-3-1 3 0,4-4-2 16,1-6 2-16,1-2 0 0,2-6 3 0,2-4-1 0,3-4-5 15,-3-5-8-15,4-1-12 16,-3-3-13-16,3-1-17 0,-1-1-8 0,2-1-6 15,-4 3 4-15,2 0 7 0,-4 3 12 0,2 0 16 16,-2 5 9-16,-3 1 7 0,0 2 4 16,-1 5 6-16,-1 3 5 0,-1 5 7 0,0 3 7 15,-1 5 7-15,-2 1 0 0,2 4 3 0,0 1 0 16,-2 2-3-16,5 1-4 0,-4 2-6 0,3 2-2 16,-1 0 2-16,2 1-4 0,0 1 0 15,-2 1-1-15,2 2 4 0,-1 1 2 0,0 3 0 16,-2 1-1-16,0 4 2 0,-2-1-2 15,-1 3-3-15,-1 3-1 0,-2 0-4 0,-2 1 2 16,-4-2 0-16,-2 0 10 0,-1-2 4 0,-2-2 4 16,-2-2-1-16,-1-6 0 0,0-1-2 15,0-8-9-15,-2-1-10 0,2-7-22 16,0-4-58-16,2-6-66 0,-1-6-110 0,8-4-188 16,-2-7-305-16,4-3-323 0,1-4-260 15,3-5-150-15,2-2 318 0,1-4 624 0</inkml:trace>
  <inkml:trace contextRef="#ctx0" brushRef="#br0" timeOffset="55275.64">22691 7469 419 0,'12'10'1375'0,"-6"3"358"16,-3 6-264-16,0 2-344 0,-3 4-482 0,-3 3-274 16,0 4-169-16,-2 2-79 0,0 3-40 15,1 6-26-15,-1-2-20 0,2 0-15 0,1 1-9 16,2-4-6-16,2-2-5 0,2-5-5 0,4 0-24 15,0-6-77-15,3-5-85 0,-3-3-172 16,4-3-286-16,-2-5-340 0,0-6-390 0,0-6-217 16,0-4 131-16,0-6 727 0</inkml:trace>
  <inkml:trace contextRef="#ctx0" brushRef="#br0" timeOffset="55479.38">22880 7444 43 0,'-10'-60'601'0,"-4"0"496"16,-4 3 223-16,0 5-13 0,-1 5-288 15,1 8-387-15,-1 7-181 0,3 2-105 0,2 10-83 16,1 3-86-16,1 5-72 0,2 5-42 0,2 7-27 16,4 7-18-16,0 5-8 0,4 8-7 0,2 4 0 15,3 5-3-15,4 3-1 0,3 2-3 16,3 3-18-16,1 0-62 0,5 1-68 0,-3 0-92 16,3-1-165-16,0-1-291 0,1-2-329 15,-5-1-254-15,2-4-169 0,2-1 169 0,-4-3 599 16</inkml:trace>
  <inkml:trace contextRef="#ctx0" brushRef="#br0" timeOffset="55730.04">23259 7633 199 0,'13'-3'555'0,"-2"-5"352"0,-2-1 222 0,1-1-182 16,-2-1-151-16,-4-2-71 0,1 0-110 0,0 0-122 15,-3-4-108-15,-2 5-77 0,-2-4-89 16,1 2-82-16,-4 2-47 0,0 2-23 0,-2-1-16 0,-2 6-11 15,1 2-8-15,-1 4-10 16,-3 6-9-16,0 1-6 0,1 5-3 0,-2 2-2 16,4 1-2-16,1 2 0 0,1 4 0 15,1 0 0-15,2 2 1 0,0 3 1 0,3 0-1 16,-1 2 0-16,4 2-1 0,-1-3-4 0,4-1-5 16,4 0-21-16,-1-4-63 0,0-3-79 0,4-3-144 15,2 2-246-15,-2-7-323 0,6 1-376 16,-1-1-281-16,4-5-28 0,1-1 596 0</inkml:trace>
  <inkml:trace contextRef="#ctx0" brushRef="#br0" timeOffset="56492.7">25248 7649 429 0,'3'-21'900'15,"-6"-4"309"-15,-3 4-10 0,-5 0-268 0,-4 2-317 16,-3 1-135-16,-4 2-88 0,-6 3-69 16,-3 3-46-16,-4 3-50 0,-3 3-61 0,-1 8-48 15,0 3-41-15,-3 7-23 0,2 3-18 0,4 5-7 16,3 6-5-16,1 2-12 0,5 4-7 15,5 4-4-15,8 1-2 0,3-2-4 0,10-2-6 16,4-4 6-16,9-3 1 0,4-5 6 16,9-6 3-16,7-10 1 0,3-6 2 0,6-6 1 15,1-8 1-15,6-8-5 0,-1-7-4 0,2-2 3 16,1-6 1-16,-3 1 1 0,-4-2 2 0,-5 1-7 16,-4 2-2-16,-7 6-3 0,-3 3-2 15,-5 3-2-15,-5 7-2 0,-2 4 7 0,-3 4 3 16,-6 4 9-16,-3 7 3 0,-2 7 2 0,-3 5 0 15,-3 8 3-15,1 4 1 0,0 2-6 16,1 4-2-16,-1 0-1 0,4 3-5 0,2-2-1 16,1 1-2-16,1-4-1 0,6-2 0 15,-1-3-3-15,5-6 4 0,3-2-5 0,2-7-20 16,5-4-51-16,-1-8-69 0,3-8-74 0,2-9-129 16,0-5-181-16,2-6-267 0,0-5-263 15,1-4-207-15,1-4-99 0,-4-4 307 0,2-2 496 16</inkml:trace>
  <inkml:trace contextRef="#ctx0" brushRef="#br0" timeOffset="56673.95">25836 6966 234 0,'2'-45'693'0,"-2"6"402"0,0 9 118 15,-2 4-237-15,1 10-334 0,-3 5-190 16,1 9-94-16,0 8-54 0,-1 8-19 0,0 9-19 16,0 6-16-16,0 9-29 0,1 4-51 15,-2 8-46-15,4 4-43 0,-2 6-26 0,-2 3-20 0,5 3-15 16,0 1-9-16,0 1-6 0,5-3-2 15,-1 1-2-15,4-5-3 0,4-4-3 16,2-5-37-16,0-5-77 0,2-5-73 0,-2-8-134 16,2-5-211-16,-2-6-328 0,-2-7-311 0,0-4-204 15,-6-5-56-15,1-4 454 0,-5-6 567 0</inkml:trace>
  <inkml:trace contextRef="#ctx0" brushRef="#br0" timeOffset="56877.32">25741 7536 129 0,'-25'-39'677'15,"-2"-1"448"-15,1 2 135 0,0 0-110 0,5 6-400 16,4 2-262-16,3 7-146 0,1 3-97 16,4 5-67-16,2 3-47 0,7 1-48 0,4 4-45 15,5 1-29-15,8 3-13 0,4 3-4 16,9 2 0-16,5 1-3 0,3 3 0 0,1-1-39 16,4 4-40-16,1-3-84 0,1 1-164 0,0-1-291 15,-2 0-304-15,0 1-250 0,-4 0-171 0,-2 3 207 16,-6-3 566-16</inkml:trace>
  <inkml:trace contextRef="#ctx0" brushRef="#br0" timeOffset="57111.04">26271 7424 230 0,'3'22'818'15,"-3"4"375"-15,0 1 35 0,0 2-135 0,0 6-425 0,2 1-204 16,0 3-83-16,-1 1-49 0,-1 0-45 16,3-2-49-16,3-3-56 0,1-5-66 0,2-4-52 15,8-5-29-15,1-8-18 0,6-6-7 0,3-5-6 16,1-7 0-16,0-6-4 0,4-6-1 15,0-6-2-15,-2-3 2 0,1-2-1 0,-4-2 3 16,-3 0 2-16,-2-2 1 0,-6 2 2 0,-5 2 2 16,-4 0 2-16,-7 1 4 0,-7 1-1 15,-4 2 3-15,-6 2-1 0,-7 1-4 0,-4 2-2 16,-2 5-3-16,-5 3-3 0,0 6-3 16,-2 5-4-16,4 7 0 0,2 3-4 0,2 7-22 15,7 2-70-15,8 5-77 0,1 0-150 0,10 3-283 16,3 0-323-16,8-2-364 0,1 1-224 15,4 0 54-15,3-5 654 0</inkml:trace>
  <inkml:trace contextRef="#ctx0" brushRef="#br0" timeOffset="57875.65">26746 7854 324 0,'6'15'610'16,"-5"-2"217"-16,1-1 100 0,-1-1-258 16,3-3-179-16,-3 1-77 0,1-5-61 0,-1-1-33 15,3-3-36-15,0-3-42 0,1-6-50 16,6-5-28-16,0-4-7 0,6-6 9 0,0-6-2 16,1-2-9-16,3-6-13 0,0 1-11 0,-3-3-9 15,2 1-22-15,-5 3-17 0,-2 3 1 0,-1 4 0 16,-4 6-12-16,-1 3-15 15,-2 5-9-15,-1 4-3 0,-2 2-14 0,-2 7-10 0,-2 4-7 16,-2 7-6-16,1 4-6 0,-2 4-2 0,1 6-2 16,3 1 2-16,1 3 0 0,1 0 1 15,3 2 2-15,1-1 1 0,2-2-1 16,3 0 0-16,-1-6-1 0,4 1 0 0,1-4 0 16,3-4-1-16,3-5 0 0,2-5-1 0,4-4-1 15,4-7 0-15,2-7-1 0,1-4 1 0,4-3 0 16,-1-2 0-16,-1-3 2 0,-2 0 0 15,0 2 1-15,-6-1 1 0,2 2-2 0,-6 2 0 16,-2 0-1-16,-4 5 0 0,1 2 0 0,-7 1 1 16,0 4 0-16,-5 2 1 0,-1 3 0 15,-2 3 0-15,-1 2 0 0,-2 2-1 0,-2 7 0 0,0-2-3 16,1 5 2-16,-1-1 0 0,2 3 0 16,3 0 0-16,1-1-1 0,1 1 0 15,-1-2 0-15,5 1-1 0,1-4 1 0,1 0-2 16,5-4 1-16,3 1-1 0,-2-5-2 0,5 0-18 15,0-2-30-15,2-1-37 0,2-3-52 16,-1 3-50-16,2-1-43 0,-1 3-16 0,0 0 13 16,-4 3 36-16,2-1 59 0,-2 5 56 0,-1 3 38 15,-4 0 24-15,0 2 13 0,-4 1 8 16,-2 2 8-16,0 4 2 0,-3 0 2 0,-2 0 0 16,1 2 0-16,-1 1 1 0,-2-1-3 15,1-2-5-15,0-1 0 0,-2 0-3 0,2-3-7 16,2-3-55-16,-1-5-128 0,2-4-198 0,0-6-287 15,1-3-266-15,4-4-236 0,-4-5 2 16,4-6 408-16</inkml:trace>
  <inkml:trace contextRef="#ctx0" brushRef="#br0" timeOffset="58072.83">28158 7431 139 0,'-13'-50'720'0,"-6"1"445"0,-2-1 129 16,-4 2-19-16,-4 5-370 0,1 4-296 0,-4 4-171 15,1 9-100-15,1 4-76 0,-2 7-94 16,4 5-72-16,1 5-42 0,2 7-25 0,4 4-13 15,2 4-9-15,6 2-4 0,2 5-3 0,6 1-2 16,7 2 2-16,3 2-4 0,6-1-15 16,3 0-58-16,6-2-70 0,1-1-114 0,8-1-195 15,2-2-308-15,3-2-344 0,3-2-278 16,0-2-138-16,-2-2 346 0,-2-1 649 0</inkml:trace>
  <inkml:trace contextRef="#ctx0" brushRef="#br0" timeOffset="58758.21">28513 7531 26 0,'5'-7'521'16,"0"2"486"-16,-2 1 242 0,-3-1-46 15,0 3-297-15,-2 2-264 0,1 2-156 0,-3 4-102 16,-2 5-69-16,0 3-57 0,-5 3-61 16,0 7-65-16,-1 1-46 0,-2 6-30 0,1 2-18 15,1 1-11-15,3-1-9 0,-1 1-7 0,4 0-4 16,3-4-4-16,4 0 1 0,5-5-2 16,6 0 0-16,0-6-2 0,7-3 2 0,5-2-1 15,4-5-1-15,4-2 1 0,6-4 1 16,2-3-1-16,4-2-1 0,-2 0 2 0,0-2-3 15,-2 3 0-15,0 0-1 0,-3 1-1 16,-3 2 1-16,0 3-1 0,-4 2 1 16,-3 2 1-16,-2 2 1 0,-3 1-1 0,-3 1 1 0,0 3 1 15,-5-2 1-15,2 2 0 0,-3-2 0 16,1-1-2-16,-3-3 2 0,1-1-1 0,-2-3 0 16,1-3 1-16,1-6 1 0,0-2 0 0,-3-5 0 15,5-6 1-15,-1-2-1 0,1-5 0 16,1-4-2-16,-1-1 1 0,-2-4-1 0,0-1-1 15,2-1 0-15,-5-1 2 0,2-3 0 0,-3 3 3 16,-2-3 2-16,-2 3 1 0,-1-1 0 16,-3 2 0-16,-2 2 0 0,-1 1-3 15,-2 3-2-15,-1 1-2 0,-3 4-1 0,1 2-1 16,-2 5-2-16,-1 1-1 0,2 3-5 0,-3 4-11 16,0 2-36-16,1 2-73 0,1 4-74 15,-2 0-138-15,2 0-217 0,0 2-320 0,1 0-316 16,3 1-209-16,0 1-58 0,-3 0 480 0,0 0 571 15</inkml:trace>
  <inkml:trace contextRef="#ctx0" brushRef="#br0" timeOffset="64271.69">23955 10734 72 0,'-5'7'379'0,"-3"1"248"15,4-2 209-15,-1 1 14 0,-2 0-214 0,1 0-124 16,1 0-76-16,-1 1-57 0,1-2-61 16,0 1-65-16,1-1-57 0,-1-1-48 15,2-1-35-15,1 1-20 0,-1-1 6 0,2-1 20 16,1 0 31-16,-2 0 31 0,2-1 21 0,-2-1 0 16,2 1-15-16,0-2-26 0,0 0-31 0,0 0-28 15,0 0-21-15,0 0-14 0,0 0-8 16,0 0-7-16,2 0-4 0,-2 0-6 0,2 0-7 15,-2 1-3-15,0-1-3 0,0 1-3 16,0-1-6-16,0 0-4 0,0 0-3 0,0 0-5 16,0 2-2-16,0-2-3 0,0 0 0 0,0 0-1 15,0 0-1-15,0 0 0 0,0 0 0 16,0 0 0-16,0 0 1 0,1 0 4 0,-1 0 2 16,0 0 2-16,0 0 1 0,0 0 4 15,0 0 2-15,0 0 1 0,3-2 2 0,0 0 5 16,0-3 2-16,2-1-3 0,5-4-2 0,1-2-5 15,3-6-5-15,2-5-5 0,3-4-3 0,5-6-2 16,2-4 0-16,1-2 0 0,3-5 0 16,3 0 1-16,1 0-1 0,-3-1 1 0,1-2-1 15,0 4-1-15,-4 2-1 0,-3 5 0 16,-1 3 0-16,-3 4 0 0,-4 7 0 0,-4 2 0 16,-2 5 0-16,0 2 0 0,-5 4 0 0,-1 0 0 15,0 5 0-15,0-1 0 0,-3 2 0 16,2 3 0-16,0 5 0 0,0 1 0 0,-3 6 0 15,2 2 0-15,1 5 0 0,-1 5 0 16,0 4 0-16,-1 4 0 0,-1 2 0 0,2 3 0 16,-1 6 0-16,-2 1 0 0,0 0 0 15,-2 3 0-15,-1 0 0 0,2 0 0 0,-1 0 0 16,-1-2 0-16,0 3 0 0,-1-4 0 0,1-3 0 16,0 0 0-16,1-4 0 0,-1-2 0 0,2-2 0 15,-3-5 0-15,-2-1 0 0,3-3 0 16,2-2 0-16,-3-3 0 0,1-3 0 0,0-1 0 15,0-4-22-15,-1-2-133 0,1-3-148 16,-1-4-256-16,1 1-323 0,1-6-414 0,-1 2-464 16,1-6-76-16,1 2 763 0</inkml:trace>
  <inkml:trace contextRef="#ctx0" brushRef="#br0" timeOffset="65342.64">25206 11151 137 0,'0'7'621'0,"-2"-1"448"0,0-1 164 0,1-2-147 16,-1-2-341-16,1 2-152 0,1-3-109 0,0 0-98 16,0-3-64-16,0-2-50 0,1-6-54 15,2-2-71-15,2-5-53 0,1-2-27 0,1-5-16 16,2-6-11-16,-1-3 0 0,6-6-5 16,-2-3-4-16,3-3-5 0,0-4-2 0,2-3-6 15,-3-3-10-15,3-3-6 0,-1-1 5 0,2-3 1 16,-6 1 0-16,4 0 5 0,-5 3 7 15,2 2 3-15,-4 2-5 0,3 8-3 16,-3 5-4-16,-3 4 0 0,0 6-5 0,-1 6-1 16,-1 4-2-16,-1 4 0 0,-2 5-1 0,4 5 1 15,-4 4 1-15,2 6 0 0,2 7-4 16,-1 5-1-16,2 10-2 0,0 4-1 0,3 10 0 16,1 2-2-16,-2 7 8 0,4 4 4 15,0 2 2-15,-1 5-1 0,1 1 2 0,-2-1 0 0,0 0-4 16,0 1-1-16,-2-4-2 0,2-2 1 15,-1-1-2-15,-1-5 0 0,0-2-1 0,0-5-3 16,0-3 1-16,-2-1-1 0,1-6-1 16,-2 0 0-16,-2-6-1 0,3-3 0 0,-5-1 0 15,1-5-8-15,-1-1-12 0,-1-4-21 0,0-4-49 16,-1-1-78-16,-2-4-118 0,-3-2-188 16,1-4-299-16,-2-1-347 0,1-3-314 0,-2-1-142 15,-3-4 349-15,-2 0 666 0</inkml:trace>
  <inkml:trace contextRef="#ctx0" brushRef="#br0" timeOffset="65609.06">25223 10756 85 0,'-7'5'651'15,"4"-4"466"-15,-3 1 146 0,5-2-112 16,-3 0-333-16,4 0-272 0,0-2-120 0,4 2-81 15,2-3-44-15,0 0-40 0,5 2-59 0,6-3-54 16,3 2-50-16,5 0-25 0,3 1-22 16,2 1-14-16,2 0-6 0,1 0-14 0,4 0-6 15,-1 1-6-15,2 1-3 0,-3 0-2 0,1 2-2 16,1-2-1-16,-4 3-2 0,3-2-3 16,-5 1-16-16,-1 1-65 0,-2-1-81 0,-2 1-168 15,0-1-278-15,-3 2-328 0,-1 0-398 16,-1-1-264-16,0 0 76 0,-3 0 742 0</inkml:trace>
  <inkml:trace contextRef="#ctx0" brushRef="#br0" timeOffset="66211.7">27125 9856 27 0,'9'-28'517'0,"-1"4"497"0,-3 1 265 0,1 5 21 16,-3 4-271-16,-3 2-329 0,0 5-208 16,-1 6-135-16,-2 7-70 0,-7 8-80 0,2 8-78 15,-1 8-31-15,-5 9-12 0,-1 5-7 16,1 10-12-16,-2 7-7 0,1 6-6 0,-1 5-10 15,-3 6-8-15,1 5-8 0,3 0-4 0,-3 3-6 16,2 2-4-16,4-1-1 0,-1-2-5 16,8-1-3-16,4-5-4 0,2-2-4 0,7-8-3 15,5-5-4-15,4-7-12 0,5-4-25 0,2-8-65 16,1-7-91-16,-1-4-205 0,3-6-287 0,0-2-349 16,-2-7-418-16,0-1-260 0,-4-6 224 15,1-1 864-15</inkml:trace>
  <inkml:trace contextRef="#ctx0" brushRef="#br0" timeOffset="67137.94">27607 10931 317 0,'-1'8'738'0,"-2"-2"331"16,3 0 57-16,0-3-275 0,0 0-313 0,0-3-175 15,0-1-125-15,0-4-76 0,3-3-31 0,-2-3-5 16,7-6 3-16,-2-2-2 0,6-3 24 16,-2-6 15-16,5-3-1 0,0-2 9 0,0-3-12 15,2-3-11-15,-1 1-32 0,1 0-22 0,-2 0-16 16,0 2-27-16,-2 4-15 0,-3 2-8 15,0 6 3-15,-3 4 4 0,-2 4 1 0,0 5 2 16,-2-1-1-16,-2 6-2 0,-1 1-8 0,-1 5-10 16,-2 6-9-16,-1 3 2 0,-1 9-1 15,1 3-3-15,-4 7-1 0,2 5-1 0,-1 2 2 16,4 4-6-16,0 2 0 0,1-1 0 16,2 1 2-16,0 2 1 0,3-3-1 15,1-1 0-15,1-4-2 0,1-4-7 0,3-5 2 16,1-3-4-16,1-6-4 0,3-5 5 15,0-6 3-15,4-4 7 0,-2-7-1 0,4-7 3 16,0-4 2-16,0-5-5 0,2-6-4 0,-4-2-2 16,2-3 1-16,0 2-1 0,-3-2 2 0,-2 1 2 15,-2 4 1-15,-3-1 0 0,0 3-1 0,-4 5 2 16,-1 2-1-16,0 4 2 16,-2 6 3-16,-2 2 0 0,-1 2-1 0,-1 6-1 0,-2 4-1 15,-3 4-3-15,2 8-1 0,0-1-1 0,-1 4 1 16,2 3 1-16,-1 1 0 0,3-3 0 15,2 3-1-15,1-2 0 0,0-1 1 0,2-2-2 16,1-3 0-16,2-2-1 0,2-4 0 16,-1-1-1-16,1-5-1 0,5-3 1 0,-1-4 0 15,4-3 0-15,0-8 0 0,1-1 0 16,0-2-1-16,2-2 0 0,-1 0 0 0,-3-1-1 16,5 2-1-16,-5-1 0 0,-1 3-7 0,0 3-16 15,-1 2-39-15,-1 0-76 0,-3 7-71 16,0-2-124-16,0 3-193 0,0 2-312 0,2 2-297 0,-1 5-196 15,3-1-100-15,-1 4 363 0,1-3 573 16</inkml:trace>
  <inkml:trace contextRef="#ctx0" brushRef="#br0" timeOffset="67479.27">28791 10584 252 0,'-9'-9'1037'15,"-5"4"580"-15,-8 4-69 0,-2 2-310 0,-6 5-479 16,-4 5-290-16,-2 2-177 0,0 4-111 0,-1 3-61 15,3 0-38-15,0 3-24 0,6 3-18 0,1-1-14 16,5 0-10-16,6 1-5 0,5-1-6 16,5-1-4-16,6-2-1 0,5-1 0 0,7-5-2 15,4-5 1-15,6-3 1 0,7-5 1 16,4-6-1-16,7-6 0 0,3-6-1 16,4-2-2-16,0-2 0 0,-4-4-4 0,-1 1 0 15,-6 1 1-15,-2 2 2 0,-7 1 0 0,-5 4 2 16,-3 2 4-16,-6 1 0 0,-3 5 1 0,-5 2-1 15,-3 4 1-15,-4 2-2 0,-3 4 0 0,-4 3 1 16,-2 6 0-16,0 1 2 0,-5 4-2 16,3 2 2-16,1 3-2 0,1-2-1 0,3 2 0 15,3 0-2-15,2 0 0 0,3 0-1 16,1-2 0-16,6 1-3 0,1-1-10 0,3-4-27 16,1-1-67-16,3-3-68 0,0-1-113 0,0-3-186 15,2-1-311-15,-1-3-327 0,1 1-245 16,-2-2-149-16,-1 0 305 0,-1-2 630 15</inkml:trace>
  <inkml:trace contextRef="#ctx0" brushRef="#br0" timeOffset="67680.03">29092 11136 403 0,'4'-2'871'0,"0"-1"291"0,-3 0 6 16,4-2-297-16,0 0-269 0,1-3-129 0,3-1-65 15,3-1-50-15,-1-5-43 0,3 1-43 0,0-4-48 16,5-2-68-16,1-3-53 0,0-2-33 15,3 0-22-15,3-2-14 0,-1-3-14 0,0 2-11 16,-2 1-6-16,-1 0-24 0,-4-1-63 16,-3 5-74-16,-4-3-139 0,-3 3-245 15,-4-1-318-15,0 1-362 0,-4 1-277 0,-4-2-50 16,1 4 554-16</inkml:trace>
  <inkml:trace contextRef="#ctx0" brushRef="#br0" timeOffset="67856.72">29177 10637 54 0,'-8'29'558'0,"2"4"473"0,-1 0 215 0,3 2-44 16,-1-1-298-16,5 1-256 0,5-1-168 0,-1-3-114 15,4 1-75-15,5-5-63 0,1 0-82 16,2-5-59-16,5-2-40 0,-1-3-20 0,3-4-13 16,2-3-7-16,2-5-33 0,-1-3-79 0,3-5-124 15,-2-3-238-15,-4-4-292 0,1-1-361 0,-2-3-373 16,-1 0-111-16,-5-5 480 15,1 1 726-15</inkml:trace>
  <inkml:trace contextRef="#ctx0" brushRef="#br0" timeOffset="68122.48">29591 9771 22 0,'8'-14'453'0,"2"6"416"0,2 4 300 15,3 8 14-15,2 3-307 0,2 6-213 0,7 5-103 16,0 3-98-16,3 4-87 0,-1 5-62 0,2 2-59 16,-1 7-74-16,-1 3-57 0,-1 6-33 15,-6 6-20-15,1 5-16 0,-5 5-14 0,-4 5-11 16,-5 4-8-16,-5 3-9 0,-3 4-5 16,-3 2-3-16,-5 0-1 0,-5 4-4 15,-3-3-12-15,-3 0-23 0,-5-5-57 0,-2-4-82 16,-3-9-137-16,1-3-205 0,-4-8-311 0,1-5-360 15,-4-5-295-15,-3-7-89 0,-3-5 475 16,-2-6 622-16</inkml:trace>
  <inkml:trace contextRef="#ctx0" brushRef="#br0" timeOffset="69794.67">26020 10266 69 0,'-4'2'154'16,"1"-1"27"-16,0 0 5 0,-1 1-13 16,0 0-30-16,1-1-42 0,2 0-39 0,-3 1-31 15,1-2-24-15,2 1-31 0,1 1-29 0,-4-2-29 16,3 0-22-16,-1 0-7 0,1-2 2 16,1 2 13-16,-2-1 27 0,0 1 22 0,0 0 26 15,2-2 26-15,-2 2 36 0,0 0 39 16,1 0 35-16,-1 0 36 0,1 0 28 0,1 0 15 15,-2 0-10-15,0 2-24 0,1-2-30 16,-1 0-25-16,2 0-23 0,-1 0-23 0,1-2-17 0,-2 2-17 16,2-2-5-16,2 0-6 0,-2-2-5 15,1 2-3-15,-1-2-4 0,3-1 0 0,-1 2 2 16,0-2 2-16,-1 0-2 0,2-1 4 0,-1 2 0 16,0 0 4-16,2-2 1 0,-2 0 3 15,1 1 8-15,-2-1 3 0,3 0 12 0,-3 0 16 16,2 0 27-16,1-1 27 0,-3 1 30 15,1-2 34-15,1 1 21 0,-1-1 22 0,2-1 16 16,-2 0 20-16,1 0 23 0,0-1 14 16,0-1 9-16,0 0-9 0,-1 3-23 0,0-3-36 15,-1 2-19-15,3 2 12 0,-3 1 29 0,1 0 24 16,-1 2 0-16,-1-2-12 0,3 3-30 16,-1 2-43-16,-2-2-51 0,0 3-42 0,0-1-24 15,0-2-14-15,0 3-13 0,0 0-7 16,0 3-7-16,0-2-1 0,0 2-3 0,-5 3-3 15,4 2-2-15,-2 2-2 0,-1 4-2 16,-1 1-2-16,2 3-4 0,-2 3 2 0,1 3-1 16,-1 1 0-16,2 2 3 0,0 3 2 0,1 1-1 15,1 1 0-15,1 0 0 0,1-2-3 0,2-2-3 16,1-3-3-16,2 0-2 0,0-4-3 16,2-5-2-16,2 0-1 0,0-4 0 15,2-4-1-15,2-2 1 0,-1-1 0 0,4-5-1 16,-1-2 1-16,-1-2-1 0,3-2 0 0,1-1-1 15,-2-5 1-15,1 1-1 0,-2 2 0 16,-1-3 0-16,0 0 0 0,-1 0 0 0,-3 0-1 16,1 1 2-16,-2 2-1 0,-2-3 0 15,-2 3 0-15,2 2 0 0,-3 1 1 0,0 0 0 16,-2 3 0-16,-2-2-1 0,1 3 1 0,0 0 0 0,-1 0-1 16,-1 1 0-16,2 1 0 0,-2 0 0 15,0 0-1-15,0 1 1 0,-2 3 0 0,2 0 0 16,-1 2 0-16,-1 1 1 0,0 1-1 15,1 2 1-15,-1 0-1 0,1 4-1 0,1 0 1 16,-4 2 1-16,4 1 0 0,-1 2-1 16,-3 1 4-16,3 2 2 0,-1 0 1 0,-2 2 1 15,-1 4 1-15,0-1 0 0,-1 3-2 0,-1 1-2 16,0 0 0-16,-1 4 0 0,0-1-2 16,-2 4-1-16,0-1-1 0,1 1-1 0,0 2-1 15,0-2 0-15,1-1-1 0,0-3 1 16,1-1-1-16,0-5-1 0,3-3 0 0,0-4 0 15,0-2-5-15,1-4-7 0,2-6-10 16,1-3-14-16,-2-5-21 0,0-2-45 0,2-5-74 16,-1-5-84-16,-1-2-155 0,1-2-272 0,1-4-330 15,0-1-324-15,0 1-185 0,1-5 93 16,1 3 636-16</inkml:trace>
  <inkml:trace contextRef="#ctx0" brushRef="#br0" timeOffset="70826.42">24793 10800 50 0,'-2'4'280'0,"1"1"160"0,-3 0 143 16,3-3-38-16,-3 3-100 0,3 0-50 16,-1-1 1-16,1 0 15 0,1-1 11 0,-3 2-18 15,1-4-41-15,2 0-60 0,0-1-62 0,2 2-62 16,-2-2-55-16,3-2-40 0,-2 2 3 16,1 0 50-16,3-2 47 0,0 0 24 0,3-2 3 15,0-2-9-15,1 0-12 0,-1-2-44 16,1-2-44-16,2-1-28 0,-1-1-14 0,0 0-8 15,2-2-21-15,-3 1-12 0,4-3-8 0,0 0-3 16,-2 0-3-16,1 0-3 0,0-1-2 16,-3 3-1-16,0-2 0 0,1 4-10 0,-5 2-34 15,0 0-65-15,-4 3-73 0,-2 0-133 0,-4 2-214 16,-2 2-313-16,-1 2-306 0,-4 1-227 0,1 1-47 16,-5 1 445-16,2 1 566 0</inkml:trace>
  <inkml:trace contextRef="#ctx0" brushRef="#br0" timeOffset="71025.53">24786 10618 21 0,'-1'6'528'0,"1"1"485"0,-2-1 219 16,0 1-73-16,-1 0-345 0,3 1-331 0,0 2-197 16,0 1-115-16,3-1-53 0,2 3-32 15,2 2-25-15,2-2-26 0,4 2-15 0,-2 0-12 16,6-2-7-16,1 0-8 0,2 1-18 15,4-3-41-15,-2-2-148 0,4 0-301 0,-3-3-265 16,2 0-278-16,1-2-224 0,-2 1 32 16,-2 0 547-16</inkml:trace>
  <inkml:trace contextRef="#ctx0" brushRef="#br0" timeOffset="75260.67">1160 11601 169 0,'-9'-2'313'0,"2"2"129"0,7 0 6 0,-6 0-106 16,6 0-81-16,0 0-42 0,0 0-26 16,0 0-25-16,0 0-8 0,0 0-6 15,0 0 11-15,0 0 13 0,0 0 19 0,0 0 22 16,0 0-2-16,0 0-18 0,0 0-34 15,0 0-1-15,0 0 32 0,0 0-1 0,0 0 7 16,6 2 21-16,2-2 10 0,3 0-31 16,2 5-58-16,4-4-33 0,-1 1-30 0,3 1-36 15,-3 3-19-15,4-4-9 0,1 3-4 0,0-2-3 16,2 0 1-16,3 0 0 0,0 0-11 0,3-1-7 16,-1-2-6-16,4 0 0 0,1 0-8 0,0-2-1 15,1-1 10-15,0 0 1 0,1 0 19 0,-2 0 10 16,1-2 3-16,2 3 1 0,-3-2 2 0,0 2 2 15,0-1-16-15,2 2-9 0,-3 1-2 0,1 1 0 16,-1 2-1-16,-1 1-1 0,1 0 2 0,0 1 4 16,-1 1 1-16,1 0 1 0,1 1 1 0,2-1 2 15,1 2 1-15,2-2-1 0,3 1 2 16,3-2-16-16,-1 1 5 0,2-1 2 0,0-1-2 16,0-1 0-16,4 1 0 0,-2-2 8 15,2 1-7-15,0-2-3 0,0 1 2 0,2 0 0 16,-2 0 0-16,3 0 6 0,2 0 1 0,-1-1 2 15,3 0-4-15,2 2-2 0,1-1 3 0,-1-1-3 16,1 2 2-16,1 0-4 0,-2 0-5 16,2 3 2-16,-1-1-4 0,-1-1 0 0,1 1 3 15,-4 1 4-15,4-1 6 0,1 0 0 0,0 0 3 16,3-1 0-16,-1 1-4 0,1-1-1 0,-1 0-8 16,-2-2 0-16,2 0-1 0,-2-1-4 15,0-1 1-15,0 0 2 0,-2 0 4 0,2 0 2 16,-3 0 2-16,3 0 4 0,0 0-2 0,-1 2-1 15,1-1 6-15,-1 0-1 0,-1 4-1 16,1-2-1-16,-1 2-3 0,-1-1-5 0,1 2-9 16,-1-1 2-16,0 1 3 0,-1-1 0 15,-1-1 5-15,3-4 9 0,1 4 3 0,3-1-4 16,-1-1 0-16,1-1-2 0,1-1-5 16,0 0-3-16,-1 2-1 0,1-1-5 0,-1 1-2 15,1 0 4-15,-1-1 5 0,1 2-3 0,-1-1 10 16,1-1 6-16,4 0-3 0,0 1-2 15,1-1-2-15,0-1 1 0,-1 0-9 0,1 0-4 16,1-1-3-16,-1-1 6 0,0 0-2 0,-1-2 3 16,1 2 9-16,1-2-1 0,1 1 3 0,1 0 0 15,2 0 3-15,-2-1-7 0,-1 4-6 16,2 0-1-16,-4 0-1 0,2 0 3 0,-2 0-4 16,-2 4 0-16,2-2 5 0,0 1 7 0,0 0 0 15,2 0-1-15,1 0-2 0,-2 0-3 16,1 0 3-16,0 0-3 0,-1 0-6 0,1-2-5 15,-2 0 9-15,-2 1 5 0,2-1-4 16,1-1-2-16,-2 2 10 0,1 0 3 0,2-2-8 16,-1 1-4-16,-1 1 4 0,2 1 1 0,-2 0-8 15,-2-1-2-15,3 3 2 0,-4 0 4 16,3 2 3-16,-1-1-1 0,1 0 6 0,1 2-2 16,1-2-3-16,1 1-3 0,-1 0-8 0,-1 0 4 15,-1 0-2-15,2-3 1 0,-2 2 2 16,0-2 5-16,-2 2 1 0,2-4-3 0,0 1 5 15,2 1 0-15,1-4 2 0,0 3-4 0,0-2-2 16,0 2 3-16,0-1-6 0,1-1 0 16,-1 1 2-16,-2 1 2 0,1 0 0 15,1 0 4-15,0 0-5 0,0 1 6 0,2 0-5 16,1-1-2-16,-1 2 0 0,1 0-4 0,-1-2-2 16,-1-1-6-16,1 2 5 0,-1-3 9 15,-1 0 4-15,3-1 2 0,-1 0 2 0,0-1 4 16,3 0-5-16,-2-1-7 0,2-1-7 0,-2 2 0 15,0-2 0-15,1 1-4 0,-4 1 4 0,3-1 4 16,-1 1 6-16,1-3 2 0,-1 4 4 16,1-1-2-16,2 1 0 0,-1 1-1 0,0-1-2 15,-2 4-6-15,0-3-7 0,-1 2 2 16,0 0 2-16,-3 1 2 0,2 0 3 0,1 0 4 16,1-1 3-16,0 2-4 0,0-3-7 15,0 3 0-15,1-3-3 0,-2 2-3 0,-1 1-2 16,1-2 6-16,-2 0 6 0,-2 1 0 0,1 0-1 15,1 0 7-15,1-1 3 0,-1 3-3 16,4-2 0-16,-1 1-3 0,-2-1-5 0,2 1-9 16,-2-1-1-16,0-1 8 0,0 2 3 0,0-3 1 15,-1 1 5-15,4-1 2 0,-1 0 1 0,4 1-11 16,-1-2-4-16,0 1-4 0,0-1 2 16,-1 3 3-16,0-3 5 0,1-1 7 0,0 1 0 15,0 1-1-15,1-2 4 0,3 0-1 16,0-2-3-16,2 1-3 0,-1 0-5 0,0-1-5 15,1-1 3-15,-3 1 2 0,3-2 2 0,-3 0 1 16,5 1 3-16,0 1 3 0,1-2-9 16,-1 2 2-16,0 0-3 0,-1 0-5 0,0 2 3 15,-3 0 3-15,2 0 2 0,-4 2-5 0,3 1 3 16,0 2 3-16,1-3 5 0,1 5-2 0,-2-3-1 16,3 3-3-16,-2 0-6 0,-3-1 6 15,2 1-6-15,-2 2 0 0,-2 0 4 0,2 0 4 16,-1 1 10-16,2 3-5 0,0-1 3 15,0 0 1-15,-1 1-6 0,-3 0-5 0,3 4-5 16,-5-3 2-16,4 1 0 0,-4 1-3 0,2-1 8 16,2 2 6-16,-2 0-4 0,1-2 1 0,-1 2-4 15,1 1 0-15,-2-3-4 0,0 1 1 16,-3 0 5-16,-1-1 0 0,1-1 1 0,0 0-3 16,1 0-1-16,2-1 4 0,-2 1-3 0,3-2-3 15,-2 1-3-15,-1-4 3 16,1 2-1-16,-1-1 0 0,0 1-1 0,0-1 3 0,-2-3 6 15,3 2-1-15,0-1 1 0,5-2-5 0,-3 1-1 16,2-1-4-16,-1 0-2 0,0-1-4 16,0-1 7-16,0 0 3 0,-3 0 0 0,4-1 7 15,-1-1 1-15,2-1 2 0,1 2-7 16,-2-3 0-16,0 0-2 0,3 1-8 0,-5-1 0 16,1 0 6-16,-3 0 5 0,2 0 4 0,-1 0 0 15,0 0 7-15,1 0-5 0,2 0-2 16,-1 0-7-16,0 0-7 0,1 0-1 0,-1 0-9 15,-2 0 11-15,1 0 3 0,-3 0 5 0,3-1 6 16,-2 1 4-16,0 0 1 0,3 0-6 16,0-1-7-16,-2-1-2 0,0 2-5 0,-2 0-7 15,1 0 2-15,-3 0 4 0,-1 2 6 0,0-1 2 16,0-1-1-16,0 1 7 0,1 3 3 0,-2-2-5 16,-1 0 1-16,2 2-6 0,-1 1 1 15,-2-2-3-15,-1 2-4 0,1-1 7 0,-2 3-6 16,0-1 8-16,-1-2 1 0,1 0-1 0,1 1 5 15,2 1-7-15,-1-3-1 16,1 1 0-16,0-1 1 0,1 0 1 0,-2 0-3 0,1 0-6 16,-2-2 6-16,1 1 0 0,-1 0-3 0,3-2 0 15,0 1 6-15,0-1 8 0,5 0-4 16,-2 0 0-16,1 0-1 0,0 0-4 16,0 0-4-16,0 0 1 0,1 0 2 0,-1 0-3 15,3-1 3-15,-2 1 5 0,4-2 2 0,-1 0-4 16,2 1-1-16,-1 0 0 0,2-3-1 15,-2 3-6-15,-1 0 5 0,-1-2 1 0,2 1 0 16,-5-1 5-16,5 2 1 0,-1-1 2 16,1 1-4-16,-1 1-3 0,1 0-1 0,0 0-7 0,-2 0-3 15,-2 3 5-15,2-2 7 16,-3 2 2-16,-2 0 3 0,1 1 0 0,0 2 5 16,1-1-7-16,1 0-6 0,-3-1-4 0,0 1-2 15,2-1 1-15,-4-1-3 0,3 2 5 0,-3-2 4 16,-1 1 0-16,0 0 4 0,-1 0 2 0,1-1 6 15,2-1-5-15,-1 2-3 0,-1-1 4 16,1-2-5-16,1 2 0 0,-4 0-7 0,1 0-1 16,-3 0 5-16,1 0-3 0,0-2 5 0,-2 3-3 15,2-3 5-15,-1 0 7 0,3 2-4 0,0-3 2 16,-2-3 0-16,1 1 1 0,1-2-5 0,-3 2-2 16,1-3 0-16,0 1-3 0,-4-2-1 0,-2-1-3 15,0 3 6-15,-4-3-16 0,-3 1-33 16,-4-2-55-16,-4 1-138 0,-6-1-276 0,-5-1-287 15,-6 0-283-15,-7 0-227 0,-9-1 25 0,-7-1 526 16</inkml:trace>
  <inkml:trace contextRef="#ctx0" brushRef="#br0" timeOffset="76859.63">1277 12577 147 0,'3'-5'389'0,"2"3"196"0,-2-2 168 0,0 3-122 0,4 0-93 16,-1-1-46-16,2 1-10 0,-5-1-24 15,-3 2-50-15,0 0-70 0,0 0-60 0,-3-1-30 16,3 1-25-16,1 1-17 0,4-1-9 0,0 0-14 16,0 2-11-16,-2-1-30 0,0 2-27 0,0 2-21 15,3 2-13-15,-4 0-4 0,1 6-10 0,-1 2-7 16,1 0-10-16,-1 4-4 0,1 1-8 15,-2 5-5-15,3 0-6 0,-3 3-5 0,2 0-3 16,2 1-4-16,-2 1 2 0,-2-2-5 0,3 2-3 16,-3-1-4-16,3-1-2 0,-3 1-1 0,1-2-6 0,1-1 1 15,-3 2 1-15,2-4 0 0,-1-2 0 0,1 1-1 16,-2-4 0-16,1-2 0 0,1-2-5 16,2-2-13-16,-1 0-25 0,2-6-54 0,-3 0-63 0,3-4-74 15,-5-3-117-15,0-3-159 0,0-4-213 16,-2-4-249-16,4-3-216 0,1 0-131 0,0-6 207 15,0-1 467-15</inkml:trace>
  <inkml:trace contextRef="#ctx0" brushRef="#br0" timeOffset="77112.42">1528 12666 45 0,'8'-14'385'0,"0"2"319"0,-1 2 274 16,2 1 2-16,-3 3-223 0,-4 1-180 0,0 3-143 15,-4-2-110-15,2 3-84 0,-2 0-71 16,4 2-22-16,1 0 17 0,4 3 32 0,2 2 13 15,-1 1 0-15,0 5 1 0,0 2-29 0,1 3-46 16,-1 4-38-16,0 3-26 0,0 1-15 0,1 6-14 16,1-1-11-16,-2 2-5 0,3 0-10 0,-2 0-6 15,-1-2-4-15,3 0-1 0,-3-2-1 16,0-1-2-16,0-1-1 0,1 0-2 0,-1-4 0 16,-1 0-2-16,-1-1-12 0,-1-1-35 0,-1-4-69 15,-2-1-68-15,-2 0-130 0,-2-6-193 0,-5 1-310 16,2-6-301-16,0-1-213 0,0-4-80 0,-3-4 401 15,-2-6 546-15</inkml:trace>
  <inkml:trace contextRef="#ctx0" brushRef="#br0" timeOffset="77395.21">1174 12428 113 0,'-6'-10'694'0,"3"3"507"0,-1 1 146 0,3 1-144 15,1 5-402-15,0 0-330 0,0 0-174 16,0 0-107-16,3-4-39 0,2 2-5 0,6-1-22 16,1 1-11-16,5 0-6 0,3 0-9 15,4 2-26-15,0 0-31 0,4 0-17 0,1 2-9 16,1 0-3-16,0-1-4 0,1 0-2 0,1 1-1 16,1-1 0-16,0 1 0 0,3 0-3 0,-3 0 1 15,1 0-1-15,-1 1 0 0,-3-2-2 0,0 4-2 16,0-1 1-16,-5 1-1 0,-2 1-12 0,-1 1-36 15,-3 1-63-15,-5 1-74 0,-6 0-150 0,1 3-213 16,-7 0-309-16,-2 1-295 0,-2 0-221 0,-1 3 2 16,-6-1 495-16</inkml:trace>
  <inkml:trace contextRef="#ctx0" brushRef="#br0" timeOffset="77654.25">1236 13441 321 0,'14'29'946'16,"-4"-4"331"-16,-1-4-48 0,-1-3-194 0,5-1-459 15,0-2-203-15,2-2-63 0,3-1-47 0,1-1-20 16,-1-4-18-16,0 0-46 0,4-1-47 0,-2-2-50 16,1-3-19-16,4-1-19 0,2-1-11 0,0-3-7 15,0-2-10-15,3 1-6 0,0-3-4 16,-3-1-3-16,6 2-1 0,-3-3-2 0,-1-1-1 15,1 3 0-15,0-1-1 0,0 1-10 0,0 1-42 16,0-2-70-16,-1 2-132 0,-1 1-262 16,-1 2-299-16,1-2-358 0,-1 1-335 0,0-1-82 0,0-1 571 15</inkml:trace>
  <inkml:trace contextRef="#ctx0" brushRef="#br0" timeOffset="78567.91">2913 12623 183 0,'5'-5'452'0,"0"-1"234"0,-2 0 191 0,0 0-99 15,-1 0-108-15,1 1-98 0,-1-1-67 0,1 0-9 16,0 1-25-16,-2 3-80 0,-1-2-72 16,2 2-49-16,-2-1-42 0,1 1-56 0,-1-1-53 15,2 3-29-15,-2-1-21 0,0 1-19 0,2-2-9 16,-1 2-11-16,-1 2-6 0,0-2-7 0,0 1-4 16,0 1-3-16,0 2-1 0,0 2-4 0,0 3 0 15,0 5-1-15,0 4-1 0,0 3 0 16,2 2-2-16,-2 7 6 0,0 1 3 0,2 2 1 15,-1 3 0-15,1 1 2 0,3 1 0 16,-2 1-4-16,2 0-2 0,1 2-7 0,0-2-2 0,-1 1-4 16,3-3-2-16,1-1-1 0,1-1-2 15,-1-5 4-15,2-2 2 0,0-3 3 0,2-2 0 16,1-3 0-16,1-4-1 0,0-1 1 0,1-3-1 16,1-1 1-16,1-3 0 0,1-4 1 0,3-1 1 15,0-3 0-15,2-3 1 0,1-1 0 16,0-7 0-16,2 2-1 0,0-5 2 0,-1-1-2 0,-1-1-1 15,0-5 0-15,0 0-2 0,-1-3-7 16,-3 0-10-16,1-1-39 0,-4 0-71 0,-1 1-70 0,-3 0-131 16,-3 2-219-16,-3 1-317 0,-2-1-301 15,0 4-213-15,-4 4-66 0,-2-1 450 16,0 0 593-16</inkml:trace>
  <inkml:trace contextRef="#ctx0" brushRef="#br0" timeOffset="78848.42">2934 12615 377 0,'-3'0'965'0,"3"-1"302"16,-3 1-58-16,3 0-263 0,3 0-419 0,0 0-259 15,2 0-122-15,4 0-58 0,1 0 16 16,7 0 34-16,1 0 16 0,4-2-14 0,1 0-13 15,4 1-9-15,-1 0-42 0,2-1-43 16,2 0-23-16,-1 1-5 0,-1-2-3 0,2 1 1 0,-2-1 2 16,1-1-1-16,-4 4 1 0,0-2-4 15,-2-3 1-15,-1 4-5 0,-2-1-18 0,-4-1-41 16,-2 2-54-16,-4 1-76 0,-2 0-123 0,-3 0-188 16,-2 1-297-16,-3 3-244 0,-3-2-198 0,-4 3 26 15,-1-3 387-15</inkml:trace>
  <inkml:trace contextRef="#ctx0" brushRef="#br0" timeOffset="79058.47">3035 12827 64 0,'-6'12'592'0,"3"-3"430"16,3 1 154-16,0-3-100 0,3 0-375 0,3 2-301 16,-1-1-173-16,3-3-82 0,2-1-36 0,2 1-2 15,1 0-11-15,2-4-22 0,1 2-17 0,3-3-12 16,0-2-8-16,5 1-17 0,0-4-6 15,1-1-4-15,0-1-5 0,1 0-1 0,2-1 0 16,-1 0-1-16,0-1-3 0,1 2-14 16,-4 1-32-16,-2 0-127 0,0 0-171 0,0 3-290 15,-4 1-275-15,2 2-263 0,-1 2-118 0,-3 0 356 16,1-1 490-16</inkml:trace>
  <inkml:trace contextRef="#ctx0" brushRef="#br0" timeOffset="81445.53">3924 12744 85 0,'0'-11'407'16,"-2"0"264"-16,1 1 262 0,1 0 18 0,-2 1-206 15,-1 0-156-15,1 3-78 0,1-2-6 16,-1 4-40-16,2-1-75 0,-1 2-69 0,1 1-59 15,0-2-58-15,0 4-69 0,0-1-56 0,1 1-32 16,-1 0-19-16,2 2 0 0,1 3-3 16,2 3 1-16,2 10 1 0,1 0 3 0,-1 7 8 15,1 6 2-15,3 1-4 0,-3 5 0 0,0 0-7 16,1 2-8-16,-1 1-10 16,-2 1-6-16,2-3-4 0,-1-2-3 0,0-4 1 0,-2-6-1 15,0-1-1-15,1-7-1 0,-1-1-1 16,0-4 0-16,1-7 1 0,0-3 1 0,2-6 1 15,0-3 2-15,3-9 1 0,0-4 6 0,3-5 3 16,-2-4 0-16,2 0 0 0,0-2 1 0,0 1-4 16,0 2-9-16,-1-1-4 0,0 3-1 15,-4 3-1-15,-1 2 0 0,-1 2 4 0,-1 4 5 16,-3 4 1-16,0 2 1 0,-1 4 1 0,-2 1-1 16,-2 5-2-16,-1 3 5 0,-3 4 1 15,0 4 1-15,-1 4 0 0,-1 4 1 0,2 5-4 16,-2 1-7-16,3 3-4 0,2 3-1 15,0 3 0-15,1-1-3 0,2 5 5 0,2-5 0 16,3 2 1-16,0-4 0 0,4-3-2 16,0-3-3-16,4-6-17 0,3-5-39 0,-2-5-75 15,5-8-112-15,-3-6-198 0,3-4-299 0,0-6-344 16,0-5-343-16,-2-6-153 16,-1-3 344-16,3-3 698 0</inkml:trace>
  <inkml:trace contextRef="#ctx0" brushRef="#br0" timeOffset="81742.88">4578 12786 70 0,'-1'-5'663'0,"-1"4"529"0,-2-1 235 0,-1 2-82 15,-2 3-365-15,1 0-367 0,-2 2-191 0,-1 1-113 16,1 1-92-16,1-1-79 0,1 2-54 16,0-1-36-16,3 1-21 0,3 1-13 0,0-1-9 15,3 3-5-15,1 0-4 0,4 1-1 16,-1 0 0-16,4-2 0 0,0 2 0 0,0 0 2 15,3 0 1-15,-3 0 0 0,2 0 3 0,-2 2 0 16,-2-1 1-16,0 1 1 0,-3 1 1 0,0-2 0 16,-3 4 0-16,-1-2 2 0,-4 0 0 15,-1 1 0-15,-3-1 0 0,1 2-1 0,-1-4 1 16,-4 1-3-16,2-1 0 0,-1-3-3 16,-1 1-3-16,2-2-3 0,-3-1-31 0,2-2-71 15,1-2-80-15,-3-2-163 0,3-2-284 0,2-2-334 16,-1-2-361-16,2-2-221 0,-1-2 92 15,5 1 683-15</inkml:trace>
  <inkml:trace contextRef="#ctx0" brushRef="#br0" timeOffset="82846.75">5004 13062 285 0,'3'-4'542'0,"-2"-1"270"16,-1 0 133-16,2 2-146 0,-2-1-143 0,-2 4-105 15,2-2-79-15,0-1-41 0,-1 3-51 16,1 3-70-16,0-3-59 0,1 2-44 0,1 5-49 16,1 3-54-16,2 3-31 0,3 5-19 15,4 2-9-15,1 8 2 0,4 0 5 16,-1 5 0-16,3 2-7 0,-1 2-1 0,1 2-2 15,-2 2-10-15,4-1-1 0,-4 3 0 0,-1-2-7 16,1 1-5-16,-4-1-2 0,1-2 0 0,-3-2-7 16,-3-4-3-16,1-2-1 0,-2-5-2 15,-2-2 2-15,-2-6 2 0,0-3 8 0,0-4 10 16,-1-4 6-16,-4-3 1 0,1-2 0 16,-4-4-6-16,-2-5-7 0,-5-5-10 0,2-5-5 15,-3-2-3-15,-2-6-4 0,-1-6-3 0,-3-4-1 16,0-5-1-16,-3-4 0 0,-2-6-3 0,1-4 5 15,-1-3 2-15,5-2 4 0,0-3 2 16,3-1 2-16,5 2 3 0,3 4-6 0,3 4-1 16,5 3-6-16,0 5-2 0,5 5-3 15,0 2-2-15,0 7 5 0,4 2 1 0,-1 5 1 16,2 3 1-16,0 5 1 0,-2 2 0 0,0 5 2 16,2 4 0-16,1 5 1 0,-2 5 1 15,1 1 2-15,1 5 0 0,-5 4 0 0,2 3 6 16,-3 2 3-16,-2 5-1 0,0 2 2 15,-3 3-4-15,-3 1-2 0,-1 3-7 0,-1 1-1 16,-2 2-1-16,-1 1-4 0,-4 1 4 16,2-3 2-16,1-1 0 0,-4-2 0 0,4-5 0 0,-1-1-1 15,1-7 0-15,2-4-3 0,1-4-6 16,-2-3-12-16,0-4-23 0,0-7-58 0,2-6-69 16,-1-2-99-16,3-5-166 0,-1-1-276 15,4-2-321-15,1 0-263 0,1 0-182 0,1 1 176 16,4 2 611-16</inkml:trace>
  <inkml:trace contextRef="#ctx0" brushRef="#br0" timeOffset="83309.47">5321 13103 216 0,'13'2'480'0,"-2"0"245"0,-1-2 187 16,-1 0-146-16,2-2-150 0,0-1-84 15,1-2-74-15,0-2-43 0,-1-3-29 0,2-2-45 16,-1-3-48-16,1-5-33 0,-2-4-28 0,2-1-43 15,-2-6-38-15,0 0-31 0,-2 0-30 16,-1-1-16-16,0 1-8 0,-3 4 5 16,-4 1-6-16,-1 4-1 0,-1 2 0 0,-2 2-3 15,-2 3-5-15,-1 2-7 0,-2 4-8 0,1 0-9 16,-3 4-5-16,0 5-7 0,0 0-5 16,-2 6-6-16,4 5-4 0,-2 1-2 0,2 4-3 15,-1 6-2-15,4 0-1 0,2 3-1 0,3 5-1 16,0 1 1-16,2 2 0 0,1 3 2 15,2-1-1-15,2 0 2 0,0 1-2 0,2-5-1 16,-1-1-3-16,5-3-8 0,-2-2-16 0,3-6-36 16,-1-1-72-16,-2-6-73 0,3-5-117 15,-1-4-179-15,-1-3-311 0,-2-4-310 0,1-4-211 16,0-1-127-16,0-4 309 0,-1-2 590 16</inkml:trace>
  <inkml:trace contextRef="#ctx0" brushRef="#br0" timeOffset="83969.82">5683 12790 243 0,'2'-10'769'0,"0"1"392"16,-1 2 64-16,-1 2-242 0,2 2-331 0,-1 0-187 15,1 3-110-15,3 3-41 0,0 0-27 16,-1 3-31-16,4 2-28 0,0 2-51 0,-2 2-50 16,1 1-46-16,2 2-28 0,-1 3-16 15,0-1-16-15,0 1-8 0,1 0-6 0,-1 0-1 16,-1-2-3-16,-1-1-1 0,3-1 0 0,-2-2-2 15,-1-3-1-15,1-3-1 0,-3-3 1 16,4-3-2-16,-2-3 0 0,-1-6-1 0,3-2-2 16,-3-6-9-16,3 0-17 0,-4-4-20 15,1-2-31-15,0-1-34 0,-2 2-36 0,-1-2-22 16,3 4-6-16,-1-1 10 0,-1 4 30 16,0 0 36-16,-1 4 42 0,1 3 25 0,-1 3 14 15,1 2 15-15,-1 4 3 0,1 2 13 0,0 5 12 16,3 4 24-16,-3 2 18 0,2 2 15 15,1 3 3-15,-1 2-6 0,3 3-8 0,-2 0-19 16,2 2-10-16,0 0-17 0,-1 2-9 0,2-5-1 16,2-1-6-16,-1-2-6 0,0-2-8 15,3-6-27-15,-1-6-35 0,2-2-37 0,0-6-42 16,0-7-68-16,-1-3-90 0,2-7-56 16,0-1-62-16,-1-2-50 0,0-2-57 0,2-1-23 15,-5-1 49-15,2 2 67 0,-2 0 122 0,0 1 115 16,-3 1 145-16,3 2 183 0,-3 1 127 15,-2 2 93-15,-1 3 77 0,1 2 58 0,-1 6 25 16,-2 1-42-16,0 2-48 0,-1 5-42 0,1 3-24 16,0 5-29-16,0 3-35 0,1 5-31 15,0 2-24-15,1 4-24 0,0 2-39 0,1 4-41 16,-1 3-30-16,4 4-21 0,-3 3-16 16,-1 2-14-16,3 4-12 0,-3 4-8 0,3 3-6 15,-2 4-5-15,1 4-5 0,-3 4 3 16,1 1 3-16,0 3 4 0,1 1 3 0,-3 1 5 15,0 2 3-15,-1-2 0 0,-2 1-2 0,-2-1 0 16,-3-1-2-16,-2-6-4 0,-1-3 1 0,-2-5-2 16,-4-6-3-16,-2-7-1 0,-1-8-2 15,-1-8-3-15,-2-8-3 0,2-9-5 0,-4-6-10 0,2-8-14 16,-2-9-44-16,3-7-78 0,-2-7-123 16,-1-5-229-16,5-7-303 0,-2-5-370 0,3-4-365 15,-1-4-115-15,4-6 470 0,0-1 746 16</inkml:trace>
  <inkml:trace contextRef="#ctx0" brushRef="#br0" timeOffset="84924.51">6727 13075 144 0,'3'12'435'0,"-1"-2"230"16,-1 0 152-16,-1-3-114 0,2-1-149 16,-1-1-77-16,-1-2-64 0,2 0-39 15,-2-3-36-15,0-4-46 0,0-4-70 0,0-3-55 16,2-6-24-16,-1-3-5 0,1-4 4 0,3-7 8 16,0-1 26-16,1-5 1 0,1 0-18 15,2-2-10-15,-1 2-21 0,-2 2-23 0,3 2-34 16,-4 6-20-16,1 4-7 0,-1 5-12 0,-2 5-5 15,1 1-3-15,-2 5-2 0,0 0 1 16,1 5-3-16,2 4 0 0,0 5-3 0,0 8 0 16,1 4 0-16,3 5 4 0,1 6 2 0,-2 3-2 15,4 3-1-15,1 0 0 0,-2 3-7 0,3 0-10 16,-1 1-2-16,3-3-4 0,-2-3-2 16,0-2-4-16,-1-5 5 0,1-3 7 15,-1-7 2-15,-2-3 3 0,3-5 0 0,-4-6 2 16,2-5 0-16,-4-5-4 0,3-8-4 0,-3-6-1 15,1-6-2-15,1-4 1 0,-2-1 0 0,1-5-1 16,-1 1 2-16,-1 4-1 0,-1 2 1 16,-1 4 0-16,1 6 0 0,-3 3 0 15,0 4 0-15,1 1 1 0,-3 7 0 0,2 2 1 16,-1 4 0-16,1 6 1 0,0 4 0 0,2 3-1 16,-1 4-1-16,1 4 0 0,-1 0-1 0,2 0 0 15,-1 0 1-15,2 0-1 0,0-1 1 16,-1-3-2-16,1-2-1 0,-1-4-1 0,0 0-1 15,2-6 0-15,-3-1 0 0,3-6 2 16,1-4 0-16,-3-7 2 0,2-3 1 0,2-5-1 16,1-2 2-16,-3-3-1 0,3 0 1 0,0 0 0 15,0-1-1-15,-1 4 1 0,0 2-2 16,0 2-1-16,-2 3-1 0,3 3 0 0,-5 3-1 16,2 5 2-16,-1 4-1 0,2 4 0 0,-1 5 2 15,0 4-1-15,-3 5-1 0,1 3-2 0,3 3-1 16,-4 2 1-16,3 3-3 0,-1-3-12 15,2 2-31-15,-1 0-66 0,0-4-69 16,0-1-124-16,1-4-206 0,1-3-308 0,-1-4-315 16,2-1-234-16,-1-5-119 0,-2-1 393 0,1-3 617 15</inkml:trace>
  <inkml:trace contextRef="#ctx0" brushRef="#br0" timeOffset="85224.81">7761 12981 13 0,'11'-3'398'15,"0"2"336"-15,0-3 290 0,-3 3 92 0,3-2-305 16,-1 0-250-16,-2-4-121 0,4 0-55 0,-1-2-60 16,-1-3-52-16,2-5-30 0,0-3-27 0,0-4-37 15,-1-2-42-15,-1-2-32 0,1 1-26 16,-2-2-10-16,-2 2-8 0,-1 0-2 0,-3 5 2 16,-1-1 1-16,-2 5 2 0,-2 2-11 15,-1 4-3-15,-3 1-8 0,-1 5-7 0,-1 2-5 16,-4 5-7-16,2 4-5 0,-1 5-7 15,-1 5-4-15,0 5-4 0,2 1-2 0,0 7-2 16,2 2 0-16,0 2 0 0,4 1-2 16,0 1 1-16,3 2 0 0,1 0 0 0,3 2-1 15,3-2-2-15,0-3-11 0,2-2-48 0,2-2-77 16,1-5-124-16,2-5-223 0,2-1-307 16,3-4-368-16,4-3-341 0,-2-1-112 0,3-3 470 15,-1-4 704-15</inkml:trace>
  <inkml:trace contextRef="#ctx0" brushRef="#br0" timeOffset="86015.59">8321 13234 126 0,'0'7'567'0,"-2"-1"401"0,2 0 174 16,0-1-132-16,0 1-338 0,0-6-220 16,0 2-171-16,0-2-94 0,2 0-49 0,1-2-10 15,2-4 40-15,1-1 31 0,2-4 27 0,0-6 10 16,0-3-11-16,3-6-32 0,-2-5-46 16,-1-4-36-16,3-3-32 0,-1 1-24 0,-2 1-15 15,1 2-4-15,-1 2-1 0,-2 4 1 0,-2 6 5 16,-1 4 4-16,0 5 1 0,0 3-1 15,0 2-9-15,-1 2-8 0,-1 5-11 0,2 4-7 16,-1 5-6-16,3 3-3 0,0 5-1 16,1 7 0-16,3 0 1 0,-1 2 1 0,0 2 1 15,2-1 1-15,1 0 0 0,0-1-2 16,1 0 0-16,0-4-1 0,-1-3-2 0,1-3 0 16,-2-1-2-16,1-5 0 0,0-6 0 0,-2-3 0 15,4-7 0-15,-2-7 0 0,2-8 0 16,-1-4 1-16,1-6 1 0,0-4 1 0,1-1 0 15,0-2 0-15,2 0 1 0,-2 3 0 0,0 3-1 16,-2 4-1-16,0 4 1 0,-1 6-1 0,-3 1 1 16,0 8 1-16,1 2 0 0,-1 4 2 0,-3 6-1 15,3 4 1-15,1 6-1 0,-2 4-1 16,1 5-1-16,0 6-1 0,1 2 0 16,-1 2 0-16,0 4 1 0,1-1 0 0,-1 5-1 15,2-5 0-15,2 2-7 0,-2 1-16 0,1-5-46 16,0-1-76-16,-1-7-95 0,-1-4-164 15,2-4-300-15,-1-4-332 0,-1-6-325 0,2-4-171 16,-3-4 180-16,2-7 645 0</inkml:trace>
  <inkml:trace contextRef="#ctx0" brushRef="#br0" timeOffset="86245.36">9146 12235 340 0,'2'-29'992'0,"-2"7"453"15,0 9 20-15,0 11-244 0,0 6-480 0,-2 10-260 0,2 6-141 16,0 6-104-16,-1 6-79 0,1 6-50 16,1 4-31-16,1 7-19 0,1 2-13 0,0 6-9 15,2 3-9-15,3 1-10 0,-2 5-5 0,2-2-5 16,0 2-3-16,4-2-3 0,-2-1-1 16,1-3-8-16,3-2-20 0,-2-8-66 0,0-5-77 15,-3-6-151-15,1-6-278 0,-1-6-326 16,-2-7-392-16,-1-5-280 0,-4-8 5 0,-4-4 690 15</inkml:trace>
  <inkml:trace contextRef="#ctx0" brushRef="#br0" timeOffset="86460.5">8994 12758 262 0,'4'-10'1234'16,"-1"3"514"-16,0 5-221 0,0-4-366 15,0 4-453-15,0-1-331 0,-1 2-200 0,1 0-91 16,2-1-42-16,3 2-19 0,3 0-10 16,1-2-5-16,3 1-3 0,5-2-1 15,2 0-1-15,2-1-1 0,2-1-3 0,2 2-26 16,1 0-78-16,-1 0-110 0,0 2-223 0,-1 2-287 16,-2 0-355-16,-1 3-381 0,-3 0-148 0,-1 2 378 15,-1 2 749-15</inkml:trace>
  <inkml:trace contextRef="#ctx0" brushRef="#br0" timeOffset="89619.06">3623 15027 173 0,'0'2'475'0,"-3"-2"289"16,0 0 219-16,0 0-95 0,0 0-218 0,1 0-131 16,-1 0-45-16,1 0-24 0,-1 0-39 15,2 0-65-15,-3 0-57 0,3 0-47 0,-2 1-58 16,1-1-59-16,-1 0-46 0,3 0-24 15,-1 0-11-15,1 0-6 0,0 0-4 0,0 0-2 0,0 0-3 16,0 1-4-16,0-1-4 0,1 0-5 16,-1 2-3-16,0-2-5 0,3 1-3 0,-3-1-3 0,0 0-2 15,0 0-1-15,0 0 0 0,0 0-2 16,0 0 1-16,2 2 0 0,-2-2-4 0,0 0-2 16,0 0-2-16,1 0-3 0,-1 0-3 0,0 0-2 15,0 0-1-15,0 0-1 0,0 0 0 16,0 0 0-16,2 0-1 0,-2 0 1 0,1 0-1 15,1 0 1-15,3 1-1 0,0-1 1 0,1 1 1 16,3 1 0-16,1-1 0 0,1 1 2 0,5 0 3 16,-2 0 2-16,5 2 1 0,1-3 5 15,3 1 3-15,0-1-2 0,3 1-1 0,2-2-2 16,0 0 0-16,2 0-3 0,2-2-2 0,-2-1 0 16,0 0 1-16,2 0-1 0,-4 0-1 15,-2 0-1-15,1-1 0 0,-4 1 0 0,-1 0 0 16,-2 0-3-16,-3 1-2 0,-4 1 0 0,-1-1 0 15,-2 2 0-15,-4-1 0 0,0-1 0 16,-1 2 0-16,0 0 0 0,-2-1 0 0,-2 1 0 16,1 0 0-16,1-2 0 0,-3 2 0 15,-1 0 0-15,-1-1 0 0,0-1 0 0,-1 2 0 16,2-1 0-16,-3-1 0 0,3 2-19 0,-1-1-23 16,1 1-32-16,-1-1-71 0,2-1-107 0,0 2-198 15,0-2-291-15,3 0-354 0,2 2-409 16,1-3-216-16,4 2 297 0,2-1 799 0</inkml:trace>
  <inkml:trace contextRef="#ctx0" brushRef="#br0" timeOffset="92387.04">5456 14849 242 0,'-5'-6'570'0,"0"1"308"15,-3-1 215-15,1 0-177 0,0 1-251 0,-1 0-104 16,2 1-27-16,-2 3-69 0,2-1-96 16,-2 4-73-16,1-1-57 0,1 2-64 0,-1 2-72 15,0 2-46-15,2 4-26 0,-1 3-15 0,3 0-6 16,1 7-4-16,4 5-2 0,2 2 0 15,3 7 8-15,3 2 8 0,3 2 4 0,2 2 5 16,2-1 2-16,1-1 1 0,4-3-7 0,1-3-8 16,-1-3-3-16,2-3-12 0,3-6-7 15,-2-6-4-15,2-4-1 0,2-7-2 0,-3-7 5 16,1-6 11-16,-1-5 7 0,-2-10-2 16,-1-2-1-16,-4-6 0 0,-3-2-6 0,0-2-4 15,-5-2-2-15,-3 1 8 0,-3 0 7 0,-5 5 4 16,-2 1 5-16,-3 1 4 0,-3 4 3 0,-6 2-4 15,-3-1-3-15,-4 6-3 0,-4 1-5 16,-2 3 0-16,0 3 1 0,-3 5-1 16,0 3-6-16,0 6-4 0,3 6-1 0,2 4-7 15,1 4-4-15,3 5-1 0,4 3 3 0,0 4 3 16,7 0 0-16,2 3 6 0,3 2 2 0,5 2-1 16,2-1 1-16,3 0-2 0,3 0-5 15,4-3-26-15,1-2-69 0,4-2-69 0,-2-5-125 16,4-4-213-16,0-4-314 0,3-5-344 15,1-6-250-15,-2-3-114 0,3-7 429 0,-4-4 641 16</inkml:trace>
  <inkml:trace contextRef="#ctx0" brushRef="#br0" timeOffset="92867.1">5919 14897 54 0,'5'2'483'0,"-3"4"335"0,2 2 209 15,1 3 41-15,1 5-309 0,2 3-236 16,5 4-56-16,-1 4 2 0,3 2-36 0,2 5-62 16,0 0-67-16,1 6-55 0,1-2-80 15,0 5-67-15,1 0-40 0,2 3-24 0,-1 0-18 16,1 3-6-16,0-1 1 0,0 0-2 0,-2-3 0 16,0-6-1-16,-2-1-1 0,-1-7-7 15,-3-4-3-15,-1-3 0 0,-4-5 7 16,-2-6 13-16,-1 0 10 0,-3-6 5 0,-5-2 2 0,-1-5 1 15,-6-5-7-15,1-4-11 0,-5-6-13 16,-4-4-7-16,-2-7-3 0,-2-2-4 16,-2-7-1-16,-3-5-3 0,-2-2 9 0,1-6 4 0,3-4-3 15,-1-1 0-15,3-2-2 0,3 1 1 0,5 1-5 16,2 3-3-16,5 3 3 0,2 4 2 16,3 4 0-16,2 5 0 0,4 0 2 15,-1 6 0-15,4 2 0 0,-2 1 0 0,3 4-1 16,-1 2 1-16,-1 3-1 0,3 5 1 0,-2-1-1 15,-1 4 2-15,2 2-1 0,3 2 1 0,-2 2 1 16,3 2 1-16,0 2 0 16,-1 2 0-16,2 2 1 0,-2 2 0 0,0 2-1 0,1 3 1 15,-2 1-1-15,0 4 6 0,-1 5 2 16,-3 3 1-16,-1 3-1 0,0 5-3 0,-2 1-1 16,0 0-19-16,2 3-32 0,-4-5-78 15,1-1-97-15,-1-6-184 0,1-5-295 0,-2-3-339 16,0-6-380-16,-2-9-187 0,2-4 230 0,0-9 730 0</inkml:trace>
  <inkml:trace contextRef="#ctx0" brushRef="#br0" timeOffset="93068.84">6526 14943 638 0,'16'15'1370'0,"-2"3"210"0,-4 4-214 0,-2 7-346 15,-2 2-429-15,-3 7-219 0,-3 2-141 16,-2 4-70-16,1-1-50 0,-2-1-42 0,-2-1-30 15,5-7-17-15,0-3-13 0,0-8-10 0,5-2-20 16,-2-7-55-16,0-8-65 0,0-6-141 0,-1-8-256 16,1-7-313-16,-3-6-367 0,0-4-294 15,-3-8-83-15,1-3 577 0</inkml:trace>
  <inkml:trace contextRef="#ctx0" brushRef="#br0" timeOffset="93213.09">6403 14536 6 0,'-5'-10'592'0,"0"5"612"16,-4 4 219-16,1 5-161 0,0 4-341 0,-1 1-427 0,1 8-188 16,1-1-121-16,3 5-65 0,0-2-35 15,1 2-20-15,5 0-12 0,1 0-30 0,3-1-26 16,4 1-56-16,4-2-62 0,-1 1-131 0,4 0-260 16,1-1-292-16,2-1-313 0,5 0-233 15,-1-2-33-15,2 1 511 0</inkml:trace>
  <inkml:trace contextRef="#ctx0" brushRef="#br0" timeOffset="93579.82">7020 14902 127 0,'-4'-11'783'0,"-2"4"656"0,-3 2 161 15,-1-2-259-15,-3 1-451 0,-1 3-350 0,1 0-174 16,0 2-135-16,-2 1-91 0,1 3-46 0,3-2-31 15,0 4-22-15,0-1-15 0,1 1-12 16,4 1-7-16,-1-1-4 0,3 3-3 16,-1 0-2-16,5 1-1 0,0 0 0 15,2 2 0-15,1 0 1 0,5 1 0 0,0 2-1 16,1-1 7-16,2 1 3 0,2-2 1 0,1 1 1 16,3-1-1-16,2 1 0 0,-1-2-5 0,2-1-3 15,1 1-2-15,-2-2 0 0,0-1 0 0,-3 1 0 16,1-2 2-16,-4 2 0 0,-1 2 0 15,-4-2 1-15,-1 4 1 0,-6 2 0 0,-2 0 0 16,-4 2 2-16,-2 0-1 0,-3 3 2 16,-3 1-2-16,-3 2 1 0,-1-1-2 0,-2 4-1 15,-1-2-10-15,0 1-25 0,-3 1-70 16,-1-1-75-16,3-3-161 0,-1-1-284 0,3-7-329 16,3-2-381-16,5-6-247 0,2-3 28 0,6-4 707 15</inkml:trace>
  <inkml:trace contextRef="#ctx0" brushRef="#br0" timeOffset="94488.48">8060 14991 234 0,'3'-7'499'0,"0"5"201"16,-1-3 101-16,1 4-226 0,0-3-145 0,-1 2-56 15,1 0-7-15,0 0 7 0,0 2-12 0,-1-1-26 16,-1 1-56-16,2 1-24 0,1-1 0 15,2 4 6-15,1 0 6 0,3 4-16 16,3 3-9-16,0 5-44 0,3 4-45 0,2 3-45 16,0 6-33-16,1 1-15 0,0 5-11 0,1 0-13 15,1 2-13-15,-2 3-8 0,3 0-3 0,-3 2-7 16,0-1-7-16,-2-2 1 0,1 0 0 16,-4-2 1-16,-1-2 0 0,-1-3 0 0,-4-2 1 15,-1-2 1-15,-2-4 0 0,-2-3 7 16,-2-6 6-16,2 2 5 0,-6-6 2 0,2-2 2 15,-4-1 0-15,-2-5-6 0,-1-5-6 0,-4-2-4 16,-1-6-6-16,0-4-1 0,-2-6-2 16,0-5-1-16,0-5 5 0,0-7 1 0,-2-1 2 15,4-7-1-15,-4-3 0 0,4-3 2 0,-1-5-4 16,3-2-2-16,0 1 0 0,3-3 1 16,2 1-3-16,1 2 1 0,3 3-1 15,1 4-1-15,1 3 1 0,1 5-1 0,-1 4 0 16,2 5 0-16,1 5-1 0,-1 2 1 0,-1 8 0 15,-1 2 0-15,2 3 1 0,-2 3 0 16,2 4 0-16,-1 3 0 0,1 5-4 0,3 5-3 0,1 7-1 16,0 5 0-16,-1 5-1 15,1 7 0-15,-1 3 5 0,-2 4 7 0,2 3 4 0,-2 2 0 16,-2 1-1-16,1 0 0 0,1-4 0 0,-1-1-6 16,-2-3-3-16,1-4-14 15,1-6-18-15,-2-3-46 0,0-5-76 0,-3-6-109 16,0-4-178-16,-1-5-282 0,-2-6-337 0,2-5-321 15,-1-2-165-15,2-5 251 0,-1-5 641 0</inkml:trace>
  <inkml:trace contextRef="#ctx0" brushRef="#br0" timeOffset="95015.37">8368 14768 40 0,'13'-4'474'0,"-1"-1"352"0,-4 3 194 16,0 0 79-16,-1 2-317 0,-1 0-234 15,3 0-86-15,-1 3-49 0,-1 3-41 0,2-4-56 0,-1 5-50 16,2 1-52-16,-1 1-68 0,0 0-43 16,-2 0-24-16,1-1-34 0,3 3-21 0,-3 0-11 15,0-2-5-15,0 0-3 0,1 0-2 16,-1 1 1-16,-2-1-2 0,2-2 0 16,-2 3-1-16,1-4-2 0,-4 0 1 0,2-1-3 15,-2-1 1-15,-1-2-2 0,1 1 2 0,-2-1 0 16,1 0 2-16,1 0 0 0,0 0 0 0,0 1 0 15,2 0-1-15,1 0 1 0,-1 2 5 16,2 1 5-16,2 0 1 0,-1 1 3 0,2 2-2 16,0-2 1-16,3 5-7 0,-2-4-4 15,3 0-2-15,1-1-1 0,0-1-1 0,1-1-2 16,3-4-1-16,0-2 2 0,0-2-2 16,0-5 3-16,3-2 1 0,-3-3 3 0,0-4 4 15,0-3 1-15,0-1 0 0,0-3-1 0,-3 0 1 16,0-1-2-16,-4 1 0 0,-2 1-2 0,-2 4 9 15,-4-1 11-15,-2 5 8 0,-4 0 7 16,-2 3 3-16,-6 2 2 0,1 2-5 0,-4 4-6 16,-1 3-7-16,-2 2-5 0,-1 3-4 15,-2 7-2-15,3 2-4 0,-3 8-1 0,3 0 1 0,-1 6-2 16,4 2 0-16,1 4 0 16,2 1-2-16,4 1-2 0,1 1-2 0,3 1-3 15,2-1-1-15,2 0-2 0,3-2 0 16,1-4 0-16,5-1-3 0,2-5-2 0,3-2-10 15,1-6-43-15,3-3-81 0,1-4-133 0,1-4-265 0,3-2-311 16,1-2-390-16,2-2-364 16,2-1-51-16,-1-3 624 0</inkml:trace>
  <inkml:trace contextRef="#ctx0" brushRef="#br0" timeOffset="95763.24">9491 14895 151 0,'-3'2'497'0,"-2"3"296"0,0-2 196 0,0 1-52 16,-1 0-246-16,2 1-170 0,0 0-103 16,1 1-75-16,3-1-74 0,0 2-91 0,2 1-11 15,1 4 22-15,3 1 18 0,7 4 5 0,1 7-5 16,3 2-8-16,1 6-39 0,4 4-42 0,0 1-39 16,0 3-25-16,2 1-9 15,0 2-5-15,-1 2-6 0,-1 0-8 0,-1 1-3 16,-2 0-2-16,1 0-8 0,-2-3-3 0,-1-1-4 15,-4-2-2-15,1-8-2 0,-3-2-1 0,-1-4 0 16,-2-6 1-16,-2-3 7 0,-3-5 9 16,0-1 6-16,-3-3 3 0,0-6 0 0,-5-2 0 15,-2-6-6-15,-3-3-10 0,-1-5-5 16,-3-7-3-16,1-2-2 0,-6-8 0 0,2-5-1 16,-4-3 0-16,-4-7-1 0,0-5-1 0,2-6 2 15,-3-4-4-15,0-7-2 0,4-1-1 16,5-1-1-16,1-4 0 0,5 4-2 0,3 2 7 15,4 5 5-15,2 4 0 0,4 6 4 0,2 5-1 16,1 5 1-16,1 6-5 0,-1 7-2 0,1 4-1 16,2 7 1-16,-2 3-1 0,2 7 2 15,-1 4 1-15,2 9 0 0,-1 4 2 0,0 7 0 16,0 7 1-16,-2 9 1 0,-1 5-2 16,-2 7 0-16,-1 4-2 0,-1 3-1 0,-1 5-3 15,0 1-2-15,2-3-3 0,1-3-11 16,-1-6-26-16,1-3-73 0,2-8-76 15,-2-6-139-15,4-7-244 0,-2-8-321 0,2-7-356 0,1-8-228 16,2-5-32-16,0-9 539 0</inkml:trace>
  <inkml:trace contextRef="#ctx0" brushRef="#br0" timeOffset="96301.89">10019 14662 331 0,'3'-7'971'0,"-6"4"489"0,-2 5 45 16,-3 5-260-16,-3 4-493 0,-5 6-270 15,-1 3-140-15,1 5-114 0,-3 5-88 0,2 3-53 16,-2 2-28-16,4 2-17 0,2 1-12 0,1-1-10 16,4-2-7-16,4-4-4 0,2-3-6 15,4-4-3-15,5-2-2 0,2-7 0 0,2-3-1 16,4-7 3-16,1-1 0 0,3-9 1 16,3-2 0-16,-1-5 0 0,4-3-3 0,-1-4-8 0,-1 0-17 15,-2-2-34-15,1 1-66 16,-3 0-65-16,-1-1-70 0,-3 1-96 0,-3 0-130 15,-3-2-109-15,0 2-26 0,-1-3-10 0,-3 1 15 16,0 3 117-16,-3-2 205 0,-1 4 205 16,2-2 170-16,-3 2 141 0,2 6 135 0,-2 2 58 15,0 2 10-15,0 2-37 0,0 2-53 16,-2 3-66-16,2 0-75 0,-3 3-60 0,3 3-36 0,3 0-24 16,-3 0-16-16,3 0-16 0,-1 1-15 15,1-1-9-15,2 0-9 0,0 0-6 0,0 0 11 16,2-4 49-16,-1 3 46 0,2-2 22 15,1 0 28-15,1 1 20 0,-2 0-6 0,4 1-18 16,0 1-25-16,-1 0-19 0,2 1-17 0,1 5-17 16,0 1-11-16,0 5-23 0,-1-1-12 15,1 5-5-15,-3 3-12 0,2 0-6 0,-2 4-3 16,0-2-3-16,-1 0-1 0,-1 0-2 16,1-5 0-16,-1 1-2 0,0-7-1 0,-2-1 0 15,-1-5 0-15,-1-4-3 0,0-6-6 0,-1-4-9 16,-1-6-11-16,-1-6-17 0,0-3-19 15,-1-4-27-15,-1-5-37 0,0-2-38 0,0-3-26 16,0-3-23-16,2 0-40 0,-2 0-57 16,3-2-66-16,2 3-90 0,0 0-164 0,2 2-255 15,1 4-170-15,2 3 24 0,1 0 254 0,3 3 335 16</inkml:trace>
  <inkml:trace contextRef="#ctx0" brushRef="#br0" timeOffset="96602.07">10732 14536 97 0,'9'5'576'0,"-4"2"465"15,-3 1 215-15,-1 2-35 0,-4 1-236 0,2 3-251 16,-3 2-201-16,-5 0-132 0,3 2-84 0,-4 0-96 16,2 2-81-16,-1-1-49 0,3 1-28 15,-1-2-19-15,2-2-14 0,0 0-11 0,2-3-9 16,3-1-5-16,0-3-4 0,0-2-2 16,5-4 0-16,0-3 0 0,3-6 1 0,4-3-1 15,0-5 0-15,0-5-1 0,4 0-1 0,-3-2-1 16,2-1 0-16,-3 6-2 0,0 1 1 15,-2 3 1-15,-1 7 2 0,-1 1 1 0,0 6 2 16,-2 5 1-16,2 6 1 0,-3 6 1 0,0 5 0 16,2 4-1-16,-2 6-1 0,0 0 0 15,2 3-1-15,1-1-1 0,2 2-1 16,0-2-1-16,1-3 0 0,3-5-9 0,2-2-20 16,-2-9-63-16,1 0-73 0,-3-9-121 0,1-4-203 15,1-2-311-15,-3-7-353 0,0-4-273 0,0-4-126 16,-1-6 384-16,-1-3 653 0</inkml:trace>
  <inkml:trace contextRef="#ctx0" brushRef="#br0" timeOffset="96822.99">11141 14211 49 0,'0'-32'636'0,"4"8"549"0,-3 8 269 16,-1 5-67-16,0 7-370 0,2 5-380 15,-1 5-205-15,-1 8-117 0,0 2-96 0,2 7-78 16,1 2-44-16,-1 7-27 0,3 5-17 0,-1 3-11 15,1 4-7-15,0 3-8 0,1 2-7 16,-1 5-7-16,3 0-5 0,1 3-4 0,-1 2-4 16,0-4-9-16,3-2-17 0,-3-4-49 15,2-5-78-15,-1-6-125 0,-3-7-217 16,1-3-309-16,-3-4-370 0,1-4-342 0,-5-6-117 16,0-5 459-16,-5-5 709 0</inkml:trace>
  <inkml:trace contextRef="#ctx0" brushRef="#br0" timeOffset="97017.63">11067 14552 216 0,'-6'-13'914'15,"0"6"519"-15,-1 1-11 0,2 2-257 16,1 3-465-16,2 1-308 0,4 0-171 0,1 1-109 16,1 3-56-16,3-2-24 0,1 2-12 0,6 0-14 15,-1 1-1-15,2 0-7 0,3 1-48 16,-1 1-47-16,-1-1-63 0,1 1-130 0,0 0-194 15,-2-2-302-15,1 1-249 0,0-1-217 16,-2-1-25-16,0-2 407 0,-1-2 485 0</inkml:trace>
  <inkml:trace contextRef="#ctx0" brushRef="#br0" timeOffset="97398.54">11347 14564 319 0,'6'0'811'16,"-1"1"353"-16,-2 5 55 0,0 3-217 0,1 6-226 0,-1 1-186 0,0 7-145 15,-1 1-91-15,1 4-69 0,1 4-78 16,-1 2-71-16,2 3-53 0,2 0-29 0,-1 0-18 0,3 1-10 15,1-2-6-15,0-5-9 0,2-3-6 0,-1-6-3 16,2-6-2-16,-1-3-4 0,1-8-8 16,1-5-12-16,-3-5-24 0,1-5-36 0,-2-5-52 15,-2-3-48-15,1-3-33 0,1 0-17 16,-2-1 4-16,0 3 35 0,-1 0 65 0,0 4 57 16,-2 2 33-16,0 2 18 0,1 4 11 15,-1-1 11-15,0 6 21 0,2-1 36 16,0 3 42-16,-2 3 31 0,0 0 28 0,-1 4 6 15,2-1-11-15,1 3-21 0,-2 1-25 0,1 2-21 16,0 2-25-16,-1 1-14 0,1 1-10 16,1 4-12-16,-3 1-9 0,1 2-8 0,-2 4-2 15,1-1-1-15,-3 4 12 0,-1 0 11 16,0 3 8-16,-3 0 9 0,-2 2 5 0,0-1 1 16,-3 2-12-16,-2-1-8 0,-2 1-9 0,1-2-8 15,-6 2-6-15,2-3-4 0,-3-2-3 0,-1 0-2 16,3-4-2-16,-1-5-4 0,2-4-37 15,1-5-76-15,3-3-108 0,1-9-196 0,1-4-296 16,3-5-357-16,1-3-360 0,0-4-159 0,2-6 323 16,1-3 718-16</inkml:trace>
  <inkml:trace contextRef="#ctx0" brushRef="#br0" timeOffset="98122.16">11858 14002 123 0,'-15'-25'688'0,"1"2"452"0,1 3 125 15,1 4-98-15,3 3-345 0,0 2-234 16,2 4-142-16,4 1-89 0,0 2-65 0,1 1-51 16,2 6-60-16,3-1-55 0,2 8-27 15,4 6-14-15,-1 6-4 0,3 9-7 0,0 4-9 16,0 7-11-16,1 5-8 0,-2 5-9 15,0 7-9-15,2 0-4 0,-4 5-6 0,2 3-4 16,0-1-4-16,0 0-3 0,3-4-1 16,0-4-4-16,1-4-2 0,3-10-2 0,3-6-1 15,0-7-1-15,3-9 0 0,2-7-1 0,0-8 1 16,0-12 0-16,0-6-1 0,0-7-2 16,-2-7-1-16,1-5 0 0,-1-3 0 0,-2-2 1 15,-2 1 1-15,-2 2 2 0,-1 4 1 16,-2 2 2-16,-3 5 0 0,0 3 1 0,-3 4-1 15,0 3 1-15,-1 5-1 0,-1 4 2 16,1 4 0-16,-2 4 1 0,0 4 2 0,0 5 0 0,-2 4 1 16,0 4-1-16,2 4 0 0,-2 1 0 0,0 1-1 15,0 4-1-15,2 0-1 16,0 0-1-16,0-1 0 0,2-3-1 0,3 2-1 16,0-6-7-16,2-2-14 0,-1-5-33 0,2-4-75 15,-1-3-105-15,0-5-204 0,0-1-296 0,1-5-366 0,1 0-411 16,2-3-184-16,0 0 300 0,4-2 797 15</inkml:trace>
  <inkml:trace contextRef="#ctx0" brushRef="#br0" timeOffset="98273.4">12922 14838 231 0,'6'16'1283'0,"-3"4"546"16,0 2-253-16,-3 5-394 0,-3 0-433 0,2 3-357 0,-1 0-203 15,0-2-92-15,1-2-42 0,1-3-24 16,1-8-24-16,1-5-51 0,0-7-90 0,1-6-143 15,-2-4-251-15,1-8-312 0,1-7-387 0,1-1-372 16,-3-9-39-16,-1-4 618 0</inkml:trace>
  <inkml:trace contextRef="#ctx0" brushRef="#br0" timeOffset="98392.37">12878 14440 200 0,'-21'-62'1136'0,"4"6"629"16,-4 6-144-16,2 6-372 0,0 9-467 15,0 6-329-15,3 8-218 0,1 8-108 0,3 7-58 0,1 6-34 16,2 6-21-16,6 4-19 0,1 2-53 15,4 2-82-15,3 1-158 0,1 0-268 0,3-2-320 16,3 0-398-16,1-2-362 0,2 0-8 16,2-3 737-16</inkml:trace>
  <inkml:trace contextRef="#ctx0" brushRef="#br0" timeOffset="98950.51">13948 13483 33 0,'11'-22'582'0,"-2"4"524"0,-2 2 350 15,-4 5-40-15,-1 3-376 0,-4 5-363 16,0 3-211-16,-2 4-118 0,-4 6-112 0,2 2-77 0,-1 7-45 16,-3 5-24-16,1 8-15 0,1 7-10 15,0 7-2-15,0 8-1 0,-1 9-5 0,3 9-6 16,-1 9-6-16,1 10-7 0,-2 4-26 15,4 9-12-15,0 3 0 0,4 1 0 16,0 7 0-16,5-3 0 0,1 1 0 0,4-4 0 16,3-6 0-16,2-8 0 0,4-9 0 15,3-11 0-15,2-8 0 0,1-11-34 0,-1-12-73 16,2-6-84-16,-3-11-146 0,-1-6-268 0,-3-7-323 16,0-3-404-16,-8-5-346 0,0-5-27 0,-4-1 703 15</inkml:trace>
  <inkml:trace contextRef="#ctx0" brushRef="#br0" timeOffset="100369.91">14457 14887 211 0,'-3'6'658'15,"-2"-2"373"-15,2 0 129 0,1-3-189 16,-2-1-345-16,2 0-206 0,0-5-124 0,1-2-51 15,1-3-8-15,1-5-7 0,3-3-8 0,0-5-15 16,3-4-28-16,2-6-15 0,2-2-36 16,1-3-28-16,1-3-23 0,0 2-11 0,1 2-8 15,-1 2-25-15,-2 4-14 0,2 4-8 0,-4 5-4 16,-2 6 5-16,-1 6 4 0,0 4 6 0,1 6 6 16,-3 7 2-16,1 8 5 0,-2 4-1 15,2 7-1-15,0 6-4 0,-4 1-4 0,2 3-2 16,1 3-4-16,0-2-6 15,1 1-5-15,0-2-3 0,3-2-2 0,-2-2-2 0,2-4 0 16,0-5-2-16,1-2-2 0,-1-7 1 16,2-2 0-16,-2-5 0 0,4-5 0 0,-2-7 2 15,2-6-1-15,1-5 1 0,-2-7-1 16,3-4 0-16,-2-1 1 0,0-3-1 0,-1 3 1 16,-1 1 0-16,-1 2 1 0,-1 4-1 0,0 3 0 15,-3 4 0-15,-2 3 0 0,0 2 1 0,2 6 1 16,-2 3 1-16,-2 6 5 0,1 4 2 15,-2 5 2-15,2 4 0 0,-1 1-1 0,3 5 0 16,-1-1-4-16,2 2-2 0,-1-3-2 0,2-1-2 16,2-1-1-16,0-4-1 0,0-3 0 15,1 0-2-15,3-7 1 0,-1-4 2 0,5-6 0 16,-2-6 1-16,2-6 0 0,0-4 0 0,1-4 1 16,0-2-2-16,-3-2 0 0,1 1 0 15,1 2 0-15,-4-1 0 0,1 5 0 16,-4 1 0-16,-1 4 0 0,0 2 0 0,-3 5 1 0,0 0-1 15,-2 5 2-15,0 2 0 0,0 5 1 16,-1 4 1-16,-1 3 1 0,1 5-1 0,0 2 1 16,-1 3-3-16,4-1 0 0,-4 5-2 15,4 0-1-15,1 0-2 0,2-3 0 0,3 0-1 16,0-2 0-16,1-3-5 0,0-4-15 16,3-3-38-16,-2-4-75 0,0-3-78 15,0-5-156-15,-2-2-289 0,-3-5-330 0,0-1-334 0,0-3-198 16,-4 0 62-16,0 0 646 0</inkml:trace>
  <inkml:trace contextRef="#ctx0" brushRef="#br0" timeOffset="100667.34">15460 14865 14 0,'9'15'570'0,"2"-4"521"15,-3-1 206-15,-2-4-106 0,-1-4-283 0,3-3-296 16,-2-6-167-16,1-6-94 0,1-6-57 15,2-4-38-15,-2-7-57 0,4-3-63 0,2-7-51 16,-2-1-29-16,1-3-14 0,3 0-12 0,-2-1-7 16,0 2-5-16,-1 0-5 0,-1 0-2 15,1 5 3-15,-3-2 2 0,-1 5 1 0,-1 5 5 16,-1 7 2-16,-1 1 0 0,-2 6-1 0,1 2-1 16,-2 7-2-16,-1 4 0 0,1 6 0 15,-1 9-1-15,-1 7-4 0,-1 10-2 0,0 10-3 16,2 5-4-16,-2 12-3 0,0 7-3 0,0 12 0 15,-2 6-3-15,2 4-9 0,2-1-24 16,1-3-63-16,0-9-99 0,5-9-186 0,0-10-285 16,5-12-349-16,2-7-428 0,-2-14-284 15,1-7 222-15,-3-13 814 0</inkml:trace>
  <inkml:trace contextRef="#ctx0" brushRef="#br0" timeOffset="101368.59">15481 14077 280 0,'-7'-15'863'0,"1"2"356"0,1 3-5 0,2 0-219 15,-1 4-433-15,3-1-258 0,1 2-121 0,3 1-30 16,0-1 8-16,5-1 7 0,3-1-3 16,0-2-13-16,2-2-25 0,4 0-35 0,0-3-39 15,1-2-24-15,2 2-14 0,1 0-7 16,1 1-2-16,0 3-2 0,0-1 0 0,-2 3-3 15,2 1-1-15,-4 2 1 0,-2 2-2 16,3 3 3-16,-6 3-2 0,3 3 3 0,-7 3-8 16,-1 3-37-16,-3 5-37 0,-2 2-34 0,2 4-25 15,-5 4-16-15,1 4-6 0,-1 3 41 16,0 6 39-16,0 2 35 0,0 5 18 0,0 5 8 16,0 3 14-16,2 3 22 0,-1 4 41 15,1-1 50-15,3 4 43 0,0-2 27 0,1-1-4 16,3-7-17-16,-1-4-33 0,5-7-40 15,3-9-31-15,1-8-24 0,5-10-12 0,0-8-4 16,4-9-6-16,-4-7-2 0,3-9-4 0,1-8-2 16,-3-2 1-16,-2-6 0 0,-1-5 2 0,-1 1 15 15,-1-1 29-15,-3-1 24 16,-5 6 13-16,0 4 9 0,-3 2 3 0,-2 5-9 0,0 2-18 16,-2 2-12-16,0 3-9 0,-3 6-7 15,4-2-6-15,-4 5-7 0,1 2-6 0,-1 1-8 16,0 4-6-16,2 1-4 0,-2 2-2 0,1 1-1 15,-1 2 0-15,2 1-1 0,1-1 1 16,-2-1 0-16,1 3 1 0,-1-3-1 0,-1 2 2 16,2-2-1-16,-2 1 0 0,0-1 0 0,2-1 0 15,-2 2 0-15,1-2-1 0,-1 1 1 0,0 1 0 16,0-2 0-16,0 1 0 0,0 1 1 16,0 0-1-16,0 3 1 0,-1 1-1 0,1 1 1 15,-2 6 1-15,0 0 3 0,1 7 4 16,-1 2 2-16,-2 8 5 0,2 6 3 0,-1 8 2 15,-2 7-2-15,2 7-2 0,0 8-1 0,-2 4-3 16,2 6-5-16,0 3-1 0,-3 0-2 16,1-1-2-16,0-5 0 0,-1-8 4 0,-1-9 3 15,0-8 4-15,-1-10 3 0,-4-8 1 16,-2-11-2-16,-3-8-4 0,-5-9-4 0,-3-10-5 16,-4-9-3-16,-1-8-2 0,-2-4-5 0,-1-7-9 15,0-3-17-15,-2-6-34 0,0-3-81 16,2-5-148-16,1 0-260 0,4-4-316 0,1-1-404 15,2-1-447-15,1 0-50 0,5 4 733 0</inkml:trace>
  <inkml:trace contextRef="#ctx0" brushRef="#br0" timeOffset="102232.8">16596 14862 164 0,'2'4'665'0,"-1"1"412"0,-1-1 131 16,-1 0-126-16,1-3-404 0,-2 0-179 0,2 1-82 15,0-2-50-15,2 0-55 0,-2-3-45 0,0-3-44 16,0-5-59-16,1-4-55 0,1-6-43 15,1-2-20-15,1-8-7 0,2-2-4 0,1-5-6 16,2-2-5-16,0 0 2 0,0-1 2 16,3 1-5-16,-3 4-1 0,0 4-1 15,-2 5-3-15,-1 5 1 0,-3 6-3 0,1 1 1 0,-1 5 0 16,-2 7-2-16,-1 5-2 0,0 7-5 16,0 9-2-16,-1 7-1 0,-1 5 3 0,2 5 2 15,0 5 2-15,0 2 1 0,3 1-2 16,-1 4 1-16,4-2-3 0,-3-2-4 0,4 0-1 15,-3-4-1-15,4-5-1 0,2-5 0 0,-2-6-1 16,1-4 0-16,5-6 0 0,-1-9 0 16,4-6 1-16,3-12 0 0,0-6-1 15,2-12 0-15,0-5-1 0,2-6-1 0,1-4-2 16,0 0 1-16,-2-2 0 0,1 4 1 0,-4 5 1 16,-1 5 1-16,-5 3 1 0,-1 6 1 15,-2 5 4-15,-5 5 6 0,1 5 4 0,-3 5 7 16,-2 6 3-16,-2 6 2 0,0 6 0 15,-2 7-2-15,1 3-3 0,-2 3-5 0,1 5-3 16,0 2-2-16,2 0-4 0,0 5-3 0,4-1-3 16,0 2-1-16,1-3-2 0,1-2-1 0,2-4-1 15,4-3-1-15,-2-4-1 0,3-5-1 16,4-4-1-16,-1-6 0 0,1-2-1 16,1-5-3-16,1-5-12 0,-3-1-21 0,3-3-55 0,-5 0-83 15,0 1-169-15,-3-2-275 0,0 4-333 0,0 2-416 16,-4 1-328-16,-1 1 53 0,2 0 786 15</inkml:trace>
  <inkml:trace contextRef="#ctx0" brushRef="#br0" timeOffset="102663.8">17686 14755 220 0,'-2'-1'914'0,"-1"2"557"0,1 2 61 15,-1 3-242-15,-2 4-477 0,2 5-302 16,2 2-165-16,-3 4-114 0,0 6-79 0,2 3-49 16,1 4-34-16,-1 4-21 0,2 4-17 0,0 1-9 15,0 3-10-15,0 1-5 0,0 2-3 16,2-1-1-16,-1 1-2 0,1 1-2 0,2-3-10 15,1-3-29-15,3-2-79 0,-3-4-103 16,1-2-206-16,4-7-294 0,-4-2-362 0,2-4-412 16,-1-5-183-16,2-6 322 0,-3-6 790 0</inkml:trace>
  <inkml:trace contextRef="#ctx0" brushRef="#br0" timeOffset="104086.32">18462 13915 50 0,'0'-6'653'0,"-1"2"566"0,-1 1 295 15,0 0-119-15,-1 1-388 0,0 2-422 0,1 0-190 16,-1 2-113-16,2 1-106 0,-3 1-67 0,4 2-35 15,-3 3-22-15,2 3-8 0,1 4-9 16,0 6-4-16,0 3-12 0,0 6-1 16,0 3-1-16,1 4-6 0,2 6-4 0,-1 3-4 15,1 2 3-15,2-1-4 0,1-1-1 16,4-3-1-16,1-1-1 0,2-6 1 0,4-4 1 16,2-4-2-16,2-6 1 0,2-6-2 0,4-5 0 15,0-5 2-15,1-9-2 0,2-4 0 0,2-6 1 16,-2-6 1-16,0-5 1 0,-2-2 0 15,1-4 0-15,-2-4 2 0,-2-2-1 0,-1-2 0 16,-1 0-1-16,-5-1 0 0,3 2 0 0,-9 3 0 16,2 3 1-16,-4 3 2 0,-4 3 2 15,0 6 5-15,-6 4 2 0,0 3 1 0,-7 3-1 16,-1 7 1-16,-4 5-4 0,-3 7-4 0,-1 6-2 16,-4 3-2-16,-1 5-1 15,0 7-1-15,-1 4-2 0,0 5 0 0,3 5 2 0,-1-1 0 16,-1 5 2-16,3 0 1 0,3 5 1 0,2-3 1 15,2-2-2-15,3-1-3 0,5-6-1 16,3-6-2-16,3-5-1 0,4-4-1 0,2-7 1 16,1-4-1-16,2-4 1 0,4-6-4 0,0-5-8 15,4-7-21-15,1-3-50 16,0-8-72-16,1-4-76 0,0-3-128 0,0-4-196 0,-1 1-308 16,1-2-275-16,-1-1-196 0,-1 1-83 15,0 0 380-15,1 2 561 0</inkml:trace>
  <inkml:trace contextRef="#ctx0" brushRef="#br0" timeOffset="104980.63">19203 14397 313 0,'8'-8'850'0,"-4"3"349"0,-3 4 25 16,-1 7-201-16,0 2-270 0,-1 5-196 0,-3 5-130 15,0 3-79-15,-4 4-57 0,3 6-67 0,-1 3-73 16,-1 1-54-16,1 2-32 0,-2 2-19 16,4 0-12-16,0-4-10 0,3-4-10 0,2-3-5 15,4-5-5-15,4-7-2 0,3-4-1 16,0-7 0-16,6-8 1 0,-1-7 1 0,5-7-1 15,3-7 0-15,1-4-1 0,0-5-2 0,3-2 0 16,-3-4 1-16,0 3-1 0,-2-1 2 16,0 3 0-16,-4 6 0 0,-4 2 1 15,-3 3 1-15,-1 6 0 0,-4 2 1 0,-1 5 5 16,-1 2 3-16,-2 4 0 0,-4 2-1 0,0 7 0 16,-3 4-2-16,2 4-4 0,-5 2-1 15,3 6-2-15,-1 0 1 0,1 5 1 0,0 1 0 16,1 1-1-16,1 1 0 0,-1 1-1 0,4-3-1 0,-1-2-2 15,4-2 0-15,0-2-1 0,1-6-1 16,3-3 0-16,3-5 1 0,-1-5 0 16,5-7 0-16,-2-5 2 0,3-5 0 0,2-3-1 15,-1-4 0-15,0-2-1 0,-1 1 1 16,0-3-1-16,-1 4 1 0,-1-2 1 0,1 1 0 16,0 2 1-16,-3 0 0 0,2 0-1 0,-3 2 0 15,2 0 0-15,-5 5 0 0,-1 0-1 16,-1 4 1-16,0 3 0 0,-4 1 1 0,2 6 1 15,-5 0-1-15,3 6 0 0,-3 2-1 0,-3 4 0 16,3 3 0-16,-1 3 1 0,-3 4 1 0,3 1-1 16,-1 4 1-16,1 2 1 0,-1 0 0 15,2 2-3-15,2-3 0 0,2-2-2 0,3-5 0 16,3-4-1-16,0-9 1 0,3-3 1 16,3-8 0-16,-2-7 1 0,5-7 0 0,-1-6 0 15,-1-4-1-15,0-6 2 0,2-4 0 0,2-6 1 16,-4-2 1-16,4-4 0 0,-4-5 1 0,2-1-3 15,1-4 0-15,-3-1-1 0,0-1-1 16,-1-1 0-16,-1 0-1 0,0 1 0 0,-1 3 2 16,-3 3 0-16,0 10 0 0,0 3 1 15,-3 13 1-15,-1 3-1 0,-6 11 0 0,1 6 1 16,-2 11 2-16,-3 6 1 0,-1 11 6 0,-1 6 3 16,1 8 4-16,-1 9 4 0,-3 11 2 15,4 6 2-15,-5 10-3 0,1 10-1 16,-1 4-1-16,1 7-2 0,0 4-3 0,3 0-4 0,4-1-3 15,2-7-4-15,7-4-4 0,4-12-2 0,6-11-2 16,4-11-1-16,4-10-1 16,-1-13-3-16,2-7-5 0,2-9-4 0,-4-9-7 0,2-9-3 15,-4-6-2-15,-2-8 1 0,0-4 5 16,-3-5 4-16,-2-3 7 0,-2-2 4 0,-2-3 3 16,-4 1 2-16,-4-4 3 0,2 2 2 0,-6 0 3 15,0 1 4-15,-4 2 6 0,1 1 7 16,-2 5 5-16,-1 4 4 0,-3 4 1 0,0 6-5 15,1 7-3-15,-3 6-7 0,0 7-6 0,-1 5-6 16,0 8-3-16,2 7-1 0,0 3 0 16,0 5 0-16,4 3 0 0,2 3 0 0,-1 3-1 15,3 3 1-15,0 1-2 0,-1 2-1 16,3 0-1-16,3-2-5 0,1-4-12 0,2 1-20 16,2-8-57-16,0-4-82 0,0-3-160 0,1-3-272 15,5-2-330-15,-1-1-408 0,3-5-321 16,-2 0 24-16,2-3 745 0</inkml:trace>
  <inkml:trace contextRef="#ctx0" brushRef="#br0" timeOffset="105305.73">21328 15008 178 0,'7'-10'940'0,"-1"3"640"16,-1 3 1-16,0 4-295 0,-2 4-459 0,3 4-316 15,-4 6-189-15,-1 4-120 0,1 5-69 16,-2 6-42-16,0 3-23 0,-2 5-20 0,-1 4-14 15,0 4-9-15,0 3-7 0,1 3-4 0,-1 3-7 16,2 1-8-16,1-2-16 0,1-2-41 16,1-4-85-16,1-6-152 0,0-6-264 0,5-4-323 15,-3-9-405-15,-1-2-408 0,1-7-11 16,-3-4 739-16</inkml:trace>
  <inkml:trace contextRef="#ctx0" brushRef="#br0" timeOffset="106934.7">22004 14527 6 0,'3'-6'370'0,"-2"0"320"0,-2 0 291 16,1 2 124-16,-3 1-290 0,1 0-250 15,2 1-149-15,0 1-100 0,2 2-69 0,2 5-12 16,1 6-9-16,2 5-8 0,2 7 19 16,2 4-3-16,0 6-26 0,5 7-52 0,-3 2-45 15,-1 6-26-15,4 2-27 0,-3 1-17 16,1 2-8-16,-1 0-10 0,-4-1 0 0,4-4-3 15,-5-1-7-15,0-4-6 0,-1-5-2 0,0-3 1 16,-3-5-3-16,-2-4 2 0,1-4 7 0,-1-4 6 16,-2-2 4-16,-2-5 2 0,-1-1 0 15,1-3 0-15,-2-3-8 0,-3-4-6 0,0-2-5 16,0-6-3-16,-1-6-3 0,2-6-1 16,-2-5 0-16,4-6 2 0,-1-9 1 0,0-5 2 15,2-10 0-15,-1-4 0 0,1-9-2 16,2-6-2-16,1-6-4 0,1-4 2 0,2-1 0 15,2 1 3-15,2 2 1 0,1 6 2 0,1 6 2 16,0 7-2-16,-2 8-2 0,-1 7-2 0,0 10 0 16,1 6 0-16,-4 5 0 0,0 6-2 15,0 7 1-15,1 3-1 0,0 6 2 0,2 8 1 16,1 3 0-16,-1 5 0 0,1 4 0 16,-3 5 1-16,2 4-1 0,-1 1-1 0,-2 4 0 15,-3 2-1-15,0 2 1 0,-1 1 2 0,-3 2 2 16,-3 1 0-16,-3 2 0 0,1-1 3 15,-4 1-1-15,0 1-2 0,-1-2-1 0,-2-1 0 16,2-4-1-16,-2-1-2 0,5-5-3 16,-3-2-19-16,3-6-61 0,1-4-70 0,-2-5-131 0,4-4-216 15,0-1-313-15,0-6-354 0,5-1-284 16,2-4-117-16,-1-2 467 0,4-1 654 0</inkml:trace>
  <inkml:trace contextRef="#ctx0" brushRef="#br0" timeOffset="107404.27">22837 14427 72 0,'-13'-11'596'15,"-3"4"469"-15,-3 0 191 0,-2 4-58 0,0 2-326 16,-3 1-232-16,0 4-155 0,-1 2-104 0,4 1-69 16,-2 3-64-16,-1 4-69 0,5 0-67 0,0 6-39 15,2 1-26-15,2 3-14 0,3 4-9 16,2 3-5-16,2 1-8 0,2 5-3 0,2 0-2 16,2-2-2-16,4-1-3 0,2-5-1 15,2-4-1-15,6-4 0 0,2-7-1 0,2-6 1 16,2-5 1-16,2-9 0 0,2-7 0 15,1-5 2-15,2-4-2 0,-2-5 1 16,1-3-1-16,-1 0 0 0,-2 0 0 0,-5 1 0 16,-1 3 0-16,-4 1 0 0,-1 3 1 0,-2 6 2 15,-5-1 1-15,-2 6 0 0,-1 3-1 0,-1 4 0 16,-2 4-1-16,-3 4-1 0,-1 6-1 0,-1 4 0 16,2 5 0-16,-2 3 0 0,0 5-1 0,3 3 0 15,2 2-1-15,2 0-6 0,2-1-16 16,2-2-47-16,2 0-70 0,3-4-68 15,1-4-124-15,4-4-196 0,1-5-309 0,2-4-282 16,1-7-204-16,3-5-114 0,0-8 360 0,1-5 583 16</inkml:trace>
  <inkml:trace contextRef="#ctx0" brushRef="#br0" timeOffset="107718.28">23107 14497 57 0,'10'-23'594'15,"-2"4"486"-15,-4 4 221 0,0 3-27 0,-3 3-339 0,1 4-286 16,0 3-193-16,-1 4-106 0,-1 3-77 0,2 6-80 15,-2 5-67-15,1 4-41 0,2 4-26 16,-1 4-20-16,-1 3-9 0,2 3-7 0,2 4-4 16,0-1-7-16,0 1-6 0,1-1-3 0,2-2-1 15,0-4-1-15,2-4-2 0,0-5 0 16,-2-7-1-16,4-1 2 0,-4-8 0 0,1-5 1 16,0-4 1-16,-1-6 0 0,0-4 1 0,-2-5 0 15,2-3-3-15,-1-3 0 0,-2-4 0 16,2-1 0-16,-4-1-1 0,1 0 0 0,-1-2 1 15,0 1 0-15,-1-1-1 0,1 2 0 16,-1 2-1-16,1 1 1 0,1 5-3 0,-1-2 1 16,2 5-3-16,1 4-12 0,-1 2-26 15,3 4-44-15,0 3-62 0,-2 4-56 0,2 2-63 0,0 2-81 16,1 4-110-16,0-1-113 16,-1 3-170-16,2 0-229 0,3 1-192 0,2-2 6 0,-1-1 313 15,2-1 402-15</inkml:trace>
  <inkml:trace contextRef="#ctx0" brushRef="#br0" timeOffset="108019.33">23642 14389 373 0,'-2'-6'991'0,"-2"5"497"0,-4-1 30 15,-2 5-331-15,-1 3-420 0,-5-2-266 0,2 5-150 16,-5 4-125-16,0 2-85 0,-2 1-50 0,-1 4-27 16,2 4-18-16,-1 1-11 0,1 3-9 0,2 3-7 15,2 3-5-15,4-1-6 0,2 2-3 16,6-2-3-16,0-5-3 0,8-1 0 0,0-8-1 15,9-5-1-15,1-7 2 0,3-7-1 16,4-7-3-16,3-6-8 0,1-7-6 0,0-3-6 16,-1-2-4-16,2-2-2 0,-4 2 4 15,-4 2 7-15,-2 3 8 0,-4 4 7 0,-2 2 5 16,-3 6 1-16,-2 4 2 0,-4 4 2 0,-2 4-1 16,-3 6 0-16,0 5-2 0,-3 4 0 15,0 6-1-15,-1 2-1 0,3 3-1 0,2 0-9 16,-1 2-38-16,6-1-82 0,0-1-98 15,2 0-174-15,3-2-299 0,4 0-356 0,0-2-353 0,3 0-158 16,3-5 225-16,1-2 681 16</inkml:trace>
  <inkml:trace contextRef="#ctx0" brushRef="#br0" timeOffset="109169.42">23947 14971 226 0,'0'5'595'0,"0"-4"302"0,-5 1 153 16,4-2-172-16,-1-2-260 0,1 2-170 0,-1-3-108 15,0-1-69-15,1-4-45 0,-1 0-15 0,2-5 0 16,0-1 0-16,0-5-10 0,2-2 3 0,-1-3-20 15,1-5-37-15,1 0-44 0,5-5-15 16,-4 0-9-16,3-1-20 0,-1 3-4 0,1 1-2 16,0 1 0-16,-2 5-15 0,0 5-8 15,-2 2-1-15,0 5-8 0,-1 2-5 0,0 4-3 16,-1 1-2-16,-1 6-2 0,3 3-3 0,-3 6-1 16,5 4 0-16,-4 9 0 0,1 2 1 0,-1 4-2 15,3 5-1-15,1 3 1 0,-1 3-2 16,1 0 0-16,0 0 0 0,1-3-1 15,0 0 1-15,1-3 0 0,1-5-1 0,1-5-2 16,1-3 2-16,-1-7-1 0,4-7 1 0,-1-6 1 16,6-7 0-16,-2-9 1 0,1-7-1 15,1-7 1-15,2-4-2 0,0-6 0 0,1 0-1 16,0 0 1-16,-5 3-1 0,1 4 0 0,-3 0 0 16,-3 8 0-16,-1 3 0 0,-4 6 6 15,-1 3 2-15,-1 4 3 0,-1 4 1 16,-3 5 0-16,-3 8 0 0,-1 4-4 0,-1 6-2 15,0 5-2-15,0 5-2 0,1 3 0 0,0 4-1 16,1-1-1-16,3 0 1 0,0-1-2 0,3-1 0 16,1-2 1-16,2-6-1 0,2-1-1 15,3-7 1-15,2-4 0 0,1-6 1 0,3-6 0 16,4-7 0-16,1-7 2 0,3-7-1 16,4-5 0-16,-1-2-1 0,2-3 0 0,0-2-1 15,-1 1-1-15,-1 0 0 0,1 6-1 0,-3 0 2 16,0 3-1-16,-4 6 0 0,-1 3 1 15,-3 2 1-15,-2 7 0 0,-2 3 1 0,-4 7 1 16,-4 3 1-16,-1 6-1 0,-2 2 3 16,-1 4-3-16,0 0 1 0,-2 3-1 0,0-2-1 15,0 2 0-15,1-5-2 0,4 0 0 0,-2-5 0 16,3-2-1-16,1-4 0 0,2-6 0 16,5-6 0-16,-1-4 0 0,4-6 1 0,-1-6-1 15,2 1 2-15,0-7 0 0,-3 4-1 0,0-5 0 16,-2 3 1-16,-2-1-1 0,-1 0 1 15,-2 4 0-15,-5 1 1 0,-2 1 0 0,-4 0 0 0,-2 0 1 16,-5 3 1-16,-5 0 0 0,0 2-1 16,-5 3 0-16,0 1 0 0,-4 4 1 0,3 2-3 15,-2 5-1-15,-1 6 1 16,2 5-2-16,3 3 2 0,0 7 4 0,5 4 4 0,0 4 5 16,4 7 5-16,2 4 6 0,2 5 2 15,1 4-3-15,4 4-3 0,2 0-5 0,5-3-4 16,2-3-7-16,4-5-4 0,1-6-2 0,5-6-2 15,3-6 0-15,2-5-1 0,1-7-3 0,3-4-11 16,0-6-26-16,0-3-75 0,-2-4-87 16,-1-4-174-16,-2-1-286 0,-2-3-341 15,2-1-398-15,-5 1-218 0,0-3 134 0,-3 0 741 16</inkml:trace>
  <inkml:trace contextRef="#ctx0" brushRef="#br0" timeOffset="109448.56">25202 13866 549 0,'2'-2'1081'16,"0"7"310"-16,-1 3-12 0,2 8-292 16,0 5-403-16,0 6-215 0,1 3-119 0,-1 6-94 15,0 4-82-15,0 4-58 0,0 4-35 16,-1 3-21-16,1 3-15 0,0 1-9 0,-1 2-7 15,-2 3-9-15,1-2-5 0,1 1-6 16,-1-2-4-16,3-4-3 0,0-5-6 16,3-3-12-16,-1-7-29 0,3-4-73 0,-1-8-76 0,1-4-134 15,-5-6-207-15,2-4-320 0,-3-5-348 16,1-2-227-16,-3-5-87 0,-1-6 435 0,0-3 610 16</inkml:trace>
  <inkml:trace contextRef="#ctx0" brushRef="#br0" timeOffset="109648.91">25174 14421 114 0,'-6'-17'752'0,"2"4"602"15,0-1 143-15,0 3-218 0,1 3-402 16,1-1-343-16,2 0-171 0,4 0-121 0,1 0-76 0,3 1-44 16,4-4-36-16,1 3-33 0,4 0-20 15,1 0-13-15,4 2-8 0,0-1-7 0,3 0-4 16,1 4-2-16,0 2-30 0,1 0-80 15,-3 2-103-15,-2 2-199 0,-1 1-288 16,-3 4-356-16,-1 2-380 0,-4 0-163 0,-3 3 299 16,-3 1 735-16</inkml:trace>
  <inkml:trace contextRef="#ctx0" brushRef="#br0" timeOffset="110196.77">25495 14597 409 0,'-7'19'1151'16,"0"-2"412"-16,-1-3-113 0,1-3-290 0,2-3-496 15,2-2-239-15,2-2-158 0,1-6-98 0,3-2-61 16,3-5-42-16,2-3-27 0,6-2-13 16,1-3-11-16,3 0-5 0,0-1-5 0,3 1-1 15,-1 3-3-15,-2 1-2 0,0 4-1 0,-1 3 1 16,-2 3 2-16,-2 4 1 0,-2 4 5 16,-3 7 6-16,-2 1 7 0,-3 6 5 0,-1 5 4 15,-2 2 1-15,0 2 1 0,-2 3-2 16,2 3-4-16,-1-2-5 0,1-1-3 0,0 1-4 0,1-2-6 15,3-4-3-15,-1-3-2 16,3-4-2-16,0-4-1 0,2-4 0 0,0-7 0 16,4-3 0-16,0-5 0 0,3-7-1 0,-2-3 1 15,3-2-2-15,0-3 1 0,-3-3 0 0,1 0 2 16,-1 0 0-16,-3-1 0 0,0 2 0 16,0-2 0-16,-4 6 0 0,1 1 0 0,-2 1 0 15,0 5 1-15,-2 1 0 0,-1 3 0 0,0 3 1 16,-1 2-2-16,2 3 2 0,-1 4-2 15,1 2 1-15,-2 1-1 0,2 1 1 0,1 5 0 16,-3-2 0-16,3 1 0 0,-1 3 0 16,2-2-1-16,-2 3 0 0,2 0 0 0,1 0-1 15,-3 2 0-15,0 1 0 0,0 2 1 0,-1 2-2 16,-1 3 1-16,-1 0 0 0,-1 6-1 16,-2 0 0-16,-2 3 2 0,-2 2 0 0,-3 4 1 15,-2 2 1-15,-3 1 0 0,-1 2 6 16,-5 5 4-16,-1-2 6 0,-2 3 3 0,-3 0 4 15,-3-1 2-15,0 0-3 0,-1-3-5 16,-3-5-5-16,3-4-3 0,1-6-6 0,0-6-4 16,1-7-1-16,6-8-2 0,-1-7-9 0,6-7-11 15,3-9-24-15,4-7-65 0,-2-8-86 0,7-6-182 16,1-9-278-16,3-3-340 0,2-6-410 16,4-5-270-16,-1 3 113 0,2-3 812 0</inkml:trace>
  <inkml:trace contextRef="#ctx0" brushRef="#br0" timeOffset="111314.65">26559 14966 91 0,'-5'5'496'0,"-3"0"331"0,2-2 208 16,-3 0 31-16,2-1-384 0,2 1-214 15,2-1-105-15,0 0-57 0,0-2-36 0,3 0-48 16,-2 0-45-16,2-5-35 0,2-4-27 16,3-3-29-16,1-7 3 0,4-5 3 0,4-8-4 15,0-4 25-15,5-6 14 0,1-4 3 16,0-1-29-16,1-4-12 0,3 1-1 0,-3 1-26 15,-1 4-16-15,-1 2-9 0,-3 7-6 0,-2 5-9 16,-3 6-2-16,-3 2 0 0,0 7-1 0,-3 6-2 16,-4 5-1-16,3 7-3 0,-4 7-7 15,-4 7-4-15,4 5-2 0,-1 8 0 0,-2 0 0 16,1 4 1-16,2 2 2 0,0 2 0 16,2-2 2-16,-1 2-1 0,1 0 0 0,-1-3-1 15,4-1 0-15,-2-3-3 0,2-3 2 0,2-4-2 16,0-5-1-16,3-6 2 0,0-5 0 15,2-5 0-15,1-9 1 0,2-5 1 0,0-5-2 16,2-5 0-16,-1-6-2 0,3-3 0 16,-2-2-2-16,1 0 1 0,-2-1 0 0,-1 5 2 15,-2 0 1-15,-1 4 2 0,-4 6 6 0,-1 5 6 16,-2 2 1-16,1 5 1 0,-5 3 0 0,-1 8-2 16,0 3-5-16,-1 8-5 0,-4 2 0 15,4 7-1-15,-4 3-1 0,2 1 0 0,1 2-1 16,0-1 1-16,1 3-1 0,2 0 0 15,-1-4-1-15,4 1 0 0,-1-4-1 0,2-3-1 16,1 0-1-16,-2-7-1 0,5-2 2 0,-1-7-1 16,4-5 1-16,2-6 1 0,0-9 0 15,2-4 0-15,3-6-1 0,-3-4 0 0,1-2-2 16,0-2 0-16,0 1 0 0,-4 1-1 0,0 1 1 16,-1 2 1-16,-3 5 0 0,2 2 0 15,-3 4 0-15,-1 3-1 0,-3 2-2 0,2 3 0 16,-2 2 1-16,-1 5 0 0,2 1 0 0,-2 4 2 15,-2 2 2-15,1 5 1 0,0 1 0 0,-1 3-3 16,-1 2-4-16,2 1-10 0,-2 0-18 16,0 4-32-16,0-5-58 0,-2 3-62 15,2-2-86-15,0-1-155 0,0-4-267 0,0-1-292 16,2-3-242-16,1-5-196 0,3-2 122 0,0-5 574 16</inkml:trace>
  <inkml:trace contextRef="#ctx0" brushRef="#br0" timeOffset="111498.46">27650 14536 134 0,'1'22'771'0,"-1"3"534"0,-1 3 116 15,-3 5-151-15,-3 6-398 0,-1 2-332 16,-2 3-176-16,-4 3-110 0,3 0-75 0,0-2-59 16,0-3-50-16,5-7-32 0,2-3-20 0,3-8-43 15,2-6-72-15,4-8-72 0,-1-7-132 16,5-8-214-16,-3-6-321 0,4-8-314 0,-1-5-224 15,4-6-74-15,-4-5 444 0,4-4 585 16</inkml:trace>
  <inkml:trace contextRef="#ctx0" brushRef="#br0" timeOffset="111679.74">27676 14173 7 0,'-10'-54'556'16,"2"5"520"-16,-4 6 295 0,2 6-7 0,2 9-316 15,-2 7-420-15,1 4-219 0,-1 8-117 0,2 6-94 16,0 7-87-16,-2 7-55 0,1 6-29 15,1 4-12-15,4 5-11 0,-2 5-26 0,1 2-53 16,3 3-59-16,1 3-52 0,1 2-103 16,0 2-172-16,1 1-284 0,2 0-238 0,5 1-215 15,0-1-140-15,2-1 245 0,2 0 535 16</inkml:trace>
  <inkml:trace contextRef="#ctx0" brushRef="#br0" timeOffset="111932.06">27968 14854 173 0,'15'-16'771'16,"-5"-2"442"-16,-2-3 179 0,-3-1-67 0,1-4-430 16,-5 0-302-16,-1-1-165 0,0-1-97 0,-1 1-95 15,-5 0-88-15,-1 2-50 0,-1 2-30 0,-1 3-17 16,-4 4-13-16,-1 2-9 0,-2 7-6 0,2 4-7 16,-5 7-6-16,-1 5-4 0,0 9-1 15,2 5-3-15,-2 6 1 0,1 7-1 16,4 5 0-16,2 5-1 0,3-1-2 0,4 5-1 0,2 0 0 15,2-1-2-15,5 1-2 16,5-6-9-16,5-3-23 0,4-5-37 0,5-6-55 16,8-5-70-16,6-5-113 0,4-6-219 0,5-7-287 15,2-5-294-15,4-7-271 0,2-5-137 0,1-6 344 16,-1-3 694-16</inkml:trace>
  <inkml:trace contextRef="#ctx0" brushRef="#br0" timeOffset="112677.74">28499 13986 90 0,'0'-18'534'16,"-2"2"423"-16,-1 5 239 0,-2-2-32 15,1 5-391-15,-1 2-179 0,2 1-90 0,-3 2-93 16,1 3-79-16,0 0-63 0,-1 3-51 0,1 3-67 15,-2 3-57-15,1 6-36 0,0 4-13 0,3 6-8 16,-2 6-7-16,2 5-6 0,3 8 4 16,-2 5 2-16,2 7-6 0,2 4-1 0,-1 4-2 15,3 4 0-15,0 5-6 0,3-4-4 16,0 2-4-16,6-4-2 0,2-7-2 0,5-4-3 16,4-10 0-16,2-7-1 0,8-9 1 0,-1-9 0 15,3-7 1-15,1-10 0 0,-1-8 0 16,2-9 0-16,-5-7 0 0,-1-5 1 0,-4-7-2 15,-3-3-1-15,-5 0 1 0,-3-2 0 0,-6 1-1 16,-4 3 1-16,-4 1 2 0,-6 2 0 16,-2 2 1-16,-5 6 0 0,-4 2 0 0,0 1-1 15,-7 7-1-15,2 3-1 0,-3 4-1 16,-2 8 0-16,2 5-1 0,0 3 1 0,1 7 2 0,3 7 0 16,3 0 1-16,1 7 0 0,6 2 0 15,2 2 0-15,3 3 0 0,1 2-1 0,4 2 0 16,2-3-1-16,3 1-1 0,5 0-2 15,3-6-4-15,2 1-15 0,2-5-56 0,3-3-77 16,3-2-148-16,2-7-271 0,3 1-320 0,3-7-392 16,1-3-310-16,-1-3-12 0,3-1 676 15</inkml:trace>
  <inkml:trace contextRef="#ctx0" brushRef="#br0" timeOffset="113451.62">29186 14934 82 0,'0'7'537'0,"-1"-1"394"15,-2 1 211-15,-2-2-27 0,2 1-397 16,-2 0-255-16,4-1-127 0,-1-2-73 0,0-2-62 16,2 1-45-16,4-2-3 0,-3-5 14 0,4-2-14 15,3-5 4-15,1-8 0 0,3-2-6 16,5-8-24-16,-1-4-21 0,4-4-14 0,2-3-25 15,-2-1-17-15,1 0-1 0,0 2-5 16,-3 2-12-16,0 6-7 0,-3 2 2 0,-5 7 3 16,-1 5-4-16,-1 4-1 0,-5 4-1 0,-2 5-2 15,-1 7-6-15,0 4-5 0,-3 4-2 16,0 8-4-16,0 3-1 0,-2 5 0 0,2 3 1 0,-1 2 0 16,3 2-2-16,1 1-1 0,1-2 0 15,3 1 0-15,1-2-6 0,-1-2-3 0,3-4 4 16,2-4-5-16,1-2-1 0,2-8-2 15,4-4 5-15,0-3 2 0,4-9-3 0,2-5 4 16,1-8 1-16,1-4 1 0,1-8 7 0,2 1 1 16,-2-6 2-16,-3 1-1 0,2-2 1 15,-4 1-1-15,1 4-4 0,-5 1-2 0,-2 4-1 16,-3 5 2-16,-3 4 1 0,-2 4 1 0,0 3 3 16,-3 2 0-16,1 6 1 15,-4 2-2-15,-2 4-1 0,0 3 2 0,-1 5-3 16,2 2-3-16,-4 3 2 0,4 4-1 0,-2-1 0 0,1 4 0 15,2 2-1-15,0-1-1 0,2 0 0 16,-1 3-1-16,2-6-2 0,3 1-2 16,2-3-3-16,2-6-12 0,0 0-29 15,0-5-70-15,2-3-68 0,0-5-109 0,-1-4-188 0,1-3-310 16,0-2-322-16,2-6-227 0,2-3-148 16,2-1 284-16,0-6 630 0</inkml:trace>
  <inkml:trace contextRef="#ctx0" brushRef="#br0" timeOffset="113606.37">30230 14505 33 0,'11'7'543'16,"0"3"474"-16,-3 7 223 0,-3 3-70 0,-4 5-324 16,-1 7-245-16,0 2-132 0,-1 5-88 0,-7 3-65 0,2 1-51 15,-2 3-56-15,0 0-73 0,-3-3-62 16,3 0-38-16,2-8-20 0,1-3-27 0,2-6-62 16,3-7-70-16,0-6-103 0,1-9-177 0,2-6-307 15,4-6-328-15,-1-5-262 0,1-7-154 16,2-5 270-16,-4-5 619 0</inkml:trace>
  <inkml:trace contextRef="#ctx0" brushRef="#br0" timeOffset="113778.31">30222 14244 239 0,'-4'-39'857'16,"-1"5"411"-16,-2 6 21 0,3 6-191 0,-2 7-479 16,2 3-287-16,1 7-147 0,2 5-82 0,-3 6-47 15,4 8-28-15,-1 1-10 0,2 6-6 16,1 0-3-16,1 6-6 0,2 1-7 0,3 3 0 15,1 3-21-15,1 2-24 0,4 1-37 0,-3 1-102 16,5 1-179-16,-2-2-296 0,5 2-256 0,2 1-240 16,2-5-100-16,3 1 323 0,2-4 503 0</inkml:trace>
  <inkml:trace contextRef="#ctx0" brushRef="#br0" timeOffset="114108.04">30847 14627 242 0,'3'-18'869'0,"-3"2"442"0,-5 3 82 0,-3 1-119 15,0 3-462-15,-4 2-285 0,-2 4-143 0,-4 6-95 16,-1 1-76-16,-3 6-73 0,1 3-44 16,-1 3-25-16,0 5-17 0,0 2-12 0,5 0-15 15,-2 4-11-15,4 3-7 0,1-2-7 16,5 4-4-16,1-2 2 0,4 0 6 0,4-3 2 0,4-2 1 16,4-3 0-16,3-6 0 0,6-4-5 15,4-7-3-15,0-7-2 0,4-5 0 0,1-8 0 16,3-5-1-16,-2-2 0 0,0-4 0 15,-3-1 0-15,-1 2 0 0,-2 0 1 0,-5 2 0 16,1 2 0-16,-4 4 1 0,-1 3 0 0,-2 3 0 0,-2 4-1 16,-1 5 2-16,-4 3 0 15,1 5-1-15,-4 4 0 0,-4 7 1 0,3 1-2 16,-5 6-1-16,3 2-5 0,0 2-12 0,-2 1-30 0,2 1-69 16,1 0-72-16,2 0-107 0,2 1-122 15,6 3-135-15,2-1-134 0,5-1-92 0,4 1-208 16,1-3-85-16,6-2 36 0,0-3 189 15,8-1 312-15</inkml:trace>
  <inkml:trace contextRef="#ctx0" brushRef="#br0" timeOffset="115146.75">31522 15130 113 0,'6'-4'327'0,"-1"-1"143"0,-2 0 107 0,0 2-168 15,-1 1-189-15,1 0-130 0,-1-1-111 0,1 3-158 16,-3 0-215-16,0 0-91 0,2 0 3 0,0 2 97 16,2-2 136-16</inkml:trace>
  <inkml:trace contextRef="#ctx0" brushRef="#br0" timeOffset="115529.31">31685 15199 22 0,'3'-3'431'0,"2"2"329"0,-2-4 198 16,2 1 5-16,-2-2-336 0,3-2-295 0,0 2-164 16,2-2-80-16,0-1-41 0,1 1-43 0,0 1-24 15,2 2-9-15,-2-2-9 0,1 0-3 16,-2 3-22-16,1-1-12 0,-1 3-23 0,0 0-16 15,-2 2-9-15,2 2-7 0,0-1 15 0,-2 2 32 16,1 1 33-16,-1-1 14 0,2 2 11 0,-4-1 10 16,1-1 13-16,0 2 35 0,-2-3 48 0,2 1 73 15,-2 1 82-15,2-4 86 0,-5 2 35 0,1-2-7 16,-2 3-25-16,1-3-32 0,0 0-30 16,-3 0-41-16,1-3-34 0,2 3-26 0,0-2-28 15,0 2-29-15,-1 0-40 0,1-2-32 16,0 0-20-16,1 2-9 0,-1-3-21 0,5 2-45 15,-2 0-35-15,0-1-63 0,2-1-116 0,1 2-176 16,1-1-289-16,2 0-245 0,4 2-233 0,0 0-53 16,5 2 346-16,1 0 480 0</inkml:trace>
  <inkml:trace contextRef="#ctx0" brushRef="#br0" timeOffset="116350.66">32008 13585 239 0,'3'-1'508'0,"-2"0"216"16,2-1 99-16,-1 0-248 0,1 0-242 0,-2 4-37 15,6 0 3-15,-2 1 17 0,3 3 15 0,4 2 13 16,1 6 3-16,6 1-27 0,-2 6-28 16,5 2-41-16,0 3-2 0,-1 1-11 0,3 5-25 15,-1 1-34-15,-1 0-34 0,-1 0-21 0,3 3-38 16,-2 0-24-16,-2 3-11 0,3 0-12 0,-3 5-7 16,1 1-6-16,-4 2-4 0,4 5-1 15,-5 1-4-15,-1 2-6 0,0 2-5 0,-3 0 0 16,-2 2-2-16,-2 1 1 0,-3 1-1 15,-1 0-1-15,-4 2-2 0,-2-1-1 0,-4 0 0 0,0 0-1 16,-4 3 0-16,1-4 1 0,-5 2 1 0,-1-1 0 16,-2 0 1-16,-2-3 1 0,2 1-2 15,-2-3-1-15,1-3-1 0,-1-3-1 0,3-2 0 16,1-6-10-16,-1-1-25 0,2-7-60 0,2-4-71 16,0-7-118-16,2-6-198 0,2-7-308 15,4-7-322-15,-2-6-259 0,-1-5-119 0,2-7 364 16,1-4 622-16</inkml:trace>
  <inkml:trace contextRef="#ctx0" brushRef="#br0" timeOffset="122425.55">26488 15881 155 0,'-7'-1'412'16,"2"0"212"-16,-4-2 179 0,5 1-90 16,0 1-149-16,-1-1-79 0,2 1-42 0,3-1-40 15,-1 1-56-15,-1 1-74 0,0 0-61 16,2 0-46-16,2 0-17 0,0-2 36 0,1 2 38 15,2-2 19-15,3 1-1 0,2 1-18 0,3-1-31 16,4-1-56-16,0 2-47 0,3 2-35 16,2-1-20-16,0 4-10 0,2-1-8 0,0 1-6 15,1 2-3-15,-3-1 0 0,2 2-2 16,0-1-2-16,-4 1 0 0,-1-1 0 0,-2 1 0 0,-4 1 0 16,0 0 1-16,-7 1 4 0,-1 1 1 15,-5 2 3-15,-2 2 1 0,-4 0 0 0,-3 2-2 16,-3 0-2-16,0 2-3 0,-2 0-1 15,-4 1-2-15,1-3 1 0,-4 5 0 0,4-3 0 16,-4 2 0-16,4 1-5 0,-4-1-4 0,3-4-1 16,3 3-2-16,-1-1-1 0,4-5-2 0,2 1 6 15,1-3 2-15,2-2 1 0,3 1 0 0,0-4 1 16,3 1-2-16,2-2 1 0,3-1-1 16,-1-1 1-16,3-1 6 0,2 0 2 0,5-3 2 15,-2 0 1-15,3-2-1 0,0 0 0 0,5-3-7 16,-1 0-12-16,1 1-27 0,-1-1-55 0,-2-2-61 15,3 1-63-15,-3 0-102 0,0 0-150 16,-2 1-212-16,2-1-237 0,-2 1-216 0,2 1-176 16,-2-1 117-16,0-1 456 0</inkml:trace>
  <inkml:trace contextRef="#ctx0" brushRef="#br0" timeOffset="122805.23">27251 15885 80 0,'-1'-12'654'0,"-3"1"480"16,-3 4 143-16,-4 4-86 0,-2 5-297 0,-4 3-284 16,-4 6-160-16,-1 4-94 0,-7 4-63 15,3 2-57-15,-1 5-71 0,0 2-62 0,2 1-34 16,4 0-20-16,4 3-12 0,1 0-17 0,3-2-10 16,5-2-7-16,5 0-6 0,3-3-4 0,3-3-2 15,4-2 4-15,2-3 2 0,5-4 1 16,2-5 1-16,5-2 0 0,1-6 1 0,3-4-1 0,-1-5 0 15,3-3 5-15,1-6 3 16,1-1 1-16,-3-5 0 0,3-1 0 0,-2-1 0 16,-4-1-5-16,0-1-2 0,-3 5 0 0,-4 0 0 15,-2 2 2-15,-6 5 0 0,0-1-1 0,-3 5 0 16,-4 2 0-16,-1 3 0 0,-6 3 0 16,1 3-1-16,-3 6-1 0,0-1 0 0,-6 8 1 15,3 0 0-15,-2 4 0 0,-1 2 1 0,1 2 1 16,0 1-5-16,1 1-3 0,3 3-4 15,0-2-1-15,0 1-2 0,5 0-7 0,0 1-4 16,1-3-19-16,3-1-54 0,2-3-65 0,-1 0-68 16,4-5-125-16,0-2-175 0,2-1-297 0,2-3-247 15,-1-2-211-15,0-2-104 0,1-3 351 0,2-2 524 16</inkml:trace>
  <inkml:trace contextRef="#ctx0" brushRef="#br0" timeOffset="123216.04">27553 15952 65 0,'7'-9'489'0,"-4"2"417"16,2 0 258-16,-4 2-51 0,-1 0-344 15,0 4-205-15,-1 2-105 0,-3 3-61 16,1 2-49-16,-2 3-43 0,-1 4-41 0,-3 2-47 15,-1 3-58-15,1 3-53 0,-1 1-35 0,1 5-22 16,-1-1-13-16,1 0-10 0,3 2-8 0,-1 0-6 16,4-3-4-16,0 0-4 0,3-3-2 0,1-2-3 15,4-2 0-15,0-3-1 0,3-2-1 16,3-2 1-16,-2-2-1 0,3-3 2 0,2-2 1 16,-2 1-1-16,2-4 1 0,3-1 0 0,0 0 1 15,0-3 0-15,1 0-1 0,0-1 1 0,-2-4 0 16,1 1 0-16,1-2-1 0,-1-1 0 15,-2-3 0-15,0 0-1 0,-2-2 0 16,3 0 0-16,-7-2-1 0,3 2-1 0,-2-3 1 0,-2 2-1 16,1-2 0-16,-5 1-1 0,4 0-1 0,-3 3-6 15,-4-3-22-15,1 3-50 0,0-3-68 16,-4 3-73-16,-1-1-129 0,1 1-191 0,-1 1-305 16,0 0-263-16,3-1-203 0,0 1-70 0,3-2 377 15,2 0 539-15</inkml:trace>
  <inkml:trace contextRef="#ctx0" brushRef="#br0" timeOffset="123386.55">28021 15893 516 0,'-1'22'1092'0,"-3"1"372"0,0 1-25 16,-2 4-337-16,-1-1-402 0,-2 2-236 16,-1 2-137-16,-1-2-109 0,0 3-87 0,-1-3-55 15,2 1-33-15,2-3-20 0,2-3-13 0,0-1-15 16,1-4-53-16,2-3-78 0,1-5-131 0,2-4-257 15,2-4-308-15,1-3-382 0,2-4-339 0,2-4-80 16,0-3 579-16</inkml:trace>
  <inkml:trace contextRef="#ctx0" brushRef="#br0" timeOffset="123593.6">28080 15624 209 0,'-7'-20'943'0,"-2"7"537"0,0 4 2 15,-1 4-234-15,-2 2-452 0,-1 3-319 0,0 3-180 16,0 3-107-16,2 2-66 0,-3 3-50 0,6-1-34 16,0 2-21-16,1 0-11 0,4 1-5 15,3 0-4-15,0 2-37 0,3-1-69 0,1 3-79 16,1-2-143-16,1 1-269 0,1 1-331 16,1 4-324-16,1 0-212 0,0-1 47 0,1 5 581 15</inkml:trace>
  <inkml:trace contextRef="#ctx0" brushRef="#br0" timeOffset="123843.98">28206 16121 176 0,'8'-9'539'0,"-1"1"335"16,0-4 199-16,0 0-147 0,-2-3-239 16,1-2-152-16,-1 0-38 0,2-1-14 0,-4 3-49 15,2-2-54-15,-3 0-53 0,0 4-50 16,-2 2-74-16,0 1-66 0,-2 4-42 0,-1 1-29 15,-2 5-21-15,-3 4-13 0,0 4-13 0,-1 6-8 16,-5 2-2-16,1 4-1 0,-1 5 0 0,-1 2-3 16,3 2-1-16,-1 1-1 0,2 0-2 15,3 2-1-15,0-3-1 0,5-2-7 0,3 0-15 16,2-3-33-16,3-4-80 0,2-2-97 16,1-2-206-16,4-4-293 0,3-3-350 0,3-2-383 15,2-3-169-15,4-3 270 0,-1-1 772 0</inkml:trace>
  <inkml:trace contextRef="#ctx0" brushRef="#br0" timeOffset="124573.33">28997 15923 130 0,'-6'-5'676'0,"-1"0"455"16,-2 1 132-16,1-1-93 0,-5 3-364 16,4-3-220-16,-5 1-143 0,-1 2-91 0,0 0-65 15,-5 0-55-15,-2 2-69 0,-1 2-58 16,-1 2-37-16,-5 0-22 0,2 1-11 0,-1-1-9 16,1 3-4-16,2 3-6 0,1-3-4 0,3 3-1 15,3-1-4-15,2 2-4 0,2 0-3 16,4-1 1-16,2 3 0 0,2 1-2 0,3-1 1 15,1 1 0-15,4-1 2 0,1 1 0 0,0-1-1 16,5-1 0-16,-2 0 1 0,2-1-1 0,5 0-1 16,-4-3 0-16,3 1 1 15,1-1 0-15,0-2-1 0,3 1 1 0,-2 1-1 0,4-2 2 16,-2 1-7-16,-1 0 3 0,1 2 2 0,0-1-5 16,-3 0-2-16,-2-1-4 0,0 3 7 15,-3-2-3-15,0 3-1 0,-7 1 5 0,1 0 3 0,-4 0 2 16,-2 3-1-16,-3-1 0 0,-3 2-1 15,-2 1 0-15,-1-3 0 0,-2 3 5 0,-1-1 3 16,-2 1 2-16,4-3 0 0,-3 0-1 0,2 0-7 16,1-4-29-16,5-2-65 0,-1-2-68 15,1-5-94-15,4-2-171 0,2-2-270 0,1-5-318 0,6-1-253 16,2-3-183-16,1-3 139 0,5-4 592 16</inkml:trace>
  <inkml:trace contextRef="#ctx0" brushRef="#br0" timeOffset="124769.22">29149 15971 50 0,'19'-3'604'0,"-4"6"475"0,-3 3 177 0,-4 5-78 15,-4 5-272-15,-2 1-278 0,-2 5-162 0,-2 4-90 16,-2 3-61-16,-4 2-57 0,-2 5-73 0,-2 3-70 16,0 3-43-16,-2 0-27 0,1 0-15 15,2-1-13-15,1-6-7 0,3-1-8 16,2-6-4-16,5-5-17 0,2-8-51 0,1-3-71 0,2-7-100 15,0-9-164-15,2-2-278 0,0-8-334 16,1-2-293-16,1-8-186 0,2-1 181 0,-1-7 600 16</inkml:trace>
  <inkml:trace contextRef="#ctx0" brushRef="#br0" timeOffset="124953.64">29277 15754 241 0,'3'-45'693'15,"-2"7"397"-15,1 3 120 0,-2 8-224 16,-2 3-280-16,2 7-151 0,0 4-120 0,0 6-74 15,0 0-56-15,-1 7-48 0,-1 5-62 0,-1 4-59 16,-1 6-44-16,-3 1-38 0,2 4-24 0,-1 3-18 16,0 0-6-16,-2 2-4 0,2 0-5 15,1-1-34-15,2 2-69 0,-1-1-82 0,4-4-162 16,0 2-292-16,4-6-332 0,2 3-331 0,4-5-205 16,0-2 125-16,2-1 663 0</inkml:trace>
  <inkml:trace contextRef="#ctx0" brushRef="#br0" timeOffset="125836.65">29616 16308 108 0,'-7'9'398'0,"1"-2"228"15,-1-1 165-15,2 0-109 0,0-1-233 16,4 0-122-16,-1-3-59 0,1-1-14 0,1 1-5 16,0 1 32-16,0-3 6 0,-3 0-15 0,3 0-30 15,0-5-34-15,3 3-20 0,-2-3-10 16,2-1 3-16,2-1 4 0,0-2 7 0,0 0-13 0,1-3-6 16,0 0-26-16,1-2-27 0,1-3-23 15,-3-1-21-15,3-1-4 0,1-2-15 0,-1-1-12 16,1-2-4-16,2-1-5 0,-1 0 0 15,-2 3-5-15,1 1 1 0,-3 1 2 0,1 5 3 0,-2 2-1 16,-2 4-4-16,0 1-3 0,-1 2-8 16,-1 2-4-16,-1 4-7 0,0 1-5 0,0 6-2 15,-1 3 0-15,-2 5-1 0,-1 3-4 0,-1 3-4 16,2 3 0-16,0 1-1 0,0 1-2 16,3 1-1-16,-2 0 5 0,4-2 2 15,-2 1 2-15,3-1 0 0,0-5 1 0,2 3-1 0,0-6 1 16,1-2 0-16,2-2-1 0,2-3 0 15,-2-4-1-15,2-3 2 0,2-6 0 0,0-3 0 16,4-6 0-16,-2-5 4 0,4-4 4 0,-2-3 1 16,2-3-1-16,1 0 0 0,-1 0 0 0,1-3-6 15,-2 4-2-15,1 0-2 0,-4 3 0 16,0 4 1-16,-4 4 0 0,0 4 1 0,-3 0 0 16,-2 5 1-16,-2 4 0 0,0 2 0 0,-1 6 2 15,-2 1 0-15,0 5 1 0,-4 2 0 16,3 4-1-16,-2 1 0 0,1 1 0 0,0 4-2 15,1 1 0-15,1 1-1 0,0 1 0 0,1 1-2 16,3-1 0-16,0 0-2 0,4 0 0 0,3-2 0 16,0-5 1-16,2-1-8 0,4-2-12 0,4-5-25 15,0-4-49-15,1-3-66 0,3-5-59 16,2-5-65-16,3-4-81 0,0-4-100 0,1-4-66 0,4-3-42 16,-1-2-92-16,0-4-142 0,1 2-157 0,-1-1 31 15,-1 0 176-15,-3 0 252 0,1 1 231 0</inkml:trace>
  <inkml:trace contextRef="#ctx0" brushRef="#br0" timeOffset="126196.65">30692 16105 70 0,'21'-17'398'0,"-4"3"338"0,-4 2 290 16,-3-1 6-16,-2 5-233 0,-1-2-177 0,-4 5-58 16,-1-1-39-16,-2-1-75 0,-4 5-78 0,-2-1-62 15,-4 3-53-15,-4 0-74 0,0 1-63 0,-3 3-35 0,-4 3-17 16,-1-1-10-16,-2 3-9 0,-3 2-6 0,2 2-4 16,-2 2-3-16,-1 3-4 0,2 0-2 0,-1 1-4 15,4 1-4-15,2 1-3 0,4 0-5 16,1-3-4-16,5 0-3 0,4-3-3 0,6-3-2 15,2-2-1-15,8-6-1 0,5-1 0 0,5-7 0 16,4-5 0-16,6-6-1 0,1-3 0 0,5-3-1 16,0-3-1-16,3-2-1 0,-3 1 1 0,-1-2 0 15,1 5 1-15,-5 1 0 0,-5 4 1 16,1 2 0-16,-4 5-1 0,-5 2-1 0,0 4 1 16,-5 4 1-16,-2 4 1 0,-5 5 1 0,0 3 0 15,-3 4 2-15,-2 3 0 0,-4 2 0 0,3 3 1 16,-2 1-1-16,-1 2 0 0,0 0 0 0,-1 1 0 15,4-2-1-15,1 2-2 0,0-1 0 0,0-4-2 16,6 2 0-16,-3-4-1 0,3-2-1 0,2-3 1 16,5-1-2-16,-4-1-7 0,4-5-12 15,3-1-15-15,-2-6-34 0,3 0-67 0,-1-4-71 0,2 0-112 16,-2-2-181-16,1 0-305 0,-3 1-318 16,3 0-234-16,1 0-149 0,-4 1 305 0,2-1 635 0</inkml:trace>
  <inkml:trace contextRef="#ctx0" brushRef="#br0" timeOffset="130036.78">3506 17512 57 0,'0'0'524'0,"-3"0"447"16,0 0 237-16,1 0-15 0,1 0-332 0,-2 0-210 15,0 0-139-15,3 0-110 0,-2 0-77 0,-1 0-66 16,3 0-65-16,-2-1-66 0,2 1-44 0,-1 0-24 16,1-2-14-16,0 2-10 0,0 0-6 0,0 0-7 15,0 0-3-15,1 0-3 0,-1 0-3 0,0 0-2 16,0 0-2-16,2 0 0 0,-2 0-1 0,0 0 1 15,0 0-1-15,0 0 1 0,0 0 1 0,0 0-1 16,0 0 1-16,0 0-2 0,0 0 2 0,0 0-1 16,0 0 1-16,0 0 0 0,0 0 0 15,0 0 0-15,0 0-2 0,0 0-2 0,0 0-1 0,0 0-2 16,0 0-2-16,0 0-1 0,0 0 0 0,0 0-1 16,0 0 1-16,0 0-1 0,0 0 0 0,0 0 0 15,0 0 0-15,0 0 0 0,0 0 0 0,0 0 0 16,0 0 0-16,0 0 0 0,0 0 0 0,0 0-1 15,0 0 0-15,0 0 0 0,0 0 1 16,2 0 0-16,-2 0-1 0,0 0 1 0,0 0-1 16,0 0 1-16,1 0-1 0,-1 0 1 0,2 0 0 0,-1 0 0 15,5 2 1-15,-1-1-1 0,3-1 2 16,2 1 2-16,2 1 1 0,1 0 3 0,4-2 0 16,-1 1 1-16,5-1 0 0,-1 0 0 0,3 0 1 15,0 0 6-15,2-1 2 0,2-1 2 0,-2 2 0 16,-1-3 0-16,2 2 1 0,-1-2-4 0,0 0-7 15,0 0-2-15,-4-1-3 0,3-2-1 16,-1-1-1-16,-1 1-1 0,-2-1 2 0,-2 1 2 16,-1-2-1-16,-2 2 0 0,-2-1 0 0,-1 0-1 15,-2 3 0-15,-2 0-1 0,-2 1 1 0,0 0 0 16,-1 2 0-16,-2-3 0 0,-1 4-1 0,1-2 0 16,-3 2 0-16,2 0-2 0,-2 0 1 0,0 0-2 15,0 0 1-15,0 0-1 0,-2 0 0 0,2 0-2 16,-1 2-2-16,-1-2-7 0,0 2-11 15,-1 0-15-15,0-2-22 0,1 1-44 0,-2-1-78 16,-1 1-132-16,0 1-235 0,2 1-304 0,0 0-366 16,1 1-367-16,2-1-94 0,-1 0 574 0,2-1 719 15</inkml:trace>
  <inkml:trace contextRef="#ctx0" brushRef="#br0" timeOffset="131365.25">5396 17256 17 0,'-7'-7'388'0,"1"1"347"0,-5 0 302 0,3 2 96 16,0 0-318-16,3 1-188 0,-1 0-71 0,-2 0-54 16,4 0-83-16,-1 3-81 0,0-2-62 0,2 4-68 15,0-2-73-15,1 4-60 0,-1 2-33 16,3 3-16-16,5 6-6 0,-1 3-4 0,3 5-2 15,1 2 1-15,4 6-1 0,3 2-3 0,0 3 0 16,3 2-2-16,1 1-2 0,-2-2-1 0,5-1 0 16,-1-4-2-16,2-2-2 0,-2-5-2 15,3-6 0-15,-1-5-1 0,3-3 1 0,-4-8-2 16,2-6 1-16,-2-4 0 0,-3-7 2 16,0-5-1-16,-2-5 1 0,-4-5 1 0,-2-2 0 15,-2-4 3-15,-4 0 0 0,-2-1 2 0,-3 1-1 16,-3 3 5-16,-3 2 4 0,-5 3 3 0,0 3 4 15,-7 2 0-15,1 4 2 0,-7 0-4 0,-1 4-4 16,-3 3-3-16,-2 4-4 0,-2 3-1 0,0 2-3 16,2 4-2-16,0 2-1 0,2 3-1 0,5 5-1 15,3 4-3-15,1 2 0 0,6 4 0 16,4 4-2-16,1 2 0 0,6 4 0 0,6 1 2 16,2-1-1-16,3 1-2 0,4 1-14 0,3-3-41 15,1-2-73-15,1-6-100 0,2-3-172 0,1-2-298 16,2-4-338-16,1-5-328 0,0-5-185 15,-2-2 224-15,0-5 668 0</inkml:trace>
  <inkml:trace contextRef="#ctx0" brushRef="#br0" timeOffset="131823.75">5731 17296 375 0,'-2'-13'862'0,"-1"-1"321"0,0 5 8 16,0 3-304-16,1 0-316 0,-1 3-237 0,3 1-143 15,2 4-33-15,2 1 4 0,4 3 3 0,5 5 18 16,1 1 15-16,1 6 19 0,2 1-33 0,3 5-41 16,0 3-20-16,2 1-36 0,0 6-15 15,-2 0-20-15,2 4-10 0,0 0-7 0,-1 4-8 16,0-1-7-16,-3 4-5 0,0-4-5 0,-1 2-4 16,-4-3-1-16,1-2-2 0,-4-3-1 15,-1-4-1-15,1-6 1 0,-4-1 8 0,-1-4 8 16,-2-2 9-16,0-5 6 0,-3-2 1 0,0-4 1 15,-5-4-7-15,-1-4-9 0,0-6-8 0,-5-4-6 16,0-5-3-16,-1-8-1 0,-2-5-2 16,0-7 0-16,-2-5 0 0,0-4-2 0,-4-5 1 15,1-3 1-15,3-2 1 0,-3-2 0 0,3-1 2 16,2 1 0-16,1 4-1 0,5 3-1 16,-1 5-1-16,4 5 1 0,2 5-1 0,2 7-1 0,-1 4 0 15,4 4 0-15,-1 3-1 0,1 3 0 0,1 4 1 16,3 3-1-16,4 5 2 15,-1 2 2-15,1 2-1 0,4 7 2 0,-1 3 0 0,-1 4 0 16,1 6-1-16,1 1-1 0,-1 6 0 16,-2 3-1-16,1 2 1 0,-2 2-3 0,0 0-3 15,0-1-15-15,0-4-43 0,-2-4-78 0,-2-2-128 0,4-8-238 16,-2-2-308-16,-2-8-366 0,2-3-357 16,0-8-99-16,-4-4 522 0,3-8 719 0</inkml:trace>
  <inkml:trace contextRef="#ctx0" brushRef="#br0" timeOffset="132020.5">6376 17104 488 0,'8'15'1267'15,"-3"3"380"-15,1 5-182 0,-6 1-376 0,0 4-440 16,0 2-235-16,-2 2-168 0,-4 0-102 0,3 4-57 16,-2-2-35-16,2-1-21 0,0-2-15 0,1-3-9 15,2-4-6-15,2-3-5 0,0-3-22 0,1-6-66 16,0-6-69-16,-1-4-136 0,1-8-224 15,0-3-315-15,1-7-352 0,-2-2-263 0,-1-8-103 16,1-2 509-16,-2-3 633 0</inkml:trace>
  <inkml:trace contextRef="#ctx0" brushRef="#br0" timeOffset="132165.97">6294 16943 299 0,'-10'-32'919'16,"1"2"523"-16,-2 7 88 0,3 5-299 0,-2 5-454 15,2 3-282-15,1 5-157 0,-1 3-127 16,1 4-105-16,2 3-53 0,2 3-30 0,-1 4-18 0,7 2-11 15,-2 2-5-15,4 2 4 0,3 3-2 16,2 0-30-16,2 3-68 0,1 0-77 0,3 0-159 16,0 0-273-16,2 1-327 0,3-3-333 0,1 0-213 15,4-2 67-15,0 1 638 0</inkml:trace>
  <inkml:trace contextRef="#ctx0" brushRef="#br0" timeOffset="132556.32">6948 17125 120 0,'-4'-13'876'0,"-1"0"710"0,-3 1 41 16,-2 1-304-16,-2-2-440 0,-1 2-346 15,-1 1-204-15,1-1-125 0,-1 2-67 0,0 3-39 16,-2 1-29-16,2 4-20 0,-1 2-15 0,0 2-11 16,2 3-9-16,-1 3-6 0,3 4-3 15,1 0-5-15,0 0-1 0,5 2-1 0,1 0-2 16,3-1-1-16,4 1-1 0,2-2-1 0,4-1 0 15,1 2-1-15,4-4 0 0,2 1 0 0,1 0 1 16,2-3-1-16,3 1 2 0,-1-1 0 0,4-1 1 16,-1 2-1-16,1-1 0 0,2-1 5 15,-5 1-3-15,2-3 0 0,-2 3-1 0,-2 0 1 16,-4-1-1-16,0 1-2 0,-5 2 1 0,-1 0 2 16,-4 3 1-16,-3-2 1 0,-3 5 0 0,-4 0 0 15,-1 1-1-15,-5 2 1 0,-1 1-1 16,-3 2 1-16,0-1 0 0,-4 4-4 0,2-3-3 15,-1 1 0-15,0 1-2 0,-1-4-1 0,3 1-3 16,2-5-9-16,0-1-21 0,1-4-56 16,0-3-82-16,0-5-166 0,2-5-280 0,4 1-329 15,1-7-389-15,2 0-313 0,5-3 53 0,1-2 755 16</inkml:trace>
  <inkml:trace contextRef="#ctx0" brushRef="#br0" timeOffset="133120.18">7893 17683 49 0,'-4'15'581'0,"1"-1"475"0,0-5 180 15,1-3-99-15,2-2-348 0,2-2-257 0,3-5-119 16,1-3-58-16,3-4-35 0,1-3-30 15,1-5-30-15,5-4-60 0,1-5-56 0,2-3-40 0,2-5-28 16,1-4-18-16,3-4-16 0,0-7-13 0,4-1-11 16,-1-6-8-16,1-1-2 0,-1-1-3 15,1-1-2-15,-1 1 2 0,-4 3 1 16,1 2-4-16,-4 6-1 0,-4 5-1 0,-3 6 0 0,-4 7-4 16,-4 6-5-16,-1 4-11 0,-8 7-26 0,-2 4-71 15,-6 5-80-15,-5 5-160 0,-1 4-281 16,-4 4-322-16,-4 2-368 0,-2 6-220 0,0 0 59 15,-5 1 668-15</inkml:trace>
  <inkml:trace contextRef="#ctx0" brushRef="#br0" timeOffset="133352.14">7780 17063 18 0,'5'10'467'0,"1"-2"420"15,2 2 292-15,5 3 60 0,1 0-277 0,6 4-247 16,4 3-167-16,-1 2-106 0,2 6-90 0,0-2-75 15,3 6-75-15,-1-2-70 0,3 2-40 0,0-1-29 16,0 0-20-16,3-2-23 0,2-1-13 16,-1-3-9-16,2 1-4 0,-1-3-2 0,1-3-3 15,0 2 3-15,1-2-4 0,-4-3-33 0,-3 1-77 16,0-3-127-16,-3-2-233 0,-5 0-298 16,0-3-371-16,-3-4-384 0,-3-1-124 0,0-5 513 15,-7-2 733-15</inkml:trace>
  <inkml:trace contextRef="#ctx0" brushRef="#br0" timeOffset="133949.67">8776 16965 53 0,'2'-5'661'0,"-1"1"572"15,-1 4 172-15,0-2-174 0,2 2-347 0,-2 0-369 0,2 0-155 16,-1 0-90-16,2 2-61 0,2 2-34 0,3 3-26 16,0 1-28-16,1 4-23 0,4 2-19 15,0 3-6-15,1 5-4 0,0 3-14 0,-1 3-12 16,3 3-10-16,-2 5-10 0,0 2-7 16,0 1-6-16,-1 5-1 0,-2 1 0 0,1 0-3 15,-2 1-4-15,-2-3-5 0,0-1-3 0,1-5-1 16,-2-3-2-16,-3-9-3 0,1-3-1 0,-1-4 5 15,-3-6 2-15,2-4 9 0,-3-7 4 0,0-4 2 16,0-5 1-16,-3-6 0 0,2-3-1 0,-3-4-5 16,-1-2-1-16,1-5 0 0,-3-2 0 0,1-1 0 15,0-5 2-15,-1-3-3 0,1-3 1 16,1-2-2-16,0-4-1 0,3-1-1 0,2-3-1 16,2 3-1-16,3 0 0 0,2 2-2 0,2 1 1 15,2 5 1-15,0 3 1 0,2 2 1 0,4 6 1 16,-1 4 1-16,0 0 1 0,3 7-1 15,-2 1 1-15,2 3-1 0,-1 4-1 0,-1 4 1 16,-1 1-1-16,1 2 0 0,-2 4 0 0,0 4 0 16,-2 0 0-16,-1 4 0 0,-4 1 1 15,-1 3 0-15,-1 4 2 0,-4 1-4 0,-4 5-2 16,-2 3-1-16,-5 3 0 0,0 2-1 0,-7 6-1 16,0 3 3-16,-3 3 6 0,-3 2 8 0,2 0 10 15,-2 3 9-15,1-1 6 0,3-4 3 0,1-1-4 16,4-2-4-16,4-3-9 0,1-3-9 0,3-2-6 15,4-2-3-15,2-4-1 0,4-1-2 16,2-4-1-16,2-4-2 0,2-1 0 0,6-3 0 16,1-3-1-16,4-1-1 0,0-5-4 0,4-3-9 15,1-2-16-15,-1-2-35 0,4-4-79 16,-3 1-105-16,2-1-186 0,-1-1-291 0,-1-2-355 0,0 3-377 16,-3 1-178-16,-1-3 264 0,-2 3 730 15</inkml:trace>
  <inkml:trace contextRef="#ctx0" brushRef="#br0" timeOffset="134370.4">9742 16786 185 0,'2'-9'706'0,"2"3"374"16,0 2 106-16,0 4-123 0,4 3-321 0,2 6-162 15,6 4-114-15,-2 7-63 0,5 2-64 0,1 6-52 16,0 6-74-16,0 3-75 0,2 4-39 16,-3 3-29-16,2 3-15 0,-4 1-15 0,0 1-10 15,-1 1-11-15,-2-2-4 0,-1-3-4 0,1-2-3 16,-4-5-1-16,2-3-3 0,-2-7-12 0,-2-4-44 16,0-5-78-16,-1-5-101 0,-3-7-193 15,-1-5-301-15,-3-6-352 0,-2-7-358 0,-3-5-178 16,1-7 271-16,-7-5 730 0</inkml:trace>
  <inkml:trace contextRef="#ctx0" brushRef="#br0" timeOffset="134663.1">9885 16566 163 0,'8'-17'819'0,"2"2"452"0,-2 6 33 0,2 3-150 0,4 2-372 15,0 2-285-15,5 2-142 0,2 2-60 16,1 2-39-16,3 4-39 0,2 2-49 0,1 2-46 15,4 3-34-15,-2 2-17 0,2 2-15 0,-1 4-14 16,1 1-9-16,1 3-9 0,-1 3-4 16,0 3-8-16,-1 1-4 0,-1 4-2 0,-3 1-2 15,-2 3-2-15,-2 3-2 0,-3 1 0 0,-3 2-1 16,-2 2-1-16,-6 1 2 0,-1-2 1 0,-5 2-1 16,-4 0 0-16,-4-1 3 0,-1-2 4 0,-4-2 4 15,-1-1 2-15,-5-3-3 0,0-3-1 16,-4-1-4-16,-2-7-5 0,0-1-4 0,1-6-4 15,-3-5 2-15,4-3 0 0,-1-6-5 0,1-4-15 16,1-2-30-16,3-8-71 0,0-2-78 16,2-3-163-16,0-2-283 0,4-2-324 0,2 0-360 15,2-1-226-15,1-1 63 0,-1 2 692 0</inkml:trace>
  <inkml:trace contextRef="#ctx0" brushRef="#br0" timeOffset="135661.4">11777 17202 44 0,'-3'3'451'0,"0"-2"390"0,-2 1 290 15,2-1 20-15,-2 1-383 0,0-1-229 0,4 0-116 16,-1 1-70-16,2-2-63 0,0 0-47 16,2 0-37-16,-1 0-33 0,1-2-19 0,1 2-29 15,0-1-25-15,4 1-6 0,2-3-8 0,2 2-4 16,2-1-24-16,4 1-13 0,2 0-5 0,5-1-11 16,0 2-5-16,2-2-4 0,3 2-1 15,1 0-9-15,0 2-4 0,-2-2-1 0,2 2-3 16,-2-1-2-16,-1-1-2 0,-1 1 0 0,-1 1-1 15,-1-2 1-15,-5 1 2 0,2 1-9 0,-6-1-47 16,-2 0-73-16,-3 1-106 0,-5 0-190 0,-1-1-309 16,-4 2-345-16,-3 0-314 0,-3-1-164 0,-2-2 315 15,-3 0 676-15</inkml:trace>
  <inkml:trace contextRef="#ctx0" brushRef="#br0" timeOffset="135997.65">11971 16954 271 0,'5'0'859'0,"-1"0"344"15,0 0-7-15,4 0-160 0,1 0-452 0,4 0-197 16,3 2-87-16,2 1-17 0,2 0-10 0,5 2-11 16,-1 1-41-16,5-2-46 0,-1 3-31 0,5-1-41 15,-1 3-25-15,1-2-20 0,5 3-11 16,-2-2-16-16,2 2-11 0,-1 0-3 0,2 0-5 15,-3-1-2-15,-1 2-3 0,-1 0-2 0,-6-1-1 16,0 1 0-16,-6 2-1 0,-2 1 1 0,-5-2 1 16,-4 1-1-16,-2 2 2 0,-5 0-1 15,-4 2 0-15,-4-1-1 0,-5 0-1 0,-2 3-3 16,-4-1 0-16,-1 0-2 0,-6 1-1 0,0-1-1 16,1 1-1-16,-3-4-1 0,4 1-15 0,-2-3-43 15,4 1-72-15,-1-3-87 0,3-1-157 16,1 0-301-16,3-1-326 0,4-1-317 0,1-1-188 15,2-1 139-15,3 0 636 0</inkml:trace>
  <inkml:trace contextRef="#ctx0" brushRef="#br0" timeOffset="156098.35">14135 16980 125 0,'0'-1'379'0,"0"-1"199"15,0-1 150-15,0 2-118 0,0-3-111 0,-2 2-23 16,0-3-2-16,1-1-13 0,-3-1-30 15,1 0-38-15,-1 0-30 0,-1-1-29 0,2-1-13 16,-2 0-28-16,0 0-29 0,0 1-30 0,-2-3-46 16,1 4-50-16,-3-1-45 0,1 2-25 0,-1 1-16 15,1 1-11-15,0 4-9 0,-1 0-7 16,-1 4-9-16,2 5-4 0,0 6-8 0,0 4-6 16,1 4-3-16,2 5-3 0,0 7-1 0,4 7-3 15,1 5 6-15,0 4 8 0,1 4 2 16,2 3 3-16,1 1 3 0,0-3 1 0,6-4-5 15,-2-5-8-15,3-6-4 0,3-9-1 0,2-8-3 16,1-8-2-16,2-9 6 0,3-11 4 0,-1-9 3 16,1-11 1-16,-1-8 1 0,1-12 2 15,0-6-1-15,-5-10-1 0,0-1-1 0,-2-5-1 0,-3 0 1 16,-4 0 3-16,-3-1 0 0,-2 5-2 0,-6 4 2 16,-2 3 0-16,-3 5 4 15,-1 6-2-15,-1 6 6 0,-1 7 4 0,1 5 1 0,-2 7 0 16,1 7-4-16,-1 6-4 0,2 9-5 0,-2 6 1 15,2 8 0-15,2 6 1 0,1 7-4 0,3 5 0 16,4 4-1-16,1 3-5 0,4 4-2 16,3 5-2-16,2 2 4 0,2 0 1 0,3 3 1 15,2 0-1-15,1-2 0 0,3-2-1 0,1-4 0 16,-1-6 0-16,6-6 1 0,-2-7 0 16,2-5 2-16,0-9-1 0,0-7 2 0,-2-4 0 15,-1-9 0-15,0-5 0 0,-2-5 0 0,-3-5 1 16,-2-4 0-16,-1-2 0 0,-2-5 0 0,-4 3 0 15,-4-4-1-15,0 2 0 0,-4 1 2 0,-4 3-1 16,1 0 0-16,-5 4 0 0,-1 2 0 0,-1 3 0 16,0 3 0-16,-1 2-1 0,-1 5 0 15,2 1 0-15,0 2-2 0,-1 6 0 0,3 2 0 16,1 7-1-16,0 4 1 0,3 2 1 0,2 6-1 16,0 4 1-16,2 0-1 0,3 1-1 15,0 3 1-15,1-3-2 0,5-2 0 0,-1-2 0 16,2-7 1-16,2-4 1 0,1-2-1 0,2-11 2 0,-1-4 0 15,1-5 1-15,1-9 0 0,-1-5 0 16,-1-3 5-16,-2-3 3 0,-1-2 1 0,-1-1-1 16,-4 2 2-16,-3 0 1 0,0 5-6 0,-5 1-2 15,0 5 0-15,-2 0 1 0,-1 6-2 16,0 4 1-16,-2 1-6 0,0 5-3 0,-3 5-3 0,2 4 0 16,0 4-2-16,0 5-1 0,1 6 6 15,1 5 3-15,1 2 1 0,-1 4 1 0,4 0 0 16,0 5-1-16,0 3 5 0,3 2 1 15,-2 1 1-15,2 3 2 0,-1 1-3 0,-2 0-2 0,3 1-6 16,-3 0-3-16,2 0-1 0,-2-2-2 16,2-3 4-16,-2-3 1 0,0-4 0 15,0-1 0-15,0-6-3 0,-2-2-3 0,0-4-9 16,1-4-10-16,-3-3-30 0,1-7-57 0,-1-1-62 0,1-5-79 16,0-7-120-16,-1-3-169 0,3-6-247 0,-1-3-237 15,2-2-215-15,2-2-88 16,-1-3 276-16,3-1 485 0</inkml:trace>
  <inkml:trace contextRef="#ctx0" brushRef="#br0" timeOffset="156439.26">15096 17037 162 0,'6'-31'743'0,"-6"4"421"15,-6-4 87-15,-2 3-131 0,-3-4-386 16,-2-1-221-16,0 1-100 0,-4-5-63 0,1 3-48 15,-1-1-44-15,1 1-56 0,-3 2-64 0,2 4-47 16,1 1-28-16,-1 3-17 0,2 3-8 0,1 3-4 16,3 4-4-16,3 1-6 0,2 5-3 0,0 2-6 15,3 3-4-15,-2 3-6 0,1 4-2 0,3 4-3 16,1 4 0-16,1 5 0 0,1 5-1 0,3 5-1 16,1 3 0-16,5 8 2 15,0 5 1-15,3 5-4 0,2 5-1 0,0 4 1 0,0 4-2 16,1 3-1-16,-2 0-3 0,2 0 3 0,-3-3 2 15,3-2 6-15,0-3 2 0,0-7 3 16,0-5 0-16,1-5-9 0,-1-8-9 0,-3-3-36 16,-1-4-65-16,-1-8-70 0,-4-4-84 0,-3-3-143 15,-3-7-207-15,-2-2-297 0,-2-4-226 16,-3-3-201-16,-3-4-18 0,0 0 458 0,-4-6 499 16</inkml:trace>
  <inkml:trace contextRef="#ctx0" brushRef="#br0" timeOffset="156700.64">14901 17062 329 0,'2'-14'829'0,"0"3"325"0,-2 0 6 0,0 3-283 16,1 2-310-16,-1 0-200 0,3 2-84 0,-1 0-24 15,3 1-18-15,2 1 24 0,1 1-18 16,0-1-35-16,2 2-50 0,2 2-32 0,1-1-25 16,3 1-36-16,0 2-22 0,1 1-12 0,-1 2-7 15,3 0-12-15,-3 4-5 0,3 2-3 16,-1 0-1-16,-3 3-3 0,1 2-1 0,-2 2 0 15,-3 1-3-15,2 0-1 0,-4 1-1 0,2 3-8 16,-5-2-28-16,-1 1-59 0,-2-2-60 0,-1-2-76 16,-2-3-144-16,-2-4-177 0,-2-1-252 15,0-7-233-15,1-2-219 0,2-5-57 0,-4-4 363 16,2-6 463-16</inkml:trace>
  <inkml:trace contextRef="#ctx0" brushRef="#br0" timeOffset="156998.01">15273 17052 101 0,'11'-12'398'0,"1"1"257"0,-2 0 211 0,-2 5 1 0,3 2-163 16,-3 1-128-16,0 0-79 0,0 5-62 16,1-1-30-16,-1 5-47 0,-1 0-68 0,-1 1-57 15,2 0-40-15,-4 4-38 0,1-1-45 0,0-1-43 16,2 0-28-16,-4 1-11 0,3-1-6 0,-3 0-9 16,0-1-3-16,0-1-6 0,0-1-3 0,-1-1-2 15,0-4-1-15,-1 1 1 0,3-5-1 0,-3-2 9 16,2-2 5-16,3-4 4 0,-3-1 1 0,2 0-2 15,0-3 0-15,0 3-8 0,-2 0-5 16,2 3-2-16,-1 0-3 0,1 3 1 0,-2 3-1 16,2 2 4-16,0 3 1 0,-2 3 15 0,2 4 6 15,1 2 4-15,-1 4 1 0,0 0-2 0,-1 3 0 16,1 1-14-16,0 1-5 0,3-2 1 16,-4 1 1-16,4-1 2 0,0-3-3 0,2 0-13 15,-2-6-42-15,1-1-67 0,2-5-58 0,-3-5-101 16,3-2-155-16,-3-6-235 0,1-1-268 0,-1-4-220 15,1-2-191-15,-3-2 129 0,0-2 486 16</inkml:trace>
  <inkml:trace contextRef="#ctx0" brushRef="#br0" timeOffset="157391.03">15624 16499 24 0,'2'-13'530'0,"-1"6"486"0,-1 2 232 16,0 5-53-16,0 3-265 0,0 5-249 0,0 0-178 15,0 5-110-15,2 0-72 0,-2 4-53 16,4 2-77-16,-4 5-67 0,2 3-42 0,-2 3-22 0,0 3-12 16,0 2-12-16,1 1-8 0,-1 1-6 15,2 3-6-15,0-3-6 0,1 1-3 0,0-3-4 16,4-3-3-16,-1-4-1 0,3-3 1 16,2-6-3-16,-1-1 1 0,2-6 0 0,1-6 0 0,1-3-2 15,-1-5-5-15,3-4-3 0,-4-4-4 16,1-5-3-16,0-4-1 0,-2-1 2 0,1-3 3 15,-2-1 3-15,-2 0 5 0,-2-1 1 16,3 2 3-16,-4 2 0 0,-1 3 3 0,-1 3 2 16,-2 3 3-16,3 3 2 0,-4 3 3 0,0 4-1 15,0 2 0-15,-2 5-2 0,-1 7 0 0,1 4 0 16,-1 3-1-16,1 1 1 0,-1 5 0 16,3 2 0-16,0 0-8 0,0 3-3 0,3 3-4 15,-1 0-1-15,1 0-2 0,4 0-2 0,-1-2 5 0,1-3 2 16,3 0-2-16,1-6-27 0,0-3-70 15,2-2-71-15,-2-6-127 0,0-3-195 0,-1-4-324 16,-1-2-335-16,2-4-226 0,-3-4-116 0,0-3 413 16,1-2 594-16</inkml:trace>
  <inkml:trace contextRef="#ctx0" brushRef="#br0" timeOffset="157631.63">16123 16477 152 0,'5'-25'908'0,"-2"7"650"0,-3 5 2 16,0 4-293-16,-1 7-440 0,-1 2-334 0,1 4-190 16,1 5-120-16,-2 5-58 0,0 3-27 0,2 3-22 15,2 4-17-15,0 3-13 0,-1 3-10 0,2 3-9 16,2 2-12-16,0 4-5 0,1 1-4 16,4 6 0-16,-2 2-7 0,0 1-3 0,1 4-3 15,2 0 2-15,0 0-3 0,-1-3-14 16,2-5-36-16,0-4-74 0,-3-5-90 0,0-6-180 15,-1-6-299-15,-3-5-342 0,3-5-346 0,-4-4-178 16,-2-6 192-16,-2-4 686 0</inkml:trace>
  <inkml:trace contextRef="#ctx0" brushRef="#br0" timeOffset="157826.85">16168 16738 140 0,'-5'-17'894'0,"0"2"644"0,-1 5 13 0,0 4-295 15,-1 2-444-15,3 2-349 0,-1 2-201 0,2 3-110 16,-1 3-58-16,2 2-31 0,2-1-18 16,2 1-10-16,2 0-5 0,2-1-16 0,2 0-7 15,3-1-10-15,2-1-48 0,1-2-72 0,2-3-81 16,-2 0-150-16,3 0-270 0,-1-3-331 16,0 2-293-16,-2 1-190 0,4 0 80 0,-4 2 574 15</inkml:trace>
  <inkml:trace contextRef="#ctx0" brushRef="#br0" timeOffset="158056.54">16521 16995 173 0,'18'36'698'0,"0"3"402"0,-4 0 116 16,0-3-159-16,-3-2-389 0,1-4-268 15,0-4-133-15,-2-5-33 0,1-4 16 0,-1-6 19 0,0-5 1 16,-2-4-13-16,1-7-29 0,-4-5-45 0,-2-4-54 16,2-6-40-16,-3-3-23 0,-2-5-15 0,-2-2-10 15,-1 1-7-15,-2 0-6 0,-2-4-6 16,-1 5-8-16,0-3-6 0,-4 3-3 0,-2 3-4 15,1-1-1-15,0 4-2 0,-2 3 0 0,1 3 1 16,0 4-1-16,-2 6-2 0,2 6-6 0,-2 4-13 16,3 8-33-16,2 4-73 0,-1 2-82 0,2 3-163 15,0 1-286-15,4 1-327 0,3 1-355 16,3 0-210-16,8 0 95 0,1-2 679 16</inkml:trace>
  <inkml:trace contextRef="#ctx0" brushRef="#br0" timeOffset="159179.74">17034 17398 278 0,'-1'6'543'0,"1"-4"202"0,-2-2 82 0,2 0-241 15,0-7-172-15,0-1-82 0,3-6-24 0,-1-4 7 16,1-4 9-16,2-4-10 0,1-4-22 16,0-4-13-16,1-4-4 0,1-1-25 0,1 0-32 15,-1-1-5-15,-2 4-14 0,2 1-31 0,-3 5-35 16,1 7-15-16,-3 1-5 0,1 7-25 0,-4 5-20 15,0 1-13-15,0 4-13 0,-4 5-13 16,1 6-12-16,0 5-7 0,-1 3-6 0,0 8-3 16,3 2 0-16,-1 4 0 0,4 3-1 0,-1 0-1 15,3 0 1-15,2 2 0 0,2-2-1 0,0 1-1 16,1-2 0-16,2-4-1 0,0-1 1 16,2-4 0-16,-1-5 1 0,1-3 0 0,0-4 6 15,0-7 2-15,0-4 2 0,0-9 3 0,1-4-1 16,-2-6 0-16,-1-5-5 0,1-4-4 0,-1-2-1 15,-1-1-4-15,-1 1 2 0,-1 1 1 16,0 3 0-16,-3 5 1 0,3 2 1 16,-7 4 1-16,2 5 1 0,-3 3-1 0,0 2 0 0,0 3 1 15,-3 6-1-15,2 4 0 0,-4 4 0 0,2 4-1 16,2 4-1-16,-1 3 0 0,0 1-2 0,4 3 1 16,1 0-3-16,0-1 1 0,5 0 0 15,-2-3 0-15,2-1-1 0,5-3 2 0,-4 0 0 16,3-4 1-16,0-5 0 0,2-2-6 0,0-3-2 15,1-3-1-15,0-4-3 0,1-2 0 16,2-3-1-16,-1-2 7 0,0-1 2 0,0-3 3 0,0 1 0 16,-1 1 0-16,1-2 1 0,-1 2 0 15,0 1 1-15,-2 0 0 0,-2 1 0 0,1 4 0 16,0 0 0-16,-5 1-1 0,0 1-2 0,-2-1 1 16,3 4 0-16,-4-3 1 0,1 1 0 0,-1 0 0 15,0-1 0-15,3-4 0 0,-4-1 0 0,3-3 0 16,-2-3 0-16,0-2 6 15,-1-1 2-15,1-2 1 0,-1-3 1 0,-4 3-1 16,2-2 2-16,-4 1-7 0,-1 0-2 0,-4 5-1 0,0 0 0 16,-2 2 0-16,-2 5 0 0,-2 2 0 15,0 4 0-15,-1 3 0 0,1 4 0 0,-1 7 1 16,2 4 0-16,-4 5 1 0,6 5-6 0,-1 4-1 0,2 4-3 16,3 2-2-16,1 4-2 0,3 1-1 15,2 1 5-15,3 2 3 0,2-1 0 0,4-2 2 16,-1-3 0-16,5-4 0 0,1-4 0 0,2-7 5 15,5-3-2-15,1-8-4 0,-1-6-9 16,0-6-35-16,3-6-73 0,-3-7-78 0,1-4-139 16,-2-5-208-16,-2-7-320 0,-1 0-315 0,-2-3-206 15,-1-2-67-15,-5 0 475 0,2-3 560 0</inkml:trace>
  <inkml:trace contextRef="#ctx0" brushRef="#br0" timeOffset="159376.37">17940 16410 111 0,'0'-30'718'15,"0"6"481"-15,0 9 111 0,0 4-79 0,0 5-327 16,2 8-312-16,1 3-164 0,0 7-91 16,2 4-58-16,1 5-66 0,-1 4-65 0,3 5-44 0,-2 5-27 15,2 1-17-15,-1 7-15 0,2 2-10 16,-3 4-9-16,4 3-9 0,-2 5-6 0,3 0-4 16,-2 4-3-16,2 0-3 0,3 1-4 0,-1-3-6 15,1-2-16-15,1-6-38 0,0-6-79 16,-2-7-87-16,3-7-170 0,-5-6-287 0,0-8-338 15,1-4-350-15,-3-11-182 0,-5-2 131 0,0-8 671 16</inkml:trace>
  <inkml:trace contextRef="#ctx0" brushRef="#br0" timeOffset="159571.98">17894 16669 308 0,'-8'-21'1021'0,"-1"3"541"16,4 3-49-16,-1 5-305 0,3 1-515 0,0 1-270 15,-1 1-157-15,4 5-124 0,0-1-70 0,2 3-34 16,1 3-18-16,2 2-11 0,5 3-4 0,0-1-5 16,3 3-4-16,4 1 0 0,0 2-2 15,3 2 1-15,0 0-28 0,1 2-71 0,1-1-69 16,-1 0-145-16,-4 3-253 0,4-4-321 0,-4 1-329 16,2-1-198-16,-2-1 5 0,-1-4 562 15</inkml:trace>
  <inkml:trace contextRef="#ctx0" brushRef="#br0" timeOffset="159865.92">18288 16798 210 0,'3'6'847'16,"0"2"431"-16,1 4 88 0,1 2-119 0,-2 3-415 15,3 4-299-15,-2 3-153 0,1 3-88 0,2 2-74 16,-2 2-73-16,1 0-56 0,1 5-36 0,0-4-19 16,1 0-13-16,3-2-8 0,-2-4-4 0,1-1-4 15,1-6-2-15,-2-2-1 0,3-4 0 0,-2-5-1 16,-2-1 0-16,2-5 0 0,-4-4 1 15,4-5 0-15,-6-1-1 0,1-5 2 0,0-4-2 16,-3-2 2-16,-1-4-2 0,-1-2 0 0,-1-1 1 16,-1-1-1-16,-1-1-3 0,0 0 0 15,-4-2-2-15,1 1 0 0,1 0 0 0,2-2 0 16,-2 2 1-16,2-1 0 0,2 3 0 0,-1 2-3 16,2 2-23-16,0 4-54 0,2 4-68 0,-1 3-75 15,1 4-149-15,4 4-203 0,1 4-308 16,5 0-260-16,3 3-203 0,3 0-35 0,3 0 463 15,0 0 503-15</inkml:trace>
  <inkml:trace contextRef="#ctx0" brushRef="#br0" timeOffset="160679.45">19388 17172 242 0,'12'-14'496'16,"-1"4"197"-16,0 0 156 0,-2 5-88 16,-1 2-113-16,0 3-73 0,5 4 1 0,-4 4 6 15,5 6-53-15,-1 4-121 0,0 6-86 0,-1 4-53 16,1 5-69-16,1 6-62 0,-3 3-44 0,1 3-20 16,-2 3-24-16,0 0-21 0,-4 6-13 15,2 0-4-15,-3 1-7 0,0 0-7 0,-4-2 1 16,2 0 0-16,-3-4 1 0,0-8-2 0,2-5 1 15,0-3 1-15,-2-10-1 0,0-4 0 0,0-2 0 16,0-10 2-16,-2-7 0 0,0-5 0 16,2-7 1-16,-3-8-2 0,3-6 1 0,-1-7-1 15,-1-6 4-15,-1-7 3 0,0-4-2 0,-3-6 6 16,-1-6-6-16,1-2-1 0,-1-6-8 16,-1-3-2-16,-2 0-1 0,3-2 2 0,-1 3 6 0,3 3 4 15,-1 7 3-15,3 2 0 0,2 9 0 16,-3 10-4-16,3 5-2 0,-1 7-1 0,2 7-1 15,-1 4 0-15,2 4 1 0,-1 5 1 0,5 6 5 16,0 5 5-16,2 5 4 0,1 5 1 0,0 3 7 16,0 5-5-16,5 4-6 0,-4-1-4 15,3 7-4-15,0-1-1 0,1 3-6 0,-1-1 2 16,1 1 6-16,-2 0 2 0,3-3 2 0,-2-3-1 16,0-1 0-16,-1-4-1 0,0-2-5 0,-2-3-3 15,1-4-1-15,-2-3-1 0,1-5 1 0,1-7 0 16,-2-4 1-16,-2-6 0 0,4-7 0 0,-2-4 0 15,-4-7-1-15,1 0 0 0,0-1 0 16,-2-2 0-16,2 1 0 0,-2 2 1 0,-2 2 0 16,1 2 0-16,-2 3 1 0,0 4 0 15,0 4 0-15,0 1 1 0,0 5-1 0,0 1 0 0,0 4 1 16,0 2 0-16,0 4 0 0,0 4 1 16,0 3 0-16,0 3-1 0,2 3 0 15,-2 1-1-15,1 3-1 0,2 4 1 0,-1-2-1 16,1 3-1-16,2-2-1 0,1 6 0 0,0-2 0 15,-1 1-1-15,3-1 0 0,-1-1-1 0,2-1-1 0,-1 0-9 16,2-4-14-16,0-1-37 0,0-5-71 16,0-2-75-16,0-5-127 0,-2-3-202 0,4-4-313 15,-4-5-310-15,2-1-217 0,2-5-93 0,-3-5 403 16,4-1 595-16</inkml:trace>
  <inkml:trace contextRef="#ctx0" brushRef="#br0" timeOffset="160998.82">20098 17048 456 0,'5'-5'977'0,"-2"5"294"0,1 3-26 0,-3 3-255 15,2 4-262-15,1 4-215 0,0-1-130 16,1 4-75-16,-2 4-64 0,2 0-76 0,0 1-65 16,1 2-43-16,2 0-23 0,1 0-16 0,2-1-9 15,1-4-7-15,2-1-2 0,0-4-3 0,5-1 0 16,0-8-1-16,-2-1 1 0,0-2 2 0,1-5-1 16,-1-3-1-16,-1-2 1 0,0-4-2 0,-2-4-1 15,-1-2 0-15,-4-3-1 0,1-4 2 0,-2 0 0 16,-4-2 1-16,0-1 2 0,-4 0 1 15,-4-2 4-15,0 2 6 0,-6 1 6 0,1 0 6 16,-2 0 2-16,-5 5 8 0,2 1 1 16,-5 4-3-16,0 4-5 0,1 4-5 0,0 6-4 15,-2 4-7-15,3 7-5 0,3 5-4 0,0 5-2 16,6 5 0-16,0 1-2 0,6 2-1 16,2 5-9-16,3-1-24 0,5 1-74 0,-1-1-91 0,1-2-183 15,4 2-288-15,-1-2-348 0,6-3-405 16,0-3-228-16,3-1 182 0,2-3 770 0</inkml:trace>
  <inkml:trace contextRef="#ctx0" brushRef="#br0" timeOffset="161645.69">20898 16917 234 0,'-10'-11'622'0,"2"3"330"0,-4-2 151 15,2 1-164-15,-2-2-311 0,-2 3-163 16,3 0-60-16,0 1-32 0,-1 2-38 0,0 2-51 16,-2 3-23-16,3 0-38 0,-2 3-53 0,1 2-55 15,1 1-36-15,1 4-20 0,-1 2-24 0,3 2-13 16,3-1-7-16,0 4-6 0,2-1-3 0,3 5-3 16,2-4-2-16,1 2-1 0,4 2-3 15,1-1 0-15,1 3 0 0,0-3 1 0,3 1 0 0,0 1 1 16,-1-5 2-16,2 3 1 0,-1-2 2 15,0 0-2-15,0-2 1 0,-2 1-1 0,-1-1 0 16,-2-1-1-16,0 0 1 0,-2 2 0 0,-2-2-1 16,-1 0-1-16,-2 3-1 0,-2-3 0 15,1 3-3-15,-4-2 0 0,0-1 0 0,-1 2 2 16,-2-2 1-16,2 0-2 0,-2-2 3 0,-1-1 0 16,-3-1-1-16,4 0 0 0,-3-3 0 0,3-2 0 15,0-1-5-15,4-4-21 0,-2-1-38 0,4-1-55 16,0-4-49-16,2-2-48 0,4-5-65 15,0-2-72-15,2-4-89 0,2-1-125 0,0-2-243 16,6-3-229-16,1 0-142 0,2-3 106 0,1-2 387 16</inkml:trace>
  <inkml:trace contextRef="#ctx0" brushRef="#br0" timeOffset="161976.56">21153 16973 151 0,'3'0'778'0,"0"1"511"15,-3 0 124-15,2 1-150 0,0 0-396 0,-1-1-317 16,-1 0-158-16,2 1-110 0,-1-1-85 16,1-1-67-16,0 2-47 0,-1-1-33 0,4 2-24 15,-1 2-9-15,1-1-1 0,-2 1 3 0,2 1-4 16,0 0 0-16,1 2 1 0,-3 2 2 0,2 2-1 16,-2 0-1-16,-1 3-2 0,-1 3-4 15,-1 0-4-15,0 4-1 0,-1 2-2 0,-1 2-2 16,1 2 0-16,-3-1 3 0,4 4 4 0,-1-3 1 15,2 0 0-15,1-2 0 0,1-1 0 16,0-4-5-16,6 1-5 0,0-6-1 0,0-3-1 16,3-4 0-16,5-3 0 0,-3-6 1 0,7-3 1 15,1-6-1-15,0-4-7 0,3-6-27 0,2-1-71 16,-2-4-84-16,0-5-158 0,-4-1-288 0,1 0-333 16,-1 0-371-16,-4-3-234 0,-1 2 83 0,-3 1 686 15</inkml:trace>
  <inkml:trace contextRef="#ctx0" brushRef="#br0" timeOffset="162362.49">21521 16379 419 0,'-4'-25'963'0,"-2"1"298"0,-1 5-14 0,2 2-207 16,1 4-326-16,0 3-200 0,1 1-128 0,1 2-78 15,2 4-64-15,0 3-66 0,0 6-66 0,2 3-37 16,0 5-17-16,-1 7-8 0,3 4-5 0,-3 4-5 15,1 8-7-15,-1 4-5 0,3 2-4 16,-4 7-5-16,1 2-3 0,1 2-3 0,-1 3-1 16,1 3-2-16,0 0-3 0,2 0-1 0,-1-1-2 15,4-4-3-15,-3-4-1 0,4-6-2 16,3-7-1-16,-1-8-2 0,1-6 2 0,3-8 1 16,1-6-1-16,-2-8 2 0,4-8 1 15,-2-7 2-15,1-4-2 0,1-5 1 0,-1-7-1 0,0-1-1 16,-2-3 0-16,4 0-1 0,-6 0 1 0,1 3-1 15,-2-1 1-15,-3 4 0 0,1 3 1 16,-2 3 1-16,-4 4 0 0,0 6 0 0,-3 3 1 16,-2 3 0-16,-1 5-1 0,-2 7 0 0,1 1 1 15,-5 7 0-15,0 3 0 0,3 5-1 0,0 1 0 16,-2 4-1-16,5 1-2 0,1 1-2 16,2 0-8-16,2 0-14 0,1-1-34 0,0-4-68 15,6 0-68-15,-2-5-105 0,3-5-162 0,0-2-256 16,1-7-300-16,4-3-226 0,1-3-181 0,1-4 156 15,-3-1 544-15</inkml:trace>
  <inkml:trace contextRef="#ctx0" brushRef="#br0" timeOffset="162620.7">22040 17062 247 0,'10'3'804'16,"-4"3"402"-16,0 4 60 0,0 4-188 0,-1 4-300 16,2 3-230-16,-3 6-139 0,1 2-88 0,-2 4-62 15,3 0-69-15,1 6-66 0,-1-3-50 0,4 0-35 16,1-2-20-16,1-5-10 0,1-4-5 15,4-7-3-15,1-4 0 0,-1-7 0 0,0-7-1 0,1-5 0 16,-2-8-2-16,-2-3 1 0,0-7-2 16,-3-2-1-16,-3-4 2 0,2-2 0 0,-9 1 2 15,2-2 2-15,-6-2 2 0,2 5 0 0,-9 0 0 16,2 1-1-16,-3 3 0 0,-1 3 0 0,-1 0-2 16,-1 7-1-16,0 5 1 0,2 2 0 15,-2 5-11-15,3 5-47 0,0 4-69 0,2 2-79 16,2 4-136-16,2 1-227 0,4 5-320 0,2-4-279 15,3 0-203-15,-1 0-1 0,2-1 457 0</inkml:trace>
  <inkml:trace contextRef="#ctx0" brushRef="#br0" timeOffset="163293.01">22556 16915 216 0,'1'-3'598'0,"-1"-1"311"15,0 2 119-15,3 1-212 0,-1 0-252 0,-1-1-147 16,-1-1-101-16,2 2-60 0,-1-1-5 0,3 2 24 16,-3 0 21-16,6 2 10 0,-2-1-15 15,-1 5-23-15,2 1-36 0,-3 2-47 0,2 5-46 16,0 5-46-16,-2 1-27 0,-1 7-17 0,0 3-11 16,-1 4-7-16,-1 2-10 0,-1 5-5 15,1-2-5-15,-2 4-3 0,0-2-4 0,2-4-4 16,2-1 0-16,1-4-1 0,0-4-1 0,3-2 0 15,1-5-1-15,1-5 0 0,1-5 1 0,2-4 0 16,2-7 2-16,3-5 0 0,-2-5 1 0,3-6 2 16,-1-5 0-16,5-2 0 0,-4-5 0 0,2 0-1 15,1-2 0-15,-2 2 0 0,-1 0-1 16,-1 2 0-16,2 2-1 0,-2 2 0 0,-2 2 0 16,-3 4-1-16,1 0 0 0,-2 5 1 0,0 1-1 15,-1 2 1-15,-3 3-1 0,-1 2-1 16,1 3 0-16,-1 3-1 0,0-1-3 0,1 2-7 15,-1 3-14-15,-2-1-29 0,2-2-58 0,1 2-62 16,2-5-61-16,0 1-86 0,-2-2-128 0,2-3-143 16,3-3-146-16,-1-3-221 0,-1-3-207 0,4 1-41 15,-4-1 271-15,2-3 407 0</inkml:trace>
  <inkml:trace contextRef="#ctx0" brushRef="#br0" timeOffset="163760.37">23147 17011 196 0,'6'-9'561'0,"-1"3"392"16,-2 3 207-16,-1 2-156 0,-2 2-229 15,-2 4-127-15,0 3-103 0,-1 4-104 0,2 1-78 16,-3 5-62-16,1 3-70 0,0 1-72 0,0 3-60 15,0 1-31-15,3 1-19 0,0 2-13 0,0-2-9 16,3 1-10-16,3-2-4 0,2-4-8 16,2-2-3-16,2-2-1 0,3-6-2 0,0-2 0 15,1-7-1-15,3-3 1 0,0-7 1 0,2-3 1 16,1-7-1-16,0-3-1 0,0-4-2 0,-1-4-5 16,1-1-4-16,-5 1-3 0,0-4-2 0,-4 4 1 15,1-1 3-15,-2 3 3 0,-6 2 4 16,0 4 3-16,-2 0 3 0,0 5 2 0,-2 2 1 15,-2 1 1-15,-2 3 2 0,-1 3 4 0,0 1 1 16,0 4 1-16,0 1 1 0,-1 5 0 0,3 1-2 16,-1 1-1-16,1 3-2 0,1 2-2 15,0 0 0-15,1 3-1 0,2 0-2 0,1 2-2 16,-1-1 1-16,2 2 1 0,2 2-2 0,0-1 1 16,1 3 0-16,0 1-1 0,2 3-2 15,-2 2 0-15,1 2-1 0,1 2 0 0,0 4-1 16,0 0 1-16,-1 3 2 0,-1 0 1 0,-3 3 2 15,-1 2 1-15,1 2 2 0,-3 1 7 0,-2 3 8 16,-2 0 5-16,-1-1 5 0,-3 1 2 0,-1 0 1 16,-4-5-4-16,0 2-8 0,-3-3-4 15,-4-2-6-15,-2-4-3 0,-1-1-4 0,-2-5-3 16,-3 0-2-16,0-6-1 0,-1-3 1 0,3-4 0 0,-2-4-1 16,4-7 0-16,0-3-2 0,5-6-2 0,0-4-5 15,4-5-12-15,-1-2-21 0,3-4-47 16,1-3-74-16,-1-2-98 0,3 0-174 0,2-2-295 15,-1 1-338-15,3-2-311 0,1 0-175 16,0 0 195-16,1-3 680 0</inkml:trace>
  <inkml:trace contextRef="#ctx0" brushRef="#br0" timeOffset="165536.13">24317 17445 269 0,'1'-9'609'0,"1"0"340"0,-2 3 174 0,0 0-239 15,0 1-238-15,-2 1-149 0,2 2-97 0,0 2-65 16,0 2-31-16,2 1-20 0,-1 5-22 0,-1 2-27 16,0 5-40-16,0 1-40 0,0 5-45 15,-1 2-36-15,-1 1-32 0,1 4-18 0,1-1-7 16,-2 3-11-16,2 1-8 0,0 0-5 0,0 0 3 15,0-1 1-15,2 2-1 0,-1-2-6 0,1-2-43 16,1-1-71-16,-1-1-129 0,1-4-216 0,3-1-299 16,-1-3-357-16,3-4-325 0,0-4-126 15,-2-4 470-15,1-3 667 0</inkml:trace>
  <inkml:trace contextRef="#ctx0" brushRef="#br0" timeOffset="166267.7">25223 17344 82 0,'0'0'610'16,"-2"0"468"-16,1 0 170 0,-1 2-112 0,-1 0-414 15,1 0-284-15,2 4-139 0,2 5-29 16,1 2-1-16,0 5-2 0,4 7-14 0,-3 1-29 16,1 6-44-16,3 4-58 0,-2 1-48 0,1 5-30 15,1 1-16-15,-2 1-7 0,-2 3-7 0,1-3-4 16,-2 2-4-16,1-3-3 0,-3-2-1 0,3-3 2 15,-3-4-3-15,1-6-1 0,-1-5 1 16,-1-5 0-16,0-2 1 0,0-7 0 0,-1-3 1 16,-2-8 0-16,-1-4 0 0,-1-7-1 0,1-8-1 15,-4-4-1-15,2-7-1 0,-2-6-1 0,1-6 1 16,-2-8 5-16,1-2 6 0,2-6-5 16,-1-4-2-16,6-3-1 0,-1 0 0 0,4 2-5 15,2 3-6-15,1 0 2 0,3 7 4 0,1 3 0 16,3 5 0-16,-3 7 2 0,2 4 0 0,-1 5 0 15,-1 6-1-15,0 6 1 0,0 2 1 16,-3 7-2-16,2 4 3 0,-1 3 1 0,2 6 1 16,-1 4 0-16,-4 4 3 0,4 4 0 0,-3 4-1 15,-4 4 0-15,3 2 2 0,-4 5-1 0,0 2 0 16,-4 4-1-16,3 1 1 0,-6 4-1 16,1-1 6-16,2 1-4 0,-1-3-1 0,-2 0-3 15,2-3-1-15,2-3-1 0,2-5-8 0,-2-4-1 16,1-3-5-16,1-5-21 0,1-5-63 0,1-4-67 15,-1-6-114-15,5-7-184 0,-1-8-307 0,3-6-327 16,3-4-244-16,3-4-138 0,0 0 328 16,1-4 609-16</inkml:trace>
  <inkml:trace contextRef="#ctx0" brushRef="#br0" timeOffset="166698.99">25651 17087 118 0,'-1'2'718'0,"-3"1"478"0,0 0 96 16,-2 0-122-16,-1 5-358 0,2-1-279 0,1 4-140 16,-3 1-87-16,0 1-49 0,0 4-47 0,2 2-56 15,1 4-51-15,-1 2-40 16,2 2-18-16,-1 5-12 0,2-1-4 0,2 2-4 0,2 2-4 16,2-3-3-16,0-3-2 0,4-2-3 0,2-4-9 15,2-5-2-15,1-5-3 0,4-5-2 16,3-8 0-16,-2-5 1 0,4-5 1 0,-1-7 0 15,0-4 0-15,1-5 3 0,-5-2 2 0,2 0-1 16,-4-2 1-16,-1 0-1 0,-5 2 2 0,-1 3-1 16,-2 3 0-16,-3 2-2 0,-3 4 1 0,0 2 0 15,-1 4-2-15,-1 3 2 0,-4 2-1 16,2 5-1-16,-1 3 0 0,0 3 1 0,-2 4 0 16,3 2-1-16,-2 5-1 0,1 1 0 15,2 1-1-15,1 1-3 0,0 2 1 0,4 1-2 16,0 1-1-16,-1 0 1 0,2 2 1 0,2-4 1 15,1-1 0-15,1 0 2 0,-1-3 0 0,2-3 1 16,1 0-1-16,-1-5 0 0,4-1-2 0,-2-7-6 16,2-2-27-16,-1-2-40 0,3-5-61 0,-3-4-54 15,1-2-60-15,1-2-70 0,-2-1-78 16,0-3-71-16,-3 2-58 0,2 3-109 0,-1-1-238 0,-3 3-170 16,2 1 9-16,-1-2 211 0,-1 3 318 15</inkml:trace>
  <inkml:trace contextRef="#ctx0" brushRef="#br0" timeOffset="167262.39">26200 17241 198 0,'9'-14'549'15,"-2"4"373"-15,-1-1 216 0,0 3-203 0,-3 0-227 16,2 3-116-16,-3 4-63 0,-1 4-82 0,1 2-78 16,-2 5-60-16,-2 3-47 0,-1 3-64 15,-2 7-56-15,1-2-46 0,-2 6-23 0,3 2-17 16,-2 1-13-16,1 1-7 0,1 1-12 0,3 0-7 15,0-1-5-15,3-3-4 0,2-2-7 0,2-3 2 16,3-3-2-16,2-5-1 0,2-3-1 0,-1-6 0 16,4-3 4-16,-1-5-3 0,1-2-2 15,1-5-1-15,0-3-1 0,-2-1-1 0,2-4-4 16,-2-1-8-16,-1 0-8 0,0 0-12 16,-3 1-14-16,-1-1-15 0,-3 4-10 0,3-1-9 0,-3 1 2 15,-1 4 5-15,-1 1 10 0,1 3 16 16,-2 1 13-16,0 3 10 0,0 4-5 0,-2 3-13 15,4 2-18-15,-1 3-24 0,-2 1-22 0,4 1-21 16,-1 2-11-16,-1-1-2 0,3 2 5 0,1-1 0 16,0-1-15-16,2-1-20 0,-2-2-28 15,4-2-34-15,-3-2-33 0,2-3-20 0,1-3-5 16,-3-3 25-16,1-3 44 0,1-3 62 0,-2-3 60 16,2-1 80-16,-4-2 82 0,1-2 82 15,1-1 84-15,-5 0 72 0,1-1 37 0,-4-1-3 16,0 1 0-16,-1 1 20 0,-1 0 9 0,-1 3-9 15,0-1-29-15,-1 3-31 0,-3 4-45 0,0 1-60 16,-3 3-60-16,1 2-47 0,-1 0-30 16,-2 5-17-16,3 0-12 0,-2 3-7 0,-1 1-4 0,-1 1-4 15,2 2-1-15,-2 0-2 0,1 3 0 16,0-3-1-16,0 2-1 0,0-2 1 0,1 1 0 16,-1-2 0-16,2-1-1 0,0-1-2 0,-1-2-5 15,0 0-25-15,0-3-48 0,-2-2-65 0,2-3-64 16,0 0-108-16,-1-2-165 0,4 0-271 0,2 0-262 15,2 0-213-15,1 3-159 0,1 0 215 16,6 2 534-16</inkml:trace>
  <inkml:trace contextRef="#ctx0" brushRef="#br0" timeOffset="167710.91">27427 17265 53 0,'9'0'478'15,"-1"2"388"-15,-1 5 258 0,-1 3 23 16,-2 4-368-16,3 0-194 0,-1 5-54 0,-1 5-67 15,2 0-71-15,-3 3-72 0,-1 3-54 0,-1 1-71 16,-2 4-77-16,0-1-47 0,-2 3-29 0,-1-4-16 16,1 0-9-16,-2-1-7 0,2-5-6 15,1-2-3-15,-1-5-4 0,2-3-14 0,0-5-50 16,2-5-70-16,-2-5-70 0,-2-7-121 0,2-4-182 16,-1-6-267-16,-3-3-273 0,1-3-208 15,0-3-110-15,-4-3 284 0,3-4 510 0</inkml:trace>
  <inkml:trace contextRef="#ctx0" brushRef="#br0" timeOffset="168108.2">27391 17179 271 0,'1'-18'671'0,"-1"2"309"0,3 5 74 15,-1 1-280-15,1 4-211 0,2 0-145 0,1 4-125 16,2 1-58-16,3 2 2 0,0 2 26 0,2 3-34 16,3 0 11-16,-4 2 7 0,4-1-10 0,0 2-35 15,0 2-35-15,-2-1-23 0,2 1-44 0,-2 2-35 16,0 1-21-16,-3 1-12 0,-1-1-12 0,-1 5-8 15,-2-1 1-15,-3 3-1 0,-4 0 0 16,0 3 0-16,-3 1-2 0,-2 1-3 0,0 0-5 16,-4 2-2-16,3-3-1 0,-1 1 1 15,1-2 1-15,1-3 1 0,-1-3 0 0,5 0-1 16,1-5-1-16,1-2 0 0,4-1-1 0,-2-4 0 16,3-1 1-16,1-3 0 0,2 0 0 15,4-2 0-15,0-2 0 0,0 0 1 0,0-2 0 16,4 3-1-16,-4-2 1 0,3 1 0 0,-3 2 0 15,-2 0 0-15,0 4 1 0,-5 0-2 0,-3 2 2 16,-3 3-1-16,-1 2 2 0,-6 1-1 0,-2 3-1 16,0 1 0-16,-4 1-1 0,-3 2 1 0,0 1-2 15,-1-1 1-15,-1 2-1 0,3-1-1 0,0-2-2 16,3-4-8-16,2 0-26 0,5-5-50 0,2-5-61 16,3-5-67-16,2-6-118 0,4-4-184 15,2-4-292-15,5-3-254 0,3-5-222 0,1-2-118 16,1-2 319-16,4-1 568 0</inkml:trace>
  <inkml:trace contextRef="#ctx0" brushRef="#br0" timeOffset="168432.87">27952 17446 75 0,'3'8'614'16,"0"4"465"-16,-3 1 171 0,-2 0-99 0,1 4-346 16,-1 3-228-16,-1 0-127 0,0 5-93 0,-1-1-60 15,0 0-43-15,-1 2-56 0,2-3-71 16,2 1-56-16,-3-5-28 0,4 1-15 0,0-6-11 15,4-2-7-15,-1-6-4 0,2-2-2 0,0-6-1 16,4-4-1-16,-1-4 5 0,1-5 2 16,-1-3 1-16,5-4-1 0,-5-4-1 0,1-3 0 0,2-2-4 15,-3-1 0-15,-1-4 0 0,-3 2 1 16,4-1-5-16,-5 4-5 0,0 0-2 0,-3 0-3 16,2 6-2-16,-4 3-2 0,2 2 8 15,-1 5 2-15,-1 3 1 0,0 5 2 0,1 4-1 16,-1 5 1-16,1 3 5 0,-4 3 3 0,5 4 1 15,0 2 1-15,2 3-11 0,2 2-31 16,-1 0-63-16,2-1-63 0,2 1-67 0,-1-2-107 0,3 1-156 16,1-3-211-16,1-2-231 0,2 1-213 15,-1-3-156-15,1-4 158 0,1-1 470 0</inkml:trace>
  <inkml:trace contextRef="#ctx0" brushRef="#br0" timeOffset="168735.05">28261 17437 32 0,'0'-8'590'0,"0"2"554"0,-3 0 315 0,2 4-48 15,-7 2-376-15,2 2-364 0,-1 4-219 0,-2 1-127 16,0 3-105-16,1 2-82 0,-2 3-52 0,1 2-31 16,1 1-19-16,-2 1-14 0,4 2-6 0,0-1-5 15,3 1-4-15,3-3-3 0,3-3-3 16,3-2-2-16,2-4-1 0,1-3-4 0,7-4-7 16,-2-6-13-16,3-4-20 0,1-3-28 0,-1-2-40 15,1-4-34-15,-2-2-23 0,0-1-4 0,-1 2 13 16,-3-1 31-16,0 1 47 0,-4 3 39 0,-2-1 31 15,1 4 56-15,-1 4 50 0,-3-2 34 16,-2 6 19-16,-2 1 6 0,-1 3-4 0,-4 3-37 16,2 5-35-16,-5 1-24 0,1 2-17 0,-1 3-11 15,0 4-9-15,1-1-5 0,0 2-4 16,-2 0-1-16,4 3-2 0,3-1-1 0,0-2-5 16,3 1-28-16,0-1-71 0,4-1-75 0,0-3-151 15,2 0-277-15,5-3-330 0,2-1-354 0,4-2-226 16,2-6 34-16,5-2 636 0</inkml:trace>
  <inkml:trace contextRef="#ctx0" brushRef="#br0" timeOffset="169529.15">28855 17417 53 0,'-10'-2'553'0,"-1"2"461"0,-2 2 214 15,-2 0-76-15,0 3-367 0,0 2-255 0,0 2-112 16,1 3-59-16,1 0-45 0,1 3-35 0,-2 4-35 15,1-2-52-15,-1 5-57 0,1 1-46 16,1 3-26-16,0 0-20 0,3 4-16 0,1-4-8 16,2 1-11-16,3-1-4 0,4-4-7 15,2-4 2-15,6-3 0 0,3-4-1 0,-1-6 2 16,6-5 0-16,-1-5 0 0,5-3 1 0,-3-7 0 16,3-3 6-16,0-4 2 0,-1-3 0 0,-1-1 0 15,2-3 1-15,-6 1 0 0,1-1-4 16,-2 1-2-16,-2 2-1 0,-4 1 1 0,-4 2-1 0,1 2-1 15,0 5-2-15,-4 2 2 0,-1 4-1 0,-1 3 0 16,-1 5 1-16,-2 2-2 0,0 4 0 16,1 4-1-16,2 2-3 0,-3 4 1 0,1 1 0 15,2 0 2-15,-3 6 1 0,4-2 1 0,2 3-3 16,0 2-3-16,1-1-3 0,0 3-2 16,0 0 1-16,0 2-3 0,1-1 6 0,2 1 3 15,-3 2 1-15,-2 2 2 0,3-1-1 16,-4 0 1-16,0 1 0 0,-2 3 4 0,-1-2 4 0,-2 3 2 15,-3 2 6-15,-1-3 6 0,-2 5 3 0,-2-5-1 16,0-1 0-16,-2 1-1 0,-1-6-11 16,-1 1-9-16,0-5-3 0,0-3-6 0,0-3 2 15,-1-4 2-15,1-5 7 0,1-4 2 0,1-4 1 0,3-4 2 16,3-5-7-16,0-4-4 0,4-2 1 0,3-3 0 16,2-4 1-16,5-1-6 0,3-1-1 15,3-3 0-15,0-2-4 0,5 0-1 16,1 1-2-16,4 0-3 0,-1-2-19 0,-1 3-48 0,3-2-68 15,-1 2-90-15,0-1-163 0,-1 1-263 16,0 0-315-16,0 0-289 0,0 1-194 0,-1 1 108 16,-3 1 590-16</inkml:trace>
  <inkml:trace contextRef="#ctx0" brushRef="#br0" timeOffset="170095.45">29362 17392 105 0,'9'-21'697'0,"-5"2"472"16,-3 2 110-16,-2 2-128 0,-4 3-317 0,-1 5-269 16,-2 4-141-16,-2 3-83 0,-1 3-54 15,-5 4-49-15,-1 5-72 0,0 5-59 0,-2 2-40 16,0 5-21-16,-2 2-8 0,2 4-4 0,2 0-2 16,0 3-6-16,4-2-3 0,0 1-6 0,4 1-4 15,2-4-5-15,4-1-4 0,1-4-1 0,6-5-3 16,-1-2-1-16,5-5 0 0,3-5-2 15,0-4 1-15,3-3-1 0,0-3 2 0,2-5-1 16,3-3 1-16,-2-4 1 0,3-3-1 0,2-2 0 16,-2-2 1-16,-1-3 1 0,2 0-1 15,-5 1 1-15,1 0-1 0,-3 2 1 0,-1 1-1 16,-4 1 1-16,-1 4 1 0,-2 1-2 0,-2 3 1 16,-4 3 0-16,0 2-2 0,0 7 0 0,-4 0-1 15,0 4 0-15,-1 4 0 0,0 1 0 0,1 5 1 16,-3 2 0-16,1 3 2 0,0 2-1 15,3 1 3-15,-2 2 0 0,0 5 0 0,2-1 0 16,-1 5 0-16,0 2 0 0,-2 3 0 0,1 3-1 16,0 3-1-16,0 1-2 0,-1 3-1 0,-5-1-1 15,1 2-1-15,1-3-1 0,-3-2 2 0,2-2 0 16,-3-4 2-16,1-6 1 0,0-2 1 0,2-5 2 16,-2-5-1-16,3-5 0 0,-4-6 0 0,4-3-1 15,-3-7-1-15,3-5 0 0,3-5 1 16,-1-2 0-16,3-5 0 0,0-2 1 0,1-5 1 0,2-2 0 15,1-2-1-15,1-1 0 0,2-1-1 16,2-4-1-16,3 0-2 0,2-2-1 0,2 1 0 16,1 0-1-16,3 1 1 0,-2-1-3 0,5 7-7 15,0 0-19-15,2 1-43 0,-3 4-66 16,2 1-71-16,-2 4-117 0,0 2-197 0,-2 4-301 0,-2 2-284 16,0 4-214-16,-1 1-111 0,3 4 347 15,-4 2 592-15</inkml:trace>
  <inkml:trace contextRef="#ctx0" brushRef="#br0" timeOffset="170543.49">29826 17445 72 0,'-7'-8'624'0,"1"2"480"0,-2-1 163 0,0 0-87 16,-1 2-294-16,1-1-236 0,-2 4-169 0,-1-1-98 15,2 3-63-15,-1 0-59 0,-4 3-77 0,3-1-66 16,-2 5-37-16,2 1-23 0,0 2-12 0,-2 2-11 16,2 3-7-16,2 1-7 0,-1 2-4 0,6 2-5 15,0-1-1-15,3 1-2 0,2-2-3 0,3 0-3 16,2-3-1-16,5-3-1 0,0-3-1 15,5-3-1-15,0-4 0 0,2-2 0 0,2-2 0 16,-1-5-1-16,2-3-1 0,-1-1 1 0,-1-1-1 16,-1-3 2-16,-2 0-1 0,2-1 2 15,-2 2 1-15,-2-2 0 0,-5 2 0 0,3 2-1 16,-3 1 1-16,-3 2-1 0,-1 2 0 16,0 2 0-16,0 4 1 0,-2 1-2 0,-2 4 1 0,-1 0 0 15,2 6-1-15,-2-1 1 0,-2 4-1 16,2 1 0-16,-1 1 0 0,-1-1-1 0,2 3-3 0,0-2-12 15,2 0-20-15,-1 0-49 0,4-2-73 16,-2-2-96-16,2 0-169 0,3-3-295 16,0-1-329-16,2-2-305 0,0-1-183 0,0 0 173 0,2-1 660 15</inkml:trace>
  <inkml:trace contextRef="#ctx0" brushRef="#br0" timeOffset="172634.29">30395 17524 37 0,'3'-4'403'0,"-3"-1"293"0,1 1 200 16,-1 1 24-16,0 0-366 0,0 0-252 15,0 1-104-15,4 2-19 0,-3 2 23 0,2 1 24 16,3 3 13-16,-2 3 0 0,0 1-22 0,3 5-54 16,-2 2-63-16,-1 2-43 0,1 2-24 0,0 3-14 15,-4 2-14-15,1 1-5 0,-2 0 2 0,0 4-3 0,-3-2-4 16,-2 1-2-16,4-2-2 0,-3 2-32 15,0-4-126-15,0-1-193 0,0-1-283 0,-1-3-264 16,-2-3-243-16,0-1-62 0,2-5 383 0</inkml:trace>
  <inkml:trace contextRef="#ctx0" brushRef="#br0" timeOffset="176542.62">15676 18664 125 0,'0'5'304'16,"-1"-1"146"-16,-1 1 62 0,0 0-99 0,-1 0-83 16,1 1-46-16,-1-1-12 0,-1 1 16 0,-1-2 24 15,4 2 29-15,-3-1 11 0,1 1-9 0,1-1-27 16,-1 1-46-16,2-1-47 0,-1 1-53 0,2-3-49 16,-2 0-35-16,2-1-21 0,0 0 1 0,2-2 12 15,1 0 35-15,0-2 26 0,2-2 13 0,0-3 4 16,0-2 6-16,2-4-12 0,2-2-30 0,-3-5-25 15,2-1-17-15,1-4-10 0,1-3-25 0,-1-1-2 16,2-4-1-16,-1 0-2 0,-1 1-2 0,1 1-2 16,-2 2-2-16,-2 4-10 0,1 4-2 0,-4 6-1 15,1 1 1-15,-2 5-1 0,-1 3 0 0,-1 3 0 16,0 8-7-16,0 1-4 0,0 5-3 16,2 6 0-16,-1 2-1 0,1 4-2 0,1 3 0 15,2 0 1-15,2 2-1 0,0-1-1 0,1 1-1 16,2-1 0-16,-1 0 0 0,4-1 0 0,0-2 0 15,-1-2 0-15,1 1 0 0,0-3 0 0,1-3-2 16,-3-1 1-16,1-1 1 0,1-7-2 0,-2 0 2 16,0-7 1-16,0-2 0 0,0-5 1 0,-1-4-1 0,-2-5 1 15,0-2 0-15,1-6-2 0,-3-2 1 16,1-4 0-16,-1 1-1 0,-1-4 1 0,2 3 0 16,-2-1-1-16,-1 3 1 0,-3 4 1 0,1 1 0 15,-1 6 0-15,-1 1 1 0,-1 5 0 0,-1 3-1 16,1 2-1-16,-3 5 0 0,1 5 1 0,-2 2-1 15,1 3 0-15,1 3-1 0,0 5 1 0,1-1-1 16,0 1 0-16,2 2-1 0,0 0 2 0,2-1-1 16,1 0 0-16,0-1-1 0,3 1 1 15,-1-2 0-15,2 0 0 0,-3-2-1 0,4 0-1 16,0-4 1-16,-2-1-1 0,2-3 1 0,0-1 1 16,2-4-2-16,-2-2 2 0,0-3 0 0,0-3 0 0,2-3-2 15,-3-1 0-15,1-1-3 0,-2-1-15 16,3 0-30-16,-4 2-45 0,2-3-58 0,-1 3-54 15,-1 1-63-15,-1 1-71 0,1 2-68 0,-2 0-52 16,2 0-41-16,-2 1-47 0,2 1-42 0,-2 1-8 16,3-1 7-16,-1 3 4 0,0-4 3 0,-2 2 47 15,4-2 110-15,-4-1 134 0</inkml:trace>
  <inkml:trace contextRef="#ctx0" brushRef="#br0" timeOffset="176901.99">16372 18379 185 0,'0'-3'421'15,"-5"1"230"-15,1 4 137 0,-3 1-69 0,2 1-102 16,-3 5-70-16,1-2-62 0,0 2-68 0,2 2-60 16,1 1-39-16,-3 4-31 0,4 0-19 0,-3 4-14 15,4-1-17-15,-1 2-26 0,3 4-44 0,0-3-41 16,0 3-36-16,3-3-33 0,1 3-20 0,2-6-14 16,-2 1-8-16,4-5-6 0,0-3-4 15,2-3-3-15,-1-6-1 0,1-3 1 0,2-6 0 16,1-5 0-16,0-4-1 0,-1-3 1 0,1-4-1 15,1-2-1-15,-1-3-1 0,-1 0 1 0,0-1-1 16,-3 3 0-16,0 2 1 0,-1 2 1 0,-1 2 1 16,-4 2-1-16,0 6 3 0,-1 0 0 0,-2 5 0 15,-2 2 0-15,-1 1 0 0,1 3-2 0,-2 3-1 16,0 1 0-16,0 4 1 0,0 1-2 0,-2 2 0 16,3 1 0-16,2 3 0 0,-1 2 0 0,2 0-2 15,2 1 2-15,-1-1-1 0,2 4 0 16,3-2-3-16,-1 0 0 0,2 0-5 0,-3-2-27 0,4-1-59 15,0-2-53-15,0-2-77 0,-2-3-112 0,3-5-153 16,-2 0-182-16,-1-4-241 0,2-4-224 0,1-1-108 16,0-3 167-16,-3-4 408 0</inkml:trace>
  <inkml:trace contextRef="#ctx0" brushRef="#br0" timeOffset="177745.49">16694 18372 252 0,'2'-6'639'0,"0"2"315"0,-2 2 109 15,1 0-231-15,-1 4-247 0,0-1-167 0,2 4-122 0,-1 2-60 16,3 1-30-16,3 3-4 0,0 2 3 0,1 2-7 16,4 1 2-16,-2 2-11 0,1 2-20 0,1 0-25 15,-1 2-24-15,1 0-21 0,0 2-22 16,-1 0-18-16,3 2-11 0,-4 2-13 0,1 1-15 16,0 0-9-16,-3 0-6 0,-2 0-3 0,1 2-1 15,-2-1-1-15,1 1-3 0,-5-3 6 0,2-3 4 16,-1-1 3-16,0-3 0 0,-2-5 1 0,0-1 3 15,0-4-1-15,0-3-1 0,-4-4-1 0,1-4-6 16,2-4-3-16,-5-5-3 0,2-5-4 16,0-4-3-16,-1-6-2 0,-2-5 7 0,2-3 3 15,-2-7 1-15,1-2 2 0,-2-2-2 0,1-5-1 0,2 0 0 16,-1-2-2-16,3 1-2 0,2 1 2 16,-1 0 2-16,4 3 1 0,-1 3 0 0,1 3 1 15,-1 6 1-15,4 4-2 0,-2 5-2 0,-2 6-1 16,3 3 1-16,-1 5 2 0,2 4 1 0,0 4 0 15,1 4 1-15,1 4 1 0,2 4-1 0,-3 5 1 16,2 1-1-16,0 4-1 0,0 3 0 16,0 0 1-16,-2 3 0 0,3 1 0 15,-1 0-1-15,-1 0-1 0,-1 0 2 0,3-2-3 0,-2 2-1 16,1-5-1-16,0-2 0 0,1-2-1 0,-1-3 0 0,0-4 1 16,0-2 0-16,4-4 0 0,0-2 1 15,-2-5 0-15,3-2 1 0,0-2 0 0,-1-5-1 16,3-1 1-16,0-1 1 0,-2-5-1 0,4 3-1 15,-4-5-1-15,3 1 2 0,-3-2 0 0,1 2 0 16,-3 2 5-16,0-3 5 0,-2 3 2 0,1 0 1 16,-4 2 0-16,-1-2 1 0,0 6-10 0,-1-4-6 15,-4 5-3-15,0-1-1 0,-4 4-2 0,-1 0-2 16,0 2 6-16,-1 2 2 0,-4 3 1 16,1 0-1-16,0 5 2 0,-3 1 3 0,2 3 2 15,-2 3 0-15,3 2 3 0,0 2 1 0,0 2-1 16,3-1-1-16,4 4-2 0,-1 1-2 0,3-1-1 15,3 1-1-15,-1-1-1 0,4 0 0 0,3 0-1 16,1-1-1-16,1-2-1 0,2-3 0 0,5-2-1 16,-4-3 1-16,6 0 1 0,-1-6-1 0,0 1 2 15,0-5 1-15,2 0 0 0,-2-5 1 0,-2 1-1 16,-1-6 1-16,1 0 2 0,-4 0-1 0,-1-2-2 16,-2-1 3-16,-2 0-1 0,1-4 0 0,-4 3-1 15,2 0-1-15,-3-1 1 0,1 0-2 16,0 2 1-16,1 1 0 0,-1 0 0 0,0 1 0 0,-1 3 0 15,3 2 0-15,-1 0 0 0,0 1 1 0,1 5-1 16,-3 2 2-16,5 4 1 0,-2 4-2 0,-1 0 2 16,2 4-3-16,1 0 2 0,0 5-1 15,-3-1-2-15,2 2 2 0,0-2-1 0,1 1 0 16,-1 2-1-16,-1-3 0 0,-1 3 0 0,3-4-6 16,-2 3-16-16,-2 0-32 0,-4-1-61 0,1 0-59 15,-4-2-97-15,1 1-143 0,-6-2-190 0,1 1-290 16,-2-2-225-16,0 0-206 0,0-1 75 0,-1-4 431 15</inkml:trace>
  <inkml:trace contextRef="#ctx0" brushRef="#br0" timeOffset="177937.76">17608 18206 62 0,'3'-57'860'0,"-1"6"741"0,-4 4 24 0,-3 7-316 0,-2 5-412 0,1 7-384 15,-1 2-235-15,-3 6-123 0,0 5-59 16,0 5-36-16,0 2-23 0,0 6-13 0,0 2-11 15,4 2-6-15,-2 4-4 0,0 2-2 0,3 4-2 16,2-1-1-16,1 3-1 0,2 3 1 0,2 0-5 16,1 2-17-16,2 1-43 0,-2 4-69 0,3-1-73 15,-3 3-123-15,2 0-182 0,0 2-279 16,2 0-281-16,2 3-207 0,0-2-105 0,-1 2 318 16,5 3 526-16</inkml:trace>
  <inkml:trace contextRef="#ctx0" brushRef="#br0" timeOffset="178159.52">17788 18537 218 0,'20'2'450'0,"-2"1"209"0,-2-3 144 16,-2-4-152-16,1-3-87 0,-1-2-17 0,-1-5-32 16,-1-2 22-16,-1-2 15 0,-3-2-55 15,0-3-78-15,0 1-75 0,-5 2-58 0,0 1-71 0,-3 1-75 16,-1 3-45-16,-1 2-27 0,-3 1-24 16,-1 4-16-16,-2-1-13 0,0 6-4 0,0 3-3 15,-2 5-4-15,-2 2-2 0,3 6-2 0,-2 3 0 16,1 3-1-16,2 1 0 0,3 2 0 0,1 1 0 0,4 1-2 15,4-1-8-15,1 2-19 0,2-2-49 16,-1 1-69-16,2-2-109 0,4-3-174 0,0 1-298 16,3-5-330-16,1 0-306 0,1-5-175 0,1-2 265 15,1-5 641-15</inkml:trace>
  <inkml:trace contextRef="#ctx0" brushRef="#br0" timeOffset="178843.33">18089 18688 31 0,'-3'11'325'0,"-2"-2"225"0,0 2 193 0,2-4 24 16,0 2-198-16,1 0-121 0,1-1-71 0,1 1-61 15,1-3-46-15,2 1-54 0,1-3-3 16,2-1-22-16,2-3 1 0,4-1 22 0,1-6 33 0,1-4 18 15,2-4-20-15,1-6-7 0,0-3-24 16,0-5-37-16,0-2-31 0,1-5-27 0,0-1-26 16,-2-1-29-16,2-1-15 0,-6 3-6 0,1 3-10 15,-2 2 1-15,-1 6 4 0,-4 6 4 0,-1 1 1 16,-1 5-3-16,-1 4-1 0,-1 2-9 0,-2 4-8 16,-2 4-8-16,-1 6-6 0,2 1-5 0,-4 7 0 15,2 1-1-15,2 5-1 0,-1 0 0 0,2 3-1 16,2 0 0-16,-1-1 1 0,4 3-2 15,2 1 1-15,0-2 0 0,-1-2-2 0,4-2 1 0,1 3-1 16,-2-7 1-16,1-1-2 0,1-2 0 16,0-4 0-16,1-1 1 0,0-5 0 0,-1-2 0 0,1-5 1 15,1-1 0-15,3-5-2 0,-5-2-8 16,3-2-17-16,-1-4-37 0,0-1-61 0,0-2-70 16,-3 0-88-16,1-2-132 0,-2 0-169 0,0 0-210 0,-1 0-234 15,-2-2-192-15,2 4-48 0,-4-1 306 0,4 1 437 16</inkml:trace>
  <inkml:trace contextRef="#ctx0" brushRef="#br0" timeOffset="178987.71">18688 18287 21 0,'10'-8'284'16,"-1"0"237"-16,2 5 287 0,-3 2 151 0,0 4-133 16,3 3-131-16,-1 4-87 0,-1 5-60 15,0 1-85-15,1 4-109 0,-4 3-83 0,2 0-57 16,2 2-53-16,-6 2-60 0,3 0-46 0,-1-2-25 0,1 0-15 16,0 0-8-16,0-3-4 0,-1-2-4 0,0-2-22 15,4-3-51-15,-6 0-64 0,1-5-107 0,0 1-172 16,-2-4-308-16,-1-1-295 0,0-1-249 0,-2-2-110 15,0-3 305-15,-4-2 555 0</inkml:trace>
  <inkml:trace contextRef="#ctx0" brushRef="#br0" timeOffset="179212.77">18716 18231 420 0,'-3'-41'907'0,"-3"5"302"0,2-1-8 16,0 1-259-16,1 7-256 0,1 2-178 0,1 3-120 15,-1 4-79-15,1 4-61 0,1 5-69 16,-2 1-69-16,2 5-51 0,2 5-29 16,-2 3-15-16,1 5-7 0,2 6-2 0,1 2-4 15,1 5-5-15,-2 2-35 0,4 2-67 0,0 2-68 0,1 1-142 16,1-2-204-16,2 2-315 0,2 1-302 16,1-2-212-16,0 1-53 0,5 0 463 0,2 0 534 15</inkml:trace>
  <inkml:trace contextRef="#ctx0" brushRef="#br0" timeOffset="179560.74">19509 18442 45 0,'9'-12'868'0,"-6"2"782"16,-4-2 22-16,-6 3-341 0,-2-2-410 0,-5 2-389 16,-3 2-242-16,-3-1-116 0,-2 4-57 0,-1-1-26 15,-1 4-17-15,-2 2-20 0,1 2-16 0,1 3-11 16,-1 3-9-16,3 5-11 0,1 1-8 0,-1 3 1 15,6 3 1-15,-1 1-1 0,6 1 0 16,0 1 0-16,6-3-1 0,2 2-1 0,6-4-1 16,2-1 0-16,6-3 0 0,2-4 0 0,4-1 1 15,1-4-1-15,4-6 1 0,1-3 1 0,1-6 0 0,3-1 0 16,2-6 0-16,-3-3 0 0,3-1 1 16,-2-3-1-16,-2 0 1 0,-3-1-1 0,0 2 0 15,-3 2 1-15,-3 2 0 0,-2 3 0 0,-3 3 0 16,-3 5 1-16,-2 2 0 0,-1 4 0 0,-3 4 0 15,-1 6 0-15,-2 2-1 0,-1 4-1 0,1 3-3 16,-3 3-7-16,0 2-11 0,4 2-20 0,-2 1-47 16,4-1-73-16,0 0-104 0,4 0-170 0,-2-1-294 15,6-2-336-15,2-1-320 0,1-1-177 0,2-5 246 16,0-3 649-16</inkml:trace>
  <inkml:trace contextRef="#ctx0" brushRef="#br0" timeOffset="179860.5">20426 18427 252 0,'3'-8'968'0,"-1"1"461"16,-1 3-59-16,2 1-242 0,-1 0-440 16,-1 3-257-16,4 3-138 0,-2 1-80 0,0 4-42 15,2 2-25-15,-1 2-27 0,-3 5-38 0,2 1-28 16,-3 4-17-16,0 2-10 0,0 2-5 0,-3-1-10 16,2 2-7-16,-3-1-3 0,4-4-4 0,0-1-23 15,2-5-63-15,0-1-85 0,1-7-160 0,-2-3-284 16,4-5-327-16,-2-5-362 0,-2-3-247 0,-1-4 104 15,0-5 676-15</inkml:trace>
  <inkml:trace contextRef="#ctx0" brushRef="#br0" timeOffset="180017.21">20432 18129 460 0,'-8'-20'1422'0,"2"5"290"16,-4 5-288-16,-1 5-341 0,0 2-476 15,2 6-307-15,-4 2-156 0,5 5-74 0,0 2-33 16,1 2-20-16,2 1-12 0,3-1-28 0,4 4-72 15,-1-1-79-15,5 0-167 0,1 0-286 0,1 2-323 16,3-4-348-16,1 1-208 0,1-1 113 0,3-3 666 16</inkml:trace>
  <inkml:trace contextRef="#ctx0" brushRef="#br0" timeOffset="180676.53">21413 18583 10 0,'4'-14'374'0,"1"-1"311"16,-2-1 256-16,0 1 105 0,-1 0-281 0,1 1-198 16,-2-3-101-16,3-2-7 0,-1 5-22 0,-1-3-38 15,-1 2-55-15,2 2-56 0,-3 1-52 0,2 1-65 16,1 1-47-16,-3 2-34 0,0 2-21 0,0 2-13 15,1 1-12-15,-1 1-10 0,0 1-12 0,2 2-6 16,-1 5-8-16,3 3-3 0,-1 6-2 0,2 4-1 16,1 1 1-16,2 4-1 0,-2 3 0 15,2 0-1-15,3 2 0 0,-1 1-1 0,1-3 0 16,-2 1-1-16,2-2-1 0,0-2 1 0,-3-4-1 16,3-2 1-16,-3-1-1 0,0-3 0 0,-1-4 0 15,0-2 0-15,-2-2 0 0,0-5 1 0,0-2 1 16,0-7 2-16,-1-4 0 0,2-3 2 0,-1-5-2 15,-2-5 0-15,2-2 0 0,-2-1-1 0,-1-1 1 16,0 0-1-16,-1-2 5 0,-1 2 2 0,3-1 1 16,-3 2-1-16,5 3 0 0,-2 2 0 0,0 2-6 15,2 5-2-15,-2 1-2 0,4 4 0 16,-1 3 1-16,2 3 0 0,1 4-5 0,1 2-1 0,2 4-1 16,1 5-1-16,-2 3 0 0,3 2 0 15,-1 3 4-15,3 3 3 0,-2 0-1 0,3 1 0 16,-1-1-8-16,2 2-12 0,0-3-28 0,2-1-52 0,-2-2-64 15,0-2-72-15,-1-3-101 0,4-3-140 16,-4-3-171-16,2-4-228 0,-1 0-210 0,1-4-170 16,-1-2 88-16,-2 0 382 0,3-5 411 0</inkml:trace>
  <inkml:trace contextRef="#ctx0" brushRef="#br0" timeOffset="181177.31">22225 18370 87 0,'3'-21'589'0,"-5"1"480"15,1 2 244-15,-2-1 3 0,-5 4-352 0,3 3-279 16,-1 2-206-16,-1 4-135 0,-2 1-93 0,1 3-104 15,0 4-66-15,2 3-36 0,1 4-20 0,-1 1-11 16,5 2-7-16,-1 3-3 0,2 3-1 16,3 0 1-16,0 3-2 0,5-1-2 0,-2 0 2 0,2-1-1 15,5-3-1-15,-4-2-1 0,1-1-1 16,2-5-2-16,0-3 2 0,-3-3 0 0,3-4 1 16,-3-1 1-16,-3-5 2 0,0-3 0 0,-2-4 7 0,0-1 4 15,-4-2 1-15,-2-4 7 0,-4 3 0 16,0-3 2-16,-4 2-4 0,1-1-2 15,-7 3-2-15,2 2-4 0,-4 0-1 0,0 3-2 0,2 1-2 16,0 3-3-16,2 3-1 0,0 2-2 0,2 2-2 16,4 4 0-16,0 1-2 0,2 2 1 15,3 3-2-15,2 2 1 0,2 3 1 0,4-2 0 16,3 0 0-16,0 1 0 0,4 0-1 0,2-3-2 16,1 3-9-16,4-5-9 0,-2-1-28 0,5 0-41 15,2-5-38-15,1 0-27 0,2-2-12 0,0-2-9 16,3-4 24-16,0 1 54 0,-1-1 45 0,-1-1 28 15,-1 2 16-15,-2-1 12 0,-3 3 4 0,-1-1-2 16,-1 2 1-16,-2 0 3 0,-2 3-1 16,-2 2 26-16,-1 1 39 0,-4 3 42 0,0 1 30 15,-1 2 16-15,-3 3-1 0,-3 1-29 0,-1 3-30 16,-2 2-32-16,-1 0-23 0,-3 2-16 0,-1 3-8 16,-3 1 1-16,-1 2 0 0,0-1-1 0,0 4-2 15,0-3-4-15,0 1-2 0,4-2-2 0,-1-2-3 16,3-1-4-16,3-5-2 0,2 0-1 0,3-2-2 15,5-3-2-15,-1-3-12 0,5-4-25 0,0-4-71 16,4-2-69-16,0-5-143 0,-1-2-244 0,4-3-311 16,1 1-341-16,-2-3-224 0,1-2-51 0,2 0 545 15</inkml:trace>
  <inkml:trace contextRef="#ctx0" brushRef="#br0" timeOffset="182162.84">23051 18679 214 0,'-10'7'378'0,"2"-1"162"0,0-2 20 0,-1 0-128 16,2 2-91-16,3-1-48 0,-1-1-6 15,0 0 7-15,2-2 13 0,-2 1-3 0,2 0-18 0,3-2-31 16,-1 1-50-16,1-1-56 0,-2 1-44 15,2-2-14-15,2 0 9 0,-1-2 18 0,2-1 38 16,2-1 47-16,-1-3 31 0,1-4-7 0,0-3-13 16,2-4-5-16,-1-1-26 0,1-3-39 0,0-3-19 15,-1 2-19-15,-1-3-19 0,2 0-27 0,-1 3-10 16,-5-1-1-16,2 2-13 0,1 5-1 0,-4 0 3 16,1 6 5-16,-1 0-4 0,0 2-5 0,0 4-3 15,-1 0-8-15,-3 4-8 0,1 2-6 0,2 4-5 16,-5 3-2-16,2 2-2 0,1 5-1 0,2 2 1 15,-1 2 0-15,0 1-1 0,4 2 1 0,0 2 0 16,1 1 0-16,2-2-1 0,1 4 0 0,0-1-1 16,2-1 2-16,0 1-3 0,1-4 1 0,1-1-1 15,-1-1 0-15,2-6 0 0,0 1 0 16,-1-5 0-16,1-3 0 0,0-2 1 0,0-5 2 16,2-3 0-16,-4-5 2 0,4-3 1 0,-4-6 1 15,3-4-1-15,0-2 0 0,-2-2-2 0,-1-1 1 16,2 2 0-16,-5-1 0 0,2 4 0 0,-3 0 1 15,0 3 0-15,-2 3 7 0,2 4 2 0,-4 1 3 16,-1 4 1-16,2 0 0 0,-1 3-1 0,-1 1-6 0,0 4-4 16,0 3-2-16,-1 3-2 0,-1 2-1 0,2 4 1 15,0 2-1-15,0 0 0 0,3 0-1 16,1 2 0-16,-1 1 1 0,2-2 0 0,0 1-1 16,-1-2-1-16,4-1 2 0,-2-1-1 0,2-2 0 15,-1-1-1-15,0-4 0 0,1-1 1 0,0-1 1 16,0-5 0-16,1-3-1 0,1-3 2 0,-2-6 0 15,4-3 1-15,-2-4-1 0,0-1 0 0,1-5 1 16,-2-2 0-16,2 2-1 0,0 0-1 0,-1 0 0 16,0 0 0-16,-1 3 0 0,-3 4 0 0,0 2-2 15,-1 2 1-15,-1 3 1 0,0 4-2 16,-2 1 2-16,2 4 0 0,-2 2 2 0,1 5-1 0,0 2 1 16,0 2 0-16,1 5-1 0,-3 1 0 15,4 0-1-15,-2 3 1 0,3 1-2 0,1 0 1 16,-2 3-1-16,-1-1 0 0,4-2-1 0,1 1-1 15,0 0-1-15,0-6-7 0,4 1-12 0,-4-5-28 16,4-4-55-16,-1-1-70 0,0-7-89 0,2-2-134 0,-2-5-186 16,0-3-273-16,3-3-256 0,-2-3-195 15,3 1-21-15,-2-5 373 0,2 1 494 0</inkml:trace>
  <inkml:trace contextRef="#ctx0" brushRef="#br0" timeOffset="182333.65">23882 18445 249 0,'11'-10'635'0,"-5"1"383"15,1 2 141-15,-4 2-251 0,3 2-238 0,-3 3-137 16,0 1-91-16,2 4-65 0,-3 2-46 0,-1 2-45 15,1 3-46-15,0 1-58 0,-2 4-57 0,0 3-50 16,-2 1-32-16,0 1-20 0,2 4-9 0,-3 1-7 16,3-1-3-16,-1 3-5 0,1-3-2 0,1-2-28 15,2-1-71-15,-1-6-72 0,1-2-143 0,2-4-220 16,-2-6-320-16,3-5-329 0,1-3-216 0,-4-5-25 16,2-7 508-16</inkml:trace>
  <inkml:trace contextRef="#ctx0" brushRef="#br0" timeOffset="182506.03">23955 18242 488 0,'-4'-24'1062'16,"0"4"382"-16,-1 3-38 0,2 3-351 0,-2 5-381 15,2 5-251-15,-2-1-136 0,0 7-109 0,2 3-80 16,2 2-47-16,1 4-26 0,0 1-5 0,1 1-5 16,6 0-2-16,-1 4-1 0,4-2 1 0,2 2-8 15,1-1-51-15,2 0-69 0,2 2-71 16,0-4-142-16,-1 3-237 0,3-3-322 0,1 0-286 15,-1-1-205-15,3-2-6 0,0-3 500 0</inkml:trace>
  <inkml:trace contextRef="#ctx0" brushRef="#br0" timeOffset="182875.2">24406 18287 23 0,'0'-8'610'16,"-2"0"728"-16,-3 4 314 0,-3 1-223 15,-2 3-424-15,-2 1-385 0,-2 4-210 0,-2 2-155 0,0 2-98 16,-1 3-48-16,2 2-31 0,-2 1-20 0,4 1-17 15,-1 2-12-15,3 2-9 0,2-2-12 0,1 3-6 16,3-2-5-16,4 0-3 0,1 0-3 0,1-1-1 16,2-3 2-16,7-2 4 0,-2 0 0 0,3-5 0 15,1-3 0-15,4-2 0 0,1-5 0 0,0 0-5 16,0-7-7-16,0-1-8 0,1-2-5 0,-1-1-5 16,-3-2-2-16,1 0 3 0,-5-3 7 0,2 3 8 15,-6-2 8-15,2 1 11 0,-5 0 6 0,-2 0 4 16,1 2 1-16,-4 3 4 0,2 0 1 15,-3 4-4-15,0 1-2 0,-1 3-1 0,0 2-5 0,0 3-5 16,-1 4-3-16,2 3-1 0,-2 5-2 0,2 1-2 16,-1 4 5-16,4 1 0 0,-2 2 3 15,2-1-2-15,0 3 1 0,2-1-1 0,2-1-1 16,0 0 1-16,1-2-2 0,2 1-2 0,1-5-13 16,2-1-32-16,-2-2-63 0,4-3-64 15,-2-3-93-15,0-6-154 0,0-1-209 0,-1-3-291 0,0-3-231 16,1-3-198-16,-1-1 59 0,-1-3 468 0</inkml:trace>
  <inkml:trace contextRef="#ctx0" brushRef="#br0" timeOffset="183168.49">24593 18430 211 0,'4'-11'648'0,"-4"1"395"15,1 3 133-15,1 3-244 0,-2-2-265 0,0 6-189 16,1 0-133-16,1 6-53 0,0 0-24 0,-1 2-38 16,2 1-29-16,1 3-32 0,-3 0-19 0,2-1-36 15,3 6-30-15,-2-3-10 0,0 3-10 0,1-2-8 0,0 2-20 16,1-1-16-16,2-1-9 0,-2 1-6 0,2-2-3 15,1-3-1-15,0 0 0 0,-1-3-2 0,0-2 1 16,0-5 0-16,-1-1 3 0,1-1-1 0,-1-4 2 16,-1 0 1-16,2-4-3 0,-4 1 1 0,0 0 3 15,-3-3 6-15,3 1 1 0,-4-2 2 16,0 2 3-16,-2-3 1 0,0 0-3 0,1-4-4 16,-3 3-2-16,3-1-2 0,-2-1 3 0,0 3 3 15,1-4 0-15,2 3-3 0,0 0 0 0,5 3-2 16,-4-1-7-16,2-1-16 0,2 4-41 15,0 1-69-15,2 3-57 0,2 2-61 0,0 0-104 16,3 0-173-16,2 1-273 0,-2 2-199 0,6 0-210 0,-2 0-129 16,1 2 241-16,-1-1 546 0</inkml:trace>
  <inkml:trace contextRef="#ctx0" brushRef="#br0" timeOffset="184530.5">25795 18086 91 0,'-3'-5'214'0,"2"3"46"16,1-1 2-16,0 0-38 0,-2 0-47 15,2 0-44-15,-2-2-23 0,2 3-4 0,0-3 15 16,0 1 40-16,0-1 43 0,0-1 56 0,0 2 64 15,0-2 72-15,-1 1 54 0,-1 1 40 16,2 0-17-16,-1 1-40 0,1 1-30 0,0 1-20 16,0-1-42-16,0-1-49 0,0 3-35 0,0 0-35 15,0 0-43-15,-2 3-52 0,2-1-33 0,-2 4-27 16,2 0-18-16,-1 2-8 0,-1 4-6 0,1 3-3 16,1 0-7-16,-4 6-4 0,3 0 2 15,-1 6 4-15,1 2-4 0,-1 2 2 0,0 4 2 16,0 2 0-16,-2 3-2 0,4 1-10 0,-1 2 0 15,1 0-6-15,1-1-2 0,3-3-3 16,0-2-2-16,2-2-2 0,1-5-1 0,2-3-1 0,1-6 0 16,1-5 0-16,2-5 1 0,-1-2 1 15,1-9 1-15,2-5 1 0,0-6 0 0,4-5 1 0,-3-5-1 16,4-3 1-16,-1-3-2 0,-1-4 0 0,2 0-1 16,-2 0 0-16,-3 1 0 0,1 3 0 0,-2-1 0 15,-2 4 1-15,-2 3-1 0,-3 4 3 0,-2 4 0 16,-1 1 4-16,-2 3 4 0,0 3-4 0,-4 1-3 15,0 3-1-15,1 2-1 0,-4 6-7 0,0 1-2 16,0 3 3-16,-1 2 1 0,2 3 2 0,-1 4 0 16,0 0 0-16,2 3 1 0,-1 2 0 0,1 2 0 15,3 1-1-15,0 0-1 0,0 1 0 0,3-1-2 16,2-2 0-16,0-3-1 0,3-4 0 16,3-2-3-16,2-5-12 0,1-3-19 0,2-7-37 15,-1-2-59-15,3-6-66 0,1-2-62 0,-2-6-71 16,1-1-74-16,-2-4-45 0,2-2 1 0,0-2 28 0,-4 0 26 15,2-1 60-15,-3 3 78 0,-1-1 89 16,-1 0 70-16,-1 2 60 0,-4 1 75 16,1 4 121-16,-1 0 117 0,-2 3 73 0,0 3 51 0,-4 2 62 15,1 2 15-15,-1 3-60 0,-1 2-74 0,1 2-59 16,-4 2-53-16,3 3-66 0,-2 3-59 0,-1 3-35 16,0 2-25-16,1 3-9 0,0 0-9 0,1 1-4 15,0 1-5-15,2 3-1 0,0-3-1 0,4 2-6 16,-3-2-3-16,2 1-3 0,3 0 0 0,2-1 0 15,-1-3-2-15,2 0-1 0,4-4 0 0,0-3 0 16,2-5-1-16,1-3 1 0,1-3 0 0,3-4 1 16,-1-6 0-16,1-3 0 0,-1-5 4 0,2-1 4 15,-4-3-3-15,0-1-2 0,1-1-3 0,-4 0-1 16,0 1-8-16,-4-2-3 0,-1 4 2 16,-1 0 4-16,-2 2 3 0,-3 3 4 0,1 0 2 15,-3 5 4-15,-1 1 1 0,0 4 0 0,0 2-1 16,-1 2-1-16,1 3-1 0,-4 2-2 0,3 4-1 15,-1 2 1-15,2 4 1 0,0-2 1 0,0 2 0 16,2 1 1-16,1 1 0 0,0 0-1 16,1 1 1-16,0-1-3 0,0 3 0 0,0 0 2 15,2 0-1-15,-3 1-1 0,1 2 0 0,-1 0-1 16,-1 1 2-16,-2 5-2 0,-2 0 4 0,-1 2 4 0,-1 3 2 16,-5 2 0-16,3 0-2 0,-5 4 0 15,-2-1-6-15,0 0-3 0,-4-2-3 0,1-2-2 0,1-1 0 16,-3-5 0-16,1-2 1 0,1-5 0 15,0-3-1-15,3-6-11 0,-1-3-36 0,5-6-68 16,1-6-67-16,1-5-119 0,1-2-194 0,5-5-309 16,1-5-301-16,6-2-216 0,-2-3-120 0,6-4 350 15,1-1 586-15</inkml:trace>
  <inkml:trace contextRef="#ctx0" brushRef="#br0" timeOffset="184844.08">26790 18105 468 0,'-5'-13'1361'0,"-4"2"369"0,-1 9-250 16,-1-1-377-16,-3 6-466 0,1 2-244 0,1 3-174 15,-1 5-86-15,3 0-47 0,-1 5-26 0,5 0-18 16,1 1-17-16,4 1-9 0,1-1-7 0,1 0-5 16,4 2-1-16,3-3-1 0,3-1 0 0,2 0 0 15,2 2 0-15,1-3 0 0,5-1 0 0,-5 0-1 16,2 2-1-16,1-3-4 0,-3 1-5 15,-2 0-1-15,-1 2-1 0,-5-2-1 0,0 2 0 16,-5-1 5-16,-3 1 5 0,-3 2 0 0,-3 0 2 16,-1 0-1-16,-1-1 1 0,-1 3 5 0,-4-1 1 15,2 0-1-15,-3-1-2 0,1 1-8 0,-1-2-11 16,1 0-26-16,2-2-50 0,0-1-68 16,2-2-72-16,1-5-124 0,1 0-207 0,1-4-305 0,5-2-275 0,1-2-213 15,1-5-75-15,5-2 420 0,-1-3 579 16</inkml:trace>
  <inkml:trace contextRef="#ctx0" brushRef="#br0" timeOffset="185077.93">26988 18043 121 0,'1'-13'886'15,"1"4"700"-15,-2 2 12 0,0 2-305 0,-2 5-439 16,2 2-342-16,-1 4-207 0,1 1-124 0,-4 6-62 15,3 2-36-15,-3 5-20 0,3 2-15 0,-2 4-15 16,1 2-8-16,0 4-5 0,2-1-4 16,2 4-13-16,0 0-6 0,-2 3-5 0,1 1-1 0,2 1-7 15,1-1-15-15,-3 1-25 0,-1-1-66 16,2 0-70-16,-2-5-136 0,0 0-218 0,-2-5-310 16,1-2-332-16,1-6-225 0,0-2-90 0,0-7 475 15,-2-2 602-15</inkml:trace>
  <inkml:trace contextRef="#ctx0" brushRef="#br0" timeOffset="185292.04">26880 18386 153 0,'-5'-3'523'16,"-3"3"280"-16,4 3 134 0,0-1-103 0,1 4-282 15,2-1-179-15,1 2-102 0,3-1-53 16,-2 2-33-16,4-1-38 0,4-1-48 0,3-2-34 15,-3 1-27-15,5-2-17 0,1-1-10 0,0-2-7 16,0 0-20-16,-1-2-35 0,-2 1-80 0,1-1-101 16,1 1-129-16,-2 1-245 0,-2 0-244 0,0 1-147 15,0 2 69-15,-1 0 257 0,-1 3 311 0</inkml:trace>
  <inkml:trace contextRef="#ctx0" brushRef="#br0" timeOffset="185646.19">27307 18431 155 0,'-6'-2'927'0,"-2"3"691"0,0 2 4 16,-4 1-335-16,-2 4-461 0,3 1-329 0,-3 1-199 16,1 3-131-16,2 0-68 0,-1 2-33 0,2 2-24 15,-1-2-16-15,5 2-10 0,1-2-7 0,2-4-6 16,1 1-1-16,5-5-2 0,1 0-1 15,2-7-1-15,3 0 0 0,2-5-1 0,1-2-3 0,0-2-9 16,1-3-4-16,-1-2-6 0,1 1-6 0,-2-2-3 16,2 3 0-16,-4 1 9 0,-1 1 5 0,0 4 7 15,-3 1 6-15,0 2 6 0,-4 3 1 16,1 3-3-16,-2 4-2 0,0 1 2 0,-3 2 0 0,-1 4 2 16,1 2 0-16,-2 0 5 0,-1 2 1 0,3 0-2 15,-2 0-3-15,4 1 0 0,-2-1-1 16,1-1-9-16,2-2-57 0,-2 2-72 0,2-6-140 15,0 0-266-15,2-3-308 0,1 0-373 0,0-5-295 16,5-5-38-16,2 0 609 0</inkml:trace>
  <inkml:trace contextRef="#ctx0" brushRef="#br0" timeOffset="186513.04">27613 18137 140 0,'0'-20'495'0,"-1"-1"320"15,-4 1 244-15,4 4-85 0,-6 1-270 0,4 4-175 0,-2 2-108 16,0 3-70-16,1 1-55 0,-2 4-34 15,1 1-26-15,2 4-9 0,-4 2-13 16,2 4-34-16,-1 3-29 0,0 7-31 0,1 2-23 16,4 5-24-16,-3 6-16 0,4 2-6 0,0 4-15 15,4 1-10-15,-1 4-8 0,2-1-3 0,1 2-9 16,2-2-6-16,0 1 1 0,1-3 1 0,4-5-1 16,0-3-1-16,2-7 0 0,1-1 0 0,1-9 0 15,4-2 0-15,-2-7 0 0,1-5 1 0,1-7 0 16,1-4 0-16,0-6 1 0,0-1-2 0,-2-3 0 15,0-3 1-15,-1 0-1 0,-3 1 1 16,-1 2-1-16,-3 5 1 0,-3 0-1 0,-1 4 0 16,0 4 1-16,-3 3-1 0,-1 4 2 0,1 4 0 0,-1 2 1 15,-1 5 0-15,-2 1-1 0,2 5 0 16,-1 1 1-16,-2 0-2 0,0 5 0 0,0-1-1 16,0-1 0-16,0 1-1 0,0-1-1 0,0-1 0 15,1-3-2-15,1-2 0 0,-2-1 0 0,1-4-3 16,3-2-7-16,-3-3-28 0,2-2-66 0,1-4-65 15,-3-4-129-15,1-3-194 0,0-2-310 0,-2-3-320 0,1-3-243 16,-1-2-120-16,2-1 399 0,-2-2 593 16</inkml:trace>
  <inkml:trace contextRef="#ctx0" brushRef="#br0" timeOffset="186759.91">27969 17944 184 0,'7'-28'517'0,"-6"5"240"15,4 7 106-15,-5 3-166 0,1 8-267 16,-1 5-145-16,0 3-55 0,0 4-12 0,0 4 4 16,0 2 5-16,0 2-12 0,0 1-31 0,0 4-36 15,2-2-27-15,1 3-26 0,0 0-7 16,0-1-19-16,2 1-10 0,2 0-12 0,0-1-12 16,0-2-5-16,1-2-23 0,-2 0-48 0,2-4-130 15,0-4-198-15,-3 0-286 0,1-3-265 0,0-5-251 16,0-2-47-16,1-3 388 0</inkml:trace>
  <inkml:trace contextRef="#ctx0" brushRef="#br0" timeOffset="186959.74">28301 17976 16 0,'7'16'549'0,"-3"4"506"0,1 2 242 0,1 4-21 0,-3 2-279 16,2 5-322-16,-2 4-197 0,1 4-114 0,-3 2-75 15,1 4-77-15,0 3-71 0,-2 3-56 16,-2 2-37-16,0 0-22 0,2 2-13 0,-1-3-10 16,-1-3-5-16,2-4-3 0,2-4-1 0,-1-7-5 15,1-4-26-15,0-5-69 0,1-6-66 0,-2-5-115 16,-1-7-181-16,0-5-313 0,0-4-322 0,0-7-229 16,0-5-127-16,-1-6 322 0,-2-2 590 0</inkml:trace>
  <inkml:trace contextRef="#ctx0" brushRef="#br0" timeOffset="187170.73">28216 18333 45 0,'-2'-10'534'15,"1"1"453"-15,-2 3 218 0,-1 4-54 0,3 2-361 16,-3 0-262-16,4 5-120 0,0-2-63 0,0 4-28 0,4-1-33 16,-3 0-36-16,6 1-52 0,-1 1-60 0,2-1-44 15,1 0-40-15,3 3-22 0,1-3-13 0,0 2-9 16,3-1-5-16,-2-2-3 0,4 1 1 0,-2-1-1 15,2-1-2-15,-1 1-22 0,0-3-57 16,0-1-61-16,1 2-82 0,-4-3-153 0,3 2-221 16,-2-1-300-16,0 1-249 0,0 0-207 0,0-2 22 15,0 0 487-15</inkml:trace>
  <inkml:trace contextRef="#ctx0" brushRef="#br0" timeOffset="187439.71">28616 18442 370 0,'2'2'813'0,"-1"1"329"0,-2 1 41 16,-3 1-310-16,3 1-251 0,-2 1-142 0,3 4-94 15,0-1-47-15,0 2-44 0,0 2-44 0,0 1-44 0,0 2-55 16,1-1-48-16,1 0-42 0,-1 2-24 0,3 1-13 16,0-5-11-16,1 0-7 0,-1-3-3 0,3 0-1 15,-1-5-2-15,2-3 2 0,2-3-2 0,-1-4 0 16,-1-7 1-16,3-1-1 0,-1-3-1 0,-1-2 0 16,4-2 2-16,-4 0-1 0,-1 1 0 0,-1 3 2 15,-1 0-1-15,-2 4 0 0,0 3-1 0,-4 2 1 16,0 4-1-16,0 2 0 0,-4 4 0 0,3 2-1 15,-2 3 0-15,-2 1-2 0,2 6 1 16,-2-1-1-16,4 1-1 0,-1 2-6 0,0 1-29 16,2-2-69-16,-1 1-73 0,-1 0-151 0,5 0-261 15,-3-3-320-15,4 2-324 0,-1-4-224 0,2-2 26 16,4-1 591-16</inkml:trace>
  <inkml:trace contextRef="#ctx0" brushRef="#br0" timeOffset="188556.82">29701 18544 362 0,'-3'-5'691'15,"-2"-1"313"-15,1 2 114 0,0-1-308 0,-3 0-244 16,0 0-139-16,0 1-99 0,2-1-62 0,-3 2-50 0,2 2-36 16,-3 1-28-16,1 0-25 0,0 1-26 15,-3 3-36-15,1 1-31 0,1 3-16 0,-2 2-9 16,1-1-6-16,2 5 38 0,2-1 21 0,-3 5 13 16,4 0 4-16,0 4 2 0,2-1-2 0,1 1-34 15,2-1-21-15,3-2-11 0,2-1-6 0,2-3-5 16,2 0-3-16,1-5 2 0,1-1 1 0,1-5-2 15,-1-3 1-15,3-2 1 0,-1-3 2 0,0-5-1 16,3-3-1-16,-5-3 2 0,3-2 1 0,-3-4-2 16,0 0 3-16,0-3 12 0,-1 0 9 15,-2 0 3-15,1 1 2 0,-4-1 0 0,0 4-1 0,-2 1-12 16,0 3-6-16,-1 1 6 0,-2 3 3 0,-2 2 0 16,0 1 0-16,1 5 1 0,-1 1-3 15,-3 6-8-15,4 1-5 0,-4 7-4 0,2 1-1 0,-2 3-2 16,2 3-1-16,2 1 0 0,-1 3 1 15,2-1 0-15,2 1 0 0,-2 3 0 0,3-2-1 16,-2 1 0-16,4-2-4 0,1 1 0 0,1-3-34 16,1-1-73-16,2 0-84 0,2-5-157 0,-1 0-287 15,3-3-336-15,2 0-332 0,-1-3-188 0,5-1 138 16,-2-3 627-16</inkml:trace>
  <inkml:trace contextRef="#ctx0" brushRef="#br0" timeOffset="189313.09">30485 18343 22 0,'-4'-3'277'0,"1"0"174"0,-3 0 171 0,0 2 49 15,1-1-147-15,0 1-71 0,0 1-30 0,1 0-6 0,-2 0-16 16,-1 0-39-16,1 0-61 0,-1 0-58 0,1 0-54 16,-2 0-47-16,0 1-46 0,0 1-16 0,0-1-7 15,-1 2-12-15,0 0-5 0,0 2-4 0,-1-1-1 16,2 2-20-16,0 0-16 0,0 0-4 0,-1 0-3 16,0 2-6-16,5 3 0 0,-1-3-1 0,0 1 4 15,1 3-5-15,4 0 2 0,0 2 1 0,1 1 2 0,5-2 1 16,-1 2-3-16,1 1-1 0,3 0-5 15,3 0-4-15,-2 1 1 0,2-2 0 0,2 1 2 16,2-1 1-16,2 1 8 0,-4-2-4 0,3 0 5 0,-2 1-4 16,-1-2-2-16,-1 1 0 0,-1-1-2 15,-3 1 0-15,0-1-2 0,-3-1 4 0,0 1 0 0,-5 2 5 16,-1-4 2-16,0 3 0 0,-1-1 1 16,-5-1 1-16,3 0 1 0,-4 1-3 0,-1-2-7 0,2 0 0 15,-5 1 0-15,1-3 0 0,1 0-6 0,0-2 3 16,-1-2 3-16,0 2 0 0,2-3-1 0,1-2-1 15,0 2 0-15,3-4-2 0,-1-2-14 0,1-2-23 16,3-1-25-16,1-6-47 0,1 1-78 0,3-4-102 16,-3-1-107-16,6 1-102 0,-2-3-147 0,1 0-207 15,3-1-92-15,-1-1 88 0,0-2 224 0,0 1 248 0</inkml:trace>
  <inkml:trace contextRef="#ctx0" brushRef="#br0" timeOffset="189718.64">30553 18564 203 0,'9'-10'341'0,"2"0"126"0,-3 3-11 16,-1-1-133-16,-1 3-79 0,2 3-41 0,-4-1 19 15,1 3 30-15,0 0 62 0,0 3 26 0,0-2 25 16,1 5 19-16,-2-4-24 0,3 5-37 0,-4 1-63 16,2 0-58-16,0 0-46 0,1 3-42 0,-2-1-34 15,3 1-28-15,-2 1-15 0,0-1-3 0,-1-1-15 0,2 0-8 16,1 1-9-16,-3-1 2 0,1-1 0 0,3 0 0 16,0-2-1-16,-2 2-1 0,2-2 3 0,0-1-1 15,1 0-4-15,1-2 0 0,0 0 0 16,2-2-1-16,-1 0-4 0,2-4 3 0,0 1 2 0,1-4 0 15,2-1-3-15,-3-4 5 0,4-2 0 0,-3-2-2 16,2-1 3-16,0-3 2 0,1-1 1 16,-1-3-2-16,0 0-1 0,0 0 1 0,-2-2-3 0,-2 3 0 15,-1-2 0-15,-1 3-1 0,-4 0 6 0,-2 2-1 16,-1 0 43-16,-2 1 59 0,-1 2 45 0,-3 2 26 16,-2 1 2-16,-1 1-1 0,-4 1-37 0,-2 4-46 0,1 2-39 15,-3 0-26-15,-1 6-13 0,0 1-6 16,0 3-7-16,1 3-3 0,0 1-1 0,-1 2 2 0,1 3-2 15,3 1-3-15,0 1 1 0,2 3-1 16,1 0 1-16,1 4-2 0,0-3 1 0,3 2 1 0,1-1 0 16,3 4 1-16,0-2-3 0,2 0 0 15,1 0 0-15,3-1-1 0,0-2-1 0,4 0 3 0,0-3 0 16,2-1-7-16,-1-2-46 0,5-3-52 0,-2-1-53 16,2-3-86-16,0-2-129 0,1-5-172 0,1-1-239 0,-3-1-226 15,1-5-194-15,0 0 14 0,-1-4 345 16,-3-1 425-16</inkml:trace>
  <inkml:trace contextRef="#ctx0" brushRef="#br0" timeOffset="190122.69">31083 18362 61 0,'0'-11'376'0,"0"0"260"0,0 1 228 16,0 3 10-16,0-2-230 0,0 6-147 0,0-2-95 15,0 3-75-15,0 2-74 0,0 2-57 0,0 4-43 0,1 1-48 16,1 1-30-16,-1 4-9 0,4 1-2 15,-2 2-8-15,2 1-10 0,1 3-5 0,1 2-1 16,2-2-19-16,-1 2-7 0,0-1-8 0,1 1-6 0,4-2-3 16,-4 2 1-16,3-3 5 0,2 0 0 15,-2-1-2-15,2-2 4 0,-1-2 1 0,1-1-2 0,-3-3-4 16,1-1-1-16,0-4 6 0,-2-1 0 0,-2-3 14 16,2-3 47-16,-3-3 31 0,1-1 18 0,-2-2-2 15,2-3 1-15,-2-1-16 0,-2-3-39 0,0 0-26 16,0-2-12-16,-1-1-5 0,-2-1-3 0,1-3-5 15,0 1 0-15,-2-1-1 0,0-1-3 16,-2 2-3-16,-1-3-2 0,0 0 1 0,-1 1 0 0,0 2 2 16,0 1-1-16,1 1 1 0,-2 3-2 0,4 2 1 15,-4 5-1-15,5-1 0 0,-1 3-4 0,-2 3 3 16,1 2-3-16,0 2 4 0,2 2-3 0,-1 2-3 16,1 2-5-16,0 1-39 0,1 1-38 0,3 1-40 15,0-2-56-15,1-1-83 0,1 1-120 16,1-4-91-16,1 2-120 0,2 0-219 0,0-3-188 0,0 2-23 15,-1-1 201-15,2-1 305 0</inkml:trace>
  <inkml:trace contextRef="#ctx0" brushRef="#br0" timeOffset="190430.86">31513 18244 213 0,'-4'4'488'0,"3"-3"208"15,-2 5 137-15,-1 0-172 0,3 3-161 0,1 1-94 0,1 3-48 16,1 5-16-16,1-2-31 0,2 2-55 0,0 1-62 15,4 3-53-15,-3-2-42 0,2 1-40 0,4-1-27 16,-2-3-15-16,2-1-9 0,2-2-1 0,-2-4-6 16,1-3 0-16,3-4 8 0,-3-1 20 0,-1-6 29 15,-1 0 48-15,-1-3 47 0,1-2 24 0,-3-2 0 16,-3-1 3-16,-1-3-5 0,-2 0-24 0,1-1-30 16,-6-2-20-16,1 1-11 0,-2-1-19 0,-1 2-22 15,-3-2-18-15,0 1-10 0,-3 2-9 0,1-3-6 16,-1 2-4-16,-1 1-3 0,0-1-1 0,2 3 1 15,-2 1 1-15,4 2 0 0,-2 1 0 16,2 1 0-16,3 2-7 0,-2 2-22 0,3 1-39 0,0 3-58 16,0 3-56-16,1 1-57 0,0 2-88 0,1 0-111 15,0-1-123-15,2 2-174 0,2-1-223 0,0 0-199 16,1 0 7-16,2-3 310 0,1 2 395 0</inkml:trace>
  <inkml:trace contextRef="#ctx0" brushRef="#br0" timeOffset="191090.02">31628 17914 184 0,'-5'-19'474'0,"-1"-2"257"16,-2 1 190-16,3-1-135 0,0 3-190 0,1 3-106 16,0 2-78-16,3 2-72 0,1 3-76 0,-2 1-67 15,2 4-59-15,0 3-19 0,0 3 37 0,0 4 12 16,2 6 5-16,-1 2 12 0,3 3 33 0,-1 1-17 15,-2 2-50-15,4 2-30 0,-2 2-18 0,2-1-22 16,1 4-28-16,-1-2-15 0,0 0-7 16,1 1-7-16,1-2-1 0,-1-2-4 0,2 1-8 0,0-3-5 15,1-4-5-15,0 2 0 0,3-4-1 0,-4-3-1 16,2-3-2-16,2-1 2 0,-3-3 1 16,2-2 0-16,-1-1-1 0,-1-4 2 0,4-1-1 15,-5-2 2-15,1 1-2 0,1-2-2 0,-2-1-5 16,-4-1-13-16,3 0-15 0,-2-2-21 0,-1 1-29 15,-2-2-37-15,-1 3-29 0,-1-3-25 0,-1 2-13 16,1 2 1-16,-5-1 17 0,4 0 36 0,-1 3 33 16,-1-1 36-16,1 1 24 0,1 1 18 0,-1 2 14 15,0 0 5-15,2 4-1 0,-1 2 1 0,-1 3 3 16,1 1 1-16,1 3-1 0,0 1-1 0,0 3 4 16,3 1 4-16,-2 2-2 0,3 1-2 0,-3 0 4 15,4 0-1-15,-2 0-2 0,5-1-3 0,-2-2 1 16,2-1 2-16,5-3-7 0,-2-2 2 0,3-1 0 15,4-2-1-15,0-2-3 0,3-4 0 0,1-1 0 16,2-3 2-16,1-3 1 0,-2-1 2 0,2-1 0 16,-2-3 2-16,1-1 2 0,-5 0 0 0,-2-1-4 15,1-3 1-15,-2 0 2 0,-5 0 20 0,0-1 59 16,-3 1 68-16,-4 0 66 0,0-2 32 0,-4 4 6 16,-4 0-22-16,0 1-45 0,-3 0-50 0,-3 3-43 15,0-3-28-15,-3 3-14 0,-1 2-8 0,0-1-6 16,-2 3-2-16,1 0-3 0,2 3-4 0,0 0-6 15,-1 1-5-15,2 0-4 0,3 2-5 0,-2 0-3 16,1 2-2-16,2 0-1 0,2 0-1 0,-1 0-1 16,2 2 0-16,1-2-2 0,0 3 0 0,2-1-2 15,0 1 2-15,2 1-2 0,2-1-9 16,0 0-21-16,1 0-50 0,2 1-74 0,-2-4-84 0,2 3-144 16,1-3-205-16,0 3-314 0,0-3-275 15,3 2-190-15,0-2-5 0,-1 2 439 0,1-2 527 16</inkml:trace>
  <inkml:trace contextRef="#ctx0" brushRef="#br0" timeOffset="191327.11">32296 17967 62 0,'4'-9'660'16,"-1"0"608"-16,-1 2 248 0,-2 3-155 0,0 2-413 16,0-3-386-16,1 5-197 0,-1 0-135 0,2 0-87 0,-2 0-56 15,0 6-31-15,1-1-14 0,1 5-10 16,0-1-5-16,1 3-9 0,-3 0-9 0,3 1-4 15,1 1-3-15,0 1-1 0,-1 0-1 0,2 1 0 16,-1-1-1-16,1 0 0 0,0 1-3 0,1-5-33 16,-1 0-71-16,-2-1-74 0,0-5-135 0,-1-1-218 15,-2-4-327-15,0 0-313 0,-3-2-218 0,-1 0-33 16,0-4 467-16,-4-2 571 0</inkml:trace>
  <inkml:trace contextRef="#ctx0" brushRef="#br0" timeOffset="191522.48">32325 17617 239 0,'-6'-7'1069'0,"0"2"540"0,-1 2-92 0,-3 2-320 15,1 2-456-15,1 1-344 0,0 0-171 0,3 2-97 16,1 0-55-16,-2 2-28 0,4 3-13 0,1-3-7 16,2 5-10-16,2-1-6 0,3 1-4 0,1 1-2 15,2 1-2-15,4 1-1 0,0 3-1 0,3 2 0 16,-2 0-15-16,2 1-63 0,-2 3-68 0,0-3-99 15,2 1-166-15,-3 1-278 0,2-5-331 0,-2 3-249 16,1-2-159-16,-1-2 199 0,-2-2 573 16</inkml:trace>
  <inkml:trace contextRef="#ctx0" brushRef="#br0" timeOffset="191694.35">32668 17949 8 0,'5'3'548'0,"0"1"506"0,-4 2 205 0,-1 5-100 0,-1-1-294 16,-1 5-355-16,-1 1-179 0,1 1-83 0,-1 1-46 0,0 1-28 15,-5 0-36-15,7 0-43 0,-4-1-39 0,2-1-29 16,1-2-13-16,1-4-9 0,1 1-32 0,0-5-54 16,1-3-61-16,-1-2-117 0,2-4-173 0,-2-2-297 15,1-5-275-15,1-1-223 0,0-3-78 0,-2-2 335 16,0-1 501-16</inkml:trace>
  <inkml:trace contextRef="#ctx0" brushRef="#br0" timeOffset="191829.74">32632 17701 52 0,'-5'-34'563'15,"2"2"475"-15,-2 5 228 0,-1 3-48 0,-2 7-319 16,0-1-297-16,2 6-182 0,-1 2-120 0,1 3-74 16,0 2-66-16,0 1-67 0,1 2-48 0,0 4-27 15,2-1-11-15,1 5-7 0,2 2-4 0,2-1-1 16,-1 3-43-16,4 1-56 0,0 2-67 0,1 0-128 16,-1 2-208-16,1 1-314 0,1-1-264 0,-1 1-208 15,0 1-16-15,-1 1 423 0</inkml:trace>
  <inkml:trace contextRef="#ctx0" brushRef="#br0" timeOffset="192952.02">31849 18694 90 0,'0'4'305'0,"0"-3"151"0,0 0 116 0,0-1-103 16,2 2-112-16,0-2-55 0,-2 0-9 15,1 0 4-15,1-2 10 0,-2 1 13 0,0 0-6 0,0-1-16 16,-2-2-25-16,1 1-18 0,-3 0-30 0,3-2-35 16,-3 2-29-16,3-2-15 0,-2 1-12 0,3 1 3 15,-2-2 13-15,0 2 14 0,2 0 7 0,0 2-5 16,0-1-7-16,-1 1-24 0,1-1-23 0,0 2-27 15,0-1-21-15,0 1-18 0,0 0-18 0,0 0-11 16,0 1-9-16,1 1-4 0,-1-1-2 0,2 2-2 16,0 3 0-16,1 3 0 0,-2 0 1 0,4 1 0 15,-1 3-1-15,0-1 0 0,4 1 0 0,-3 1 0 16,1-1 0-16,1 2 0 0,2-1 1 0,-1 1-1 0,-2-2 0 16,1-1 1-16,-1 2-1 0,1-3 0 0,-2-3-3 15,-1-2 1-15,0 2 1 0,0-4-2 0,-3-1 1 16,1 0 1-16,-1-3 3 0,3 0 0 0,-2-3 2 15,0 0 0-15,1-4 2 0,0-1-1 0,1-2-2 16,-1-1 1-16,2-1 0 0,-2-2 0 0,2 4-4 16,1-2 3-16,-2 2-1 0,1 1-3 0,0 0-1 15,0 1 1-15,0 2 0 0,2 2 0 0,-2-1 0 16,1 3 0-16,1 1 0 0,-1 1 2 0,3 0-1 16,-1 1 0-16,-1 3 0 0,1-1 0 0,-1 0 2 15,2-1-1-15,-1 1-1 0,1-1 0 0,-1 0 0 0,-2-2 1 16,1 0 1-16,1 0 0 0,-2-2 2 0,2-3 0 15,-4 0-1-15,3-2 1 0,-2 0-1 0,-1 0-1 16,-1-2 0-16,0 1 2 0,-3 1 0 0,0 0-1 16,0-2 0-16,0 4 1 0,-3-1-2 15,-3 0 1-15,1 1-2 0,1-1-1 0,-4 3 1 0,-2-1 1 16,1 1-1-16,-2 2-2 0,2-3 1 0,-1 3 0 16,0-1-2-16,2 2-1 0,2 2-1 0,-3-1 2 15,4 4 0-15,-2-1 0 0,2 2-2 0,1 1 2 0,-1 3-1 16,2-1 0-16,2 4-1 0,-3 2 1 15,4 0 1-15,-1 0 0 0,1 2 1 0,1 0-1 16,-1 0 0-16,4-1 0 0,0 2 0 0,1 0 0 16,-1-1-2-16,1 1-1 0,2-3 1 0,-2-1 0 0,4-3 1 15,2-3-2-15,-1-3-26 0,3-1-59 0,0-1-59 16,1-3-71-16,-2-3-118 0,0-1-169 0,2-2-202 16,-2-4-233-16,2 0-207 0,-2 0-109 0,1-1 225 15,1-2 434-15</inkml:trace>
  <inkml:trace contextRef="#ctx0" brushRef="#br0" timeOffset="193491.21">32309 18319 204 0,'0'-13'546'0,"-1"0"283"16,1 5 143-16,-2-1-184 0,1 3-242 0,-1 1-143 15,2 2-90-15,-2 2-52 0,1 1-42 0,1 1-29 16,-4 4-28-16,4 1-24 0,0 1-24 0,0 2-19 15,4 3-17-15,-4 0-15 0,1 4-14 0,1 0 10 16,0 1 59-16,1 4 27 0,-2 2 10 0,1 0 4 16,0 2-6-16,1-2-28 0,-2 4-55 0,3-2-33 15,2 4-17-15,-3-1-10 0,2 3-6 0,-1-3 0 16,1 1-4-16,2 0 0 0,-1-2 0 0,-2-1-3 16,4-2 1-16,-1-3-2 0,-1-3-1 0,2-4 1 15,0-3-1-15,2-3 3 0,-1-5 3 0,2-5 0 16,-1-3 3-16,3-5-1 0,0-4 2 0,1-2 0 15,-1-5-1-15,2-2-1 0,-1-2 1 0,-2 0-2 0,2-3-2 16,1 0 3-16,-3 0-3 0,-1 2 0 0,-1-2-1 16,1 2 1-16,-5 2 1 0,1 0-3 0,-1 2 2 15,-3 3 3-15,2 0 3 0,-2 4 0 0,-2 2 2 16,-1 3 1-16,0 2-1 0,-1 1-3 0,-1 1-1 0,1 2-4 16,-4 1-2-16,2 1 2 0,0 1 0 0,-2 1-2 0,2 0 1 15,-4 3 2-15,3 0-1 0,-4-1-2 0,2 4 0 16,-1-1 0-16,1 2 1 0,-3-1-1 15,2 3 15-15,1 1 13 0,-2 1 6 0,1 2 4 16,0 3 1-16,0 1-3 0,1 1-11 0,1 3-10 16,2 1-6-16,-3 3-4 0,4 0 0 0,2 0 0 0,0 0-2 15,4-1-2-15,1-3 0 0,4 0-1 16,2-3-1-16,0-3-1 0,1-4 2 0,6 0 1 0,-2-3 3 16,1-4-1-16,1-2 1 0,2-2 0 0,0-2-2 0,0-2-19 15,-3-3-49-15,0-1-62 0,1-1-64 0,-6-3-103 16,1 0-159-16,-4-2-208 0,0 1-259 0,-5-2-214 15,2 3-156-15,-3-2 137 0,-3 1 457 0</inkml:trace>
  <inkml:trace contextRef="#ctx0" brushRef="#br0" timeOffset="194411.04">32808 18089 278 0,'1'0'644'15,"-1"3"275"-15,-1 1 97 0,-1-1-215 16,0 3-230-16,-3 1-161 0,4 4-88 0,-6 2-34 15,4 2 1-15,0 1-5 0,-1 4-16 0,1-1-18 0,1 4-16 16,-1 2-24-16,-1-2-46 0,1 4-41 0,0-1-34 16,1 0-28-16,1 1-23 0,-1-2-15 0,1 0-9 15,2-2-7-15,1 0-3 0,-1-3 0 0,4 0-2 16,-2-3 0-16,4-1-1 0,-1-3 1 0,2 1-2 0,0-2 1 16,-2-4 2-16,4-1-3 0,1-1 0 0,-2-4 2 15,4-2-1-15,-2-2 1 0,2-4-2 0,1-3 2 0,-1-2-1 16,1-4 0-16,0 2 0 0,-3-3-1 15,2-2 0-15,-2 2 0 0,-2-2 0 0,-1 3 0 0,-2 1-1 16,-1 0 1-16,0 2 1 0,-2 3 2 0,0 0 0 16,-1 3 1-16,-2 1 0 0,-2 1 0 0,-1 2 0 15,2 1-1-15,-2 2-3 0,1 1-1 0,-1 2 0 0,-1 1-1 16,3 1-2-16,-2 0 3 0,-1 1 1 0,3 0 0 16,-1 3 0-16,1-1 1 0,1-1 0 0,0 3-1 15,0-2-1-15,0 2 1 0,0-1-1 0,0 2 2 0,1 0-2 16,1-2 1-16,-2 5 0 0,1-4 1 0,3 1-1 15,-1 0-1-15,0-2 0 0,0-1 0 0,4 0-2 16,-1-2 1-16,0-4-1 0,0 0-1 0,-1-3 1 16,3-3-3-16,0-1 0 0,0-5-4 0,-2 1-5 0,2-1 1 15,1-3-3-15,-2-3 0 0,-1 1 3 0,1 0 1 16,2-4 6-16,-4 4 1 0,1-2 2 0,-1-1 0 16,0 2 4-16,0 1-1 0,1 1-1 0,-3 1 1 15,2 0-1-15,-2 3 2 0,-2 1-2 0,3 2-1 0,-3 1 1 16,1 3 0-16,-1 0 1 0,3-1 0 0,-3 3 0 0,4 3 1 15,-2-1 2-15,2 0-1 0,-2 3-1 0,0-1 0 16,2 3 2-16,0-1 0 0,1 0-2 0,-3 0 3 16,2 1 0-16,-1 0-1 0,1 1 1 0,0 0-3 0,-2 1 2 15,3-1 0-15,-3 1-2 0,1-1 0 0,-1 1 0 16,-3 0 0-16,2 0-1 0,1-1-2 0,-2-1 1 16,-1 1 0-16,4-1 2 0,-3-1 1 0,1 0 1 15,-1-1-2-15,4-2-13 0,-2-2-22 0,-2-1-28 0,4-1-34 16,0-2-34-16,0-2-31 0,1-1-17 0,3-2 2 15,1-2 13-15,-2 1 27 0,1-2 32 0,-1 3 27 16,0-1 26-16,0 0 20 0,0 3 15 0,-2-1 9 16,1 3 3-16,-2 2 3 0,0-1 0 0,-2 1-2 15,1 4 1-15,-2 2-1 0,1-2 3 0,-2 3 2 0,-1 1 8 0,4 2 7 16,-4-1 11-16,0 1 15 0,0-1 26 0,-4 2 27 16,3 0 28-16,-2 1 29 0,1-1 16 0,-1 1-5 15,2 0-24-15,-2-1-24 0,1 0-31 16,0 0-28-16,1-1-28 0,1-1-14 0,-2 1-5 0,0-3-3 15,2 2-5-15,2-4-24 0,0 1-61 0,-1-2-68 0,-1-1-135 16,2-1-243-16,0 0-306 0,-1-1-317 0,2-2-221 16,2-2-22-16,-2-1 498 0</inkml:trace>
  <inkml:trace contextRef="#ctx0" brushRef="#br0" timeOffset="208158.39">11671 12969 298 0,'0'1'672'0,"0"2"309"0,-1-1 124 0,1 0-231 15,-2-2-277-15,2 0-152 0,-2 0-86 16,2 0-61-16,0 0-58 0,0-2-34 0,2 0-13 16,-2-1-2-16,3-1-7 0,-1-3-19 15,-1 1-9-15,3-1-18 0,-1 0-22 0,0-1-24 16,0-2-22-16,3 1-11 0,-3-3-8 0,2 1-6 16,0-6-3-16,1 3-4 15,2-4-3-15,-2-2-9 0,2-1-5 0,1-5-3 0,1 1-4 16,0-2-3-16,-2-3-2 0,3-2 2 15,-2 3 0-15,-1-3-1 0,0 0 3 0,1 3 1 16,-2 0 2-16,-1 2-1 0,1 2 0 0,-2 2 0 16,0 4-4-16,-1 2-2 0,-3 4 0 15,1 1 0-15,1 4 0 0,-3 1-1 0,2 1 0 16,-2 1 0-16,1 2-2 0,-1 0-2 0,0 3 0 16,0 0-2-16,0 1-1 0,0 3-1 15,0 2 0-15,2 0 0 0,0 3-4 16,-1 0-3-16,2 3 0 0,3 3-1 0,-1 1 0 15,0 5-1-15,0-2 5 0,1 4 2 0,-1 2 2 16,1 3 0-16,0-1 1 0,1 1 4 0,-1 1 3 16,-1 0 0-16,1 1 1 0,0-2-1 15,-1 0-1-15,0 1-3 0,-2-4-3 0,2 2-3 16,-2-1-1-16,-1-2 1 0,2-2 0 0,-1 0 0 16,-1-3 0-16,-2-3 1 0,3-1-1 15,-3-1 0-15,2-3 0 0,0-3-3 0,-1-2-4 16,-1-1-10-16,3-4-15 0,-1-2-32 0,0-4-68 15,-1-2-68-15,2-4-100 0,-3-2-161 16,2 3-275-16,2-5-313 0,-1 4-226 0,1-3-181 16,-1 1 165-16,2 1 580 0</inkml:trace>
  <inkml:trace contextRef="#ctx0" brushRef="#br0" timeOffset="208574.76">12212 12764 423 0,'1'0'877'0,"-1"-2"303"0,0 0 3 0,0 1-323 16,0 1-294-16,0-1-163 0,0-1-97 16,0-1-60-16,2 2-44 0,-1-4-10 0,3-1-8 15,-1 1-19-15,0-3-25 0,2 1-12 16,0-2-11-16,2 2-19 0,-2-4-23 0,3 1-23 16,-1-1-10-16,1-3-10 0,-1 2-5 15,1-1-4-15,0-2-4 0,0 2-2 0,1-2-5 16,-2 2-1-16,-1 1-4 0,-1 1-1 0,1 0-2 15,-3 1-1-15,0 3-2 0,-1 0 0 0,0 1 0 16,-2 1 1-16,0 3-1 0,0-2-2 16,-2 3-7-16,0 1-19 0,-1 0-52 15,-3 1-73-15,0 4-83 0,-2 1-148 0,-2-4-227 16,0 5-317-16,-2 1-279 0,1-2-186 0,-1 1 24 16,0-1 496-16</inkml:trace>
  <inkml:trace contextRef="#ctx0" brushRef="#br0" timeOffset="208794">12134 12604 18 0,'-1'-1'412'0,"-1"1"373"15,1 0 277-15,-1 0 44 0,2 0-341 16,0 0-245-16,0 3-149 0,2 0-110 0,2 2-68 16,1 2-51-16,3 2-34 0,1 0-28 15,1 1-27-15,1 0-12 0,2 4-17 16,-2-2-9-16,4 1-9 0,-2 0-2 0,1-2-3 0,-1 1-5 15,0 1 3-15,1-1-1 0,-1 0-17 16,1-2-39-16,-3 0-132 0,0 1-214 0,-2-2-285 16,-1 0-278-16,-1-1-246 0,1-2-49 15,-1 0 425-15</inkml:trace>
  <inkml:trace contextRef="#ctx0" brushRef="#br0" timeOffset="209360.11">12693 12876 353 0,'3'0'904'15,"-1"-2"337"-15,-2 2 8 0,0 0-206 0,1-2-278 16,-1 2-227-16,0 0-140 0,0-1-86 16,0-2-64-16,0 0-75 0,-1 0-70 0,1-3-43 15,0 0-23-15,1-3-10 0,-1-1-4 0,2-1-3 16,-1-2-3-16,4-4 0 0,-2-1 1 16,0-1 0-16,0-3 1 0,2-4-1 0,-2-1 0 15,2-2 0-15,-2-1-1 0,-1-3-3 0,2 2 0 16,-2-4-2-16,-1 2-1 0,1 2-1 15,1-1 0-15,-3 6 2 0,2 1 1 0,-2 4 1 16,0 2 2-16,0 2 1 0,0 4-2 16,0 1-2-16,-2 3-2 0,2 1-1 0,0 0-3 15,0 4-2-15,0 0-3 0,0 1 0 0,0 0-2 16,0 3 0-16,2 1 0 0,1 2 1 16,0 3 0-16,2 3 1 0,0 2 0 15,4 1 1-15,-2 4 0 0,2 1 0 0,0 1-1 0,1 1 1 16,-2 2-2-16,4 2 0 0,-4 0-1 15,2 0 2-15,0 1-1 0,0-1 0 0,0 1 0 16,-2-3-1-16,3 1-1 0,-2-1-1 16,0 0-1-16,0-3-1 0,-3 0-1 0,2-3 0 15,-1-1 0-15,-3-2 1 0,2-2 1 0,-1-1-1 16,0-1-2-16,-2-2-6 0,-1 0-11 16,-1-1-16-16,-1-3-31 0,0-1-63 0,-1 1-71 15,-2 1-93-15,-4-3-153 0,2 2-245 16,-4-2-304-16,1 3-237 0,0-2-173 15,-3-1 122-15,3 2 533 0</inkml:trace>
  <inkml:trace contextRef="#ctx0" brushRef="#br0" timeOffset="209612.33">12708 12708 73 0,'-7'-2'605'0,"0"2"476"0,2 0 174 0,1 0-100 15,0 2-389-15,3-2-280 0,-1 0-175 16,4 0-103-16,-1 0-12 0,3 0 7 0,2 0-3 15,2-2-1-15,1 1-14 0,4-1-13 0,-2 1-41 16,5-3-38-16,-2 0-28 0,4 1-28 0,-1-1-15 16,0 0-11-16,-1-1-5 0,0 2-2 15,1-2-4-15,-2 1 0 0,0 4-1 0,0-2-1 16,-1 2-1-16,-2 0-13 0,-2 0-53 16,-1 2-70-16,-1-2-105 0,-3 4-174 0,0-1-303 15,-2 1-341-15,2-2-282 0,-1 0-164 0,-1 0 274 16,-1-2 627-16</inkml:trace>
  <inkml:trace contextRef="#ctx0" brushRef="#br0" timeOffset="210071.02">13053 12277 317 0,'3'-5'828'0,"-3"-1"343"0,2 2 18 16,-1 1-270-16,-1 0-324 0,2 2-192 16,-2-1-80-16,3 4-25 0,-1-1-9 0,1 2-17 15,0 3-26-15,0 0-44 0,0 4-52 16,2 0-40-16,-2 2-32 0,0 3-18 0,-1 0-11 16,1 3-7-16,1 0-8 0,0 0-4 15,-1 1-7-15,0-1-5 0,0 2-6 16,2-2-4-16,-2-2-4 0,2-1-1 0,-1-1-1 15,0-2-2-15,2-3-1 0,-1 0 0 0,2-5-2 16,-1-2 1-16,2-4 0 0,1 0 1 0,-1-6 1 16,2-3 0-16,1-1 2 0,-2-1-1 0,-1-1-1 15,3-1 1-15,-3 1 0 0,-2 1 0 16,2-2-1-16,-3 6 1 0,1 0 0 0,-3 1-2 16,2 4-1-16,-3 0 1 0,1 1-1 15,-1 3 2-15,1 3 1 0,0 1 2 0,0 4 0 16,0 1 0-16,0 2 1 0,0 6-2 0,-1-2 0 15,1 4-1-15,0 3-1 0,1-1 0 16,1 4 0-16,-2-1-1 0,0 0 0 0,3 1 0 16,-3-2-1-16,2-1-1 0,1 2-10 0,-1-5-26 15,-2 0-62-15,2-1-68 0,-4-4-95 16,1-1-159-16,-1-1-262 0,-1-1-312 0,2-3-245 16,0 1-189-16,-1-4 119 0,3 0 543 15</inkml:trace>
  <inkml:trace contextRef="#ctx0" brushRef="#br0" timeOffset="210414.21">13796 12145 110 0,'-1'-8'709'0,"-1"5"535"0,0 0 252 0,-1-1-126 16,2 3-428-16,-3-1-346 0,0 0-181 16,-1 2-115-16,2-1-107 0,-2 2-72 15,2-1-45-15,0 5-28 0,-1 1-19 0,0 2-10 16,-1 5-3-16,1 4-3 0,0 3 2 0,1 5-1 16,2 5 0-16,-3 5-1 0,1 3-3 0,1 7-3 15,2-3-3-15,0 5-2 0,0-1-3 16,2-1-1-16,5-3-3 0,-3-1-1 0,4-2-16 15,3-3-54-15,-3-5-82 0,2 0-161 16,1-4-269-16,-2-2-331 0,1 0-406 0,1-2-328 16,-3-4 33-16,0 0 749 0</inkml:trace>
  <inkml:trace contextRef="#ctx0" brushRef="#br0" timeOffset="211897.13">14044 12928 419 0,'4'2'930'0,"-3"-2"276"0,1-2-42 16,0 1-304-16,-1-3-335 0,2 0-209 0,2-5-86 15,-1 1-10-15,3-5-11 0,-1-6 5 16,2-1 11-16,3-3-13 0,0-3-28 16,-1-4-40-16,2 0-23 0,-2-2-24 0,1 1-28 0,-2-1-21 15,-1 2-14-15,-1 3-7 0,0 3-3 16,-2 2-1-16,0 6-1 0,-2 0 2 15,-1 4 0-15,-1 3 0 0,1 3-3 0,0 2-5 16,-1 2-5-16,-1 4-5 0,2 5-2 0,-1 5-1 16,1 3-1-16,-2 5 0 0,3 1 0 15,2 1 0-15,-1 3 0 0,1 0-2 0,0-1 0 16,3 2-1-16,0-5 0 0,-2 2 1 16,2-3-1-16,0-2-1 0,1-4 0 0,1-3 0 15,-2-2 0-15,3-5 1 0,-2-2 2 0,3-6-1 16,0-5 2-16,-1-5 1 0,2-2 1 15,-1-6-1-15,1 0-1 0,0 0 1 0,-2-2 0 16,-1 3-1-16,0-2-1 0,-2 5-1 0,-1 3 0 16,-1 0-1-16,-3 3 1 0,3 5-1 0,-3-1 2 15,-1 4 0-15,1 2 2 0,-1 5 0 16,-1 1 0-16,1 6 2 0,1 2 1 0,-1 2 0 16,1 4 0-16,0-1-1 0,2 4-2 15,-1-3 0-15,1 2-2 0,2-1-2 16,-1-1-1-16,2-2 0 0,0-2-1 0,0-1-1 0,0-3 0 15,1-3 1-15,1-2 2 0,-2-4-1 16,1-2 0-16,2-2 1 0,-1-3 1 16,-1-3-1-16,2-1-2 0,-1-1-3 0,-1 1-6 15,2-3-6-15,-3 1-8 0,2 0-5 0,0 1-3 16,-1-3 0-16,0 2 3 0,0-2 6 0,-1 1 7 16,0-1 5-16,0 1 4 0,1 1 4 15,-2 2-1-15,-1-1 3 0,-1 3 0 0,0 2 1 16,1 0 1-16,-3 2-1 0,0 2 2 15,1 1-1-15,-1 1 1 0,0 1 0 0,0 1 0 16,0 0 2-16,1 2-1 0,0-1 0 0,-1 0 0 16,0 0-1-16,2 1 0 0,0-1 0 15,-2 1 0-15,2 1 1 0,1 1 1 0,0-3-2 16,-1 2 0-16,0-2 0 0,2-2 0 16,-3-1 0-16,4 0 1 0,-2-4 0 0,1-1 3 15,-1 0-1-15,3-5 0 0,-2 0 0 0,-1-3 0 16,-1 4 1-16,-2-3 7 0,0 1 11 15,-1-2 9-15,-4 5 10 0,1 0 7 0,-2 1 6 16,-2 0-3-16,-2 5-7 0,-1 0-8 0,-2 2-6 16,-2 3-6-16,-2 3-5 0,3 3-2 15,1 3-2-15,-2 3-1 0,4 0-2 16,0 4-2-16,2 3-4 0,1-1-1 0,2 3-3 16,1 1-2-16,2-1-1 0,0-1-2 0,4-1 0 0,2 0-2 15,0-5 0-15,2 0 1 16,0-4-1-16,1-2 1 0,2-3 0 0,2-3 1 0,-2-1-6 15,0-3-8-15,3-2-15 0,-2-2-20 16,-1-1-36-16,-1 0-50 0,0-1-56 16,-2-1-49-16,-1 0-38 0,0 1-21 0,-2 1 11 15,1-1 46-15,-1 1 57 0,0 0 31 0,-2 0 23 16,3-1 10-16,-3 2 17 0,1 0 14 16,0 1 17-16,-2-3 29 0,3 3 31 0,-2-3 32 15,3 2 30-15,-3 0 31 0,-1 0 27 0,1 0 22 16,0-1 25-16,-1-1 48 0,1 1 40 0,0-2 32 15,1 0 8-15,-3 0-14 0,1 1-27 16,-1 1-47-16,2-1-44 0,-3 1-42 16,0 4-31-16,2 0-20 0,-2-2-15 0,1 2-13 15,1 0-11-15,-1 2-6 0,1-2-4 0,-2 0-4 16,3 4-1-16,0-1 0 0,-1 1-2 16,1-2 0-16,1 2 0 0,-3 0 1 0,2-1 0 0,3 1-1 15,-3-1-1-15,1 2 0 0,-1-1-7 16,2 2-23-16,-2-2-45 0,0 0-68 0,2 0-68 15,-1 0-120-15,-1 1-190 0,-1 1-299 16,1-4-279-16,1 5-211 0,0-1-129 0,1 0 328 16,0 0 585-16</inkml:trace>
  <inkml:trace contextRef="#ctx0" brushRef="#br0" timeOffset="212494.94">15058 12570 164 0,'-7'-5'534'15,"1"2"328"-15,0-1 200 0,3 1-117 0,0 1-265 16,-1-1-184-16,1 1-106 0,3 1-50 16,-1 0-41-16,1 1-43 0,0 0-40 0,1 0-17 15,-1 0 1-15,0 0-21 0,3 0-27 16,-1 1-14-16,0 2-10 0,1 2-12 0,0-1-25 15,3 5-18-15,-3 0-11 0,2 5-12 16,1 1-10-16,1 1-6 0,-1 3-7 0,2 1-7 16,-2 3-5-16,2-2-4 0,0 1-1 0,3-1-6 15,-3-1-3-15,2-2-3 0,1-2 0 16,0-2-3-16,-2 1 1 0,4-5 0 0,-2-3-2 16,-1 0-10-16,0-3-22 0,-2-4-54 0,1 0-71 15,-5-4-93-15,1-3-155 0,-2 0-242 16,0-3-319-16,0-1-275 0,-1 2-190 0,1-3 71 15,0 2 535-15</inkml:trace>
  <inkml:trace contextRef="#ctx0" brushRef="#br0" timeOffset="212854.89">15347 12934 147 0,'0'-1'652'16,"2"-2"400"-16,2-5 142 0,0-2-138 15,0-4-348-15,4-1-205 0,0-3-90 0,3-3-40 16,0 0-44-16,1-1-39 0,0-2-44 15,-1 0-61-15,2-2-58 0,0 1-44 0,-4 0-29 0,3-1-17 16,-2 2-10-16,0 0-7 0,0 2-8 16,-1-1-5-16,0 4 0 0,0-1-4 0,-1 3-3 15,-1 2-2-15,-1 0-1 0,-1 3-1 16,-2 4-10-16,2-3-35 0,-4 4-70 0,-2 4-63 16,-4-2-112-16,0 1-172 0,-1 4-273 0,-4 2-297 15,-2 1-217-15,1 3-154 0,-1 2 236 16,-3 1 539-16</inkml:trace>
  <inkml:trace contextRef="#ctx0" brushRef="#br0" timeOffset="213036.18">15353 12584 46 0,'-4'13'602'16,"2"-1"483"-16,-1-2 185 0,0 2-97 0,3 2-312 16,0-1-281-16,3 1-152 0,0-1-83 15,3 0-58-15,-1 1-45 0,0 0-62 0,3-1-62 16,2 1-54-16,0-2-29 0,2 0-15 0,2 0-9 15,-2 0-6-15,1-4-35 0,1 3-79 16,-1-2-110-16,-1 1-207 0,0-3-290 0,-3 0-353 16,2 1-359-16,0-3-139 0,-1 1 348 0,6 3 707 15</inkml:trace>
  <inkml:trace contextRef="#ctx0" brushRef="#br0" timeOffset="213836.57">15844 12259 55 0,'3'-3'417'0,"-3"0"337"16,0 2 265-16,0-1-14 0,0 0-249 0,1 2-218 15,-1-1-153-15,0 1-116 0,2 0-88 0,-1 0-71 16,1 0-42-16,1 0-21 0,2 1-10 15,2 3 5-15,2-1 19 0,0 1 33 0,3 3 41 16,2 1 41-16,0 1 14 0,3-1 23 16,2 4-3-16,-1 1-26 0,2 1-35 0,-1 1-34 15,2-1-20-15,-2 4-29 0,1 1-17 16,1 0-6-16,-2 2-6 0,-2 1-11 0,-1 1-4 16,1-1-4-16,-1 3-2 0,-5 0-1 15,1-1-1-15,-2 1 1 0,-3-2 0 0,-1 1 0 16,-1-1-4-16,-3 1-3 0,-1-2-3 0,-1 1-2 15,-1 0 0-15,-1-3-2 0,0 2 0 16,-1-3 0-16,-2 0-1 0,2-2 0 0,1 0-1 16,-1-1-1-16,-1-1 0 0,2-2 0 0,1-2 0 15,-1-3-1-15,1 0 0 0,1 0-1 16,-2-4-9-16,0 1-23 0,2-5-60 0,-1 0-75 16,-1-2-136-16,-1-4-281 0,1 0-312 0,1-1-364 15,-3-2-276-15,1-2-22 0,0 0 615 16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cm"/>
          <inkml:channel name="T" type="integer" max="2.14748E9" units="dev"/>
        </inkml:traceFormat>
        <inkml:channelProperties>
          <inkml:channelProperty channel="X" name="resolution" value="1612.54919" units="1/cm"/>
          <inkml:channelProperty channel="Y" name="resolution" value="2580.07886" units="1/cm"/>
          <inkml:channelProperty channel="F" name="resolution" value="10E-6" units="1/cm"/>
          <inkml:channelProperty channel="T" name="resolution" value="1" units="1/dev"/>
        </inkml:channelProperties>
      </inkml:inkSource>
      <inkml:timestamp xml:id="ts0" timeString="2024-10-31T08:34:59.094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1346 1566 175 0,'5'-8'426'16,"0"1"221"-16,0 1 135 0,3 1-127 0,-2 1-113 15,0 1-72-15,-1 2-53 0,0-3-18 0,-5 3-43 16,0-1-54-16,-3 1-59 0,1-2-48 0,-3 3-39 0,0 0-41 16,4 0-19-16,2 0 8 0,4 0 6 0,0 0 1 15,0 3 0-15,1-3-6 0,0 1 14 0,-3 2-3 0,1 1-5 16,-1 2-7-16,0 1-11 0,2 5-1 0,-2 1-20 16,2 5-11-16,1 5-11 0,-1 2-6 0,3 5-4 15,-2 3-8-15,2 3-5 0,0 3-8 0,0 0-7 16,0 1-3-16,1 3-3 0,-3-1-2 0,2-2-2 15,1-1 0-15,0-3-2 0,-3-1-2 0,4-4-1 16,-2-4 1-16,1-3-1 0,-3-3-1 0,1-3 0 16,-1-3 1-16,-1-1 1 0,-1-4-1 0,-1-1 1 15,1-2-1-15,-3-2-6 0,3 0-13 0,-3-4-31 16,1 1-55-16,-2-4-60 0,-2-2-86 0,-1-4-131 16,-2-1-163-16,0-3-187 0,-2-3-243 0,4-1-227 15,-2-1-59-15,-2-2 263 0,1-4 427 0</inkml:trace>
  <inkml:trace contextRef="#ctx0" brushRef="#br0" timeOffset="301.99">1623 1561 234 0,'10'-9'583'0,"-2"2"261"16,1 2 94-16,-1 1-226 0,-3 1-226 0,0 0-129 0,-1 1-77 15,0 1-23-15,-4 1-11 0,1-2 1 0,2 2-5 16,0 2 7-16,4-1 36 0,-1 4-4 0,2 0-5 15,1 2-25-15,-1 1-30 0,0 6-44 0,2 1-55 0,-1 5-31 16,-1 4-26-16,0 2-16 0,1 5-14 16,-1 2-10-16,-1 1-10 0,-1 2-5 0,3 2-4 0,-4-1-3 15,0 1-3-15,3-2 0 0,-3 0-1 0,4-4-2 16,-3 0-1-16,1-2 0 0,1-3 0 0,-2-3 0 16,2-1-3-16,-2-5-6 0,-1-2-16 15,2-2-29-15,-4-5-53 0,1 0-57 0,1-5-67 0,-4-2-96 16,1-4-128-16,0-4-138 0,-1-3-173 0,1-2-233 0,1-2-184 15,0-4 21-15,1 2 306 0,-1-4 392 16</inkml:trace>
  <inkml:trace contextRef="#ctx0" brushRef="#br0" timeOffset="506.5">1976 1528 331 0,'0'-22'713'0,"2"5"318"0,-1 4 83 0,1 2-292 0,-2 3-260 15,0 1-181-15,0 3-131 0,0 2-83 0,1 2-41 16,5 2 1-16,-1 7 13 0,2 3 7 0,2 4 39 15,2 5 18-15,0 5-3 0,-1 4-20 0,2 4-27 16,-1 4-22-16,-1 1-34 0,1 6-30 0,-2 0-20 16,1 0-21-16,-1 1-12 0,1 1-6 0,-2-2-6 15,3 0-3-15,-2-3 6 0,1-2 2 0,1-4-19 16,-2-1-59-16,-2-7-59 0,-1-2-64 0,-1-5-128 16,-1-5-195-16,-2-3-303 0,-4-2-237 0,0-5-213 15,-3-3-84-15,0-5 353 0,-3-2 527 0</inkml:trace>
  <inkml:trace contextRef="#ctx0" brushRef="#br0" timeOffset="770.26">1551 1508 140 0,'-10'-13'599'0,"-1"3"385"0,0 2 188 0,0 1-76 0,-2 1-410 15,2 0-254-15,0 3-125 0,3 0-99 16,0 1-74-16,5 1-53 0,2-2-40 0,2 3-25 0,4-2-2 15,7 2 94-15,6-5 50 0,6 4 21 0,4 0 6 16,2 0 14-16,0 1-8 0,5-3-72 0,0 3-40 16,1 0-20-16,5 0-10 0,-1 0-20 0,1 3-13 15,1-3-8-15,1 1-4 0,-3 0-1 0,1 0-4 16,-3 4 0-16,0-5 3 0,-2 2 0 0,0 1 0 0,-3 1 0 16,-2 1-12-16,-6 1-44 0,-1 3-65 0,-4 0-102 15,-7 1-172-15,-4 5-297 0,-4 2-323 0,-2-1-301 16,-6 4-188-16,-3-1 242 0,-5 2 636 0</inkml:trace>
  <inkml:trace contextRef="#ctx0" brushRef="#br0" timeOffset="1018.64">1691 2639 302 0,'-1'41'1032'16,"1"-7"381"-16,0 0-89 0,3-5-241 0,0-2-458 15,2-1-235-15,4-2-124 0,-1-5-49 0,0 0-25 0,3-3-13 16,5-3-23-16,0-2-43 0,6-4-30 0,3-2-22 16,5-5-13-16,0-5-12 0,5-2-8 0,2-5-9 15,2-1-5-15,0-5-4 0,3-2-4 16,-3-4 0-16,5 2-3 0,-2-2-1 0,0 0-2 0,-2 1-2 16,-1 3-6-16,-1 0-23 0,0 2-66 15,-3 1-80-15,-4 3-160 0,-1 1-282 0,-1 2-325 0,-1 4-371 16,-5 1-262-16,2 1 72 0,-6 3 693 0</inkml:trace>
  <inkml:trace contextRef="#ctx0" brushRef="#br0" timeOffset="2039.02">3307 1624 243 0,'0'0'503'0,"0"0"222"0,0 0 127 16,0 0-207-16,0 0-134 0,2 0-63 0,-2 0-45 15,0-1-40-15,-2 1-32 0,2-2-24 0,0 1-16 16,2 0-6-16,1-1-6 0,-2 0-14 0,-1 0-20 16,0-2-31-16,0 2-42 0,0-2-40 0,0 1-34 15,0 2-20-15,-4-2-15 0,4 1-9 16,-2-3-9-16,1 4-5 0,-1-1-6 0,2-1-5 16,-1 2-5-16,-1 1-3 0,2-1-6 0,-2 1-4 15,2 0-2-15,0 0-2 0,0 0-3 0,0 1-2 16,0-1-2-16,0 4 1 0,2 4-1 0,-2-2 0 15,2 7 2-15,-1 1 0 0,1 4 0 0,-1 0 0 0,1 3 0 16,4 0-1-16,-1 1 0 0,1 3 0 16,1-1 0-16,2 0 0 0,0 0-1 0,1 0 0 0,2-1 0 15,0 0-2-15,0 0-2 0,4-4-2 16,-3 2 1-16,4-4 0 0,-1-1 0 16,1-3 1-16,-2-2 1 0,2 0 1 0,-3-5 1 0,2-2 0 15,-3-1 2-15,2-2 0 0,-3-2 2 0,0-4-1 16,-1-1 0-16,-1-1 0 0,1-2 1 0,-2-1-2 15,-1-1 0-15,0 3 0 0,0-3-1 0,0 3-1 16,-2-1-1-16,1 1 0 0,2 1 0 0,-1 1 0 16,0 0 0-16,3-1 0 0,-2 1 1 15,-1-1 0-15,2 3 1 0,1 0-1 0,-3-1 1 16,0 0-1-16,1 3 0 0,-1-2 0 0,-3 3 0 16,1-2 1-16,-4 1 1 0,3 1 1 0,-4-2 3 15,2 1 1-15,-1 0 2 0,-1-3-1 0,-1-1 0 16,-1-1-1-16,1-2-1 0,-2-1-2 0,-1-3 1 0,0 2-1 15,-2-1 0-15,-1 1 0 0,1-1 0 16,-1 0-1-16,-2-3 0 0,0 4-2 0,0-1 0 16,-2-1 0-16,-2 1-1 0,2 0-1 0,-2 1 1 15,2 0-2-15,2 3-1 0,0 0 1 0,-1 2-2 16,4 0-2-16,0 3-12 0,2 0-18 0,0 0-45 16,0 2-68-16,3-1-79 0,0 2-132 0,3 3-191 15,0 0-310-15,2 2-281 0,2 2-221 16,2 1-63-16,0 0 396 0,4 3 560 0</inkml:trace>
  <inkml:trace contextRef="#ctx0" brushRef="#br0" timeOffset="2504.81">4125 1814 87 0,'12'10'627'0,"-1"0"453"0,-3 1 162 16,-3 1-66-16,0 0-293 0,-2 2-249 15,-1 3-165-15,-2 0-100 0,-2 2-69 0,0 1-65 16,-1 1-87-16,-3 1-62 0,3-1-38 0,-1-2-21 15,1-1-11-15,2-2-8 0,-1-3-5 0,2-3-4 16,0-2-2-16,2-2 1 0,1-3 0 0,0-2 3 16,2-3 1-16,3-4 1 0,3-6 0 15,0-5 1-15,0-3-2 0,3-5 0 0,-3 0-1 16,3-5 0-16,-2-1 0 0,-1 2 1 0,-2-3-1 16,-1 0 1-16,-2 3 0 0,-1 0-1 0,-2 1 2 15,-1 2 1-15,1 4 4 0,-2 2 6 16,-1 4 3-16,0 2 3 0,0 3-1 0,0 4-1 0,0 1-5 15,2 3-6-15,-2 0-4 0,3 5-1 16,0 2-2-16,-1 5 0 0,3 1 1 0,0 6 0 16,1 0 1-16,3 2-1 0,-2 3 0 15,2 2 2-15,2 1-2 0,0 1 8 0,1 4 1 16,0-1 3-16,2 4 1 0,0-1-1 0,-3 2 1 16,1 2-4-16,2-1-2 0,-3 2 4 0,-3-1 1 15,1 1 1-15,-1-1 6 0,-3 1 3 0,-2 2-4 16,-3-1-6-16,-1 1-5 0,-3 1 0 15,-4 0-3-15,-4 2 0 0,-1-1 4 0,0 2 1 0,-6-1 0 16,-1-1 0-16,1 2-4 0,-5-7-2 16,2-1-2-16,-3-2-1 0,2-6 1 0,0-3-1 15,1-8-2-15,3-1-3 0,-2-8-5 0,4-5-13 16,1-5-18-16,2-8-35 0,3-6-76 0,1-7-92 16,1-4-165-16,6-6-286 0,3-2-327 0,5-2-351 15,2-2-190-15,3 1 158 0,1 1 675 16</inkml:trace>
  <inkml:trace contextRef="#ctx0" brushRef="#br0" timeOffset="3535.58">4528 2245 332 0,'3'0'861'15,"-3"0"353"-15,2 0 23 0,-2 0-254 0,1 0-270 16,-1 0-183-16,0 0-138 0,2-1-83 0,-2-1-61 16,0-1-57-16,1 0-68 0,1-1-55 15,-2-4-31-15,3-2-17 0,2-2-4 0,-2-5-1 16,2 1 1-16,1-5 2 0,0-3 0 0,4-4-1 16,-1-1-4-16,1-3-5 0,1-1-3 0,0-3-1 15,-1 2-2-15,2-2 3 0,-4 4 6 16,2 1 3-16,-1 0 3 0,-3 6 4 0,1 1 5 15,-3 3 1-15,-2 5 1 0,1 2 3 0,-1 4-1 16,-1 2-3-16,-1 1-5 0,2 4-4 0,-2 0-8 16,2 3-5-16,0 4-3 0,0 7-1 15,1 2-1-15,0 8 1 0,4 3 1 0,-1 1-1 16,3 4 1-16,-1 3-1 0,2 1 0 0,1 0-1 16,2-1 1-16,-2 2 0 0,3-4-1 15,0-2 0-15,-1-2 0 0,0-2 0 0,-1-5-1 0,4-2 0 16,-3-4 1-16,1-5 0 0,0-3-1 15,0-5 3-15,1-4-1 0,0-5 2 16,0-6-1-16,0-4 1 0,-2-5 1 0,0-4-1 0,1 0 0 16,-3-2 0-16,-2 1 0 0,-2 2-1 15,-4-1 1-15,0 1 8 0,-3 3 2 0,-3 0 4 0,-2 3 4 16,0 3 4-16,-1 2 4 0,0 1-5 16,1 2-2-16,0 5-2 0,0 0-6 0,2 4-3 15,-1-1-6-15,1 2-3 0,1 3-2 0,1 3-1 16,1 5-1-16,1 1 1 0,1 4 1 15,1 6-1-15,1 0 2 0,3 3-1 0,-1 1-1 16,2 4 2-16,0-2-1 0,1 2 0 0,-1-3 0 16,0 0-1-16,3-1 1 0,-1-4-2 15,1-1-1-15,0-5 0 0,-2-1-2 0,4-1 1 16,0-6 0-16,0-2 0 0,0-3 2 0,0-3 1 0,3-2-3 16,-5-2-7-16,2-3-13 0,-1 0-15 15,-2 0-34-15,-2-2-63 0,-1-1-67 0,-2 2-100 16,0-3-157-16,-3 2-251 0,-1 2-302 0,-2-2-239 15,-1 0-194-15,-1 0 164 0,-2-2 553 0</inkml:trace>
  <inkml:trace contextRef="#ctx0" brushRef="#br0" timeOffset="3971.63">5424 1652 28 0,'8'11'343'0,"3"3"288"0,-3 3 298 0,2 2 114 16,0 0-202-16,2 6-144 0,-3-2-61 15,4 3-86-15,-2-2-94 0,-1 1-108 0,0 1-74 16,-2 0-65-16,1-3-72 0,-2-1-47 0,1 3-35 15,-3-3-17-15,1-2-13 0,-1-2-10 0,0-2-1 16,-1 0 1-16,-1-5-2 0,-1 0 0 0,1-4-1 16,-3-1-14-16,0-3-56 0,-3 0-75 15,0-3-114-15,-5-2-191 0,2 0-302 0,-2-4-339 16,0 0-300-16,-1-3-147 0,-4 0 334 0,0-3 645 16</inkml:trace>
  <inkml:trace contextRef="#ctx0" brushRef="#br0" timeOffset="4168.57">5304 1476 264 0,'2'-7'1031'15,"-2"-1"509"-15,0 5-81 0,0 0-290 0,0 1-466 16,0-1-291-16,0 3-168 0,0-1-105 0,1 1-55 16,1 0-26-16,-2 0-25 0,2 0-19 0,2 0-9 15,-1 1-6-15,4 1-8 0,-1-1-66 0,2 1-77 16,1 0-175-16,1-2-280 0,0 0-312 15,0-2-372-15,0-1-228 0,1 0 108 0,0 0 705 0</inkml:trace>
  <inkml:trace contextRef="#ctx0" brushRef="#br0" timeOffset="5176.22">5829 1356 176 0,'-3'-5'350'0,"0"0"152"15,-2 0 51-15,2 0-102 0,-2 2-94 16,2 0-35-16,-2 0-2 0,2 0 21 0,0 2 25 16,1-1 15-16,-1 1-19 0,-2-2-32 0,2 1-40 15,0 1-39-15,1 0-19 0,1 1-4 0,-1 0 0 16,4 0-9-16,-2 0-17 0,1 1-27 0,-1-1-46 15,2 3-42-15,-1 3-35 0,3 3-24 0,0 5-12 16,1 3 10-16,2 6 13 0,0 2 6 0,3 5 1 16,-2 3 3-16,4 1 0 0,0 3-14 15,-1 0-14-15,1 4-5 0,1-1-5 0,-2 0-2 16,3 1 0-16,-4-5-3 0,2 0-2 0,-2-3 0 16,0-1 0-16,0-6-3 0,0 2 0 0,-2-6-2 15,0-2 1-15,-1-2 0 0,0-3 0 0,-4-4-1 16,2-1 1-16,-2-3 2 0,-1-1 9 15,1-1 5-15,-3-4 8 0,3 2 2 0,-2-3 3 16,-1-1-1-16,2-2-9 0,-1-7-4 0,4-2-5 16,-1-2-6-16,2-4-1 0,2-3-3 0,4-2 1 15,1-1-3-15,3-3 0 0,0-2-1 0,1 2-1 16,1-4 1-16,0 3-2 0,1 1 2 0,-3 0-1 16,0 3 3-16,-2 3-1 0,-4 4 2 15,2 2 0-15,-5 3 1 0,-1 3 6 0,-3 2-1 16,3 1 4-16,-4 3 4 0,1 3 4 0,2 2 3 15,-2 3-1-15,-1 6 3 0,1 0 1 0,2 6-4 16,-2 2-2-16,3 1-2 0,-1 3-3 16,0-2-4-16,-1 6-3 0,3-2-2 0,-1 1-2 15,0-1 1-15,2-1-3 0,-3-1 0 0,2 2 0 16,-1-2-2-16,3-1 0 0,-2 0-2 0,-1-3 0 16,2-3-1-16,1-1 0 0,-1-3-1 0,2-1-7 15,0-3-14-15,-1-3-35 0,0-1-70 16,0-4-78-16,-4 0-145 0,3-1-231 0,-3-3-313 15,1 0-323-15,2-1-214 0,-2-2-24 0,1-1 527 16</inkml:trace>
  <inkml:trace contextRef="#ctx0" brushRef="#br0" timeOffset="5350.95">6645 1698 183 0,'5'0'674'0,"-1"4"371"0,1 4 124 16,-3 3-156-16,1 5-336 0,0 4-188 0,3 0-77 0,-3 5-47 15,2 5-40-15,-3-1-48 0,1 4-43 16,-1 1-69-16,-2 1-63 0,1 0-42 0,-1-2-29 16,0 0-9-16,0-5-13 0,2-1-70 0,-2-4-67 15,0-5-160-15,1-3-276 0,1-2-313 0,0-5-384 16,-1-2-259-16,2-6 1 0,-1-6 681 16</inkml:trace>
  <inkml:trace contextRef="#ctx0" brushRef="#br0" timeOffset="5540.94">6716 1507 544 0,'-2'-16'1478'15,"1"3"224"-15,-2 5-307 0,-1 2-340 0,-2 3-482 16,0 0-296-16,1 3-140 0,0 0-69 0,2 1-35 16,0 1-18-16,1 1-11 0,4 2-6 0,1-1-3 15,2 0-4-15,3-1-35 0,4 0-69 16,1-1-121-16,4-2-214 0,0 0-293 0,3 0-344 0,0 0-336 15,1-2-136-15,0 1 424 0,-1-1 677 16</inkml:trace>
  <inkml:trace contextRef="#ctx0" brushRef="#br0" timeOffset="16994.09">9458 1677 266 0,'0'-3'446'0,"0"-2"169"0,0 2 23 15,0 0-173-15,0 0-110 0,0 1-48 0,0 1-11 16,-2 0 10-16,2-1 6 0,0 2-14 0,0-2-34 16,0 2-42-16,0 0-41 0,0 0-45 15,0 0-35-15,2 0-24 0,-2 0-15 0,1 2-13 16,-1-2-10-16,0 2-11 0,0-2-9 0,2 1 8 15,0 2 7-15,-1 0 10 0,4 5 5 16,1 1 3-16,-1 1 2 0,0 3 16 0,1 5 31 0,5 5 16 16,-2 2 2-16,3 2 34 0,0 4 25 15,2 2-17-15,-1 3-33 0,4 1-22 0,-1 4-4 16,-2-1-20-16,2 3-24 0,0 1-11 0,1 1-5 16,-1 0-2-16,1 0-9 0,-2 1-9 15,2-1 2-15,-1 2 1 0,1 0-8 0,-2 2-3 16,2-2-3-16,-1 0 4 0,1 3-4 0,-1-1-5 15,0-4 6-15,0 2 1 0,-2 0-2 0,0-3-5 16,2 0-2-16,-2-2 0 0,-1 2 5 16,-2-1 5-16,3-1 2 0,-3 1-5 0,-1 1-2 15,2 2-2-15,-4-2-6 0,0 3-3 16,0-3 7-16,0 4 9 0,-2 1 5 0,-1-2 2 16,0 3 0-16,1 0-2 0,0 0-3 0,-1 0-3 15,0 1-1-15,1-2 0 0,1 3 2 0,0 1 0 16,3-2-3-16,0 2-3 0,2 1-2 15,1 0-3-15,1-2-2 0,2 2-1 0,1 3-3 0,-1-3 0 16,1-2 2-16,1 2 0 0,1 0 1 16,-2-2 1-16,1 4 2 0,0-1 1 15,-2 4-1-15,0-1 0 0,0 5 0 0,-2 2 1 16,-3 2-1-16,1 2-1 0,-2 2 3 0,-2 1 1 16,0 2 1-16,-1 2 1 0,0 0 0 0,1 4 0 15,-1-1-2-15,-1-1-2 0,3 0-4 16,-1 0 0-16,2-3 0 0,2-1 0 15,-2-1 2-15,1-2 0 0,2-2 0 0,-1 0-2 0,-2-4-2 16,2 0-2-16,-2-8-2 0,1 0-3 16,-2-6-4-16,-2-3-4 0,-1-6-6 0,1-4-13 15,-1-8-25-15,-5-6-68 0,-1-8-71 0,-1-7-126 16,-5-6-207-16,-1-10-311 0,-1-7-335 16,-3-11-230-16,-6-11-87 0,-2-11 436 0,1-10 614 15</inkml:trace>
  <inkml:trace contextRef="#ctx0" brushRef="#br0" timeOffset="17730.41">9348 1905 146 0,'0'-6'484'0,"-2"1"332"16,-2-4 245-16,3 3-114 0,-2-2-225 0,-1 3-118 15,1-1-49-15,0-1-64 0,1 2-85 0,-1-1-76 16,0 0-60-16,0-2-68 0,0 1-73 16,1-2-57-16,2-2-29 0,0-4-18 0,5-1-12 15,-2-5 0-15,5-3-1 0,2-5 2 0,2-3 7 16,1 0 6-16,1-4 7 0,3 0 2 0,-1-3 4 16,0 1 2-16,0 1 0 0,-2 5-1 0,-1 2-6 15,-1 7-3-15,-2 0-8 0,-2 6-3 16,-1 4-5-16,0 4-3 0,1 4-2 0,0 7 0 0,1 7 0 15,-1 5-1-15,2 6-2 0,-1 7-4 0,1 6 0 16,-2 5-3-16,1 3-1 0,0 6-2 16,1 3-2-16,4 1-12 0,-1 1-23 0,1-3-70 15,2 1-86-15,4-3-189 0,-2-2-286 0,2-1-337 16,2-3-409-16,-1-1-242 0,1-3 151 0,2-3 809 16</inkml:trace>
  <inkml:trace contextRef="#ctx0" brushRef="#br0" timeOffset="20134.43">10164 6467 34 0,'-8'8'364'0,"-2"-2"231"0,-2 2 161 0,4-3 46 16,0 0-368-16,-1 0-214 0,4-2-98 16,2 0-49-16,0 0-23 0,0-2-12 0,1-1-6 15,0 2-5-15,2-1-10 0,2 1 55 0,1-1 30 16,1 2 48-16,0-1 55 0,3 1 19 15,2-2 30-15,-1 2-24 0,3-1-18 0,2-1-40 16,-1 0-43-16,1 1 0 0,1-2-13 0,2 2-28 16,1-2-14-16,2 0-10 0,-3 0-1 15,3 0-25-15,0-2-21 0,2 2-5 0,-1-2-5 16,1 1-2-16,-1 0-4 0,2-1-1 0,-2 1 60 16,2-2 24-16,-2 1 16 0,1 2 3 15,1-1 2-15,0 1-3 0,0 0-48 0,-1 0-23 16,1 0-11-16,1-2-4 0,0 2-3 15,2-1 1-15,0-1-1 0,2 1 1 0,0-1-2 16,3-1-1-16,-2 0-3 0,4 1-1 0,0-3 1 16,1 0-1-16,2 0-1 0,0 2 0 15,1-4-1-15,2 0-1 0,0 1 1 0,1-2-3 16,1-1-3-16,2 0-3 0,1-1 1 0,1 1 3 16,1-2-2-16,-1 0 49 0,4 1 26 15,0 0 14-15,-2-1-5 0,3-1-6 0,-1 2-2 16,1-1-40-16,-2 0-15 0,-1 3-9 0,0-3 3 15,0 4 2-15,-3-1-2 0,-1 2 1 16,-1 1-7-16,-1 1-5 0,-2 0-4 16,1 0-4-16,-4 4 1 0,0-3 1 0,-2 3 3 15,0 0-1-15,-1 0 2 0,0 0 3 0,-2 0-1 16,1-1 0-16,-1 0 0 0,0-1 0 16,0 1 1-16,2-2-1 0,-2-2 1 0,2 2 0 15,-1-3-3-15,1 0 1 0,0 0-2 0,-2-1 1 16,1-1 0-16,-2 1-2 0,-1 1 0 15,1-2 1-15,-1 2-1 0,2-1 0 0,2 0-2 16,-1 1 1-16,1 2 2 0,1-2 0 0,0 3 1 16,1-1 2-16,-1 1 1 0,0 1-1 0,2 1-1 15,-1-1 0-15,1 1-1 0,-2-1-1 16,2 1 0-16,2-1 1 0,-1-1 1 0,3 2-1 16,1-3 0-16,-2-1 0 0,0-2 1 15,1 3-3-15,-1-3 2 0,0 2 0 0,1 1 1 16,-2-2-2-16,1 2-3 0,-1 2 2 15,-1 0 0-15,0 2 1 0,2 0 1 0,-3 2 1 0,1-1 0 16,-1 2 1-16,0 1-1 0,0 0 0 16,1 0-1-16,0 1 2 0,1 1 0 0,-1-1 1 15,2 1-1-15,0 0-1 0,3-2-1 16,-4 0 0-16,1-1 0 0,0 0-1 0,1 0-1 16,1-1 2-16,-4-1-1 0,4-1-1 0,-1 0-1 15,-1 0 2-15,0-1 0 0,-2-1 1 0,4 1 1 16,-6 1 2-16,4-2 1 0,-3 2-1 15,3 0-1-15,0 0-1 0,-2 2 1 0,2-2-2 16,1 3 1-16,-3-2-1 0,3 2 2 16,-1-1-1-16,-3 0 0 0,3 0-1 0,-3 1-1 15,4-2-1-15,-1 1-1 0,-1 0 0 0,1-1-1 16,-1-1 1-16,1 1 1 0,0-1 2 16,1 0 1-16,1 0 0 0,-2 0 3 0,2-1 0 15,1 1 0-15,0-1-2 0,2 1-1 0,1 0 0 16,0-2-1-16,2 2 1 0,-2-2 0 15,1 2-1-15,1-1 0 0,-2 1-1 0,0-1-2 16,1-1 1-16,0-1 0 0,-2 0 0 16,3 2 1-16,-4-4 1 0,1 2 2 0,1 0-1 15,-1-1 1-15,0-1 0 0,1 1-2 0,-1 1 0 16,3-2 2-16,-2 0-1 0,0 3 0 0,-1-1 0 16,-1 0 1-16,0 1-2 0,-3 2-1 15,-1-3 0-15,1 3-1 0,0 0-2 0,-3 0 2 16,1 3 1-16,-1-3-1 0,1 2 1 0,-2-2 3 15,2 0 0-15,-1 0-1 0,-1 0 0 0,4-2 2 16,-1 2-1-16,0-3-1 0,2 0 0 16,2-2 2-16,-2 3-1 0,1-3-2 15,3 2 0-15,-4-1 1 0,1-1 0 0,0 1-2 16,0 1 0-16,-1-2-1 0,1 2 1 0,-1 2-1 16,-2-2 1-16,-2 0 2 0,3 0 1 0,-1 0 0 15,-1-1-1-15,-1 0 0 0,1 1-1 16,0-1 0-16,0 2 2 0,-1-4 0 0,2 3-1 15,-1 0 1-15,0 0 0 0,1 0 0 16,-1 0-1-16,-1 1 1 0,-1 1-1 0,3-2-1 16,-4 2 0-16,1-1-3 0,0 1 2 0,-2-1-3 15,1 1 1-15,-1-1-1 0,0 2 2 0,-1-1-1 16,-1-1 2-16,1 0 1 0,-2 1 1 0,2 0 0 16,-2-1 2-16,0-1 1 0,-2 2-2 15,2-2 1-15,0 0 0 0,-1-2 0 16,-1 3 0-16,0-2-1 0,-1 1 1 0,0-1 1 15,1 2-2-15,1 2 0 0,-3-3 1 16,0 0-1-16,0 3-2 0,-1-1 0 0,-2 1 0 16,0-2-1-16,-1 2 0 0,0 0-1 0,-2 2 1 15,1-2 0-15,0 0 1 0,-4 1 0 16,2-1-1-16,1 0 1 0,-3 1 0 16,0-1 2-16,0 2 7 0,1-2 5 0,-6 0 3 0,4 0 0 15,-2 0 1-15,-1 0 0 0,-2 0-8 0,-1 0-2 16,0 0-3-16,0 3-1 0,-3-3-1 15,2 0 0-15,-3 0-1 0,-1 2-2 0,0-2 1 16,0 0-1-16,-2 3 0 0,0-2 1 0,1-1-2 16,-4 2 2-16,2-1 0 0,-2 3 1 15,-2-2 0-15,1 3-2 0,-4 0-1 0,1-1-10 16,-3 0-28-16,1-1-63 0,-2-1-66 16,-1-4-102-16,-1-4-172 0,2-1-298 0,0-5-308 15,2-5-243-15,-1-2-152 0,-1-5 238 0,2-2 594 16</inkml:trace>
  <inkml:trace contextRef="#ctx0" brushRef="#br0" timeOffset="20458.13">19770 5611 403 0,'0'5'1068'0,"-2"-3"328"0,-3 3-112 0,0-2-232 15,-1 2-491-15,2-2-184 0,0 1-97 0,1-1-62 16,2-2-35-16,-1 3-23 0,4-2-41 15,-1 2-47-15,6 0-35 0,2 1-17 0,4 1 0 16,3-1 0-16,2 1-1 0,6 0 3 0,1-1-1 16,1 1 0-16,2 0-7 0,2 0-2 15,0 2-1-15,0-2-2 0,1 1-1 0,-5 1-2 16,1-1-1-16,-2 3-1 0,-3-2 3 16,-2 3 4-16,-5 1 3 0,-4 2 2 0,-3 2 0 15,-6 2 0-15,-2 3-5 0,-5 3-4 0,-4 2-3 16,-3 2-3-16,-6 2-2 0,-3 2-1 0,-1 2-1 15,-5-1 0-15,-2 3-8 0,-1-2-16 16,0 1-39-16,0-3-66 0,0 0-65 16,2-2-123-16,1-3-212 0,4-3-298 0,2 0-290 15,0-4-218-15,4-4-101 0,3-1 403 16,2-4 596-16</inkml:trace>
  <inkml:trace contextRef="#ctx0" brushRef="#br0" timeOffset="20896.33">19577 6898 534 0,'-4'-6'1049'0,"-2"-1"222"16,2 0-103-16,0-2-283 0,3 1-448 15,2 0-179-15,4-4-39 0,2 0 7 0,3 0-1 16,5-2 5-16,2-1-4 0,2 0-31 16,5 1-53-16,1 2-49 0,0 0-21 0,2 1-23 15,1 4-13-15,-1 1-9 0,-1 4 2 16,-1 2 0-16,-1 2-3 0,-2 6 2 0,-3 3-2 15,-2 4 0-15,-2 6-6 0,-3 1-1 0,-1 4-2 16,-6 6-4-16,0 1-3 0,-3 4-2 0,-2 4-1 16,-2 1-2-16,0 1-3 0,-1 1-2 15,0 1 0-15,-2-2-1 0,4-2-2 0,1-3 0 16,0-6-6-16,1-4-11 0,6-5-35 16,-1-6-71-16,3-7-69 0,2-7-108 0,2-6-165 15,3-7-243-15,1-5-298 0,2-6-211 16,3-5-158-16,0-5 187 0,2-2 500 0</inkml:trace>
  <inkml:trace contextRef="#ctx0" brushRef="#br0" timeOffset="21325.86">20303 7011 103 0,'22'-19'643'16,"-4"8"460"-16,-5 5 147 0,0 5-90 0,-2 5-330 15,0 4-214-15,-1 6-149 0,0 3-94 16,2 4-60-16,-3 1-55 0,4 4-72 0,-4 2-70 16,5 0-43-16,-2-1-25 0,0 1-16 0,4-4-10 15,-2-3-8-15,4-3-6 0,0-4-3 16,0-7 0-16,1-6 0 0,0-5 1 0,1-8 2 15,1-7 1-15,-2-6-2 0,-2-5 0 0,-1-3-2 16,0-2-1-16,-5-3-3 0,-2 2-1 16,-2-1 0-16,-4 3 2 0,-3 2 1 0,-3 0-1 15,-4 2 2-15,-3 1 1 0,-5 2-1 0,-4 1-2 16,-1 0-1-16,-3 2 0 0,-3 3-2 0,-3 0-2 16,-1 6-1-16,-1 3-4 0,-3 3-9 15,3 6-7-15,-3 6-14 0,1 6-20 16,2 3-39-16,-1 8-60 0,0 3-55 0,4 4-51 0,3 4-64 15,-1 3-62-15,6-2-39 0,4 5 5 16,2-3 5-16,8 1 7 0,2-2 44 0,4-1 71 16,5-3 81-16,6-4 101 0,2 0 90 15,4-4 72-15,2-6 75 0,6-3 86 0,2-1 82 16,0-7 42-16,5-4 11 0,-1-4 31 16,3-1 38-16,-1-3 6 0,0 1-40 15,-1-4-52-15,-1-1-47 0,-2 0-63 0,-1 0-72 16,-3 1-60-16,1-2-37 0,-4 3-22 0,-1-2-11 15,-1 0-8-15,-2 0-13 0,-3-1-64 0,-4 0-80 16,-1 0-175-16,-2 1-273 0,-7-2-326 0,-1 1-395 16,-6 0-286-16,-2 0 69 0,-5-1 750 15</inkml:trace>
  <inkml:trace contextRef="#ctx0" brushRef="#br0" timeOffset="22546.1">8136 1727 71 0,'6'4'582'0,"0"0"432"0,1-1 160 16,-4 0-85-16,0 2-369 0,-1 1-290 16,-1 1-156-16,1 3-67 0,0 1-26 0,-1 4-22 15,2 2-28-15,1 1-27 0,0 1-27 0,1 2-28 16,0 0-19-16,-1 1-12 0,1-2-7 0,2 1-5 16,-1 0 9-16,-2 0 1 0,1 0 0 15,-2 0 2-15,2 0-24 0,-3-2-38 0,-2 1-103 16,0-2-163-16,-2 0-251 0,-1-3-297 0,0 0-277 15,-4-2-204-15,1-2 164 0,-2-3 527 0</inkml:trace>
  <inkml:trace contextRef="#ctx0" brushRef="#br0" timeOffset="22814.55">7965 1836 71 0,'-2'-2'577'0,"2"4"411"0,0-2 149 16,2 3-79-16,-1-2-367 0,4 3-297 0,0-2-152 16,3 3-46-16,3-3-1 0,2 5 27 0,0-3-12 15,4 1-17-15,0-3-25 0,2 4-41 0,2-2-34 16,1-3-42-16,2 0-18 0,1-1-14 0,3 0-7 16,-1-1-4-16,2 0-3 0,-1-1-1 0,0-1 0 15,-1 0-2-15,-1 0-2 0,-1-1-29 16,-3 1-54-16,0 0-71 0,-6-2-160 0,1 3-257 15,-5 1-305-15,-4 1-280 0,-5 1-196 0,-5 3 87 16,-2 3 554-16</inkml:trace>
  <inkml:trace contextRef="#ctx0" brushRef="#br0" timeOffset="24697.74">8038 2200 129 0,'0'3'322'16,"-2"1"149"-16,2-4 63 0,0 2-70 0,-1 0-82 16,1-2-51-16,-2 2-1 0,2-1 29 0,0-1 10 15,-2 0-10-15,1 0-21 0,-1 0-26 16,2 0-39-16,0 0-51 0,-1 0-45 0,-1 0-36 16,2 0-30-16,0 0-29 0,0 0-23 15,0 1-20-15,0 1-12 0,2 0-12 0,-1-1-9 16,1 3-5-16,1 0 5 0,0 3 11 0,2-1 8 15,2 1 6-15,0-1 2 0,3 0 51 0,1 0 19 16,3-1 4-16,0-1 26 0,3-1 15 0,1-2 5 16,4-1-31-16,0-1-17 0,1-2-13 15,0-1-26-15,2-3-17 0,2 1-10 0,-2-1-12 16,1-2-8-16,-4 2-5 0,2-2-4 0,-4 2-2 16,-2-1-4-16,-3 0 0 0,-2 4-1 15,-2-1 0-15,-3 0-1 0,-2 3-2 0,-1-2 2 0,-1 3 0 16,-1 0-2-16,-2 1 0 0,-1 0-10 15,0 1-32-15,-1 2-65 0,-2 1-81 0,-2 1-152 16,0 3-260-16,-2-1-311 0,3 3-310 0,-2-2-219 16,1 3 67-16,0-1 574 0</inkml:trace>
  <inkml:trace contextRef="#ctx0" brushRef="#br0" timeOffset="28030.3">10801 4726 217 0,'-6'5'437'0,"-3"-2"176"15,2 1 99-15,3-1-249 0,0-2-209 0,1 3-107 16,2-2-66-16,-1 1-7 0,4-1 0 15,-1 2 4-15,4-2 55 0,0 0 38 0,1 2 49 16,5-1 20-16,-1 1 13 0,1-3 36 16,4 0-10-16,0-1-16 0,2 0-40 0,1 0-36 15,2-1-25-15,1 0-44 0,1-1-40 0,3-1-2 16,2 0 0-16,0 0-4 0,3 1-5 0,3 0 28 16,0-2 12-16,2-1-17 0,2-1-13 15,3 0-1-15,-1-2 10 0,0-3-21 0,2-1-5 16,0-1-5-16,-1-2 0 0,2-2-7 15,-4-4-12-15,2 2-8 0,-2-5 11 0,0-2 8 16,-3-2 3-16,-2-3-1 0,-2-1-3 0,-1-1-3 16,-3-3-17-16,-1-1-11 0,-4-1-3 0,0-1-4 15,0-2-3-15,-4-1-2 0,-1-1 0 16,-3-6 5-16,-1 1 2 0,-4-4-3 16,-2-2-1-16,-4-4 0 0,-1-5 0 0,-4-1-7 15,-3-7-4-15,-5-2 2 0,0-6 0 16,-3-1-2-16,-3-3 2 0,2 1 2 0,-1 0-1 15,1 0 3-15,1 3 0 0,-2 3 2 0,4 2-3 0,-2 3-1 16,1 2 0-16,0 0-2 0,-2 3-1 16,3 2 1-16,0 2 2 0,2 3 2 0,-1 4 2 15,4 2 0-15,-2 4 2 0,3 2 0 16,0 3-1-16,1 2 0 0,0 3-2 0,3 2 0 16,-1 3-1-16,2 2-2 0,0 2 1 0,0 2-2 15,2 1 2-15,-1 2-1 0,3 2-1 0,-1 2 1 0,0 1-1 16,0 4 1-16,0 1-1 0,1 3 1 15,-3 2 0-15,2 3 0 0,-1 0-1 0,-1 2 1 16,-1 2 0-16,2 1 2 0,-2 1 1 0,-2 2 0 16,2 3 0-16,-3 0 0 0,0 4 0 15,0 0 0-15,0 3-1 0,0 1 0 0,-1 3 0 16,1 2 0-16,2 2 0 0,-1 1 0 0,2 4-1 16,3 1 3-16,0 5 1 0,4 3-2 15,-1 3 2-15,5 3-1 0,0 3 2 0,2 3 1 16,1 2 2-16,5 0 3 0,-1 5-1 0,2 1 0 15,3 2 0-15,0 0-2 0,2 4-3 0,4 2-2 16,-1 3-3-16,4-1 0 0,-1 2 0 0,1 1 0 16,1 0 1-16,1 2 1 0,0 1 8 15,1-2-2-15,-1 1-1 0,0 0-3 0,-3-4-1 16,1-2 1-16,-4-1-3 0,1-4 5 0,-2-1 1 16,-2-5 4-16,-1-1 1 0,0-3 2 15,-1-6-11-15,-2 2-6 0,1-6-1 0,0-1-5 16,-1-1 0-16,1-4-3 0,0 2 8 15,-2-4 2-15,1 3 2 0,1-4 0 0,-1 0 0 16,0-2 0-16,1 1-1 0,-2-2 1 0,-1-1 0 16,3 0-1-16,2 0 6 0,-3-1 5 15,2-1 0-15,1 0 0 0,-1-2-1 0,-2-2 0 16,3 2-7-16,0-2-3 0,-1-2-2 0,0 1 1 16,0-4 0-16,-1 0 1 0,2-1 1 15,-3-3 1-15,2-2-1 0,-1-3 0 0,2 0 2 16,-2-3 0-16,2-2-1 0,0-1 1 0,-1-1 0 15,1-3 2-15,-2 2 0 0,4-5-1 16,-3 3-1-16,0-1 1 0,0 3-1 0,1-2-2 16,-2-1 0-16,-1 3 1 0,1 0 0 0,0 1 0 15,-3-1-1-15,1-1 1 0,1 0 0 16,-2 1-2-16,1-1 1 0,-1 0 0 0,1-1 0 16,-2 0 0-16,0 0-1 0,1 1-1 0,-1-1 1 15,0-1-2-15,-1 3 1 0,1-1 0 16,2 0 0-16,-1 0 0 0,1 1 0 15,-2 1 0-15,3 0 0 0,-2 0 0 0,5 1 2 16,-2 0 2-16,0 2 0 0,0 0 1 0,3 0 0 16,2 0-1-16,0 0 0 0,0 0 0 15,0 0 0-15,1 0 1 0,2 0 0 0,1-3 0 16,-1 2-1-16,0 0 0 0,0 0-1 0,0-2-2 16,0 1 0-16,0-3 0 0,1 0 0 15,-1 1 0-15,0-3 1 0,0-1 0 0,2 0-1 16,-2-3 0-16,-2-1-2 0,2-3 1 0,-3 1 0 15,0-2 1-15,-2-2 0 16,-2-1 0-16,-3 0 2 0,-1-2 0 0,-5 0 0 0,-1-3 0 16,-2-2-1-16,-3 0 0 0,-1-6 0 0,-6 0 0 15,-2-5 0-15,-3-1 0 0,-1-5 1 16,-3-2 1-16,-5-3 1 0,-2-3-1 0,-1-4 1 16,-3-4-1-16,0 0-2 0,-1-2 0 0,2 0-2 15,0 4-1-15,1 2 3 0,4 2 1 0,0 1-5 16,0 6-3-16,5 1-2 0,2 5 1 15,1 0-4-15,3 5-1 0,2 1 5 0,2 3 4 16,3 1 1-16,0 2 1 0,1 2 0 0,3 1-1 16,2 2 1-16,-1 2-1 0,4 2 1 0,-3 2-1 15,3 2 0-15,-2 3 0 0,0 2 1 16,1 2 6-16,-2 4 3 0,1 1 3 0,0 5 1 0,-1 0-1 16,1 4 2-16,-1 5-4 0,1 1-3 15,0 2-1-15,-1 8-1 0,3 0-2 16,-2 5 0-16,-3 5-2 0,5 1-1 0,-1 6-1 15,-1 1 3-15,1 2 1 0,0 6 1 0,1-3-3 16,-3 5-3-16,3-1-1 0,-3 1-1 0,-1 2-2 16,-1-1 5-16,-1 2 8 0,0-1 2 15,-3 3 3-15,1-4-2 0,0 1 0 0,-4-2-5 16,3-2-1-16,-2 1 0 0,2-4 0 0,-2-2 3 16,5 0 4-16,-2 0 1 0,2-4 2 0,0 0 0 15,4-3 1-15,1-2-2 0,1-3-1 16,4 0-5-16,-1-3-2 0,4-4-1 0,1-1-2 15,3-4 1-15,2-2-1 0,1-2 0 16,3-2-1-16,-1-1 0 0,0-2-1 0,1 0 1 16,-1-3-1-16,3-1 1 0,-3 1 0 0,1-4 1 15,-1 0 0-15,0 1 1 0,-3-1 1 16,1-2-1-16,1 1 1 0,-1-2 0 0,1 0-1 16,-1 0 0-16,0-2-1 0,1 1 0 0,-1-2 1 15,-1 1 1-15,2 0-1 0,-4-1 1 16,2 2-2-16,2 1 1 0,-4 0-1 0,0 0 0 15,-2 1 0-15,0 2 0 0,-1-1-1 0,2 0 1 16,-2 1-2-16,-1 0 1 0,0 1 0 16,1-1-1-16,-1-1 2 0,1 0 0 0,0-1 0 15,2 0 0-15,-2-2 0 0,2-2 1 0,1-2-1 16,0-5 0-16,2 1 1 0,-1-5 1 16,2-4 0-16,2-1-1 0,2-5 3 0,-2-2-2 15,3-4 0-15,-1 0 0 0,0-2-1 0,0-1 0 16,2-2-2-16,-3 1 1 0,-1-3-1 15,0 3 1-15,-4-1 0 0,1 1 0 0,-4 2 2 16,-2 0 0-16,-3 0-1 0,-1 3 0 0,-3 1 0 16,-2-1 0-16,0 1 0 0,-3-1 0 15,2 1 0-15,-1-2-1 0,-2-2 0 0,-1-1 1 16,1-1-2-16,0-3-1 0,-3-1 1 16,2-1-1-16,0-2 0 0,-2 1-2 0,-2-4 2 15,2 2 1-15,-2 0 2 0,0 1 1 0,1 1 0 16,0 2 2-16,-1 4-1 0,0 3 0 15,1 5-2-15,-1 4-1 0,0 4 0 0,0 2-3 16,1 5 1-16,-1 3 0 0,3 3-1 0,0 4 0 16,0 6 0-16,4 4-1 0,1 2 1 0,-2 6 1 15,3 1 0-15,-2 3-1 0,3 2 0 16,0 2 3-16,1-1-1 0,3 2 1 0,-1-2 0 16,3 1 3-16,0-1-1 0,3 2 0 0,-3-1 1 15,2 1 0-15,0 1 0 0,0-1-1 16,-3 4 0-16,3-1 0 0,-3 5 0 0,2-2 1 15,-2 6 3-15,0-1 2 0,-1 3 0 0,1 2 0 16,-1 2 0-16,2 1-2 0,-1 0-1 16,0 1-1-16,4-4 0 0,1 1-1 0,0-1 0 15,4-3 2-15,0-2-2 0,1-1-1 16,1-3-1-16,1-3 1 0,0-3-2 0,2-1 0 16,-2-4 3-16,1-4-1 0,2-1 2 0,1-5 0 15,-1-3 0-15,0-5 2 0,2-4-2 16,0-4 0-16,1-5-1 0,4-6 0 0,1-5-1 15,0-4-1-15,5-3-1 0,0-3 0 0,-1-3 0 16,2 0 0-16,-4 0 1 0,0 2 0 16,-3 0 0-16,-1 3 0 0,-2 1 1 0,-2 1-1 15,-2 1-2-15,-3 4-2 0,-2-2-4 0,-3 4-8 16,1-1-19-16,-5 0-48 0,-4-2-77 0,-4 1-120 16,-3-1-222-16,-3 1-302 0,-7-3-359 15,-4 2-330-15,-9-3-109 0,-7 0 437 0,-7 2 713 16</inkml:trace>
  <inkml:trace contextRef="#ctx0" brushRef="#br0" timeOffset="28943.58">12479 4793 40 0,'-5'-7'457'0,"2"0"403"15,-2 2 275-15,2 1 11 0,2 1-377 0,-3 0-255 16,2 0-162-16,0 1-115 0,2 2-64 16,0 2 12-16,6 2 39 0,0 5 17 0,4 5-5 15,1 1-14-15,2 5-22 0,0 4-49 0,2 2-49 16,-2 4-31-16,2 1-13 0,-2 0-8 0,1 1-9 16,-1-1-8-16,0 0-9 0,-1-5-7 15,-2-2-1-15,2-4-1 0,-4-2-1 0,0-4 0 16,0-3-1-16,0-4 2 0,-3-4-12 15,1-4-3-15,-1-7-3 0,0-5-1 0,-2-7-1 16,0-4-1-16,-3-3 4 0,0-1 3 0,-1-2 0 16,-2-3 1-16,-4 1 1 0,1 1 2 15,-4-1 3-15,2 4 1 0,-1 2 10 16,-1 5 6-16,3 3 2 0,0 3-1 0,2 4-3 16,-1 3-7-16,1 5-14 0,3 4-6 0,-2 4-5 15,1 7-4-15,3 3 0 0,0 6 5 16,4 1 1-16,1 4 0 0,3 2-13 0,0 1-23 0,5 0-80 15,-2 0-101-15,3 1-201 0,0-3-292 16,2 0-344-16,1-1-401 0,2-4-175 16,-1 1 299-16,2-5 758 0</inkml:trace>
  <inkml:trace contextRef="#ctx0" brushRef="#br0" timeOffset="29727.6">15058 4428 134 0,'6'1'513'0,"-1"1"300"16,0-2 163-16,-1 1-83 0,-1-1-228 15,-1 2-171-15,1-1-93 0,-3 0 17 0,2 3 19 16,0 0-32-16,-1 0-67 0,-1 1-56 16,0 1-49-16,2 3-72 0,-1 2-55 0,4 2-37 15,-2 2-16-15,5 4-6 0,-2 2-9 0,2-1-4 16,0 3-6-16,3-2-6 0,0 3-4 15,1-5-8-15,2-1-3 0,-2-1-1 16,-1-3-3-16,0-4-1 0,-1-1-2 0,1-3 2 0,-3-3 1 16,0-3-1-16,-2-3 5 0,0-7 4 15,-1 1 0-15,0-7 1 0,-3-1-1 0,-1-3 6 16,-1 0 1-16,-1 1 1 0,-3-2 3 16,-1 1 1-16,-2 1-1 0,1-2-4 0,-4 4-2 15,0 2-6-15,1 2-1 0,3 2 0 16,-1 3-1-16,4 3-3 0,0 2-1 0,0 3-1 0,1 6-5 15,-1 3-1-15,3 5-2 0,3 4 0 0,0 3 1 16,0 2 0-16,2 3-8 0,3 2-13 16,0 1-39-16,1 0-80 0,1 1-134 15,1-2-267-15,3 0-308 0,-1-1-386 0,4-1-385 16,5-3-71-16,-1 1 631 0</inkml:trace>
  <inkml:trace contextRef="#ctx0" brushRef="#br0" timeOffset="30551.74">17516 4228 24 0,'-1'0'513'0,"1"0"487"0,-2-1 240 16,1 1-59-16,-1-1-337 0,-1 1-283 15,3 0-169-15,3 1-117 0,-1 0-47 16,-1 3-9-16,1 0-24 0,3 5-30 0,-1 3-27 0,3 1-18 15,2 5-21-15,1 3-31 0,1 2-21 16,1 1-21-16,1-2-11 0,0 3-5 0,4-5-5 16,-1-1-2-16,-2-2 0 0,3-2-3 15,-2-3 1-15,-2-3 6 0,1-4 7 0,-1-2 9 16,-3-3 8-16,-2-3 3 0,-1-2 1 16,-1-4 0-16,-3-1-2 0,-1-2-2 0,-2-1-3 15,-2-3-1-15,-1 1-1 0,-2-1-4 0,-1 1-4 16,-4-1-5-16,0 0-5 0,0 2-1 15,0 3-3-15,-1-1-1 0,3 3 1 0,0 1-2 16,4 1-1-16,0 7-2 0,0 0 0 16,2 6-2-16,2 6 0 0,0 3 0 0,0 6 0 15,2 2 0-15,0 2-1 0,2 2-1 16,-1 1-1-16,0 1 1 0,1-2 0 0,0-2-5 0,0 1-13 16,-1-2-44-16,-2 1-75 0,1-5-108 15,-4 1-196-15,1 0-302 0,-4-2-349 0,0 1-336 16,-4 1-154-16,-2-4 307 0,-4 5 708 15</inkml:trace>
  <inkml:trace contextRef="#ctx0" brushRef="#br0" timeOffset="33382.54">11603 5767 325 0,'-11'21'617'0,"-2"-5"219"0,2 2 65 16,-3-4-239-16,5 0-226 0,-1-4-70 15,3 1-38-15,0-3-24 0,2-1-19 0,0-3-45 16,2-2-55-16,2-5-68 0,1-5-45 16,1-6-29-16,2-5-23 0,4-7-10 0,3-6 3 15,3-5 0-15,0-5 3 0,6 1 9 16,-1-1 8-16,-1 3 4 0,3 1-5 0,-4 7-1 15,0 3-6-15,-3 6-7 0,-2 6 13 0,0 7 23 16,-2 4 21-16,-1 8 8 0,2 7 3 16,-4 4-1-16,2 7-16 0,-3 5-22 0,0 1-21 15,1 4-6-15,0 1-3 0,-1-1-3 0,1 1-5 16,2-2-5-16,1-4-4 0,1-2-2 16,3-3-2-16,1-4 1 0,0-4-1 0,5-5 3 15,0-5 3-15,0-9 4 0,6-6-2 16,1-6-2-16,2-6-2 0,2-4-2 15,2-4-5-15,1-1-3 0,-1 2-3 0,-1 1 0 0,-2 2 4 16,-3 8 6-16,-5 1 6 0,0 5 25 0,-2 6 34 16,-5 4 26-16,0 5 13 0,-3 7 3 15,-4 5-4-15,-2 5-19 0,-2 5-28 0,-2 2-20 16,-1 3-12-16,-1 1-10 0,-1 2-4 16,2-6-3-16,0 0-3 0,2 0-2 0,4-6-2 15,0-3 1-15,2-6 0 0,6-2 2 16,-1-3 5-16,3-5 0 0,4-2 1 0,2-5 2 15,4-3 0-15,-4 0-1 0,5 1-2 0,0-1-8 16,-1 0 2-16,0 2 0 0,-1 2 1 16,-3 3-9-16,0 3 4 0,-3 4 11 0,-3 5-2 15,-2 3-3-15,-3 5 2 0,-2 5 4 0,-2 4-3 16,-4 4-5-16,0 0-2 0,1 4-1 0,-3-1-2 16,4 0 3-16,-2-2-1 0,2-1 3 15,0-7 0-15,2-2-1 0,2-3 1 0,-1-5-2 16,2-5 0-16,2-3-2 0,-1-8 2 15,1-3 3-15,1-6 2 0,3-6 2 0,-2-5 0 16,3-3 2-16,-2-6 0 0,3-3-2 0,-1-3-1 16,0 0 0-16,-1-3 0 0,1 0-1 0,-3-3-1 15,2 0 0-15,-3-2 0 0,-1 2-2 16,1 1-2-16,-3 2 5 0,0 4 4 0,-3 4 2 16,-1 6 1-16,-1 3 8 0,1 2 4 15,-3 8-2-15,0 2-2 0,-1 3 0 0,1 1-4 16,-1 2-5-16,-1 2-4 0,1 1-4 0,1 1-1 15,1-1-2-15,0 3 0 0,2 3 1 0,2-3 2 16,2 2 1-16,2-2 0 0,1 3 0 16,4-2 0-16,-1 1 0 0,5-2-1 0,-2-2 2 15,6-2-2-15,-1 2 2 0,1-1 0 16,2-1 1-16,0-2 1 0,-2 1-2 0,1-4 2 16,-1 2-1-16,-2-1 1 0,-2 1 1 15,-2 0-2-15,-2-1 0 0,-2 2-1 0,-4 1-1 16,-2 0 0-16,-1 3-2 0,-3 1 0 0,1 1 1 15,-1 1 1-15,-1 0 1 0,1 5 0 16,-1 0-1-16,0 3 0 0,1 1-1 0,0-1-2 16,3 1 0-16,-2 0 2 0,2 0 0 15,0-2 0-15,1 1 1 0,2-2-1 0,2-1 0 0,1 0-1 16,-1-4-1-16,1 1 1 0,2-3 1 16,-2 2 0-16,2-4-1 0,0 2-1 0,-2-1 2 15,0-1 0-15,-1 1-1 0,-2-2 1 16,0 0 1-16,-1 2 0 0,-1-3 1 0,0 2 1 15,-2 0-1-15,-2 0 0 0,0 1-2 0,2-1 0 16,-2 1 0-16,0-2-2 0,1 3 2 16,1-2-4-16,-1 2 3 0,3-3 0 15,1 1 1-15,-1 1 0 0,4 0 0 0,-2 0 1 0,1-2-1 16,1 1 1-16,0 2-1 0,3-2 1 16,-4 0-1-16,2 2 1 0,-1 0 0 0,1 0-1 15,-3 0 0-15,2 2 1 0,0 0 0 16,-2-1-1-16,1 0 2 0,0 3-1 0,-3-3-1 15,0 0 0-15,3 1-1 0,-4 1 1 0,2-1-1 16,-2-2 0-16,0 3 1 0,0-3 0 0,2 0-1 16,-2 0 1-16,0 0 0 0,1 0 1 15,0-3-1-15,1 3 1 0,0-2 0 0,0-1 1 16,0 0-2-16,1 1 0 0,0-2 1 16,-3-1 1-16,3 3-2 0,-2-2 1 0,0 2 0 15,-3-1 1-15,2 0-1 0,0 1 1 0,-4 1-2 16,1-1-1-16,0 1 0 0,0-1 0 0,-2 2 1 15,0-2-2-15,3 1 2 0,-3 0 0 16,-1 1 0-16,1-2 0 0,0 1 0 16,2-1 1-16,-1 1 0 0,0 0 1 0,1-1 0 15,-1-1-2-15,0 2 1 0,0-1-1 0,1 0 0 16,0 0 0-16,3-2-1 0,-2 0 1 0,2 1 1 16,2-2 0-16,0 1-1 0,2-2 1 15,2 1 0-15,-1-2 0 0,1 1 0 16,3 0-1-16,-1 0-1 0,1 1 0 0,1 1-1 15,-4 1 0-15,2 2-1 0,-2 1 1 0,2 0 2 16,-3 1 0-16,-1 2 1 0,2 0 0 0,-1 0 1 16,1 1-1-16,-1-1 0 0,1 2-2 0,-1-2 1 15,0-2 0-15,2 1 0 0,0-2 0 16,0-2 0-16,0 1 3 0,0-2-2 0,-2 0 1 16,3-2 0-16,-5 2-1 0,3-1 0 15,-3-1-1-15,-3 3 0 0,3-3 1 0,-3 2-1 16,0 0 0-16,0-3-2 0,0 6 2 15,0-2 0-15,-2-1-1 0,2 1 1 0,1 1-1 16,-1 1 3-16,0 0-2 0,0-1 0 16,3 1 0-16,-3 0-1 0,0 0 3 0,3 0-2 15,-1 0 1-15,-2 0 0 0,2 0-1 0,-2 0 0 16,0 0-1-16,0 0 1 0,2 1-1 0,-2 0 2 16,0 1 5-16,1 1 4 0,0-1 1 0,1 4 2 15,-2-1 6-15,4 1 4 16,-4 1-3-16,4 1 2 0,-2 3 1 0,0 1 3 15,1 3-1-15,0 1 0 0,0 1-2 0,2 1-4 16,0 2-1-16,-1 0-6 0,2 1-2 0,2-1-3 16,2 1-3-16,-1-4-1 0,5-1-1 15,3-4-2-15,1-1 0 0,0-5-1 0,4-4-1 16,2-2 0-16,0-4 1 0,1-4-1 0,0-3 1 16,1-3 0-16,0-2 1 0,-2-1-1 0,0-2 1 15,-4 2 1-15,-3-1 0 0,-3 3 0 16,-6 2 1-16,-2 1 1 0,-2 1-1 0,-6 4 0 15,0 2 0-15,-4 1-2 0,-2 4 0 0,-3 3-2 16,-2 1 0-16,0 4 0 0,-1 2 1 0,-1 2 1 16,-2 3 1-16,1 0 1 0,0 3 0 15,-1-1 0-15,3 1 0 0,-1 0-1 16,2-2-1-16,2-1-1 0,1-3 1 0,1-2-1 16,2 1 0-16,1-6-1 0,1-2 1 0,4-3 1 15,-1-3 0-15,3-5 0 0,1-2 1 16,1-4-1-16,1-1-1 0,1-5 0 0,-1-2 0 15,0-2 1-15,-1 1 0 0,-3-3 2 0,1-1 0 16,-2 1 1-16,-2-1 0 0,-2 2-1 16,-2 1 0-16,-1 2 0 0,0 2 0 0,-3 2 0 15,2 4 1-15,-1 4-1 0,0-1-1 0,1 5 0 16,-1 3-1-16,2 1-2 0,0 6 1 16,0 2-1-16,0 3 1 0,2 2-1 15,-1 2 1-15,4 0 1 0,0 2-1 0,4 0 0 16,1 2 0-16,3-2 1 0,4-2 2 0,5 0 3 15,2-2 1-15,8-5 0 0,4 0 1 0,2-9 1 16,6-1-4-16,5-4-2 0,3-4 0 16,1-3 0-16,5-3 1 0,2-3-1 0,3-1 2 15,5-4 1-15,2 0-2 0,-2 1-2 16,1 0 0-16,-1-2-2 0,3 3 0 0,-3 0-2 0,-3 1 1 16,2 2 2-16,-2 0-1 0,-1 4 1 15,0-1 1-15,2 2 1 0,-1 3 0 0,-1 1-1 16,1-2 0-16,-1 4-1 0,-1-1 0 15,0 0-1-15,0 3-1 0,1-1 0 0,-1 0 1 16,-1 2 1-16,-1-3 1 0,3 0 0 16,-1-1 2-16,0 0-2 0,0-2 0 0,1-2-1 15,-3 0-2-15,-1-2-2 0,-3-4-4 0,-2-1-5 16,-3 0-12-16,-4-4-26 0,-4-2-73 16,-7-3-82-16,-11 0-173 0,-5 0-282 0,-8 2-336 15,-13 1-387-15,-8 1-229 0,-14 2 109 16,-13 2 743-16</inkml:trace>
  <inkml:trace contextRef="#ctx0" brushRef="#br0" timeOffset="34160.56">10896 4603 464 0,'8'-2'1015'15,"-1"-1"268"-15,-2 2-73 0,1 0-280 16,-2 2-309-16,0 0-189 0,0 2-105 0,1-2-61 16,0 0-42-16,-2 3-44 0,3-2-64 15,-1 0-55-15,-2 1-27 0,2 0-18 0,0-2-8 16,1 1-3-16,0 0-4 0,-1-1-5 16,1 0-48-16,1 1-65 0,-2-2-107 0,1-2-202 15,0 2-295-15,-1-1-338 0,1 0-294 16,-1-3-151-16,3 0 337 0,-2 1 657 0</inkml:trace>
  <inkml:trace contextRef="#ctx0" brushRef="#br0" timeOffset="34347.04">11459 4515 495 0,'5'1'1086'15,"0"-1"333"-15,-5 0-45 0,0 0-302 0,0-1-439 16,0-3-228-16,0 0-133 0,-2-3-93 15,2-1-76-15,0-4-48 0,2-1-28 0,-2-2-18 16,4-3-37-16,-2 1-67 0,0-4-63 0,-1 1-125 16,-1-2-199-16,2 0-314 0,-2-3-298 15,1 4-217-15,-1-1-94 0,0 1 398 0,-1-1 565 16</inkml:trace>
  <inkml:trace contextRef="#ctx0" brushRef="#br0" timeOffset="34532.76">11575 4050 106 0,'3'3'708'0,"-2"1"492"0,1 2 146 0,-2-3-93 0,0 2-362 16,2-3-320-16,-1 3-175 0,-1-4-104 15,0 2-75-15,0-3-70 0,2 0-59 0,1-4-42 16,0-1-24-16,2-2-14 0,-1-3-23 0,3-3-68 16,-1-2-65-16,-1-2-111 0,0-3-179 15,-1 0-307-15,-1 2-325 0,-1-1-236 16,1 1-143-16,-3 0 301 0,2 2 592 0</inkml:trace>
  <inkml:trace contextRef="#ctx0" brushRef="#br0" timeOffset="34683.54">11714 3750 336 0,'-2'2'873'16,"-2"2"344"-16,0-3 15 0,-2 1-269 0,1-2-348 0,2 0-247 15,-3-2-144-15,1-3-82 0,4-1-51 16,-1-2-39-16,0-3-25 0,4-2-17 0,-2-5-30 15,2-1-40-15,-1-1-114 0,-1-3-159 0,-1-1-272 16,-1 0-283-16,0 1-258 0,1-2-146 16,-4 1 275-16,0 2 488 0</inkml:trace>
  <inkml:trace contextRef="#ctx0" brushRef="#br0" timeOffset="34864.5">11589 3178 353 0,'-1'-9'661'0,"-1"0"264"0,0 1 114 15,2 0-282-15,-1 0-231 0,-1-1-138 0,0 2-102 16,1-2-74-16,-1 1-68 0,2-1-56 0,-1-3-36 16,1 1-26-16,0 0-18 0,1-3-44 15,-1 0-86-15,-1 1-141 0,1-4-209 0,-2 1-277 16,4 0-252-16,-2-1-121 0,1 2 158 0,-1-3 399 16</inkml:trace>
  <inkml:trace contextRef="#ctx0" brushRef="#br0" timeOffset="35013.62">11591 2594 292 0,'-5'-16'547'0,"2"2"213"15,-2 1 115-15,-2 0-259 0,1-1-206 0,0 3-133 16,0-3-69-16,-1 2-38 0,1-4-41 0,-2 3-39 16,4-1-38-16,-3-3-81 0,2-2-115 0,0-1-241 15,1-1-271-15,-1-2-205 0,5-2-93 16,0-2 152-16,3-3 321 0</inkml:trace>
  <inkml:trace contextRef="#ctx0" brushRef="#br0" timeOffset="35208.99">11570 1846 109 0,'-5'-6'458'0,"-4"0"302"0,4-1 217 0,0 1-56 15,0-2-275-15,2 1-178 0,0-4-123 0,-1 1-89 16,2-1-77-16,1 1-57 0,1-4-49 0,1 3-31 15,-1-1-16-15,3 1-10 0,2-2-9 0,-1 4-7 16,0-1 0-16,0 3-9 0,1-1-50 0,-1 2-79 16,-1-1-107-16,1 2-127 0,-1 0-221 15,2 3-268-15,-2 0-147 0,2 2 46 0,-2 2 260 0,2 0 309 16</inkml:trace>
  <inkml:trace contextRef="#ctx0" brushRef="#br0" timeOffset="35393.86">11696 1864 219 0,'8'24'391'0,"2"-1"181"16,-1 1 65-16,1-2-94 0,0 3-23 0,0-2 2 0,1 1-17 16,-1 0-43-16,1 1-66 0,-1-1-88 0,-1 2-87 15,2-2-87-15,0 0-40 0,0-1-32 0,2 1-17 16,-2-2-4-16,3 2-9 0,0-3 4 16,-1 2-15-16,1-1-26 0,1 2-57 0,-1 0-113 15,-1 0-149-15,0 1-291 0,0 0-278 16,1 1-235-16,-2 2-61 0,2 0 307 0,2 2 432 15</inkml:trace>
  <inkml:trace contextRef="#ctx0" brushRef="#br0" timeOffset="35561.54">12259 2946 212 0,'10'34'555'0,"-1"-1"317"0,-1 0 217 16,-1 0-169-16,-2-1-245 0,-1-2-160 0,2-2-123 16,-3-1-102-16,-1-2-96 0,3 0-70 0,0-2-49 15,0-4-28-15,-1-1-24 0,4-3-8 16,-2 0-7-16,2-2-11 0,0-2-10 0,3 0-24 15,-3-1-65-15,2-2-143 0,-1-1-165 16,-1 1-256-16,0 1-275 0,4-1-237 0,-2 1-7 16,1 0 382-16,3 2 412 0</inkml:trace>
  <inkml:trace contextRef="#ctx0" brushRef="#br0" timeOffset="35742.83">12560 3596 52 0,'8'21'319'0,"-2"1"199"0,-1-2 184 15,1-2 7-15,-3 1-159 0,0 2-101 0,1-3-64 16,-3-2-36-16,2 0-43 0,-1 1-61 0,1-2-40 15,-1 0-42-15,1-1-34 0,1-1-34 0,-1-1-26 16,2-1-13-16,0-1-23 0,-2 1-19 16,2-4-4-16,0 1-7 0,3-1-4 0,-4-1-29 15,1 0-64-15,0-2-93 0,0 0-146 16,-2-2-298-16,0 3-254 0,2-1-175 0,-2 1 31 16,-2 1 286-16</inkml:trace>
  <inkml:trace contextRef="#ctx0" brushRef="#br0" timeOffset="35927.49">12821 4207 18 0,'11'14'557'0,"-5"1"504"0,2-5 203 0,-3 1-97 0,-2-4-340 16,0-1-328-16,0-1-188 0,0 1-84 16,-1-5-46-16,1 2-29 0,-1-3-25 0,2 0-33 15,1-1-35-15,0-1-41 0,4-1-59 0,-2-1-55 16,-3-1-123-16,3 2-196 0,-4 0-300 15,0 0-294-15,2 2-242 0,-5 1-115 0,0 0 375 16,-2 1 556-16</inkml:trace>
  <inkml:trace contextRef="#ctx0" brushRef="#br0" timeOffset="36528.58">13180 4320 4 0,'0'-2'436'0,"1"1"391"0,1-1 235 0,-1-2 16 16,1 4-304-16,0-4-272 0,-1 4-171 16,1-4-88-16,1 3-49 0,1 0-38 0,1-4-39 15,2 5-38-15,1-4-33 0,4 0-22 16,-1 1-11-16,4-1-6 0,0-2-2 0,4-2-2 16,0 1 0-16,3 0-9 0,2-6-36 15,-2 0-127-15,4-3-205 0,-3 0-285 0,2 0-275 16,-4-2-254-16,1 1-87 0,-3 1 393 0</inkml:trace>
  <inkml:trace contextRef="#ctx0" brushRef="#br0" timeOffset="36698.44">13891 4092 504 0,'11'12'1011'0,"0"-2"232"15,-4-1-87-15,-1-1-301 0,-1-4-405 0,1 2-229 16,-2-3-112-16,3-1-54 0,1-2-28 15,0 0-13-15,6-5-8 0,0-1-9 0,5-1-38 16,0-4-90-16,0-1-144 0,3 0-268 0,0-2-273 16,-1 2-249-16,4 1-117 0,1-2 206 15,-3 4 451-15</inkml:trace>
  <inkml:trace contextRef="#ctx0" brushRef="#br0" timeOffset="36861.39">14433 4023 470 0,'2'9'896'0,"-2"-2"253"0,0-1-23 0,-2-1-323 0,1-2-323 16,1-2-211-16,-2-1-107 0,2-3-66 16,2-3-41-16,2-3-29 0,1-3-24 15,3-1-31-15,0-4-63 0,1-2-91 0,1-1-123 16,1-3-189-16,0 0-280 0,-3-1-219 16,2 0-67-16,-3-2 176 0,0 1 347 0</inkml:trace>
  <inkml:trace contextRef="#ctx0" brushRef="#br0" timeOffset="37086.23">14376 2919 154 0,'-10'-15'447'16,"2"-3"213"-16,0 1 115 0,1-1-138 15,2 0-278-15,1-1-166 0,2-1-82 0,2-3-43 16,2 1-25-16,4-1-14 0,-1-1-12 0,1 1-9 15,2 1-4-15,3-2-4 0,-3 5 0 0,3 0 0 16,2 2-2-16,-4 1-41 0,3 0-59 16,-2 5-90-16,-2 0-169 0,0 4-224 0,0 3-120 0,1 0 37 15,-2 2 159-15,1 2 204 0</inkml:trace>
  <inkml:trace contextRef="#ctx0" brushRef="#br0" timeOffset="37298.57">14803 2674 249 0,'8'28'544'0,"2"2"262"16,-4 2 160-16,5 3-195 0,-3 1-206 0,-1 2-127 15,2 2-78-15,-3 0-68 0,2 1-71 0,-1-1-64 16,2-3-49-16,0 1-36 0,1-3-30 16,5-3-21-16,-2-1-7 0,5-3-7 0,-4 0-7 15,3-2-36-15,-1-2-86 0,0 1-142 0,-2-2-223 16,0 0-279-16,1 0-260 15,0-1-145-15,0 0 162 0,0 0 425 0</inkml:trace>
  <inkml:trace contextRef="#ctx0" brushRef="#br0" timeOffset="37448.08">15306 3816 483 0,'5'26'956'16,"-2"2"273"-16,-3-3-44 0,0 1-283 0,0 2-253 15,0-1-152-15,-3 0-109 0,1-2-78 0,1-3-55 16,-1-1-58-16,2-3-79 0,2-3-58 0,1-5-51 15,3 1-81-15,0-8-84 0,1-3-171 0,1-3-285 16,0-6-322-16,3-3-354 0,-2 0-232 16,2-4 92-16,0-3 682 0</inkml:trace>
  <inkml:trace contextRef="#ctx0" brushRef="#br0" timeOffset="38749.74">17104 1398 14 0,'6'-6'474'0,"-1"-3"421"15,-4 1 237-15,-1 2-18 0,0-6-309 0,0 1-322 16,0 1-145-16,0-2-27 0,0 1 25 0,0 0-5 15,0 3-23-15,0-3-29 0,0 5-44 0,-1 0-65 16,-1 4-64-16,2 0-38 0,0 4-27 0,-1 4-17 16,1 5-11-16,-2 8-2 0,-1 4-3 0,2 10 2 15,-1 4 3-15,2 3 1 0,-2 4 0 16,2 2-3-16,2-1-1 0,0 1-3 0,4-5-4 0,0-5-2 16,2-3-2-16,3-5-1 0,3-8 0 15,2-5 2-15,1-7 0 0,2-8 0 0,1-8 2 16,0-7 5-16,4-9 0 0,-4-8 2 0,4-3 1 15,0-9-2-15,-1-2-3 0,-2-6-6 0,1-1-2 16,-2-1-1-16,-3-1-4 0,-3 0 3 0,-5 1 2 16,-1 0 1-16,-5 0 0 0,-3 0-1 0,-3 1 6 15,-2 3-1-15,-3 2 3 0,0 2 4 0,-2 9 4 16,-2 6 4-16,0 5-5 0,2 7 3 16,-1 7-3-16,-1 7 3 0,0 9-7 0,1 7-3 15,1 9 0-15,1 5-2 0,1 8 1 0,4 4-6 16,-4 6 3-16,5 7 1 0,-2 0-1 15,3 7 1-15,2 0 3 0,0 4 2 0,2-5 0 16,1 1 0-16,4-4 1 0,3-5-1 16,2-3-5-16,3-6 0 0,1-6-1 0,5-7-2 0,2-4-6 15,3-7-11-15,2-6-22 0,-1-8-51 0,3-2-71 16,-3-8-73-16,0-4-113 0,-2-4-165 0,-1-2-232 16,-3 0-262-16,1-1-207 0,-6-2-144 0,1-2 200 15,-6 1 499-15</inkml:trace>
  <inkml:trace contextRef="#ctx0" brushRef="#br0" timeOffset="39081.19">17761 1233 96 0,'4'-5'611'0,"-4"4"427"0,0 6 154 0,-2 3-82 16,2 9-374-16,0 5-250 0,3 6-114 0,0 4-45 15,2 3-25-15,2 2-37 0,0 2-42 0,1 2-52 0,0 0-53 16,2-4-41-16,4-1-36 0,0-5-16 16,4-3-11-16,2-3-7 0,1-7 4 0,4-5 0 15,0-7 3-15,4-6 8 0,-1-5 5 0,1-5 6 16,-4-5-1-16,2-4 0 0,0-6 5 0,-4 0-3 15,-1-3 5-15,-5-1-1 0,-2-1 4 16,-4 1 4-16,-6 0-2 0,-2-1-3 0,-4-1-12 16,-6 4-8-16,-2-4-10 0,-7 0-6 0,-2 2-6 15,-5 1-3-15,-4 2 3 0,-3 5-1 0,0 4 1 16,-2 4 0-16,-1 9-2 0,0 5 0 0,0 6 0 16,-1 10-1-16,3 3 0 0,2 4-1 0,4 4 0 15,3 2-1-15,6 3 4 0,4 1 2 0,5-2 0 16,4-2-12-16,8 0-17 0,3-2-35 0,4-3-75 15,6-3-78-15,2-6-145 0,7-1-213 0,2-5-310 16,2-6-313-16,4-1-215 0,2-4-52 16,-3-5 491-16,2-2 580 0</inkml:trace>
  <inkml:trace contextRef="#ctx0" brushRef="#br0" timeOffset="39499.78">18367 1369 25 0,'14'-19'566'0,"-6"1"518"0,-1 3 235 0,-4 3-28 0,1 1-320 16,-1 4-312-16,-1 2-221 0,-2 4-124 0,0 1-75 15,0 5-72-15,-3 3-59 0,0 6-39 0,-2 4-12 16,2 6 0-16,-2 1-3 0,1 7-1 0,0 0-4 16,-1 6-4-16,2 4-10 0,2-1-14 15,-4 4-8-15,5 1-8 0,-1 2-5 0,2-1 1 16,-1-1-1-16,6 0 6 0,-1-5 0 0,2-3 3 16,1-4 0-16,-2-3-4 0,1-6-3 0,2-6-1 15,-5-1 0-15,1-5 2 0,0-5 1 16,-1-3-1-16,0-6 2 0,-3-4-6 0,2-6-3 15,1-4-2-15,-1-6-4 0,0-6 0 0,0-3-1 16,0-6 9-16,1-3 6 0,2-6 0 0,-2-6 2 16,1-1-3-16,0-7-3 0,2-2-4 0,-3-3-4 15,2-1 0-15,-3-2-1 0,2 4 4 0,-2 4 0 16,2 4 2-16,-1 7 0 0,-3 9 1 0,2 3 0 16,-1 10 1-16,1 5-3 0,-2 4 1 0,-1 6-1 15,0 7 1-15,0 6 0 0,-1 6 1 0,-2 9 1 16,0 2 1-16,0 7 1 0,-1 4 0 15,-1 4-1-15,2 7 0 0,-2 0 4 0,1 2 2 16,-2 4 2-16,1-1 3 0,0 2-1 0,0-4 0 0,4 0-11 16,1-6-22-16,1-5-56 0,4-4-63 15,2-9-66-15,3-3-93 0,1-12-155 0,2-5-168 16,6-10-188-16,1-3-221 0,1-5-208 16,1-4-14-16,4-6 363 0,-3-2 412 0</inkml:trace>
  <inkml:trace contextRef="#ctx0" brushRef="#br0" timeOffset="39760.23">18794 1300 52 0,'16'-33'481'0,"-3"2"480"15,-7 2 288-15,3 5 28 0,-6 4-249 0,1 3-253 16,-4 4-208-16,0 3-159 0,-2 4-99 0,-1 2-98 16,-2 5-83-16,-3 4-45 0,0 5-24 0,-1 5-13 15,-4 4-7-15,2 4-5 0,-2 3-5 0,1 2-7 0,-1 2-6 16,2 0-5-16,0 0 0 0,5 1-2 0,2-3-2 16,1-4-1-16,5 0 0 0,1-4-2 15,3-3-2-15,4-5-3 0,2-2-1 0,3-4 0 16,2-4-3-16,1-4-6 0,2-4-10 0,1-2-11 15,-4-3-9-15,2-1-10 0,-3 0-6 0,0 0 1 16,-3 0 7-16,-3 0 7 0,0 0 9 0,-4 2 9 16,-1-1 11-16,0 1 5 0,-1 0 5 0,-4 2 2 15,-1 0 0-15,-4 1-7 0,2 1-16 0,-3 3-19 16,-1-1-28-16,2 3-36 0,1 1-45 16,-4 0-40-16,7 3-37 0,-4 0-81 0,3 0-122 15,2 3-145-15,0-2-244 0,3 4-238 0,2-1-177 16,3-2 116-16,0 0 423 0</inkml:trace>
  <inkml:trace contextRef="#ctx0" brushRef="#br0" timeOffset="40308.23">19145 1242 21 0,'5'-17'573'0,"-2"3"541"0,-1-1 330 16,-4 4-21-16,-1-3-370 0,-1 4-376 0,0-1-219 16,-5 0-123-16,1 3-101 0,1 0-84 0,1 2-48 15,-2 2-31-15,2 2-20 0,-1 2-14 0,2 5-12 16,1 0-9-16,-1 6-8 0,1 3-2 0,0 4-3 15,3 0-1-15,-1 2-1 0,2 3 0 0,0 0-1 16,3-1-1-16,-1 2-1 0,0-1 1 0,-1-1-2 16,2 0 0-16,0-1-1 0,0-1 2 0,-1-1-2 15,-1 1 0-15,3 0 0 0,-4-3-2 0,-2 1-8 16,-1 0-8-16,0 1-13 0,-3-3-21 0,-1-1-34 16,-1 0-50-16,2-3-52 0,-2-3-47 15,0-2-46-15,3-6-41 0,1-1-20 0,2-5 16 16,2-2 32-16,2-7 18 0,1-1 14 0,2-3 20 15,1-4 11-15,5-3-5 0,-2 1-9 0,3-1-12 16,2-1 0-16,-1 2-12 0,0 3 23 0,2 0 52 16,0 1 55-16,-2 3 54 0,3 4 44 0,-2 2 70 15,-2 5 41-15,2 6 28 0,-5 0 27 0,-1 6 50 16,1 7 80-16,-4 1 69 0,0 4 59 0,-2 6 23 16,-3-1-9-16,0 1-49 0,-3 1-67 0,1 1-57 15,1-1-61-15,-1 2-46 0,2-2-31 0,2-2-24 16,1-2-19-16,0-2-14 0,5-6-9 15,0-3-8-15,1-4-6 0,3-6 8 0,2-4 22 16,-1-4 39-16,2-3 68 0,0-6 64 0,-2-2 35 16,-3 0 7-16,1-5-17 0,-1 1-32 15,-2-5-56-15,-4 2-46 0,0-4-30 0,-1-1-20 0,-3 1-14 16,-2-1-9-16,-3-1 0 0,1 2-6 0,-6 1-2 16,-1-1-2-16,2 5-5 0,-4 3-3 0,-3 5-3 15,2 4-2-15,-5 7-1 0,-1 7-3 0,0 5 5 16,0 8-3-16,-1 3-12 0,5 5-34 15,-1 3-76-15,3 3-107 0,1-2-212 0,2 3-298 16,3-1-356-16,3 1-377 0,-1-3-165 0,5-1 347 16,-1 0 751-16</inkml:trace>
  <inkml:trace contextRef="#ctx0" brushRef="#br0" timeOffset="41244.01">19513 1189 153 0,'0'-7'375'0,"0"-1"186"0,0 3 126 0,0-1-103 16,0 0-79-16,0-1-22 0,0 3-7 16,0-3-21-16,0 0-37 0,0 1-16 0,0 0-4 15,2 0-25-15,-2 3-39 0,1-1-38 0,-1-1-40 16,2 2-51-16,-2 0-58 0,0 1-48 0,0 0-35 15,0 0-19-15,0 2-13 0,0 0-10 0,0 2-7 16,0 0-7-16,0 5-1 0,0 2-1 0,0 2-2 16,-2 7 1-16,1 4-1 0,-1 3 0 0,1 3-2 15,-2 4 0-15,1 3 0 0,2-1-2 16,2 1 0-16,2-3-1 0,-1-1 0 0,2-3 0 0,3-2-1 16,2-4 0-16,2-4 1 0,1-4 1 15,4-2 6-15,-1-6 2 0,3-5 4 0,0-5 1 16,0-4 2-16,3-1-5 0,0-6-10 0,-1 0-4 15,1-1-3-15,-2 0-3 0,-3-2-3 0,1 4 12 16,-2 2 6-16,0 0 2 0,-1 3 2 0,-2 0 1 16,0 4-1-16,0 1-4 0,-4 1-3 0,1 3-1 15,1 0 1-15,-5 0-1 0,2 0 1 0,-1 3 0 16,-3-3 0-16,1 1 0 0,-1-1 4 16,-2 0 6-16,1 0 10 0,-1-1 8 0,0-2 4 0,1-4-2 15,0-1-1-15,-1-3-4 0,-1-4-6 0,1 0-3 16,-1-4-3-16,-2 0 4 0,-1-1-3 15,1-1-2-15,-4-2-3 0,0 1-4 0,-2-2 1 0,0 1-4 16,-1-1-2-16,2 2-1 0,-3 2-1 16,5 3-1-16,-4 1-7 0,3 4 1 0,2 3-2 15,1 0-4-15,-1 5-11 0,3 1-13 0,2 3-21 16,-1 0-54-16,4 5-70 0,0-1-89 0,3 0-152 16,1 3-252-16,3 1-322 0,1 1-264 0,5 0-183 15,1 1 113-15,3 0 571 0</inkml:trace>
  <inkml:trace contextRef="#ctx0" brushRef="#br0" timeOffset="41612.4">20397 1098 72 0,'5'-3'706'0,"0"2"673"15,-10-1 220-15,0 0-231 0,-4 2-436 0,-4 0-357 0,-4 2-202 16,-4 0-140-16,0 0-89 0,-4 3-48 0,0 1-30 16,-2 1-22-16,0 4-12 0,1 2-9 0,3 2-7 15,0 2-6-15,2 4-2 0,5 1-2 0,2 4-2 16,1 1 4-16,5 1 2 0,2-1-2 15,6 0 0-15,3-4 0 0,3 1-1 0,4-5-7 16,6-4 0-16,3-3 0 0,5-4-4 0,1-7-3 0,5-2 0 16,1-4-1-16,3-7-1 0,-3-3-1 15,3-3 5-15,-3-3 2 0,-1-1 2 0,0-4 1 16,-5 3 0-16,-4-2 0 0,1 3 1 0,-6 1 0 16,-5 1 0-16,0 1 1 0,-5 2 1 0,-1 3 1 15,-5 2 0-15,0 1 0 0,-2 3-1 0,-2 3-1 16,-4 4-2-16,2 2 0 0,-2 4-1 0,0 3-1 15,-1 4 1-15,-1 1-1 0,2 4 1 0,-1 1-1 16,2 3 1-16,1 0-2 0,1 2 0 0,2 0-1 16,1 0 5-16,2-1-3 0,3 1-14 15,1-2-40-15,0-2-75 0,3-4-77 0,-1 0-154 16,3-3-241-16,-2-1-326 0,3-2-317 0,-1 1-200 0,-3-4 2 16,1 0 532-16</inkml:trace>
  <inkml:trace contextRef="#ctx0" brushRef="#br0" timeOffset="42112.18">20664 1361 467 0,'7'-19'1004'15,"-1"3"354"-15,0-1 46 0,-3 2-298 0,1 2-351 0,-3 1-247 16,3 1-139-16,-3 2-105 0,1 4-95 0,-1-1-73 16,3 0-39-16,-3 2-24 0,2 0-14 15,3 1-9-15,-3 1-4 0,4-3 0 0,-1 4-3 0,2 1-1 16,2 0 0-16,-1 0-5 0,2 1-3 0,0 4-1 15,0-3 0-15,-1 2 0 0,2 3-1 0,-2-1 6 16,1 2 1-16,-2 1 4 0,-1 3 0 0,1 0 5 16,0 3 4-16,-3 0 1 0,1 2 1 0,-3-1-1 15,3 3-2-15,0-3-6 0,-2 1-3 16,2-1-4-16,-1-1-1 16,0-1 0-16,4 0-1 0,-2-2 1 0,0 0 0 0,2-4 1 0,-2-1-1 15,2-3-1-15,-2 0-7 0,1-3-9 0,-1-2-14 16,-1-3-19-16,-2 0-24 0,-1-3-27 15,1-2-29-15,-5-2-33 0,0-1-25 0,0 0-12 0,-5-2 6 16,1 0 19-16,-1-3 31 0,-2-2 44 0,2-1 35 16,1-4 29-16,-4-1 18 0,2-2 8 0,1-5 5 15,-2 2 8-15,1-6 17 0,-2 3 28 0,4 0 48 16,-3 5 64-16,4 1 43 0,-2 1 23 16,2 4-3-16,-1 4-24 0,2 3-45 0,-1 3-50 15,1 3-38-15,1 1-29 0,1 5-20 0,0 0-11 0,0 5-2 16,1 3 0-16,-1 3 0 0,3 4 0 0,1 4 0 15,2 2 1-15,-2 2 0 0,1-1-2 0,5 6-2 16,1-2-4-16,3 0-30 0,3 1-74 0,-1-2-89 16,5 0-183-16,2-3-288 0,-2 1-334 15,4 0-355-15,1-3-183 0,-1-1 192 0,0 1 706 16</inkml:trace>
  <inkml:trace contextRef="#ctx0" brushRef="#br0" timeOffset="42363.08">21434 1330 125 0,'5'-6'854'0,"-1"1"745"0,-6 0 65 15,-1-2-329-15,-2-1-457 0,-2-2-341 0,-2 2-195 16,0 0-140-16,-3 2-68 0,-1 0-34 0,-4 3-22 16,-1 3-14-16,0 2-12 0,-2 4-9 0,-1 3-8 15,2 2-8-15,-1-1-3 0,2 7-4 0,4-2-5 16,1 5-2-16,2 1-4 0,3-1-2 0,3 1-3 16,5 0-5-16,4-2-2 0,2 0 0 0,5-3 0 15,3-3-1-15,7 0 1 0,0-5 0 16,2-3 1-16,2-2-2 0,1-2-3 0,-4-1-4 15,3 0-3-15,-4 0-2 0,-4 0-1 0,0 2 0 16,-2 1 3-16,-3 3 4 0,0 0-2 0,-3 1-3 16,-5 2-9-16,1 1-12 0,-1 1-30 0,-4 3-74 15,-4-2-94-15,1 1-180 0,-2 1-283 16,-2-1-347-16,0-1-394 0,3 2-218 0,-3-4 214 16,2 0 758-16</inkml:trace>
  <inkml:trace contextRef="#ctx0" brushRef="#br0" timeOffset="43430.36">22491 1169 4 0,'-16'8'358'0,"0"0"310"16,3-2 271-16,-1-2 101 0,5 1-301 0,2-3-206 16,-1 2-142-16,4-2-94 0,1 1-73 0,1-3-50 15,4 0-23-15,4-3 2 0,2 1 30 0,5-2-1 16,5 2 33-16,4-6 4 0,2 1-10 0,6-4-30 15,5-2-40-15,4-2-12 0,1 0-34 0,5-5-16 16,3 1-17-16,3-4-6 0,1-2-5 16,4-2-11-16,-3 1-3 0,2-2-7 0,-2-1 1 0,-3 2-3 15,-1 0-8-15,-6 4-4 0,-5-1-4 16,-3 5-4-16,-7 3-7 0,-2 2-5 0,-4 1 2 16,-8 5 1-16,0-1 1 0,-4 3 0 15,-4 0-2-15,-1 3-5 0,-2-1-12 0,-8 1-53 16,-1-1-74-16,-5 3-127 0,-6 1-229 15,-1 1-303-15,-4 1-366 0,-2-2-316 16,-3 0-108-16,-3-2 488 0,0 1 694 0</inkml:trace>
  <inkml:trace contextRef="#ctx0" brushRef="#br0" timeOffset="43673.64">23049 711 18 0,'12'0'378'0,"1"-3"265"0,1 2 183 0,1-3 144 16,3 1-233-16,3-1-181 0,3 0-68 0,1 0 8 0,4-1-1 15,1 3-75-15,0-2-81 0,1 3-65 16,1 0-60-16,1-1-55 0,-1 0-48 16,-2 4-29-16,-2 0-21 0,-1 0-18 0,-3 2-11 15,-3 1-13-15,-4-2-7 0,-3 4-6 16,-2 2-1-16,-3 0-1 0,-6 4 0 0,-2 2-1 16,-4 4 1-16,-2 0 1 0,-3 0-2 0,-6 1-2 15,0 0-1-15,-3 4-4 0,-4-2-21 0,0-1-51 16,-1-2-61-16,-3 2-77 0,3-3-150 0,-4-1-240 15,1-2-304-15,2 0-270 0,-2 0-211 0,4-5 25 16,-5 0 521-16</inkml:trace>
  <inkml:trace contextRef="#ctx0" brushRef="#br0" timeOffset="44037.41">22518 1769 329 0,'1'1'823'0,"-1"-1"348"15,0 1 18-15,0-1-313 0,0 2-307 0,2-1-218 0,-1 2-96 16,1 3-9-16,6 3 10 0,0 5 10 15,1-1 0-15,5 4-17 0,2 2-42 0,5 2-52 16,4 2-36-16,3 1-28 0,7-1-20 16,3 2-16-16,5 0-12 0,3-1-10 0,1 0-7 15,5-1-4-15,0-2-4 0,-1-2-4 0,1 1-1 16,-1-3-3-16,-2-1-6 0,-2-1-3 0,-4-2-2 16,0-1-2-16,-9-1-2 0,0-2-7 15,-8-1-21-15,-5-1-41 0,-3 0-76 0,-9-4-98 16,-4-2-179-16,-5-1-299 0,-6 0-326 0,-2-2-326 15,-8-4-166-15,-2-2 224 0,-4-1 676 0</inkml:trace>
  <inkml:trace contextRef="#ctx0" brushRef="#br0" timeOffset="44279.05">23386 1907 23 0,'28'0'371'0,"1"2"304"0,-4 2 282 16,0 2 147-16,-1-1-306 0,-3 3-190 0,0-1-47 15,0 4-39-15,-3-1-71 0,-1 1-93 0,-4 2-63 16,-3 1-47-16,-2 1-61 0,-3 3-53 16,-5 1-35-16,-5 2-19 0,-3 4-19 0,-7 3-16 15,-4 0-15-15,-2 2-12 0,-6 2-8 0,-3 0-3 16,-3 4-2-16,-3-2-2 0,-4 2 1 16,1 1-2-16,-1-1-1 0,4-1-1 0,0-4-3 15,6-3-20-15,5-5-70 0,4-5-83 0,3-4-183 16,5-6-279-16,5-6-338 0,4-4-400 15,2-5-252-15,4-6 117 0,2-7 784 0</inkml:trace>
  <inkml:trace contextRef="#ctx0" brushRef="#br0" timeOffset="45233.79">24476 536 80 0,'13'-11'570'0,"-5"5"431"15,-2-2 191-15,1 3-64 0,-4 0-402 16,-2 0-255-16,3 3-172 0,-3 0-100 16,3 4-12-16,0 5-5 0,2 5-9 15,2 6 14-15,-1 9 1 0,-1 4-8 0,3 5-37 16,-1 6-33-16,0 4-16 0,-1-1-29 0,0 2-18 16,1 0-9-16,-3-3-7 0,2 2-6 0,-3-6-10 15,4-3-6-15,-3-5-3 0,0-3-2 0,-1-6-1 16,0-3 1-16,0-5 10 0,-2-3 15 0,0-4 11 15,-1-2 5-15,2-6 4 0,-1-3-3 0,-1-6-8 16,-1-5-13-16,2-4-11 0,-2-6-7 0,0-1-4 16,0-2-2-16,-2-4-2 0,2-5-1 0,-1-1 1 15,-4-3 0-15,4-3-1 0,1-4 1 16,0 1 1-16,1 2-1 0,4 1-1 0,-1 4-1 16,4 3 0-16,1 5-1 0,0 6 1 15,0 0-1-15,1 6-1 0,1 1 1 0,-2 5 1 16,1 0 0-16,1 5 0 0,-2-1 0 15,-2 3 1-15,-1 2-1 0,2 1 1 16,-4 3 0-16,0 0 0 0,-3 3 3 0,-1 2 1 16,-1 4 1-16,-6 2 1 0,-2 4 2 0,0 6-1 15,-3 3 0-15,-3 2-2 0,-1 6 0 0,0 0 0 16,2 6 0-16,-2 0 1 0,3 1 1 0,2-3-1 16,2 1 1-16,4-4 0 0,0-1-2 15,5-2 0-15,2-2-2 0,3-3 1 0,-1-3-2 16,4-3 0-16,3-2 0 0,0-3-1 0,7-4 0 15,-1-4-1-15,5-1 0 0,3-7 0 0,2-1-2 16,1-3 1-16,2-4-2 0,0 1 7 0,-2-2 4 16,1 0-9-16,-3 1-15 0,0 1-33 0,-4 2-73 15,-2 1-88-15,-2 0-148 0,-2 1-234 16,-1 4-317-16,-3 1-328 0,1 3-208 0,-1 4 5 16,-4 2 517-16</inkml:trace>
  <inkml:trace contextRef="#ctx0" brushRef="#br0" timeOffset="45526.23">25253 1212 204 0,'5'1'782'16,"-4"-2"407"-16,-1-4 91 0,0-1-135 0,2-3-358 15,0-5-240-15,1 0-134 0,3-4-81 0,-3-7-66 16,2-2-61-16,1-6-62 0,1-7-52 0,2-2-25 16,-1-5-18-16,1-7-10 0,4 1-5 15,0-3-5-15,-1-2-5 0,2 5-7 0,-1 6-4 16,0 5-2-16,-4 9-5 0,-2 3-4 0,-1 10-2 15,0 3 0-15,-1 9 0 0,1 3 1 16,1 11 0-16,-1 6 1 0,3 8 1 16,-1 3 0-16,0 9-1 0,0 2-1 0,1 4 0 15,0 1 2-15,-1 1-2 0,1 1 0 0,-3-2-1 16,1-2 2-16,1-1-4 0,-2-1 0 0,1-2-3 16,-2-2-13-16,0-4-33 0,2-1-70 0,-4-5-70 15,0-5-141-15,1-2-211 0,-2-6-309 0,-2-1-324 16,0-1-223-16,-2-5-88 0,-2-1 471 15,-1-3 582-15</inkml:trace>
  <inkml:trace contextRef="#ctx0" brushRef="#br0" timeOffset="45732.11">25250 838 95 0,'-8'0'711'16,"3"1"503"-16,0-1 102 0,4 3-175 0,1-1-390 15,3 4-359-15,3 2-184 0,4 1-64 0,-1 2-29 16,7 3-17-16,2 0-13 0,0 1-8 0,4-3-5 15,1 1-32-15,4-2-19 0,3-1-1 0,1-2-3 16,4-1 8-16,3-2 0 0,-2-1-4 0,2-1 0 16,-1-1-8-16,-2-2-27 0,-1-2-52 0,1-1-68 15,-8-1-144-15,1-1-298 0,-2-2-293 0,-3-1-281 16,-1-1-214-16,-2-3 65 0,-2-1 573 0</inkml:trace>
  <inkml:trace contextRef="#ctx0" brushRef="#br0" timeOffset="46174.03">26051 580 485 0,'-1'-24'979'16,"-3"6"349"-16,1 1 22 0,-3 6-319 16,5 3-325-16,-6 1-228 0,2 4-137 0,1 3-102 15,-4 4-80-15,-2 6-63 0,-1 4-31 0,2 4-17 16,-4 5-3-16,0 2 0 0,1 6-1 16,1 0-1-16,-1 3-6 0,3 1-2 0,5-2-9 15,-1-1-7-15,3-4-13 0,2 0-9 0,3-2-4 16,4-4-3-16,3-1-1 0,2-4-2 0,3-2 6 15,1-5 4-15,5-4 2 0,0-1 2 0,2-5-1 16,2-3 3-16,1-2-2 0,0-1-1 16,0 0 1-16,-4-1-1 0,0 1-1 0,-1 0-1 15,-4-1 0-15,-1 5 1 0,-3 1-1 16,-4 1 1-16,2 2 1 0,-3 4 2 0,-3 0 0 0,0 5 2 16,-4 1-1-16,4 1 2 0,-4 2-3 0,-1 3 1 15,2-3-2-15,-1 3 1 0,1-3-1 0,1 0-1 16,1-3 1-16,0-1-1 0,4-3 0 0,0-2 1 15,2-5 0-15,-1-1 2 0,4-3 0 0,-1-5 0 16,4-1 0-16,-2-3-1 0,2-5 2 0,-2-1 6 16,-1-2 10-16,1-1 7 0,-2-5 8 0,0-2 3 15,-2-1-1-15,-2-4 1 0,-4-2-13 16,1-2-8-16,-5 0-6 0,-5-4-5 16,1-1-4-16,-4 2-6 0,-4-3 1 0,0 5-1 15,1 3-1-15,-5 7-1 0,3 4-6 0,-1 5-11 16,0 8-21-16,-2 5-57 0,3 6-78 0,2 6-149 15,-1 4-273-15,4 6-315 0,0 3-378 16,0 1-298-16,0 5 1 0,2 2 668 16</inkml:trace>
  <inkml:trace contextRef="#ctx0" brushRef="#br0" timeOffset="47176.9">25215 2102 240 0,'5'-17'874'0,"-7"-1"465"0,-1 0 87 16,-6-2-158-16,-3 2-483 0,0-1-271 0,-7-2-153 16,-3 2-97-16,-1 2-79 0,-5 1-62 0,-2-1-35 15,-3 4-26-15,-3 5-16 0,-1 3-11 16,-3 5-8-16,1 6-6 0,-4 6-2 0,1 7 1 15,0 6 0-15,-2 8 3 0,3 6-1 0,1 8 4 16,1 8-3-16,3 6-2 0,4 5-3 0,5 3-4 16,10 5-2-16,3-2-6 0,9 1-1 0,10-5-4 15,9-4 4-15,7-4 1 0,9-10 0 16,1-5 0-16,10-8-1 0,0-6 2 0,2-9-6 16,3-6-2-16,-2-7-1 0,-1-6 1 15,-2-4 2-15,-3-7 0 0,-3-4 3 0,-4-4 1 0,-5-6 3 16,-4 0-1-16,-6-2 7 0,-2-1 5 15,-10-1 5-15,-2-1 3 0,-7-1 1 0,-6 2 0 16,-6 0-5-16,-7 1-6 0,-1 1-5 0,-2 2-8 16,-8 6-4-16,5 0-3 0,-1 6-2 15,1 5-1-15,2 4-2 0,5 7 4 0,1 2 1 0,1 6 0 16,5 6 0-16,2 2 0 0,6 4 0 16,0 2-1-16,7 0-1 0,2 2 4 0,7-2-5 15,5-3-9-15,3-1-16 0,6-4-27 16,4-5-67-16,3-5-85 0,6-4-120 0,0-6-162 15,4-4-247-15,5-6-337 0,-1-1-229 0,3-7-154 16,3-3 209-16,1-4 508 0</inkml:trace>
  <inkml:trace contextRef="#ctx0" brushRef="#br0" timeOffset="47475.77">25383 2584 78 0,'33'-30'410'0,"-5"3"348"0,-6 0 312 0,-6 2-28 16,0 2-192-16,-5 3-57 0,-2 4-105 0,-2 4-139 16,-4 4-132-16,-3 6-95 0,-2 4-87 15,-3 10-106-15,-2 5-69 0,1 7-32 0,-2 4-13 16,3 6-6-16,-2 3 1 0,6 3-1 0,-4-1 1 15,5 3 0-15,5-5 1 0,3-1 0 0,1-5 0 16,7-5-1-16,2-5 3 0,4-6-2 16,4-9-4-16,1-6-4 0,2-6 1 0,1-8-2 15,0-4-2-15,-5-6 1 0,2-4 1 0,-2-4 6 16,-3-5 8-16,-4-1 10 0,-2-1 10 0,-8 3 7 16,-3-4 6-16,-5 0-1 0,-4 2-4 15,-5-1-6-15,-9 0-6 0,-2-2-8 0,-7 3-11 16,-7 0-6-16,-5 2-6 0,-2 3-5 0,-3 6-4 15,-4 6-3-15,1 7 1 0,-4 8 2 0,2 8 4 16,2 9 1-16,1 8 1 0,8 6-11 16,6 6-15-16,6 6-42 0,4 5-82 0,6 4-131 15,4 7-270-15,6 2-307 0,6 4-380 0,6 0-387 16,7 0-67-16,3-3 612 0</inkml:trace>
  <inkml:trace contextRef="#ctx0" brushRef="#br0" timeOffset="48392.64">26146 2769 492 0,'-5'16'1016'15,"-3"0"283"-15,1-3-31 0,0-3-264 0,4-2-315 16,2-1-210-16,-3-2-113 0,4-3-73 15,0-2-63-15,4-1-66 0,2-6-53 0,5-2-34 16,2-6-23-16,3-3-12 0,6-7-9 0,0-1-7 16,4-5 0-16,1 0 0 0,3-2-2 0,-1 0-3 15,-4 0 3-15,1 3 7 0,-3 2-4 16,-2 2 1-16,-4 5 3 0,-3 5 3 0,-4 2-5 16,-2 4-7-16,-2 0-2 0,-1 5-3 0,-2 2-6 15,-2 3-9-15,-4 6-3 0,2 3-3 0,-5 7-2 16,-1 3-2-16,2 6 1 0,-1 3 3 0,1 2 2 15,-1 2 1-15,3-2 1 0,2 0 0 16,1-2 0-16,0-2 1 0,3-2-1 0,1-4 0 16,2-4 0-16,2-1 4 0,2-7 2 0,4-3 1 15,2-5 0-15,5-6 1 0,1-5-1 0,2-3-4 16,1-5-1-16,2-5-3 0,-2 1 1 16,2-1 0-16,-5-2 0 0,-1 5 1 0,-4 0-1 15,-3 6 0-15,-1 2 0 0,-5 0 0 0,0 6 0 16,-4 2-1-16,0 4 2 0,-3 2 0 0,-1 7 1 15,0 2-1-15,-1 4 2 0,-3 3-2 0,1 2 1 16,2 0-2-16,-3 2 0 0,4-1 1 16,0 1-1-16,0-3 0 0,4 1-1 0,-3-5 2 15,4 1-1-15,1-1-1 0,0-4 1 16,2-1 0-16,1-7-1 0,4 1 0 0,0-6 2 0,4-5-1 16,1-3-3-16,3-2-3 0,-1-3-1 0,-1-4-1 15,2 2 0-15,-4-3-1 0,0 2 4 16,1 1 3-16,-6-2 1 0,0 4 1 0,0 1 1 15,-4 2 1-15,-1 0 0 0,-3 7 0 16,1-3-2-16,-4 5 0 0,1 2 0 0,-2 4 0 0,-2 4-2 16,1 6 2-16,-4 3 0 0,4 6 0 15,-4 1-1-15,2 5 3 0,-1 0 1 0,3 1-1 16,2 3-1-16,4-5-7 0,3-1-14 0,5-2-33 16,1-4-75-16,3-7-91 0,3-4-168 0,3-3-287 15,4-6-340-15,1-5-392 0,6-5-220 16,-1-2 127-16,3-4 706 0</inkml:trace>
  <inkml:trace contextRef="#ctx0" brushRef="#br0" timeOffset="48541.93">27612 2646 241 0,'1'7'1150'15,"-2"5"584"-15,-8 2-154 0,0 3-352 0,-3 6-481 16,-4 0-296-16,-3 2-210 0,2 2-106 0,-5 3-56 16,2-2-32-16,2 2-23 0,0-4-12 0,6-2-9 15,3-3-11-15,5-4-32 0,4-4-86 16,3-5-125-16,3-5-236 0,4-5-299 0,2-5-379 15,3-4-407-15,0-4-97 0,1-5 518 0,2-2 747 16</inkml:trace>
  <inkml:trace contextRef="#ctx0" brushRef="#br0" timeOffset="48722.9">27667 2388 273 0,'-4'-47'1126'0,"-4"4"571"0,-2 3-125 0,-1 8-339 0,-2 2-491 15,4 9-287-15,-5 1-193 0,4 7-112 0,-2 3-62 16,4 2-38-16,0 5-23 0,0 3-16 0,2 7-9 15,2 3-4-15,3 1-2 0,1 6-2 16,3-1-3-16,3 5-15 0,0 0-54 0,-1 1-73 16,2 3-127-16,-1-1-227 0,2 1-314 0,-4 1-363 15,1 1-307-15,0 0-102 0,-2 0 484 0,1 0 684 16</inkml:trace>
  <inkml:trace contextRef="#ctx0" brushRef="#br0" timeOffset="49112.45">27651 2848 161 0,'0'12'792'16,"0"-1"530"-16,0-5 92 0,0-1-125 0,4-5-414 16,-1 0-324-16,2-6-164 0,4-4-114 0,0 0-67 15,3-5-71-15,3-2-43 0,1 0-32 0,5-3-21 16,-4 0-10-16,5 1-11 0,-1-1-6 0,-4 5-9 16,1 2-1-16,-6 1 0 0,2 4-1 0,-2 2 0 15,-4 3-1-15,1 3 2 0,-1 3 0 16,-3 3-1-16,-2 3 1 0,0 2 0 0,-1 2 0 15,-2 2 4-15,0 1 2 0,0-2 2 0,0 3-1 16,1-3 0-16,4 0-1 0,-2 0-5 0,2-2-3 16,3-3-2-16,0-3 1 0,6-5 0 15,0-2 0-15,5-5 1 0,1-3 1 0,4-3-1 16,0-3 0-16,1 0 0 0,0-1 0 0,-4 2 1 16,0 1-1-16,-4 1-1 0,-4 6 1 0,-2-1-1 15,-2 4 1-15,-2 3 1 0,-3 3 1 16,-2 2 1-16,0 3 0 0,-4 4 0 0,-1 1 0 0,0 1-1 15,-1 3-1-15,-1 2-2 0,2-2 1 16,2 1-2-16,-2 2-1 0,3-3 0 0,3 0-1 16,-2 0-2-16,2-3-8 0,2-2-25 15,0 0-71-15,0-6-72 0,-2 1-130 0,0-2-201 16,2-3-315-16,-4 3-346 0,-1-2-237 0,0 0-102 16,0 0 418-16,-4 0 609 0</inkml:trace>
  <inkml:trace contextRef="#ctx0" brushRef="#br0" timeOffset="71349.66">2488 8346 35 0,'3'-5'305'16,"-1"-1"209"-16,-1 2 192 0,1-1 7 0,-2 3-145 16,0-2-85-16,3 2-23 0,-3 0-26 0,0 0-37 15,0 1-49-15,0 0-61 0,0-1-60 16,0 2-67-16,0 0-42 0,0 0-22 0,0 0-11 15,2 0 0-15,-2 0-4 0,0 0-6 0,0 0-8 16,0 2-11-16,0 0-17 0,0 2-15 0,0-2-10 16,0 4 21-16,0 0 24 0,0 2 9 0,2 1 8 15,-2 1 5-15,1 0 0 0,-1 3-19 16,2 0-23-16,-2 2-14 0,1 0-16 0,1 2-5 16,1 1 16-16,-2 3 12 0,1-1 7 0,1 3 3 15,-3 2 10-15,3 0 2 0,-3 0-19 0,2 1-15 16,1 2-8-16,-1-1-5 0,-1 0-4 0,1 0-1 15,0 2-3-15,1 1 1 0,-2 1-1 16,4-2 1-16,-2 2-2 0,-2 1 1 0,3-1 1 16,-3 2 6-16,1 0-3 0,0-2 0 15,-1 1-2-15,2 1 1 0,-1-1 0 0,1-1-7 0,0 1 3 16,1-1 1-16,0 1 2 0,1 0 1 0,-2-3-2 16,2 0 1-16,0-1 1 0,-1-1-2 15,2-1-2-15,-1 1 2 0,0-2 1 0,0 1-1 16,1-1 0-16,1-1 0 0,-1 0 0 0,0 0-1 15,-1 0 0-15,1 1-2 0,-1-2 2 0,1 1-2 16,0 0 3-16,1 1 8 0,-1-1 1 16,1 1 4-16,-1-1-5 0,-2 1-3 15,1-1-1-15,0 2-8 0,0-2-2 0,-2 1-3 0,2 1 4 16,-1-1 4-16,-2 2 0 0,1-1 1 0,0-3 2 16,-1 3-1-16,1-2 0 0,-1 0 1 15,-1 0-2-15,1-1-1 0,0 0-1 0,-1 2 2 16,-1-1-1-16,0 0-1 0,2 1 2 0,-2 0-1 15,0 1 0-15,1 0 1 0,-1 1 1 0,2 0-1 16,-2 0 7-16,0 0 3 0,4-2 0 16,-4 0 1-16,2 1 1 0,-2 0 1 0,3 0-12 15,-1-3-4-15,-1 3-4 0,1-3-3 0,1 3-1 16,-1-2-2-16,-1 1 5 0,3 1 4 0,-3-2 3 16,2 1 0-16,-1 3-1 0,2-3 1 0,0 0 1 15,-3 3 0-15,2-3-1 0,-1 1 1 16,1-1 1-16,-1 2 0 0,1-1-1 0,2 1 0 15,-2-1-1-15,0 0 6 0,0 1 4 0,2-1 1 16,-2 4 0-16,0-5-1 0,2 2 2 0,-2 0-6 16,1 0-1-16,0 2 1 0,1-1 0 15,-2 0-6-15,0 1-5 0,2 1-1 0,-2 1-5 16,2 0 1-16,-2 0-1 0,0 1 6 0,3 1 2 0,-3 0 2 16,1 0 0-16,-1 1 6 0,2 0 5 15,-2 1 1-15,0 1 2 0,2 1-2 16,-1-3 2-16,1 0-9 0,0 2-6 0,-2-1 0 15,2-1 2-15,0 1 0 0,1-1 1 0,-3-1 2 0,3 2 4 16,-2-1 1-16,-1 0-3 0,2 1 6 0,-2 2 6 16,2-2 1-16,-1 0 0 0,1 1-1 15,-2-1 1-15,2 2-7 0,-2-1-6 0,2 0-1 16,0-1-3-16,1 2-1 0,-2-3 0 0,1 2-2 16,0-1 0-16,0-2 1 0,1-1 2 15,2 2 1-15,-2-4 0 0,-1-2 2 0,0-2 1 16,0-1-1-16,1-2-7 0,-3-4-5 0,2 1-2 15,-2-4-2-15,0 1-2 0,0-4-1 16,1 2 2-16,-3-2-16 0,-1-3-50 0,-1 0-56 16,-1 1-55-16,-1 1-81 0,-1-2-136 0,-2-1-158 15,1 0-198-15,-2 2-224 0,0-2-213 0,1-2-39 16,-1 1 323-16,1-2 432 0</inkml:trace>
  <inkml:trace contextRef="#ctx0" brushRef="#br0" timeOffset="72574.78">2308 8383 174 0,'1'2'444'0,"1"-2"238"0,0 2 175 0,-1-2-116 16,1 0-133-16,0 0-97 0,-1 0-72 15,-1-2-68-15,2 2-65 0,-1-2-76 0,1 1-66 16,1-5-30-16,0 2-7 0,0-1 14 0,2-1 25 16,3-4 6-16,0 0 11 0,1-2 1 0,-1 1-20 15,0-6-29-15,1 3-30 0,-1-2-19 0,2-1-21 16,-2 1-19-16,1-3-7 0,-1 1-6 16,0 0-2-16,3 3-1 0,-3-2 0 0,-2 0-4 15,3 1-2-15,0 1-3 0,-3 0-2 0,2 1-4 16,-3 1-3-16,1 1-2 0,2 1-2 15,-3 4-2-15,-2 0-1 0,0 1-1 0,0 1-1 16,-1 0 0-16,0 4 0 0,-1-1-1 0,2 1 0 16,2 1 1-16,-2 1 2 0,2 2-1 15,0 2 0-15,1 1 1 0,-1 3-1 0,4 1 0 0,-3 2 0 16,2 4-1-16,-1 0-1 0,4 1-1 16,-3 2 1-16,0-1-2 0,0 3 1 0,1-3-2 15,-1 3 1-15,0-4-2 0,1 0 0 0,1 2-1 16,-2-5-1-16,0 3 0 0,1-4-1 0,-1 1 2 15,-2-2-2-15,1-2 3 0,0 1-10 16,0-1-40-16,-2-1-67 0,-2 1-77 0,-2-3-163 0,1 4-292 16,-4-1-327-16,1-1-321 0,-2 0-220 0,-1 0 76 15,-2 1 672-15</inkml:trace>
  <inkml:trace contextRef="#ctx0" brushRef="#br0" timeOffset="77519.13">2697 12987 29 0,'-3'0'191'0,"0"0"75"15,1-2 26-15,-1 2-35 0,1 0-62 0,-1 0-55 16,0 2-25-16,1-2-13 0,1 0 1 15,-1 2 7-15,-1-2 8 0,1 0 7 0,-1 1 11 16,0-1 10-16,0 0 19 0,2 0 22 0,-3 0 31 16,3 0 23-16,-3-1 25 0,3 1 29 0,-2 0 21 15,1 0 22-15,-1-2-12 0,1 2-25 16,2-2-34-16,-1 1-35 0,-1 0-29 0,2 1-39 16,0 0-28-16,-3 0-20 0,3 0-20 0,0 1-23 15,0-1-20-15,0 0-23 0,0 1-10 0,0-1-9 16,3 2-5-16,-3 0 0 0,3-1-4 15,0 2-2-15,2 0-4 0,-2 1 1 0,4 1 1 16,-1-2 1-16,2 0 2 0,0 0 3 0,0-2-2 16,4 2-1-16,-2-1 31 0,3-1 15 0,-1-1 8 15,3 0 4-15,0-1 0 0,-2-1 2 0,4 0-27 16,-1 1 1-16,1-2 2 0,0 0-1 16,1 0 4-16,0 0-3 0,1 0-2 0,1 0-17 15,-1 0-5-15,2 0-6 0,2 1-2 0,-2 0 2 16,1-1 0-16,0 0 0 0,2 0 2 15,0-2 0-15,1 2-1 0,-1-1 3 0,1 2 3 0,2-4-9 16,-2 0-7-16,2 1-1 0,0 1-2 16,0 1-3-16,0-1-5 0,0-1 9 0,-1 2 4 15,1-2 4-15,0 3 0 0,-1-3 6 16,2 3 4-16,-1 0 3 0,3-1 1 0,-2 2-1 16,2-1-2-16,0-1-9 0,-1 2-5 0,1-1-5 15,0 0 0-15,0 1 2 0,0-2 2 0,-2 0 4 16,2 1 3-16,-1-3 1 0,2 3 0 0,0-4-2 15,-1 1 2-15,0-1-6 0,1 0 0 16,-1-1 0-16,2-1 0 0,-1 1 1 0,1-2 0 16,-2 1 4-16,2-1 1 0,-2 1-1 15,1 0-1-15,1 0 2 0,0-1-1 0,1 2 6 16,2 0 2-16,-2-1 1 0,2 0 0 0,1 1-4 16,2 0 2-16,-3 1-6 0,1 0-3 15,-1-1 0-15,3 1-7 0,-1-1-1 0,0 1-5 16,1 0-1-16,0 0 1 0,2 0-3 0,-1 0 6 15,-1 0 2-15,0 1 2 0,-3 2 1 0,3 1-2 16,-3-2 2-16,-1 3 1 0,-2 1-1 16,1 0-1-16,1 1 8 0,-1 0 2 0,-2 3 1 15,1-3 1-15,1 2 0 0,-1 0 1 0,0-1-5 16,-1-2 0-16,2 3 0 0,1-2-3 16,0-1-1-16,1 2-1 0,1-2-2 0,-1 0-2 15,3-2-3-15,0 2 4 0,0-1 1 16,0-2 2-16,0 3-1 0,0-2 0 0,0-1 1 15,-2 1-2-15,1 2 1 0,-1 0 0 0,-1 0 6 16,1 0 3-16,-1 2 0 0,-1 1 1 16,1-1 0-16,-3-2 0 0,3 4-6 0,-4-1-2 15,3 1 1-15,-3-2-1 0,1 2-4 0,1-2-5 16,-1 2-3-16,0-2-1 0,1 1 0 16,-2-1-2-16,4 0 7 0,-2 2 4 0,-1-1 1 15,-1-2 0-15,2 4 0 0,-1-1 2 0,-2 1-2 16,2-1 0-16,-2 0 6 0,0 1 4 15,0 1 1-15,0-1-1 0,0 1 1 0,0 0 0 16,-2-2-6-16,1 1-5 0,-2-1 0 16,2 0 0-16,-1 1 2 0,0 0 1 0,-1-2 1 15,2 0 3-15,-1-1-1 0,-1 2 1 0,0-3 0 16,-2 0-3-16,2-1 1 0,0 0-1 16,0 0-1-16,-2-1-6 0,3 0-3 0,-2-3-3 15,-1 3-1-15,1-2-1 0,-1 0-1 0,0 0 6 16,-1 0 2-16,-2 0 3 0,0 0 0 15,0 2 1-15,-1-2 8 0,-1 1 2 0,2 0 3 16,0 0 0-16,-1-1 0 0,1 0-1 16,0-1-6-16,-1 0-2 0,1 0-3 0,0-1 1 15,-1 0-1-15,1 2-1 0,0-2 1 0,0 0-1 16,-1-1 1-16,1 0 1 16,0 2 1-16,-1-3 2 0,1 2-1 0,1-1 1 0,-1 0 1 15,-1 0-1-15,1-3 0 0,3 4-1 0,-4 0-1 16,3-2-5-16,1 1-3 0,-1 0-2 15,1 0-2-15,-1-2 0 0,3 4 0 0,-2-1 4 16,0-1 4-16,2 0 1 0,-2 1 0 0,-2-1 8 16,0 4 2-16,1-4 3 0,1 4 2 15,-4-3-1-15,4 0 0 0,-1 2-6 0,-1-1-3 16,0-1-1-16,2 2-2 0,-3-1-1 0,3-1 2 16,-1 1-1-16,0 0 1 0,1 0 0 15,-1 0 1-15,1 0-1 0,0 0 1 16,1 0 1-16,-1-1 0 0,2 0 0 0,0 2-1 15,1-1 1-15,1-1-1 0,-1 1-1 0,4 0 0 16,-2-1-1-16,1 1 0 0,1-3-1 16,1 2 2-16,-1-1-2 0,1 0 0 0,-1 0-1 15,1-3-1-15,0 4 0 0,1 0-1 0,0-4-1 16,-2 2 0-16,1 0 1 0,3-1 0 16,-4 1 2-16,-1-1 0 0,1 1 0 0,-2 1 1 15,0-2 1-15,2 2 1 0,-1-1 0 0,-1-1-1 16,2 2 0-16,0-1-2 0,-1 0 0 15,1 2-1-15,1-3 1 0,-1 1 0 0,1 1 1 16,0 0-1-16,-3-1 3 0,0 0-3 0,2 2 0 16,-4-1 0-16,3 1 0 0,-3-1 0 15,0 1 0-15,2 1 2 0,-3-1 4 0,2 1 2 16,-4 1 1-16,2-2 1 0,0 3 0 16,1-3-2-16,-2-1-3 0,0 4-1 0,-2-3 0 15,0 2-1-15,1-2 0 0,-1 1 0 0,1 0-1 16,-4 1 1-16,4-1 0 0,-3-1-1 15,2 2 1-15,-2 0 4 0,0-1 4 0,2 1 0 16,-1 0 2-16,-2 0 0 0,1 0 0 0,0 0-5 16,-2 0-3-16,0 0-1 0,0 0-1 15,-2 0-1-15,1 0 0 0,-3-1-1 0,0 1 0 16,-2 2-1-16,0-1 0 0,-1-1 0 0,-1 2 0 16,-1-2 0-16,-1 1 1 0,1 1 0 15,-3 0-1-15,-2 1 1 0,1-2 0 0,0 0-1 16,-2 2 0-16,-2 0 1 0,2-1-1 15,-2 1 0-15,-1-1 1 0,1 1 0 0,-3 0 0 0,2-2 0 16,-1 2-1-16,-1 0 0 0,2 0 0 16,-2 0 0-16,0 0 0 0,-2 0 0 15,2 0 0-15,-1 0 0 0,-2 0-2 0,-1 2-2 16,-1-2-9-16,-1 2-17 0,1 0-33 0,-4 0-78 16,1-1-96-16,2-1-183 0,-1 0-289 0,1-5-343 15,1 1-370-15,1-5-184 0,0-3 210 16,1 0 725-16</inkml:trace>
  <inkml:trace contextRef="#ctx0" brushRef="#br0" timeOffset="77865.74">11121 11800 428 0,'8'-6'1317'15,"-5"1"383"-15,0 1-238 0,-6 2-339 16,2-2-495-16,-1 3-252 0,0-2-157 0,-1 1-85 0,2-1-40 15,-1 3-24-15,2-1-20 0,0-1-16 16,0 2-14-16,2 0-9 0,1 2-6 0,3 1-3 16,3 0 1-16,4 3 0 0,3 3 0 15,2 1 0-15,4 2 0 0,1 2-1 0,4 1 0 16,-1 0-2-16,2 0 0 0,1 0 1 0,-1 0-1 16,0-2 1-16,-1-1-1 0,-2 2 2 15,-1-3-1-15,-2 3 0 0,-3-3 1 0,0 4 1 16,-5 0-1-16,-2 0 0 0,-3 3-1 15,-4 0 0-15,-5 4-1 0,-4 2 1 0,-2 4 0 16,-6 0-1-16,-3 3-1 0,-4 2 1 0,-3 3 1 16,0 0-1-16,-3 0-1 0,-2-1-1 15,0 1-8-15,2-5-22 0,1-4-65 0,3-4-79 16,3-5-176-16,3-5-280 0,1-4-327 16,3-3-386-16,1-1-268 0,-2-4 69 0,4 1 765 15</inkml:trace>
  <inkml:trace contextRef="#ctx0" brushRef="#br0" timeOffset="80842.49">638 8222 181 0,'3'-4'481'0,"-1"-3"313"16,1 2 251-16,-1-1-125 0,1 0-144 15,0 0-57-15,-3 1-78 0,0 5-116 0,0-7-112 16,-3 1-93-16,0 2-77 0,-2-1-83 16,0 2-56-16,-1 2-35 0,-2-1-21 0,0 4-17 15,-2 4-12-15,0 3-8 0,0 4 0 0,2 8-1 16,-1 5-1-16,3 5 2 0,1 5 2 15,5 3-6-15,1-1-7 0,4 2-5 16,3-2-1-16,1-4-3 0,4-3-3 16,1-5 5-16,2-3 1 0,1-7 2 0,3-4 1 15,0-4 0-15,2-11 2 0,0-4 1 0,1-6 0 16,0-6 0-16,-1-6 1 0,-4-6 1 16,1-1 2-16,-5-1 0 0,0-2 1 15,-3-2 1-15,-4 3 1 0,-1 0 2 0,-5 4 3 16,-1 0 1-16,-6 0 4 0,0 2 3 15,-2 3 1-15,-3 1 0 0,-2 3-1 0,0 3 0 16,1 5-4-16,1 0-4 0,-1 5-2 0,2 3-5 16,2 2-4-16,3 5-2 0,0 4-3 0,3 5 1 15,1 3 0-15,4 6 1 16,0 4 0-16,2 3 1 0,0 1 0 0,3 0 0 16,4 3 0-16,-2-3 0 0,4-1 0 0,-1-1 1 15,2-2-1-15,0-4 0 0,-1 2-1 16,2-5 0-16,1-1-1 0,-3-2 0 0,4-1 1 15,-4-1-1-15,3-1 1 0,-2-3-7 16,0 0-14-16,-3-1-26 0,-3-1-73 0,2 0-75 16,-5-3-144-16,1 1-190 0,-4-3-310 0,0 0-341 15,-3-1-218-15,0-2-77 0,-3-3 455 16,0 0 560-16</inkml:trace>
  <inkml:trace contextRef="#ctx0" brushRef="#br0" timeOffset="81071.88">1121 8280 351 0,'9'-2'769'15,"0"4"264"-15,0-1 90 0,0 5-235 16,-1 4-269-16,0 0-179 0,-2 7-99 0,3-1-49 16,-2 3-69-16,1 2-57 0,-2 2-48 0,3-1-49 15,-1 4-25-15,0-2-14 0,2 0-15 0,-1-1-9 16,1-2-7-16,1-2 1 0,3-1-3 15,-1-4-7-15,-1 2-35 0,-2-2-40 0,-5-3-101 16,-4 0-164-16,1-1-294 0,-7-3-298 0,0 4-248 16,-3-3-167-16,-2-2 267 0,0 0 538 0</inkml:trace>
  <inkml:trace contextRef="#ctx0" brushRef="#br0" timeOffset="81553.27">1707 7870 146 0,'6'-7'507'0,"-1"1"371"16,-2 0 281-16,-3-1-147 0,0 4-167 15,-1-2-109-15,-1 0-136 0,0 2-126 0,-1-1-113 16,-4 1-73-16,0 0-84 0,-1 0-73 0,-3 1-46 15,0 2-27-15,0 0-19 0,-3 3-12 0,1 2-9 16,0 4-6-16,-2 2-6 0,2 1-4 0,-1 5-2 16,1 1 0-16,1 5-1 0,4 4 0 0,0 3 0 15,1 3 2-15,1 1-1 0,5 3 0 0,-1-2 0 16,4 1-1-16,2-1 1 0,1-4-1 0,3-1 1 16,0-4-1-16,3-3-1 0,0-3 6 15,2-3 2-15,2-2-1 0,0-4 1 0,2-1 2 16,2-5 0-16,0-3-5 0,1-3-4 0,0-3-18 15,0-2-63-15,-1-1-73 0,0-2-157 0,-2-1-277 0,-2-1-323 16,-1 1-388-16,-3-3-280 0,-3 3 1 16,0-1 701-16</inkml:trace>
  <inkml:trace contextRef="#ctx0" brushRef="#br0" timeOffset="103461.36">10212 7900 67 0,'4'11'271'16,"0"0"129"-16,0 3 116 0,0 1-121 15,1 0-122-15,1 3-75 0,1-1-26 16,0 4-5-16,1 0 19 0,0-1 39 0,1 6 32 15,-1 0 13-15,2 2 11 0,1 3 2 0,0 1-8 16,0 3-36-16,1-1-23 0,0 1-20 0,0 2-19 16,-2 1-24-16,1-1-18 0,1 3-22 15,-1-1-20-15,1 3-15 0,0 1-18 0,1 0-16 16,1 2-11-16,-3 3-11 0,5 0-7 16,-3 1-4-16,1 1-4 0,3 0 6 0,-1-1 5 15,1-1 10-15,-1 2 11 0,2 1 3 0,0 1 7 16,0 4 5-16,1 1 0 0,1 3 0 15,0 1-3-15,0 4-4 0,2-1-6 0,1 1-11 16,0 0-3-16,2-1-2 0,0 0-7 0,1-1 0 16,-1 3-1-16,1-1-1 0,0 2 5 15,-2 2 20-15,0 2 29 0,-3 4 24 0,-1 2 16 16,0 4 8-16,-2 1-2 0,1 2-25 16,-3 2-26-16,1 2-21 0,-1-3-18 0,1-1-11 15,-1-3-7-15,1-4-2 0,-2-9-1 16,2-3-4-16,0-9-1 0,-1-7-2 0,0-7-6 0,-2-7-34 15,0-7-61-15,-1-5-57 0,-5-7-66 16,0-5-137-16,-2-6-217 0,-3-5-283 0,-6-5-224 16,0-6-203-16,-6-5-30 0,-4-7 436 0</inkml:trace>
  <inkml:trace contextRef="#ctx0" brushRef="#br0" timeOffset="104032.51">10084 8080 285 0,'3'-6'556'0,"-3"-2"237"0,1-3 143 15,-1 0-181-15,2-2-157 0,-1-2-104 16,-1 0-70-16,2-4-51 0,-2 3-50 16,3-1-54-16,-1 0-37 0,3 2-16 0,-2-2-8 15,0 3-20-15,2 2-24 0,1-1-34 0,0 1-35 16,1 1-33-16,1 1-23 0,1 0-16 0,1 0-10 15,1 2-5-15,1 1-3 0,1-1-1 16,-2 1-3-16,5 1 0 0,-3 1 0 0,1-1 0 16,-1 2 0-16,0 3 9 0,0 1 8 15,-3 3 4-15,2 1 4 0,-2 5 2 0,-2 4 1 16,0 2-6-16,-2 3-8 0,-1 5-3 16,-2 2-5-16,0 2-3 0,0 2-4 0,-1-1-21 15,1 2-61-15,0 0-62 0,0 0-103 0,0-3-172 16,1-1-309-16,0-4-320 0,1-1-258 15,-1-3-168-15,0-3 251 0,2-3 618 0</inkml:trace>
  <inkml:trace contextRef="#ctx0" brushRef="#br0" timeOffset="104930.15">10681 7830 249 0,'0'-3'583'0,"0"0"265"0,0 0 136 0,2 1-179 16,-2 1-235-16,0-1-135 0,0-1-86 16,0 1-57-16,0 1-52 0,0 1-59 15,0-2-54-15,0 2-41 0,0 0-29 0,0 0-20 16,2 2-1-16,2-1 20 0,1 4 36 15,4 3 32-15,1 2 18 0,1 3 10 0,5 0 7 0,-2 5-9 16,5 3-18-16,0 2-24 0,3 4-17 16,0-1-13-16,3 4-20 0,-2 0-18 0,2 2-15 15,0 0-11-15,-3-3-5 0,2 1-5 16,-5-2-1-16,2-1-1 0,-4 1-1 0,-1-6 4 16,-2 1 0-16,0-4 2 0,-1 0 1 0,-2-5-1 15,-3-1 0-15,0-1-1 0,0-3-1 16,-2-1 1-16,0-3 3 0,-2-1 4 0,0-2 3 15,0-4 3-15,-1-2 2 0,2-5-1 16,-1-1-3-16,-2-7-1 0,1-3-3 0,-2-5-3 16,-1-5-2-16,0-5 0 0,-1-5-1 0,-1-4-2 15,-1-5-2-15,0-2-2 0,0-3-2 16,0 2-1-16,-2-1-1 0,3 4-1 16,-1 5 1-16,0 4 3 0,0 9-1 0,1 6 0 0,-1 4-1 15,-3 7-4-15,4 3-12 0,-4 6-40 0,3 5-71 16,-4 2-83-16,1 5-166 0,-2 2-294 15,2-1-324-15,1 3-323 0,0 1-198 16,1-3 135-16,-4 1 666 0</inkml:trace>
  <inkml:trace contextRef="#ctx0" brushRef="#br0" timeOffset="106092.59">11565 7665 96 0,'-3'-5'565'0,"0"1"390"0,-2 1 167 15,0-1-47-15,2-1-401 0,0 0-250 0,-2 1-125 16,2-2-23-16,-3 1 19 0,5 0 10 15,-3-1-13-15,1 2-24 0,-2 1-32 0,2-1-56 16,-2 1-53-16,2 0-43 0,-3 1-29 0,3 0-17 16,-2 2-11-16,0 0-8 0,2 2-8 15,0 0-5-15,-2 1-2 0,1 1-3 16,0 2-1-16,1 1 0 0,0-1 0 0,1 4 0 0,1 2 0 16,-1 0 2-16,2 3-2 0,0 0 0 15,-1 3 1-15,-1 0-1 0,2 0 1 16,-2 1-1-16,-1 2 0 0,1-1 1 0,-1 1 1 15,-3 0 0-15,2 1-1 0,-1 0 2 0,0 1 0 0,-2 0-2 16,0 1-1-16,2-2 2 16,0 1-1-16,2-2-1 0,0 0-3 0,1-1 1 15,2 2 0-15,0-1-1 0,5-2-1 0,0-1 3 16,3 2 1-16,1-4-1 0,2 1 1 0,3-2 0 16,-1 0 1-16,0-2-1 0,4-2 0 15,-1-1 1-15,1-1 1 0,2 0-1 0,-3-3 0 16,3-2 0-16,0 2 0 0,0-3 0 0,1-1-1 15,-3 0-2-15,1 1-10 0,-2-2-35 16,0-1-61-16,-2 2-58 0,-1-2-67 0,-2 1-119 16,-3-1-166-16,0 0-233 0,-2 0-225 15,0-1-214-15,1 1-128 0,-2-3 256 0,1-2 484 16</inkml:trace>
  <inkml:trace contextRef="#ctx0" brushRef="#br0" timeOffset="106435.55">11848 8126 424 0,'-2'-8'822'16,"2"-2"269"-16,-1 1 34 0,-1-5-300 15,2-2-284-15,-2-2-161 0,2-1-69 0,2-2-12 16,-2 1-9-16,3-3-11 0,-3 4-20 0,2-2-30 16,1-1-44-16,-1 4-48 0,0 0-41 0,-1 2-35 15,2 0-18-15,-1 2-15 0,1 1-6 16,-1 2-6-16,1 2-4 0,1 0-2 0,-2 1-3 15,1 3-1-15,0-1-1 0,1 4-3 16,0 0 1-16,1 0-2 0,0 4 1 0,4 0 0 16,-1 4 1-16,2 3 1 0,-1 3 1 0,2 3 1 15,-3 1-1-15,2 3 1 0,-1 3-3 16,1 1 0-16,-1 0-2 0,0 3 0 16,1-2-1-16,-2 1 0 0,3-1-1 0,-3 2-2 15,0-4 0-15,0-1-8 0,1 0-19 16,-2-3-41-16,-3-1-62 0,1-3-56 0,-3-1-62 15,-1-4-100-15,-4-3-135 0,0-2-154 0,-2-1-221 16,0-3-219-16,-3-1-181 0,-2-2 110 16,0-2 423-16</inkml:trace>
  <inkml:trace contextRef="#ctx0" brushRef="#br0" timeOffset="106612.86">11873 7945 84 0,'-6'-4'625'16,"3"1"468"-16,0 0 146 0,1 3-117 0,1-2-416 15,-1 1-302-15,2 1-191 0,0 0-106 0,0 0-51 16,2 1-28-16,1-1-9 0,2-1-10 0,2-1-2 16,1 0-2-16,0-4-10 0,2 0-59 15,-1-4-134-15,-2 0-252 0,-1-3-275 0,2 2-265 16,-2-1-226-16,-1-1 55 0,-2-3 456 16</inkml:trace>
  <inkml:trace contextRef="#ctx0" brushRef="#br0" timeOffset="106814.55">11834 7599 37 0,'-13'0'575'0,"4"3"484"0,-2 1 190 0,1 1-99 15,1 1-349-15,0 1-336 0,4 1-156 0,0 1-74 0,2-1-40 16,1 0-32-16,2 1-24 0,2-1-29 0,1-1-42 16,2 0-34-16,1-1-18 0,3 1-6 15,-1-3-1-15,2-1-4 0,1-1 0 0,0-2-2 16,-1 0-9-16,0-2-40 0,0-1-42 0,-2 1-41 15,-2-2-80-15,0-1-134 0,-4-1-168 16,1 2-260-16,-3 0-238 0,0 1-200 0,2-2 45 16,-2 1 379-16</inkml:trace>
  <inkml:trace contextRef="#ctx0" brushRef="#br0" timeOffset="107249.22">11988 7429 265 0,'4'-4'781'0,"-2"-2"340"0,2 0 34 0,-1 1-217 16,1 1-345-16,-1-1-241 0,2 0-139 16,0 3-68-16,1-2-34 0,1 2-33 0,0 0-31 15,1 2-20-15,0-2-13 0,1 4-7 0,-1 0-7 16,0 0 21-16,-1 2 49 0,0 1 43 15,-2 5 34-15,-2 0 21 0,-3 1 18 0,0 2-2 16,-1 0-30-16,-3 5-32 0,1-4-29 0,-3 1-21 16,1 0-21-16,1-2-22 0,0 0-13 15,1-2-8-15,2-4-4 0,-1 0-2 0,4 0-2 16,1-3-1-16,0 0 1 0,2-1 0 16,1-2-1-16,3 1-1 0,-1-4 2 0,2 1-1 15,2-1-3-15,-2 1-2 0,1 0-8 16,0-2-11-16,0 0-7 0,-3 3-3 0,1-1 1 15,-2 1 1-15,-2 1 11 0,-2 0 14 0,-1 4 7 16,-2-1 3-16,-2 3 3 0,-1 3 1 16,-4-1 0-16,-1 4 1 0,-1 1-2 0,-1-1 2 15,-1 2-2-15,2 0-1 0,-1-2-2 0,2 3-3 16,2-4-25-16,0-3-69 0,1-2-70 16,4-2-143-16,-1-2-245 0,2-3-314 0,3-6-320 15,1-1-209-15,0-2 7 0,2-5 538 0</inkml:trace>
  <inkml:trace contextRef="#ctx0" brushRef="#br0" timeOffset="107692.07">12248 7281 236 0,'0'-2'822'0,"0"1"377"16,0 1 15-16,0 0-190 0,0 0-437 0,0 1-285 0,2 1-143 15,1-1-71-15,0 0-37 0,2 1-19 16,0-2-11-16,1 0-12 0,3-2-7 15,-1 1-2-15,1 0 0 0,0-2-3 0,0-1 0 16,1-1 5-16,-1-1 1 0,2 1-1 0,-3 0 4 16,2-1 0-16,-1 1-1 0,-2 1-4 15,-1 0 0-15,0 3 1 0,0-1-2 0,1 2 1 16,-2 0-1-16,-1 5 0 0,1 1 10 0,0 1 22 16,3 5 19-16,-4 2 9 0,3 2 7 15,-2 4 6-15,1 4-12 0,3 2-18 0,-2 5-21 16,1 2-11-16,0 3-8 0,2 3-6 15,0 3 8-15,0 1 1 0,2 4 2 0,-1 1-1 16,3 0 1-16,-2 2-1 0,0-1-7 0,2-2-6 16,-2-2 1-16,1-3 4 0,-3-2-1 15,-2-6 2-15,1-2 10 0,-4-4 75 0,0-2 66 16,-3-3 38-16,-4-1 19 0,0-3 1 0,-4 1-10 16,-3-3-49-16,-1-2-47 0,-3-1-30 15,-4 0-21-15,3-1-13 0,-5 1-14 16,0-2-9-16,0 0-9 0,-2 0-5 0,-1-2-9 15,3 1-15-15,-4-1-35 0,1 0-79 0,-2 0-93 16,1-2-168-16,0-2-288 0,-1 0-337 0,1-1-364 16,0-1-172-16,-2 1 172 0,-2 0 668 15</inkml:trace>
  <inkml:trace contextRef="#ctx0" brushRef="#br0" timeOffset="109131.88">697 9210 8 0,'0'0'439'0,"3"-5"405"0,-2 1 287 16,-1 4 26-16,0 0-329 0,-1-7-238 0,-2 1-122 15,-3 2-60-15,4 1-63 0,-1-2-54 16,-2 3-47-16,2-1-49 0,0-2-61 16,3 5-52-16,0 0-28 0,0 0-21 0,0 0-9 15,0 0-8-15,0 0-10 0,0 0-3 16,-7 2-3-16,2 1 0 0,-1 2-1 0,3 3 0 15,0 4-6-15,3 4-2 0,-2 3-3 0,2 3 0 16,2 5 0-16,-2 3 0 0,3 3 8 16,-1 2 4-16,1 2 1 0,1 4 0 0,1-3 0 15,3 1-2-15,-1 2-1 0,-1-7 1 16,5 1 0-16,-3-3-1 0,3-2-1 16,1-5 0-16,1-1 2 0,0-3-1 0,-1-2 0 15,0-1 1-15,2-4 3 0,-3-2 0 0,3-1-2 16,-3-3 3-16,2 0-4 0,-1 1 1 15,1-7-2-15,0 4-1 0,-1-4 2 16,0 1-1-16,2-3 3 0,-3-3 0 0,3 1 0 16,-3-1 2-16,2-2-1 0,-1-2 0 15,0-4 0-15,0 2 0 0,-1-3-2 0,-1-3-18 16,2 0-62-16,-4-2-60 0,2 0-119 16,-1-3-170-16,-3-1-308 0,1 0-321 0,-4 2-242 15,0-1-150-15,-1 1 322 0,-2 4 575 16</inkml:trace>
  <inkml:trace contextRef="#ctx0" brushRef="#br0" timeOffset="109602.84">1176 9559 12 0,'6'4'492'0,"2"1"475"16,-2-2 250-16,-1 0-45 0,-5-3-349 0,0 0-272 15,0 0-176-15,3-5-104 0,-1-2-53 16,1-6-40-16,0-4-3 0,3-5-13 16,-1-6-27-16,-2-3-16 0,2-3-10 0,-2-2-6 15,1-2-27-15,-3 2-17 0,2 3-17 0,-1 3-11 16,0 6-2-16,0 3-6 0,0 4-4 16,-2 4-6-16,2 2-2 0,1 6-5 15,0 2-6-15,5 4-2 0,3 5 1 0,3 5 3 16,2 3 1-16,1 5-3 0,-2 2 0 0,4 3-2 15,-2 1-2-15,-1 3-3 0,-1-2-1 0,0 0 4 16,1 4 1-16,-2-4 1 0,0 0-1 0,-3-1-8 16,-1-2-33-16,1 0-62 0,-5-5-62 0,-3-2-114 15,-3-3-166-15,-3-2-230 0,-2-2-296 0,-2-4-230 16,2 1-171-16,-5-5 208 0,-1-1 496 16</inkml:trace>
  <inkml:trace contextRef="#ctx0" brushRef="#br0" timeOffset="109762.96">1223 9383 399 0,'0'-7'797'0,"2"1"252"0,-2 6 5 0,0 0-331 15,0 0-282-15,0 0-217 0,0-6-119 0,3 2-57 16,0 1-30-16,2-3-10 0,1 4-7 0,4-5-24 16,-2 1-78-16,1-4-115 0,-1 2-189 0,3-2-275 15,2 1-224-15,-4-2-101 0,-4-1 153 16,-2 1 331-16</inkml:trace>
  <inkml:trace contextRef="#ctx0" brushRef="#br0" timeOffset="109984.04">1236 9078 305 0,'0'0'897'0,"0"0"348"0,0 0-10 0,-5 1-229 16,2 1-426-16,-2 0-271 0,2 3-143 15,1 1-70-15,2-1-41 0,0 2-25 0,2-1-14 16,1 1-8-16,0 0-5 0,2-1-3 15,0 0-3-15,0-1-4 0,4-3 3 0,-4 0-2 16,1-2 4-16,2 0-5 0,-3-2 0 0,1 0 1 16,0-3-5-16,1-1-14 0,3 0-23 0,-3-2-52 15,-2 1-84-15,-5-1-112 0,-3 1-131 0,-6 1-225 16,-1-1-259-16,0 2-146 0,-2 2 53 16,4 2 271-16,0-3 333 0</inkml:trace>
  <inkml:trace contextRef="#ctx0" brushRef="#br0" timeOffset="110384.18">1266 9003 35 0,'14'-6'519'0,"0"0"431"0,-1 0 210 0,-2 1-37 16,-3 1-353-16,-3 2-288 0,-3-3-183 0,-2 3-89 16,0-3-46-16,0 2-44 0,1 0-34 0,1 0-16 15,1 0-25-15,3-1-18 0,0 1-7 0,1-2-6 16,4 0 34-16,1 3 39 0,4-3 15 0,3 1-5 15,0 1-5-15,-1 2-1 0,2 1-30 0,-2 0-37 16,5 4-13-16,1 0 2 0,-1 3-3 16,3 1 2-16,-2 1-2 0,1 2-3 0,0 2 5 15,0-2 4-15,-1 1 2 0,-1-1-1 0,-3 2 0 16,0-3 1-16,-2 0-8 0,-2-2 21 0,-5 1 16 16,0-1 13-16,-2 0 7 0,-1-1 12 0,-3 0 13 15,-2-1-12-15,-1 0-10 0,-2 1-7 0,0-1-8 16,-2 5-9-16,-3-5-12 0,1 3-17 15,-3 1-11-15,0-1-6 0,-3 4-5 0,2-3-3 0,-4 2-3 16,0 0 5-16,1 2 2 0,-1-2 2 16,2-2 0-16,0 0-1 0,1 1-1 0,3-2 1 0,-2 0-2 15,3 2-1-15,2-1-11 0,1 1-25 16,-1-2-60-16,-1 1-63 0,-1-1-125 0,2 0-187 16,1-3-302-16,2 1-321 0,3-1-251 0,-1 0-152 15,3-4 369-15,2 1 604 0</inkml:trace>
  <inkml:trace contextRef="#ctx0" brushRef="#br0" timeOffset="114120.38">3448 8916 343 0,'-2'-3'890'0,"-1"0"322"0,1 1-23 15,1 2-252-15,-1 0-393 0,-1 2-217 16,3 2-95-16,0 1-45 0,0 4-16 0,3 0-9 16,-1 3-8-16,-1 2-32 0,4 3-38 0,0-2-28 15,0 2-17-15,3-3-18 0,-1 2-14 0,3-3-3 16,-2-2 16-16,3-2 7 0,0-3 23 16,-1-2 15-16,0-1 10 0,0-4 10 0,-2-3-8 15,3 0 0-15,-5-1-11 0,-1-3-4 0,0-1-1 16,-2 1-1-16,-1-4-1 0,-2 3-1 0,-2 0-6 15,-1 0-7-15,0 2-9 0,-2 1-9 16,0 2-10-16,0-1-7 0,-2 2-5 0,0 3-5 16,3 2-4-16,0 2-2 0,1 5-2 0,0 3-8 15,3 2-14-15,0 3-56 0,3 3-71 0,2-2-110 16,1 4-195-16,4-1-298 0,2 2-353 0,3-1-289 16,2 1-147-16,1-1 324 0,5-1 669 15</inkml:trace>
  <inkml:trace contextRef="#ctx0" brushRef="#br0" timeOffset="115126">6430 10182 370 0,'0'1'970'16,"-2"-2"339"-16,0 1 20 0,-1-2-183 15,-3-2-411-15,2-1-239 0,-3-1-126 0,-1-3-80 16,-1 0-75-16,1-1-70 0,-2-1-46 16,-2 1-29-16,2-2-15 0,2 1-9 0,-1 2-5 15,-2 1-5-15,3 1-7 0,1 1-7 16,1 3-6-16,2 0-8 0,0 2-5 0,3-1-3 15,-1 4-3-15,2 2-1 0,2 4 1 0,-1 0 0 16,3 4 0-16,0 1 1 0,2 2 2 16,-1-2-2-16,2 2 0 0,-1-2 0 0,3 4-2 15,-1-7-7-15,0 5-21 0,0-4-58 16,3 0-76-16,-3-1-138 0,0 1-271 0,3-2-317 16,2 2-376-16,1-1-297 0,-1-3-39 0,1 1 617 15</inkml:trace>
  <inkml:trace contextRef="#ctx0" brushRef="#br0" timeOffset="115785.84">9089 10993 288 0,'-9'6'938'0,"-2"4"360"0,3 1-38 16,0 1-199-16,3 3-412 0,2 0-209 0,1 4-110 16,4 0-63-16,-1-1-36 0,1 1-30 15,1 0-63-15,0-2-62 0,2-1-37 0,0-4-17 16,0-1-6-16,2-2 1 0,-2-4 8 0,0 1 10 15,0-5 12-15,-2-2 7 0,0-5 1 16,2-2 1-16,-4-3-5 0,-2-2-5 0,-2 0-4 16,0 0-2-16,-4-2-3 0,-1 4-6 15,0-1-6-15,-4 3-6 0,-1 2-7 0,-1 3-7 16,0 3-5-16,-2 2-3 0,3 5-2 0,-2 3-7 16,3 2-13-16,3 0-36 0,2 1-80 0,1 1-125 15,0-1-242-15,4-2-303 0,2-3-377 16,2 1-393-16,3-5-101 0,-2-3 526 0,5 0 755 15</inkml:trace>
  <inkml:trace contextRef="#ctx0" brushRef="#br0" timeOffset="116121.82">8933 10534 134 0,'6'-8'712'0,"-1"3"430"0,-1 3 88 16,0 2-139-16,0 3-403 0,1 5-220 0,2 4-89 15,1 5-51-15,2 5-33 0,0 3-19 0,1 6-34 16,3 3-61-16,-2 7-58 0,1 2-34 15,0 5-21-15,3 5-20 0,-2 0-12 0,0 6-15 16,1-1-10-16,0 3-6 0,-2 1-4 16,2 1-1-16,0-3-1 0,-2-1 1 0,3-3 0 15,-2-4 0-15,0-6-12 0,-3-5-44 16,2-5-76-16,-5-6-85 0,-2-8-151 0,-3-5-266 16,-3-5-331-16,0-7-307 0,-5-3-190 0,-3-6 70 15,-4-7 578-15</inkml:trace>
  <inkml:trace contextRef="#ctx0" brushRef="#br0" timeOffset="116364.3">8661 10641 156 0,'-3'-17'814'0,"1"5"545"15,-1 1 73-15,1 3-224 0,2 0-434 0,-1 4-349 16,1-1-170-16,1 3-115 0,2-2-68 15,4 3-37-15,5 0-24 0,6-1-8 0,4 2-4 16,5-4-2-16,4 4 1 0,4-4 6 0,3 2-1 16,2-5 3-16,4 2 2 0,2 1 0 15,0 0-5-15,-2 0-33 0,-2 4-50 0,-2 2-87 16,-7 2-187-16,-1 7-293 0,-8-1-302 16,-7 6-290-16,-3 3-176 0,-9 4 228 15,-5 4 623-15</inkml:trace>
  <inkml:trace contextRef="#ctx0" brushRef="#br0" timeOffset="116582.49">8909 11749 114 0,'17'15'604'16,"-1"-3"431"-16,2-4 188 0,-2-5-53 15,4-3-340-15,0-2-189 0,4-2-148 0,0-4-112 16,1 1-80-16,2-3-68 0,0-1-86 15,1-3-66-15,2 2-38 0,-3-1-19 0,3 0-12 16,-4 1-20-16,-1-1-75 0,-3 3-87 0,0-1-179 16,-6 3-283-16,0 0-326 0,-5 0-385 15,-3 3-212-15,0-1 143 0,-5 0 721 0</inkml:trace>
  <inkml:trace contextRef="#ctx0" brushRef="#br0" timeOffset="117359.92">6096 9786 295 0,'5'1'584'0,"0"2"208"16,1 1 153-16,3 3-147 0,3 4-220 15,0 3-120-15,2 3-32 0,4 2 29 0,-1 3-58 16,2 6-90-16,-1-2-66 0,-1 6-44 0,3-1-49 15,-4 2-64-15,3 2-36 0,-3 0-18 16,1-1-12-16,-2 2-7 0,2 0-6 0,-4-2-4 16,1 3-2-16,-3-3 1 0,0 0-9 0,0-2-61 15,-3-1-71-15,-3-2-152 0,-2-3-270 16,-1-2-300-16,-2-3-337 0,-2-3-209 0,-3-5 74 16,-1 0 584-16</inkml:trace>
  <inkml:trace contextRef="#ctx0" brushRef="#br0" timeOffset="117568.18">6145 10912 20 0,'14'12'393'0,"1"-3"321"0,1-1 220 16,1 0 142-16,-1-4-286 0,2 0-251 0,0-2-120 15,3-1-96-15,-1-2-58 0,-1-2-93 16,3-2-61-16,0-3-45 0,-1-4-31 0,3-2-12 15,-1-3-9-15,1 1-14 0,-2-4-32 16,-1 0-123-16,-1 1-244 0,-4 0-277 0,0 0-272 16,-5 0-263-16,-1 0-84 0,-3 1 424 15</inkml:trace>
  <inkml:trace contextRef="#ctx0" brushRef="#br0" timeOffset="117861.56">5777 9889 147 0,'4'-9'571'0,"3"3"292"0,1-1 113 16,4 1 51-16,4 1-405 0,3 0-208 0,6 0-90 15,1 0-47-15,2-1-33 0,4 2-85 0,3-2-68 16,-1-1-37-16,3 1-27 0,-1-5-15 15,1 3-11-15,-1-3-1 0,2 0 2 0,-2-2-2 16,-1-1 2-16,-2-1-6 0,-1-1-47 16,-2 0-142-16,-3 1-276 0,-5 1-269 0,-3-3-270 15,-3 4-240-15,-5 0 35 0,-5 1 500 16</inkml:trace>
  <inkml:trace contextRef="#ctx0" brushRef="#br0" timeOffset="118821.72">3258 8591 430 0,'2'1'895'0,"-1"-1"291"0,-1 0-8 15,0-1-331-15,0 1-306 0,0-3-196 0,0 3-128 16,2 0-80-16,-2 0-45 0,3 3-28 0,0-2-21 16,1 3 2-16,2 5-9 0,6 4 8 0,-2 2-2 15,4 7 0-15,2 5 3 0,1 3 42 16,-1 7 20-16,1 2 13 0,-1 8 2 0,0 2-3 16,-1 4-7-16,0 4-45 0,-4 0-25 0,3 5-15 15,-4 0-11-15,-2-2-4 0,0 0-5 16,-1-4-32-16,0-2-52 0,-2-3-53 0,-2-6-58 15,0-3-131-15,-1-6-199 0,-2-7-280 0,1-3-237 16,-1-6-225-16,-1-6-77 0,1-7 402 0,-3-6 511 16</inkml:trace>
  <inkml:trace contextRef="#ctx0" brushRef="#br0" timeOffset="119105.06">3070 8516 32 0,'5'-7'457'16,"-1"1"341"-16,1 3 192 0,0-1-8 0,3 1-266 15,0 0-228-15,1-2-153 0,1 2-73 0,4-1-39 16,0 1-26-16,5 0-77 0,0 0-55 0,2 0-29 15,2 1-18-15,4 1-9 0,0-2-3 16,5 1 0-16,-1 1-6 0,1-1 0 0,1-2-1 16,0 2 1-16,1-3-3 0,-1 3-2 0,-1-3 0 15,-2 0-23-15,-4 1-54 0,-2 2-127 16,-8 1-191-16,-2 1-285 0,-6 3-270 0,-5 6-210 16,-3 1 25-16,-6 3 386 0</inkml:trace>
  <inkml:trace contextRef="#ctx0" brushRef="#br0" timeOffset="119356.42">3238 9713 91 0,'18'40'485'0,"2"-9"286"0,0-3 123 0,0 0 124 15,1-6-343-15,3-2-195 0,-2-2-105 16,3-5-65-16,-4-1-22 0,4-5-104 0,1-3-73 15,0-4-46-15,1-4-19 0,0-2-10 0,-1-2-7 16,2-4-1-16,-1-1-10 0,1-1-13 0,-1-2-28 16,-3 0-93-16,-1 1-188 0,-2 1-293 15,0 0-273-15,-4 3-266 0,2 2-159 0,-3 1 258 16,-2 6 551-16</inkml:trace>
  <inkml:trace contextRef="#ctx0" brushRef="#br0" timeOffset="121125.88">3987 10966 244 0,'-3'5'852'0,"-2"0"381"0,-1 1 4 15,1 2-168-15,0 1-462 0,5 0-193 0,0 1-69 16,3 1-45-16,1 1-29 0,2 2-26 16,0-1-40-16,4 1-69 0,-1-1-61 0,-1-1-27 15,5 0-13-15,-4-1-10 0,3-4 2 16,-2-1 7-16,2-2 3 0,-3-2-2 0,2-2 1 16,-1-2-2-16,-2-1 0 0,-2-2-1 0,1-3-1 15,-2-1 1-15,-3-1-1 0,-2-1 1 16,0 1-1-16,-3 0-4 0,-2 0-4 0,-1 1-5 15,-4 2-5-15,2-1 0 0,-4 2-3 0,2 4-2 16,-1 0-2-16,2 0 0 0,1 4-2 16,0 0-6-16,3 0-8 0,2 3-10 0,1-1-19 15,4 2-44-15,-1-1-77 0,4-1-102 16,0 0-177-16,2 0-292 0,2-4-346 0,2 0-330 16,0-4-170-16,5 0 238 0,-2-4 678 0</inkml:trace>
  <inkml:trace contextRef="#ctx0" brushRef="#br0" timeOffset="121876.36">5301 10394 112 0,'0'5'870'0,"3"0"699"15,-3 0 10-15,2 4-293 0,1-1-421 0,-1 1-353 16,2 0-198-16,-1-2-122 0,0 3-53 0,1-3-34 16,0 1-24-16,1-2-19 0,0-1-15 0,1-1-10 15,2-1-8-15,0-2-4 0,0-1-6 16,1-1-2-16,1-2-4 0,0-4-2 15,2-1-4-15,-4-1-3 0,2-2 0 0,-1-1-3 16,-3 2 0-16,-1-2 0 0,-2 2 1 0,0-1-1 16,-1 3 0-16,-2 1 0 0,-2 1-2 15,-1 2-3-15,2 3-9 0,-3 1-17 0,1 3-34 16,0 3-79-16,0 2-119 0,-3 1-232 0,4 2-299 16,2 1-366-16,0-2-399 0,3-3-132 15,3-2 468-15,1 0 777 0</inkml:trace>
  <inkml:trace contextRef="#ctx0" brushRef="#br0" timeOffset="122789.2">8016 9550 75 0,'-5'5'667'0,"0"1"509"16,-3 0 157-16,3 1-123 0,-2-1-324 0,2 1-317 16,0 1-153-16,0 0-94 0,2-1-64 15,1 4-49-15,1-4-56 0,-1 2-57 0,2-2-37 16,0 0-22-16,0 2-10 0,2-3-5 15,-1-2-5-15,1 0-2 0,1-2 1 0,-1 1-1 16,1-1-2-16,2-2 1 0,-2-2-2 16,0 1 0-16,3-2-1 0,-2-2-2 0,0 1-1 15,-2-2-1-15,1-3-1 0,-1 4-1 0,-2-1-1 16,0 2 0-16,-2-1-1 0,1 0-1 16,-3 3-2-16,1 0-3 0,0 2-8 0,-1 0-15 15,0 2-39-15,1 2-72 0,0 0-72 16,3 2-135-16,-2 5-214 0,2-5-313 0,2 3-308 15,1-1-211-15,2-1-66 0,1-1 454 0,2-3 583 16</inkml:trace>
  <inkml:trace contextRef="#ctx0" brushRef="#br0" timeOffset="123134.71">8590 8951 407 0,'-2'2'1289'0,"-3"2"406"0,0 1-210 15,-2 0-328-15,0 2-496 0,1-2-252 16,-2 1-168-16,0 0-88 0,0 2-48 0,0-1-33 15,0 2-23-15,-1 0-19 0,1-1-13 0,0 2-8 16,3-1-5-16,-1 2-3 0,2-3-3 16,2 0-1-16,4-1-1 0,2 2-1 15,2-2 1-15,2-2-6 0,2 1-11 0,4-2-29 0,-1-2-69 16,2-1-71-16,0-1-122 0,0 0-201 16,1 0-311-16,0-1-331 0,-2 1-230 0,-1 1-118 15,1-1 373-15,-2 5 628 0</inkml:trace>
  <inkml:trace contextRef="#ctx0" brushRef="#br0" timeOffset="123635.37">8506 8554 100 0,'-2'-3'541'0,"1"2"359"0,-1 1 152 15,2 3-24-15,0 0-323 0,3 4-206 16,2 4-81-16,0 6 0 0,4 4-3 0,-1 5-53 15,2 5-60-15,-1 4-53 0,-1 5-64 16,2 3-65-16,-4 2-45 0,3 1-29 0,-2 4-15 16,-1-2-10-16,0 0-7 0,2-2-8 0,-2 0-3 15,1-4 0-15,-1-1-1 0,1-5-8 0,0 0-35 16,-2-4-70-16,0-4-68 0,-2-4-129 16,-3-4-190-16,0-4-320 0,-3-2-312 0,1-2-218 15,-3-5-107-15,-1-1 394 0,-3-1 569 16</inkml:trace>
  <inkml:trace contextRef="#ctx0" brushRef="#br0" timeOffset="124120.94">8017 9156 65 0,'-8'-32'571'0,"0"2"466"0,-2 4 205 0,0 2-32 16,2 5-283-16,0 4-249 0,0 2-165 0,0 3-119 16,4 2-79-16,-3 3-77 0,2 5-90 15,-1 2-67-15,2 9-39 0,0 6-22 0,1 7-11 16,1 10-2-16,1 4-1 0,1 7-1 0,0 9 1 15,0 2 0-15,-2 5-1 0,2 4-4 16,0-2-2-16,0 1-4 0,0-3-5 0,0 0-28 16,0-6-65-16,-1-3-71 0,-1-5-141 15,2 0-247-15,-3-4-322 0,-2-4-332 0,-1-1-247 16,-5-1-38-16,0-1 560 0</inkml:trace>
  <inkml:trace contextRef="#ctx0" brushRef="#br0" timeOffset="124970.73">5625 10159 11 0,'-8'-9'283'0,"-1"0"193"16,-1 2 164-16,-1 1 25 0,3-2-204 0,-3 4-151 15,3 0-57-15,-1-1-20 0,1 2 23 16,1 0 41-16,1 1 27 0,-2 2 1 0,2 0-15 15,1-3-37-15,2 1-51 0,0 2-60 16,1-1-50-16,-1 0-36 0,3 1-29 0,-2 0-17 16,2 0-13-16,0 1-7 0,0 0-6 15,2 4-3-15,1 1-1 0,2 3 1 0,1 3-3 16,1 0 2-16,2 6 12 0,1 0 18 0,1 5 7 16,3 1 5-16,0 4 6 0,2 1 1 15,-2 2-11-15,2 3-18 0,0-1-11 0,1 3-6 16,-2 2-6-16,0 1-2 0,-2-2-1 15,-2 3 0-15,2-3 6 0,-4 1-15 0,2-4-14 16,-3-1-40-16,-2-3-100 0,-1-4-152 0,0-3-226 16,-3-6-275-16,-1-2-261 0,-1-3-151 15,-1-4 204-15,-4-5 448 0</inkml:trace>
  <inkml:trace contextRef="#ctx0" brushRef="#br0" timeOffset="125165.18">5565 10729 29 0,'-5'-1'422'0,"-1"1"307"0,1 1 191 16,2 1 14-16,0 2-349 0,1 2-274 16,2 2-153-16,2 0-77 0,1 2-38 0,2-1-17 15,4 2-13-15,-1-1-3 0,3 0-2 0,3-1 1 16,2 0-2-16,0-2-1 0,3 0-21 16,2-3-11-16,1-3-6 0,0-1 14 0,2-2 15 15,-1-4 5-15,1-4 23 0,-2 0-8 16,0-3-58-16,-1-3-114 0,-5-2-203 0,-1 0-268 0,-5-1-196 15,-4-1-71-15,-2 1 141 0,-4-2 285 16</inkml:trace>
  <inkml:trace contextRef="#ctx0" brushRef="#br0" timeOffset="125375.35">5389 10182 256 0,'-1'-8'845'0,"-1"3"348"15,-1 1 2-15,6 1-166 0,0 0-488 0,4 3-277 0,5 0-133 16,0 0-63-16,5 2-31 0,0-1-17 16,2-1-9-16,2 1-4 0,3 1-4 0,-1 0-1 15,2-2-2-15,1 0 0 0,-1 1-10 16,-3 0-42-16,0 4-104 0,-2-3-136 16,-3 4-236-16,0 3-281 0,-4 1-244 0,-2 2-99 15,-3 1 232-15,-4 4 404 0</inkml:trace>
  <inkml:trace contextRef="#ctx0" brushRef="#br0" timeOffset="126220.64">3949 10807 158 0,'9'-3'457'0,"-5"0"217"15,0 1 124-15,-2 0-155 0,1 0-248 16,-1 2-116-16,1 0-84 0,-1 2-4 0,1 2 30 16,0 2 9-16,0 5-22 0,3 3-34 15,-1 5-20-15,0 2-38 0,1 3-51 0,1-1-27 16,0 3-18-16,1 3-9 0,0-2-4 0,-1 3-2 15,2-2 0-15,-1 4-1 0,-2-4-2 16,2 2 5-16,0 0-4 0,0-2 14 0,0-1-13 16,-3-2-79-16,2-4-116 0,-2-4-158 15,0 0-286-15,-2-3-263 0,-1-3-170 0,-2-4 103 16,-2-2 334-16</inkml:trace>
  <inkml:trace contextRef="#ctx0" brushRef="#br0" timeOffset="126482.47">4003 11626 11 0,'20'15'326'16,"0"-1"215"-16,-2-4 162 0,0-1 67 0,2-2-331 16,2-4-220-16,2 0-103 0,-2-1-54 15,4-2-24-15,-3-2-13 0,4-2-8 0,-2-3 3 16,1-2-6-16,2-3 3 0,1-2 1 15,-1-1-1-15,-1-2 2 0,0 1 23 0,0-1 13 16,-4 0 5-16,0 1-1 0,-3-1-38 16,-4 2-85-16,-2 0-184 0,-4 0-278 0,-4 2-180 15,-6-2-81-15,-3 2 96 0,-8 1 242 0</inkml:trace>
  <inkml:trace contextRef="#ctx0" brushRef="#br0" timeOffset="126722.43">3838 10954 70 0,'18'-20'447'0,"-4"4"280"16,-1-1 161-16,-2 5 9 0,1-3-418 0,-2 3-216 15,2 1-130-15,-2 0-63 0,1 2-34 0,3 0-16 16,-3 1-11-16,5-2-3 0,0 0 2 0,1-1-2 15,4-1 3-15,1-3-2 0,3 0 5 0,2-2 0 16,3-6 0-16,0 2 2 0,5-6-2 16,0-2-19-16,5-1-92 0,0-2-151 0,2 0-287 15,-1-1-206-15,1-1-126 0,-2 0 36 16,-2 4 265-16</inkml:trace>
  <inkml:trace contextRef="#ctx0" brushRef="#br0" timeOffset="127708.8">7726 8943 49 0,'-3'-5'505'0,"3"2"422"0,-3 0 250 0,1 2-30 16,-2-2-372-16,2 3-280 0,1-2-145 15,-1 2-93-15,2 0-75 0,2 0-43 0,-1 0-34 16,1 0-26-16,2 0-30 0,3 2-24 16,-1-2-4-16,5 0-10 0,0 0-1 0,4-3-5 15,2 0 2-15,0-1-1 0,4-1-5 0,-1-1-1 16,1-2 4-16,-1 0-1 0,2-2-2 0,-4 0 0 15,3 2 0-15,-3-1 2 0,-3 4-11 16,-2 0-20-16,-1 2-31 0,-4 3-24 0,-2 3-62 16,-4 3-126-16,-2 1-172 0,-3 4-276 15,-4 2-242-15,-1 5-231 0,-2 1-14 0,-5 3 375 16,1 0 446-16</inkml:trace>
  <inkml:trace contextRef="#ctx0" brushRef="#br0" timeOffset="127983.62">7606 10053 13 0,'8'21'350'16,"1"-1"243"-16,-1-2 174 0,0-5 101 0,2-1-259 16,1-2-151-16,2-4-48 0,-1 0-22 15,2-4-22-15,1-2-51 0,2-4-65 0,2 0-77 16,-3-3-69-16,4-2-44 0,2-2-29 15,-2-3-18-15,2-2-12 0,0-2-6 0,-1-1-4 16,2-3-6-16,-1 0 7 0,-1 0 2 0,1-1-3 16,2 2-10-16,-1-3-18 0,-2 2-84 0,4-1-125 15,-3 2-177-15,3 0-291 0,-2 2-256 16,2 1-185-16,-1-1 97 0,-1 0 370 0</inkml:trace>
  <inkml:trace contextRef="#ctx0" brushRef="#br0" timeOffset="128470.86">8270 8522 311 0,'3'2'751'15,"-3"0"305"-15,0 2 38 0,2-1-265 16,-1 1-330-16,-1-3-183 0,2 2-104 16,1-1-51-16,0-1-23 0,2 0-16 0,3 3-8 15,3-3-33-15,0 2-30 0,3-2-22 0,2 1-13 16,3-2-7-16,0 0-5 0,3 0 1 15,-1-2 0-15,-2 1 0 0,3-2-5 0,0 2-3 16,-3-3-3-16,0 3-11 0,-3 1-51 0,-2 1-127 16,-4 3-199-16,-1 1-282 0,-4 4-267 15,-2 2-240-15,-5 2-15 0,-1 5 400 0</inkml:trace>
  <inkml:trace contextRef="#ctx0" brushRef="#br0" timeOffset="128676.62">8379 9565 91 0,'18'24'635'15,"-4"-5"421"-15,0-2 123 0,-3-4-107 16,1-2-385-16,0-3-333 0,-1-1-159 0,0-2-75 16,0-4-40-16,0 1-21 0,2-4-11 0,0-2-16 15,-1-2-16-15,4-5-10 0,0 2-8 0,1-3-33 16,-1-1-94-16,1-1-158 0,-1 0-297 15,-2 1-261-15,2-4-247 0,-3 4-112 0,-2-2 263 16,0 2 469-16</inkml:trace>
  <inkml:trace contextRef="#ctx0" brushRef="#br0" timeOffset="129975.1">5383 10489 286 0,'0'6'769'0,"-3"0"318"15,1-3 33-15,-1 2-197 0,0-4-439 16,3 2-205-16,-1 0-119 0,-1-1-59 0,2-1-30 15,0-1-15-15,0 2-8 0,0-2-14 16,0 0-13-16,0 0-14 0,0 0-6 0,2-2-3 16,-1 2-13-16,-1-3-72 0,3 2-149 0,0-1-259 15,-1 1-264-15,1-2-248 0,0 0-164 16,-3 0 164-16,2-1 453 0</inkml:trace>
  <inkml:trace contextRef="#ctx0" brushRef="#br0" timeOffset="145737.88">9546 13273 265 0,'-1'-1'572'0,"-3"-1"309"0,1 2 167 16,0 0-200-16,1 0-245 0,-2 0-137 0,1 0-92 16,-2 2-96-16,3-1-78 0,-1 3-61 0,0 0-48 15,3 4-31-15,0 1-1 0,0 7 7 16,3 0 4-16,2 6-1 0,3 3-4 0,1 3-2 16,2 4-21-16,1 2-19 0,2 3-16 15,-2 0-7-15,2-1 5 0,-1-1-2 0,3-1 1 16,-5-4-3-16,2-5 5 0,-1-3-1 0,0-2-10 15,-2-5-3-15,-2-3 2 0,0-3 1 16,0-3 31-16,1-6 31 0,-2-3 27 0,1-5 27 16,-2-5 11-16,2-3 6 0,0-6-24 0,-2-3-19 15,-1-4-10-15,2 0-17 0,0 0-11 16,-2-1-9-16,1 2-5 0,-1 1-9 0,0 3-10 16,3 1-6-16,-4 4-4 0,1 1-2 0,0 5-1 15,-2 2-1-15,1 3 0 0,-1-1 3 16,0 6 4-16,3 2 4 0,0 2 4 15,1 5 2-15,1 2-1 0,1 3-2 0,-1 5-3 16,0 0-4-16,3 3-3 0,-2 3-1 0,-1-1 0 16,2 1-2-16,-1 1-1 0,-1 0-2 15,2-3-1-15,-1-1 0 0,-1-2-2 0,0 0 0 16,0-4 0-16,1-2 0 0,-1-2 0 0,0-5-1 16,0-2 2-16,0-4 3 0,0-6-3 0,-2-2-10 15,2-5-10-15,1-4-15 0,-2-6-11 16,-1 0-19-16,1-6-16 0,0 2-7 0,-2 0-4 15,0-3-1-15,0 2 7 0,0 0 9 0,-1 4 22 16,2 4 10-16,-1 2 19 0,-2 4 19 16,-1 2 2-16,1 5 11 0,-1 2 6 0,-1 2 1 15,-1 2 2-15,0 3-6 0,0 2 5 16,2 0-5-16,-2 3-4 0,0 1 4 0,0 1 3 16,2 1-3-16,1 1 0 0,0 2-1 0,3-1 1 15,-1 1-5-15,0 1 1 0,1-2 8 0,2 2-3 16,1 0 8-16,-1 0 7 0,2 2 7 15,-1-1 0-15,2 1-3 0,-3-1-1 0,0 1-4 16,3-3-11-16,-4 2-5 0,-1-5-5 16,2 0-1-16,-2-2 2 0,-1-2-1 0,0-2 1 15,-1-2 0-15,-2-3 7 0,1-3-2 16,0-1 0-16,-3-4 1 0,2-1 0 0,-2-1 0 16,-2-2 0-16,2 0-1 0,-1 0 5 15,-1 0-2-15,-1 0 0 0,1 2 5 0,-1 1 11 16,0 4 12-16,1 0 5 0,-1 2 3 0,3 3 0 15,-2 2-3-15,4 2-13 0,0 4-11 16,1 4-9-16,0 2-6 0,4 3-1 0,-1 4-6 16,3 0-1-16,1 3-2 0,-1 0-2 0,2 0-1 15,0-2-33-15,1 1-57 0,0-4-51 16,1-2-96-16,1-2-164 0,-3-4-293 0,5-5-278 16,-3-3-225-16,-1-5-160 0,2-5 225 0,-1-5 541 15</inkml:trace>
  <inkml:trace contextRef="#ctx0" brushRef="#br0" timeOffset="146084.01">10544 13141 74 0,'-6'-19'622'15,"-1"4"476"-15,1 3 175 0,-1 4-58 0,0 1-330 0,0 4-269 16,3 3-175-16,0 3-107 0,1 1-68 16,0 3-68-16,1 4-67 0,2 1-58 0,2 3-31 15,-1 0-16-15,4 0-10 0,0 3-7 16,0-1-5-16,3 1 0 0,3-2-2 15,-2 1-3-15,3-3 0 0,2 4 3 0,-1-4 0 16,2 1-2-16,-2-1 1 0,4 0 2 0,-2 0 0 16,0 0 0-16,1-3 1 0,0 3-1 15,-2-2 0-15,0 0-1 0,-3 0 0 0,1-1 1 16,-2 1 1-16,-5 0 7 0,0 0 5 0,-2 1 5 16,-3 1 2-16,-1 1 0 0,-4 0-1 15,-2 1-5-15,-2 0-7 0,0 2-3 0,-3 2-3 16,0-1-2-16,-2 1-2 0,1-2-1 0,-3 0 0 15,3-3-1-15,-1 0-7 0,1-1-32 0,1-3-74 16,-1-4-87-16,2-2-168 0,0-5-291 16,3-2-336-16,2-6-349 0,1-1-193 15,5-4 154-15,3-3 675 0</inkml:trace>
  <inkml:trace contextRef="#ctx0" brushRef="#br0" timeOffset="147120.29">11203 13471 45 0,'7'3'485'0,"-3"1"378"16,0-2 197-16,-1 1-17 0,-2-3-339 0,1 0-236 15,2-1-149-15,-2-3-79 0,-1-2-26 0,1-1-4 16,1-5 1-16,-1-4 14 0,1-5 16 16,0-4-1-16,2-1-17 0,-3-6-28 0,1-1-38 15,0-1-42-15,-2-2-34 0,1 0-20 16,-1 3-14-16,-1 1-4 0,0 2-2 0,0 4 0 15,-1 6 2-15,1 1 0 0,-2 6 2 16,2 1-4-16,-1 5-4 0,1-1-7 0,-3 3-7 16,3 3-7-16,0 0-7 0,0 4-3 0,4 5-2 15,-1 4-1-15,2 4-2 0,0 6 0 16,5 2 1-16,-1 3-1 0,2 4 0 0,2 2-1 16,1 0 0-16,-3 2-1 0,3-1 0 15,-1-1-1-15,0-4 0 0,-1 0-1 0,1-7 0 16,-1-1 0-16,-2-5 0 0,-2-2 0 0,3-5 0 15,-3-4 3-15,0-4 0 0,0-4 2 0,1-4 1 16,-2-7 1-16,-1-3-1 0,-1-3 0 16,0-3-1-16,-1 0 0 0,-1 1-1 15,-1-2 1-15,-1 4-1 0,-1 0 1 0,-1 5 1 16,-1 0-1-16,2 4 1 0,-1 4-1 0,1-1 0 16,-2 4-1-16,2 1 0 0,2 4 0 0,-1 0-1 15,1 4 0-15,-1 4 1 16,4 2-1-16,0 2 2 0,0 2-1 0,0 1 0 0,2-1 0 15,1 2 0-15,-1-2-1 0,-1-1 0 16,3 0 0-16,-2-2-1 0,-1-3-2 0,-1 0 1 16,1-3 0-16,2-2 0 0,-2-3 0 15,-1-5 2-15,3-2 0 0,0-6 2 0,-2-3-1 16,2-4-1-16,0-2 0 0,1 0 0 0,-2-3-1 16,-1 3-1-16,-1 1 1 0,1 0 0 15,-4 4 1-15,4 4 1 0,-4 1 0 0,1 3 1 0,-2 4-1 16,1 0 1-16,0 4-1 0,-1 3-1 15,2 4 2-15,1 5-1 0,-1 3 1 16,0 4-1-16,0 6-1 0,3-1 0 0,-1 3-2 16,3 0-1-16,0-3-1 0,1 3-4 0,2-2-10 15,-1-3-17-15,4-3-34 0,-3-4-68 16,2-1-69-16,-4-6-105 0,1-2-160 16,2-4-259-16,-4-2-303 0,2-6-220 0,-2-1-177 15,1-4 163-15,1-4 548 0</inkml:trace>
  <inkml:trace contextRef="#ctx0" brushRef="#br0" timeOffset="147275.51">11961 13168 8 0,'7'-3'429'0,"-2"3"399"0,2 1 291 16,-3 5 37-16,0 2-326 0,-1 1-261 0,0 4-155 15,1 0-110-15,-2 2-74 0,-1 2-62 16,1 2-45-16,0 4-36 0,-1-3-38 0,1 1-26 16,0 1-41-16,-1-3-41 0,2-3-95 15,-1-2-170-15,-2-1-298 0,3-8-284 0,-1-4-261 16,1-2-183-16,0-9 242 0,-2-2 553 0</inkml:trace>
  <inkml:trace contextRef="#ctx0" brushRef="#br0" timeOffset="147463.54">11924 12827 399 0,'-14'-38'994'16,"-2"7"377"-16,3 4 44 0,1 2-234 0,2 8-438 15,2 1-257-15,0 4-137 0,1 3-101 0,2 2-93 16,0 2-68-16,2 2-43 0,3 3-23 0,2 3-12 15,1 3-9-15,2 4-6 0,1 0-25 16,3 2-65-16,1 1-63 0,-1 2-105 0,2 3-165 16,2 2-306-16,1 2-321 0,0 1-237 15,2 2-173-15,0 0 243 0,1 1 590 0</inkml:trace>
  <inkml:trace contextRef="#ctx0" brushRef="#br0" timeOffset="147745.69">12183 13114 28 0,'12'5'377'0,"-3"-4"318"15,0-1 301-15,-1-4 85 0,-3-3-276 0,0-3-161 16,1-2-52-16,-4-4-45 0,4-2-87 0,-4-2-81 16,-2-1-60-16,0 0-64 0,-4 0-73 0,0 0-53 15,-1 2-33-15,-1-1-22 0,-2 4-14 16,1 0-13-16,-3 4-10 0,2 2-10 0,-1 4-7 16,0 3-6-16,3 4-6 0,-1 7-3 15,3 4-4-15,0 4-2 0,1 3-1 0,3 5 1 16,2-2-1-16,1 6 2 0,3 0 0 0,1 0 1 15,1 1-1-15,1 0 0 0,2 0-1 16,-3-1-1-16,5-2-1 0,-4-3 0 0,1-4-2 16,2-1 1-16,0-5-2 0,-3-1-8 0,2-2-14 15,0-4-28-15,0-3-69 0,-3-3-72 0,0-1-116 16,-1-6-174-16,0 3-285 0,-2-4-324 16,1-1-230-16,-1 0-154 0,-2-1 272 15,2-1 589-15</inkml:trace>
  <inkml:trace contextRef="#ctx0" brushRef="#br0" timeOffset="148302.35">12460 13184 57 0,'2'-2'380'0,"-1"-4"284"0,1-4 269 0,-1-1 56 15,1-5-220-15,0-7-167 0,1 0-54 0,-2-4-27 16,4-5-51-16,-3 1-80 0,-1-3-62 16,1-5-54-16,-2 0-68 0,0-5-64 0,-2-1-46 15,-1-4-27-15,0-1-17 0,-2-2-10 16,-1-1-5-16,-1 2-3 0,-2 1-2 0,3 5 2 16,-1 4-1-16,-1 5 2 0,2 6-1 0,0 4-5 15,1 7-4-15,0 6-5 0,0 3-5 16,2 9-7-16,-1 7-2 0,4 7-2 15,3 7-1-15,0 6 0 0,2 10-1 0,1 2 0 16,2 7 0-16,1 9-2 0,3 0-1 0,-3 8-1 16,4 1 0-16,-4 2 1 0,2-3 1 15,2-1 0-15,0-6 0 0,1-4 0 0,2-8 0 16,2-7-3-16,0-6 1 0,4-10 0 16,-2-5-1-16,0-7 3 0,0-7-1 0,-1-6 1 0,-3-5 0 15,0-6-1-15,-4-3 0 0,-2-5 1 16,1-3 1-16,-5-3 0 0,-1-1 1 0,-3-1 1 15,-1 0 1-15,-4 0-1 0,0 0 1 0,-2 1-1 16,-1 1 0-16,-3 1 1 0,0 3-1 16,1 4 1-16,-1 4 2 0,1 5 1 0,0 2 0 15,0 7 0-15,2 8-1 0,1 5 0 16,1 6-4-16,0 6-1 0,4 3-2 0,0 6-1 16,2 4-2-16,1 4 2 0,2 3 0 15,1 4 0-15,0 0 1 0,1 3-1 0,1-2-5 16,3-3-16-16,-2 0-33 0,4-6-79 0,1-5-111 15,-1-4-224-15,2-4-299 0,-2-4-366 0,3-4-411 16,-2-3-152-16,4-2 398 0,-2-5 803 16</inkml:trace>
  <inkml:trace contextRef="#ctx0" brushRef="#br0" timeOffset="149232.07">13184 13101 168 0,'-4'10'669'15,"-3"-1"408"-15,1 2 127 0,-2-1-150 0,0-3-292 16,0 1-162-16,3-2-114 0,-1-2-93 0,0 0-71 16,1-3-58-16,2-1-76 0,0-5-80 15,-1-2-52-15,4-4-28 0,0-2-8 16,2-6-6-16,1-1-2 0,0-4 3 0,4 0 2 15,-1-3 3-15,2 0 0 0,0 2 2 0,0-3 1 16,-2 6-1-16,2 1-5 0,-2 5-2 16,-2 0-1-16,0 6-1 0,-2 1-1 0,1 5 6 15,2 2 5-15,-1 4 4 0,1 3 3 0,0 6 0 16,1 4 0-16,-1 2-3 0,2 2-4 16,0 2-4-16,-2 1-4 0,1 2-3 0,2-5-4 15,0 1-3-15,-2-2-1 0,2 1-3 16,1-6 0-16,0-2-2 0,0-4 0 0,3-5 0 15,-2-5-1-15,3-7 1 0,0-3-1 0,3-6 3 16,-2-6-1-16,2-2 1 0,-2-5 1 16,3 2-1-16,-4-2 2 0,3 2-2 0,-3 4 1 15,-1 1 0-15,-1 2-2 0,-1 7 0 0,-3 1 0 16,1 3 0-16,-3 5 1 0,2 2 0 16,-3 5 0-16,4 5 1 0,-3 2 1 0,0 9-2 15,-2 0 0-15,2 5-1 0,-1 3 0 16,1 3-1-16,-1 2 0 0,1 0 0 0,0 2-1 15,0 1-1-15,3 0 0 0,1-4-2 16,-1 1-10-16,3-5-18 0,0-2-52 0,0-3-75 16,-1-5-123-16,2-3-209 0,-2-2-304 0,1-4-364 15,0-1-325-15,0-3-129 0,-1-2 406 16,1-4 691-16</inkml:trace>
  <inkml:trace contextRef="#ctx0" brushRef="#br0" timeOffset="149401.96">13769 12835 111 0,'-11'-44'665'0,"-1"3"437"16,-1-3 129-16,-3 2-114 0,5 0-384 0,1 3-281 16,0 6-129-16,3 3-66 0,2 6-44 15,-1 5-37-15,3 1-38 0,0 6-47 0,1 4-43 16,5 1-23-16,0 6-15 0,2 2-6 0,3 6-5 16,-1 1-3-16,2 5-25 0,0 5-46 15,-2 3-42-15,1 3-70 0,1 1-138 16,-1 4-211-16,0 3-274 0,1 0-238 0,-1 2-214 15,2-3 42-15,0 4 443 0</inkml:trace>
  <inkml:trace contextRef="#ctx0" brushRef="#br0" timeOffset="149753.87">14234 12811 690 0,'-5'-10'1775'0,"-4"0"76"0,-4 6-418 0,-1 3-382 15,-3-1-460-15,1 5-293 0,-3 3-122 0,0 4-60 16,-2 6-31-16,-1 4-22 0,0 3-15 0,1 4-34 16,1-1-14-16,6 4 0 0,-2 0 0 0,6 0 0 15,6-3 0-15,4-1 0 0,3-4 0 16,5-6 0-16,5-4 0 0,5-6 0 16,3-6 0-16,4-9 0 0,-1-6 0 0,5-6 0 15,-1-4 0-15,-1-5 0 0,0 0-8 0,-4-2-16 16,-2 5 4-16,-1 2 8 0,-5 3 4 0,-1 5 5 15,-3 2 1-15,-2 6 2 0,-1 1 1 16,-1 7-1-16,-1 4 1 0,-3 5 0 0,2 1-1 16,-4 8 0-16,1 2-1 0,-1 5 1 0,-1-1 0 15,2 4 0-15,1 2 0 16,1-1-1-16,2-2-12 0,0 1-20 0,5-4-45 0,-1 0-80 16,1-4-133-16,1-4-254 0,3 1-320 15,0-6-394-15,0 0-384 0,2-3-75 16,-1-4 583-16</inkml:trace>
  <inkml:trace contextRef="#ctx0" brushRef="#br0" timeOffset="151898.76">20471 8778 217 0,'0'-8'431'15,"0"-2"184"-15,-1 1 120 0,-1 2-191 0,1 1-96 16,1 2-21-16,-5 0-2 0,5 0-8 0,0 3-27 15,0 0-63-15,0-1-78 0,0 1-70 16,0-1-60-16,0 2-43 0,0 0-28 0,0 0-15 16,0 2-9-16,0 1 5 0,0-1-4 15,5 6 4-15,-4 1 15 0,2 3 11 16,1 3 5-16,1 3 15 0,-1 1 54 0,1 4 14 16,0 0-7-16,1 2-11 0,-1 4 13 0,1-1 3 15,1 4-37-15,-1 0-17 0,1 0-10 0,0 3-6 16,-1 2-21-16,1 1-22 0,0 1-10 15,1 1-2-15,0 3 6 0,0 2 3 0,2 2 0 16,-2 3-1-16,1-1 1 0,-1 2-3 0,3 0-10 16,-3 1 1-16,2 2-1 0,-1-4 3 15,0 0 1-15,0 0 0 0,1-3-1 16,-2 0-5-16,0-2-1 0,2 0-4 0,-1 0-2 0,1-2-1 16,-1 1 0-16,1-3 1 0,-2 2 0 15,0-4-2-15,-2 4 1 0,3-3-1 0,-2 1 0 16,-1 0 4-16,1 0 3 0,-3 1 3 0,1-3 2 15,-1 2 1-15,0-1 2 0,-3 3-5 0,1-4-2 16,-1 4-3-16,-1 0-1 0,0-2-2 16,0 1-1-16,-1 0-1 0,-1 0-1 15,2-2 0-15,-1 3-1 0,1-4 0 16,-2 4 0-16,0-3 1 0,1 2-1 0,-1 1 0 0,2 0 1 16,-1 1 2-16,-1 1 0 0,-1 2 0 0,0 3 1 15,2 1 1-15,-3 5 0 0,3-1 3 16,-1 1 2-16,0-1 0 0,1 0 1 0,-1-2 0 15,2 1-2-15,2-4-2 0,-2-2-2 0,1-2 0 16,-1-2-1-16,0-1 1 0,0-2 1 16,-1-5 0-16,1 1-2 0,-2-6-1 15,2-1 0-15,-1-7 1 0,-1-3-2 0,0-5-2 16,1-4-4-16,-1-4-7 0,-4-4-14 0,1-5-33 16,1-5-75-16,-4-5-84 0,0-7-153 0,-2-3-262 15,-1-6-327-15,1-4-350 0,-3-5-202 0,-2-7 52 16,0-7 623-16</inkml:trace>
  <inkml:trace contextRef="#ctx0" brushRef="#br0" timeOffset="152712.63">20226 8830 51 0,'2'5'509'0,"-2"-2"414"16,2 0 210-16,-2 0-32 0,0-2-375 0,0 1-262 15,0 0-162-15,0-1-99 0,0-1-58 16,1 1-41-16,-1 1-21 0,3-4 31 0,1 1 28 16,2 0 32-16,2-3 30 0,0-2 19 0,-2 0-6 15,2-1-46-15,1-2-39 0,-1-2-38 16,0-1-24-16,0-1-23 0,1 0-13 0,-4-4-2 16,2 3 5-16,-2-1 0 0,-1-3-5 15,2 2-4-15,1-4-1 0,-2 1-6 0,-1-1-2 16,1 1-4-16,0-3-1 0,-1 5-2 0,1-3 0 15,-2 2 0-15,1 1-6 0,0 1-3 0,0 3-1 16,-3 0 0-16,2 2-1 0,-1 3 0 16,1 2 1-16,0-1 0 0,-1 3-1 15,-2 0 0-15,1 1 0 0,2 3 2 0,2 0-1 16,-2 3 1-16,4 0 1 0,-1 3 1 0,2 0 0 16,0 5 1-16,2-1 0 0,-1 3 0 15,-1 3 0-15,1-2-1 0,-1 5-1 0,1-1 1 16,0 1-2-16,-1-1-2 0,-2 2 0 0,1-2-2 15,0 1-1-15,-2-1-3 0,1 2-1 16,-1-3-4-16,-1 0-20 0,1-2-71 0,-5 0-86 16,2 2-195-16,-4-2-280 0,-1-2-350 0,-3 2-411 15,-2-2-240-15,-2 1 180 0,-2 0 819 16</inkml:trace>
  <inkml:trace contextRef="#ctx0" brushRef="#br0" timeOffset="154130.76">17921 8524 18 0,'0'-2'358'15,"0"-2"301"-15,-1 3 271 0,1-3 103 0,0 3-263 16,-2 0-197-16,2-1-124 0,-2 0-80 0,2 1-53 15,0 1-35-15,0 0-15 0,0 0-6 16,0 0-12-16,0 0-24 0,0 0-33 0,0 0-38 16,0 0-44-16,0 0-35 0,0 0-25 0,0 0-18 15,2 1-10-15,-2 1-7 0,2 0-3 0,-2 3-3 16,1 3-1-16,-1 0-2 0,3 5-1 16,-1 2 0-16,3 1-1 0,-2 4-1 15,5 2 0-15,-4-2 1 0,3 4-1 0,-1-1-1 16,1 0-1-16,0 0-1 0,1 0 1 0,0-2-1 15,-1 0 0-15,0-1-1 0,0-1 2 16,-1-3 4-16,-1 1 4 0,-2-4 5 0,2 2 8 16,-1-4 6-16,-2 0 7 0,0-1 3 0,-2-1 0 15,-4 0 0-15,2-2-4 0,-2-1-5 16,-2 2-4-16,0-1-5 0,-4-5-4 0,-1 4-3 16,-2-3-2-16,1 1-2 0,-1 0-1 0,-1-3-2 15,-2 0-2-15,3-1 0 0,-1 0-1 16,1-1 0-16,-1 0-1 0,2-1-1 0,-2-2 0 15,2-1-2-15,-1-3 2 0,1 1-1 16,-1-4 1-16,1-1-2 0,-1-4 2 0,2-2 0 16,-1-1-1-16,-1-4 1 0,0-1 0 0,2-2 1 15,1-1-2-15,0 2 1 0,2-3-2 16,0 3 1-16,1 1-1 0,2 1 1 0,-1 0 0 16,2 2 0-16,0 0-1 0,3 2-1 0,-1 3 1 15,4 0-1-15,-1 3-1 0,3 0 1 16,-1-2 0-16,2 3 0 0,2 0 1 15,1 2 1-15,0-1-1 0,5 1 2 0,-4 0-1 16,4 0 1-16,1 1 1 0,-1 0 0 0,2 1 0 16,0 0 1-16,0 1-1 0,0 2 1 0,0-1-2 15,0 0 1-15,1 4-1 0,-2 2 1 16,3 0-1-16,-2 0 0 0,0 2-1 0,1 2 1 16,1-2 0-16,0 3-1 0,-2-3 1 15,1 2 0-15,0 0 0 0,-2-2 0 0,2-1 0 16,-2 0 0-16,0 1 0 0,-3-2 1 0,2-2-1 15,0 0 1-15,-5-2-1 0,1 0 0 0,0-2 1 16,-2 1-1-16,-1-3 0 0,-2 3 1 16,0-1 0-16,-4 0-1 0,5 0-2 0,-5 0-9 15,-3 0-24-15,1 0-72 0,-2 0-88 16,-3 0-185-16,2 0-285 0,0 0-345 0,1 3-403 16,-4-2-237-16,3 0 162 0,0 3 780 0</inkml:trace>
  <inkml:trace contextRef="#ctx0" brushRef="#br0" timeOffset="154851.06">18570 8288 27 0,'-2'-10'496'15,"-3"1"468"-15,2-2 266 0,-3 3-17 0,0-1-259 16,-1 0-221-16,2-1-184 0,-1 4-128 16,-2-3-86-16,0 2-66 0,0 1-86 15,2 0-66-15,-3 0-35 0,1 2-20 0,1 0-15 16,-1 0-9-16,1 2-7 0,0 0-8 0,2 0-8 16,-1 2-4-16,1 0-5 0,0 0-1 0,-1 2-2 15,2 2-2-15,0 1-1 0,0 1-1 16,-1-1 1-16,1 5-2 0,0-1 1 0,-1 2 0 15,2-1 0-15,2 2 0 0,-3 0 0 16,1 0 0-16,2 2 0 0,-1 2-1 0,0-1 0 16,2 3 1-16,0 0 0 0,2 1 1 15,0 2 1-15,-1 0 0 0,1 1 1 0,-1 1 1 16,3 2-1-16,-3-3 0 0,-1 1 0 0,3 1 0 16,-3-2-1-16,2 0 0 15,1 1 0-15,-3-2 0 0,0 1-1 0,0 1 0 0,0 1 0 16,0 0 0-16,0-2 0 0,0 4 0 15,0-2 0-15,0 1 0 0,0 1 0 0,0-2-1 16,0 1 0-16,0-1 0 0,0 0 0 16,0 0 0-16,0-1 0 0,1-2 0 0,-1-2-1 0,2 1 1 15,-1-3-1-15,1-2 1 0,1 1 0 16,1-3 1-16,-1-1 1 0,2-1-1 0,1-1 0 16,2-2 0-16,0-1 0 0,0-1 0 15,1-1-1-15,5-2 2 0,-2-2-1 0,1-2 0 16,2-2 0-16,0-2 0 0,2-1 0 0,-2 0 0 15,0-1-1-15,0-2 0 0,0 0 0 0,-1-2 0 16,-2 2-2-16,1-1-10 0,0-2-27 16,-4 0-77-16,-1 0-86 0,3-2-167 0,-5-1-290 15,3 0-340-15,-2-1-389 0,-1 1-210 0,-1 1 119 16,0-5 716-16</inkml:trace>
  <inkml:trace contextRef="#ctx0" brushRef="#br0" timeOffset="155194.13">18737 8401 132 0,'-3'-7'786'0,"-2"1"645"0,2 1 142 0,1 2-237 16,-1-1-452-16,3 4-353 0,-1-2-179 16,-1 2-139-16,2 0-88 0,2 0-53 15,-2 2-28-15,1-2-15 0,1 4-8 0,1 1-5 16,0-2-1-16,1 2-1 0,0-1-4 0,2-1-4 15,-3 0-2-15,2 0-1 0,-1-2-2 0,-1 0-2 16,0-1 0-16,0 0 2 0,-1 0 0 16,1-2 1-16,1-1 1 0,-1-1 0 0,1-4 1 15,-1 0-2-15,-1 1 0 0,-1-1-1 16,-1-1 1-16,2 1-1 0,-2 1 2 0,0 1-1 16,-2 0 0-16,2 2 0 0,0 0-1 0,-1 0-2 15,1 3-1-15,0 1 1 0,-2 1-3 16,2 3-1-16,-2 1-1 0,2 4-7 0,0 2-23 15,0 1-60-15,0 1-70 0,2 1-101 16,0 2-169-16,-1 1-296 0,2 0-320 0,2 5-256 16,2-1-161-16,0-1 216 0,1 3 601 0</inkml:trace>
  <inkml:trace contextRef="#ctx0" brushRef="#br0" timeOffset="155452.71">19107 8821 419 0,'5'5'1104'0,"-2"2"400"0,-2-2-87 0,1 1-312 16,0-1-423-16,-1-4-246 0,1 2-158 0,-2 0-99 15,2-2-61-15,-1-1-38 0,1 0-27 16,1-1-16-16,0-4-9 0,5 1-4 0,-4-4-4 16,1 1-8-16,0-1-4 0,-2-3-4 0,2 1 0 15,-2 1 0-15,-1 0-2 0,1 2 0 16,-2-1 0-16,-2 1-2 0,-2 1-1 0,1 0-3 15,-1 1-10-15,-3 3-29 0,-1 1-63 0,-1 2-66 16,-2 1-89-16,-2 1-159 0,3 2-240 16,-5-1-298-16,2 4-238 0,2-2-177 0,0 0 89 15,0-1 517-15</inkml:trace>
  <inkml:trace contextRef="#ctx0" brushRef="#br0" timeOffset="155748.54">18793 8932 334 0,'-4'6'742'0,"0"-3"339"0,0 0 86 16,1 0-303-16,1-1-272 0,2-1-182 0,0-1-99 16,2-1-25-16,3-4-6 0,0-2-3 15,3-4-14-15,3-2-18 0,-2-6-41 0,4 0-53 16,1-3-47-16,0-5-36 0,2 2-20 0,-1-2-14 15,0-3-10-15,0 1-9 0,-2-1-6 16,0 1-2-16,0-1-4 0,-2 0-1 0,-1 3-2 16,-2-1-2-16,-1-1 2 0,1 2-1 0,-3 2-3 15,-2 2-20-15,-3-1-58 0,0 4-69 16,-1-1-111-16,-3 2-188 0,-2 4-307 0,-1 1-335 16,-2 2-266-16,1 1-153 0,-3 3 316 15,2 2 637-15</inkml:trace>
  <inkml:trace contextRef="#ctx0" brushRef="#br0" timeOffset="156331.07">18952 8097 6 0,'2'-8'393'15,"1"2"328"-15,-2-1 226 0,2 0 73 0,1-1-275 16,1 2-229-16,-1 0-140 0,1 0-83 0,4 1-47 15,-1 0-50-15,4 3-36 0,0 0-32 0,-1-1-22 16,2 3-19-16,3 0 48 0,-3 0 24 16,0 0-10-16,2-1 17 0,-3 1 10 0,1-1 2 15,-2 1-46-15,2-2-30 0,-4 0-18 16,1 1-28-16,1 0-17 0,-2-3-9 0,-1 3-5 16,2-2-3-16,-4 0 0 0,0 1-3 15,-1 1-6-15,0-2-5 0,-2 3-6 0,3 0 1 16,-4 0 0-16,-1 0-2 0,1 0 0 0,0 0 1 15,-1 0 3-15,-1 4 1 0,2-2 2 16,-1 1 0-16,1 0 2 0,-2 2-2 0,2-1-2 16,-1 2-2-16,3 1-1 0,-3 1-2 0,2-1 1 15,0 2-2-15,0 1 2 0,0 1-1 16,1 2 1-16,0-2-2 0,1 3 0 0,2-2 0 16,0 1 0-16,0 2-1 0,-1 1 0 15,4-2 0-15,0 3 1 0,-1 0 0 0,0 2 1 16,3-2-1-16,-2 5 0 0,0-1-1 15,1 2 1-15,-2-1 0 0,2 0 1 0,2 1 0 16,-4 1 0-16,1-2 1 0,2 1-1 0,-4-1 1 16,1-1-1-16,0 0 0 0,-3-1 1 0,0-1-1 15,-1 0 1-15,-1 0 1 0,-1 0-1 16,-2-1 0-16,1 0 1 0,-4 0 2 16,1-1 4-16,-2 0 4 0,-1-1 2 0,-1-2 2 0,-1 2 0 15,0-4 0-15,-3 0-5 0,0-3-4 16,0 0-3-16,-2-2-3 0,1-1-1 0,-1-2-4 15,-1 2-4-15,1-1-13 0,-5 0-47 16,5 1-75-16,-4-2-115 0,1 2-216 0,3 2-304 16,0-1-356-16,3 2-339 0,3 2-128 15,1 2 399-15,2 4 721 0</inkml:trace>
  <inkml:trace contextRef="#ctx0" brushRef="#br0" timeOffset="157666.09">20868 12302 76 0,'-19'-11'424'0,"-2"-2"250"16,-2 1 178-16,-1 1 46 0,1-1-305 15,1 2-177-15,2 0-71 0,0 1-28 0,6 3-25 16,-4 4-54-16,6-2-57 0,-2 4-45 0,2 4-36 16,3-1-28-16,3 4-20 0,3 5-5 15,1-1-4-15,5 2-4 0,4 1-7 0,5 3-2 16,3-2 47-16,6 1 16 0,3-3 12 0,4-3 41 15,6 0 37-15,2-1 8 0,6-3-43 16,3-4-23-16,4-2 1 0,5-5-29 0,3 2-28 16,3-7-19-16,2 0-9 0,2-1-4 0,1 0-19 15,2-3-6-15,-1 3-4 0,3-2-1 16,-2 2-1-16,1 2-2 0,2 1 1 0,1 4-3 16,-2 1 0-16,1 3-1 0,-2 2-1 15,0 1 1-15,-3 3-1 0,-4 3 1 0,2 1 0 16,-2 1 3-16,-6 2 0 0,4 1-1 0,-1 0 5 15,1 0 16-15,2 1 7 0,4-3 2 16,2-3 4-16,2-1-2 0,1-2-3 0,1-2-16 16,3-2-7-16,-1-4-4 0,1 1-2 0,2-4-1 15,3-1 1-15,3 0 1 0,4-1-3 16,-1-2-1-16,1-1-2 0,1 2-1 0,-2-1 1 16,0 1 0-16,-1 2 2 0,-2 0 2 0,4 2 0 15,-1 0 1-15,-3 0-2 0,2 3-2 16,-4-1 0-16,0 4-1 0,-1-1-1 0,-5 3 0 15,0-2 2-15,-3 3 1 0,-1 0 1 0,-1 0 2 16,1-1-1-16,-2 3 0 0,0-3-1 16,0 2 0-16,1-3 1 0,0-1-2 0,-1-1 3 15,-2-1 5-15,2-1 5 0,5-3 2 16,-4 0 0-16,3-2 1 0,3-2-1 0,1 1-7 16,3-1-4-16,-1-3-3 0,2 1-1 15,-1-1-2-15,-3-1 0 0,2 1 1 0,-2 1 0 0,-2 0 1 16,5-1 2-16,0 3 0 0,-1-4 1 15,0 5-1-15,0-2 0 0,-1 1-2 0,0 1-2 16,-2 1 2-16,0 0 0 0,-2 0 0 16,-3 3 1-16,2-2 1 0,1 1 2 0,-3 0-1 15,0 0 0-15,-2-1-2 0,0 3-1 0,-4-3 0 16,0 2-2-16,-5-1 0 0,-1 1-1 16,-2 0 2-16,-3 0 0 0,-1 0 2 0,-4 1 0 15,-1 0 1-15,-2 1 0 0,-1 0 0 0,-3 1-1 16,-1-2 0-16,-2 1 0 0,-1-1 0 15,-4 0 0-15,1 0 0 0,-4-1 0 0,-3 2-1 16,-3-3 0-16,-2 2-1 0,-4-2 1 0,-1 1-1 16,-5-1 1-16,-2 4 1 0,-6-4 0 15,1 0-1-15,-3-2 0 0,-4 1-2 0,-1-2-6 16,-2 0-13-16,-3-3-31 0,-3 2-69 16,-1-1-71-16,-6-2-122 0,1 0-192 0,-4 1-308 15,-2 1-327-15,2 0-232 0,-3-1-128 16,1 1 353-16,2-2 618 0</inkml:trace>
  <inkml:trace contextRef="#ctx0" brushRef="#br0" timeOffset="157892.28">28543 11797 249 0,'6'-6'649'15,"1"0"331"-15,-1 2 151 0,3-1-184 16,-1 2-302-16,4 0-108 0,2 0-46 0,2 3-53 0,3-1-68 16,-1 1-56-16,3 1-55 0,3-1-70 15,1 3-62-15,2 2-38 0,-3 1-22 0,3 0-17 16,-4 3-5-16,3 1-7 0,-3 0-6 15,0 5-7-15,-3-5-5 0,-1 7-3 0,-1-2-5 16,-5 1-4-16,0 3-3 0,-5-1-2 0,1 3-1 16,-5 2-2-16,-4-2 0 0,-4 4-1 15,0 0 0-15,-7 0-1 0,0 2 0 0,-3-2 0 16,-2 1-7-16,-1-1-14 0,-4 1-39 16,-5-1-72-16,0 1-79 0,-1-1-148 0,-2-1-257 15,3 0-321-15,0-3-322 0,5 1-207 0,3-6 5 16,-3 0 568-16</inkml:trace>
  <inkml:trace contextRef="#ctx0" brushRef="#br0" timeOffset="159813.49">29016 12689 196 0,'-6'-2'477'16,"-3"-1"241"-16,-3 3 185 0,1 0-141 0,0 1-199 15,-2 3-92-15,2 1-57 0,-1 6-54 0,2 4-70 16,0 4-57-16,1 2-60 0,3 5-51 16,3 4-42-16,-1 2-31 0,4 3-14 0,0 0-16 15,5-1-7-15,0-1-2 0,4-2 0 0,-1 0-4 16,5-6-1-16,3-2-1 0,0-4-3 16,3-6-2-16,1-5-3 0,1-4 0 0,1-4-3 15,1-6 1-15,1-7-1 0,-1-2-3 16,-2-3-2-16,1-5 2 0,-2-2 5 0,-1-3 5 15,-5 0 5-15,2-3 16 0,-4 1 27 0,1-1 12 16,-5 2 16-16,-2 2 20 0,1 1 8 16,-3 3-9-16,-1 2 13 0,-1 4 10 0,-2 2-5 15,0 4-18-15,0 4-11 0,-2 1-6 16,1 3-31-16,-4 5-22 0,4 2-15 0,-1 5-5 16,0 2-1-16,1 2-7 0,2 4 0 0,1-1 0 15,1 2 0-15,3 0-1 0,1 2-1 16,1-1 2-16,-2 0 0 0,5 0 4 0,-5 0 1 15,6 1 1-15,-2-4 1 0,0 2-2 0,1-4 1 16,1-1-5-16,0 1 2 0,-3-5 0 16,4-2-2-16,-4-1 1 0,3-3 1 0,-2-1 0 15,0-4-5-15,0-1-4 0,0-3-2 0,-2-3-19 16,2 0-21-16,-1-3-19 0,-1-1-17 0,-1 1-15 16,-1-2-6-16,0 2 16 0,-1 0 19 15,-4 0 18-15,1 2 9 0,0 1 3 0,-2 1-10 16,0 1-9-16,-4-1-9 0,3 4-9 15,-1 0-18-15,-4 4-49 0,2 0-84 0,-1 4-109 16,-3 0-169-16,3 3-290 0,0 1-225 0,1-3-77 16,2 1 174-16,4-2 347 0</inkml:trace>
  <inkml:trace contextRef="#ctx0" brushRef="#br0" timeOffset="160196.46">29832 12739 105 0,'11'-11'711'15,"-5"4"481"-15,-3 2 136 0,-4 1-89 0,-6 4-331 16,-1 3-336-16,-6 3-163 0,0 1-93 0,-3 6-68 16,-3 0-72-16,2 4-70 0,-4 3-40 15,1 3-32-15,0 0-17 0,3 2-10 0,5-1-2 16,0-1-2-16,5-1-1 0,4-1-1 0,4-3 0 16,4-3-1-16,4-4-3 0,3-2 0 15,4-5 0-15,3-5 0 0,3-4-2 0,1-4 4 16,2-4 1-16,3-2 1 0,-2-4-1 15,0 0 3-15,-2-1 0 0,-1 1-2 0,-4-2 1 16,-1 5 0-16,-5 3 1 0,-3 1 1 16,-2 1-1-16,-4 3 4 0,-1 2-1 0,-5 3-1 15,-1 1 0-15,-4 6-3 0,-1 3 0 0,-4 1-2 16,4 5 0-16,-5 4-1 0,2-1-1 16,3 4-1-16,-2 0 2 0,5 0 0 0,-1 3 1 15,2-2-1-15,4 2 1 0,1-3 0 16,0 1-1-16,5-1-2 0,-1-2 0 0,4-3-3 0,3-3-13 15,0-4-52-15,5-3-69 0,-2-6-77 16,5-4-142-16,-1-6-235 0,2 0-319 16,1-5-269-16,-2-1-196 0,1-3 5 0,0-1 496 0</inkml:trace>
  <inkml:trace contextRef="#ctx0" brushRef="#br0" timeOffset="160508.64">30188 12562 55 0,'-2'-16'593'0,"0"7"482"15,-1 0 183-15,-2 4-111 0,0 2-374 16,1 3-314-16,-2 7-169 0,3 0-75 0,-2 3-33 16,2 4-25-16,-1 0-15 0,3 3-29 0,2 2-26 15,1-2-7-15,3 3-10 0,3 1-3 0,1 0-4 16,2-2-1-16,0 2-5 0,5-1-24 16,0-1-12-16,3 1-8 0,0 0-5 0,-2-3-5 15,4 1 0-15,-4-1-2 0,2-3-1 0,-2 3-2 16,-2-3 3-16,0-1 3 0,-3-1 28 0,-4-1 22 15,-2-3 16-15,-2 2 6 0,-4-1 4 0,-2-2-2 16,-5 1-25-16,-2-2-18 0,-3 1-14 16,-3-1-8-16,-1 0-7 0,-5 2-3 15,1-2-3-15,-4-2 0 0,3 2 0 0,-1 0-2 0,2-1-2 16,2 1-3-16,1-1-15 0,3-1-53 0,1-1-72 16,4 2-100-16,-1-3-175 0,4 3-302 15,0-1-333-15,3 4-287 0,3-1-164 0,3 0 246 16,3 4 635-16</inkml:trace>
  <inkml:trace contextRef="#ctx0" brushRef="#br0" timeOffset="166376.82">21469 11580 203 0,'4'1'546'16,"-3"1"249"-16,2 1 106 0,-1 0-151 16,2 1-239-16,-1 2-126 0,2 2-83 0,0-1-46 15,0 1-26-15,1-1-29 0,0-1-44 16,1 0-44-16,-1-1-31 0,1-3-20 0,-3 1 1 15,1-3-4-15,3-1 13 0,-2-2 41 0,-1 0 46 16,-2-4 45-16,2-1 25 0,-2-1 6 16,0-2-18-16,-3 1-37 0,0-2-34 0,-3 1-36 15,0 1-31-15,1 2-20 0,-2-2-14 16,0 3-7-16,0-1-8 0,-3 1-5 0,1 5-5 16,1-1-2-16,-1 2-5 0,1-1-4 0,0 4-3 15,1 0-3-15,-2 2-1 0,1 3-2 16,2-1-1-16,-1 2-1 0,1-1-1 15,3 3 1-15,0-3-1 0,0 0 0 0,3 1-1 16,-3-2 1-16,4-2-1 0,-3 1-4 0,1 0-16 16,-1-3-43-16,3 2-69 0,-2-2-63 0,0 0-97 15,0-4-159-15,-1 0-243 0,2-1-271 0,1 1-210 16,-3-2-177-16,1 0 119 0,-1 2 498 16</inkml:trace>
  <inkml:trace contextRef="#ctx0" brushRef="#br0" timeOffset="166912.73">21463 11276 80 0,'2'-3'392'0,"-2"1"256"15,0 0 220-15,0-1 0 0,0 2-180 16,0 0-131-16,0-3-96 0,0 4-70 0,0-1-64 16,-2 1-71-16,2 0-66 0,0 0-49 15,0 0-32-15,0 1-30 0,2 4-23 0,-2 1 19 16,0 3 22-16,1 3 1 0,-1 2 0 16,2 3 1-16,-1 3 0 0,3 1 1 0,-3 2-14 15,2 4-7-15,2-2-6 0,-1 4-1 16,0 1-5-16,1 0-27 0,-1 4-15 0,0-1-8 0,-1 1-6 15,0 1-2-15,1 1-3 0,0-3-1 16,-3 0-3-16,2-2-2 0,1-2-1 0,-3-2-1 16,2-4-2-16,1-2-1 0,-1-2 1 0,0-4-2 15,-1-2 1-15,-1-2 0 0,2-4 0 16,-3-3-17-16,-3 1-42 0,2-4-58 0,-3-1-51 16,0-2-80-16,-3-3-141 0,-1-1-178 15,-1 0-260-15,-1 0-218 0,-1-1-206 0,0 0 10 16,0-1 398-16,1-1 456 0</inkml:trace>
  <inkml:trace contextRef="#ctx0" brushRef="#br0" timeOffset="167225.29">21262 11939 249 0,'-1'7'458'0,"1"0"169"0,1-1 84 16,-1-1-199-16,5 1-110 0,-2 0-37 15,2 1 3-15,1-1 21 0,2 0 0 0,3 2-44 16,0-2-53-16,4 0-60 0,2 0-41 16,2-1-51-16,-2 0 4 0,5-2 10 0,-1 0-2 15,0-3-13-15,1 0-15 0,1 0-10 16,-2-3-39-16,3 0-37 0,-2-2-20 0,0 1-6 15,-1-2-7-15,0-1 2 0,0-1-2 0,-3 2 0 16,0-2-4-16,-2-1-4 0,-2 2-31 0,-2 0-47 16,-2-1-60-16,-5 0-135 0,2 1-222 15,-6-1-300-15,1 0-270 0,-2-1-223 0,-2 1-21 16,-3-3 468-16</inkml:trace>
  <inkml:trace contextRef="#ctx0" brushRef="#br0" timeOffset="167563.53">21310 11205 341 0,'-4'-5'800'0,"-1"1"359"0,1 2 47 0,-1-1-272 16,2 2-264-16,0 0-140 0,1-1-109 15,1 0-87-15,-1 1-65 0,4 1-55 0,-1 0-59 16,4-2-60-16,4 2-46 0,3 0-22 0,0 0-13 16,7-1-6-16,3 1-6 0,5-2-4 15,0-1-2-15,8 0-4 0,-2-1 0 0,3-3 4 16,2 2 1-16,2-3 2 0,-1 1 3 15,-1-3-3-15,0 1-55 0,-3 2-66 0,-1-2-141 16,-3 0-281-16,-2 2-298 0,-3-2-364 0,-2 1-283 16,-4 1-39-16,-2 1 611 0</inkml:trace>
  <inkml:trace contextRef="#ctx0" brushRef="#br0" timeOffset="169756.1">22993 11293 269 0,'0'-3'570'0,"2"0"266"16,-2 0 121-16,1 1-248 0,-1 1-206 15,0 1-132-15,2-1-99 0,-2 1-72 0,2 0-55 16,-2 0-42-16,1 0-1 0,1 0 3 0,0 0 1 15,1 0 1-15,0 0 9 0,0 0 6 16,0-2-11-16,3 0 18 0,1-1 31 16,-2 1 14-16,3-3-2 0,-2-1-6 0,2 0-11 15,0-1-14-15,-4-1-28 0,3 1-11 0,-1-1-9 16,0 1-6-16,-3 1-6 0,1 1-14 16,-1 0-8-16,-2 2-9 0,1 2-3 0,-2 0-4 15,-2 1-8-15,2 0-8 0,-3 1-7 0,0 0-7 16,-2 2-7-16,4 2-4 0,-5 1-2 15,2-1 0-15,1-1-2 0,2 1-2 0,1 2 2 16,-2-3-1-16,2 3-1 0,2-1-1 16,-2-2 0-16,1 1-1 0,2-2-2 0,1 0-10 15,-3-2-32-15,2 2-65 0,-1-3-63 0,-1 0-90 16,-1 0-148-16,0-3-215 0,0 1-295 16,0-3-224-16,0 0-194 0,-1 1 35 0,-4-1 462 15</inkml:trace>
  <inkml:trace contextRef="#ctx0" brushRef="#br0" timeOffset="170361.04">23025 10814 373 0,'1'-5'774'0,"3"2"252"0,-4 1 26 15,0 4-253-15,1-1-283 0,-1 4-167 0,4 1-95 16,-3 1-34-16,4 2-5 0,0 6-1 0,0-2 8 16,2 4 5-16,3 3-9 0,-2 0-7 0,3 6-20 15,-2 1-35-15,-1 2-44 0,3 4-35 16,-5 1-20-16,2 2-21 0,-3 2-19 0,0-1-8 15,1 2-7-15,-3 0 1 0,-1 0-3 16,-1-1 1-16,-1-3 0 0,0 2 0 0,0-3-1 16,-1-1-23-16,-1 0-66 0,1-2-64 15,-5-4-96-15,1-4-156 0,0-3-253 0,-1-4-314 16,1-2-231-16,-3-5-178 0,3-4 143 0,-1-5 509 16</inkml:trace>
  <inkml:trace contextRef="#ctx0" brushRef="#br0" timeOffset="170634.43">22837 10759 105 0,'-5'-4'613'0,"2"2"410"0,0 0 136 16,1 0-96-16,2 0-421 0,0-1-251 0,5 0-146 15,3 0-72-15,1 0-21 0,3 0-12 16,3 2-9-16,4-1-29 0,0 2-26 0,5 0-16 16,3 0-28-16,-2 0-12 0,4 2-8 15,1-1-7-15,1 1-5 0,1-1-8 0,-2 2 2 16,0 2-5-16,-1-1 1 0,-4 4-11 0,-2-1-22 16,-3 5-64-16,-5-2-145 0,-4 6-255 15,-1 0-284-15,-9 5-273 0,-1 1-211 0,-7 4 90 16,-3 1 499-16</inkml:trace>
  <inkml:trace contextRef="#ctx0" brushRef="#br0" timeOffset="170829.6">23044 11714 139 0,'17'20'575'0,"-1"-1"312"0,3-5 117 15,2-5-55-15,1-2-395 0,5-6-209 0,1-4-105 0,2-5-48 16,4-1-29-16,0-6-15 0,6-3-58 15,1-3-34-15,3-5-27 0,2 0-25 0,0-4-87 16,1-1-164-16,-4-1-303 0,1 0-256 16,-3 0-236-16,-4 0-138 0,-1 0 230 0,-1-1 475 15</inkml:trace>
  <inkml:trace contextRef="#ctx0" brushRef="#br0" timeOffset="172096.79">25508 8533 131 0,'1'-9'554'16,"-1"-2"406"-16,0 4 224 0,-1 0-117 0,-3 1-299 16,3 1-141-16,-1 0-118 0,-1 4-112 15,1 0-90-15,-3 1-52 0,1 1-57 0,-2 0-70 16,1 3-44-16,0 0-24 0,0 1-11 16,0-1-11-16,1 2-12 0,-1 0-4 0,2 1-9 15,2 0-4-15,1 0-5 0,0 1-2 0,1 0-1 16,2-1-2-16,3 0 0 0,2-1 0 0,0-1-1 15,5-3 0-15,0-2 0 0,-1-1-1 16,6-3 1-16,0-4 1 0,-2-4-1 0,3 0 1 16,-3-1-1-16,0-1 3 0,-5-1 2 15,-1 1 3-15,-3 0 7 0,-2 0 5 16,-3 2 7-16,-2 0 4 0,-2 2 1 0,-3 1-1 0,-2 1-2 16,-1 3-5-16,-4-1-5 0,-2 2-5 15,3 3-2-15,-4 1-4 0,3 0-2 0,-1 3-1 16,1 1 0-16,1 2-2 0,1 0-1 15,1 2 0-15,3-1 0 0,-1 2-2 0,2 1-1 16,1-2 0-16,4 0-3 0,0-1-2 0,0-1-18 16,1 0-53-16,6-3-69 0,-2-1-97 15,1-4-172-15,5-2-304 0,-3-1-333 0,0-1-283 16,0 0-177-16,1-1 216 0,-3-1 642 16</inkml:trace>
  <inkml:trace contextRef="#ctx0" brushRef="#br0" timeOffset="172745.83">25471 7794 245 0,'-3'0'549'0,"0"0"300"0,-1 0 164 16,1 1-234-16,0 1-217 0,0 1-115 15,0 3-83-15,2 1-75 0,-1 5-65 0,2 4-28 16,2 3-27-16,1 4-37 0,1 5-29 0,1 4 23 16,1 1 9-16,2 5-10 0,0 3-10 15,5 3-12-15,-4 0-10 0,5 4-44 0,-1 2-21 16,0 1-13-16,-1 1-8 0,1 1-1 15,0-1-1-15,-2 0-3 0,-2 0-2 0,2 0-2 16,-4-4 2-16,-3-1-1 0,1-4 1 16,-1-3 0-16,-4-2-3 0,0-5-7 0,-4-3-32 15,-1-4-35-15,1-4-36 0,-3-5-48 16,-4-3-107-16,2-3-146 0,-1-6-201 0,-2-4-249 16,1-2-242-16,-1-4-146 0,-2-3 215 15,3-5 442-15</inkml:trace>
  <inkml:trace contextRef="#ctx0" brushRef="#br0" timeOffset="173140.07">25416 9054 284 0,'1'3'705'0,"1"-2"285"0,0 4 130 16,4-2-192-16,0 3-323 15,4 0-196-15,-1-1-97 0,7 3-38 0,3-2-65 16,-2-2-48-16,5 1-35 0,3-2-24 0,4-1-26 16,1-4-25-16,2-1-13 0,2-3-12 0,0-1-3 15,1-4-3-15,-1 1-1 0,0-2-7 16,-3-4-7-16,-1 3-5 0,0-2-32 0,-4-1-42 16,-3 1-55-16,-4-1-112 0,-3 0-176 0,-5 0-296 15,-3-1-262-15,-2 2-232 0,-3 2-80 16,-4-4 344-16,-4 2 495 0</inkml:trace>
  <inkml:trace contextRef="#ctx0" brushRef="#br0" timeOffset="173526.24">25169 7613 294 0,'9'-4'567'0,"-1"-2"231"0,0 2 148 16,0-3-191-16,2 3-174 0,-2-1-105 0,0 0-61 15,0 1-31-15,2-3-32 0,3 4-40 16,1-1-46-16,4 1-43 0,2-1-35 0,2 0-38 16,4 2-44-16,2-1-44 0,6 2-30 0,2 0-13 15,2 0-8-15,0-2-10 0,1 1-6 16,4 2 1-16,0 2-3 0,-4 1-3 0,4-2 4 16,-2 1 2-16,-3 1-8 0,0-1-63 15,-7 3-74-15,-1-2-164 0,-4 1-291 0,-4 1-301 16,-3 1-345-16,-6 0-199 0,-5 2 125 0,-2 2 633 15</inkml:trace>
  <inkml:trace contextRef="#ctx0" brushRef="#br0" timeOffset="175760.58">20729 14076 80 0,'5'0'390'16,"-2"1"236"-16,-1 0 164 0,0 1-48 0,0 1-236 15,-2 0-106-15,2 2-44 0,-2 1-8 0,2 1-7 16,-2 3-14-16,1-2-43 0,1 4-48 15,-1 5-35-15,3-2-7 0,-1 8 25 0,2 0 5 16,-2 9 9-16,2 2-15 0,2 6-23 0,0 7-36 16,1 6-46-16,-2 6-28 0,3 5-25 15,-2 9-10-15,-1 4-10 0,1 6-9 0,-3 5-5 16,2 0-3-16,1 3-5 0,-1 1-7 0,1 2-1 16,-3 3-1-16,4 2 0 0,-3 1 1 15,0 1 3-15,-1 2 2 0,1 1 1 0,-2 2 1 16,2 3-3-16,-4 0-4 0,-1 0-2 0,3 1-1 15,-1-3 1-15,1 0 0 0,-1-2 1 0,1 0 2 16,0-5-4-16,2-3-2 0,2-6-4 0,-1-7 0 16,2-5-2-16,0-6 0 0,-2-9-1 15,3-7-2-15,-1-6-2 0,-1-9-9 0,-1-5-15 16,-3-9-28-16,2-6-62 0,-5-6-66 0,-8-6-106 16,2-7-176-16,-6-5-296 0,0-6-312 0,-2-3-248 15,-5-8-153-15,-1-6 274 0,-3-6 609 16</inkml:trace>
  <inkml:trace contextRef="#ctx0" brushRef="#br0" timeOffset="176480.47">20578 14164 37 0,'1'0'452'0,"-1"0"359"0,2 0 226 15,-1-3 40-15,-1-1-324 0,2-2-235 0,0-6-138 16,4-2-47-16,-2-2-3 0,4-4-25 0,1-3-25 16,1-2-26-16,1-2-28 0,2-3-43 15,1-2-51-15,-1 0-34 0,3-3-29 0,-2 2-19 16,2 3-12-16,-2-1-11 0,0 5-5 0,-1 4-4 16,-3 2-7-16,0 5-4 0,0 3-3 15,-3 5-2-15,2 5 1 0,-3 5 0 0,0 4 1 16,-2 7 0-16,1 2-1 0,-4 7 2 0,1 3-3 15,-1 2-1-15,-1 2-2 0,3 2-3 16,-1 4-26-16,-1-2-74 0,2 2-81 0,1-1-160 16,-3 1-285-16,2-2-334 0,2 1-364 15,-1-2-206-15,0-1 102 0,2 3 671 0</inkml:trace>
  <inkml:trace contextRef="#ctx0" brushRef="#br0" timeOffset="178073.59">20965 17387 61 0,'-7'6'418'0,"0"-1"257"0,-1 1 171 15,0-1 37-15,1-1-387 0,-2 0-219 0,4 0-101 16,2-1-2-16,0-2-5 0,1 1-11 0,1 1 3 16,-1-3-2-16,2 1-10 0,0 1-46 15,0-2-37-15,0 0-24 0,2 1-16 0,-1-1 24 16,4 3 21-16,2-2 24 0,1 3 15 0,2-3 9 16,3 2 9-16,6-1-22 0,3-2-27 15,2 0 1-15,8-2 24 0,4-1 7 0,2-3-7 16,3-1-7-16,5-4-3 0,1 1-20 0,5-2-38 15,4 0-20-15,-1 0-5 0,4 0-2 0,2 0 0 16,3 0 1-16,2 1 6 0,0 2-1 16,1 2-2-16,-1-1-5 0,2 4-3 0,-3 1-10 0,3 0-4 15,-2 1 2-15,-1 2-2 0,-2 2 5 16,2 1 4-16,-2 0 3 0,-1 0 7 0,1 1 1 16,1-1-3-16,-3 1-2 0,3 0-3 0,1-2 61 15,-1 0 26-15,6-5 20 0,-2-2 6 16,1-1 2-16,3-2-10 0,-2-2-50 0,3-1-28 0,-1-1-20 15,2-2-7-15,-5 0-9 0,3 1 2 16,-2 1 2-16,-1-1 6 0,-5 1 3 0,1 1 0 16,-1 1 1-16,-3 0 3 0,-2 2 1 0,-1 2-11 15,-3 0-5-15,1 1 0 0,-4 1-2 0,0 1-4 16,0 0-1-16,-1 0 6 0,0 0 2 0,-1 0 0 16,-2 0 0-16,-1 0 3 0,-3 3-1 15,4-2 0-15,-6-1 7 0,1 1 2 0,1 1 1 16,-2 1 3-16,0-1 0 0,-2 1-1 0,1 0-11 15,-1 0-4-15,0-2-2 0,-2 2-5 16,2 0-1-16,-1-2 0 0,3 1 7 0,-4 0 3 0,1-1 0 16,0 0 1-16,0 0 1 0,-1 0-1 15,0-1 1-15,-1 0 0 0,1 0 0 0,-1 0 8 16,-1 2 3-16,-1-2 0 0,1 3 1 0,-3-2-1 16,0 2 0-16,1 2-8 0,-4-2 0 0,1 3-1 15,-1-2 1-15,0 4 0 0,0-4-7 16,0 2-3-16,1 0-3 0,0 0-1 0,-1-2-2 15,3-1-1-15,-1 2 6 0,0-2 4 0,-1 0 2 16,3-2 1-16,-3 1 1 0,2 0-1 16,-1-1 1-16,0-1 0 0,-1 0 1 0,-1-1-1 0,2 1 6 15,0 0 4-15,-2-1 2 0,-2 2-1 16,1-1 0-16,1 1 1 0,-4 1-8 0,0 0-2 16,-1-1-1-16,1 2 0 0,-1 0 0 0,0 0-1 15,-1 0 2-15,0 2-1 0,-1-1-5 0,-1 2-3 16,3-2-3-16,-2 2 0 0,1 0-2 0,1 2-1 15,-2-2 5-15,3 1 5 0,-2 0 2 16,-1 1 0-16,2 0 1 0,-1-1 1 0,0 2 0 16,-2-1 0-16,3-1-1 0,-3 1 1 0,4-1-2 15,-2 0 0-15,-1 0 1 0,2-1 0 16,-1 1-1-16,1-1 2 0,-2 0 6 0,2 2 2 16,-1-2 2-16,1 0 1 0,-3 1-1 0,4-1-2 15,-1 0-4-15,-2 0-4 0,2 0 1 0,-2 0-1 16,2-1-4-16,0-1-3 0,1-1-2 0,-1 1-2 15,-1-1-1-15,1-1-2 0,-1 1 7 16,1-3 4-16,-1 1 1 0,0 1 1 0,-1-2 0 16,-1 0 0-16,2 0 1 0,-2 0-1 0,0-1 0 15,0 1 0-15,-2-2 0 0,2 2 2 0,-4-1-3 16,2 1 2-16,-2-1-1 0,0 0-1 0,-2 2 1 16,-1-3-1-16,0 2 0 0,0-2 0 0,-3 1 1 15,-1 2 0-15,0 2 0 0,-3-5-1 16,-2 4 0-16,-1 0 1 0,0-1-1 0,-5 0 0 15,0 1-13-15,0 0-20 0,-5-1-46 0,-2 0-56 16,-1 1-59-16,-4-2-119 0,1-1-168 0,-4-2-291 16,0 0-253-16,0-2-232 0,0-2-128 15,0-1 327-15,1-3 547 0</inkml:trace>
  <inkml:trace contextRef="#ctx0" brushRef="#br0" timeOffset="178472.57">27996 16673 98 0,'5'-2'657'0,"-2"4"454"0,-1-2 122 16,-2 1-126-16,0 2-405 0,0 0-320 0,0 0-166 16,0 1-79-16,0 2-33 0,1 0-9 0,4 0-10 15,-4 1-11-15,4 2-11 0,0-1 28 16,1 1 17-16,4 1 5 0,2 1 10 0,0 0 19 15,3 2 6-15,1 1-34 0,1-1-26 0,3 2-16 16,2 0-18-16,0 1-23 0,1 1-13 0,0-2-10 16,0 1-3-16,3 0-4 0,-3-3 2 0,0 1-1 15,0-1-1-15,-1 0 2 0,-1-2 1 16,-4 1 0-16,2 0-1 0,-4-2 1 0,-2 1 1 16,-4 0 0-16,-1-1 11 0,-4 1 7 0,0-1 2 15,-2 2 0-15,-6 0-1 0,-1 2-1 0,-1 1-9 16,-6-2-8-16,0 4-2 0,-2-1-3 0,-5 4-1 15,0-1 0-15,-3 2-6 0,0 3-19 16,-4-3-55-16,2 3-59 0,1-1-67 0,1-3-125 16,1 0-187-16,4-2-302 0,4-5-246 0,4 0-220 15,2-2-81-15,4-5 354 0,3 0 537 0</inkml:trace>
  <inkml:trace contextRef="#ctx0" brushRef="#br0" timeOffset="181512.81">28997 17305 211 0,'-6'-7'470'0,"-4"-1"189"16,-1 2 162-16,-1 3-138 0,0 2-195 0,-2 1-91 15,3 4-36-15,0 2-14 0,-3 5-49 0,3 2-59 16,-1 4-54-16,3 7-37 0,3 4-35 0,-2 2-32 16,5 5-21-16,-1 2-16 0,4 4-12 15,0 0-13-15,4 3-7 0,0 0-6 0,4-2-5 16,2-3 0-16,2-3 0 0,1-6-5 0,4-3 0 16,3-7 3-16,-2-5 0 0,4-5-2 0,-1-7 3 15,5-6 4-15,-3-8-1 0,1-7-2 16,1-6 10-16,1-8 3 0,-3-5 0 0,1-5 4 15,-1-3 9-15,-2 0 3 0,0 0-21 0,-4 1-9 16,-4 5 26-16,0 2 36 0,-4 6 73 0,-1 5 58 16,-3 7 31-16,-4 2 4 0,1 4-31 0,-2 4-39 15,-2 4-58-15,1 4-48 0,-3 5-25 16,0 6-14-16,0 3-6 0,0 3 3 0,-2 5 2 16,-1 5 1-16,2 1 2 0,1 1 0 0,0 1-4 15,3-1-12-15,1-2-4 0,0 1-3 0,3-2-5 16,0-2-1-16,4-1 4 0,1-4 2 15,1-3 1-15,4-3 2 0,1-7 1 0,2-4 1 16,4-5 1-16,1-5-1 0,3-7-3 0,1-3-17 16,2-4-21-16,-1-2-23 0,1-2-20 0,-3 0-21 15,2 0-11-15,-4 2 7 0,-1 2 18 16,-1 2 27-16,-5 2 17 0,1 4 23 0,-2 2 9 0,-4 2 11 16,-2 2 7-16,0 4 0 0,-4 4 4 15,0 3 2-15,-3 3 6 0,-2 3 2 0,-1 3-2 16,0 2 6-16,-2 0 2 0,-1 2 8 0,0 1-3 15,1 2 1-15,-1-1 16 0,2 1-1 0,-2 0 2 16,2 1-8-16,-1 0 1 0,2-1-5 16,2-2-17-16,0-2-8 0,2 1-4 0,3-5-4 15,2-1 0-15,-1-3-2 0,4-1 4 0,0-5 0 16,3-3-1-16,3-5 1 0,-2-1-2 0,3-3 2 16,1-1 7-16,-1-1 2 0,-1-1 5 0,0 2 2 15,-3-1 1-15,1 1-2 0,-5-1-11 0,-1 3-5 16,0 4-2-16,-2 0-4 0,-2 1 2 0,-3 2 0 15,-1 3 6-15,-1 2 9 0,-3 4 4 16,3 1-7-16,-4 3-4 0,-1 3 0 16,1 3-3-16,0 4-6 0,1-2-2 0,-1 4 5 15,2 0-1-15,1 0 2 0,0 0-1 0,4 0-3 16,0-3-5-16,1-1-3 0,3-2-45 0,1-5-55 0,2-3-84 16,2-2-146-16,2-5-241 15,2-5-312-15,2-3-256 0,1-4-180 0,0-3 119 16,2-1 500-16</inkml:trace>
  <inkml:trace contextRef="#ctx0" brushRef="#br0" timeOffset="181847.78">30171 17389 72 0,'-4'-12'744'0,"-5"2"711"16,-1 1 145-16,-1 1-269 0,-5 4-414 0,0 0-392 0,-3 4-192 16,1 2-138-16,0 2-74 0,1 2-41 15,-1 2-25-15,2 0-16 0,3 2-15 0,4 1-12 16,3 2-8-16,4-2-3 0,6-1-2 0,0 1 3 15,9-1 5-15,3-1 1 0,1-2 2 0,5 1 0 16,1 1 1-16,0-1-5 0,2 3-3 16,2-1-6-16,-2 0-5 0,-1 5-1 0,0-1-2 0,-2 1 0 15,-3 3 0-15,-2-2 6 0,-1 2 4 16,-5-1 4-16,1 2 1 0,-6-2 1 0,0-1 2 16,-5 0 4-16,-2-1 5 0,-2 1 4 0,-6-3 1 15,0 2 0-15,-3-1-1 0,-2-1-5 0,-4 1-6 0,-2-1-5 16,-2 1-3-16,-4-3-1 0,1 3-2 15,-2-2 0-15,-2 0-1 0,-1 0-4 0,0-1-13 16,0-3-30-16,0 0-63 0,2-2-82 0,-1-3-153 16,3-3-283-16,-1-3-318 0,2-1-346 0,1-6-254 15,-2-3 70-15,1-6 652 0</inkml:trace>
  <inkml:trace contextRef="#ctx0" brushRef="#br0" timeOffset="183657.91">18061 13847 180 0,'-2'-7'596'0,"-3"1"392"0,-1 0 194 15,-4 0-168-15,-1 0-298 0,0 2-150 16,-2 1-78-16,1 0-78 0,-1-1-68 15,-1 4-56-15,0 0-54 0,0 0-59 0,1 0-63 16,2 0-43-16,-2 4-26 0,4 0-14 16,-4 2-11-16,5 2-7 0,2-1-2 0,1 2-2 15,0 3-2-15,4 0-1 0,1 1 0 16,1 0 0-16,2 0-2 0,2 0 0 0,3 1 0 0,3 0-2 16,0-2 0-16,2 0-1 0,3 0 0 15,0-3 1-15,2-1 0 0,1 2-1 0,1-1 1 16,0-2 1-16,-2-1 0 0,0 0-1 0,0 0 1 15,-6 0 0-15,1 0 1 0,-2 0 0 16,-3 0 1-16,-1 1 2 0,-4 1 3 0,-2 1-1 16,-2 0 0-16,-2 5-1 0,-4-2-2 15,-3 1 2-15,0 3-2 0,-2 2 0 0,0-2 0 16,-2 2-1-16,-1 1 0 0,1-2-3 16,1 2-1-16,-1-1-1 0,3-1 0 0,1-3-4 15,1 0-20-15,1-2-67 0,5-3-63 0,0-3-94 16,3-4-161-16,1-5-307 0,4-5-324 15,2-6-231-15,2 1-168 0,1-10 195 0,-1 1 588 16</inkml:trace>
  <inkml:trace contextRef="#ctx0" brushRef="#br0" timeOffset="183855.97">18280 13841 117 0,'8'-4'676'15,"-2"6"449"-15,-4 4 123 0,1 2-114 0,-3 9-364 16,0 3-246-16,0 6-116 0,0 5-79 15,-3 3-52-15,3 1-47 0,-2 5-59 0,-1 2-62 16,3 1-51-16,-1 1-28 0,2-3-18 0,1-2-8 16,1-7-8-16,2-2-14 0,1-4-67 15,5-8-63-15,-3-6-96 0,3-4-163 16,0-8-297-16,-1-8-325 0,-1-3-230 0,0-5-155 16,-2-5 227-16,-2-3 571 0</inkml:trace>
  <inkml:trace contextRef="#ctx0" brushRef="#br0" timeOffset="184042.34">18226 13741 66 0,'-8'-22'451'0,"-1"2"336"0,1 5 232 15,0 3-18-15,3 2-362 0,-1 4-238 0,3 2-145 16,2 4-96-16,-3 4-79 0,4 2-48 16,4 1-24-16,-1 2-14 0,4 2-20 0,0-1-60 15,2 2-90-15,1 0-116 0,2 4-244 16,0-3-247-16,2 3-172 0,-2 0 23 0,1 2 232 15,0-2 317-15</inkml:trace>
  <inkml:trace contextRef="#ctx0" brushRef="#br0" timeOffset="184415.05">18584 13845 371 0,'12'-2'872'0,"-4"2"292"16,0 2-17-16,0-1-257 0,-2 2-341 0,-1 1-222 15,3 4-98-15,-3 0-21 0,3 0-1 0,-4 4-19 16,3-1-17-16,-1 1 8 0,-1 0-9 16,3 3-27-16,-4-5-18 0,0 5-13 0,0-2-9 15,-2 0-29-15,1 2-21 0,-1 0-12 16,0 2-14-16,-4 1-7 0,0-1-6 0,1 2-4 16,-1-1-3-16,0 0-3 0,-1 0-1 15,3-2-4-15,-1 0 1 0,1-4-1 0,0-1 0 16,0-2-2-16,0-2-1 0,1 1 2 0,1-2-1 15,-1-3-1-15,1 0 0 0,1 0 1 16,2-3 1-16,1 0 1 0,-1 2 0 0,0-2 2 16,1 0-1-16,2 0 0 0,1 3-2 0,-1 0-1 15,2-1 1-15,1 3-1 0,-3 0 1 16,0 0-1-16,0 0 0 0,1 0 1 0,-1-2-1 16,-2 1-8-16,2-2-19 0,0-1-27 15,-2-1-38-15,1-3-51 0,-1-1-52 16,1-2-59-16,0-1-95 0,0-5-134 0,-3 1-216 15,1 0-233-15,0 1-222 0,3-1-108 0,-4 1 261 16,3 0 459-16</inkml:trace>
  <inkml:trace contextRef="#ctx0" brushRef="#br0" timeOffset="185393.67">19000 13841 306 0,'4'-10'583'16,"-2"3"246"-16,0-1 138 0,-1 2-231 15,-1 2-171-15,0 0-108 0,0 4-74 0,0-4-56 16,-1 3-53-16,1-1-50 0,0 2-50 16,1-1-39-16,-1 1-28 0,0 0-21 0,0 1-28 15,2 1-4-15,-2 0 14 0,1 3 29 0,1 3 34 16,-2-1 18-16,4 2 9 0,-4 3-11 0,0 0-26 16,2 2-29-16,0 3-24 0,-2 0-22 15,0 3-10-15,1 1-10 0,-1 0-5 0,2 1-3 16,-1 2-7-16,3 1-1 0,-1-2-4 15,2-1-2-15,-2 2-1 0,3-5-2 0,0-1 1 16,2-2-1-16,0 0-1 0,3-4 0 0,0-1 1 16,1-3 0-16,-2-1-2 0,3-1 0 15,0-3 1-15,1-1 0 0,-3-2-1 0,3 0-1 16,-1-2-1-16,-1-1-3 0,1 0-15 0,-3-3-39 16,1 2-66-16,-5-1-61 0,-1-1-98 15,-2 0-158-15,0-2-242 0,-3 3-281 16,0-1-215-16,-1-1-177 0,-1 3 143 0,-1-4 500 15</inkml:trace>
  <inkml:trace contextRef="#ctx0" brushRef="#br0" timeOffset="185672.62">19031 13890 175 0,'5'-5'747'0,"-3"1"400"0,-1 0 58 0,2-1-146 15,-1-1-444-15,1-1-264 0,3 1-97 16,1-1-19-16,-1 1-5 0,2-1-13 0,3-1-17 16,0 2-35-16,-1-1-47 0,2-1-50 15,1 2-33-15,-1 2-14 0,1-1-9 0,-2 0-5 16,2 3-3-16,0-2-3 0,-3 4-2 16,-2 0-8-16,0 2-54 0,-1 2-54 0,-2 1-96 15,-4 0-160-15,2 0-299 0,-6 4-312 0,0-1-238 16,-2 3-161-16,0-1 230 0,-3 0 567 0</inkml:trace>
  <inkml:trace contextRef="#ctx0" brushRef="#br0" timeOffset="185860.62">19004 14062 23 0,'5'8'474'0,"0"-1"388"16,3-1 205-16,-5 0-27 0,2-1-339 15,3-1-270-15,-2 0-158 0,2 0-74 0,1-1-39 16,1-3-21-16,1-1-17 0,1-3-36 0,0 2-37 16,0-6-19-16,1 3-14 0,1-4-6 15,-3 3-8-15,-1-2-15 0,0 3-59 0,-3-1-131 16,-2 0-195-16,-2 0-283 0,-1 2-269 16,-2-1-223-16,-2 0 29 0,-3 3 394 0</inkml:trace>
  <inkml:trace contextRef="#ctx0" brushRef="#br0" timeOffset="186200.73">18479 14059 91 0,'-3'6'562'16,"2"0"380"-16,-3-1 153 0,1 1-68 15,3-2-418-15,0 1-270 0,3-1-140 16,1-1-55-16,0 1-22 0,5-2-2 0,1 0-3 16,3-2-3-16,3 0-20 0,-2-4-30 0,6-1-20 15,-2-1-20-15,4-2-8 0,2 1-10 16,-2-3-5-16,0 0-8 0,0 1-56 0,-1-1-132 15,-4 0-248-15,0 3-270 0,0-2-269 16,-4 1-229-16,-1 2 41 0,-3 0 443 0</inkml:trace>
  <inkml:trace contextRef="#ctx0" brushRef="#br0" timeOffset="187147.14">19580 13614 114 0,'1'-5'404'0,"3"2"247"0,-4 0 214 0,1 0-53 15,-1 0-145-15,-1 0-119 0,1 2-86 16,-4-2-66-16,3 2-60 0,-2-3-30 0,-1 3-9 15,0-2 6-15,2 1-15 0,-2 0-24 16,0 2-31-16,0 0-46 0,0-2-51 0,-1 0-45 16,1 2-28-16,-2 0-14 0,3 0-10 0,-4 0-9 15,2 0-6-15,0 0-5 0,1 2-4 0,-4 0-5 16,3-2-3-16,-3 4-2 0,0 0-2 16,-1 2-3-16,3 0 0 0,-2 2-1 15,1 1-1-15,-2-1 0 0,4 3 0 0,-1 1 1 16,-1 1-2-16,3 0 2 0,-1 0 0 15,2 0 0-15,1 4 1 0,-1-4 0 0,3 1 0 16,-1 1-1-16,1 1 1 0,-2 1 0 16,2-4 0-16,0 4 0 0,2 0 2 0,-2-1 0 0,0 1-1 15,1 1 0-15,-1-2 1 0,0 2-1 16,2 0-1-16,-2 1 1 0,1-2 0 0,1 3 0 16,0 1-1-16,-1-2 0 0,5 1 0 0,-3-1-1 15,4-2 0-15,-1 4-1 0,2-5 0 16,1 1-1-16,1-3 1 0,1 1 1 0,2 0-2 15,-2-2 2-15,3-3-1 0,-1 0-1 16,2 0 1-16,0-3 0 0,0-2 0 0,3-1 0 16,-1-3 1-16,1-1 1 0,1-1-1 15,-2-3-1-15,0-1-1 0,2-1-9 0,-3 0-30 16,0-1-71-16,-2 1-72 0,-1-2-129 16,-2 2-221-16,-3 0-317 0,0-1-329 0,0-1-224 0,-4 2-74 15,1-1 452-15,-3 0 606 0</inkml:trace>
  <inkml:trace contextRef="#ctx0" brushRef="#br0" timeOffset="187730.01">19773 14005 191 0,'-3'-3'715'0,"-1"2"413"0,-1-1 98 15,1 0-177-15,-1 1-367 0,2 0-193 16,2 1-103-16,-1-2-68 0,0 2-47 16,2-2-39-16,-1 0-47 0,1-3-61 0,1 1-51 15,3-4-36-15,-1-2-19 0,3-3-9 16,-2-2-7-16,5 1-1 0,-1-3-1 0,-2-1 0 15,3 2-2-15,1-1 3 0,-4 2 1 16,2 0 3-16,-2 3-2 0,-1 4-2 0,-2-3 3 0,0 6 4 16,1 1 4-16,-1 0 2 0,-1 3 12 15,1 2 5-15,1 4 2 0,-1 1-3 0,0 0-3 16,2 5-2-16,-2 1-10 0,1 0-4 0,1-1-3 16,-1 1-2-16,1 1-2 0,1-2 0 0,-1-1-1 15,0 0-2-15,0-2-1 0,-1-4-1 16,2 2-1-16,-1-5 1 0,2 1 1 0,-3-4 0 15,4-2 2-15,-2-3 2 0,1-4-1 16,-1 0 1-16,1-3-1 0,-1-2 0 16,2 2-2-16,-4-1-1 0,1 1 0 0,-2 1 1 0,1 0-2 15,-3 5 2-15,2-2 2 0,-3 5 4 16,2 0 3-16,-2 1 2 0,2 2 1 0,-2 4 0 16,-2 1-2-16,2 1-3 0,0 3-4 15,-2 3-2-15,2-2-1 0,0 5 0 0,0-2 0 16,2 0-1-16,0 0-1 0,-1-1 0 15,4-1 1-15,-4 0-1 0,-1-1-1 0,3-1 0 0,1 1 0 16,-3-4-2-16,1 1-3 0,1-1-22 16,-1-1-58-16,-1-1-67 0,3-2-94 15,-4-2-161-15,3-1-290 0,1-1-315 0,1 1-258 16,0 0-171-16,-1-2 161 0,1 0 586 16</inkml:trace>
  <inkml:trace contextRef="#ctx0" brushRef="#br0" timeOffset="188335.76">20122 13834 78 0,'0'0'611'0,"-3"0"459"16,0 2 176-16,0-2-88 0,0-2-360 15,-1 2-258-15,3-3-141 0,-1-1-81 0,0-4-45 16,2-3-42-16,2-3-49 0,1-3-42 0,2-2-41 16,0-2-29-16,3-5-18 0,1-1-9 15,1-1-5-15,-1-1-7 0,2 2-4 0,-1 4-1 16,-2-1 0-16,-2 7 1 0,2 2 2 16,-3 3 0-16,-2 3 0 0,0 0-1 0,0 7-3 15,-1-3-4-15,1 10-4 0,-1 0-3 0,-1 3-4 16,4 4-1-16,-4 2-3 0,2 3 1 15,1 2-1-15,-3-2-2 0,2 0 0 0,1 0 0 16,1-2-1-16,-1 0-2 0,1-1-2 16,-1-4 1-16,1-1 0 0,0-1-2 0,2-4 1 15,-1-1 1-15,3-5 1 0,-1-2 0 16,0-3 1-16,4-4 1 0,-2-4-2 0,0 0 1 0,1-4-1 16,-2 1 0-16,-1 0 1 0,1 0-1 15,-2 4 1-15,-2 2 0 0,-1 2 0 16,0 2-1-16,-3 2 0 0,2 4 0 0,-3 2-1 0,2 2 0 15,-2 4 0-15,-2 3 0 0,2 3 0 16,-1 0 0-16,-1 3 0 0,2 0-1 16,0-2 0-16,0 3 0 0,3-3-1 0,-1-1 1 15,1-1-1-15,2-2 1 0,-2-3-2 16,2-2 2-16,-1-1 0 0,3-2 0 0,-1-2 1 0,2-3 0 16,-2-2 1-16,2-4 1 0,0 2-1 15,1-3 0-15,-2 2-1 0,-1 0 0 0,-1 0-1 16,3 1 0-16,-4 1 1 0,1 3 0 15,-1 0-2-15,-1-2-1 0,0 6 0 0,0-2-5 16,-1 4-11-16,-1-2-23 0,-1 2-52 0,2 3-71 16,-4-2-93-16,2 0-164 0,-1 0-278 15,-1 0-320-15,1-3-277 0,-1-2-181 0,0-1 148 16,2-3 608-16</inkml:trace>
  <inkml:trace contextRef="#ctx0" brushRef="#br0" timeOffset="188822.21">20471 13216 35 0,'-4'-14'560'0,"-1"1"494"16,1 2 245-16,0 3-11 0,1 2-314 15,0 1-307-15,1 1-209 0,2 1-122 0,0 1-85 16,0 2-81-16,3 0-70 0,1 2-49 0,1 1-23 16,4 0-13-16,-1 0-6 0,1 1-4 15,1-3-1-15,1 3-1 0,2-3-2 0,-3 0-1 16,3-1 1-16,-3 2 1 0,2-2-1 15,-2 0-1-15,-1 2 3 0,2-2-2 0,-3 1-1 16,0-1 1-16,-1 0 0 0,0 0 0 16,0 0-1-16,-3 0 2 0,1 0-1 0,-1 0 0 15,0 0-1-15,1 0 2 0,-1 0-2 0,0 0 0 16,-1 0 2-16,0 1 0 0,2 1 0 16,-2 1-1-16,5 3 1 0,-5-1 1 0,0 3 0 15,2 2-1-15,-2 1 2 0,0 6-3 0,1 0 1 16,-3 3-2-16,2 1 0 0,-1 2 1 15,1 3-1-15,-2 0 2 0,1 2 5 0,-1 2 3 16,-1-2 1-16,2 4 0 0,-2-2 0 16,0 1 0-16,2 0-5 0,-2-3-2 0,0 0 0 15,-2-3 4-15,2-5 7 0,-2 1 7 0,-1-3 12 16,-1-2 7-16,-1-5 5 0,0 0 1 16,-3-4-4-16,0 1-5 0,-2-2-9 0,-2-4-7 15,-2 3-6-15,-2-5-6 0,1 0-5 0,-3-3-2 16,-2 1-1-16,2 1-3 0,-1-2-1 15,0 0-1-15,3 0-9 0,2-1-16 0,2 0-46 16,2 0-79-16,-1 0-113 0,6-1-178 0,0 1-300 16,5 1-346-16,0 1-335 0,2 2-147 0,1 0 300 15,1 0 651-15</inkml:trace>
  <inkml:trace contextRef="#ctx0" brushRef="#br0" timeOffset="190241.3">20716 14683 219 0,'-3'3'539'0,"2"2"271"0,-4-3 133 0,4 2-213 16,-1-2-267-16,2 1-167 0,0-1-76 16,2 2-26-16,4-2-3 0,-2 2 12 0,5-2 7 15,0 0 13-15,5-1-22 0,1-1-39 0,3 0 9 16,2-1-2-16,3-2-14 0,2 0-13 0,1-3-17 15,0 2-8-15,1-5-46 0,-1 5-35 16,1-5-16-16,-2 1-11 0,-1 2-4 16,-2 1-6-16,-1 0-1 0,-3 3-1 0,-2-2-2 15,2 3 1-15,-4 1-44 0,-2 0-47 16,1 1-104-16,-2 3-173 0,-1-2-292 0,-2 4-310 0,-2-2-251 16,2 2-148-16,0-1 292 0,-2 1 562 15</inkml:trace>
  <inkml:trace contextRef="#ctx0" brushRef="#br0" timeOffset="191517.98">21985 14622 91 0,'-7'-4'553'15,"0"4"402"-15,0-2 202 0,-1 2-50 16,3 2-422-16,-1 1-272 0,0-1-140 0,3 2-91 16,0 3-57-16,-1 0-40 0,4 4-16 15,0-1-14-15,4 2-15 0,-1 0-14 16,0 0-10-16,5-1-7 0,0-2-3 0,-2 0 0 0,2-3-2 16,1-2-4-16,1 0-4 0,0-2 2 15,-1-2-3-15,-3-2 0 0,1 0 3 0,-3-3 14 16,1-2 33-16,3-1 57 0,-7-2 66 15,2 3 38-15,-3-4 14 0,0 3-6 0,-3 1-30 16,-1-3-47-16,-1 3-49 0,-3 3-33 16,2-2-20-16,-2 1-17 0,-1 2-7 0,-1 2-5 15,2 1-6-15,-1 0-2 0,2 1-3 0,-1 1-3 16,3 2-17-16,1-1-58 0,-1 2-59 16,2-1-98-16,1 1-156 0,4-1-288 0,1 0-317 15,3 0-252-15,1-4-183 0,1-2 193 0,-2-1 568 16</inkml:trace>
  <inkml:trace contextRef="#ctx0" brushRef="#br0" timeOffset="193405.55">24007 15277 234 0,'0'0'821'16,"-3"2"377"-16,0-1 15 0,0 2-157 0,-2 1-479 16,2 2-242-16,-1 0-104 0,3 3-39 15,-3-2-19-15,4 1-21 0,-1-1-20 0,1-3-24 16,1 0-37-16,-1-1-35 0,4 1-17 15,-1-3 13-15,0-2 24 0,0-1 9 0,2-1 4 16,-2-3 7-16,2-1-1 0,-4-1-20 0,2 2-1 16,-1-1-1-16,-2 3 0 0,0-1-3 15,0 1 0-15,-2 2-3 0,1 0-19 0,-1 0-15 16,2 4-8-16,-1 0-6 0,1 0-5 16,1 3-12-16,2 1-51 0,2 0-62 0,2 0-71 15,2 2-132-15,5-1-224 0,2 0-314 0,3 1-266 16,2 0-206-16,0-2-23 0,2 0 451 15</inkml:trace>
  <inkml:trace contextRef="#ctx0" brushRef="#br0" timeOffset="194808.05">27169 16374 295 0,'0'3'762'0,"-1"3"338"16,-4-1 54-16,0 5-227 0,0-2-357 15,-1 3-213-15,1 1-120 0,2 1-69 0,0 0-45 16,1-3-29-16,1 1-28 0,1-4-18 0,1 1-16 15,1-6-13-15,1 1-7 0,2-3 0 16,1-4 14-16,-1-2 3 0,1-3 4 0,1-1 4 16,-2-3-3-16,-1-1-2 0,4 0-11 0,-5 0-7 15,0 3 0-15,0-2 3 0,-1 4 33 0,0-1 20 16,-2 4 12-16,0 2 4 0,-2-1-4 16,0 2-11-16,1 1-26 0,-1 2-23 0,-1 2-17 15,1 1-7-15,1-1-2 0,-2 4-33 0,-2-1-44 16,4 1-35-16,-2 1-62 0,1-1-116 0,0 0-175 15,1 0-269-15,1 0-237 0,0 0-234 16,0 0-45-16,0-1 337 0,1 0 473 0</inkml:trace>
  <inkml:trace contextRef="#ctx0" brushRef="#br0" timeOffset="195736.07">27183 15964 305 0,'2'2'514'0,"-1"-2"188"15,-1 2 52-15,-1 2-214 0,1 1-143 0,0 2-40 16,-2 2-3-16,2 2-2 0,-1 2-7 16,1 3-40-16,0 3-47 0,-2 2-59 0,-1 2-53 15,3 3-43-15,-1 2-32 0,-1 2-22 0,1 2-13 16,1 1-14-16,-4 1-4 0,4-2-5 0,0 0-5 15,0-1-3-15,2-1-3 0,0-3 1 16,-2 1-3-16,3-2 0 0,-3-2-2 0,1-2-6 16,-1 1-12-16,0-3-25 0,0 2-52 0,-3-5-91 15,-2 1-113-15,4-1-157 0,-4-3-279 16,0-1-242-16,2-1-121 0,0-3 116 0,-3-1 336 16</inkml:trace>
  <inkml:trace contextRef="#ctx0" brushRef="#br0" timeOffset="196072.72">26935 16762 133 0,'-2'3'489'0,"0"0"299"16,0 2 162-16,0-2-114 0,4 1-245 0,2-1-143 15,0 1-79-15,0 2-63 0,4-1-30 16,0 1-17-16,5 0-32 0,1 1-46 0,0 0-42 0,2 0-23 16,3-1-27-16,-1 2-21 0,1-2-29 15,1-1-16-15,-2 1-8 0,0-1-9 0,-2 0 0 16,3-1-3-16,-3-1 3 0,1-1-3 0,-1-2-15 15,-2-2-32-15,-2 2-37 0,0-5-106 0,-4 1-166 16,-1-2-299-16,-3 0-275 0,2 0-246 16,-3-1-152-16,-3-2 286 0,0-2 523 0</inkml:trace>
  <inkml:trace contextRef="#ctx0" brushRef="#br0" timeOffset="196374.5">26970 15720 154 0,'1'-7'695'15,"1"5"407"-15,-2 0 99 0,2 2-124 16,-1 3-435-16,2 0-276 0,2 2-140 0,3 2-77 15,5 1-42-15,-2 0-25 0,3 1-24 16,0-2-19-16,3-1-13 0,0 2-10 0,0-4-5 16,-3 0-4-16,3-2-4 0,-1-1-1 15,3-1-1-15,-3-1-3 0,1-2-15 0,1-2-24 16,-2-1-70-16,-2-1-127 0,-1-3-181 0,-4 4-293 16,0-4-264-16,-2 1-219 0,-4 2 42 15,-5-1 388-15</inkml:trace>
  <inkml:trace contextRef="#ctx0" brushRef="#br0" timeOffset="197268.49">23990 14959 352 0,'3'-3'690'16,"-2"2"276"-16,3-2 87 0,-3 3-293 16,-1-2-211-16,2 2-140 0,-1 2-101 0,-1 0-51 15,2 2-17-15,1 1-14 0,-2 2-7 16,-1 2 1-16,2-1-2 0,-1 7-13 0,1-1-31 15,0 3-30-15,-1 4-29 0,1 2-29 16,0 5-25-16,1 0-20 0,0 2-10 0,-1 2-10 0,1 0-10 16,0-1-4-16,1 0-4 0,1 1-2 15,2-1-2-15,-3 0 0 0,1-2 0 16,2-4-2-16,-1 0-2 0,0-4-26 0,-1-3-55 16,0-5-61-16,0-3-56 0,-2-1-84 15,-2-8-133-15,2-2-138 0,-6-5-178 0,2 0-219 16,-2-4-205-16,-4 1-43 0,-1-3 272 0,-3 2 414 15</inkml:trace>
  <inkml:trace contextRef="#ctx0" brushRef="#br0" timeOffset="197542.51">23763 15570 29 0,'5'17'390'0,"2"0"274"0,-3 2 190 0,4-5 105 16,5 0-279-16,-2-3-165 0,5 0-95 16,-2-3-60-16,3-2-26 0,2-2-58 0,2-2-65 15,-1-2-61-15,3-3-41 0,0-2-29 16,-1-1-26-16,2-2-17 0,-2-2-19 0,0 0-9 16,-1-1-1-16,-2 1-3 0,0-1-1 0,0 2-9 15,-3 1-8-15,-2-1-24 0,-1 3-47 16,-4-1-101-16,0 1-161 0,-1 2-294 0,-3-3-269 15,-2 3-248-15,2 1-116 0,-5-1 292 0,2 0 494 16</inkml:trace>
  <inkml:trace contextRef="#ctx0" brushRef="#br0" timeOffset="197844.4">23868 14796 96 0,'-3'-5'607'0,"-1"3"425"0,3 0 141 16,-1 2-103-16,5 0-416 0,1 2-267 0,4-1-156 16,4 3-91-16,2 1-39 0,8 1-22 15,1-2-14-15,2 2-31 0,5 0-20 0,-1-1-7 0,2-2-7 16,-1-2-3-16,0-1 0 0,2-1 6 15,-2-2 0-15,0-2-1 0,-2-1-6 16,-2 0-54-16,-3-1-132 0,-3-1-219 0,-5-1-278 16,0 1-269-16,-5 2-230 0,-3-1 12 15,-6 1 420-15</inkml:trace>
  <inkml:trace contextRef="#ctx0" brushRef="#br0" timeOffset="198712.61">21852 14344 43 0,'4'-5'262'0,"0"1"150"0,1 0 114 0,-4 0-26 16,2 1-109-16,1 2-80 0,-3-1-30 15,-1-1 2-15,2 3 9 0,-1-2 11 16,4 2 5-16,-4 0 0 0,-1 0 1 0,3 0-13 15,-1 0-29-15,0 5-24 0,1-2-9 0,0 6 8 16,4-1-7-16,-3 4 4 0,2 3-6 0,1 3-19 16,-1 4-28-16,1 1-37 0,-1 4-34 15,2 2-37-15,-4 4-26 0,1 1-15 0,2 2-13 16,-2 1-10-16,-1 2-5 0,2-1-3 16,-1-1-4-16,0 1 0 0,0-3-1 0,0-2-2 15,-1-5-2-15,5-2-1 0,-4-4-1 16,3-2-8-16,-3-5-33 0,3-3-48 0,-5-2-55 0,0-4-53 15,-1-1-70-15,-2-5-113 0,0 0-114 16,-4-2-159-16,0-3-228 0,-4 3-226 16,2-3-113-16,-4-1 191 0,-1 1 417 0</inkml:trace>
  <inkml:trace contextRef="#ctx0" brushRef="#br0" timeOffset="198938.12">21749 15066 48 0,'5'8'424'0,"-2"-1"280"0,3-1 175 15,1 0 73-15,1 0-295 0,1 0-173 16,5 0-92-16,1-2-54 0,2 1-24 0,2-4-53 16,2 0-73-16,2-1-64 0,1-2-44 0,1-3-24 15,-1-1-19-15,5-3-18 0,-4 0-7 0,2-1-6 16,-4-3-1-16,0 2-4 0,-1-3-8 15,0 1-16-15,-5-1-45 0,0 0-129 16,-4 1-220-16,0 0-284 0,-5-2-269 0,0 1-244 16,-2 0-40-16,-5-1 433 0</inkml:trace>
  <inkml:trace contextRef="#ctx0" brushRef="#br0" timeOffset="199200.24">21694 14200 182 0,'-2'-10'783'0,"-1"-3"409"0,2 5 44 0,-3-2-165 16,4 2-443-16,5 0-305 0,2 1-146 15,3 1-50-15,6 0-12 0,5 1-7 0,2 2-3 16,3 1-15-16,4 0-9 0,1 2-24 0,2 0-27 15,2 0-13-15,0 3-7 0,-2 0-10 16,2 1-27-16,-1 1-37 0,-3 1-112 0,-1 1-206 16,-1 0-289-16,-6 3-288 0,2-1-265 0,-7-2-140 15,3 3 356-15,-4-2 575 0</inkml:trace>
  <inkml:trace contextRef="#ctx0" brushRef="#br0" timeOffset="204263.38">21074 17256 100 0,'0'0'164'0,"0"0"25"0,0 0 5 15,0 0-15-15,0 0-35 0,-1 0-32 0,1 0-40 16,0 0-26-16,0 0-22 0,0 3-11 16,0-3-6-16,-2 0-3 0,2 1-2 0,0-1 0 15,0 2 3-15,0-2-3 0,0 0 0 0,0 0-2 16,0 0 0-16,0 1 0 0,0-1 0 15,0 2 0-15,0-2 0 0,0 0 0 16,2 2 0-16,-2-2 0 0,0 0 0 0,0 0 0 0,1 0 0 16,-1 2-2-16,0-2 2 0,0 0 2 0,0 2-2 15,0-2 0-15,0 2 0 0,0-2 0 16,0 0 0-16,0 0 0 0,0 0 6 0,2 0 9 16,-2 1 5-16,0-1 10 0,0 0 6 0,0 0 2 15,0 0-5-15,-2 0-3 0,2 0-5 16,0 0-5-16,-1 0-7 0,1 1-1 0,0-1-1 15,-2 0 3-15,2 0-1 0,-2 0 3 0,2 0-3 16,0 0 3-16,0 2-2 0,-1-2-3 0,-1 0-3 16,2 0 0-16,0 0 2 0,0 0-7 0,0 0-1 15,0 0 4-15,0 0-2 0,0 0-2 16,0 0-2-16,0 0 4 0,0 0-2 0,0 0-2 16,0 0 2-16,0 0-2 0,0 0 2 0,0 0 0 15,0 0-2-15,0 0 0 0,0 0 0 0,0 0 2 16,0 0-2-16,0 0 2 0,0 0 4 0,0 0-2 15,0 0-2-15,0 0-1 0,0 0 1 0,-1 2 0 16,1-1-2-16,0-1 2 0,-2 0 0 16,0 1 0-16,2-1 0 0,0 2-2 0,0-2 2 15,0 0-2-15,0 1 0 0,0-1 0 0,-1 0 0 16,1 2-2-16,0-2 4 0,0 1 2 0,0-1-2 16,0 0-2-16,0 0 0 0,0 0 4 15,0 0-4-15,0 0 2 0,0 0-2 0,0 0 6 16,0 0 2-16,0 0-3 0,0 0 3 15,0 0 0-15,0 0 0 0,0 0 4 0,0 0-2 16,0 0-1-16,0 0 3 0,0 0 2 0,0 0 0 16,0 0-1-16,0 0 1 0,0 0-2 0,0 0 0 15,0 0-2-15,-2 0-5 0,0 0 3 0,2-1-4 16,0 1 4-16,-1 0 4 0,1 0 0 16,-2 0-1-16,2-2 3 0,0 2 2 0,0 0-2 15,-1 0 0-15,1 0-3 0,0 0 1 0,-3 0 0 16,3 0-6-16,-2 0 4 0,2 0-3 0,0 0-1 15,-1 0 0-15,1 0-2 0,-2 0 0 0,2 0 0 16,0 0-2-16,0 0 0 0,0 0 0 16,0 0 0-16,0 0-2 0,0 0 0 0,0 0 0 0,0 0 0 15,0 0 0-15,0 0 0 0,0 0 2 16,0 0-2-16,0 0 0 0,0 0 0 0,0 0 0 16,0 0 0-16,0 0 0 0,0 0 0 15,0 0 0-15,0 0 0 0,0 0 0 0,0 0-2 16,0 0 0-16,0 0 0 0,0 0 0 0,0 0 0 15,0 0 0-15,-1 2 2 0,1-1 2 0,0-1-2 16,0 1 2-16,-2 1 0 0,2-2 0 0,-2 0-2 16,2 2-2-16,0-2 2 0,0 0-2 15,0 1 0-15,0-1 2 0,0 2-2 0,0-2 2 16,0 0-2-16,0 1 2 0,0-1 0 16,0 2-2-16,0-2 2 0,0 0 0 0,0 0 0 0,0 0 0 15,0 1-2-15,0-1 0 0,0 0 2 16,0 0 0-16,0 0 0 0,0 0 2 0,0 0-2 15,0 0 2-15,0 0-2 0,0 0 2 0,0 0-2 16,0 0-2-16,0 0 2 0,0 0 2 0,0 0-2 16,0 0 0-16,0 0 0 0,0 0 0 15,0 0 2-15,0 0-2 0,0 0 2 0,0 0 0 16,0 0 4-16,0 0-2 0,0 0 2 0,0 0 0 16,0 0 7-16,0 0-3 0,0 0-2 0,0 0 2 15,0 0-4-15,0 0-3 0,0 0 1 16,0 0-4-16,0 0 4 0,0 0-2 0,0 0 2 15,0 0 2-15,0 0 0 0,0 0 0 0,0 0 0 16,0 0 1-16,0 0 1 0,0 0-2 0,0 0 2 16,0 0-2-16,0 0-2 0,0 0 0 0,0 0 1 15,0 0-1-15,0 0 2 0,0 0-2 16,0 0 0-16,0 0 0 0,0 0 0 0,0 2-2 16,0-2 0-16,0 0-2 0,0 0-2 0,0 0 2 15,0 0 0-15,0 0-2 0,0 0-2 0,0 0 4 16,0 0 2-16,0 0 0 0,0 0-2 0,0 0 0 15,0 0 0-15,0 0 0 0,0 0-2 16,0 0 0-16,0 1-2 0,0-1 4 0,0 0 0 16,0 0 0-16,0 0 0 0,0 0 0 0,0 0 2 15,0 0-2-15,-1 0 4 0,1 2-2 0,-2-2 0 16,2 0 0-16,0 0 4 0,0 0-3 16,0 0-3-16,0 0 2 0,0 0 2 0,0 0 2 15,0 0 2-15,0 0 2 0,0 0 1 0,-2 0-3 16,2 0 2-16,0 0 1 0,0 0-7 0,0 0 2 15,0 0 2-15,0 0 0 0,0 0-5 16,0 0 3-16,0 0 4 0,0 0 0 0,0 0 1 16,0 0 1-16,0 0 3 0,0 0-1 0,0 0-1 15,0 0 1-15,0 0-1 0,0 0 2 0,0 0-1 16,0 0-3-16,0 0 1 0,0 0-3 16,0 0 1-16,0 0 1 0,0 0-1 0,0 0 3 15,0 0 0-15,0 0-1 0,0 0-3 0,0 0 3 16,0 0-1-16,0 0-3 0,0 0 1 0,0 0-1 15,0 0-1-15,0 0-1 0,0 0-3 16,0 0 1-16,0 0-2 0,0 0 0 0,0 0 2 16,0 0-2-16,0 0 1 0,0 0 1 15,0 0-2-15,0 0 2 0,0 0 0 0,0 0-1 0,0 0 1 16,0 0 4-16,0 0-1 0,0 0 2 0,0 0 1 16,0 0-5-16,0 0 1 0,0 0-2 15,0 0-2-15,0 0-2 0,0 0-2 0,0 0 0 16,0 0 2-16,0 0 0 0,0 0 0 0,0 0 0 15,0 0 0-15,0 0 2 0,0 0-2 0,0 0-4 16,0 0 4-16,0 0-2 0,0 0 0 16,0 0 2-16,0 0 0 0,0 0 0 0,0 0 0 15,0 0 0-15,0 0 2 0,0 0-2 0,0 0 0 16,0 0 0-16,0 0 0 0,0 0-2 16,0 0 0-16,0 0 2 0,0 0 0 0,0 0 0 15,0 0 0-15,0 0 2 0,0 0 0 0,0 0-2 16,0 0 0-16,0 0-2 0,0 0 2 0,0 0 0 15,0 0 0-15,0 0 0 0,0 0 0 0,0 0 0 16,0 0 0-16,0 0 2 0,0 0-2 0,0 0 0 16,0 0 2-16,0 0 0 0,0 0-2 15,0 0 0-15,0 0 0 0,0 0 0 0,0 0 0 16,0 0 0-16,0 0-2 0,0 0 0 0,0 0 2 16,0 0 0-16,0 0 0 0,0 0 0 0,0 0 0 15,0 0 2-15,0 0 0 0,0 0 0 16,0 0 0-16,0 0-1 0,0 0-1 0,0 0 0 15,0 0-3-15,0 0 1 0,0 0 0 0,0 0 0 16,0 0-2-16,0 0 4 0,0 0 2 0,0 0-2 16,0 0-2-16,0 0 2 0,0 0 2 0,0 0 0 15,0 0-2-15,0 0-2 0,0 0 2 16,0 0 0-16,0 0 0 0,0 0-2 0,0 0 2 16,0 0 2-16,0 0-2 0,0 0 0 0,0 0-2 15,0 0 2-15,0 0 0 0,0 0 0 0,0 0-1 16,0 0-1-16,0 0-2 0,0 0-2 15,0 0 3-15,0 0-3 0,0-2 2 0,0 2 2 16,0-1 0-16,0-1 2 0,0-1 0 0,2-1 0 16,-2-1-1-16,2-2 1 0,-1 0-6 15,3-3-9-15,-3 1-13 0,2-3-18 0,3 0-16 16,-3-1-22-16,2-2-16 0,0-2-11 0,2 0-16 16,-3-2-26-16,2 0-63 0,2-5-106 0,-3 3-99 15,3-5-3-15,1-2 68 0,-1-1 108 16</inkml:trace>
  <inkml:trace contextRef="#ctx0" brushRef="#br0" timeOffset="206009.16">21732 15196 6 0,'-2'2'18'0,"0"-2"-7"0,0 1-4 16,0 1-4-16,0-1-3 0,2-1 0 0,-1 2-1 16,-1-1 1-16,1 1-2 0,1-1-1 0,-2-1-1 15,0 1-3-15,1 2-5 0</inkml:trace>
  <inkml:trace contextRef="#ctx0" brushRef="#br0" timeOffset="-209388.42">893 13952 264 0,'1'4'450'0,"-1"-4"172"0,0 0 24 0,0 0-184 15,0 0-123-15,0 0-57 0,0 0-23 16,0 0-2-16,2 6 9 0,-2-6 1 0,3 3-19 16,-3-3-38-16,4 3-43 0,-4-3-45 15,0 0-43-15,0 0-35 0,3 3-22 0,3-2-14 16,0 2-1-16,0 0-2 0,4 0-2 15,1 0 5-15,0 2 0 0,2-3 4 0,4 2 29 16,0 0 23-16,1-1 15 0,2 0 1 16,1 1 2-16,1 1-5 0,2-3-12 15,-1 1-16-15,3-2-8 0,-4-1 7 0,3 0 5 16,-1 0 5-16,1-1-12 0,-4 1-6 0,3-3 1 16,-2 3-26-16,0-2-19 0,-1 2-6 0,1-3-9 15,-2 1-4-15,1 1-2 0,1-2 12 0,0 1 10 16,-1 1 3-16,1 0 3 0,1-1 4 0,1 0 65 15,4 1 48-15,0 1 23 0,0 0 6 0,0 0 0 16,1 0-6-16,-4-1-56 0,2 1-41 0,0 0-21 16,-2 0-10-16,-1 0-8 0,1 0 0 15,-1 0-2-15,1 0 0 0,2 0 1 0,-3 0 9 0,1 0 3 16,2 0 0-16,0 0 0 0,0 0 1 16,-1 1 1-16,3-1-15 0,-1 1-7 0,1-1-2 15,0 0-3-15,2 2 1 0,-1-2-2 0,3 0 9 16,0 0 4-16,0 0 0 0,2-2 3 0,-1 2-4 15,0 0 0-15,1-1 1 0,0 0 1 0,0-3 0 16,3 3-3-16,-2-2 3 0,0 0 1 16,1 2 4-16,-1-2 1 0,2 1 1 0,-3-1 0 15,1 2 2-15,1-1-1 0,-2 2-3 0,-1-1-11 16,1-1-3-16,1 1-3 0,-1-1-1 0,0 2-2 16,0-2-2-16,1 0 7 0,-1 0 6 15,1 0-1-15,0-2 1 0,1 2 0 0,-2-3 0 16,0-1 0-16,0 4-2 0,1-4 0 0,0 3 8 15,-1 0 2-15,0 0 0 0,-2 1 1 0,2 1 0 16,-2 1 0-16,2 0-6 0,-2 1-1 16,3 1-1-16,-1 0 4 0,-2-1 0 0,4 2 3 15,-3 0-11-15,3-2-2 0,2 4-3 0,-3-5-5 16,4 0-2-16,0 2-2 0,1-2 7 16,-2 0 4-16,1 0 9 0,2 0 5 0,0-2 2 15,-1 2 0-15,3 0-1 0,-3-3-1 16,2 3-10-16,-1 3-2 0,1-3 1 0,-2 2 1 0,2 1 2 15,-2 1 1-15,2 2 4 0,-2 0-8 16,3 0-4-16,0 2-4 0,-1-2-1 0,1 1-1 16,1-1-3-16,-1 0 5 0,0-2 14 15,-1 2 3-15,3-1 3 0,-2 0 0 0,3-1-2 16,-4 0 2-16,4 2-7 0,-2 0-1 16,0-1 0-16,0 1 1 0,-1 0 1 0,0 3 1 0,1-2-10 15,1 1-3-15,-2 1-4 0,0-3-1 16,1 1 0-16,0 0-1 0,-2 0 15 0,-2-1 6 15,3-1 3-15,-2-1 1 0,-2 1-1 16,2-2-2-16,-1-1-8 0,-3 2-6 0,4-2 1 16,-4 0 0-16,2 1 3 0,-1-2 3 15,-1 1 1-15,0 1 5 0,-1-2 0 0,-1 4 0 16,3-3-11-16,-2-2-5 0,1 5-2 16,0-4-5-16,1 0-1 0,-2 0 0 0,-1 2 16 15,2-3 7-15,-3 0 5 0,4-3 1 0,-4 2 2 16,3 0-2-16,-3-2-9 0,3 0-5 15,-2 1-4-15,2-4-1 0,-3 1 2 0,1 3 4 0,-1-3 3 16,4 2 2-16,-4-1 3 0,3 1 1 16,0 1-2-16,0-1 0 0,0 3-3 0,0 0 1 15,2 0-4-15,-1 0 0 0,0 0 0 16,1 2 0-16,0-1 0 0,-1-1-2 0,2 0-1 16,-1 2-4-16,-2-2-1 0,4 0-2 15,-2 0-1-15,0 0 4 0,0-2 2 0,0 1 4 16,0-1 1-16,1 2 4 0,-2-1 1 15,1 1 1-15,2 0-2 0,-2 0-1 0,1 1-1 0,-1 1 1 16,1-1-2-16,-2 2-3 0,-2 0 0 16,1 0-1-16,1 0 0 0,-2 0-1 15,-1-1-1-15,2-1 0 0,0 0 1 0,-2-1-2 16,1 0 3-16,-1-1-1 0,2 0 1 0,0-3 2 16,-2 2 2-16,1-2 2 0,-1 0-2 15,0 0 0-15,2-1 3 0,-2 1 0 0,1 1-1 16,-1-2 2-16,1 3-1 0,-1-2-1 0,2 2-3 15,-3-2-2-15,0 2 0 0,-1-2-2 0,1 1-1 16,0-1-1-16,-2 2 0 0,3-1 0 16,-2 0 1-16,0-2-2 0,0 1 2 15,-1 1 0-15,0-2 1 0,2 3 3 0,-2-1 0 16,0-2 2-16,2 2 1 0,0 0 2 0,-1 2 0 16,0-1 0-16,-1 1-1 0,3-1-1 0,-2 2 2 15,2 0-3-15,-3 0-1 0,3 2-1 16,-1-1 0-16,-2 1 1 0,2-2-3 0,-3 1 0 15,1 1 1-15,2-1 0 0,-2-1 0 16,2 2-4-16,-2-2 2 0,3 0 0 0,-4 1 1 0,1-1 2 16,2 0 0-16,-2 2 2 0,2-1 0 15,0 1 1-15,-2-1 1 0,2 2-1 0,1-2 0 16,0 1 1-16,1 0-1 0,1-1 1 16,0 0-2-16,0 1 0 0,-2 1 0 15,2-3-2-15,-3 1-1 0,3 1-2 0,-2-2-1 16,2 0-3-16,-1-2 1 0,-1 1-1 0,2 1 2 15,0-1 1-15,-2 1 3 0,0-2 1 16,1 2 0-16,-1 0 2 0,2 2 2 0,-2-1 0 16,2 0 1-16,-1 1-1 0,1 0-1 0,3-1-1 15,-2 0 1-15,0 4-2 0,0-5-1 16,0 2 0-16,-1-2-1 0,1 3-1 0,0-3-1 16,-1 0 0-16,1 0-2 0,-1 0 1 0,0 0 0 15,2 0 1-15,-2 0 0 0,1-3 5 0,-1 3 0 16,0 0 2-16,2-2 2 0,-1 2 0 15,1-3-2-15,-1 1-1 0,3 2-1 0,-2 0-1 16,0-1 0-16,1 1-1 0,0 0 0 16,0 0 0-16,-1 0 0 0,1 0-3 0,-2 1-1 15,-1-1 3-15,2 0-3 0,-1 2-1 0,1-2 1 16,-2 3 3-16,2-3-1 0,-1 0 0 16,1 0 4-16,-4 0 1 0,2 0 0 0,3 0 1 15,-3 0 0-15,0-3-1 0,3 1 0 16,-2 1 1-16,1 0-1 0,0-1-2 0,0 0 15 15,-1 0 9-15,-1 0 5 0,0 0-2 0,1 0 2 16,-1 0 0-16,-2 0-15 0,2 1-10 0,0 0-1 16,-2-1-2-16,3 2-1 0,-5-1 2 15,3 1 0-15,-1 0 2 0,0 0-2 0,1 1 1 16,-1-1-1-16,-1 0 1 0,3 2 0 16,0-1-1-16,-2-1-1 0,1 1-1 0,-1 1 0 15,0 0-2-15,2 0 1 0,-3-2-1 0,0 2 1 16,0 0-1-16,1-1-1 0,-1-1-1 15,1 1 0-15,0 1 1 0,-1-2-1 0,0 2 2 16,-2-2 2-16,2 1 1 0,2-1 1 16,-4 0 0-16,3-1 0 0,-1 1 0 0,-1-2 1 15,1 2-1-15,2-2-2 0,-2 2 1 0,-1-1 0 16,0 1-2-16,2 0 1 0,-5-1-2 0,2-1 1 16,-3 2 0-16,2-2-1 0,-2 1-1 15,0 0-1-15,2-3 1 0,-4 2-2 0,2-1 0 16,-4-2 1-16,2 2 0 0,-1-1 1 15,0 1 2-15,-2 0 1 0,0 0-1 0,-2 0 1 16,1 0-1-16,-1 2 1 0,-1-1 1 0,-1 0-1 16,1 2 1-16,0 0 1 0,-3 0-1 15,2 0 1-15,-1 2-1 0,-1-2-1 0,2 2 1 16,-1-1 0-16,-1 0-1 0,3 1 0 0,-1-2-1 16,-2 0 1-16,3 0-2 0,-2 0 1 15,0 0 0-15,0 0 2 0,1-2-2 0,-4 2 1 16,2 0 0-16,-1 0-1 0,0 0 0 0,0 2-2 15,-2-2 2-15,1 0 0 0,1 2 1 16,-3-1 0-16,1 0-1 0,1-1 0 0,-1 2 0 16,2-1 0-16,-4 2-2 0,3-1 0 15,-1-1 1-15,1 1 0 0,1-2-2 0,-2 1 2 16,1 1 1-16,1-1 0 0,-3-1-1 16,3 2 1-16,-1-1 1 0,-1 2-1 0,1-1 0 0,-1-1 0 15,1 0 0-15,1 3 1 0,-4-3 0 16,3 2 0-16,-1 0 0 0,0 0 1 15,0 0 0-15,0-2 0 0,-2 4-1 0,3-3 0 0,-4 2 1 16,4-1-1-16,-4 1 1 0,3 0-1 16,-2 0 1-16,2 0 6 0,-3 0 2 0,1 0 3 15,2 1 1-15,-2 1 0 0,2 0 0 16,-2 0-4-16,2 0-2 0,-2 1-2 0,2-1-1 16,-3 2-1-16,0-1 0 0,0 3 0 15,3-2 0-15,-5 0 0 0,2 1-1 0,3-1 1 16,-5 2-1-16,1-1 0 0,-1 2 1 0,-1-3 1 15,2 4 2-15,-4-1 2 0,2 1 2 16,-1 0 0-16,-1 2 2 0,0-1-2 0,0 3 2 16,-2-1 1-16,1 3-1 0,-3 1 0 0,1 0 0 15,0 0 0-15,1 2-1 0,-3 2-1 16,0-1-2-16,-1 2 1 0,1 0-3 16,0 2 0-16,-1-2-2 0,1 1 1 0,-1 1-2 15,0 1 0-15,1-1 0 0,-2 0 1 0,1 1-1 16,1 1 0-16,-2-1 0 0,2 0 0 15,-1 2 1-15,-2-2-1 0,2 1 0 0,-1 3 0 16,-1-2 1-16,-1 2 0 0,1 2 0 16,-2-1 0-16,0 0 0 0,1 2 3 0,-1 1-2 15,-4 2 1-15,3-2 0 0,-2 0 0 0,0 4 0 16,1-3 0-16,-1 4 0 0,0-3 0 0,-1 3 0 16,1-1 0-16,0 0 0 0,2-1-1 15,-2 0 0-15,2 2-1 0,2-5-1 0,-4 2 0 16,4 0-2-16,-1-2 0 0,2 0 1 0,0 0-1 15,0-2 1-15,0 1 1 0,0 0 2 0,2-2 1 16,-1 0 0-16,4-1 0 0,-4 0-1 0,1 0 0 16,1-1-1-16,-1-3 0 0,1 4-2 15,-2 0 0-15,3 0 0 0,-3 3 0 0,1 0-1 16,0 1 1-16,-2 1 0 0,-2 3 1 0,0-1 1 16,1-1 0-16,-1 3 0 0,2-3 1 15,-2 1 0-15,2-1 1 0,0 1-1 0,0-3 1 16,0 3-1-16,0-2-1 0,2-2-1 0,0 1-1 15,-1-1 0-15,3-2 0 0,-1-1-1 0,3 1 1 16,-3-2-1-16,0 0-1 0,3-2 1 16,-1 1 0-16,0-3-1 0,0 2 0 0,2-1 0 15,-2 0 0-15,0 1 1 0,2-1-2 0,-3 2 1 16,1 0-1-16,-1 3 1 0,-2 0 0 0,1-2 1 16,1 2 1-16,-4 0 1 0,1 0 0 0,-1-1 0 15,2 0 0-15,-2 0-3 0,0-3-1 16,1 1 0-16,-1-2 0 0,2-2 0 0,0 1 0 15,-1-2 0-15,1 1 0 0,-1-5 0 0,3 1 0 16,-2-2 0-16,3 1 0 0,-2 0 0 16,-1-3 0-16,1-1 0 0,0 1 0 0,-1 0 0 15,1-2 0-15,0 0 0 0,-1 0 0 0,0 0 0 16,-1-2 0-16,2 2 0 0,-1-1 0 0,-2 0 0 16,1 3 0-16,-1-4 0 0,0 1 0 0,0 0 0 15,0-1 0-15,-1 1 0 0,1 0 0 0,0-1 0 16,0 0 0-16,0-1 0 0,0 1 0 15,0 1 0-15,0-2 0 0,-2 2 0 0,2-1 0 0,0-1 0 16,0 0 0-16,0 0 0 0,0 1 0 16,0-2 0-16,0 1 0 0,0 0 0 0,0 0 0 15,0 0 0-15,0-2 0 0,0 1 0 0,0 0 0 0,2-4 0 16,-2 2 0-16,0-1 0 0,1-1 0 16,-1 1 0-16,2-1 0 0,-1-2 0 0,-1 3 0 0,2 1 0 15,0-3 0-15,-1 1 0 0,-1 1 0 16,3-1 0-16,-3 0 0 0,2 1 0 0,-2-1 0 15,3 1 0-15,-3 0 0 0,2 2 0 0,-1-3 0 16,1 2 0-16,-2-1 0 0,2 0 0 0,-1 2 0 16,2-2 0-16,-1-1 0 0,-1 4 0 0,1-4 0 15,-1 2 0-15,-1 0 0 0,2-2 0 0,0 0 0 16,-1 1 0-16,-1 0 0 0,2-4 0 0,-1 1 0 16,-1 0 0-16,0-2 0 0,0 2 0 0,0-1 0 15,0-2 0-15,0 1 0 0,0 0 0 0,0 0 0 16,0 0 0-16,-1 0 0 0,-1 1 0 0,2-2 0 15,-1 1 0-15,-1 0 0 0,0 1 0 16,2 0 0-16,-1 0 0 0,-1 1 0 0,1-2 0 0,1 1 0 16,0 1 0-16,-2 0 0 0,2-2 0 0,-3 0 0 15,3 3 0-15,0-2 0 0,0-1 0 0,0 1 0 16,0 1 0-16,0 0 0 0,0-1 0 16,0 0 0-16,0 2-1 0,3-2-1 0,-3 1-2 15,2 0-1-15,-1 0-1 0,-1 1-1 0,2 0-2 16,-1 1-2-16,-1-1-3 0,0 0-3 0,2-2-4 15,-2 1-6-15,0-1-5 0,0 1-9 0,0-3-13 16,-2 1-25-16,-2-1-61 0,-4-4-67 16,0 1-121-16,-2-3-198 0,-2-3-304 0,-2-4-339 15,-5-5-244-15,-1-4-135 0,-5-4 402 0,-3-5 645 0</inkml:trace>
  <inkml:trace contextRef="#ctx0" brushRef="#br0" timeOffset="-207662.97">738 14611 194 0,'6'-6'360'0,"-4"2"169"0,-2 4 63 0,0 0-33 16,0 0 16-16,3-5 28 0,2 2-18 0,-1 0-48 15,-4 3-52-15,0 0-54 0,0 0-57 16,0 0-64-16,0 0-41 0,0 0-34 16,0 0-38-16,0 0-41 0,0 0-41 0,0 0-31 15,0 0-23-15,0 0-14 0,0 0-11 0,0 0-10 16,0 0-6-16,5 1-5 0,1 5-3 16,1 4-3-16,-2 1 0 0,4 6 1 0,-3 2 0 15,-1 1 0-15,3 3 1 0,-3 1 1 16,2-2-1-16,0 3-2 0,-2 0-2 15,1-2 1-15,-1 2-1 0,-1-3-1 0,1 2 1 16,-2-2-1-16,1 2 0 0,-1-2-1 16,-3-1-1-16,3 0-2 0,-3-2 0 0,2-1-2 15,-2-1 2-15,0-2-2 0,0 0-1 0,0-2 1 16,-2-1-1-16,2-2 0 0,0 0 0 16,-2-2 0-16,1-1 0 0,1 1 0 0,0-1 0 15,0-1 0-15,0-6-1 0,-2 4 1 16,2-4-2-16,0 0 0 0,0 0-4 15,0 0-9-15,-3 5-23 0,0-2-44 0,3-3-62 16,-7 0-70-16,-2-2-122 0,6-1-163 16,-2-3-251-16,2-3-274 0,0 1-219 0,-2-4-123 15,-1 0 280-15,1-1 499 0</inkml:trace>
  <inkml:trace contextRef="#ctx0" brushRef="#br0" timeOffset="-207212.93">877 14719 84 0,'3'-7'416'16,"0"1"260"-16,-1 2 160 0,-2 4-90 0,0 0-265 16,5-3-119-16,1 2-51 0,1 2-11 0,3 2 1 15,1-1-3-15,1 6-6 0,0-1-57 16,1 4-52-16,2 0-21 0,2 6-11 15,1-1 6-15,0 4 1 0,1 0-6 0,1 0-12 16,-2 2-6-16,2-1-18 0,-1-1-25 16,-3 4-8-16,1-5-6 0,-4 0-13 0,3 1-18 15,-5-2-12-15,0-2-7 0,0 0 0 0,-1-4-1 16,-4 2 1-16,0-3-4 16,0-3 2-16,-1 2-2 0,-3-6-2 0,1 2-1 15,-3-6 2-15,0 0 4 0,0 0 2 0,0 0 0 16,0 0-6-16,-2-7-11 15,1-3-9-15,-1-1-7 0,-1-3-5 0,1-2-2 16,-2-2-1-16,1-2 4 0,1-2 5 0,-1 0 2 16,0-3 1-16,1 0 0 0,1 1 1 0,-1-2 0 15,-1-1 0-15,1 4-1 0,0-2 5 16,1 3 2-16,-1-1-5 0,-4 5-23 16,3-1-63-16,-3 2-61 0,1 1-115 0,-2 1-192 15,0 1-305-15,-1 1-321 0,0 0-247 0,-2 3-153 16,-2-2 310-16,-1 2 621 0</inkml:trace>
  <inkml:trace contextRef="#ctx0" brushRef="#br0" timeOffset="-206911.7">798 14421 167 0,'0'0'650'0,"0"0"360"0,0 0 95 16,0 0-161-16,0 0-371 0,5-3-216 0,1 0-135 16,3 2-38-16,-1-3-9 0,5 3-11 15,0 0-7-15,3-1 11 0,2 0 4 0,3 0-17 16,3 2-20-16,3 0-10 0,1 0-9 16,1-3-43-16,1 3-36 0,-2 0-17 0,2 0-15 15,-2 0-8-15,1 0-6 0,-1 3 0 16,2-3 4-16,-4 0-1 0,1 0 2 0,-2 2 6 15,-6 2-1-15,-3-2-27 0,-4 2-41 0,-4 1-41 16,-3 3-72-16,-5 1-133 0,-3 1-168 0,-2 2-278 16,-7 2-245-16,2 1-222 0,-6 1-4 0,-3 3 379 15,0 2 433-15</inkml:trace>
  <inkml:trace contextRef="#ctx0" brushRef="#br0" timeOffset="-206676.24">788 15198 302 0,'2'18'596'16,"3"-1"210"-16,3-4 139 0,3-1-158 0,5 0-212 15,2-2-105-15,0 1-51 0,1-4 1 16,2 1-43-16,6-4-42 0,1 1-39 0,2-4-49 16,3-1-30-16,-1-3-42 0,1 0-38 15,3-3-47-15,0-1-30 0,1-3-17 0,-2 0-17 16,1 1-11-16,-2 0-5 0,-3 0-1 0,-1 2-3 15,0-2-1-15,-1 2-5 0,-1 1-37 0,-1 1-75 16,-2 1-110-16,-3 1-229 0,1 3-293 0,0 0-355 16,2 3-349-16,1-1-140 0,-4 0 403 0,0 3 735 15</inkml:trace>
  <inkml:trace contextRef="#ctx0" brushRef="#br0" timeOffset="-205823.93">2145 14439 154 0,'0'-5'478'0,"0"2"277"16,0-1 193-16,0 1-108 0,0 1-192 0,0 1-133 16,0-1-92-16,0 1-55 0,0 1-22 0,0 0-21 15,0 0-24-15,1 0-25 0,1 1-30 16,0-1-32-16,-1 0-45 0,-1 2-36 0,2-1-32 15,1 4-21-15,2 2-12 0,-2 4-5 0,2 1-5 16,1 4-6-16,0 4-16 0,1 2-9 0,-1 4-8 16,1 7-7-16,0 2-5 0,0 3-5 0,-1 4 3 15,2 0-2-15,-2 1 0 0,2-1-2 16,0-2-1-16,3-1-2 0,0-5-1 0,0-4-2 16,0-5-1-16,0-1 1 0,1-8 0 15,0-4 1-15,-1-3 1 0,2-7 2 0,1-3 2 16,-1-5 0-16,2-5 2 0,0-5 0 0,2 0-1 15,-1-4 0-15,3 2 0 0,-2-1 0 0,-1 2-2 16,1 1 0-16,-1 0 0 0,0 5 0 0,0-1-1 16,0 3 1-16,-2 2-1 0,0 3 1 0,-1 2 1 15,0-1 2-15,2 6-1 0,-2-1 1 16,1 2-1-16,-1 3 1 0,1 0-1 0,0 1-1 16,-1-1-1-16,-2-1 0 0,2 0-1 0,-1-2 0 15,-2-2 0-15,-1-2 2 0,2-3 1 16,-4-2 2-16,-1-3 1 0,0-4 3 0,-1-3 4 15,0 0 2-15,-4-5 4 0,-1-1 2 0,-1-2 8 16,-4 3 3-16,2-6-1 0,-5 1-2 0,0-1-3 16,-2-2-4-16,-4-2-8 0,0-1-4 0,-3-1-8 15,-4 0-4-15,2-1-3 0,-3 3-1 16,0 2-2-16,3 1-2 0,-3 7 1 0,3-1-9 16,3 6-21-16,-1 3-48 0,4 5-83 0,-1 4-170 15,4 5-274-15,4 4-324 0,4 4-391 0,-1 2-353 16,3 1 54-16,3 2 786 0</inkml:trace>
  <inkml:trace contextRef="#ctx0" brushRef="#br0" timeOffset="-204945.48">3171 15030 72 0,'-1'4'377'0,"-3"2"250"0,4-1 213 16,-3-1-9-16,2-1-152 0,1 0-117 16,-2-1-82-16,0-1-65 0,2-1-61 0,-2 1-49 15,0-1-57-15,2 0-35 0,2-1-18 0,-2-3-10 16,0-3-10-16,0-2-16 0,0-2-30 0,-2-4-17 15,2-4-23-15,0 2-20 0,0-5-16 16,0-3-9-16,0 1-3 0,0-1-8 0,2-1-3 16,-2 2 2-16,2 2 2 0,-2 3-3 15,0 1 1-15,0 2-1 0,0 2-3 0,0 4-5 0,0 3-3 16,0-1-3-16,0 4-6 0,0 1-3 16,0 0-4-16,0 1-1 0,2 2 0 0,1 4-1 15,2 2 1-15,0 2 0 0,3 4 1 0,1 1-1 16,1 4 1-16,-1-2 0 0,5 3-2 0,-3 0 0 15,2-1-1-15,1 0 1 0,-1 0-1 16,1-2 0-16,1 0 1 0,-3-3-1 0,1-2 2 16,1-1 1-16,-3-2 1 0,2-3 1 0,-1-2 1 15,-2-4 2-15,1-2-2 0,0-6-1 0,0-3 0 16,0-3-2-16,0-5 1 0,0-1-2 16,-4-4-1-16,3-1 0 0,-3 1 1 0,1 2-1 15,-3 4 7-15,-2 0 7 0,1 4 7 0,-1 3 4 16,1 3 2-16,-3 2 1 0,1 2-6 0,-2 2-4 15,2 2-7-15,-1 4-3 0,1 2-5 0,-1 5-1 16,1 3-1-16,1 4-1 0,0 3-2 16,3 2 0-16,-1 1 0 0,0 0-1 0,3 3 0 15,0 0 0-15,0 0-1 0,0-2-1 0,1-1-1 16,-1 2-1-16,3-5 0 0,-1-1 0 0,-1-4-13 16,2-2-12-16,-3 0-32 0,2-6-71 15,-1-4-76-15,-1-2-141 0,0-2-210 0,0-7-319 16,-1 0-332-16,2-1-230 0,-3-3-70 0,5-2 472 15,-3 0 613-15</inkml:trace>
  <inkml:trace contextRef="#ctx0" brushRef="#br0" timeOffset="-204806.19">3838 14729 8 0,'10'-7'496'16,"-2"4"489"-16,0 3 264 0,1 5-34 0,-1 2-237 16,0 3-256-16,0 6-208 0,-2 0-129 0,1 5-85 15,-3 1-64-15,1 3-91 0,-2 0-68 0,1 2-38 16,0 1-21-16,-1-5-10 0,0-2-10 15,-1-3-46-15,3-2-74 0,-5-5-98 0,3-3-182 16,-3-4-296-16,0-4-345 0,2-4-316 0,-2-2-165 16,-2-4 257-16,2-6 668 0</inkml:trace>
  <inkml:trace contextRef="#ctx0" brushRef="#br0" timeOffset="-204623.24">3881 14514 82 0,'-1'-15'792'15,"-1"6"710"-15,-1 3 66 0,-2 3-289 0,2 3-400 16,-5 3-372-16,3 3-209 0,-1 1-136 0,1 2-66 16,0 1-31-16,2 1-30 0,3 1-19 0,0 1-11 15,2 3-20-15,1-3-68 0,3 3-73 16,1-4-143-16,1 2-269 0,2 0-314 0,3-4-359 16,3-1-234-16,0 0 6 0,4 0 601 15</inkml:trace>
  <inkml:trace contextRef="#ctx0" brushRef="#br0" timeOffset="-204323.93">4341 14812 134 0,'10'18'800'0,"-1"0"609"16,-3-1 105-16,1 1-194 0,-2 0-432 0,0-1-350 16,-1 0-185-16,2 0-129 0,-3-3-77 15,2 0-62-15,0-3-37 0,0-3-23 0,1-1-12 16,0-3-6-16,2-4-1 0,0-4-2 15,2-4 0-15,-1-6 0 0,2-2-2 0,-3-5 0 16,3-4-1-16,-3-2 0 0,0 0-1 0,-3-2 0 16,1 1 1-16,-3 1 0 0,-3 0 0 15,-1 1 1-15,-3 1 1 0,-5 2 5 0,0-1 2 16,-3 4 0-16,-3-3 2 0,0 6 0 16,-4 2-1-16,2 3-4 0,0 5-2 0,-2 6-2 15,3 3-3-15,-3 11 1 0,6 4-8 0,-1 8-6 16,3 3-29-16,1 5-77 0,3 0-107 15,4 1-206-15,3 1-285 0,3-3-356 0,6 1-380 16,2-3-169-16,0-5 326 0,3-5 750 16</inkml:trace>
  <inkml:trace contextRef="#ctx0" brushRef="#br0" timeOffset="-203659.21">5037 14586 493 0,'-6'-6'994'0,"-1"-2"270"0,-1 4 35 0,0 0-246 16,-1 0-314-16,-1 2-221 0,1 0-133 16,-5 2-85-16,3 3-83 0,-3 0-84 0,1 1-49 15,0 2-28-15,-1 2-18 0,1 2-9 16,-1 1-10-16,3-1-6 0,3 3-4 0,-1 3-4 16,6 0-8-16,1 0-5 0,4 3-3 0,2 0-2 15,7 1-2-15,0-3-2 0,5 2 7 16,2-2 3-16,4-3 3 0,1-2 1 0,4 0 1 15,0-3 2-15,2 0 0 0,1-2 0 16,-2-4 0-16,2 2 0 0,-3-3-1 0,0 0 1 16,-2-1 0-16,0-1 6 0,-5 1-2 0,-2 1 6 15,-2-1 3-15,-2 2 2 0,-2 0 1 0,-4 0-3 16,-1 2 7-16,-4 1 0 0,-3-1 1 16,-1 3 0-16,-4 1-1 0,-4-1-7 0,-1 2-7 15,-1 0-6-15,-5-2-4 0,0 3-4 16,-1-2-1-16,-2 0 3 0,0-2 2 0,0 0 6 15,0 0-2-15,2 0 3 0,1-3 0 16,3 0-11-16,4-2-13 0,-2-1-44 0,5-1-69 16,-1-3-81-16,4-1-150 0,1 0-230 0,1-3-319 15,1-1-320-15,3-3-206 0,0 1-26 16,0-3 537-16</inkml:trace>
  <inkml:trace contextRef="#ctx0" brushRef="#br0" timeOffset="-203228.81">5298 14327 79 0,'5'-34'691'0,"-2"6"681"16,-3 4 250-16,-2 5-226 0,1 5-444 15,-4 5-370-15,2 4-200 0,-2 5-154 0,-2 5-99 16,1 5-46-16,2 7-28 0,-1 4-13 16,0 6-6-16,3 6-2 0,2 1 2 0,0 3-7 15,2 4-4-15,1-1-5 0,4 3-2 0,-1 1-2 16,5-3-7-16,-2-1-2 0,4-2-4 15,1-4-3-15,1-2-2 0,0-5-1 0,4-4-2 16,-3-4 0-16,3-4-1 0,0-4 1 16,0-5 1-16,-1-4 1 0,0-4 2 0,1-4 1 15,-3-4 1-15,3-4 0 0,-3-3 0 0,0-2-1 16,-2-2 0-16,0-2 0 0,-4 0-1 16,-1 3 1-16,0-1-1 0,-2 3 1 15,-1 1 0-15,-1 3 0 0,-2 4 1 0,2 1-1 0,-2 2 0 16,-2 1-1-16,3 3 1 0,-3 3-1 15,3 1 1-15,0 4 0 0,1 2 2 0,0 5 2 16,1 3-1-16,0 2 1 0,-1 4-1 16,3 1 1-16,-1 2-3 0,3 3 0 0,0 0-2 15,1 0-2-15,0 0 0 0,2 0-5 16,2-2-12-16,0-2-30 0,0-2-74 0,0-1-90 16,-1-4-169-16,2-2-289 0,-2-3-338 0,2-2-378 15,-2-4-208-15,2-2 135 0,-2-4 715 16</inkml:trace>
  <inkml:trace contextRef="#ctx0" brushRef="#br0" timeOffset="-203069.3">6171 14848 96 0,'1'12'911'0,"1"3"691"16,-2 0-21-16,0 3-321 0,-2 1-430 15,1-3-363-15,-1 0-233 0,-1-3-120 16,1-2-56-16,2-3-46 0,-1-1-77 0,-1-6-89 15,0-2-186-15,1-6-282 0,-1-5-318 0,2-4-364 16,-1-4-226-16,-1-5 132 0,2-5 713 16</inkml:trace>
  <inkml:trace contextRef="#ctx0" brushRef="#br0" timeOffset="-202899.11">6194 14260 239 0,'-1'-8'1234'16,"-2"8"560"-16,-2 0-225 0,-2 2-382 0,0 3-453 15,-1 2-324-15,0 2-210 0,0 0-98 0,-1 2-45 16,2 1-23-16,1-3-18 0,2 2-12 16,1 1-13-16,3-4-52 0,2 1-83 0,1 0-160 15,0-2-268-15,5 1-316 0,-1 1-398 16,0-1-340-16,1-1 23 0,0 3 728 0</inkml:trace>
  <inkml:trace contextRef="#ctx0" brushRef="#br0" timeOffset="-201433.1">3381 15940 425 0,'2'-6'949'16,"-2"1"318"-16,-2 0 30 0,-1 0-235 15,0-1-318-15,-1 3-210 0,-3-1-141 0,-1 0-82 16,0 0-73-16,-4-1-79 0,1 3-49 0,-2-2-27 15,-3 2-20-15,2 0-12 0,-4 0-11 0,1 2-8 16,1 2-6-16,-1 0-7 0,1-1-4 16,0 4-5-16,2 0-4 0,2 1-2 0,-1-2 3 15,3 5 0-15,1 0-1 0,1 0 0 0,5 1 2 16,0 2-2-16,3 1-3 0,3 4-6 0,3 0-2 16,5 2-2-16,2 1 0 0,4 2 0 15,2 1-2-15,6 1 5 0,4 0 2 0,1 0 1 16,5-2 1-16,1 2 1 0,1-1 0 0,2-2 0 15,-1-1 1-15,-2 0-1 0,1 0 0 0,0-2-1 16,-5-1 0-16,1 0 1 0,-6 0 0 0,-1-2 0 16,-3-1 4-16,-1 1 4 0,-7-2 1 0,0-1 2 15,-3 0-1-15,-3-2 2 0,-1 2-3 0,-5 0-3 16,-1 0 0-16,-4 2-2 0,-3-1-1 0,-4 2-1 16,-1 0-1-16,-1 0-5 0,-6 3-3 0,1-3-2 15,-3 2-1-15,-3-2-2 0,1-2 0 0,-1 1 3 16,-1-3 2-16,-1-4-1 0,0-1-7 0,0-2-13 15,1-4-21-15,-1-3-44 0,2-3-76 0,-2-6-117 16,0-3-177-16,2-3-295 0,3-6-336 0,-1-1-324 16,1-4-160-16,1-2 332 0,0-4 646 15</inkml:trace>
  <inkml:trace contextRef="#ctx0" brushRef="#br0" timeOffset="-201194.03">3179 15979 448 0,'2'-2'1069'15,"-2"-3"314"-15,0 4-108 0,0 1-289 0,1 0-401 16,4 0-196-16,1 1-100 0,1 0-58 16,1 3-28-16,4-2-12 0,-1 3-45 0,4-2-37 15,3 0-26-15,3 0-20 0,3-2-13 0,3-1-10 16,3-1-9-16,0-2-7 0,3-2-6 0,-1-1-5 16,5-2-4-16,-2-3-3 0,-2 2 1 15,2-4 0-15,0 0-1 0,0 1-1 0,-2 1-3 16,2 0-19-16,-2 0-79 0,0 4-86 0,0-1-177 15,-3 4-281-15,0 1-341 0,-2 3-410 16,-2 1-231-16,1 5 128 0,-3 0 758 0</inkml:trace>
  <inkml:trace contextRef="#ctx0" brushRef="#br0" timeOffset="-200185.63">4796 16635 27 0,'0'6'561'16,"-1"-1"500"-16,-1-2 223 0,1 2-66 0,-1-3-314 15,-1 2-293-15,3-1-161 0,0-1-96 0,0 0-66 16,0-1-65-16,3 0-56 0,-3-1-65 0,0-1-48 16,2 0-27-16,-2-4-10 0,1-1 2 0,-1-4 1 15,2-6 6-15,-1-6 2 0,3-5-1 16,-1-2-4-16,0-5-6 0,2-4 3 0,0 1-1 16,1-1 0-16,-2 4 0 0,1 0 4 0,-3 6 5 15,1 6 1-15,-1 3 0 0,-1 3 2 16,1 6-2-16,-2 2-4 0,0 3-6 0,0 3-4 0,2 6-6 15,-2 5-3-15,1 7-3 16,1 9-1-16,1 3-1 0,3 6 0 0,0 2-1 0,1-1-1 16,1 3 0-16,4-3 0 0,1 1 0 0,3-4 0 15,-2-3 0-15,3-1-1 0,-1-5 0 0,1-4-1 16,1-2 1-16,-2-5-1 0,0-5 0 16,1-5 2-16,-3-4 0 0,4-5 2 15,-4-8-1-15,0-6 1 0,-1-6 1 0,2-5 0 0,-3-4-1 16,0-1 1-16,-1-2-1 0,-1 1 0 15,1 2 1-15,-3 3 0 0,-2 6 0 0,-1 3 1 16,-2 5 0-16,0 4 2 0,-1 2 4 0,2 3 3 16,-4 4 1-16,2 3 0 0,-2 3-1 0,0 6-1 15,0 4-4-15,0 3-4 0,1 8-1 16,1 1-1-16,1 2-1 0,2 2 0 0,0 1-1 16,1-2 0-16,2 1 1 0,2-4-2 15,-1 0 0-15,2-3-1 0,0-4 0 0,-1-2-2 0,4-2 0 16,-3-5 1-16,0-4-1 0,0-2 1 0,0-4 3 15,0-5 5-15,0-6 3 0,1-1 2 16,-2-4 2-16,0-2-1 0,1 0 1 0,-2-1-6 16,-1 2-2-16,0 1-2 0,-1 4 0 0,0 1 0 15,-4 3 0-15,2 1 0 0,-3 4 1 16,1 1-1-16,-1 1 0 0,-1 4-1 0,1-1 1 16,0 5-1-16,-1 5 0 0,1 2 0 0,1 8-1 15,1 1 0-15,-2 1-1 0,1 4-2 0,2 1-1 0,0-2-5 16,1-1-13-16,2 1-15 0,3-4-44 15,0-5-75-15,0-1-107 0,2-2-180 0,1-4-290 16,2-2-350-16,-2-3-342 0,5-4-163 16,-2-4 254-16,1 0 690 0</inkml:trace>
  <inkml:trace contextRef="#ctx0" brushRef="#br0" timeOffset="-199732.34">5896 16252 175 0,'-7'-10'1109'0,"-1"1"648"0,-3 1-140 15,-1 4-365-15,-1 1-454 0,-3 2-317 0,3 2-221 16,-2 4-106-16,2 2-53 0,0 1-38 0,1 6-23 16,2 2-22-16,2 3-13 0,2 3-7 0,3 4-4 15,5 2 2-15,1 1 0 0,4 0 0 16,1-1-1-16,5-1-1 0,1-4 0 0,5-3 0 16,2-5 1-16,2-6 1 0,4-3 0 0,0-7-2 15,-1-5-8-15,1-5-10 0,-1-2-14 16,-4-6-14-16,0 0-12 0,-2-3-3 0,-3-1 5 15,-4-1 15-15,-1 0 18 0,-4 2 18 0,-3 0 14 16,0 2 13-16,-4 1 16 0,1 2 10 0,-2 1 10 16,-2 3 10-16,-1 3 5 0,0 0 1 15,1 5-8-15,-3 1-8 0,2 0-10 16,-2 3-9-16,1 2-7 0,-1 3-13 0,0 1-6 0,2 3-6 16,0 2-4-16,1 5-2 0,2-1-2 0,0 7 3 15,0-3 2-15,2 4 1 0,1-1 2 16,2 3-1-16,0-1 4 0,2 2 3 0,1-1 1 0,-1 3 0 15,1 0-1-15,1 2-1 0,-3-3-4 16,2 4-4-16,1-1-1 0,-2 0 0 0,-1-1 1 16,1 4 2-16,-4-4 1 0,2 4 2 0,-3-2 0 15,-1 2 0-15,-2 0-2 0,-1 0 0 0,-1-1-3 16,-1-1-4-16,0-3-8 0,-1-5-14 16,0-3-23-16,-2-4-59 0,2-7-79 0,-2-7-145 15,2-7-256-15,2-6-316 0,3-7-373 0,2-6-299 16,-1-6-29-16,4-4 635 0</inkml:trace>
  <inkml:trace contextRef="#ctx0" brushRef="#br0" timeOffset="-198930.55">6539 16129 256 0,'6'-21'1215'0,"-4"6"557"15,-4 2-189-15,-5 1-363 0,-2 0-474 0,0 2-288 16,-5-3-204-16,3 3-88 0,-3-1-44 0,2 4-26 15,-2 0-18-15,2 1-15 0,0 2-14 0,-3 3-12 16,4 2-12-16,-1 5-8 0,-2 4-6 16,3 4-4-16,0 5-2 0,2 7 0 0,2 6-1 15,1 4-2-15,3 6-2 0,1 3 0 0,5 4 0 16,2 1 0-16,5-2-1 0,1-2-2 0,6-3-1 16,0-10 0-16,4-5 1 0,1-10-1 15,2-9-5-15,-2-9-5 0,2-11-5 0,-2-8-6 16,0-8-5-16,-4-9-2 0,-3-7 2 0,-2-3 4 15,-2-3 6-15,-5-4 5 0,-1 1 6 0,-5 1 4 16,-2-2 5-16,-3 3 2 0,-2-2 1 16,-3 4 2-16,1 2 1 0,-4 5-2 0,2 3 5 15,0 6 2-15,0 6 6 0,0 5 0 16,3 4 1-16,-3 6-1 0,5 6-4 0,1 5-3 16,0 6-6-16,3 8-3 0,4 3-1 0,1 6-1 15,4 4-1-15,2 6-1 0,2 5 1 16,2 1 2-16,2 3 0 0,2 2 1 0,1-1 0 15,-2 2 1-15,5-2-2 0,-1-4 0 0,1-1-2 16,1-7 0-16,-2-4-1 0,-2-6 0 16,2-6-2-16,-1-4-4 0,-4-7 0 0,0-4-1 15,-3-6 1-15,-1-4-1 0,-2-2 4 0,1-3 3 0,-2-2 1 16,-2 0 1-16,2 2 1 0,-4-2-1 16,0 4 1-16,0 1 1 0,-2 2-1 0,0 4 1 15,-1 0 0-15,1 5 1 0,1 1-1 0,-1 4 1 16,-1 2 1-16,4 5-1 0,-2 2 1 0,2 1-2 15,1 7 1-15,1-2-1 0,2 3-1 16,0 2 0-16,1-1-2 0,2 1 0 0,0 0 0 16,0 0-1-16,2-5 0 0,1-1 0 0,0-2 0 15,0-6 0-15,2-2-1 0,-4-5 0 16,2-5-5-16,0-3-6 0,-1-5-6 0,-3-3-5 16,0-2-2-16,0-2-1 0,0 1 6 0,-3-4 5 15,0 5 7-15,-2-2 5 0,-1 3 3 0,0 2 1 16,-2 1 2-16,2 4-1 0,-1 1 0 15,-1 4 1-15,1-1 0 0,-1 6 2 0,0-1 1 0,2 7 0 16,-2 5 1-16,2 2 0 0,-1 3 0 16,1 5-2-16,0 3 1 0,1 0-2 0,-2 4 0 15,0 1-1-15,0 1 0 0,0 2 3 0,-1 1 1 16,-3 0 1-16,0 0 3 0,0 1 0 0,-3 1 1 16,-3-2-2-16,1 1-2 0,-3-4-1 15,-1 3-1-15,-4-3-1 0,-1-2 1 0,-2-1-1 16,0-5 1-16,1-5-3 0,0-3-1 0,1-6-4 15,3-5-12-15,1-8-30 0,1-2-75 0,3-10-84 16,1-1-163-16,2-6-288 0,1-2-341 16,5-5-385-16,0 1-215 0,4-1 93 0,2-1 705 15</inkml:trace>
  <inkml:trace contextRef="#ctx0" brushRef="#br0" timeOffset="-198677.73">7519 15999 110 0,'-5'-22'1123'16,"-1"6"747"-16,-2 4-184 0,-3 5-422 15,0 7-430-15,-3 3-372 0,3 7-233 0,-2 3-106 16,-1 9-47-16,4 1-24 0,0 7-16 0,3 4-12 16,1 1-7-16,4 5-7 0,4-3-3 15,3-1-4-15,1-1-3 0,6-5-4 0,1-5-12 16,4-5-21-16,-4-7-52 0,4-5-77 0,-4-8-112 15,0-7-188-15,-2-3-293 0,0-6-347 0,0-5-310 16,0-7-153-16,-4-3 287 0,-1-6 660 0</inkml:trace>
  <inkml:trace contextRef="#ctx0" brushRef="#br0" timeOffset="-198461.4">7565 15994 72 0,'-6'-48'609'0,"1"0"535"0,-3-1 346 16,-3 2-55-16,0 1-409 0,-2 6-337 0,2 5-214 16,0 6-129-16,0 7-117 0,3 4-86 15,0 3-52-15,4 5-34 0,0 8-21 0,3 2-16 16,2 6-10-16,1 5-4 0,3 2-2 0,4 5-3 15,2 1 0-15,1 2-1 0,3 5-1 16,1 1-1-16,1 1-1 0,1 4-1 0,-1 0 1 16,0 4-2-16,-1-1 3 0,2 1 0 0,-6 1 2 15,1 3 0-15,-4 0 2 0,-1 2 0 16,-1 1 1-16,-4-2-1 0,0 3 0 0,-3-4-1 16,0 2 0-16,-1-5-3 0,-1-1-11 0,2-8-20 15,-3-2-49-15,1-5-77 0,-3-7-117 0,2-3-210 16,2-4-303-16,-1-4-354 0,0-4-330 15,1-5-140-15,1-3 385 0,0-3 709 0</inkml:trace>
  <inkml:trace contextRef="#ctx0" brushRef="#br0" timeOffset="-197899.1">8653 15822 28 0,'3'-6'486'15,"2"2"423"-15,-3 2 219 0,1-2-51 0,1 2-366 16,-1-1-303-16,4 0-155 0,1 0-76 0,1-2-38 15,5 1 14-15,-1-2 50 0,6 1 23 16,-1-1-24-16,2-1-29 0,2 1 15 0,2-1 8 16,-2 4-36-16,0 0-25 0,0 1-6 15,-3 4-6-15,-1 2-23 0,-4 5-25 0,0 1-11 16,-4 7-5-16,-4 4-9 0,0 4-5 0,-6 4-10 16,-2 2-8-16,-2 4-6 0,-2 1-6 15,-2 2-4-15,0 0-2 0,-2 3-2 0,-1-1-2 16,3 1-2-16,-3-3 0 0,3-1-2 0,2-3-1 15,-1-3-1-15,3-2-1 0,1-2-1 0,1-7-2 16,4-2 0-16,2-6-1 0,1-5 0 0,5-2-7 16,-1-5-20-16,5-5-53 0,2-4-74 15,0-3-94-15,4-4-169 0,0 1-304 0,2-5-326 16,3 1-283-16,-1-2-165 0,1 1 188 0,2-5 633 16</inkml:trace>
  <inkml:trace contextRef="#ctx0" brushRef="#br0" timeOffset="-197477.47">9497 15790 16 0,'13'-34'528'0,"-4"4"507"0,-7 3 281 16,1 1 80-16,-6 7-329 0,0 2-339 0,-4 9-230 15,-1 3-129-15,-6 6-89 0,1 8-109 0,-4 8-69 16,0 5-38-16,-2 7-20 0,0 6-14 16,1 8-11-16,1 4-4 0,4 2-2 0,1 2-1 15,4 1-3-15,5 0-8 0,1-2-4 0,5-4-5 16,5-8 3-16,5-5 0 0,1-8 0 0,5-11 6 15,3-6 4-15,1-8 1 0,2-11-5 0,2-10-3 16,-1-6-3-16,0-9 0 0,-1-6-1 16,0-7 2-16,1-8 0 0,-3-3 1 0,-5-3 2 15,-1-4 0-15,-4 2-1 0,-1-1 1 16,-5 3 0-16,-6 1 1 0,-1 4 1 0,-4 1 1 16,-5 7 2-16,0 4 1 0,-3 5 1 15,-1 8 2-15,-1 10-1 0,-1 4 0 0,0 8-2 0,-1 11 0 16,-2 9-2-16,4 10 0 0,-2 8 0 15,2 9 0-15,3 9 0 0,2 7 2 16,2 5-3-16,5 7-2 0,4 5-3 0,1 3-2 16,5 1 0-16,4 2 0 0,2 0 1 0,2-4-1 15,2-3-5-15,3-6-21 0,1-10-73 16,0-5-73-16,2-13-117 0,1-7-201 0,2-7-314 16,-3-11-347-16,4-5-237 0,-1-8-117 0,0-9 357 15,0-4 634-15</inkml:trace>
  <inkml:trace contextRef="#ctx0" brushRef="#br0" timeOffset="-197180.74">10096 15743 15 0,'0'-25'792'0,"-1"6"850"0,-4 4 76 0,-3 4-344 15,-1 6-409-15,-1 8-409 0,-4 0-248 16,3 10-135-16,-3 2-63 0,-1 6-37 0,-2 5-24 16,1 6-16-16,2 3-10 0,1 4-4 0,1-1-5 15,2 3-2-15,2 2-1 0,4-3-1 0,2-1-3 16,5-3-3-16,2-5-2 0,3-4-2 0,6-9-1 15,0-7-1-15,5-10-1 0,2-10 0 16,0-7-1-16,0-10 0 0,3-4 1 0,-3-7 0 16,1-4 1-16,-2-1 1 0,0-1 1 15,-2 3 0-15,-2 2 0 0,-2 7-1 16,-2 2 0-16,-2 6 0 0,-3 7 2 0,-2 5-1 0,-2 4 2 16,0 9-1-16,-3 7 0 0,-1 2-1 15,-3 9-1-15,1 2-1 0,-2 4-2 0,2 4-5 16,1 2-10-16,2 2-24 0,2-1-70 15,1 1-78-15,0 2-176 0,4-1-280 0,1 1-334 0,6-2-397 16,0-1-250-16,2-4 76 0,0-3 771 0</inkml:trace>
  <inkml:trace contextRef="#ctx0" brushRef="#br0" timeOffset="-196554.4">10588 16273 180 0,'6'14'822'15,"-2"-2"525"-15,-3-2 88 0,1-2-222 16,0-2-426-16,-1-3-285 0,-1-6-147 0,0-7-100 0,0-4-72 15,0-6-32-15,0-5-35 0,3-6-34 0,2-6-22 16,1-6-11-16,2-2-6 0,3-5-8 16,3 2-6-16,-1 2-6 0,4 2-6 0,-2 5-6 15,0 5-4-15,1 5-3 0,0 5 0 0,0 8-1 16,1 4 5-16,-1 10 2 0,3 4 3 0,-2 8 2 16,1 5-1-16,1 5 0 0,-2 3-5 0,2 3-2 15,0 3-5-15,0-2 0 0,-2 3 0 16,1-5 0-16,2 1 1 0,-2-4-1 0,-1-2 0 15,0-6-1-15,1-3-1 0,-1-5-1 0,-1-7-1 16,3-6 1-16,-3-8 2 0,1-5 0 16,1-5 0-16,-2-6 1 0,-1-1 0 15,1-4 0-15,-2 4-1 0,-1 0-1 0,-2 4 0 0,2 4-1 16,-4 3 0-16,1 6 1 0,-1 7 0 16,1 5 1-16,-1 6 0 0,-1 7 1 15,0 6-1-15,-3 8-1 0,-2 5 0 0,0 5 0 16,-1 1 0-16,0 5-1 0,-1 0 0 0,1 1-1 15,2-2-5-15,-2-1-20 0,-1-6-66 0,2-3-85 16,-1-7-183-16,1-7-279 0,0-5-344 0,-1-6-420 16,1-10-269-16,-3-6 110 0,0-7 822 15</inkml:trace>
  <inkml:trace contextRef="#ctx0" brushRef="#br0" timeOffset="-196372.54">11188 15033 470 0,'-9'-29'1452'0,"-2"9"282"0,-1 15-303 0,1 6-349 16,-2 10-466-16,2 11-301 0,1 5-157 16,-2 4-68-16,2 4-34 0,2 2-16 0,0 4-17 15,2-2-8-15,3 3-7 0,0-1-7 0,3-2-42 16,2-3-82-16,-1-2-137 0,2-3-269 16,3-6-302-16,1-5-385 0,-1-1-367 0,-1-6-51 15,0-2 632-15</inkml:trace>
  <inkml:trace contextRef="#ctx0" brushRef="#br0" timeOffset="-195113.89">1506 16033 127 0,'0'-7'467'0,"0"2"326"0,0 2 289 15,0 2-74-15,-6 1-258 0,1 1-110 0,-2 2-54 16,3 2-86-16,1-1-106 0,-2 2-75 0,0 0-58 0,-1 0-69 16,0 2-67-16,0 1-42 0,1 0-26 0,0 3-12 15,2 3-9-15,1 0-1 0,2 6-3 0,0 1 0 16,2 6 0-16,3 2-3 0,-1 2-6 0,3 3-4 15,2 1-5-15,-3 0-4 0,4-2-4 0,0-1-1 16,0-1-2-16,2-6-3 0,0-1 0 0,1-6 0 16,3-2-3-16,1-4 1 0,2-4-2 0,-1-2 1 15,2-6 1-15,-1-5 0 0,0-2 2 0,1-1 0 0,0-6 1 16,-3 1 1-16,-1-3-1 0,1-1 0 16,-4 3 0-16,-1 3 0 0,-2 1 0 0,-2 1 0 0,0 3 1 15,-4 1 0-15,1 6 1 0,2 1 1 0,-1 7 1 16,0 4-2-16,-1 4 1 0,1 8 2 0,-1 2 1 15,0 2 0-15,1 4 0 0,0 0 1 16,1 3 0-16,-3-2-2 0,3 0-2 0,-1 0-1 0,2-3-1 16,0-4-4-16,-2-3-1 0,2-2-2 0,1-5-1 0,0-4-1 15,-1-2 0-15,1-4-7 0,0-5-14 0,-1-3-28 16,0-9-61-16,0 0-71 0,-2-7-126 0,-2-2-188 16,-1-3-302-16,0 0-321 0,0-1-256 15,-1 1-129-15,-2-3 382 0,0 1 607 0</inkml:trace>
  <inkml:trace contextRef="#ctx0" brushRef="#br0" timeOffset="-194915.92">2164 16390 155 0,'19'-3'579'0,"1"-1"418"16,-4 1 205-16,3 3-88 0,-1 0-254 0,4 0-172 15,0 0-161-15,-1 1-136 0,1-1-80 0,1-1-88 16,1 0-79-16,-2-1-54 0,4-2-33 0,-3-1-19 15,2-1-16-15,-2-2-10 0,1 1-5 0,-1-4-4 16,-1 2-7-16,-4-1-33 0,1-1-81 0,-3 1-164 16,-1-1-268-16,-3 2-301 0,0 0-383 0,-3 0-380 15,1 3-7-15,-2 2 730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6A86AFFD-C679-F14F-F1AA-3007CCB6BE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B8391C5C-A578-9F50-0260-D0125277487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l-PL"/>
              <a:t>Kliknij, aby edytować styl wzorca podtytułu</a:t>
            </a:r>
            <a:endParaRPr lang="en-US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53513F32-B992-B8DA-C139-B8E132D5FD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EE6243-C82A-4A24-98F4-0D1CF272CCBD}" type="datetimeFigureOut">
              <a:rPr lang="en-US" smtClean="0"/>
              <a:t>10/31/2024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CF18B748-9165-84C0-60DF-0EE3662B49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74BB05A6-2DA6-C385-DBF4-AA36732CD4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B55882-459F-49B9-8C23-C92613B37A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5403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2BAA5368-B017-CBEE-FCD1-082F6EE528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382AA905-F1F3-062F-75D8-48DAE05252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0076DFAD-CEC8-5B40-C13D-C90C018406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EE6243-C82A-4A24-98F4-0D1CF272CCBD}" type="datetimeFigureOut">
              <a:rPr lang="en-US" smtClean="0"/>
              <a:t>10/31/2024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D1637C7C-30C7-5D93-C2A6-E903D807D4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636D421F-8E65-5006-D1B3-7576A9AD8D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B55882-459F-49B9-8C23-C92613B37A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74613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302E2404-6F54-D873-AB28-9010AA913C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1008D6A5-ADA7-5A53-13A7-73BBCEBB7E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ACDBC642-A617-BBD0-6F77-15E71598F2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EE6243-C82A-4A24-98F4-0D1CF272CCBD}" type="datetimeFigureOut">
              <a:rPr lang="en-US" smtClean="0"/>
              <a:t>10/31/2024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08B8C623-B711-6D07-7B18-7DBB3251ED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4070BE71-A7BE-B77A-B18B-7DB577C86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B55882-459F-49B9-8C23-C92613B37A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88906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F598E8C5-7B47-6131-9D6F-B94D324791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C25939E7-AF42-7D5D-DFDB-49ADD381DBD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C622528B-F82B-C58A-7323-4C4B83DA64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1059B4C4-84EA-A9FB-5366-6DCB4BFE3F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EE6243-C82A-4A24-98F4-0D1CF272CCBD}" type="datetimeFigureOut">
              <a:rPr lang="en-US" smtClean="0"/>
              <a:t>10/31/2024</a:t>
            </a:fld>
            <a:endParaRPr lang="en-US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995D20C0-7D49-3E4A-008B-BA8FE9A406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0EA0A4EF-3A67-8668-37A5-D2F17AF64F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B55882-459F-49B9-8C23-C92613B37A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60144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5790A80F-18CA-435D-2D77-2051761F7E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361FC550-629D-5C19-6AFC-0C4B2BAA14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8E975AA2-5903-52F0-BF9E-72BEF9A38F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5" name="Symbol zastępczy tekstu 4">
            <a:extLst>
              <a:ext uri="{FF2B5EF4-FFF2-40B4-BE49-F238E27FC236}">
                <a16:creationId xmlns:a16="http://schemas.microsoft.com/office/drawing/2014/main" id="{0489EFCB-C915-891D-FBE4-8EDDF47D850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6" name="Symbol zastępczy zawartości 5">
            <a:extLst>
              <a:ext uri="{FF2B5EF4-FFF2-40B4-BE49-F238E27FC236}">
                <a16:creationId xmlns:a16="http://schemas.microsoft.com/office/drawing/2014/main" id="{58A96010-BD2E-F9DE-4503-8E52243B0C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7" name="Symbol zastępczy daty 6">
            <a:extLst>
              <a:ext uri="{FF2B5EF4-FFF2-40B4-BE49-F238E27FC236}">
                <a16:creationId xmlns:a16="http://schemas.microsoft.com/office/drawing/2014/main" id="{66448B2D-7B2A-B731-627E-C7B123061E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EE6243-C82A-4A24-98F4-0D1CF272CCBD}" type="datetimeFigureOut">
              <a:rPr lang="en-US" smtClean="0"/>
              <a:t>10/31/2024</a:t>
            </a:fld>
            <a:endParaRPr lang="en-US"/>
          </a:p>
        </p:txBody>
      </p:sp>
      <p:sp>
        <p:nvSpPr>
          <p:cNvPr id="8" name="Symbol zastępczy stopki 7">
            <a:extLst>
              <a:ext uri="{FF2B5EF4-FFF2-40B4-BE49-F238E27FC236}">
                <a16:creationId xmlns:a16="http://schemas.microsoft.com/office/drawing/2014/main" id="{EAB980E4-01D3-8AA6-85AC-5214248F17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ymbol zastępczy numeru slajdu 8">
            <a:extLst>
              <a:ext uri="{FF2B5EF4-FFF2-40B4-BE49-F238E27FC236}">
                <a16:creationId xmlns:a16="http://schemas.microsoft.com/office/drawing/2014/main" id="{48E03181-FDD1-BEB7-0801-E1278F075E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B55882-459F-49B9-8C23-C92613B37A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80864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34A525AE-4062-30F5-ED8D-F642ED7105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daty 2">
            <a:extLst>
              <a:ext uri="{FF2B5EF4-FFF2-40B4-BE49-F238E27FC236}">
                <a16:creationId xmlns:a16="http://schemas.microsoft.com/office/drawing/2014/main" id="{AFB33AA7-7666-D1B0-BB1C-ACF9A88030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EE6243-C82A-4A24-98F4-0D1CF272CCBD}" type="datetimeFigureOut">
              <a:rPr lang="en-US" smtClean="0"/>
              <a:t>10/31/2024</a:t>
            </a:fld>
            <a:endParaRPr lang="en-US"/>
          </a:p>
        </p:txBody>
      </p:sp>
      <p:sp>
        <p:nvSpPr>
          <p:cNvPr id="4" name="Symbol zastępczy stopki 3">
            <a:extLst>
              <a:ext uri="{FF2B5EF4-FFF2-40B4-BE49-F238E27FC236}">
                <a16:creationId xmlns:a16="http://schemas.microsoft.com/office/drawing/2014/main" id="{0F4FDE85-634F-F75D-054D-52032893CF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ymbol zastępczy numeru slajdu 4">
            <a:extLst>
              <a:ext uri="{FF2B5EF4-FFF2-40B4-BE49-F238E27FC236}">
                <a16:creationId xmlns:a16="http://schemas.microsoft.com/office/drawing/2014/main" id="{3B5911AC-2D2C-28E1-97D8-75D8610B0B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B55882-459F-49B9-8C23-C92613B37A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2068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daty 1">
            <a:extLst>
              <a:ext uri="{FF2B5EF4-FFF2-40B4-BE49-F238E27FC236}">
                <a16:creationId xmlns:a16="http://schemas.microsoft.com/office/drawing/2014/main" id="{74C9FD4A-EEAA-705D-716B-38A60DD7A5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EE6243-C82A-4A24-98F4-0D1CF272CCBD}" type="datetimeFigureOut">
              <a:rPr lang="en-US" smtClean="0"/>
              <a:t>10/31/2024</a:t>
            </a:fld>
            <a:endParaRPr lang="en-US"/>
          </a:p>
        </p:txBody>
      </p:sp>
      <p:sp>
        <p:nvSpPr>
          <p:cNvPr id="3" name="Symbol zastępczy stopki 2">
            <a:extLst>
              <a:ext uri="{FF2B5EF4-FFF2-40B4-BE49-F238E27FC236}">
                <a16:creationId xmlns:a16="http://schemas.microsoft.com/office/drawing/2014/main" id="{11399BB3-E9A5-D2F7-C92E-7A756FC6C4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9EA39AF7-C240-C361-F327-A57DE4BE6E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B55882-459F-49B9-8C23-C92613B37A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41306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11491A45-92FB-B95F-9E99-5E8EE2C803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BA3A1772-00B0-B9EB-BFEA-BA7B7B270D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EE659186-3C6D-A8EA-AAE5-49703EE3B1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3A64BF30-491D-6BA2-DBCC-03E3F3212F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EE6243-C82A-4A24-98F4-0D1CF272CCBD}" type="datetimeFigureOut">
              <a:rPr lang="en-US" smtClean="0"/>
              <a:t>10/31/2024</a:t>
            </a:fld>
            <a:endParaRPr lang="en-US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45411FC0-800A-FA3E-948A-47AAE081AD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7E2BF85A-64BC-D860-A0F6-BF5FBE2157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B55882-459F-49B9-8C23-C92613B37A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78146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9C7242EB-6DEC-61DC-0EDA-41DF5E99EC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obrazu 2">
            <a:extLst>
              <a:ext uri="{FF2B5EF4-FFF2-40B4-BE49-F238E27FC236}">
                <a16:creationId xmlns:a16="http://schemas.microsoft.com/office/drawing/2014/main" id="{0EA27B64-5A78-EA74-5B9D-50B502B8727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91280598-F72F-6DBC-72E1-7BFC12D8A8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2A11AC9B-8C24-5D72-231D-939D045468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EE6243-C82A-4A24-98F4-0D1CF272CCBD}" type="datetimeFigureOut">
              <a:rPr lang="en-US" smtClean="0"/>
              <a:t>10/31/2024</a:t>
            </a:fld>
            <a:endParaRPr lang="en-US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FEBAE266-1271-20CA-C45D-71F6B2E1C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1B5C626C-077E-699E-3C50-9439818AEB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B55882-459F-49B9-8C23-C92613B37A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77039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F72C2FAD-9E40-7F19-1CA2-E32DC8C1CE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6644ED52-65C1-EA64-5D2F-6409B5992A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127AB424-01A5-EB9B-CBA1-7CEECF5F6B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EE6243-C82A-4A24-98F4-0D1CF272CCBD}" type="datetimeFigureOut">
              <a:rPr lang="en-US" smtClean="0"/>
              <a:t>10/31/2024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FE322DB2-CD14-1B47-A485-6CE547F319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50E825A8-B6AB-748B-0217-4C7BE5AA25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B55882-459F-49B9-8C23-C92613B37A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25175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pionowy 1">
            <a:extLst>
              <a:ext uri="{FF2B5EF4-FFF2-40B4-BE49-F238E27FC236}">
                <a16:creationId xmlns:a16="http://schemas.microsoft.com/office/drawing/2014/main" id="{A95F537A-80F6-B155-2E8F-82B191491DB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3647FAFC-C6F3-37A1-CA8D-55A4B2B17C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52467E4A-BBD7-4C87-50F5-4C73D2D685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EE6243-C82A-4A24-98F4-0D1CF272CCBD}" type="datetimeFigureOut">
              <a:rPr lang="en-US" smtClean="0"/>
              <a:t>10/31/2024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2EDC6157-0749-680A-0C80-A1A1822E17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F31EDB66-FEEB-6BEB-1631-00498BAFF8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B55882-459F-49B9-8C23-C92613B37A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92866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tytułu 1">
            <a:extLst>
              <a:ext uri="{FF2B5EF4-FFF2-40B4-BE49-F238E27FC236}">
                <a16:creationId xmlns:a16="http://schemas.microsoft.com/office/drawing/2014/main" id="{71B5BEB9-76CE-FDED-B124-178AC3C5A6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D7517DC7-0389-0F99-8C51-D31C1C32AD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1D1F15A0-ECE1-99DA-81CC-7BFE335A1FF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EE6243-C82A-4A24-98F4-0D1CF272CCBD}" type="datetimeFigureOut">
              <a:rPr lang="en-US" smtClean="0"/>
              <a:t>10/31/2024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D0A0FD3F-C4A2-23F5-4087-1478A9EF3F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F268EEC7-E97E-ECC1-E6D7-0483644948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B55882-459F-49B9-8C23-C92613B37A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12628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customXml" Target="../ink/ink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customXml" Target="../ink/ink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customXml" Target="../ink/ink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customXml" Target="../ink/ink5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7.png"/><Relationship Id="rId7" Type="http://schemas.openxmlformats.org/officeDocument/2006/relationships/customXml" Target="../ink/ink7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customXml" Target="../ink/ink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customXml" Target="../ink/ink8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customXml" Target="../ink/ink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Pismo odręczne 3">
                <a:extLst>
                  <a:ext uri="{FF2B5EF4-FFF2-40B4-BE49-F238E27FC236}">
                    <a16:creationId xmlns:a16="http://schemas.microsoft.com/office/drawing/2014/main" id="{FAED153A-F427-0F0C-DFAE-075384E3A916}"/>
                  </a:ext>
                </a:extLst>
              </p14:cNvPr>
              <p14:cNvContentPartPr/>
              <p14:nvPr/>
            </p14:nvContentPartPr>
            <p14:xfrm>
              <a:off x="209880" y="82440"/>
              <a:ext cx="11829240" cy="3980160"/>
            </p14:xfrm>
          </p:contentPart>
        </mc:Choice>
        <mc:Fallback>
          <p:pic>
            <p:nvPicPr>
              <p:cNvPr id="4" name="Pismo odręczne 3">
                <a:extLst>
                  <a:ext uri="{FF2B5EF4-FFF2-40B4-BE49-F238E27FC236}">
                    <a16:creationId xmlns:a16="http://schemas.microsoft.com/office/drawing/2014/main" id="{FAED153A-F427-0F0C-DFAE-075384E3A91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00520" y="73080"/>
                <a:ext cx="11847960" cy="3998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1626283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D65D6F-E282-2A26-7936-985799EAAF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Pismo odręczne 1">
                <a:extLst>
                  <a:ext uri="{FF2B5EF4-FFF2-40B4-BE49-F238E27FC236}">
                    <a16:creationId xmlns:a16="http://schemas.microsoft.com/office/drawing/2014/main" id="{95EED169-F2B4-7D80-1FB6-204287300DA5}"/>
                  </a:ext>
                </a:extLst>
              </p14:cNvPr>
              <p14:cNvContentPartPr/>
              <p14:nvPr/>
            </p14:nvContentPartPr>
            <p14:xfrm>
              <a:off x="777960" y="435960"/>
              <a:ext cx="10884600" cy="6019560"/>
            </p14:xfrm>
          </p:contentPart>
        </mc:Choice>
        <mc:Fallback>
          <p:pic>
            <p:nvPicPr>
              <p:cNvPr id="2" name="Pismo odręczne 1">
                <a:extLst>
                  <a:ext uri="{FF2B5EF4-FFF2-40B4-BE49-F238E27FC236}">
                    <a16:creationId xmlns:a16="http://schemas.microsoft.com/office/drawing/2014/main" id="{95EED169-F2B4-7D80-1FB6-204287300DA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68600" y="426600"/>
                <a:ext cx="10903320" cy="6038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0920763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2299BA-7831-80B1-7F78-8173FB353D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Pismo odręczne 1">
                <a:extLst>
                  <a:ext uri="{FF2B5EF4-FFF2-40B4-BE49-F238E27FC236}">
                    <a16:creationId xmlns:a16="http://schemas.microsoft.com/office/drawing/2014/main" id="{7C777E8A-E44E-A6AC-4C35-35DB3C1B4E32}"/>
                  </a:ext>
                </a:extLst>
              </p14:cNvPr>
              <p14:cNvContentPartPr/>
              <p14:nvPr/>
            </p14:nvContentPartPr>
            <p14:xfrm>
              <a:off x="497880" y="321120"/>
              <a:ext cx="11694600" cy="5845680"/>
            </p14:xfrm>
          </p:contentPart>
        </mc:Choice>
        <mc:Fallback>
          <p:pic>
            <p:nvPicPr>
              <p:cNvPr id="2" name="Pismo odręczne 1">
                <a:extLst>
                  <a:ext uri="{FF2B5EF4-FFF2-40B4-BE49-F238E27FC236}">
                    <a16:creationId xmlns:a16="http://schemas.microsoft.com/office/drawing/2014/main" id="{7C777E8A-E44E-A6AC-4C35-35DB3C1B4E3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88520" y="311760"/>
                <a:ext cx="11713320" cy="5864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1885660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A8423C-1E30-5F7B-963F-DCC8DD0902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Pismo odręczne 1">
                <a:extLst>
                  <a:ext uri="{FF2B5EF4-FFF2-40B4-BE49-F238E27FC236}">
                    <a16:creationId xmlns:a16="http://schemas.microsoft.com/office/drawing/2014/main" id="{754F69D2-F275-9847-E0AF-C8CBB2E62457}"/>
                  </a:ext>
                </a:extLst>
              </p14:cNvPr>
              <p14:cNvContentPartPr/>
              <p14:nvPr/>
            </p14:nvContentPartPr>
            <p14:xfrm>
              <a:off x="517680" y="232560"/>
              <a:ext cx="11247120" cy="6308640"/>
            </p14:xfrm>
          </p:contentPart>
        </mc:Choice>
        <mc:Fallback>
          <p:pic>
            <p:nvPicPr>
              <p:cNvPr id="2" name="Pismo odręczne 1">
                <a:extLst>
                  <a:ext uri="{FF2B5EF4-FFF2-40B4-BE49-F238E27FC236}">
                    <a16:creationId xmlns:a16="http://schemas.microsoft.com/office/drawing/2014/main" id="{754F69D2-F275-9847-E0AF-C8CBB2E6245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08320" y="223200"/>
                <a:ext cx="11265840" cy="6327360"/>
              </a:xfrm>
              <a:prstGeom prst="rect">
                <a:avLst/>
              </a:prstGeom>
            </p:spPr>
          </p:pic>
        </mc:Fallback>
      </mc:AlternateContent>
      <p:pic>
        <p:nvPicPr>
          <p:cNvPr id="3" name="Obraz 2">
            <a:extLst>
              <a:ext uri="{FF2B5EF4-FFF2-40B4-BE49-F238E27FC236}">
                <a16:creationId xmlns:a16="http://schemas.microsoft.com/office/drawing/2014/main" id="{40A316CB-04BE-B90A-24A6-A331F04B48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70675" y="150665"/>
            <a:ext cx="2990418" cy="1506395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4" name="Pismo odręczne 3">
                <a:extLst>
                  <a:ext uri="{FF2B5EF4-FFF2-40B4-BE49-F238E27FC236}">
                    <a16:creationId xmlns:a16="http://schemas.microsoft.com/office/drawing/2014/main" id="{ABEABAC6-9F8D-F1A9-BF7D-26BC25821A52}"/>
                  </a:ext>
                </a:extLst>
              </p14:cNvPr>
              <p14:cNvContentPartPr/>
              <p14:nvPr/>
            </p14:nvContentPartPr>
            <p14:xfrm>
              <a:off x="11027520" y="769680"/>
              <a:ext cx="738720" cy="536760"/>
            </p14:xfrm>
          </p:contentPart>
        </mc:Choice>
        <mc:Fallback>
          <p:pic>
            <p:nvPicPr>
              <p:cNvPr id="4" name="Pismo odręczne 3">
                <a:extLst>
                  <a:ext uri="{FF2B5EF4-FFF2-40B4-BE49-F238E27FC236}">
                    <a16:creationId xmlns:a16="http://schemas.microsoft.com/office/drawing/2014/main" id="{ABEABAC6-9F8D-F1A9-BF7D-26BC25821A52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1018160" y="760320"/>
                <a:ext cx="757440" cy="555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5733667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A03C5B-4EE1-5BC1-3E29-5318C8C8FE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raz 1">
            <a:extLst>
              <a:ext uri="{FF2B5EF4-FFF2-40B4-BE49-F238E27FC236}">
                <a16:creationId xmlns:a16="http://schemas.microsoft.com/office/drawing/2014/main" id="{F1FEA1A9-A7EC-D34F-24A9-BBF8C3A2CD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709" y="120939"/>
            <a:ext cx="3819525" cy="1924050"/>
          </a:xfrm>
          <a:prstGeom prst="rect">
            <a:avLst/>
          </a:prstGeom>
        </p:spPr>
      </p:pic>
      <p:pic>
        <p:nvPicPr>
          <p:cNvPr id="4" name="Obraz 3">
            <a:extLst>
              <a:ext uri="{FF2B5EF4-FFF2-40B4-BE49-F238E27FC236}">
                <a16:creationId xmlns:a16="http://schemas.microsoft.com/office/drawing/2014/main" id="{04A76D99-D593-3BC1-C588-7A930C99DF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4621" y="160194"/>
            <a:ext cx="4895850" cy="714375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5" name="Pismo odręczne 4">
                <a:extLst>
                  <a:ext uri="{FF2B5EF4-FFF2-40B4-BE49-F238E27FC236}">
                    <a16:creationId xmlns:a16="http://schemas.microsoft.com/office/drawing/2014/main" id="{7EB06016-EB7E-8513-2FE0-96A4C273C3D2}"/>
                  </a:ext>
                </a:extLst>
              </p14:cNvPr>
              <p14:cNvContentPartPr/>
              <p14:nvPr/>
            </p14:nvContentPartPr>
            <p14:xfrm>
              <a:off x="2592360" y="178560"/>
              <a:ext cx="9484560" cy="3165120"/>
            </p14:xfrm>
          </p:contentPart>
        </mc:Choice>
        <mc:Fallback>
          <p:pic>
            <p:nvPicPr>
              <p:cNvPr id="5" name="Pismo odręczne 4">
                <a:extLst>
                  <a:ext uri="{FF2B5EF4-FFF2-40B4-BE49-F238E27FC236}">
                    <a16:creationId xmlns:a16="http://schemas.microsoft.com/office/drawing/2014/main" id="{7EB06016-EB7E-8513-2FE0-96A4C273C3D2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583000" y="169200"/>
                <a:ext cx="9503280" cy="3183840"/>
              </a:xfrm>
              <a:prstGeom prst="rect">
                <a:avLst/>
              </a:prstGeom>
            </p:spPr>
          </p:pic>
        </mc:Fallback>
      </mc:AlternateContent>
      <p:pic>
        <p:nvPicPr>
          <p:cNvPr id="7" name="Obraz 6">
            <a:extLst>
              <a:ext uri="{FF2B5EF4-FFF2-40B4-BE49-F238E27FC236}">
                <a16:creationId xmlns:a16="http://schemas.microsoft.com/office/drawing/2014/main" id="{417D6BF5-EBEC-EB1A-E901-40C734FBA81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4935" y="3601171"/>
            <a:ext cx="4514850" cy="523875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8" name="Pismo odręczne 7">
                <a:extLst>
                  <a:ext uri="{FF2B5EF4-FFF2-40B4-BE49-F238E27FC236}">
                    <a16:creationId xmlns:a16="http://schemas.microsoft.com/office/drawing/2014/main" id="{F7547CB6-FD75-B433-97C6-74070A4E7CC9}"/>
                  </a:ext>
                </a:extLst>
              </p14:cNvPr>
              <p14:cNvContentPartPr/>
              <p14:nvPr/>
            </p14:nvContentPartPr>
            <p14:xfrm>
              <a:off x="472680" y="3319920"/>
              <a:ext cx="9711360" cy="3229920"/>
            </p14:xfrm>
          </p:contentPart>
        </mc:Choice>
        <mc:Fallback>
          <p:pic>
            <p:nvPicPr>
              <p:cNvPr id="8" name="Pismo odręczne 7">
                <a:extLst>
                  <a:ext uri="{FF2B5EF4-FFF2-40B4-BE49-F238E27FC236}">
                    <a16:creationId xmlns:a16="http://schemas.microsoft.com/office/drawing/2014/main" id="{F7547CB6-FD75-B433-97C6-74070A4E7CC9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63320" y="3310560"/>
                <a:ext cx="9730080" cy="3248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8894403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8FC9A6-4F5D-E8DD-F45F-EC5B1BB69D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Pismo odręczne 1">
                <a:extLst>
                  <a:ext uri="{FF2B5EF4-FFF2-40B4-BE49-F238E27FC236}">
                    <a16:creationId xmlns:a16="http://schemas.microsoft.com/office/drawing/2014/main" id="{C32C0064-D3D6-E22E-2C89-F0D8D5BA8880}"/>
                  </a:ext>
                </a:extLst>
              </p14:cNvPr>
              <p14:cNvContentPartPr/>
              <p14:nvPr/>
            </p14:nvContentPartPr>
            <p14:xfrm>
              <a:off x="409680" y="555840"/>
              <a:ext cx="11607480" cy="6284520"/>
            </p14:xfrm>
          </p:contentPart>
        </mc:Choice>
        <mc:Fallback>
          <p:pic>
            <p:nvPicPr>
              <p:cNvPr id="2" name="Pismo odręczne 1">
                <a:extLst>
                  <a:ext uri="{FF2B5EF4-FFF2-40B4-BE49-F238E27FC236}">
                    <a16:creationId xmlns:a16="http://schemas.microsoft.com/office/drawing/2014/main" id="{C32C0064-D3D6-E22E-2C89-F0D8D5BA888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00320" y="546480"/>
                <a:ext cx="11626200" cy="6303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4510139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6F7090-F441-9E6A-6353-2944337C88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Pismo odręczne 1">
                <a:extLst>
                  <a:ext uri="{FF2B5EF4-FFF2-40B4-BE49-F238E27FC236}">
                    <a16:creationId xmlns:a16="http://schemas.microsoft.com/office/drawing/2014/main" id="{44D81285-0082-DF71-BFC5-8CDDB6197F29}"/>
                  </a:ext>
                </a:extLst>
              </p14:cNvPr>
              <p14:cNvContentPartPr/>
              <p14:nvPr/>
            </p14:nvContentPartPr>
            <p14:xfrm>
              <a:off x="200880" y="154080"/>
              <a:ext cx="10748160" cy="6671160"/>
            </p14:xfrm>
          </p:contentPart>
        </mc:Choice>
        <mc:Fallback>
          <p:pic>
            <p:nvPicPr>
              <p:cNvPr id="2" name="Pismo odręczne 1">
                <a:extLst>
                  <a:ext uri="{FF2B5EF4-FFF2-40B4-BE49-F238E27FC236}">
                    <a16:creationId xmlns:a16="http://schemas.microsoft.com/office/drawing/2014/main" id="{44D81285-0082-DF71-BFC5-8CDDB6197F29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1520" y="144720"/>
                <a:ext cx="10766880" cy="6689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049533932"/>
      </p:ext>
    </p:extLst>
  </p:cSld>
  <p:clrMapOvr>
    <a:masterClrMapping/>
  </p:clrMapOvr>
</p:sld>
</file>

<file path=ppt/theme/theme1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akiet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F9985547ED3869409668EC440E4538BF" ma:contentTypeVersion="11" ma:contentTypeDescription="Utwórz nowy dokument." ma:contentTypeScope="" ma:versionID="bb4d534d5a380a62266c36c4db980fe6">
  <xsd:schema xmlns:xsd="http://www.w3.org/2001/XMLSchema" xmlns:xs="http://www.w3.org/2001/XMLSchema" xmlns:p="http://schemas.microsoft.com/office/2006/metadata/properties" xmlns:ns2="e3df25f3-32c1-478e-a538-0a30a0d666d9" xmlns:ns3="250ee321-c814-41fb-9823-fabd181dae05" targetNamespace="http://schemas.microsoft.com/office/2006/metadata/properties" ma:root="true" ma:fieldsID="520be763d65ea0a02d5fadccb36d1620" ns2:_="" ns3:_="">
    <xsd:import namespace="e3df25f3-32c1-478e-a538-0a30a0d666d9"/>
    <xsd:import namespace="250ee321-c814-41fb-9823-fabd181dae0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3df25f3-32c1-478e-a538-0a30a0d666d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Tagi obrazów" ma:readOnly="false" ma:fieldId="{5cf76f15-5ced-4ddc-b409-7134ff3c332f}" ma:taxonomyMulti="true" ma:sspId="b7b31e59-74a4-4436-bc03-9931855e0d9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50ee321-c814-41fb-9823-fabd181dae05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67514712-c841-4c85-bca0-25e594a903ac}" ma:internalName="TaxCatchAll" ma:showField="CatchAllData" ma:web="250ee321-c814-41fb-9823-fabd181dae0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zawartości"/>
        <xsd:element ref="dc:title" minOccurs="0" maxOccurs="1" ma:index="4" ma:displayName="Tytuł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e3df25f3-32c1-478e-a538-0a30a0d666d9">
      <Terms xmlns="http://schemas.microsoft.com/office/infopath/2007/PartnerControls"/>
    </lcf76f155ced4ddcb4097134ff3c332f>
    <TaxCatchAll xmlns="250ee321-c814-41fb-9823-fabd181dae05" xsi:nil="true"/>
  </documentManagement>
</p:properties>
</file>

<file path=customXml/itemProps1.xml><?xml version="1.0" encoding="utf-8"?>
<ds:datastoreItem xmlns:ds="http://schemas.openxmlformats.org/officeDocument/2006/customXml" ds:itemID="{2EB183AD-73E4-48E9-9E6C-863D37045154}"/>
</file>

<file path=customXml/itemProps2.xml><?xml version="1.0" encoding="utf-8"?>
<ds:datastoreItem xmlns:ds="http://schemas.openxmlformats.org/officeDocument/2006/customXml" ds:itemID="{4925643C-18B8-441F-91B6-3552ACBFCE85}"/>
</file>

<file path=customXml/itemProps3.xml><?xml version="1.0" encoding="utf-8"?>
<ds:datastoreItem xmlns:ds="http://schemas.openxmlformats.org/officeDocument/2006/customXml" ds:itemID="{99AA97C3-9EA3-4548-8898-E5A7F58AE025}"/>
</file>

<file path=docProps/app.xml><?xml version="1.0" encoding="utf-8"?>
<Properties xmlns="http://schemas.openxmlformats.org/officeDocument/2006/extended-properties" xmlns:vt="http://schemas.openxmlformats.org/officeDocument/2006/docPropsVTypes">
  <TotalTime>67</TotalTime>
  <Words>0</Words>
  <Application>Microsoft Office PowerPoint</Application>
  <PresentationFormat>Panoramiczny</PresentationFormat>
  <Paragraphs>0</Paragraphs>
  <Slides>7</Slides>
  <Notes>0</Notes>
  <HiddenSlides>0</HiddenSlides>
  <MMClips>0</MMClips>
  <ScaleCrop>false</ScaleCrop>
  <HeadingPairs>
    <vt:vector size="6" baseType="variant">
      <vt:variant>
        <vt:lpstr>Używane czcionki</vt:lpstr>
      </vt:variant>
      <vt:variant>
        <vt:i4>3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Motyw pakietu Office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LUK GON</dc:creator>
  <cp:lastModifiedBy>LUK GON</cp:lastModifiedBy>
  <cp:revision>4</cp:revision>
  <dcterms:created xsi:type="dcterms:W3CDTF">2024-10-31T07:31:43Z</dcterms:created>
  <dcterms:modified xsi:type="dcterms:W3CDTF">2024-10-31T08:39:40Z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0x010100F9985547ED3869409668EC440E4538BF</vt:lpwstr>
  </property>
</Properties>
</file>