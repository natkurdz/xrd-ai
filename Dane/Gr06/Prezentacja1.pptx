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0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13.xml" ContentType="application/inkml+xml"/>
  <Override PartName="/ppt/ink/ink11.xml" ContentType="application/inkml+xml"/>
  <Override PartName="/ppt/ink/ink12.xml" ContentType="application/inkml+xml"/>
  <Override PartName="/ppt/ink/ink8.xml" ContentType="application/inkml+xml"/>
  <Override PartName="/ppt/ink/ink9.xml" ContentType="application/inkml+xml"/>
  <Override PartName="/ppt/ink/ink14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7:13:15.14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6408 2491 13 0,'-2'-12'287'0,"2"2"196"0,-3 1 223 0,1 0 85 16,2 0-147-16,-1 3-68 0,1-2-54 0,-2 4-49 15,2-1-75-15,-3-1-75 0,3 0-84 16,-2 1-66-16,-2 3-29 0,4-2 5 0,0 3 28 16,0 1 17-16,3 0 5 0,-2 1-7 0,-1-1-25 15,0 2-36-15,2 2-35 0,-2 2-27 0,3 5-15 16,-1 2-17-16,-1 3-11 0,1 5-4 0,1 4-4 15,-1 5-2-15,1 8 1 0,0 4 9 16,0 4 14-16,2 6 8 0,-2 7 4 0,0 3 6 0,0 1 2 16,2 4-1-16,0 3-7 0,-2 3-4 15,2 2-3-15,1 6-5 0,-3 1-6 16,0 1-6-16,2 2 0 0,-2 2-2 0,-1 1-2 16,1 2-3-16,-1 2-1 0,-1 3-1 0,-1 1-4 15,0 0-2-15,0 3 0 0,-1-2-1 16,1 5 0-16,-2 2-1 0,1 4 0 0,-1 4-3 15,0 1 1-15,2 4-1 0,0 1 0 0,0 1-1 16,2-1-7-16,1 2 0 0,0-3 0 16,2-1 0-16,3-4 0 0,-2-2 0 0,1-4 0 15,1-5 0-15,1-4 0 0,-1-2 0 16,0-5 0-16,1-4 0 0,-1-4 0 0,0-4 0 16,-1-5 0-16,-1-2 0 0,3-6 0 0,-1-1 0 15,-1-6 0-15,2-3 0 0,-3-7 0 0,2-4 0 16,-1-5 0-16,-1-8 0 0,0-1-27 15,-1-8-13-15,-2-6-15 0,-1-4-19 0,-2-6-40 16,-2-6-74-16,-3-9-128 0,-6-4-253 16,0-7-304-16,-3-7-375 0,-5-6-381 0,-3-8-70 15,-3-6 639-15</inkml:trace>
  <inkml:trace contextRef="#ctx0" brushRef="#br0" timeOffset="971.93">6125 2551 413 0,'1'1'809'0,"-1"-2"285"16,0 0 44-16,0-3-323 0,2 2-222 15,-2-3-111-15,3-1-66 0,-3 0-57 0,3-2-54 16,-1-2-43-16,1-3-57 0,0-1-61 0,3-1-46 16,-1 0-29-16,1-5-15 0,1 0-10 15,-1-3-7-15,2 1-10 0,2-4-4 0,-1 1-1 16,2 1 0-16,-3-2-1 0,2 2 2 0,0 1 0 15,-2 0 1-15,0 4-2 0,-3 3-3 0,2 3 0 16,-1 1 2-16,-2 4 2 0,1 4 3 0,-2 1 3 16,2 6 2-16,2 3 0 0,0 4 3 0,-2 3-1 15,0 4-4-15,1 2-4 0,-1 3-5 16,1 0-1-16,-1 1-8 0,1-1-3 0,-1-1-4 16,-2 0 0-16,2-2-2 0,0 1-1 0,-1-3-2 15,1-2-3-15,2 0-2 0,-3-2-12 0,1 0-22 16,0-3-64-16,-1-1-89 0,-2 0-190 15,1 0-283-15,0 1-343 0,-1 2-415 0,1 0-279 16,0 4 165-16,-1 3 832 0</inkml:trace>
  <inkml:trace contextRef="#ctx0" brushRef="#br0" timeOffset="2866.54">6174 7154 8 0,'4'0'286'0,"-2"2"193"0,1-2 162 0,0 0 6 16,-1-2-180-16,0 2-119 0,-1-1-79 15,2 1 3-15,-1 0 15 0,1-1 34 0,0-1-2 16,3 1-37-16,-1-1-28 0,0 1-36 0,3-3-33 16,0 3-48-16,1 0-34 0,1-1-14 15,-1 0-12-15,5 2-21 0,-2 0-16 0,3 2-11 16,0 0-2-16,0-1-7 0,1 2-2 16,3 2-9-16,-1-2-1 0,1 1-2 0,1-1 2 15,-1 1-1-15,2 2-3 0,-1-1 3 0,1-1-2 16,1 0 0-16,0 0-6 0,0-1 2 15,2 0-2-15,1 2 1 0,-1-2-2 0,1 0 5 16,-3 0 0-16,4 0-3 0,-3-1 4 16,2 2-3-16,-2-2 1 0,2 2-1 0,2-1-2 15,-2 0 1-15,2-2 0 0,0 2 26 0,1 0 23 16,1-1 17-16,1 0 8 0,1 1 1 16,-2-2 3-16,4 0-29 0,-1 0-19 0,1 2-13 15,0-3-4-15,0 0-3 0,2 0-2 16,0 0 6-16,0 0-3 0,1-3 3 0,4 2-5 15,-1 0 0-15,-1 1-3 0,2-1-5 0,-1-2 5 16,1 3-9-16,-1 0 3 0,2 0 0 0,1 0-2 16,0 0-4-16,1-2-2 0,-2 2 1 15,3 0-2-15,1 0 0 0,-3-2 10 0,4-1 5 16,0 0-2-16,1 0 3 0,1-1 0 16,4-1 0-16,-2-1-3 0,1 0-1 0,1 1 5 15,2-2-1-15,-3 0-6 0,1 1-4 16,2-1-2-16,-1-2-6 0,-2 2-1 0,1 0 4 0,0 0 6 15,-1 1 7-15,3-1 5 0,-1 2 5 16,1-2-7-16,2 0-4 0,-1 0 3 0,3 1-5 16,-1-3-5-16,0 2-3 0,0 1 2 15,0 0 1-15,0 0-4 0,0 2-1 0,1-2 6 16,-1 2-3-16,2 0 3 0,-1 3 4 0,2-1 3 16,0-1 0-16,2 3 2 0,1-1-2 15,0-1 1-15,-1 1-6 0,1 1 0 0,2-1-6 16,-3-1-4-16,3 0 9 0,-2 0 0 15,2 0 7-15,0 0-4 0,1 2 8 0,2-2 0 16,0 2-5-16,0 0 1 0,0-3-6 0,3 3 5 16,-3 0 0-16,0 0 2 0,2 3-1 15,-2-3 2-15,1 0 5 0,1 2-1 0,1-2 0 16,0 4-1-16,0-3 2 0,2 0-3 0,0 1-6 16,-2 0-3-16,3-1-3 0,-3 0 2 15,1 1 2-15,1-1 10 0,-3 2 30 0,2 2 15 16,1-1 12-16,2 1-3 0,-2-2-3 0,4 1-11 15,-2 0-21-15,-1 0-15 0,2 0-11 0,-2-1-1 16,2 0 1-16,0 2 2 0,1-3 1 16,0 2 9-16,1-2 7 0,2 1 1 0,0 1-1 15,1-2-5-15,-2-1-4 0,3 0-6 0,-3 1-3 16,3 1-2-16,-1-2 1 0,0 1 3 16,4-1 2-16,0 1-3 0,1-1-3 0,-1-1-3 15,1 0-4-15,0 2 1 0,0-2-1 16,-1 0 3-16,1 0 2 0,2 0 2 0,-1 0 1 15,3 0 0-15,0 0-2 0,-1 0-3 0,-1 0-4 16,0 1 2-16,-1-1 2 0,-1 4 2 0,1-3 0 16,0 2 4-16,2 0 3 0,-2 1-3 15,1-1-3-15,-1 0-3 0,2-2 0 0,-2 3-1 16,1-1 1-16,-2-2 1 0,1 2 3 16,1-2 2-16,-1 1 0 0,0 1 0 0,1-3-3 15,-5 0-3-15,2 0 1 0,1 2 0 0,-4-2 3 16,-1 0 1-16,-1 2 1 0,-1 2 2 15,0-3-1-15,-1 0-3 0,-2 2-2 0,-3-3-3 16,-1 2-3-16,-2 0 0 0,-6-2-1 0,-2 2 2 16,-2-2-1-16,-5 0 3 0,-2 0 3 15,-3 0 1-15,-4 0-1 0,-5 1 0 0,-3-1 1 16,-3 1 1-16,-5-1-3 0,-3 0 0 0,-7 0 0 16,-2 0 0-16,-2 0 1 0,-7 0 1 15,-1 0 1-15,-2 0 3 0,-4 0-2 0,-4 2-1 16,1-2-3-16,-5 0-8 0,-1 0-32 15,-1 0-68-15,0 0-62 0,-4-2-131 0,2 0-217 16,2-4-313-16,-1-3-309 0,4 2-234 16,0-2-92-16,2-2 453 0,2 1 599 0</inkml:trace>
  <inkml:trace contextRef="#ctx0" brushRef="#br0" timeOffset="3159.23">18471 6996 544 0,'2'0'1236'0,"-2"-2"356"16,-2 4-164-16,2-2-370 0,-3 1-425 0,3-1-222 15,0 0-155-15,0 0-106 0,0 0-57 16,0 2-37-16,3-2-25 0,2 0-14 16,2 0-7-16,2 1-3 0,5-1 0 0,-1 2-1 15,4-2-1-15,1 1-1 0,2 0 0 0,1 4-2 16,-2-1-1-16,1 2 0 0,1 3 0 0,-3-2 1 16,-1 2 1-16,-3 1 2 0,0 2 7 15,-6 1 11-15,0 2 10 0,-5 4 8 0,-3 0 9 16,-4 2 5-16,-5 4-3 0,-2-2-5 15,-4 3-8-15,-6 0-7 0,-3 0-10 0,-1 1-6 16,-3 0-6-16,-1 0-6 0,1-1-3 0,1-2-3 16,3-2-1-16,3-2-6 0,4-4-16 15,4-2-29-15,3-2-77 0,5-3-118 0,3-4-255 16,5 0-305-16,7-3-379 0,2-4-450 16,6-1-130-16,1-1 539 0,4-1 843 0</inkml:trace>
  <inkml:trace contextRef="#ctx0" brushRef="#br0" timeOffset="4047.3">18716 7903 153 0,'-4'-4'419'0,"-1"-1"207"0,1 2 141 15,0-3-163-15,1 2-183 0,1-1-105 0,2 3-50 16,0-4-20-16,0 1 3 0,2 0 23 16,3 0 8-16,1-1-7 0,2 0-23 0,0-3-15 15,3 2 5-15,3 0 4 0,1 0-4 16,3 2-5-16,0-1-13 0,4 1-17 0,0 1-37 16,2-1-44-16,0 4-27 0,1-1-21 0,0 4-8 15,-1 1-7-15,-1 2-1 0,-2 2 4 16,-2 3-1-16,-3 2-1 0,0 2-3 0,-3 5-3 15,-4 4-4-15,-3 1-5 0,-3 2-7 0,-4 2-5 16,-3 0-4-16,-2 4-3 0,-5-1-2 0,0 2-3 16,-3 0-1-16,-2 1-1 0,-3-2-2 15,3 2-2-15,-3 0-3 0,3-1-1 0,-1-1-3 16,3-1-2-16,0-2-2 0,2-1-1 16,2-2-1-16,2-1-2 0,3-2-1 0,2-3-1 15,3-3-2-15,1-2 0 0,4 0-2 0,2-5 0 16,3-1-2-16,1-1 1 0,7-5-3 15,-1-5-7-15,4-1-8 0,2-6-12 0,1-3-16 16,3-4-20-16,3-4-30 0,0-1-45 0,0-3-62 16,4-2-47-16,-3 1-41 0,2-3-28 15,-1 2 8-15,-2 0 55 0,0 3 93 0,-5 4 61 16,-1 2 45-16,-4 3 35 0,-5 7 20 0,-4 1 25 16,1 4 63-16,-5 6 97 0,-1 1 72 15,-1 4 26-15,-2 4-2 0,3 3-16 0,-3 2-44 16,1 3-60-16,-1 1-49 0,2 1-30 15,1 2-20-15,5-1-16 0,-2 0-12 0,4-5-11 16,5-4-7-16,0-4-3 0,2-4-3 0,3-7-1 16,4-5-2-16,0-8 0 0,1-4 2 15,2-7-1-15,-1-6 2 0,-4-6 7 0,1 1 8 16,-4-5 9-16,-5-1 9 0,-3 0 10 16,-2 1 8-16,-8 2 2 0,-4-2-4 0,-4 0-4 15,-5 4-4-15,-3-3-6 0,-2 6-4 0,-4-1-4 16,-1 5-19-16,-3 3-11 0,1 5 0 0,-2 6 0 15,-1 5 0-15,1 5 0 0,0 7 0 16,-1 4 0-16,2 5 0 0,2 4 0 16,2 4 0-16,1 1 0 0,4 5 0 0,4-1 0 15,0 1-6-15,2 1-74 0,2 1-79 0,0-4-121 16,1 2-243-16,-4-3-306 0,5-1-383 0,-2-1-443 16,3-6-127-16,-1 2 538 0,0-7 836 15</inkml:trace>
  <inkml:trace contextRef="#ctx0" brushRef="#br0" timeOffset="4257.33">19513 8178 502 0,'5'4'1392'0,"-2"0"266"15,1 1-262-15,0 0-310 0,1-1-489 0,3 1-259 16,1-1-154-16,3 0-66 0,3 0-29 16,3-2-26-16,4-2-20 0,3-1-11 0,3-1-8 15,2-3-7-15,0-3-7 0,4 2-5 0,-1-3-8 16,-1 2-31-16,-2-2-83 0,-2-2-124 0,-4 1-256 15,-3 2-299-15,-3-1-374 0,-3 1-403 16,-4 1-90-16,-8-1 549 0</inkml:trace>
  <inkml:trace contextRef="#ctx0" brushRef="#br0" timeOffset="5470.59">5380 1623 70 0,'0'1'557'0,"-2"2"473"0,1-2 219 16,-1 3-77-16,-1-3-367 0,2 2-217 15,-1 2-138-15,1-1-109 0,-1 3-64 0,2 1-48 16,-2 1-52-16,2 0-59 0,-1 3-46 0,1 0-25 16,1 3-20-16,-1-1-8 0,2 1-6 0,0 3-6 15,-1-4-1-15,2 4-3 0,2-1-1 16,-2 0-1-16,0-1-1 0,0-1 0 0,0 0 0 16,1-2 0-16,-1 1-2 0,0 0 1 0,0-3 0 15,-1 2-2-15,2-2-4 0,-2 0-17 0,-2 1-65 16,1-1-63-16,-2-1-131 0,1 1-200 0,-6-5-307 15,4-2-329-15,-1-1-232 0,-2-6-106 0,2-1 434 16,0-6 577-16</inkml:trace>
  <inkml:trace contextRef="#ctx0" brushRef="#br0" timeOffset="5740.55">5258 1516 198 0,'0'-5'540'0,"-2"0"263"0,1-1 119 0,1 2-183 16,0 0-219-16,1 1-148 0,1 0-95 0,1 0-54 16,-1 0-28-16,4 0-13 0,-1 0-28 0,4 2-36 15,-1-2-24-15,4 2-13 0,0-3-14 0,2 3-29 16,2 0-2-16,2-1-1 0,-1 0-4 0,1 2-3 16,2-1 0-16,0 1 2 0,-2 0-15 0,4-1-9 15,-2 1-3-15,0-2 0 0,-2 2-16 0,-3 2-51 16,-1-2-117-16,-3 2-162 0,-4 3-293 0,-3 1-272 15,-2 1-236-15,-2 4-40 0,-2-1 338 16,-4 5 440-16</inkml:trace>
  <inkml:trace contextRef="#ctx0" brushRef="#br0" timeOffset="5945.07">5192 2063 51 0,'1'8'444'15,"-1"1"296"-15,2-3 169 0,1-1 1 16,2-1-330-16,1-1-220 0,4-1-115 0,2 0-55 16,1-2-29-16,1 2-13 0,4 0-42 0,2-2-43 15,2-2-21-15,2 0-13 0,2 1 12 0,2 0 2 16,0-1 3-16,4 0 1 0,1 2-18 0,-1 0-8 16,4 4-47-16,0 0-85 0,1 2-160 15,-1 3-309-15,2 0-233 0,3 3-211 0,2 1-69 16,1 3 250-16,2 0 420 0</inkml:trace>
  <inkml:trace contextRef="#ctx0" brushRef="#br0" timeOffset="7205.32">18087 6546 109 0,'0'-2'323'0,"0"0"163"0,0 2 98 16,0-1-90-16,0 1-128 0,0 0-77 0,-1-1-42 16,1 1-26-16,-2-2-20 0,2 2-11 0,-3 0-6 15,3 0-4-15,-2 0-4 0,2 0-9 16,-1-2-11-16,-1 2-24 0,1-1-24 0,1 1-30 16,-2 0-29-16,0-1-20 0,2 1-15 15,-1 0-8-15,-1-2-15 0,1 1-49 0,-4 1-98 16,2-2-141-16,0 1-293 0,-2-1-232 0,0 1-155 15,-1-1 43-15,-1 1 284 0</inkml:trace>
  <inkml:trace contextRef="#ctx0" brushRef="#br0" timeOffset="16205.68">7007 5044 73 0,'0'0'208'0,"-3"2"70"0,3-2 10 0,0 1-41 15,0 0-54-15,0-1-22 0,0 0-15 16,0 3-4-16,0-3 2 0,3 0-13 0,-3 0-4 16,1 0-12-16,-1 0-4 0,0 0-6 0,2 0-3 15,-2 0 0-15,0 0 0 0,0-3 9 16,0 3 9-16,0 0 5 0,0 0 8 0,0 0 14 16,0 0 5-16,0 0 7 0,0-1 0 15,1 1 0-15,-1 0-5 0,0 0-12 0,2 0 5 16,-2 0-14-16,0 1 4 0,2-1-6 0,-1 3-11 15,-1-2-6-15,2 1-24 0,1 0-12 16,-1 1-19-16,-1-1-19 0,3 2-12 0,-3 1-8 16,2-2-5-16,-1 2-2 0,2-3-7 15,1 3-1-15,-2-1 3 0,-1-1 6 0,3 3 7 16,-2-1 3-16,0-1 4 0,2 2 0 0,-2-2-4 16,3 2-9-16,-3-1-9 0,2 1-7 15,-2 0-6-15,2-1-1 0,0 1 4 0,1 0-4 16,-3 0 2-16,2-2-1 0,0 2 0 15,1 2 6-15,-1-4-7 0,0 2 2 0,1 0 1 16,-1 0 0-16,-1 0 4 0,1-1-4 0,-1-1 1 16,0 1-1-16,2 0 0 0,-4-1 0 0,3 2-3 15,0-2-1-15,-1 1 1 0,1 1 5 16,-2-2-5-16,3 2 2 0,-1 0-1 16,0 1 4-16,0-2 1 0,0 0-6 0,-1 1 1 15,2 1 1-15,-1-1 4 0,2 0 2 0,-1 0-3 16,-1 0 0-16,1 2 16 0,0-3 31 0,1 1 13 15,-1 3 5-15,-1-4 4 0,1 3 4 16,0-2-9-16,-1-2-27 0,0 4-17 0,0-2-11 16,-2-2-4-16,3 2-4 0,-1-1-4 15,-1-1-2-15,1 2 1 0,0-2 1 0,-2 2-3 16,2-1 0-16,-2 1 3 0,3-4 0 0,-3 2-3 16,2 1-1-16,-3-1 0 0,3 0 4 15,-2-2-5-15,0 3 1 0,2-2 1 0,-1 1 1 16,1-1 3-16,-2 0-5 0,2 2 3 0,0-2-3 15,-2 0 0-15,2 1 4 0,3-1-4 16,-4 0 1-16,1 1-1 0,0 0 4 0,0 0 0 16,1-1 0-16,0-1-2 0,-1 4 2 0,0-3 1 15,0 0-2-15,-1 2-1 0,1-3-1 16,1 3 3-16,-3-2-1 0,2 0 0 0,-2-1-2 16,1 2-1-16,-1-1 0 0,0 0 0 15,0-2 1-15,2 1 2 0,-2-1 0 0,0 2-1 16,0-2-2-16,0 1-1 0,1 1-3 15,-1-2-1-15,0 3 0 0,0-3 5 0,3 2 1 0,-3-1 3 16,1 0-2-16,1 0 3 0,-1 3-2 16,1-2-4-16,0 0 2 0,1 0-1 15,0-1 1-15,-1 0-1 0,2 2 1 0,-3 0 3 16,4-1-10-16,-2 0-2 0,-1 0-5 16,2-1 6-16,-1 2-5 0,0-1 5 0,0 0 2 0,-1 0 2 15,0 0 2-15,0-1-5 0,1 2 4 16,0-2 0-16,-1 2 2 0,0-2 7 0,1 2 3 15,-2-3 2-15,0 2 2 0,2 0-8 16,-1-1 0-16,-2-2-13 0,2 4-3 0,0-1 5 16,-2-1 1-16,2 1 4 0,1-2 9 0,-3 3 5 15,2-2 1-15,0 0-6 0,-2 1-5 16,2-2-2-16,-2 2-1 0,3-1-1 0,-1 0 1 16,-2 0 0-16,3 0-1 0,-1 1-2 15,0-2-2-15,1 2 1 0,-1-1 1 0,0-1-2 16,-1 2 2-16,1-2 0 0,0 3 3 0,3-3 0 15,-2 0-1-15,-1 1 2 0,1 0 2 0,-1 0-2 16,1 0-4-16,0 0-1 0,2-1-2 16,-3 0 2-16,2 1-2 0,0 1 4 0,0-3 2 15,-1 2-1-15,1 1 1 0,0-2 0 16,1 2-1-16,0 1 0 0,-1-4-2 0,2 4 4 16,-1-2-3-16,-2 0-1 0,2 0-1 15,1 1-2-15,-2-2 0 0,-1 2 2 0,2-1 1 16,-1-1 1-16,0 2 0 0,1-1 1 0,-3-1 0 15,1 2-3-15,2-1-2 0,-2-1 3 16,1 1-2-16,-1-1 6 0,1 1-2 0,0-1 0 16,0 2 1-16,-3-1-2 0,3-1 3 0,-1-1-4 15,0 1 2-15,-1 1 4 0,1 0-4 16,1-2 2-16,-2 1-2 0,2 0 4 0,-2-1-4 16,3 2 2-16,-3 0 2 0,1-2 0 15,2 1 1-15,0 0-2 0,-2 1 4 0,2-2-5 16,-2 3 0-16,1-1 2 0,-1-2 20 0,2 3 13 15,-3-2 3-15,3 1 6 0,-2 1 2 16,0-1-2-16,1-2-19 0,-1 2-14 0,0 0-1 16,1 0-7-16,-1-1-2 0,-1 0 0 0,4 1 0 15,-3 0-1-15,1-1-2 0,-1 2 0 16,2-2 2-16,0 1-2 0,-2-1 2 0,2 0 1 16,-1 1-2-16,2 1 1 0,-3-1-1 0,2-2 0 15,-1 1 0-15,0 1 2 0,0-1-2 16,-2 1 2-16,1-2-2 0,-1 0 0 0,-2 1-3 15,3-1 2-15,-1 0 0 0,-2 2-1 16,0-2 0-16,0 0 3 0,1 0-1 0,-1 0-1 16,-3 0 1-16,3 0 1 0,-1 0-2 0,-1 0 0 15,2 0 0-15,-3 0 1 0,0-2-1 16,2 2 1-16,-2 0 3 0,1-1 0 0,-1-2-1 16,0 0 3-16,2-4-6 0,-1 2-4 15,-1-4-2-15,0-2-3 0,0-1 0 0,0-2-1 16,0 0 5-16,0-3 2 0,0-1 1 0,0-2 2 15,0 1 0-15,0-1 5 0,0-3 4 16,2 0 3-16,-2-1 2 0,2-1-2 0,-1-4-1 16,1-2-7-16,1-2-4 0,-1-3 0 0,1-2 1 15,0-4-4-15,0-3-3 0,3-1-1 16,-3-4-1-16,2-1-2 0,-2-3-3 0,1 0 5 16,-1-1 10-16,0-3 4 0,0 2 0 0,-1 0 2 15,2 1 2-15,-1-1 2 0,1 1-12 16,-1 1-5-16,0 0-1 0,0 2-1 0,2 2-3 15,-2 2-3-15,3 1 7 0,-3 4 2 0,1 3 2 16,-1 2-1-16,0 1 3 0,0 2 0 16,-1 3-1-16,-2 1 2 0,2 1-1 0,-1 3 1 15,-1 2 1-15,-1 3-1 0,-1 2 1 16,2 4 2-16,-2 1 3 0,-1 2 2 0,2 2 2 16,-1 1 1-16,-1 3 1 0,1-2 5 0,-1 3-5 15,1-1-5-15,1 3 2 0,-2-1-3 0,3 0 2 16,-2 1-5-16,2 0 4 0,-1 1-1 15,-1 0-4-15,2 0 5 0,0 0-5 0,0 1-1 16,0 1-2-16,0-1 1 0,0 1 0 0,0 1 0 16,0 0 0-16,0 1-7 0,0 1-3 15,0-1-1-15,0 4-2 0,0 1-2 0,0 1 1 16,0 4 6-16,2 1 5 0,-1 1 0 16,1 4 4-16,-2 1-1 0,3 0-1 0,-2 3-1 15,1 0 1-15,1 1 1 0,-1-1-2 0,1 3 1 16,0 0 0-16,0 2 1 0,1-1 1 15,0 2-2-15,1 2 2 0,-2 3-1 0,0-3-1 16,0 4 7-16,1 0 3 0,-1 1 1 0,-2 1-1 16,3 0 4-16,-3 1 1 0,1-3-6 15,-1 3-8-15,1-2-4 0,0 1 0 0,0-1-5 16,-2 1-2-16,2-2-2 0,1-2 5 16,-1 1 4-16,-1-1 1 0,1 1 2 0,0-4 0 15,1 1 0-15,-2-1 0 0,1-1 1 0,1 0 0 16,-1-3 6-16,1 0 4 0,-1 0 0 15,-1-3 0-15,2 0 0 0,0 0 0 0,-1-1-7 16,-1-2-3-16,1 0-2 0,0-1 0 16,-1-1 0-16,2-3-1 0,-1-1 1 0,0 0-1 15,-1 0 0-15,1-2 0 0,1-2 1 0,-3-2 0 16,2 2-1-16,-1-2 2 0,2-1 0 0,-1-1 0 16,-1 0 0-16,1 1-1 0,-1-1 1 15,1 1 0-15,0-2 0 0,-1 1 0 16,1 0 0-16,1 2 1 0,-1 0 0 0,-1 1 0 15,1 2 2-15,0 0 0 0,-1 0-1 0,-1 1-1 16,2 1 2-16,-1 1-3 0,2 1 1 0,-3-2-1 16,2-1 2-16,-1 2 0 0,1 0 0 15,-1 0 0-15,-1-1 1 0,2-2-2 0,-2 3 0 16,0-1-2-16,2-2 2 0,-1 2-2 16,-1 0 0-16,0 1 3 0,0 0-2 0,0-2 0 15,0 2 0-15,0 0 1 0,0 0-1 0,0-1 0 16,2-1 2-16,-2 1-1 0,0-2 0 15,1 0-1-15,1-3 1 0,-2 0-1 0,0 0-1 16,2-2 0-16,-1 2 1 0,-1-2 0 16,2 1 0-16,-2 0-1 0,0 2 1 0,2-2 0 15,-1 3 1-15,-1-1-2 0,2 0 1 0,-1 0-1 16,-1 1 0-16,2 0 1 0,-2-1-2 0,4 0 0 16,-4-2 1-16,2 1-1 0,-1-4 1 15,1 4-2-15,-2-5 0 0,2 1 1 16,-1 0 0-16,1-2 1 0,-2 0-1 0,2 0 1 15,-1 0 1-15,1 0-1 0,-1 0 1 0,-1 0 1 16,2 0 0-16,0 0 0 0,-1 0-1 0,-1 0 0 16,3 0 0-16,-1 0 0 0,1 0 0 15,0 0 0-15,-2 0 0 0,3 0 1 0,-1 0-1 16,0 0 0-16,0 0-1 0,2 0-1 16,-2 0 0-16,1 0 1 0,2 0 1 0,-2 0 0 15,1 2 0-15,-2-2 0 0,2 0 0 0,0 0-1 16,1 0 1-16,-1 0 0 0,0 0-1 15,-1 0 0-15,3 0 0 0,-1 0-1 0,0 2-1 16,2-2 1-16,0 0 1 0,0 2 1 16,1-1 1-16,1-1 0 0,0 0 1 0,2-1-2 15,-1-1 0-15,-1 0 0 0,4 2 2 0,-3 0-1 16,0-2 0-16,0 2 1 0,2 0-2 0,-1 0 2 16,0-2 0-16,0 2 0 0,-1-2 0 15,1 1 0-15,0 1 0 0,-1 0 0 0,0-2-1 16,0 2 0-16,0 0-1 0,-1 0 1 15,1 0-1-15,-2 0-1 0,1 2 0 0,-1-2 2 16,1 1 0-16,-1 1 1 0,1 0-2 0,-2-2 1 16,1 2 1-16,-1 0-2 0,1 1 0 15,1 0 0-15,-2-1 0 0,1 0 0 0,1 0 0 16,-2-1 0-16,3 2 0 0,-2-2 2 16,-1 1-2-16,2-2 0 0,-1 2-2 0,-1-1 2 15,2 1-1-15,-1-1 0 0,1 1 1 0,-1-1 2 16,0 1-1-16,1-1-1 0,-2 2 0 15,0-2 0-15,3 1-1 0,-2 0 0 0,0-1 0 16,1 0 1-16,-2 3-1 0,0-3 2 16,0 0 0-16,1 1-1 0,-1 0-1 0,1-1 0 15,0 2 0-15,-1-3 0 0,0 3-1 0,0-3 2 16,1 2-2-16,-1-2 0 0,0 3 1 0,0-3-1 16,1 1 0-16,1 1 0 0,-2-1 2 15,1 1 0-15,-1 0 0 0,0-2-1 0,0 2 1 16,1 2-1-16,-1-3 0 0,0 0 0 15,3 1 1-15,-3 1 0 0,0 0 0 0,0-2-1 16,1 2 0-16,-1 0 1 0,0 0-1 0,0-1-1 16,3 1 2-16,-3-2 1 0,2 2 0 15,-1-1 0-15,1 0 0 0,-1 0 1 0,2 1-3 16,0-2 1-16,-1 3-1 0,1-2 0 16,-2 2 0-16,3-3 1 0,0 2 0 0,-1 0 0 15,0-1 0-15,2 1 1 0,-2 0-2 0,1-2 2 16,1 3 0-16,0-4 1 0,1 4-1 15,-1-2-1-15,1 0 1 0,0 0 0 0,0 1-2 16,1 0 1-16,0-2 0 0,0 2 0 0,0-2 1 16,0 1-1-16,0 0 2 0,0-1-4 15,0 1 2-15,0-1 0 0,0 1 0 0,-2-2 0 16,0 1 0-16,1 1 0 0,-1-1 1 0,-1-1 0 16,-1 2-2-16,-1-1 1 0,2 0 1 15,-2 1-1-15,1-2 0 0,-2 2 0 0,1-1 1 16,-2 0-2-16,3-1 1 0,-3 2 0 15,0 0-1-15,0-2 0 0,1 1 1 0,-1-1-1 16,-1 0 0-16,-1 0 0 0,3 0 1 0,-2-1-1 16,-1 1 0-16,0-2-1 0,2 0 1 0,-2 1 1 15,2-2 0-15,-3 0 1 0,2 2-1 16,0-2 1-16,-2 0 0 0,1 0 0 16,1 0 0-16,-2-2-2 0,2 1 2 0,-2-2 1 15,0 2 1-15,0-4-2 0,-2-1 1 0,3 2 0 16,-1-1-1-16,-1-3-1 0,1 2 0 0,-1-3 1 15,0 1 0-15,1-2 0 0,0 0 2 16,1-3-1-16,-1 2 0 0,1-3-2 0,-1-2 0 16,3 2-1-16,0-2-1 0,-2-2 1 15,2-2 0-15,-2 2 1 0,-1-3 0 0,4-1 1 16,-4 0 0-16,2 0-1 0,-2 0 0 0,2-2 1 16,-4 0-1-16,2 1-1 0,0 1 1 0,-2-1-1 15,0 2 1-15,-1 2 0 0,1 1 1 16,0-2 0-16,-1 4 2 0,1-2-2 0,-2 1 0 15,1 1 0-15,-1-1-1 0,1 2-2 16,1 0 0-16,-1 2 1 0,1 0-1 0,-3 4 0 16,3 1 0-16,-1 2-1 0,0 3 1 0,-1 1 1 15,-1 3 0-15,0 3-2 0,2 2 1 16,-2 3 2-16,0 1 1 0,0 5 2 0,-2 2-1 16,2 1 1-16,0 2-2 0,0 0 0 15,0 1-1-15,0 3 0 0,2-1 1 0,-2 2 0 16,0 0 1-16,0 2 1 0,0-1 0 0,0-1-1 15,0 3-2-15,0-3 2 0,1 0-1 16,-1 1-2-16,2 0 2 0,2-2 0 0,-1-1 2 16,2 4 0-16,-1-4 1 0,0 1 1 0,3 0-2 15,0 0 1-15,0 0-1 0,1-1 0 16,-2-2-1-16,5 0-1 0,-3 0 1 0,-2-2-1 16,2-1-1-16,2 1 1 0,-4-2 1 0,2-2-1 15,-3 0-1-15,1 1 2 0,0-2-2 16,-1 0 0-16,1-2 0 0,-2 1 1 0,-1-2 0 15,2-1 0-15,-1 0-1 0,-1-1 0 16,0 2-2-16,-1-2 2 0,1-1 0 0,-1 1-1 16,1-1 1-16,0 1 0 0,-1 0 2 0,1-1-2 15,0 3-1-15,2-2 1 0,-1 0 0 16,0 1-1-16,2-1 0 0,-1 0 0 0,1 0 1 16,0-1-1-16,2-2 0 0,-3-1 1 15,3 1 1-15,-1-3-1 0,0 2 1 0,1-2-1 16,0-2-1-16,0 2 1 0,0-4 0 0,0 3 0 15,-2-2 1-15,2 0 0 0,0 1 1 16,-2-1 0-16,2 0-2 0,0 2 0 0,1-3 0 16,-2 3 0-16,-1-2-1 0,2 0 1 0,0 0 1 15,-2 0-1-15,2 0 1 0,0 0 0 16,0 0 1-16,-2-1 0 0,2-1 0 0,-1 1-1 16,2 1 0-16,-3-2-2 0,2 3 1 0,0-2 0 15,0 2 0-15,0 2 1 0,0-2-1 16,0-1 0-16,0 1-1 0,0 1 1 0,-2-2-1 15,2-2 0-15,1-1 1 0,-1-2 1 16,-1 0-1-16,-1-3 1 0,-1-1-1 0,2-2 0 16,-2 1-1-16,-1-5 1 0,-1 2 1 0,-2 0 0 15,1-1-1-15,-2 0 0 0,0 1 1 16,-2-1-1-16,1 1 1 0,-1-1-1 0,-1 0 1 16,1 1 0-16,-1 0 2 0,1 1-2 15,-1-3-1-15,2 1 0 0,-2-1-1 0,3 0-1 16,0 0-1-16,-2 0 1 0,2 0 0 15,0 1 1-15,2-2-1 0,-2 1 1 0,3 0-1 16,-2 2 1-16,-1 2 1 0,2 0 0 0,-1 2 0 16,-1 2 0-16,0 3 1 0,2-1-1 0,-2 4 1 15,0 0-2-15,0 2 0 0,2 2 0 16,-1 2 1-16,-1 0 0 0,0 4 0 0,2 2 1 16,-2 1 0-16,2 3 0 0,-2 1 0 0,0 0-1 15,1 1 1-15,-1 0 0 0,0 2 0 16,2-1 0-16,-1 1 0 0,-1-2 0 0,0 3-1 15,2-3 1-15,-2 3 1 0,0-2 0 16,2 0 0-16,-2 0 0 0,1 0 1 0,-1 0-1 16,0 0-2-16,2-1 1 0,-1-1 0 15,-1 1 0-15,2-2 0 0,-2 0-1 0,4 0 0 16,-4 0 0-16,3-2 0 0,-1-1-2 0,0 1 0 16,1 0 0-16,0-3 2 0,0 1-1 15,2-1 1-15,-2-1 0 0,3 0 1 0,-3-1-1 16,2-1 0-16,0 1-1 0,0-1-1 15,0-1 1-15,0 0 0 0,1 2-1 0,0-3 2 0,0 3 0 16,-1 0 1-16,2-3 0 0,0 3 0 16,0 0 0-16,-1-1 0 0,1 0 1 0,0 2-2 15,-1-4 0-15,-1 3 0 0,2-2-1 16,-1 0 0-16,-1-1-1 0,2 0 1 0,-2 0 1 16,0-2 0-16,2 0 0 0,-1-2 0 0,1-1 1 15,-2 0 0-15,0 0-1 0,0-1 0 16,1 1 0-16,-1-2 0 0,-1 3-1 0,0-2 1 15,-1 3 0-15,2-2-1 0,-2 0 1 0,0 3 0 16,0 0-1-16,-1 0 1 0,4 0 1 16,-3 0 0-16,0 0 0 0,-1 0 1 0,3 3-1 15,-2-2-1-15,2 1 1 0,0 1-1 16,1-1 0-16,-2 0 0 0,3 0 1 0,-1 1-1 16,1 0 0-16,0 0 1 0,1 0-2 0,-1 1 1 15,1-1 0-15,1 0-2 0,-1-1 2 16,0 1-1-16,0 0 0 0,3-2 1 0,-2 1-1 15,-1-1 0-15,3 0 0 0,-1-1 1 16,-1 2-1-16,2-2 1 0,-1 0 0 0,-1 2 1 16,4-2 1-16,-2 1-2 0,0-1 0 0,3 0 0 15,-2 1 0-15,1-1 1 0,0 0-2 16,3 2 1-16,-2-2 1 0,0 0-2 0,-1 0 2 16,0-2-1-16,1 2-1 0,0-1 0 0,0 0 1 15,-2-1 0-15,0 2 0 0,1-2-1 16,-2 2 2-16,1 2-1 0,-2-2 0 0,1 2 0 15,0-1 0-15,-1 0 0 0,-1 3 0 0,4-3 0 16,-4 2 0-16,1 0 0 0,2-2 0 16,-2 1 0-16,2 1 0 0,-2-3 0 0,1 2 0 15,0-2 1-15,0 0-1 0,1 0 0 0,0 0 0 16,-3 0 1-16,3 0 0 0,0 0-1 16,-1 0 0-16,-1 0 0 0,2 0 0 15,0 3 0-15,1-2-1 0,-3 1-1 0,3-1 1 0,-1 1 0 16,1 0 0-16,1-2 0 0,-1 2 2 15,-2 2 0-15,5-4 1 0,-3 1 0 0,2 0 0 16,-2 1-2-16,3-2 0 0,-2 2 1 16,3-1-1-16,-2-1 1 0,0 0-1 0,1 1 0 15,0-1 2-15,0 2-1 0,1-2 0 0,-1 1 0 16,1 1 0-16,2-1-1 0,-3 2 0 16,1-1 0-16,1-1-2 0,-1-1 2 0,1 2-1 15,-1-2 0-15,2 1 1 0,-3-1 1 0,1-1 0 16,-1 1 0-16,1-2-1 0,-2 2 0 15,2-3 0-15,-4 1-1 0,2 1 0 0,-2-2 0 16,-1 2 2-16,0-2-1 0,-1 2-1 16,2-1 1-16,-2 0-1 0,-1 1 1 0,0 0-1 15,0-1 1-15,0 0 1 0,-3 0 0 16,1 0-1-16,0-1 1 0,0 1-1 0,-3-2 0 16,2 2 0-16,-2-1 0 0,0-1 1 0,0-2 1 15,-2-2-1-15,0 1 0 0,2-4-1 0,-2 0 0 16,0-3 1-16,-1-3-1 0,1-1 0 15,-1-1-1-15,-1-2 1 0,2-1 0 0,-1-3-1 16,1 1 1-16,-3-2 0 0,3 3 1 16,-1 1 0-16,-2-2 0 0,0 4 1 0,0 0-1 15,0 3 0-15,0-2 0 0,-2 4-1 0,1 2-1 16,-1 1 1-16,-1 2 1 0,1-1 0 16,1 3 0-16,-1 1 1 0,1 1 0 0,-1 1 1 15,0 0-2-15,1 3 2 0,1 0-1 16,-2-1 0-16,2 2-1 0,0-1-1 0,0 2 0 15,0 0-2-15,0 2 1 0,2-1 0 0,-2 2 0 16,1 0 2-16,-1 3 0 0,2 1 1 16,0 4 2-16,-1-3 0 0,-1 4 2 0,2 0 2 15,-1 3 3-15,1 1 3 0,1 1 2 16,-3 3 0-16,3-1 2 0,-1 1-2 0,2 4-1 16,0-4-2-16,-3 4-2 0,4-1-2 0,-2 2-1 15,2-1-2-15,1-1-2 0,-1 1-1 0,3-3-1 16,-2 1-1-16,2-3-1 0,0 0 0 15,3-3-2-15,-1-2 1 0,-1-1 0 0,2-2 1 16,-3-3 0-16,3-1 1 0,0-1 0 16,-1-2 1-16,-1-1-2 0,4-1 1 0,-2-2 0 15,1 1-1-15,-2-1 2 0,1 2-1 0,2-2 0 16,-2 0 0-16,0 0 0 0,3 1 0 16,-1-1-1-16,2 2 0 0,-2-1 0 0,1-1 1 15,2 2-1-15,0-2 0 0,0 0 1 16,1 0-1-16,-1 0 0 0,3-2 0 0,0 2 0 15,0-1 0-15,1-1 0 0,0 1 1 0,0 1-1 16,2-2 1-16,-3 2-1 0,2-1 1 16,-1 1-1-16,-1 0 0 0,3 0 1 0,-3 1-2 15,1-1 1-15,0 2-1 0,0-2-1 16,-2 0 2-16,2 1-2 0,0-1 1 0,0 0 0 16,0 0 0-16,-2 0 0 0,2-1 0 0,1 1 0 15,-3 0 0-15,0-2 1 0,0 2-1 0,1 0 1 16,0 0 1-16,-5 0-1 0,5 0 0 15,-2 0 2-15,2 2-1 0,-3-2 1 0,1 0-1 16,1 1-1-16,-1-1 1 0,0 2-1 16,-2-1 0-16,4-1 0 0,-3 3 1 0,1-2-1 15,-1 1 0-15,0 1 0 0,-2-2 0 0,3 1 0 16,-2 1 1-16,2-2-1 0,-3 3 0 0,4-3 0 16,-4 0 0-16,2 1 0 0,0 1 0 15,-1-1-2-15,0-2 2 0,0 0 0 0,1 3 0 16,0-3 0-16,-2 1 0 0,2-1 0 15,-2 0 0-15,2 0 0 0,-2 0 0 0,2 0 0 16,-2 2 0-16,0-2 0 0,-1 0-1 0,1 1 1 16,-1 0-2-16,-2 2 1 0,2-3 0 15,-2 0 1-15,1 2 0 0,-2 0 1 0,0 0-1 16,0-1 0-16,-2 0 0 0,2-1-2 16,-2 0 1-16,1 2 0 0,-1-2 0 0,-1 0 1 15,-1 0-2-15,1 0 2 0,-2 2 0 0,0-2-1 16,0 1 1-16,1-1 0 0,2 0-1 15,-3 1 1-15,1 1 0 0,-1-2 0 0,1 1 0 16,2 1-1-16,-2-2 1 0,2 1 0 0,-1-1 1 16,-1 0-1-16,5 1 0 0,-1-1 1 15,-1 2-1-15,4-2 1 0,0 0 0 0,-1 0 0 16,2 0 0-16,0 0-1 0,2-2 1 0,2 2 0 16,-2-1 0-16,2 1 0 0,-1 0-1 15,1-1 2-15,1-1-1 0,0 1-1 0,2-1 0 16,-2 1 1-16,3 0-1 0,-2-1 1 15,0 0-1-15,0 0 0 0,0 2 1 0,0-2-1 16,-2 0 0-16,1 2 0 0,1 0 0 0,-2 0 0 16,-2 0-1-16,3 0 0 0,-2 0 1 15,1 2-1-15,-1-2 0 0,-1 2 0 0,1-2 0 16,0 0 0-16,-2 0 0 0,0 0 0 0,0 0 1 16,-2 0 0-16,-1 0 0 0,1 0-1 15,-2 0 1-15,0 0-1 0,0-2 0 0,-1 0-1 16,-1 0-1-16,-1-2 1 0,-1 1 0 0,-1-1 0 15,2 2 1-15,-4-4 1 0,0 0-2 16,0 1 1-16,-2-1 0 0,1 1 0 0,-1-3-1 16,0 1 1-16,-2-2 0 0,1-1 0 15,-1-1 1-15,0 2-1 0,0-2 0 0,0-1 0 16,0 0 1-16,0-2-2 0,0 0 0 0,2-2 0 16,-1 0-1-16,-1 1 0 0,0 1 1 15,0 0 0-15,2 2 0 0,-2 1 2 0,0 1 0 16,3 4 0-16,-2 1-2 0,-1 2 2 0,2 3 0 15,-1 0 0-15,-1 3-1 0,2 2 1 16,0 1 0-16,-1 1 0 0,1 1 1 0,-1 0-1 16,1 2 0-16,1-2 0 0,1 2 0 15,-3-1 0-15,2 0-1 0,2 0 0 0,-1 1 0 16,0-1 0-16,1 2 0 0,-1-3 1 0,1 2 0 16,0 0 0-16,2-1 0 0,2 0 0 15,-1-2 1-15,2 3 0 0,0-3 1 0,0 1-1 16,2-1 1-16,-1-1-1 0,2 2-1 0,1-3 1 15,1 0 0-15,0 0-1 0,0-1 1 16,0-1 0-16,0 2 0 0,0-3-1 0,-2 2 2 16,3-2-1-16,-2 2 1 0,2-3-2 15,-4 2 1-15,1 0-1 0,1-1 1 0,-1 4-1 16,1-4 0-16,1 3 0 0,-2 1 0 0,0 0 0 16,3 0 0-16,-2 2 0 0,0-2 0 0,1-1 0 15,0 1 0-15,0 0 1 0,-1-1-1 16,2 1 0-16,-2-1 1 0,2-2 0 15,-2-2 0-15,0 0 0 0,-1 2-1 0,1-3-1 16,1-3-1-16,-3 3 1 0,-1-1 0 0,0 0 0 16,2 1 0-16,-4-2 0 0,1 1 1 0,-1-2 0 15,1 1 0-15,0 2 0 0,-1-3 0 16,-3 0 0-16,2 2-1 0,0-3 1 0,1 2-1 16,-2 0 0-16,-1 0 1 0,1 1 1 15,-1 0-1-15,1-1-1 0,0 2 0 0,-1-2 1 16,-1 1 0-16,0 0 0 0,2 1 0 0,-2-2-1 15,-1 2 2-15,-1 0-2 0,0 0-1 16,-1 0 1-16,1 0 0 0,-2 0 0 0,1 0 0 16,-2 0 1-16,2 0-1 0,0 0 1 15,-2 0 0-15,0 0 0 0,0 0 0 0,2 0-1 16,0 0 1-16,-2 0 1 0,1 0-1 0,-1 0 2 16,2 0-2-16,-1 2 1 0,-1-2-1 0,2 1 0 15,0-1-1-15,-1 0 1 0,2 1 0 16,-1 1 0-16,1 0-1 0,2-1 2 15,3 2 1-15,-4-1-1 0,4 0 1 0,-1 0-1 16,2 0 2-16,-1-1-2 0,3 0-1 16,0-1 0-16,-1 2 0 0,1-2 0 0,1 0 0 15,-2 0 1-15,1 0 0 0,1 3-1 0,0-3 0 16,-1 0 1-16,1 2 0 0,1-2-1 0,1 3 0 16,-1 0 1-16,3-2 0 0,-2 3-1 15,2-4 1-15,-2 4-1 0,3-2 1 0,-1 0-1 16,3 0 0-16,-3 0 0 0,5-1 1 0,-3 0-1 15,0 1 0-15,-1-2-1 0,3 0 1 16,-3 1 0-16,0-1 0 0,2 0 0 0,-2 2 0 16,1-2 1-16,1 0-1 0,-2 0 1 15,1-2 0-15,-1 2-1 0,0 0-1 0,2-1 0 16,-3 1-1-16,1 0 1 0,1 0-2 0,-2 0 1 16,0-2 1-16,-1 2 0 0,0-1 1 0,0-2-1 15,0 0 0-15,-1 0 0 0,-1-1-1 16,1-3 1-16,-3 1 0 0,0-1-1 0,0-1 3 15,-2 2 0-15,1-1 0 0,-1-1 1 16,1-1 1-16,-2 4-1 0,0-3-1 0,-1 1 0 16,2 2 1-16,-5 0-1 0,3-1 0 0,-2 1 0 15,1 3 0-15,-2-2-1 0,1 2 0 16,-2-2 0-16,-1 3-1 0,0 0 1 0,-1-1 0 16,1 1 0-16,-2-1 0 0,1-1 0 15,-1 0 1-15,0-2 0 0,0 1 1 0,0-1-2 16,0-1 2-16,0-2-2 0,-1-1-1 15,1 0 0-15,0-2 1 0,0 2 0 0,0 0-1 16,0 0 1-16,1 0 0 0,-1 3 0 0,0 2 0 16,0-1 0-16,2 1-1 0,-2 2 1 0,0 2-1 15,4-3 0-15,-4 3 1 0,2 0 0 16,0 0 1-16,-1 3 0 0,-1-3 0 0,0 2 0 16,3 1 0-16,-3 0 1 0,2-2-2 0,0 3 1 15,-2-2 0-15,1 3-1 0,-1 1 1 16,0 0 0-16,0 1-1 0,-1 2 1 0,1 1-1 15,0 2 2-15,-2 1-2 0,0 2 2 16,2 0 0-16,0 1 0 0,0-1 2 0,2 4-1 16,0-3 2-16,-1 0-1 0,4-1 1 0,-2 0-2 15,4 0 2-15,0-1-2 0,1-2 0 0,0-2-2 16,3 1 1-16,-1-4-1 0,-1-1-1 16,4-1 0-16,-2 0 1 0,0-2 0 0,3-1-1 15,1-2 1-15,-2 2-1 0,0-4 1 16,1 2-1-16,1-2 1 0,-2 2 0 15,1-3-1-15,-1 2 0 0,2 0 1 0,-4-2-1 16,3 0 0-16,-3 3 0 0,-1-2 0 0,2 2 0 16,-2-3 1-16,-2 1-2 0,4 1 2 0,-3 1-1 15,0-1 0-15,2-1 0 0,-1 0 0 16,-2 2 0-16,1-1 0 0,2 1 0 0,-1 0 1 16,-1 0 0-16,2 0-1 0,0 1 2 0,2 1-1 15,-2 0 1-15,0 0 0 0,3 0-2 16,1 1 1-16,0-1 0 0,1-2-1 0,1 3-1 15,1-2 1-15,-1-1 0 0,4 0-1 16,0 0 1-16,-1-1 0 0,0-2 0 0,1 3 1 16,1-2 0-16,0-1 1 0,-1 0-1 0,1 2 1 15,-2-1-1-15,1 0-1 0,-2 1 0 16,1 0-1-16,-3 1 1 0,1 1-1 0,-5 0-1 16,3 1-3-16,-5 0-6 0,-1-1-14 0,-1 0-32 15,-4 1-77-15,-4 1-91 0,-1-1-189 16,-1 1-287-16,-6 0-342 0,-2 2-372 0,-2-3-186 15,-4 3 202-15,-3-2 754 0</inkml:trace>
  <inkml:trace contextRef="#ctx0" brushRef="#br0" timeOffset="19817">8436 7016 44 0,'0'-3'553'0,"0"3"482"0,0 3 209 15,0-2-81-15,-1 4-342 0,1 1-232 0,1 2-134 16,-1 5-105-16,2 3-61 0,-1 3-44 0,1 2-43 15,0 2-70-15,-1 5-55 0,1 1-22 16,1 2-16-16,0 0-9 0,0 0-11 0,0 0 2 16,2-1-4-16,-2-3-2 0,0-1-2 0,2-4-2 15,-1-1 0-15,0-3-9 0,4-2-9 16,-5-2-27-16,0-3-55 0,1-1-64 0,-4-1-84 16,0-3-158-16,-2 2-276 0,-3-3-304 0,2 4-252 15,-5-3-191-15,4 1 110 0,-3-1 577 16</inkml:trace>
  <inkml:trace contextRef="#ctx0" brushRef="#br0" timeOffset="20342.31">8263 8260 4 0,'-2'6'491'0,"5"-3"476"0,-1 0 246 0,-1-1-59 15,-1-1-338-15,3-1-323 0,-3-1-204 16,0-4-102-16,3-2-33 0,0-4 2 15,1-2 10-15,2-6 14 0,1-1-4 0,2-5-10 16,0-5-17-16,1 2-22 0,2-3-28 0,0 1-26 16,-1 0-17-16,1 2-14 0,-1 3-14 15,-1 4-13-15,-1 5-6 0,-4 0-1 0,1 6-4 16,-1 1 6-16,-2 2-3 0,1 4 4 0,0-1 5 16,-1 4 1-16,0 0 4 0,-1 4-4 15,1-1 3-15,0 1-2 0,-1 2-4 0,1 2-5 16,1 0-3-16,-1 2-1 0,1 0-1 15,-1 2 3-15,0 2 5 0,-1 1 4 0,1 2 2 16,-1 4 0-16,-1-1 2 0,-1 3-6 0,0 4 2 16,0 0 0-16,-1 0-2 0,1 3-3 15,-2-1-1-15,1 0-1 0,-1-1-7 0,2 0-2 16,0-4-3-16,0-1 0 0,0-3-12 0,0-1-28 16,0-3-71-16,0-3-68 0,0-4-116 15,0-4-180-15,0-4-310 0,2-2-318 0,-1-6-219 16,2-2-134-16,1-8 320 0,1 1 586 0</inkml:trace>
  <inkml:trace contextRef="#ctx0" brushRef="#br0" timeOffset="20628.15">8618 8163 218 0,'13'13'570'0,"1"4"299"16,-1 1 185-16,2 6-151 0,0-2-245 15,0 3-167-15,1 0-110 0,0-3-81 0,0-1-87 16,0-2-78-16,1-3-48 0,0-4-39 15,-1-5-16-15,2-4 29 0,-1-4 24 0,-1-6 36 16,-2-7 20-16,2-4 19 0,-5-5 6 0,1-3-23 16,-2-5-16-16,-5 0-15 0,0-1-10 0,-4 2-5 15,-4 2-8-15,-2 0-5 0,-3 3-7 16,-4 1-11-16,-1 2-12 0,-4 1-14 0,-2 0-11 16,-2 3-9-16,-2-1-5 0,0 5-5 0,1 3-1 15,-1 5-1-15,2 5-2 0,-3 3-6 16,4 8-7-16,-1 4 1 0,5 5-1 0,2 5-2 15,3 2-13-15,6 3-16 0,0-1-58 0,5 2-74 16,2 2-117-16,3 1-206 0,1 1-302 16,2-2-344-16,5 0-267 0,0 0-139 0,2-2 363 15,1 0 663-15</inkml:trace>
  <inkml:trace contextRef="#ctx0" brushRef="#br0" timeOffset="26110.2">25370 4484 230 0,'-4'1'546'0,"3"-1"288"0,-2 1 174 0,0 1-197 15,1-2-192-15,-1 1-142 0,2 1-105 16,-3 0-86-16,0 2-74 0,0-1-59 16,3 1-44-16,-3 1-25 0,3-1-8 0,-1 2-9 15,1 1 2-15,-2-1-7 0,1-2-6 0,1 2-13 16,-1 0-9-16,2-1-8 0,0-1-14 16,2 0-3-16,-1-1-6 0,1 1 1 0,1 0-2 15,-2-3-3-15,1 1 0 0,-1 1 4 0,3-3 45 16,-3 1 27-16,3-1 27 0,-3 0 23 15,2 0 14-15,-1 0 4 0,0-1-31 0,-1-1-22 16,1-1-24-16,-1 0-15 0,-1 0-10 0,2 0-6 16,-2 0-2-16,0 2-2 0,0-2 2 15,-2 1 2-15,2 1-2 0,0 0-1 0,-1-1-5 16,1 2-3-16,-2-2-5 0,2 2-6 16,0 2-4-16,-1 0-5 0,1-1-2 0,-4 2-2 15,3 1 0-15,-1 2 0 0,1 0-1 0,-1 0 1 16,0 0 1-16,1 1 0 0,1-1-1 0,0 3-1 15,0-5 0-15,0 0-1 0,0-1-2 16,1-1 2-16,3-2 0 0,-1 0 2 0,2-3-1 16,-2 0 2-16,3-2 0 0,-2-3 1 15,0 1 1-15,-3-1 1 0,3 3 0 0,-3-3 2 16,-1 2 6-16,0 0 7 0,0 2 4 0,-1 0 4 16,-3 0 1-16,3 3 0 0,-3 0-5 15,1-1-7-15,-3 2-5 0,2 2-6 0,-1-1-2 16,-2 4-2-16,2-1-4 0,1 2-3 15,-4-1-15-15,3 2-45 0,-1 0-80 0,3-3-150 16,-2 1-267-16,3-4-321 0,2-1-385 0,0 0-363 16,3-2-18-16,1-3 700 0</inkml:trace>
  <inkml:trace contextRef="#ctx0" brushRef="#br0" timeOffset="28953.5">23518 4603 135 0,'3'-2'308'16,"-3"-2"132"-16,2 1 32 0,0 0-111 15,-1 2-114-15,1-1-72 0,-1-1-48 0,-1 3-34 16,2-1-23-16,0 1-22 0,-1-2-17 0,3 2-14 15,-1 0-3-15,3 2-3 0,-3-2 26 16,2 1 12-16,-1-1 10 0,1 1 5 0,2 1 0 16,0-2 1-16,0 0-26 0,-1 2-15 0,1-2-9 15,-3 1-6-15,5 0 2 0,0-1 36 16,-3 4 35-16,2-3 16 0,1 0 14 0,-2 2-1 16,1-2-1-16,0 1-36 0,1 3-30 0,-3-5-16 15,2 2-13-15,0 1-6 0,1 0 0 16,-1 0-6-16,-1-1 0 0,2 0 0 0,-1 0 1 15,-2 0-3-15,3-2 1 0,0 1 0 16,-1-1-4-16,0-1 0 0,0 1 2 0,1-2 0 16,1 0 0-16,-2 1 0 0,2 0-1 15,-2-3-1-15,2 3-1 0,0-2 3 0,-3 0 0 16,3 3 0-16,-1-2-2 0,1 2 2 0,-1 0 38 16,1 0 23-16,1 2 10 0,-2-2 4 15,3 3 8-15,0 0-1 0,1 0-34 0,1-1-24 16,-1 0-12-16,-1 2-7 0,4-3-8 15,-2 0-3-15,4 1-5 0,-4-2 1 0,2 2 2 16,0-2 5-16,-1 1 3 0,1-1 9 0,0 0 3 16,-2 0 2-16,4 1-4 0,-4-1 5 0,2 2 0 15,-2-2-5-15,2 1-1 0,-2-1 1 16,2 2 1-16,-2-1-3 0,2-1-2 0,-3 1 2 16,0-1 2-16,0 2-1 0,3-2-5 15,-3 2 2-15,1-2-3 0,0 0-2 0,-1 0 1 16,1-2 0-16,0 2-2 0,0-2 3 0,-1 1-1 15,1 1 1-15,1-1 1 0,-1-1-4 16,-2 1 6-16,1 1-6 0,0-2 1 0,-2 1 1 16,1 1-2-16,0 0-2 0,-3 0-1 0,4 0 3 15,-4 1-1-15,2-1 1 0,0 2-2 16,-1-1 2-16,-1-1 3 0,2 2-3 0,-1-1 2 16,0-1-2-16,0 1 1 0,-2-1-1 15,4 2-1-15,-2-2-1 0,2 2 2 0,-3-2-3 16,2 1 2-16,-1-1 0 0,-1 2-1 0,3-2-1 15,-2 1-1-15,0 1 2 0,1-2-2 16,0 0 0-16,-2 1-1 0,2-1 0 0,-1 0-1 16,0-1 1-16,2 1 1 0,-3-2 1 15,3 1-3-15,-2-1-1 0,2-1-2 0,-1 0-1 16,1 0 1-16,0 2 21 0,-2-2 30 16,3 0 19-16,0 0 12 0,-1 2 5 0,1-3 5 15,0 3-21-15,-1 0-24 0,0-1-16 0,2 2-5 16,-1 0-5-16,-1 0-3 0,2 0 1 15,0 0 0-15,1 0 1 0,0 0-2 0,1 2-2 16,2-2 1-16,-2 0-3 0,2 0 3 0,0-2-3 16,1 2 1-16,1-2 1 0,0 1-3 15,0 1 1-15,2-3-1 0,-3 0 0 0,2 3-3 16,1-2-2-16,-5 2 1 0,4-2 0 16,-4 2 0-16,4-3 0 0,-3 2 1 0,-1 1-1 15,1 0-4-15,-2 0 3 0,2 0-3 0,0 0 4 16,-2 0-1-16,2 0 1 0,-2 0 1 15,-1-1-1-15,1 1 36 0,3-1 23 0,-3-2 14 16,1 3 7-16,-1-1 1 0,3 0-1 16,-2-3-35-16,1 3-18 0,1 0-15 0,-2-1-2 15,2 0-3-15,2 1 5 0,-2 0-3 0,1 1 0 16,2 0 4-16,-2 1-3 0,2-1 3 16,1 3-5-16,0-1 1 0,0-1-2 0,2 2-1 15,1-1-1-15,0-1-2 0,1 0-2 0,3 2 4 16,-2-2 1-16,2-1-4 0,0 0 4 15,0 0 13-15,1 0 4 0,-1-1 4 0,4 1-1 16,-3 0 0-16,4 0-9 0,-4 0-12 0,2 0-5 16,1 1 0-16,-3-1-1 0,3 1 1 15,-1-1 5-15,0 0 7 0,0 0-4 0,1 0-2 16,0-1 1-16,1 0 0 0,1-3-5 0,1-1-2 16,-2 1 0-16,-1-3 1 0,0 1-2 15,-3-3-21-15,-2 0-111 0,-4-1-206 0,-5-1-281 16,-5 1-266-16,-7 0-257 0,-8 0-114 0,-7 1 347 15,-7 0 516-15</inkml:trace>
  <inkml:trace contextRef="#ctx0" brushRef="#br0" timeOffset="30893.54">21491 2590 116 0,'5'5'336'0,"0"-1"153"0,-2 2 116 15,2 0-171-15,1-1-157 0,-3 0-98 0,4 1-58 16,-4-1-33-16,2 1-22 0,-1 0-11 0,4 0 3 16,-2 1 0-16,1-1 19 0,-1 0 13 0,2-1 7 15,0 1 5-15,0 0 3 0,-2 0 11 16,2 2-11-16,1-2-6 0,1 1-3 0,-2 1-2 16,1-1-19-16,3 1 1 0,-4 0 6 0,2 0 1 15,0 0-2-15,0 1-5 0,0-1 1 0,-2 0-26 16,2 1-20-16,-2-1-8 0,3-1-8 0,-2 1-5 15,1-1 0-15,-1 2-4 0,2-1-1 16,-1 1 3-16,1-2-4 0,0 2 2 0,0-2-2 16,2 2 0-16,-4 1-1 0,4-1-2 0,0 0 2 15,-2 0 1-15,3-1 0 0,-1 3 0 0,1-3-2 16,-3 3-2-16,0-3 0 0,3 3 0 16,-3-2-3-16,3 0-3 0,-3-1 5 0,2 0-2 15,0 1-1-15,-4-2 1 0,5-1 1 0,-2 1-1 16,-3 0 0-16,3-1 3 0,-2 2 1 15,0-4-1-15,1 2 2 0,-2 0 3 0,1 0-2 16,1 0-2-16,-3 0 5 0,1 1-2 0,-1-1-3 16,3 0 1-16,-1 0 7 0,-2 1 46 15,2 0 21-15,-2 1 14 0,1-3 6 0,1 3 2 16,0 0-6-16,0-1-44 0,0-3-24 16,2 5-9-16,-3-3-9 0,4 0-2 0,-1-2-3 15,0 2-4-15,0-1 3 0,-1-1-3 0,3 0-3 16,1 0 2-16,-1 1-3 0,-2 0 5 15,1-1 2-15,3 0 0 0,-2 1 6 0,2-1 2 16,-2 1 0-16,0 1 2 0,1-1-3 16,0 0 1-16,0 0-2 0,0-2-2 0,2 2 1 15,-2-2 1-15,1 1-2 0,0-1-1 0,-2 0 3 16,3 2-1-16,-1-1-2 0,2 1 2 16,-2 0 0-16,-1 0-1 0,4 2-3 0,-3-1 3 15,1 0-2-15,1 1 0 0,1 0 2 16,-3 0-1-16,3 0 3 0,-2 0-1 0,0 1-1 15,2-1 2-15,-3 1 1 0,5-1-1 0,-4 1-1 16,2-2 3-16,1 1-2 0,0-2 1 16,0 1-2-16,2 0 0 0,-3-1-4 0,3 1-1 15,0-1-2-15,-1 2-4 0,1 0-2 16,0-2-1-16,2 1 1 0,-2 0 0 0,0-1 1 16,2 3 7-16,-2-2 0 0,0 0 3 0,2 1 0 15,0-2 2-15,-2 2 1 0,0-1-2 0,2 2 0 16,-1-2 3-16,1-1 3 0,-2 3 19 15,4-2 4-15,-3 2 8 0,1 1 2 0,-2-2-4 16,2 0-3-16,0 3-17 0,-2-3-8 16,0 2-2-16,-2 1-5 0,2-2-2 0,-1 1-1 15,0 0-1-15,1 0-3 0,-5 0-2 0,4 0 1 16,-1-2-4-16,-1 2 2 0,0 1 1 16,2-3-3-16,-4 1 1 0,4-1-2 0,-4 0 3 15,4 3-3-15,-3-3 3 0,0-1 2 16,3 2 0-16,-3-3-1 0,2 2-3 0,-2-1 3 15,2 0 1-15,0-2 4 0,0 2 0 0,-2-1 6 16,3 0 10-16,-3 0 6 0,2 0 1 0,-2 1-1 16,0-2 1-16,-1 1 1 0,4 2-8 15,-4-1-6-15,2 0-2 0,-1 2-1 16,1-2 0-16,-1 3-2 0,0-2 2 0,1 1-2 16,-2-1-1-16,1 2-1 0,-1-1 2 0,0 1 1 15,1-2-3-15,-2 3 0 0,1-3-1 0,-1 1 2 16,-1 0-3-16,2 0 1 0,0-1-2 15,-4 3 1-15,2-4 0 0,0 1 0 0,0 0 1 16,1 0-2-16,-2 0-3 0,1-1 2 16,0-1-2-16,0 2-1 0,0-1-2 0,0 0-1 15,0 0 5-15,0 1-1 0,0-1 2 0,0 0-2 16,-2 0 2-16,2 1-1 0,0 0-2 16,-1-1-1-16,0-1 1 0,2 3 0 0,-3-2 3 15,0 0 2-15,0 1 3 0,1-1 1 16,-2 2 1-16,0-2 1 0,1 0-1 0,-2 0 0 15,-1 2-6-15,0-3 0 0,0 2 1 0,0 0 12 16,-1 1 6-16,0-2 7 0,0 2 6 16,0-1 1-16,-1 2-5 0,0-1-8 0,0-1-4 15,-1 0-7-15,1 1 0 0,0-1-8 16,0 1 4-16,1-2-3 0,-2 1 0 0,-1 1-3 16,2-2 0-16,0 0 2 0,-2 0-4 0,2 0 1 15,-1 0-1-15,-1-1 7 0,3 0-1 16,-2 1 2-16,-1 0 3 0,1-2-1 0,0 0-2 15,0 2-6-15,-3-1 0 0,1-1 2 16,2 0-6-16,-1-1 4 0,-2 0 1 0,0 0 0 16,-1 2 0-16,2-2 0 0,-4 0 7 0,3-2-5 15,-3 2 1-15,2-1-2 0,-3-1 0 16,5 0 0-16,-5-1-4 0,1 2 4 0,-1-2 24 16,0 0 23-16,0-2 24 0,0 2 12 15,0-1 7-15,0 0-1 0,0-1-16 0,0 1-18 16,0-1-24-16,-1 1-8 0,1 0-7 0,0-1-2 15,0 2-5-15,-3 0-5 0,3-2 2 16,0 2-5-16,-2 0-2 0,2-1-4 0,0 1-21 16,-3 0-43-16,2 0-39 0,-3 0-58 15,1 0-136-15,0-1-211 0,-2 1-277 0,0-4-235 16,2 4-224-16,-1-1-10 0,2-1 435 0</inkml:trace>
  <inkml:trace contextRef="#ctx0" brushRef="#br0" timeOffset="32485.52">25484 4382 231 0,'-2'0'448'0,"2"0"181"0,0-3 53 15,0 3-201-15,2-1-175 0,1 1-111 16,-3 0-78-16,1-1-44 0,2 1 9 0,1-1 17 16,-1 1 25-16,2-3 23 0,1 3 26 0,2-2 14 15,-2 0-30-15,2 0-15 0,0 0-18 16,1-2-26-16,3 0-20 0,-3 1-16 0,2-1-10 16,0-1-15-16,-1 1-14 0,2-1-11 15,-1-1-3-15,1 2-5 0,0-2-3 0,-1 0 2 16,0-1 0-16,-1 2-1 0,1-1 2 0,0 0-4 15,-3 0 2-15,1 0-2 0,-1 1 1 16,1-1-1-16,0 0 0 0,-1 0 0 0,-2 0-1 16,2 0-1-16,0-1 1 0,-2-1 1 15,0 1 14-15,4 1 16 0,-2-2 12 0,0 1 3 16,0-2 4-16,-1 2 0 0,3-1-9 0,-2 2-16 16,3-2-8-16,-3 0-3 0,0 2-9 0,1 0 3 15,0 2-3-15,1-2 0 0,-2 2-3 16,1 1-2-16,-1-2 1 0,0 2 2 15,-1-1-2-15,2 1 3 0,-1 0 0 0,-2 0 6 16,2 2-1-16,2-3 0 0,-2 1-1 0,1-1-2 16,2 1 1-16,-1-2-4 0,1-1 1 0,1-1 0 15,-1 2-1-15,2-2 1 0,1 1 0 16,1-2 0-16,0 1-1 0,1-2 0 16,2 1 1-16,-2 0 0 0,-1-2 0 0,4 1-2 15,-3 0-2-15,1-1 1 0,-1 1 8 0,3 0 11 16,-3-2 4-16,1 1 5 0,-1 0 3 0,2-1-1 15,-2 0-8-15,-1-1-12 0,1 2-7 16,0-2 2-16,1 1-4 0,-1-2 5 0,1 2-1 16,-1-3 0-16,1 4 1 0,-2-2-3 0,2 1 1 15,-1 0-4-15,0 0-2 0,0-1 2 16,3 0 0-16,-3 2 0 0,2-1 0 0,1-1 16 16,2-1 10-16,0 1 5 0,0-2 6 15,0-1 3-15,5 0 0 0,-4-2-6 0,3 1-6 16,0 1 2-16,1-3-3 0,1 1-5 0,1 1 3 15,2-2-8-15,-2 2-1 0,2-1-4 16,2 3-3-16,-4-3-2 0,3 3-4 0,-1-1 1 16,-2 2-4-16,2-2-2 0,0 1 0 15,2-3 3-15,-1 3-6 0,3-1-3 0,-1-4 2 16,0 3-4-16,2-2-1 0,0 0-2 0,1-1 6 16,0-1 4-16,1 2 0 0,-3-1 3 15,5 1 1-15,-5-1 2 0,5 2-2 0,-2 0-1 16,-1 0 0-16,3 1 1 0,-3 0 6 0,1 1-3 15,-2 0 3-15,-1 2 0 0,-1-3 0 16,0 2-4-16,-1 0-4 0,-1 0 1 0,-1-1 1 16,0 2-1-16,0-2-3 0,-1 1-1 0,-1-1 1 15,1 2-2-15,-3-3-1 0,1 3 2 16,-3-1 4-16,0 1 4 0,0 0 2 0,-2 0 2 16,-1 2 0-16,-3 0 3 0,3-1-2 0,-4 2-2 15,1-1-4-15,-2 3-2 0,1-2-1 0,-3 2-3 16,2-2 3-16,-5 2-3 0,0 0 1 0,3 0 9 15,-2-1 8-15,0 2 13 0,1-2 12 16,-2 1 16-16,1-1 10 0,0 3-5 0,-2-3 1 16,2 1-8-16,-1 1-2 0,0 1 3 0,0-1-4 15,-2 1 6-15,1 1-7 0,-2 1 2 0,-2-2-11 16,1 2-13-16,-3 1-4 0,4 1-6 0,-7 0 2 16,4 1 1-16,-2-2 3 0,-1 3 0 15,1-2 4-15,-1 2-6 0,0-3-5 0,1 1-4 16,-2 2-4-16,4-1-2 0,-4 0-5 0,2-1 0 15,1 0 1-15,-3 0 1 0,4 0 1 0,-2-1 0 16,1 2 1-16,0-3 2 0,2 3-1 16,-3-2 2-16,2 2 0 0,-1-1-2 0,-1 1 2 15,-2 1 0-15,1-2 4 0,0 2 4 0,-2-1 7 16,1 1 10-16,-1 0 2 0,0 0 4 0,-1 0-4 16,1 1-2-16,-4-1-8 0,3 2-7 0,-2 1-6 15,-2 0-6-15,1-1-2 0,-3 2-5 16,1 0 6-16,-1-1-15 0,-1 2-44 0,-3-1-63 15,2 1-60-15,-3-2-139 0,3-2-230 0,0 2-309 16,-1-2-271-16,4 2-212 0,-4-3-66 16,6 2 479-16</inkml:trace>
  <inkml:trace contextRef="#ctx0" brushRef="#br0" timeOffset="33944.83">29040 2070 23 0,'0'-1'284'0,"0"-1"193"0,0 2 191 16,0-2-2-16,0 1-175 0,0 1-130 0,0 0-87 15,0 0-61-15,0 0-36 0,0 3-4 0,0 0-2 16,3 3 5-16,-3 1-2 0,3 1 13 0,0 2 5 16,0 1-16-16,3 2-21 0,1 1-12 15,-1 0-8-15,1 4-21 0,1-1-29 0,1 2-15 16,-3-2-9-16,4 3-15 0,1-1-12 0,-2 2-9 15,3-1-5-15,-2 1-6 0,0 0-3 0,1 3-3 16,0-2 3-16,-1 0 3 0,-1 3 3 0,2-3-3 16,-1 0 1-16,-1 2 4 0,2-4-10 15,-1-2-2-15,-1 0-3 0,4-3 0 0,-2-1-2 16,-3-4-5-16,3-1 2 0,-3-3-3 0,-2-2-8 16,1-2-13-16,-3-2-35 0,1-3-80 0,-5-3-109 15,-2-3-129-15,-2 0-190 0,-1 1-288 16,0-2-207-16,-1 3-19 0,-2-1 241 0,-1 1 344 15</inkml:trace>
  <inkml:trace contextRef="#ctx0" brushRef="#br0" timeOffset="34265.75">29225 2627 278 0,'8'5'589'0,"-2"0"240"0,2-4 127 0,0 0-210 16,0 1-184-16,1 1-118 0,0-6-73 0,3 1-53 16,0-2-48-16,-1 0-47 0,5-2-21 0,1 0-6 15,5-3 10-15,-1 0-1 0,1-2-13 16,4-1-29-16,-1-2-44 0,2 1-40 0,-3 0-33 16,3-4-16-16,-1 3-14 0,0-2 1 0,-1 0-2 15,-2 1-1-15,0 1-5 0,-1 0-7 0,-2 3-4 16,-4-2-3-16,1 1 3 0,-4 4-2 15,0-1-8-15,-4 0-23 0,-1 0-39 0,-1 0-45 16,-1 1-39-16,-5-3-34 0,1 3-43 0,-4-4-49 16,1 0-47-16,-4 0-76 0,-3-2-106 0,2 1-172 15,-4 1-242-15,0-2-116 0,-3 1 86 16,-1 1 288-16,-2 0 297 0</inkml:trace>
  <inkml:trace contextRef="#ctx0" brushRef="#br0" timeOffset="34757.29">29199 2046 389 0,'5'-2'747'0,"-2"-3"268"16,3 1 50-16,1-2-287 0,-1 0-243 0,2 0-148 15,1 0-95-15,1 0-23 0,1-1 11 0,5-1-15 16,0 0-18-16,3 0-31 0,-2-2-16 0,4 2-39 15,1-3-50-15,1 1-32 0,1-1-27 16,2-2-12-16,0 2-16 0,0-1-8 0,-1 0-7 16,2-1-4-16,-6 1 0 0,2 0-2 0,-3 1 1 15,0 2-3-15,-1-3 4 0,-3 3-3 0,-1 0-2 16,0 2 0-16,-5-1 0 0,2 3 2 0,-4-1-2 16,-1 2 0-16,-2 0 2 0,-2 1 2 0,2 1-2 15,-3 1-3-15,-1-2 0 0,3 3 1 16,-4 0-1-16,1 0-1 0,1 0 1 0,-2 3 1 15,1 0 0-15,-1 2 3 0,5-1-3 0,-5 0 3 16,1 2-1-16,2 1 2 0,-1 3-2 16,1 0 0-16,1 2-1 0,0 2 2 0,3 1 1 15,-1 3 3-15,0 2 4 0,1 2 2 0,-1 3 1 16,0 1 0-16,4 4 2 0,-6 0-5 0,4 1-2 16,-3 1 3-16,2-1 3 0,2 1-1 0,-3-4-4 15,1 2 3-15,1-5-3 0,1-3-6 0,-3-3-10 16,1-1-31-16,-2-2-66 0,-1-3-73 15,-4-3-142-15,-1-1-263 0,-6-3-318 0,1 0-323 16,-2 0-228-16,-8-1-9 0,2-2 571 0</inkml:trace>
  <inkml:trace contextRef="#ctx0" brushRef="#br0" timeOffset="35910.32">20948 2716 39 0,'8'-10'336'15,"2"-4"231"-15,-2-1 207 0,2-1 42 16,2-1-168-16,1-2-121 0,4-2-85 0,0-1-66 16,0-2-61-16,-1 1-73 0,3-3-81 0,-1 0-59 15,2 3-42-15,-2-3-24 0,0 2-17 0,-1 0-6 16,-1 2-5-16,1 2-1 0,-4 1 0 15,0 2-3-15,-4 3 0 0,-1 2-3 0,1 1 1 16,-4 2 0-16,0 1 1 0,-2 2-3 0,1 0 4 16,-1 2-2-16,-2-1 0 0,1 0-14 0,1 1-30 15,-3 0-50-15,0 1-97 0,0-1-120 16,-3 2-162-16,1 0-280 0,-1 0-215 0,0 2-82 16,-2 2 171-16,2 0 327 0</inkml:trace>
  <inkml:trace contextRef="#ctx0" brushRef="#br0" timeOffset="36776.28">21208 2213 370 0,'-6'-8'753'0,"2"-3"336"15,-3 0 78-15,-1 1-311 0,-3-2-270 0,2-3-156 16,-3 1-78-16,2-4-57 0,-2 2-38 0,-1-2-31 15,0-1-29-15,-2-1-31 0,1 0-39 16,0 1-38-16,0-1-28 0,-1 1-15 0,1 1-6 16,1 1-6-16,2 2-5 0,-3 1-4 0,3 0-2 15,1 2-3-15,0 3-7 0,2 0-2 0,-2 2-3 16,2-1-2-16,0 2-2 0,4 2 0 16,-3-1 0-16,4 1-2 0,0 2 1 0,-2-1-1 15,2 1 0-15,2 1-1 0,-3 0-1 0,3-1 2 16,-1 2 0-16,2 0-1 0,-1-2 0 0,-1 2-1 15,2-1 2-15,-2 1-3 0,2 0 1 16,0-1 0-16,-1 1 1 0,1 0-1 0,0 0 0 16,0-2 1-16,0 2 0 0,0 0 0 0,0 0 0 15,0-2 2-15,0 2-1 0,0 0 0 0,0-1 0 16,0 1 2-16,0-1-4 0,0 1 0 0,0 0 0 16,0-2 3-16,0 2-2 0,0 0 1 15,-2 0 5-15,2 0 3 0,-2 0 3 0,2 0-2 16,0 0 2-16,-3 0 0 0,3 0-3 0,-1 0-4 15,-4 0-2-15,2 0-1 0,0 0-2 0,-2 2-1 16,0 0-1-16,-3 2 2 0,-1 2 0 0,-1 1-1 16,-1 1 1-16,-1 3 0 0,-3 2 1 0,0 2-2 15,-3 1-1-15,1 4 4 0,-1-1-1 16,-2 2-3-16,1 1 1 0,1 0 0 0,1-1 0 16,1-3-3-16,2 1 2 0,1-4 0 0,3 0 2 15,2-3 0-15,1-3 0 0,2-2 2 0,1-1-2 16,0-1 2-16,-2 1-2 0,3-4 0 0,2 1 0 15,-3-2 0-15,1-1 0 0,2 2 1 16,-3-1-2-16,1-1 1 0,1 2 0 0,1-2-1 16,-1 0 1-16,1 2-1 0,1-2 0 0,0 0-1 15,-3 0 0-15,3 0-1 0,-2 0-1 0,2 0 0 16,0 0 1-16,0 0 0 0,0 0-2 16,0 0 3-16,0 0-1 0,0 0-2 0,0 0 1 15,0 0 1-15,0 0 0 0,0 0-1 0,0 0 2 16,0 0 0-16,0 0 0 0,0 0 0 0,0 0 1 15,0 0-1-15,0 0 0 0,0 0-1 16,0 0 2-16,0 0 0 0,0 0-1 0,0 0 1 16,0 0 1-16,0 0-1 0,2 0 0 0,-2 0 0 15,3 0-1-15,-3 2-1 0,1 2 1 0,2-2-1 16,1 3 1-16,1 1-2 0,-1 0 2 16,4 4 1-16,2 0 5 0,-1 2 3 0,2 4 1 15,3-1 1-15,-1 0 0 0,1 2 0 0,2 0-6 16,1 2-1-16,-2-3-1 0,2 0-1 0,-1 2-1 15,0-3 0-15,-2 1 2 0,0-2 0 0,1-1-2 16,-1 1 1-16,-3-3-15 0,-1 0-49 16,0-3-68-16,-2 1-88 0,-3-1-166 0,-2-2-299 15,1 1-327-15,-4-1-292 0,0 0-186 0,-2 0 158 16,0 0 637-16</inkml:trace>
  <inkml:trace contextRef="#ctx0" brushRef="#br0" timeOffset="37551.33">21482 2911 40 0,'0'-3'519'0,"0"2"463"0,0-1 239 0,0 1-60 16,-3 1-362-16,3-2-246 0,0 2-138 0,3 0-98 16,-3 0-62-16,0 0-47 0,1 0-36 0,1 0-54 15,1 0-26-15,0 2-17 0,4-2-3 16,-1 3 7-16,3-2 1 0,3 2 8 0,-3 0-18 15,5 2-8-15,-1-1-8 0,3 0-7 0,0 1-4 16,-1 2-4-16,5 0-4 0,0-1-4 0,0-1-4 16,1 2-5-16,1 0-4 0,3-1-2 0,-4 0-6 15,3 0-1-15,-1-1-3 0,-1-1 0 16,1 0-1-16,-1 0-2 0,-2-3 1 0,0-1 1 16,-2 0 0-16,0-3 1 0,-2-1 2 0,-1-1 2 15,-4-2 4-15,2-4 4 0,-2 1 5 0,-3-4 5 16,-1 0 3-16,-6 1 1 0,-1-2 0 0,0-1-4 15,-5-1-4-15,-3-1-6 0,0 0-5 16,-2 0-5-16,-3 1-3 0,-1-1-3 0,2 4-1 16,0 0 0-16,-1 2-1 0,4 2 0 0,1-1-2 15,-2 4-1-15,4 2-4 0,1 2-12 0,0 0-19 16,2 1-32-16,3 4-78 0,0 0-115 0,3 0-226 16,5 3-296-16,4 0-365 0,3-1-412 15,6 0-150-15,0 0 429 0,5 0 795 0</inkml:trace>
  <inkml:trace contextRef="#ctx0" brushRef="#br0" timeOffset="38726.47">27645 3006 23 0,'-6'4'479'0,"3"-1"446"15,0 3 251-15,-1-6-39 0,4 2-369 0,-1 0-283 16,1 1-188-16,0-3-116 0,0 0-40 16,3 0 10-16,3 0 20 0,2-3 8 0,2 1-7 15,-1 2 0-15,5-2-16 0,-1-1-32 0,1 0-37 16,0-2-19-16,2 3 0 0,-2-3-9 0,2 0-8 16,0 1-8-16,0 0-3 0,-2-1 4 15,2-1-9-15,0 0-6 0,-2-1-3 0,-1 0-1 16,-1 2 2-16,1-1-6 0,-2 4-2 0,-1-4-3 15,-3 3 0-15,0 1-2 0,-3 1 1 0,1 1 4 16,-1 1 5-16,0 3 8 0,-1-2 7 0,-1 5 5 16,-2-1 0-16,-2 1-2 0,-2 3-7 0,-1 1-8 15,-2 1-7-15,-1 2-7 0,-1 1-3 0,0-2-5 16,-3 2-1-16,-2 3-2 0,2-2-1 16,-4 3-1-16,2-1-3 0,-4 1 0 0,5 0-7 15,-2 1-18-15,0 1-35 0,3 0-77 16,-2-3-90-16,1 1-173 0,0-2-293 0,1 0-333 15,4-1-351-15,-2-2-183 0,4 3 159 16,1-3 694-16</inkml:trace>
  <inkml:trace contextRef="#ctx0" brushRef="#br1" timeOffset="46815.03">21422 2578 73 0,'0'1'262'16,"1"2"128"-16,-1-3 83 0,0 0-98 15,2 2-97-15,-1-2-68 0,-1 2-45 0,0 0-29 16,0-2-16-16,2 1-22 0,-2-1-14 0,0 0-22 15,2 1-15-15,-2-1-13 0,0 0-12 16,1 2-8-16,-1-2-7 0,0 0-1 0,2 0-1 16,-2 0-5-16,1 0 2 0,-1 0-2 0,0 0 0 15,2 2 6-15,-2-2 45 0,2 0 50 0,-2 1 26 16,1-1 28-16,-1 1 13 0,0-1 7 0,2 0-35 16,-2 2-20-16,0-2-12 0,0 1-18 15,0-1-9-15,2 0 7 0,-2 2 36 0,0-2 5 16,1 1-2-16,-1 1 13 0,3-2 6 0,-3 1-9 15,5 2-37-15,-4-1-24 0,1-1-12 0,-1 1-20 16,1-1-17-16,0 2 9 0,1-1 4 0,-1-1 3 16,1 0-1-16,-2 1-1 0,3 0-1 0,-3 0-18 15,4 0-9-15,-1 0-5 0,-1-1-3 16,-1-1 1-16,1 1-2 0,1 1 6 0,0 0 5 16,0-1 4-16,-3-1 5 0,2 1-1 0,1 1 2 15,2 1-7-15,-5-3-7 0,2 2-7 16,1-2-3-16,-1 4 0 0,0-1-1 0,0 1-1 15,0-2-1-15,1 0 1 0,2 1 2 0,-5 0 1 16,4 0 0-16,-2 0-2 0,4 0 3 0,-4 0-1 16,0-2-2-16,5 2 0 0,-4-1-2 15,1 1 2-15,2-2 2 0,-2 1 1 0,-1 1-4 16,4-2 3-16,-2 2 32 0,2 0 35 0,2 0 19 16,1 1 9-16,-3 1 6 0,1-2 0 15,2 2-28-15,-3 0-22 0,0 1-21 0,3-2-11 16,-1 2-3-16,-2-2 1 0,0 2-7 0,2-1-5 15,-2 1 5-15,2-2-4 0,-1 0 0 0,2 2-2 16,-1-2 3-16,2 0-1 0,-2-1 0 16,3 0 3-16,1 0 29 0,0-1 22 0,2 1 11 0,-2-1 3 15,2-1 0-15,0 0-2 0,0 3-24 16,-2-4-26-16,3 2-10 0,-2 2-6 0,0-2-5 16,0 2-2-16,0-2-2 0,-2 4 2 0,3-1 1 15,-3 1-2-15,0 0 1 0,0 1 1 0,1 2-2 16,-2 0-2-16,0 0-2 0,-1 1 1 0,0 0 1 15,1-1 0-15,-2 0 2 0,0 0 1 16,0-2 2-16,0 0-3 0,-2 0-3 0,1-1 1 16,0-1-1-16,-1-3 1 0,1 0 0 0,-1 0 1 15,1-2 4-15,0 0-5 0,-1-2 1 0,0-2 2 16,-1 1-3-16,0 1-12 0,-3-2-34 16,-2 2-51-16,0-3-51 0,-4 2-86 0,-1-3-140 15,-4 1-205-15,-1 1-274 0,-2 1-234 0,-2 0-206 16,-2 0 42-16,2 2 446 0</inkml:trace>
  <inkml:trace contextRef="#ctx0" brushRef="#br1" timeOffset="47706.77">21426 2611 191 0,'0'-3'366'15,"0"0"162"-15,2 2 30 0,-2-2-95 0,0 1-81 16,-2 1-48-16,2 1-15 0,0-2 12 0,-1 2-3 15,-1 0-14-15,2 0-21 0,-1 2-27 0,1-2-32 16,0 1-46-16,0-1-35 0,-2 0-34 0,-1 0-30 16,3 0-26-16,0 0-21 0,0 2-17 0,0-2-12 15,0 1-3-15,3-1 4 0,-1 2 1 16,-2 2-1-16,1-1 5 0,1 2 4 0,-1 0 2 16,3 1-1-16,-1 0 0 0,0 0 0 0,0 4-4 15,2-2-6-15,0-1-4 0,1 0-5 16,-1 2 20-16,1-1 19 0,1 0 19 0,-3 2 6 15,4-3 3-15,-2 1 1 0,1 3-19 0,-1-3-16 16,3 1-14-16,-1 0-9 0,0 0-2 0,0 0-4 16,2 0-1-16,-1 0-7 0,-1-1-1 15,3 1 6-15,-1 0-2 0,-1 0 5 0,-1 0-3 16,5-1 4-16,-5 2 1 0,1-2-8 0,2-1 0 16,-1 4-3-16,-1-4 6 0,0 0-6 15,0 1-2-15,-1-1 1 0,0 1 6 0,-1-2-4 16,0 1-4-16,-1 2 9 0,-1-2-1 0,2 2 1 15,-2-2-5-15,2 2 38 0,-3 0 27 0,3-2 7 16,-2 0 2-16,1 1 1 0,-2 0 1 16,1 1-31-16,2-2-21 0,-2 1-12 0,2 0-5 15,-2-1-2-15,1 0-1 0,1 1-3 0,-1-1-1 16,2 1 1-16,-2-1 0 0,1 1-1 0,-1-1-1 16,0 1 3-16,0 0-2 0,2 0 0 15,-3-2 0-15,2 2 1 0,2-1 2 0,-3 1-1 16,1-2-1-16,1 1 3 0,-2-3-1 15,2 2-2-15,0 1-1 0,0-3-1 0,-2 1 1 16,3-1 2-16,-1 1-1 0,-1-2 0 16,-1 0 2-16,3 0 0 0,-4 0-1 0,0 0-2 0,-2-2-1 15,0 0 4-15,1 1-4 0,-4 0 2 16,1-2 1-16,-1 1 3 0,0-1-1 0,0 0-2 16,-1-1 1-16,-3 1-16 0,1-2-56 15,-3 0-59-15,-2-2-112 0,-1 1-197 0,-3-1-300 16,1 1-316-16,0-2-246 0,2 2-143 0,1-1 357 15,-2-1 604-15</inkml:trace>
  <inkml:trace contextRef="#ctx0" brushRef="#br1" timeOffset="52799.2">22277 2931 193 0,'2'0'338'0,"-2"1"129"0,2-1-7 16,-2 1-152-16,0 1-97 0,2-2-76 0,-2 0-49 15,0 2-31-15,4-2-18 0,-4 0-13 0,1 0-11 16,-1 0-3-16,2 0-2 0,-1 0-6 16,-1 0-2-16,4 0 0 0,-4-2 2 0,1 2 0 15,1 0 5-15,-2-2-3 0,1 1 4 0,-1 1-2 16,0 0-4-16,2 0 0 0,-2 0-6 0,2 0 4 15,-2 0-4-15,1 0 2 0,-1 1 0 16,3 1 2-16,-1-2 0 0,1 2 0 0,0-1 4 16,0-1 0-16,0 1 0 0,1 4 1 0,0-5-1 15,0 2-2-15,0-2 0 0,1 2 0 0,1 2 0 16,-3-3 27-16,2 3 10 0,2-2 7 16,-2 0 6-16,-2 1-1 0,3-2-3 0,-2 3-23 15,0-3-14-15,0 2-7 0,0 0-8 0,-1-2-2 16,0 2 4-16,0-1-3 0,2 1 3 0,-4-2-2 15,4 1 0-15,-2-1 0 0,1 2 1 16,-3-1-5-16,4-1 2 0,-2 0 3 0,0 3-3 16,3-3 6-16,-3 0-4 0,1 3 4 0,-1-3 4 15,0 2 3-15,2-1-3 0,-2 0-2 0,4 3 0 16,-3-5 0-16,1 2-6 0,0 0 2 0,-1 2 2 16,0-3 0-16,-1 3 0 0,2-2 0 0,-3 0 2 15,2 1-2-15,0-2 0 0,0 3 0 16,-3-3 0-16,2 2-2 0,1-2-2 0,0 2 3 15,0-1-5-15,2 1 6 0,-5 0 0 0,4 0 0 16,0-2 0-16,0 2 2 0,0 0 7 16,-2-2-5-16,3 3 4 0,-2-2 1 0,1 2-1 15,2-2 1-15,-2 3-5 0,-1-2 7 16,1 2-3-16,-1 0-2 0,1 1 1 0,0-2 1 16,-2 0 3-16,2 1-7 0,-2-1 1 0,2 1-25 15,-1 1-18-15,0-2-6 0,-3 1-9 16,3-1 1-16,-1 0-1 0,0 0 22 0,0-2 11 15,0 2 11-15,3-2 7 0,-1 3 0 16,-2-5 2-16,2 2 0 0,2 0 2 0,-3 1-2 16,4-2 0-16,-3 0-2 0,1 0 2 0,1 2-2 15,-3-3 0-15,1 0 2 0,3 2 0 16,-2-2 0-16,-1 0 2 0,2 2-4 0,-3-2 4 16,2 2-2-16,1-1 0 0,-1 0-2 0,1 1 2 15,-3-2 2-15,4 2-2 0,-2 0-2 16,-1 0 2-16,3-1 0 0,0 2-2 0,0-1 2 15,-2 1 2-15,2 0 6 0,0 0-2 0,0 0 3 16,-2 1 22-16,1 1 8 0,1-3 5 16,-1 3 5-16,0 0-1 0,1-1-5 0,0 1-18 15,1 0-12-15,-1-2-7 0,2 2-2 16,-1 0-1-16,0-2 1 0,3 1 0 0,-2 1 0 16,1-2 1-16,-1 2-3 0,2-1-2 0,0 0 0 15,-1-1 2-15,0 2 2 0,-2-1 3 16,1-1 3-16,1 2-3 0,-2-3-1 0,-1 3-4 15,3-3 1-15,-1 0-1 0,-1 1 2 16,2-3 1-16,0 1 27 0,-1-1 42 0,2 0 49 16,0-1 19-16,-3 1 8 0,5-3 3 0,-2 1-28 15,0 2-36-15,-1-2-43 0,0 2-22 16,0 0-14-16,-3 0-5 0,0 2 0 0,-1-2-1 16,0 5 3-16,-2-3-5 0,0 4 2 0,0-1 1 15,-2 1 2-15,2-2-4 0,-1 2-2 16,-1 0 3-16,2-1-1 0,-2 0-3 0,2 0 0 15,-2 0 2-15,2-2-1 0,3 0-1 0,-2-1-1 16,-1 0 4-16,1 1 0 0,2-3 3 16,0 0-2-16,-2 0 2 0,2 0 0 0,-1 0-22 15,0 2-14-15,0-2-6 0,-1 0-4 16,-1 2-6-16,1 1-2 0,0-2 23 0,-1 0 12 16,0 0 4-16,0 2 4 0,0-1 5 0,1 2 0 15,2-3-1-15,-4 2-1 0,4-2 2 16,0 1 3-16,0-1-3 0,2 1-3 0,-2-1 1 15,0-1 2-15,2 2-1 0,0-2-1 16,0 1 2-16,0 1-2 0,0-1 2 0,-2 1 0 16,3 1 0-16,-3 0 0 0,0 0 0 0,-2 1 2 15,3 1 1-15,-4-1-1 0,2 2 0 16,-1-2 1-16,1 1-1 0,0-1 1 0,0 1-1 16,-3-1-1-16,4 2 3 0,0-4-4 15,-2 1 1-15,2 0 1 0,0-1 0 0,2 1 1 16,-2-2-5-16,0 1 6 0,1 1-3 0,0-1 1 15,1-1 5-15,0 0-1 0,0 1 41 16,0-2 18-16,0 1 14 0,0 1 11 0,0-1-1 16,0-1 0-16,1 0-31 0,0 1-24 0,-2-1-11 15,2 0-5-15,-1-1 13 0,1 1 11 16,0-1 1-16,-2-1 4 0,1 1-4 0,2-1 4 16,-2 1-25-16,-2 0-11 0,3-1-5 15,-1-1 0-15,-2 1-2 0,1 1-4 0,-1-1 0 16,-2 1 0-16,1-1 0 0,2 2 0 0,-5 0-6 15,5-1 3-15,-5 1 3 0,3 0 0 16,-2 0 0-16,2 0-1 0,0 1 2 0,-3-1 2 16,0 2-3-16,0-1 0 0,0 1 0 0,2-1 0 15,-5 1-3-15,4 1 2 0,-2 0 0 16,0-2 1-16,1 2 0 0,-3 0 1 16,4 0-2-16,-2 0-1 0,3 0 2 0,-3 2 0 0,2-4 0 15,-2 2-1-15,2 0 1 0,0 0 1 16,0 2 1-16,1-5-1 0,0 5 3 0,1-4 3 15,-2 0 3-15,1 0-2 0,1 2-5 16,0-1 1-16,-1 0-1 0,-1 0-3 0,4-1 0 16,-2 2 0-16,-1-2 0 0,2 1 1 0,1-1 27 15,-1 2 20-15,0-1 10 0,2-1 6 16,-1 1 0-16,2-2 6 0,-2 1-27 0,1 1-18 16,-2 0-11-16,2-1-4 0,1 0-2 15,-3 1-8-15,0-1-2 0,0 2 4 0,-1 0 1 16,1-2 0-16,-1 3-1 0,-1-2 4 0,2 2 1 15,0-1-5-15,-3 0 1 0,1-1-1 16,-1 1-1-16,2 1-2 0,0-2-1 0,-2 1 2 16,-1-1-2-16,3 2 0 0,-1-4 1 15,0 2 1-15,1 0 2 0,-3 1-2 0,3-2 3 16,-1 1-1-16,0-1 1 0,2 1-1 0,-3-1 2 16,2 2 2-16,-3-1-2 0,2-1-2 15,2 2 1-15,-3-1-3 0,2 0-2 0,-3-1 1 16,4 2 0-16,-3-2 0 0,0 1 2 0,-1-1 0 15,1 0 0-15,3 1-2 0,-5-2 1 16,2 1 3-16,-2 1-5 0,0 0 1 0,0-1 0 16,1 2 2-16,-1-1-1 0,0 1-4 0,1 1 3 15,1-1 2-15,-2 2-1 0,2-3 0 16,-2 3-1-16,1-1 1 0,0 2 3 0,0-2-3 16,2-1 0-16,-5 0 0 0,4 0 0 15,-2 0 3-15,0 0-1 0,1-1-1 0,-1-1 6 16,0 2-6-16,0-2 2 0,0-1-3 0,0 2 0 15,-1-1-1-15,1-1-3 0,-1 1 2 16,-1-1-1-16,2 2 2 0,-3-2 0 0,2 0 1 16,0 1 0-16,-1-1 2 0,-1 0-1 15,2 0 2-15,0 0-1 0,-1 2-2 0,1 0 0 16,-1-2 0-16,2 0-1 0,-1 1-3 0,1-1 2 16,2 1 2-16,-2-1-1 0,2 0 1 15,0 2-2-15,-1-2 2 0,4 2-1 0,-2-2 0 16,1 0 1-16,-1 1 0 0,2-1 1 15,-2 2-3-15,1-1 2 0,1 1 1 0,-2-1-2 16,1 0-3-16,-2 1 3 0,3-1-1 0,-3 3 1 16,2-4-2-16,0 5-1 0,0-4 1 15,-3 1 2-15,1 1 0 0,2-1-2 0,-1 0 0 16,-2 1-1-16,0 0 0 0,0 0-2 16,0-2 1-16,1 1 3 0,-2-1 2 0,3 1 2 15,-3 0 3-15,0-1 0 0,0 0-5 0,0 1 0 16,1 0-1-16,-3-2-1 0,4 1 1 15,-2-1-1-15,2 0 4 0,-4 0-1 0,2 0 2 16,2 0-3-16,-2 0 1 0,2 0 2 16,-1-1-3-16,-1 1-2 0,3 0 0 0,-2 0-1 15,0 0 20-15,1 0 6 0,-1 1 5 0,1-1 5 16,3 1 0-16,-4 1 3 0,1-1-16 0,2 1-10 16,-1-1-2-16,1 2-5 0,-1-2 3 15,2 3 1-15,-4-1 2 0,3 1-2 0,-1-1-2 16,2 0 4-16,-2 0-2 0,1 2-5 15,1-3 0-15,-1 2 3 0,1-2 1 0,0 1-5 16,0 1 4-16,3-1-2 0,-1 0 3 0,-2-2-3 16,1 1 1-16,1 1-1 0,-1-2-1 15,0 1 2-15,-1 1-2 0,0-2 2 0,0 3 0 16,2-3 1-16,-4 2 2 0,0 1-3 16,-1-1 2-16,2 2-4 0,0-2 5 0,-2 1-5 15,0 2 1-15,0-2-2 0,-1 0-1 0,1 2 2 16,3-1-2-16,-2-1 1 0,1 0 0 15,-1 1 3-15,2-2-1 0,0 2-2 0,-2-3 1 16,2 3 2-16,1-2-3 0,-2-2 1 16,1 2 4-16,-2 0-4 0,3 0 2 0,-1 0-1 15,0 0 0-15,-1 0-2 0,0 0-2 0,0 0 1 16,-1 1 1-16,1 0-1 0,-3-2 2 16,4 1-2-16,-2-1-3 0,-1 2 2 0,0-4 0 15,0 2-1-15,0 0 1 0,1 1 2 16,-2-2 0-16,0 1 1 0,0 1-2 0,1-2 0 15,0 2-1-15,-2-1 3 0,3 1 2 0,-1 0-3 16,0 0 2-16,0 0-1 0,0 0 1 16,1-1-2-16,1 1 2 0,-2 1-1 0,2-1 2 15,-2 0-2-15,4-2 0 0,-5 2-2 0,3-1-1 16,-1-1-1-16,1 2 0 0,0-3 2 16,0 1-2-16,-1 3 2 0,1-4-1 0,-1 2 0 15,2 1 1-15,-4-1-1 0,4-1 0 16,-3 2-2-16,2-1 1 0,-1 0 0 0,0 1-1 15,-1 0 2-15,1 0-1 0,1 0 2 16,-1 2 0-16,-2-3 0 0,3 2 0 0,-1 0-2 16,1 0 4-16,0 0-2 0,0 1-2 0,1 0 4 15,0-1-2-15,2 2 0 0,-1-1 0 16,0 0-2-16,0-2-1 0,3 2-3 0,-3 0 1 16,2-1-1-16,-1-1 0 0,-1 2 1 15,-1-2-1-15,3 2-1 0,-3-3 5 0,0 1 1 16,1 1 0-16,-2-1 2 0,-1 2 1 0,1 0 6 15,-3-2-6-15,2 1 0 0,-3-1 0 16,2 0-1-16,0 1 1 0,-2-1-2 0,2-1 4 16,-2 2-4-16,3-2 0 0,-3 0-2 0,1 1 4 15,-3 0-2-15,1 0 0 0,0-2 2 16,1 1-1-16,-2-1-1 0,1 1 10 0,0 0 8 16,-1 0 4-16,1 0 3 0,-1 1 1 0,4-2 4 15,-4 2-14-15,2-1-7 0,-1 0-3 16,1 0-4-16,1 1-3 0,-1-1 0 0,0 2 1 15,0-2 2-15,4 1 2 0,-1-1-1 16,-2 2 3-16,1-2-2 0,2 2-2 0,-3-4 0 16,4 5-2-16,-3-4 2 0,1 1-1 0,1 1 1 15,-3-1 0-15,1 0-1 0,3 1 2 16,-3 0-3-16,-1 0-2 0,1 0 5 16,2 0-2-16,-1 0-1 0,-3 0 1 0,2 0 0 15,-1 0 1-15,0 0-2 0,1-1 1 0,-1 0 1 16,1 1 2-16,-2-1 0 0,0 1-3 0,-1-2-2 15,1 1-4-15,-1-1 4 0,1 1 0 16,-2-1 0-16,-1 0 1 0,2 1 2 0,0-2 3 16,-1 2-4-16,-1-1-1 0,0-1 0 0,2 1 1 15,-1-1-1-15,-1 0 1 0,2 2-1 16,1-2-1-16,-3 2 2 0,1-2 2 0,1 0-1 16,-1 0 3-16,3-2 2 0,-3 2 2 15,3-2-2-15,-1 1-1 0,-2 1 5 0,3-1 0 16,-1-1-2-16,0 0-3 0,1 1 1 0,-1 0-2 15,-3 1-5-15,4-2-2 0,-3 2-1 16,1 0 1-16,0-1 2 0,-1 1 0 0,2 0 2 16,-1 0-1-16,0 0-1 0,-1 0 0 15,2 0-1-15,-1 0 1 0,0 0-1 0,0 0 1 16,2 0 0-16,-3 0 0 0,1 0 0 0,-1 0 0 16,1 0 0-16,0 1 0 0,-1-1 2 15,1 2-2-15,-1-1-1 0,3 2 1 0,-4-1 0 16,1-1-2-16,2 2 4 0,1-1 4 15,2 3 3-15,-2-3-3 0,1 2 0 0,3-2 1 16,-1 0 1-16,0 1-4 0,1 0-2 0,2 0 0 16,1-2 3-16,-3 2-4 0,0 1-2 15,-2-3 0-15,3 0-2 0,-2 1 1 0,-2 1 1 16,-2-2-2-16,2 1 2 0,-4-1 3 16,1 1 1-16,-1-1-3 0,1 2 0 0,-2-2 3 15,3 1-3-15,-3 0-2 0,0 1 2 0,1-2 3 16,-1 1-2-16,0-1-2 0,2 2 3 15,-1 0-2-15,-1-1 0 0,2 0-1 0,0 2 4 16,-1-3 0-16,-1 3-1 0,4-3-2 16,-4 0 1-16,3 3 0 0,-3-2-3 0,1 0 5 15,1 1 5-15,0-2 0 0,-1 2 4 0,1-1 1 16,-1 0-1-16,1 0-5 0,0 0-2 0,-2 0-2 16,2-2-5-16,0 1 2 0,0-1 4 15,-1 0-2-15,1 1-1 0,-1-1 2 16,-1 0 1-16,2 0-4 0,0 0-5 0,-2 0 3 15,0 2-2-15,1-2 3 0,-1 2-4 0,2-1 4 16,-2-1 4-16,1 3-1 0,-1-2 1 0,2 1-2 16,0 0 4-16,-1 3 13 0,1-2 6 15,-1 2 7-15,3-2-1 0,2 1 2 16,-3 0-3-16,2 1-12 0,-2 0-9 0,2 0-3 16,0-3-4-16,2 0 1 0,-2 2-4 0,0-1 2 15,-1-1 0-15,0 0-3 0,-1-1 3 0,0 0-4 16,-1 1 4-16,-1-2 0 0,2 2 1 15,-1-2 5-15,-2 0-6 0,0 0 3 0,0 0 4 16,0 0-1-16,-2 0 0 0,-1 0-2 16,2-2 2-16,-1 2-3 0,-1-2-6 0,1 2-15 15,-1 0-18-15,0-1-22 0,0 0-55 0,-2 1-113 16,0-2-159-16,-2 0-274 0,3 1-255 16,-1-1-232-16,2 1-40 0,2-2 326 0,-3 3 436 15</inkml:trace>
  <inkml:trace contextRef="#ctx0" brushRef="#br1" timeOffset="54909.41">24926 3876 226 0,'6'2'349'0,"-5"-1"111"0,2-1-33 0,2 0-170 16,-1 0-110-16,-1-1-68 0,0 1-36 0,0-4-17 15,0 3-10-15,2-2-8 0,-4 1-5 16,1-1-1-16,-1 1 2 0,1-2 4 0,-2 2 14 15,2-1 21-15,-2 2 33 0,0-1 36 16,0-1 43-16,-2 1 57 0,2 2 65 0,-2 0 68 16,-1 0 42-16,2 0 22 0,-4 0-15 0,2 0-46 15,2 0-57-15,-4 0-54 0,2 0-41 16,-1 0-20-16,-1 0-6 0,2 2 9 0,-3 2 5 16,3-2-6-16,0 3-17 0,0-1-26 15,-2 0-27-15,2 0-31 0,-1 3-24 0,1-3-18 16,-1 3-12-16,2 0-11 0,2 3-4 0,0-1-2 15,2-1-3-15,1 3-2 0,0-2-1 16,2-1 1-16,-1 0-2 0,3-3 1 0,-1-1 2 16,3-2 6-16,1-1 4 0,0-2 5 0,0-3 6 15,2-2 9-15,-1-1 2 0,0-4 4 16,-2-2 3-16,-1 0 7 0,0 0 5 0,-3-1 8 16,0 3 7-16,-4-3 4 0,-1 2-1 0,0 1-4 15,-1 2-9-15,-3 0-9 0,0 2-10 16,-4 1-8-16,2 0-10 0,-1 1-6 0,1 2-5 15,-3 3-3-15,1 0-4 0,0 2 0 0,1 1-2 16,-2 3-1-16,3 1 0 0,-2 2 0 16,3 3 1-16,-2-1-1 0,1 4 1 0,3 0 1 15,2-2-2-15,1 2 0 0,1-2-1 16,2-1-1-16,2-1-1 0,1-2 0 0,2 1 0 16,0-6 1-16,1 0 0 0,3-4 1 0,-3-1 0 15,5-4 3-15,-3-2 0 0,1-2 1 0,-2-4-1 16,2 2 2-16,-4-3 4 0,-2 0 5 15,-2 1 8-15,0 0 7 0,-4 0 3 0,-2 3 1 16,-3 0-3-16,-1-1-5 0,-2 2-8 16,-1 2-5-16,-1 1-5 0,-2 1-3 0,0 4 0 15,2 1-2-15,-2 1-1 0,3 4-1 0,-2 1 1 16,1 3 0-16,4 3-1 0,-1 1 2 0,0 0 0 16,2 3 0-16,4-1-1 0,1-2 0 15,0-1 0-15,3 1-2 0,3-4 1 0,-2 1-1 16,3-4 0-16,1-3 0 0,3-1 0 15,-2-6 0-15,4 0 0 0,0-3 1 0,-4-3 1 16,2-1 0-16,-1 0-1 0,-4 1 1 0,-1 2 0 16,0 2 0-16,-4 0-3 0,-1 1-9 15,-1 4-16-15,-1 2-30 0,-3 7-79 0,-3 1-128 16,1 3-255-16,-1 4-312 0,0 2-398 0,3 2-472 16,2-1-108-16,3 0 614 0</inkml:trace>
  <inkml:trace contextRef="#ctx0" brushRef="#br1" timeOffset="61628.26">25046 3818 136 0,'2'0'245'0,"-2"2"58"0,1-2-17 0,1 0-71 16,-2 1-58-16,0-1-39 0,0 0-30 0,1 0-16 15,-1 0-16-15,0 0-3 0,3 0-6 16,-1 2 4-16,-2-2-2 0,0 0 2 0,0 0 1 15,0 0 3-15,0 0 2 0,0 0 7 0,0 0-1 16,0 0 3-16,0 0 4 0,0 0-2 0,0 0-6 16,0 0-8-16,0 0-4 0,0 0-12 15,0 0-8-15,0 0-5 0,0 0-6 0,1 0-8 16,-1 0 1-16,0 0-9 0,0 0 5 16,0 0-4-16,2 0-1 0,-1-2 3 0,-1 2-2 15,2 0 0-15,0-1-1 0,-2 1-3 0,1 0 0 16,1-2 2-16,-1 1 2 0,3 0-2 0,-3-1 2 15,3 2 3-15,-1-1-1 0,-2-2 1 16,4 3-1-16,-4-3-2 0,2 1-1 16,-1 1 1-16,1 0-4 0,0 1 0 0,1-2-2 15,-3 0 2-15,3 2 0 0,-3-1-2 0,2 1 2 16,2 0-3-16,-4 0 1 0,2 0 4 0,1 0-2 16,-3 1 0-16,3-1 3 0,-3 0 3 15,2 2-2-15,1-2-2 0,-1 2-1 16,0-2 3-16,1-2 0 0,-1 2 1 0,2-2 5 15,-1 1-3-15,-1-1 3 0,0 1-3 0,0 1-1 16,0-3-3-16,1 3 1 0,0-2-2 0,-1 1-2 16,-1 0 0-16,1-1 0 0,-1 0-2 15,-1 2 2-15,1-2-2 0,-1 2 2 0,3 0 0 16,-3-3 0-16,1 2 4 0,1 1 0 16,-1-1-3-16,2 0 3 0,-2-2 2 0,1 3-3 15,-2-2-1-15,1 2 0 0,1-2-2 0,0 0 0 16,-3 1 0-16,4 1-22 0,-1-3-17 15,-2 3-8-15,3-1 0 0,-3-1 0 0,4 1-4 16,-4-1 22-16,2 2 12 0,1-1 6 16,-3 1 5-16,2 0 0 0,1 0 2 0,-3 0 4 15,4-2 0-15,-2 2 0 0,3-2-2 0,-1 2 2 16,1-1 0-16,-1 0 0 0,2-1 2 16,0 0 0-16,1-1 0 0,-1 2-2 0,-1-2 0 15,2 2 2-15,-2-2 0 0,1 0 0 16,-3 1 2-16,0 1-1 0,-1-1 1 0,0 1-4 15,1-1 0-15,-2 2 0 0,-1-1 0 0,-1 1 0 16,4-2 0-16,-4 2-2 0,0 0 2 16,1 0 0-16,-1 0-2 0,0 0 2 0,0 0-1 15,2 0 1-15,0 0 0 0,-2 0-4 16,0 0 2-16,1 0 2 0,1 0-2 0,-1 0 0 0,1-1 0 16,1 1 2-16,-1 0 0 0,3 0 0 15,-3-2 0-15,3 1 0 0,-2 1 0 0,1-2 2 16,0 1 0-16,1-2-2 0,-2 3-2 15,2-2 0-15,0 0 2 0,-4 2 0 16,2 0-4-16,1-3 4 0,-3 3 0 0,1-1 0 16,-1 1-2-16,3 0-1 0,-3-1 3 0,1 1 0 15,0-1 3-15,-1 1-1 0,2 0 2 0,0-3 4 16,0 1-3-16,0 2-1 0,1-2-4 16,0-1 2-16,0 1-2 0,-1 0-4 0,2 0 2 15,1-1 1-15,-5 2-3 0,4-1 2 16,-2 0 2-16,2 1 2 0,-2 0 0 0,2 1 0 15,0-2-1-15,1 0 1 0,-1 1-4 0,1 1 2 16,1-2-1-16,-3 1 1 0,4-2-2 16,-2 2 0-16,2-1 6 0,-1 1-3 0,2-2 5 15,-3 0-4-15,2 0 0 0,0 0 0 16,0 0-2-16,-2 0 0 0,-1 1 0 0,2 0-2 16,-2 0 4-16,-2 0 0 0,-2 0-2 0,4 2 2 15,-4 0-2-15,-1 0 0 0,2 0-4 16,-1 0 0-16,1-3 2 0,0 3-2 0,-2-1 1 15,1 1 1-15,2-1 2 0,-1 0-2 16,1-4 2-16,1 3 2 0,0-1 1 0,1 0-3 16,-1 0-1-16,3-1 2 0,-1 0-1 0,-1 0 0 15,3 1-3-15,-2 0 3 0,1 0 0 16,-3 0-2-16,3 1 0 0,0-2 2 0,-2 3 0 16,2-1 0-16,-3 1 25 0,1-1 13 15,2 1 9-15,0-1 0 0,0 2 2 0,-3-1 4 16,1-1-27-16,2 1-13 0,0 1-10 0,0-2-1 15,-1 1-6-15,0-2 3 0,-1 1-3 0,3 0 6 16,-2-1 0-16,-1 2-1 0,2-1 5 16,-3 2 0-16,2-3-3 0,-1 3-1 0,-2-2-4 15,4 2 0-15,-4 0 1 0,2 2 1 16,1-2 0-16,-2 0 0 0,1 0-25 0,2 0-10 16,-2 0-8-16,1-2-4 0,1 2 0 0,2-4-4 15,-3 3 26-15,4-3 12 0,-1 1 5 16,-3-2 4-16,2 1 4 0,3-1-2 0,-3 1 4 15,-2-1-2-15,2 1 2 0,-3 1-2 16,1 0 2-16,-3 0 0 0,2 1-2 0,-3-1-2 16,-1 2 0-16,3 1 2 0,-3-2-8 0,1 1 5 15,0 1-5-15,-1 0 4 0,1-1 4 0,-1 1-2 16,4-2 0-16,-5 2 4 0,3 0-2 16,0-2 4-16,0 2-4 0,0 0 0 15,1-2 2-15,1 2-2 0,-2 0 0 0,3 0-2 16,-2-3 2-16,1 2 0 0,2 0 2 0,-2 0-2 15,-1-2 4-15,2 1 0 0,1 2-2 0,-2-3-4 16,-1 1-2-16,0 0 4 0,0 1-4 16,1-2 2-16,-1 2-6 0,0-1 5 0,-3 2 3 15,3-1-2-15,-1-1 2 0,0 0 0 16,0 2 2-16,0 0 0 0,1 0 1 0,0 0-1 16,1 0-2-16,-2 0 0 0,2 0 0 15,0 2 0-15,1-2 0 0,2 2-2 0,-2-2 6 16,0 0-2-16,3 1-2 0,-2-1 0 0,-1 0 2 15,-1 2 4-15,3-2-6 0,-3 0-2 16,3-2 2-16,-4 2 0 0,3-1 4 0,-1-1-2 16,-1 0-1-16,4 0 5 0,-4 0 0 0,2-1 0 15,-3 0-4-15,1 0 5 0,3 2-5 16,-2-3 4-16,-1 0-2 0,0 1-2 0,0-1 1 16,-1 1-5-16,0 0 4 0,0 0 2 15,1 0 2-15,-4 1 0 0,3 0-1 0,-3 2 1 0,2-4 2 16,1 3-5-16,-3 0-1 0,2-2 0 15,1 1-2-15,0 2-2 0,-1-2-2 16,0 2-1-16,1 0 1 0,-1-3 0 0,2 3 2 16,-2-2 0-16,2 1 2 0,1 1 0 0,-3-1 2 15,2-1 0-15,-1 1-2 0,1-1 2 0,-1 1-2 16,0 1 0-16,1-2 0 0,-2 2 0 16,2-2 0-16,-4 2 2 0,2 0-2 0,1 0 0 15,-1-1 2-15,0 1-2 0,0-1 6 16,3 1-5-16,-3-2 3 0,2 0 2 0,-1 1-4 15,0-2 0-15,1 0 32 0,-2 2 20 16,3-3 16-16,1 0 2 0,-2 1 7 0,-2-1-2 16,2 1-34-16,-1-2-20 0,2 3-10 0,-2-2-4 15,0 2-6-15,1-2-1 0,0 2 2 16,-2-1-1-16,2 1-3 0,-2 0 24 0,3-1 13 16,-3 1 5-16,2 1 1 0,0 0 0 0,-2-1 4 15,4 2-25-15,-3 0-13 0,1-1-5 16,0 1-1-16,-1-2-1 0,1 2-2 0,2 0-2 15,-1 0 2-15,-2-1 0 0,1 1 0 16,0 0-3-16,0-2-1 0,0 2-1 0,1-2 1 16,-2 1 1-16,1 0 0 0,2-1 1 0,-2 0 2 15,-1 2 0-15,2-1 0 0,-1 0 0 16,0-1 0-16,0 2 2 0,1-1-1 0,1-1 4 16,-1 2-3-16,-2 0-2 0,1-1 0 0,0 1-2 15,0 0 2-15,0-2 0 0,1 2 4 16,-3-1-1-16,2 1 1 0,-2 0-1 15,2-1-1-15,-4 1 0 0,2-2 1 0,1 2-3 16,0-2 0-16,1 1 2 0,-4 1-2 0,3-2 3 16,-1 1-1-16,0-1 3 0,0 2-1 0,4-3-1 15,-1 2 2-15,-2 0-2 0,1-3-1 16,2 2-24-16,-1-4-14 0,2 3-6 0,0 0-3 16,-2-2-2-16,1 3-3 0,-1-1 24 15,0 0 11-15,-1 0 10 0,0 2 1 0,-1-1 3 16,0 1-5-16,-1-1 1 0,-2 2-2 0,4-2 0 15,-4 2-2-15,2 0 5 0,1 0 2 16,-1 0 2-16,0 0 4 0,0 0-2 0,2 0 5 16,-2 0-4-16,3 0 1 0,1-1 1 0,-2 0-5 15,-1-1 0-15,1 0 0 0,2 2 2 16,-1-1-4-16,-3 0-1 0,2-1 1 0,-2 2 0 16,0 0 0-16,0 0 1 0,1 0-1 15,-3 0 0-15,2 0 0 0,0 0 2 0,0 0 0 16,-1 0 2-16,1 0-2 0,0 0 0 0,-1 0 4 15,1 0-3-15,0-1 3 0,1 1 0 16,-1-2-3-16,3 1 3 0,-2-1 0 0,1 1-1 16,2 0-1-16,-2-3-2 0,4 3 2 0,-3-2-2 15,1 1 0-15,1-1-2 0,-2 1 0 16,1 0 0-16,-2-1 4 0,3 0-2 0,-3 1 2 16,2 0 1-16,-1-1-3 0,-2 1 4 15,1-2-4-15,0 2 2 0,0 0-2 0,0 2 0 16,-4-3-2-16,4 1 0 0,-2 1 2 0,-2 1-2 15,1 0 2-15,0-1 0 0,-1 1 0 16,1 0 0-16,1 0 0 0,-1-2 0 0,3 2 25 16,-2 0 11-16,1-2 8 0,-1 1 2 0,2 0 1 15,-2-3 3-15,4 3-25 0,-2-2-11 16,-1 1-7-16,2 0-5 0,1-1-2 0,-4 1 0 16,2-1-2-16,0 0 2 0,-2 2 0 15,3-1 0-15,-3 1-2 0,2-1 0 0,-2 1 1 16,0-1-1-16,0 1-1 0,1-1 1 0,0 2 0 15,1-1-1-15,-4 1 3 0,2-1-4 16,1 1 3-16,-1 0-1 0,2-2 2 0,-4 2 0 16,4-2 0-16,-2 1 0 0,3 1-3 15,-2-1-1-15,-1-1 1 0,2-2 3 0,-1 4 0 16,0-4-2-16,0 2 2 0,4-3 0 16,-2 0 0-16,-1 2 0 0,2-2-2 0,1 1 4 15,-1 0-2-15,0-1 0 0,1 1 0 0,-3 1-2 16,4-2 1-16,-5 1-6 0,3 2 3 0,-1-1 2 15,-1 0-1-15,0 1 0 0,1 0 1 0,-1 0 2 16,1 0 0-16,-1 0 2 0,0-2-2 0,1 4 0 16,-2-4-2-16,1 3 0 0,2 0-3 15,-2-2 0-15,-1 1-2 0,2 0 2 0,-1 2-1 16,0-3 0-16,0 0 2 0,0 0 1 0,1 1 3 16,0 1 0-16,-1 0 5 0,1-3 2 0,1 2 1 15,-3 0 3-15,4-1-4 0,-2 2 3 0,2-2 0 16,-1 0-1-16,-1 0-2 0,3 0 1 15,-2 0 1-15,1-2-2 0,-2 2-2 0,3-1-2 16,0 1 4-16,-1 0-5 0,-2-1 1 0,1 0 2 16,2 2-1-16,-3-3-1 0,0 3-1 15,2-1 3-15,-2 0-25 0,1 0-11 0,-1 0-9 16,1 0 1-16,0 0-8 0,0 0-4 0,1 0 23 16,-2-1 10-16,3 1 7 0,-2 0 2 0,1-2 6 15,0 1-1-15,1-1 1 0,-3 1-1 16,2 1 4-16,0-2-2 0,1 0 1 0,-2 3-1 15,1-2 2-15,-2 0 0 0,3 1-2 0,0 0 2 16,0-2 0-16,2 3 0 0,-1-3 0 0,1 0 0 16,1 1-4-16,-1 0 3 0,1-1 1 0,2-1-6 15,-1 2 4-15,0-2 2 0,0 2 0 16,0-2-1-16,1 0-1 0,-1 1 5 0,1-2-1 16,-1 3-2-16,1 0 0 0,-1-1-2 0,-3 0 2 15,2 1 0-15,-3 1-3 0,2 0 1 0,-1 0-1 16,-2 2 1-16,0-2 2 0,-1 1 0 0,0 1 0 15,-1-1-2-15,1-1 4 0,-3 2 0 16,4 0 1-16,-3-1 1 0,1-1-3 0,1 0 8 16,-3 1 20-16,2 0 15 0,1-3 11 0,-1 2 11 15,-1 0 6-15,0 1 3 0,2-3-19 0,-2 4-15 16,2-2-2-16,-3-1 5 0,1 0 7 16,3 2 5-16,-2-3 4 0,-1 2 20 0,1-1 4 15,-1 1-9-15,2 0-10 0,-1 0-8 0,2 0-8 16,-4 0-20-16,3 0-16 0,-1 0-5 15,2 0-4-15,-2 0 0 0,1-1-2 0,-2 0-2 16,2 1 0-16,-2-1 0 0,0 2 0 0,-1-3 0 16,0 4 0-16,1-2-2 0,-2 0 2 0,3 2 0 15,-3-3 0-15,0 3 0 0,2 0 2 0,0-3-1 16,0 3 1-16,-1-2-2 0,2 0 3 16,1 2-1-16,1-2 0 0,0-2-1 0,-1 2-18 15,3 0-9-15,-2 0-9 0,2 1-5 0,0 0-5 16,-2-1 0-16,4 0 19 0,-3-1 8 0,0 1 7 15,0 1 5-15,-2-1 4 0,1 0-1 16,-2 3 2-16,1-2 2 0,-2-1 1 0,1 1-2 16,-2 1 0-16,1 1 1 0,-2 0 1 0,-1-1-2 15,1 1 0-15,-1-2 0 0,0 2-3 0,1 0 3 16,-2-2-5-16,-1 2 5 0,5-1 2 0,-2 1 1 16,0-1 18-16,0-1 13 0,1 0 6 15,0 1 4-15,1 0 0 0,-2-3 0 0,3 3-12 16,1-2-14-16,-2 0-7 0,-1 2-4 0,1-2-1 15,-2 0-1-15,3 1 15 0,-2 1 15 0,0-1 13 16,0-1 7-16,-1 2 18 0,-2-1 12 0,3 1 14 16,-3 1-16-16,1-1 4 0,-1 1-16 15,1 0-22-15,0-2 0 0,-1 2-18 0,2 0 17 16,-1-2-11-16,1 1 10 0,0 0 7 0,0-1-14 16,0 0-8-16,1 0-13 0,-1-2-7 0,0 3-4 15,0-1-3-15,2 1-2 0,-2-2-1 16,-2 3-4-16,3 0 0 0,-3-2 2 0,2 2 1 15,1 0-1-15,-3 0 0 0,3-3-1 0,-1 1 0 16,3 2-1-16,-2-1-1 0,1-2 3 16,0 1 3-16,2 0 1 0,-3 0 1 0,2-1-2 15,1 2-1-15,-2-3-1 0,-1 3-2 0,0-2 0 16,0 2-2-16,-2-1 3 0,2 2-1 0,-2-1-1 16,-1 1-1-16,1 0 1 0,0 0 2 15,-1 0-3-15,1-2 3 0,0 2 0 0,1 0 1 16,-3-1 1-16,1 1 0 0,3 0-2 0,-3-2 5 15,1 2-2-15,-2-1 2 0,1 1-2 0,1 0-4 16,0-2-4-16,-2 1-38 0,2-1-96 0,-2-1-138 16,2-2-214-16,0 0-276 0,-1 0-250 0,1-1-121 15,-1 2 201-15,3-1 395 0</inkml:trace>
  <inkml:trace contextRef="#ctx0" brushRef="#br1" timeOffset="61863.06">28877 2224 96 0,'-6'4'309'0,"-1"0"140"0,1 0 109 16,-1 2-157-16,1 0-169 0,0 2-106 0,3-2-58 15,-2 1-1-15,2-1-30 0,3 1-18 16,-2 0-5-16,4-1-5 0,-2 1-5 0,1-1-35 15,3 0-13-15,-1-1-3 0,-2 1-39 0,3-2-85 16,-2 0-125-16,2 0-99 0,-1-3-30 0,2-1 28 16,-1 0 103-16,1 0 130 0</inkml:trace>
  <inkml:trace contextRef="#ctx0" brushRef="#br1" timeOffset="62205.17">28875 2335 20 0,'5'0'118'0,"0"-3"102"0,-2 2 115 0,2-3 84 16,-1 0 0-16,0 0-58 0,0-1-90 16,-1 1-45-16,0-1-25 0,-1 1 29 0,0-1 26 15,-2 1 16-15,0-2 29 0,0 2 17 0,-2 0 12 16,0 0-41-16,1 1-44 0,-2 1-40 15,-2 2-38-15,2 0-38 0,-2 2-30 0,-1 2-33 16,-1 0-16-16,-1 5-12 0,-1-1-11 0,0 3-6 16,1-1-10-16,0 0-4 0,2 2-4 0,-1-1 3 15,2 0 1-15,4-1-2 0,-1-1 1 0,2 0-1 16,2-2-2-16,-1-1 0 0,4 0-3 16,2-2-3-16,-1-3-12 0,3-1-14 0,1-1-18 15,1-4-14-15,1-1-10 0,0 0-3 0,-3-3 9 16,4 0 18-16,-5 1 17 0,-2-2 17 0,2 0 29 15,-5 0 33-15,0 2 23 0,-1-3 14 16,-2 2 21-16,-2 2 44 0,0-1 29 0,-1 4 14 16,-3-2-1-16,2 2-8 0,-5-1-21 0,3 3-37 15,-5 1-43-15,2 1-34 0,-3 1-26 16,2 3-15-16,-3 5-8 0,-2-2-21 0,0 2-56 16,-1 1-62-16,-1 1-127 0,-2 1-271 0,4 0-298 15,0-2-317-15,0 2-231 0,6-1-24 0,-2-1 530 16</inkml:trace>
  <inkml:trace contextRef="#ctx0" brushRef="#br1" timeOffset="65657.97">25653 3811 308 0,'1'-1'743'16,"-2"1"320"-16,-1-3 73 0,1 1-243 0,-3 1-318 15,3 0-191-15,-1-1-123 0,1 0-45 16,-1 2 5-16,-1-1 17 0,3 1 1 0,0 0-16 15,-1 0-21-15,1 0-35 0,0 0-52 16,0 1-50-16,0-1-32 0,0 4-17 0,-2-2-7 16,1 3-4-16,1 1-1 0,1-1-4 0,1 2 0 15,-2-3-1-15,1 1-1 0,4-1-2 16,-2-3 1-16,0 1 1 0,0-2 4 0,4-2 0 16,-2 0 3-16,-1-4 1 0,1 0-1 0,-1-2 3 15,0-1 6-15,0 1 10 0,-2 0 9 16,-2-1 9-16,0 1 5 0,-2 1 3 0,-2 2-8 15,0 1-7-15,-2 1-10 0,-1 1-8 16,-2 2-7-16,1 3-5 0,-1 3-3 0,0 1-3 16,-3 4-1-16,2 1 1 0,-2 2-1 0,4-1 2 15,0 2 1-15,1-2 0 0,2-3 1 16,2 0-1-16,0-1 0 0,3-1 0 0,0-4-1 16,0 0-1-16,0 0-2 0,1-1 1 15,2-3 1-15,1-3 0 0,-1-1 0 0,2 0 1 16,1-2 0-16,-2-1 2 0,0-1 0 0,-1 0 1 15,-2-1 0-15,-1 1 1 0,0 2 0 16,-1-2-1-16,-2 1 0 0,-1 0-3 0,-2 2-1 16,-3 2-5-16,-1 0-18 0,-3 0-49 0,-1 2-66 15,-2 1-80-15,-2 0-156 0,-1 0-288 16,3-2-314-16,-1 0-280 0,4-1-205 0,0-3 101 16,4-2 602-16</inkml:trace>
  <inkml:trace contextRef="#ctx0" brushRef="#br1" timeOffset="65974.12">25514 3492 182 0,'-10'3'795'0,"-3"1"426"15,0 1 38-15,-4 1-173 0,2 0-448 16,0-1-311-16,1 5-145 0,2-2-67 15,0 4-24-15,2-4-15 0,3 1-7 0,1-1-8 16,2 0-16-16,1-3-15 0,2 1-15 0,1-3-3 16,1 1-5-16,2-2 1 0,2-2 1 15,0 0 0-15,2-3 2 0,-3 0 0 0,4-3 0 16,-2 0-5-16,-1-1 0 0,0-1 4 0,-2 1-2 16,0 0 0-16,-3 1 1 0,0-1 1 15,-3 1 0-15,2 3-5 0,-6 0-5 16,1 2-24-16,-1 1-25 0,-3 1-36 0,-2 2-101 0,-2 1-162 15,2 3-283-15,-6-1-266 0,4 1-253 16,-3 1-159-16,1-2 256 0,-3 0 518 0</inkml:trace>
  <inkml:trace contextRef="#ctx0" brushRef="#br1" timeOffset="66193">24725 3885 114 0,'-13'7'589'15,"4"-1"351"-15,-1-1 130 0,-1-2-72 0,5-2-427 16,-1 1-282-16,1-2-145 0,1 0-79 16,2-2-70-16,-1-1-69 0,0-1-80 0,3-1-101 15,-1-2-144-15,1 1-278 0,1-2-177 0,-2 2-46 16,0-1 134-16,-1 3 264 0</inkml:trace>
  <inkml:trace contextRef="#ctx0" brushRef="#br1" timeOffset="66378.25">24581 4053 126 0,'8'13'315'0,"1"-1"128"16,-1-1 94-16,0-2-194 0,1 0-154 0,-1-2-85 15,4 0-41-15,-4-2-20 0,2 0-12 0,2-2-27 16,-3-2-37-16,0-1-83 0,1 0-188 0,-3-1-137 16,2 1-37-16,-5-2 59 0,0 2 116 15</inkml:trace>
  <inkml:trace contextRef="#ctx0" brushRef="#br1" timeOffset="66549.47">24945 4379 143 0,'26'-2'313'0,"1"-4"122"0,-3 1 37 0,2-2-149 15,-1-1-135-15,-2-1-80 0,1-1-68 0,-5-1-32 16,2 1-26-16,-3 0-2 0,-5-1-58 16,-2 0-181-16,0 0-124 0,-4 3-40 0,-4-3 31 15,-2 2 77-15</inkml:trace>
  <inkml:trace contextRef="#ctx0" brushRef="#br1" timeOffset="66721.92">25223 4077 294 0,'5'-6'545'0,"-1"1"199"16,0 2 62-16,-3 0-282 0,4 0-212 0,-4 2-140 16,1-1-88-16,-1 2-45 0,-1 0-20 0,4 0-13 15,-3 0-6-15,2 2 2 0,-1-2 5 16,1 1 15-16,-1 1-83 0,3-1-157 0,-4 1-270 15,-1 1-176-15,0-1-90 0,-1 2 24 16,-4 2 241-16</inkml:trace>
  <inkml:trace contextRef="#ctx0" brushRef="#br1" timeOffset="83288.28">21324 3985 97 0,'-5'11'192'0,"2"0"37"15,0-1-38-15,1-1-81 0,2 0-58 0,2-3-51 16,1-1-49-16,0 0-61 0,2-2-59 0,-1-1-33 16,1-2 16-16,0 0 42 0</inkml:trace>
  <inkml:trace contextRef="#ctx0" brushRef="#br1" timeOffset="95411.08">25289 3544 305 0,'8'13'1162'15,"-3"1"442"-15,-8 0-166 0,1-3-308 0,-2 2-480 16,2-3-293-16,0-1-186 0,2-1-88 16,2-2-48-16,1-3-37 0,5-2-40 0,0-2-46 15,5-5-43-15,2-1-43 0,1-4-89 16,5-3-146-16,1-1-269 0,-2-1-240 0,2-3-238 16,0 1-165-16,-1-1 219 0,1-2 534 0</inkml:trace>
  <inkml:trace contextRef="#ctx0" brushRef="#br1" timeOffset="106018.46">21150 2667 49 0,'-2'0'194'0,"2"-2"62"15,0 2 15-15,-1-1-34 0,1 1-53 16,0 0-35-16,0-1-20 0,0 1-7 0,0-2-9 16,0 2-11-16,1 0-12 0,-1-2-11 0,0 2-5 15,2-2-1-15,-2 2 3 0,1-3 8 0,-1 2 8 16,0 0 3-16,2-1 5 0,0-2 14 15,-2 4 10-15,0 0 23 0,0-2 22 0,0 2 21 16,0 0 20-16,0 0 15 0,0 0 1 0,0 0-16 16,0 0-21-16,1 0-33 0,-1 0-34 0,0 0-35 15,0 0-31-15,0 0-22 0,2 0-17 16,-1 2-10-16,-1-2-7 0,0 0 0 0,2 0-3 16,0 4 37-16,1-1 26 0,0 1 24 0,0-2 32 15,3 3 20-15,-1-2 3 0,1 3-30 0,-1-2-20 16,3 2-12-16,1 2-19 0,1-1-11 15,1 1 7-15,2-1 15 0,0 1 16 0,0 3 1 16,2-4 14-16,0 0 20 0,2 2-3 0,0-1-13 16,-1 0-17-16,1 0-8 0,-1-2-22 15,3 3-25-15,0-4-12 0,-3 3-7 0,1-2-4 16,-1 0-2-16,-1-2-3 0,2 2-1 0,-3-2-3 16,-2 1-1-16,0-1 1 0,0 0-2 0,-2 2 0 15,-1-1-1-15,-1 1 5 0,-2 0 0 0,1-2 0 16,-2 1 1-16,-2-1 0 0,1 2 1 0,-2-2-3 15,-2 0 2-15,-2 1 0 0,-1-2-15 0,0 1-45 16,-2-1-47-16,2-1-39 0,-2-1-62 16,-1-1-106-16,-2-1-141 0,0-1-171 0,3-1-239 15,-1-1-236-15,1 1-112 0,-1-3 196 0,1 0 425 16</inkml:trace>
  <inkml:trace contextRef="#ctx0" brushRef="#br1" timeOffset="106909.4">21495 2442 101 0,'-4'0'277'0,"1"0"126"16,1 0 38-16,-1 0-82 0,-1 2-101 0,-1 0-105 16,4 0-51-16,-3-1-33 0,1 1-18 0,2-1-8 15,-3 1-8-15,3-2 14 0,1 1 7 16,-2-1 4-16,0 2 6 0,2-2 8 0,-1 0 16 15,1 1 24-15,-2-1 52 0,2 2 42 0,0-2 36 16,-1 0 24-16,1 1 19 0,0-1 5 0,-5 2-21 16,5-2-19-16,-1 0-28 0,-1 0-28 15,1 0-29-15,1-2-27 0,-2 1-21 0,0-1-11 16,2 2 13-16,0 0 21 0,-1 0 30 0,1 0 16 16,-2 0 4-16,2 0-13 0,0 0-27 0,-2 0-33 15,2 0-29-15,0 0-23 0,0 0-19 16,0 0-8-16,0 0-5 0,0 0-5 0,0 0-6 15,0 0-4-15,0 2-3 0,0-2-4 0,0 0-5 16,0 1-1-16,0-1-3 0,0 2-9 0,2-2 1 16,-2 1-6-16,3 2-3 0,-1 0-1 0,1 0-2 15,0 1 16-15,5 2 0 0,-3 2 11 16,1 0 8-16,2 0 6 0,3-1 1 0,-1 2-4 16,-1 0-1-16,4 1-2 0,-1-1-1 0,1 0-2 15,1 2 3-15,-1-3-1 0,3 2-1 0,-2-3-1 16,2 2 1-16,-2 0-2 0,2-2-3 0,-2 3-1 15,2-3-1-15,-2 1-1 0,0-1-2 0,-1 1-1 16,-1 0-5-16,1-3-4 0,-3 3-2 16,2-2-1-16,-4 1-1 0,0-2-1 0,0 1 6 15,-2 0 2-15,1-2 1 0,-3 1 1 0,1 0-1 16,-1 1 1-16,-3-4-1 0,2 2 1 0,-1-2 0 16,1 0 0-16,-3 0 6 0,1-1 5 15,-1 0 6-15,0-1 2 0,2 2 3 0,-2-2 0 16,0 0-4-16,0 0-5 0,0 0-4 0,0-2-3 15,-2 2-2-15,2-1-2 0,0 0 0 0,-1-1-2 16,-2-1-2-16,1 2-1 0,1-3-1 16,-1 2-1-16,1-2-6 0,-1 3-10 0,0-2-20 15,2 0-47-15,0 1-76 0,-3-1-126 0,3 1-225 16,3 1-301-16,2-2-359 0,3 3-328 0,1-3-116 16,6 2 467-16,4 1 710 0</inkml:trace>
  <inkml:trace contextRef="#ctx0" brushRef="#br1" timeOffset="108033.09">28692 2352 211 0,'-5'5'473'0,"4"-1"219"16,-3 0 144-16,1 1-194 0,0-1-131 0,1 1-63 15,-1 1-43-15,-2-2-32 0,4 2-40 0,-6-1-46 16,1 1-62-16,0 0-51 0,0 1-29 0,1-1-10 16,-2 3 13-16,1 2 9 0,-2 1 8 15,2 0 3-15,-1 1-15 0,-2 1-22 0,1 1-33 16,0 1-24-16,-1-1-24 0,0 0-21 0,-1 2-8 16,2-2-11-16,-1 0-4 0,1 0-4 0,0-2-3 15,3-1-1-15,-3 1-2 0,3-5 1 16,2 1 1-16,0-3 2 0,0 0 0 0,1 0-4 15,1-3 1-15,1 2-12 0,0-4-31 0,0 0-47 16,1 1-42-16,2-2-42 0,1-2-81 0,0-4-127 16,1 1-139-16,4-3-230 0,-1-1-236 15,4 0-218-15,0 1-1 0,1 0 368 0,2-2 426 16</inkml:trace>
  <inkml:trace contextRef="#ctx0" brushRef="#br1" timeOffset="108300.92">29063 2429 239 0,'7'5'519'0,"-6"0"237"0,1 0 174 0,-5 2-185 16,1 0-144-16,-1 2-97 0,-4-1-80 0,1 0-58 16,-2 3-64-16,-1-1-47 0,-4 3-34 0,2 2-18 15,-3 1-11-15,-3 2-23 0,-2 2-22 0,-1-1-33 16,-2 2-33-16,-1 2-27 0,-2-1-19 15,1 2-9-15,-3 0-5 0,0-1-2 0,2 1-3 16,1-2-14-16,3 1-4 0,1-2-2 0,3-3-4 16,1 1-4-16,0-2-19 0,3-1-41 0,2-1-43 15,0-3-41-15,5 0-66 0,-2-2-110 16,1-4-136-16,1 1-203 0,2-4-243 0,2 0-224 16,2-2-73-16,0-1 259 0,0 0 427 0</inkml:trace>
  <inkml:trace contextRef="#ctx0" brushRef="#br1" timeOffset="110333.97">28643 2535 68 0,'-5'4'310'0,"2"-1"174"16,-2 1 143-16,2 0-82 0,-2-2-122 0,2 3-45 15,-2-2-6-15,4 1 15 0,-4 1 16 0,0 0-3 16,-1-2-36-16,-3 2-63 0,0-1-63 0,-2 0-56 15,-3 1-48-15,1 1-44 0,-4 1-24 0,0 1-19 16,-4-1-9-16,-1 2 3 0,1 0 9 16,-2 0 17-16,-1 2 28 0,1-2 18 0,-4 0 10 15,3 0-1-15,-2 1-12 0,3-1-16 0,-2 0-28 16,1 1-23-16,1 0-14 0,0 0-14 0,-1 1-5 16,1-1-2-16,-1 2 14 0,0-2 4 0,-1 3 1 15,0-1 5-15,-1 1-2 0,1-1-1 16,-4 3-13-16,1 0-7 0,-1-2-4 0,-1 3-5 15,0-1-2-15,0-1-1 0,-1 3 4 0,-1-4-1 16,0 4-1-16,2-2 1 0,-1 2 1 16,-3 0 0-16,3 0 2 0,-4 0 0 0,1 1 1 15,0-2 0-15,3 0 2 0,1 1 1 16,-2-2-3-16,4 0 0 0,-2 0 2 0,2-2-1 16,1 0-1-16,1-1-3 0,-3 0 4 0,2 0-2 15,1-2 4-15,-3 2 4 0,2-1 4 0,-1 1 0 16,2-2 0-16,-1 0-1 0,2 3-3 15,0-1-4-15,1-1-3 0,0 1-4 0,1-2 0 16,1 0 0-16,-2 2-1 0,3-1-1 0,-1-2 2 16,0 2 0-16,3-1-1 0,-1 0 1 15,-1-1 1-15,4 0 1 0,-4 0-1 0,1 0 2 16,0-1 2-16,-2 3 0 0,4-4 0 0,-3 2-3 16,0 0 2-16,-1 1 1 0,2-1-2 15,-2 0 0-15,1 2-3 0,0 0 2 0,1-1-3 16,0 0 1-16,2 1 0 0,1-3 0 15,1 2 2-15,-2-2-2 0,2 1 2 0,1 0-2 16,0 1 0-16,-2-1-1 0,-2 0 0 0,3 2-2 16,-4 2-1-16,-1-1 0 0,-1 3 0 15,-2 0 0-15,-1 1 0 0,3 1 2 0,-4 1 1 16,1 0 0-16,-2 0 1 0,2 1 1 16,0 0 1-16,1 0-2 0,-3 2 0 0,0 0 1 15,1 1 1-15,-1 1 4 0,-3 1 0 0,1 2 5 16,-1-1 1-16,-1 2 0 0,1 2 0 15,-2-3-1-15,0 1-3 0,2 0 0 0,0-2-1 16,0 1-2-16,2 0-3 0,-1-3-1 16,1 1-1-16,1 1-3 0,0-4-1 0,2 0 3 15,1-3 0-15,2-2-2 0,3 0 3 0,2-5-2 16,0 0 0-16,4-4 0 0,0 1 1 0,0-3-3 16,5-3-11-16,0 2-24 0,0-4-55 15,2 0-57-15,1-4-65 0,2-1-118 0,2-2-168 16,2-3-289-16,2-1-231 0,5-2-216 15,2-2-95-15,-1-4 326 0,7 0 510 0</inkml:trace>
  <inkml:trace contextRef="#ctx0" brushRef="#br1" timeOffset="111397.83">28464 2860 142 0,'-6'6'455'0,"-4"-1"288"0,-1 3 207 0,-1 1-121 15,-1-1-190-15,-6 1-137 0,-1 0-102 0,-1 3-87 16,-5 1-69-16,0 1-57 0,-4 0-45 0,0 2-35 16,-4-1-14-16,3 1-2 0,-3 2 1 0,3-4 12 15,-2 4 15-15,-2-1 9 0,0-2-1 16,1 3 0-16,-1-2-1 0,0 2-9 0,0-2-17 16,0 2-12-16,-1-1-13 0,0 1-15 15,-1 0-14-15,2 0-12 0,1 0-6 0,-3 0-7 16,1 2 0-16,-2-2-4 0,2 1 0 15,-1 1 1-15,-1-1-1 0,0 3-1 0,-3-2 0 0,2-1 1 16,0 4-4-16,-1 0-4 0,-2-2-3 16,4 1-2-16,-2 0-2 0,-2 0-2 0,4-1 1 15,-1 0 4-15,-2 3 2 0,3-5 3 16,-2 2 0-16,1 1 3 0,3-2 2 0,-3-2 0 16,5 0 1-16,0 1 0 0,1-3 0 15,1-1-3-15,1 0-2 0,1-1-2 0,0 1-1 16,0-2-3-16,1-1 0 0,2-1 0 0,1 2 0 15,-3-3-2-15,4 1-1 0,-1 0 1 16,-1-1-1-16,1 2-1 0,-3-2 0 0,1 1-2 16,-1 0 1-16,3 0 0 0,-3 1-1 0,1 1 0 15,-1 0 0-15,4 0 0 0,-5 0 0 16,1 4-1-16,2-2 3 0,1 3 3 0,-1-1 2 16,2 0 1-16,1 2 1 0,1-1 0 0,0 0 1 15,1 2-3-15,3-1-1 0,-2-1-1 16,4 0 0-16,-1-1-1 0,1 2-1 0,3-1-1 15,-2-2 0-15,2-1 0 0,-2 1 1 16,2-2-1-16,0 1 0 0,-1-1 1 0,0-1-1 16,0 1 0-16,0-1-1 0,-1 1 0 0,-2 0 0 15,1 0 1-15,0 0-1 0,-3-1 2 0,1 1 0 16,-2-2 0-16,1 1 0 0,-2-2 0 16,0 1-1-16,3-1 0 0,-3-1 0 0,2-1 0 15,-1 0-1-15,0-2 0 0,1 1 1 16,2-1-1-16,3-1 0 0,2-2-1 0,0 1-1 15,2-1 1-15,3-2-1 0,1 2-2 0,2-2-2 16,2-2-1-16,3 0-8 0,0 0-15 0,4 0-30 16,2-2-68-16,4-2-68 0,1-2-124 15,5-1-193-15,1-2-308 0,4-4-312 16,2 2-224-16,3-4-112 0,-2-1 383 0,3-3 598 16</inkml:trace>
  <inkml:trace contextRef="#ctx0" brushRef="#br1" timeOffset="113471.24">26665 3646 356 0,'-14'8'665'0,"-1"-1"251"0,-3 0 97 16,1 1-277-16,-3 1-195 0,-2-2-126 0,1 3-81 15,-2 1-27-15,-3-1 21 0,-2 2 0 0,-2 3-34 16,-3-1-33-16,-5 4-27 0,-4 4-44 16,-5 2-64-16,-5 5-49 0,-2 2-29 0,-6 2-11 15,-3 7-7-15,-7 2-4 0,2 5 1 0,-1-1-1 16,-3 0 1-16,3 3-9 0,3-1-7 16,2-3-4-16,4-1-5 0,5-5-3 0,6-1-2 15,5-5 3-15,6-1 0 0,4-7 0 16,8-4 2-16,4-3 0 0,4-3-3 0,6-4-2 15,4-5 0-15,3-4 1 0,6-3-1 0,9-6 4 16,4-5 0-16,8-7 0 0,8-3 2 0,6-6-2 16,7-3 1-16,8-6-3 0,4-3-1 15,8-5-3-15,7-3 2 0,5-3 1 0,5-2-2 16,5-1 3-16,4 0 1 0,1 1 2 16,0 0-2-16,0 0-1 0,-6 5-1 0,-3 3 3 15,-9 4-1-15,-5 4 1 0,-7 4 2 0,-6 3 0 16,-10 5 1-16,-5 4-3 0,-5 4-1 0,-8 2 1 15,-6 5 0-15,-5 2-2 0,-7 5 1 16,-6 3 0-16,-5 5 1 0,-10 4-1 0,-4 3-1 16,-5 2 2-16,-8 6 0 0,-5 1 1 15,-5 5-1-15,-6 0 2 0,-3 2 1 0,-4 3-1 16,-4 2 1-16,-5 3 3 0,-1 2 5 0,-4 1 0 16,2 2-1-16,4-2 1 0,-3 4 0 15,8-5-4-15,-1-1-2 0,6-1-1 0,4-4 0 16,4-4-3-16,5-5 1 0,7 1 0 0,2-7-1 15,8-2-2-15,4-4 0 0,7-4 0 16,6-3 0-16,5-8-3 0,7-3 0 0,8-8-1 16,10-6-1-16,8-7 1 0,7-6-1 0,8-3 2 15,8-7 1-15,10-2 1 0,5-4 1 16,6-3 0-16,4-2-1 0,2-1 1 0,0 0 0 16,-1-2 2-16,3 2 0 0,-4-2 0 0,4-1 1 15,-3 0-1-15,1-2-2 0,-2 0-4 16,4 0 1-16,-4 3-1 0,-4 1-2 0,-1 1 5 15,-6 6 2-15,-3 3 3 0,-5 3-1 0,-3 5-4 16,-6 3-4-16,-4 5-3 0,-5 3-3 0,-5 4-2 16,-4 4 1-16,-6 3 5 0,-6 3 5 15,-2 3 0-15,-7 3 2 0,-3 2 2 0,-4 3-1 16,-5 3 0-16,-6 3 2 0,-5 4 6 0,-8 6 3 16,-3 4-1-16,-10 2 0 0,-2 5-4 0,-7 3 1 15,-6 4-4-15,-4 2-2 0,-6 5 1 0,-4 3 2 16,-5 4 3-16,-6 4-2 0,-5 3-2 15,1 2 0-15,-4 2-6 0,6-2-2 0,1 0 0 16,5-5 1-16,4-1-1 0,7-6 1 0,8-4 2 16,5-7 1-16,10-6-1 0,5-5-1 15,10-6-1-15,10-6 0 0,7-8 2 0,11-5 1 16,6-9 3-16,13-4 2 0,5-9 0 0,9-3 0 16,10-6 1-16,5-4-4 0,5-4-2 15,4-2-4-15,5-1 0 0,1 2-2 0,2-3 0 16,-1 2 3-16,3 0 4 0,-1 0 3 0,1 2 2 15,-5 1-7-15,2 3-3 0,-8 1-3 0,-3 3-2 16,-7 4-3-16,-6 2 6 0,-4 3 9 16,-4 4 3-16,-8 0 2 0,-2 8 1 0,-8 0 1 15,-3 4-6-15,-3 2-3 0,-3 2-1 0,-2 2 0 16,-3 0-1-16,0 3-1 0,-3 2 0 0,0 0 1 16,-1 1-1-16,-1 3 1 0,-4 0 1 15,0 0 0-15,-3 2 2 0,-1 2 0 0,-3 1 1 16,-4 3-1-16,-2-2 1 0,-3 4-2 0,-8 2 0 15,0 1-1-15,-5 1 0 0,-6 3-2 0,-3 2 1 16,-6 0-1-16,2 4-1 0,-3-4 0 0,2 1 1 16,3-3 0-16,7-1-1 0,7-6 0 15,7-2-1-15,7-3 2 0,6-5 1 0,10-4-1 16,6-2 3-16,5-6 1 0,9-4 0 0,5-3 2 16,6-6-2-16,5-1 0 0,6-4-1 0,-2-1-3 15,5-1 1-15,4 0 1 0,-1-2 2 0,3 1-6 16,1-3-2-16,0 1 1 0,1-1-3 15,0 2-2-15,-3 1-1 0,-4-1 4 0,-2 5 9 16,-7 0 6-16,-3 0 2 0,-3 6 0 0,-6 1-1 16,-4 2 1-16,-7 4-5 0,-2 1-2 0,-6 2-1 15,-4 3 1-15,-9 3 0 0,-6 3 0 16,-5 3-5-16,-10 5-3 0,-7 2-4 0,-10 6-1 16,-8 3 5-16,-10 5-1 0,-5 5 6 0,-7 6 4 15,-10 5 3-15,1 4 2 0,-5 4-6 0,-2 2-3 16,4 2 4-16,3 1-1 0,8-6-1 0,9 0 0 15,8-4 0-15,9-8 2 0,11-4-3 16,8-6-1-16,12-4-1 0,6-9-2 0,12-5 1 16,10-10-2-16,10-6 0 0,13-9 0 0,8-7-1 15,6-8-3-15,5-2-4 0,3-4-14 16,4-1-17-16,-8 0-20 0,-2 2-18 0,-4 0-9 16,-7 6-2-16,-6 1 11 0,-8 4 19 0,-4 4 21 15,-8 4 22-15,-8 1 12 0,-7 5 2 0,-8 5 4 16,-8 4-1-16,-9 5 2 0,-8 4-1 15,-8 4-2-15,-9 4 3 0,-10 4 0 0,-4 7 7 16,-11 2 6-16,-5 7 7 0,-9 7 11 0,-4 2 8 16,-1 4 6-16,-3 7 2 0,-2 1 0 0,-1 3-3 15,2 3-9-15,1-2-7 0,2 4-6 16,8-4-10-16,0 2-8 0,8-6-5 0,2-1-2 16,6-2-1-16,5-5-3 0,3-2 3 0,3-5-17 15,3-5-38-15,7-3-58 0,0-4-49 16,4-1-50-16,-1-5-69 0,-1-1-65 0,1-3-35 15,-4 0 22-15,0 0 21 0,-2-1 30 0,-2 0 82 16,0 3 127-16,0 0 123 0,-2 1 77 16,1 0 48-16,0-1 16 0,1 2-10 0,0-2-34 15,3 3-35-15,-2-5-29 0,4 2-21 16,1-2-13-16,0 0-7 0,2-1-4 0,2 0-4 16,0-2-1-16,4 1-3 0,2-2-1 0,6 0-4 15,1-3-1-15,7 0 1 0,6-3-8 16,2-2-25-16,8-1-51 0,4-3-81 0,5-2-128 15,5-3-257-15,6-1-250 0,2-2-173 0,3-3-6 16,2-3 229-16,-2-2 341 0</inkml:trace>
  <inkml:trace contextRef="#ctx0" brushRef="#br1" timeOffset="113633.98">25490 4229 39 0,'-21'22'511'0,"-4"0"382"0,-5 1 181 16,-1 1-47-16,-4 1-351 0,0 3-337 0,0 0-180 15,0 0-88-15,-1 0-71 0,0 0-66 16,1-3-70-16,-2 1-76 0,4-3-76 0,2-1-108 16,1-5-174-16,1 0-177 0,4-4-57 15,6-6 85-15,3-6 192 0,5-5 224 0</inkml:trace>
  <inkml:trace contextRef="#ctx0" brushRef="#br1" timeOffset="114397.15">25688 3328 417 0,'6'-9'805'0,"-6"-1"246"0,-3 2 1 0,-5-1-279 15,-5 3-294-15,-4-1-164 0,-7 2-87 0,-3 0-41 16,-6 1-22-16,-6 0-29 0,-4 2-10 16,-8 0 28-16,-1 6 25 0,0 0 16 0,-4 4 3 15,1 4-3-15,0 3-20 0,1 4-42 0,5 6-47 16,0 2-33-16,5 6-22 0,3 5-7 16,6 6-12-16,4 2-9 0,10 4-1 0,2 2 4 15,8 2 3-15,3-1-5 0,8-1 0 0,6-1 1 16,5-2 3-16,4-3-1 0,7-3-6 15,1-4-2-15,6-4 1 0,2-5-1 0,4-6-1 16,2-3 2-16,1-8 3 0,1-4-4 0,1-5-37 16,-1-7-62-16,2-5-53 0,-1-3-89 15,-6-7-152-15,1-4-249 0,-5-4-276 0,-1-2-220 16,-4-2-204-16,-3-3 98 0,-4-2 495 16</inkml:trace>
  <inkml:trace contextRef="#ctx0" brushRef="#br1" timeOffset="114703.96">25141 3135 314 0,'9'1'537'0,"1"-2"166"0,-1 1 68 0,8-3-311 15,3 1-189-15,3 1-70 0,6-1-3 0,6 2 36 16,4 0 15-16,4 2 51 0,1 1-1 15,5 0-32-15,1 4-50 0,0-1-37 0,-2 3-18 16,-1 3-45-16,-5 1-37 0,-4 1-11 16,-6 3-5-16,-4 2-17 0,-4 6-10 0,-8 0-9 15,-7 5-6-15,-1 2-6 0,-8 1-5 0,-5 5-6 16,-6 3-5-16,-2 1-1 0,-5 1 1 16,-6 4-1-16,-2 1-3 0,-4 0-3 0,0 0-12 15,-1-1-51-15,-4 0-119 0,0-2-175 16,1-3-290-16,-1-2-270 0,2-5-245 0,-2-3-38 15,1-6 357-15,1-3 458 0</inkml:trace>
  <inkml:trace contextRef="#ctx0" brushRef="#br1" timeOffset="121413.11">24421 3598 61 0,'-3'4'135'15,"0"0"22"-15,0-1 6 0,-1 0-8 0,2-2-22 16,-2 2-34-16,3-2-32 0,-1-1-23 15,1 2-19-15,-1 0-9 0,0-2-9 0,1 0 0 16,-1 0-1-16,2 2-5 0,-1-2-1 0,-1 0-1 16,0 3-1-16,2-3-2 0,-1 1 1 15,-1 0 1-15,0-1 5 0,2 1-1 0,-3 2-2 16,2-3 0-16,-2 0 4 0,1 0-2 16,1 0-6-16,-1 2 2 0,2-2 2 0,-1 0 0 15,-1 0-2-15,0 0 2 0,2 0 2 16,-1-2-2-16,1 2 2 0,-2 0 2 0,2 0-4 15,-1-3 1-15,1 2-1 0,-2 0 2 0,0 0 0 16,2-2-2-16,0 1 2 0,-1 0-2 16,1-1 1-16,0 1-1 0,0 0 0 0,0 0 0 15,0-1 0-15,1 2-1 0,-1-3 1 0,0 3 0 16,2 0 0-16,0-3 1 0,-2 4-1 16,0-1 0-16,1-1 0 0,1 2 2 0,-2-1 0 15,1 1-4-15,-1 0 4 0,2 0 0 16,-2 0-2-16,2 0 0 0,-2 1-2 0,0-1 2 15,1 2 4-15,-1-1 3 0,0-1 4 0,0 2 9 16,0 0 3-16,0-1 5 0,0 0 7 16,0-1 2-16,0 0 10 0,0 2-2 0,0-2 4 15,0 2 1-15,0-2-8 0,0 0-6 16,0 0-5-16,0 0-10 0,0 0-7 0,-1 1-4 16,1-1-3-16,0 0-3 0,-2 0 0 0,2 0 0 15,-2 0 2-15,2 0-2 0,0 0-4 0,-1 0 2 16,1 2 0-16,0-2 0 0,0 0 0 15,0 0 0-15,0 0 3 0,0 0 1 16,0 0-4-16,0 0 0 0,0 0-2 0,0 0 2 16,0 0-6-16,0 0 4 0,0 0 2 0,0 1 0 15,0-1-2-15,0 0-2 0,0 2 4 16,1-2-2-16,-1 1 0 0,0-1 0 0,2 0 0 16,-2 0 0-16,2 1 0 0,-2-1 0 0,0 0 0 15,1 0 0-15,-1 0 0 0,0 0 2 16,2 0-2-16,-2 0-2 0,1 0 0 0,-1 0 2 15,0 0 0-15,0 0 0 0,0 0 0 0,0 0 6 16,0 0-6-16,0 0-4 0,0 0 4 16,0 0-2-16,0 0 0 0,0 0 2 0,0 0 0 15,0 0 6-15,0 0-4 0,0 0 0 16,0 0-2-16,0 0 0 0,0 0 0 0,0 0-2 16,0 0-4-16,0 0 2 0,0 0 2 0,0 0-2 15,0 0-1-15,0 0 3 0,2 0-4 16,-2 0 0-16,0 0-8 0,0 0-3 0,0 0-4 15,0 0-7-15,0 0 0 0,0 0 1 16,0 0 2-16,0 0 0 0,0 0-4 0,0 0-3 16,0 0-6-16,0 0-13 0,0 0-21 0,0-1-13 15,0 1-20-15,3 0-22 0,-3-1-22 16,0 1-15-16,0 0-2 0,0 0-2 0,0 0 23 16</inkml:trace>
  <inkml:trace contextRef="#ctx0" brushRef="#br1" timeOffset="121875.8">24331 3607 80 0,'-2'0'199'16,"1"0"38"-16,-2 0-7 0,1 0-47 0,-1 0-64 16,1 0-47-16,-1 0-34 0,0 0-16 15,0 0-9-15,2 0-6 0,-3 0 0 0,3 0-3 16,1 0 5-16,-2 0-1 0,0 0 1 15,2 0 0-15,0 0-1 0,-1 0-1 0,1 0-1 16,0 0-1-16,1 0-3 0,-1 0-2 0,2 0 0 16,0 0 0-16,-2 0 0 0,1-1 0 0,3 1 4 15,-3 0-4-15,1-2 0 0,-1 2 2 16,4-2 0-16,-4 2 0 0,-1 0-1 16,2 0 3-16,-1-1 6 0,1 1-3 0,0 0 2 15,-2 0 5-15,1 0 6 0,1 0 3 0,-1 0-2 16,-1-1 4-16,0 1-2 0,2 0-2 0,0 0 0 15,-2 0-4-15,0 0-3 0,1 0 3 16,-1-2 0-16,2 2-3 0,0-2-3 16,-1 2-3-16,-1 0 0 0,2-1-2 0,-1 1-4 15,-1 0 2-15,2-2-4 0,1 2 3 0,-2-1 1 16,-1 1-4-16,3 0 4 0,-1 0-2 0,0 0 0 16,-1-1-2-16,3 1 0 0,-1 0-4 15,-2-2 0-15,3 2 4 0,-1 0-2 0,0 0 0 16,1 0 1-16,-1 0 1 0,2 0-4 15,-1 0 2-15,0 0-2 0,0 0-10 0,-1 0-11 16,2 0-15-16,-1 0-39 0,1 0-52 0,-2 0-66 16,0 0-71-16,-1 2-33 0,1-2 33 15,-1 1 69-15</inkml:trace>
  <inkml:trace contextRef="#ctx0" brushRef="#br1" timeOffset="141661.39">28331 5209 209 0,'3'2'407'16,"-3"1"173"-16,2 0 37 0,-2-2-163 15,0 1-130-15,0 0-86 0,0-2-44 0,0 0-17 16,0-2-1-16,0 0 15 0,2-1 10 16,-2-1 0-16,1-1 2 0,1-3-1 0,0 1-4 15,1-2-19-15,-2-1-19 0,4-2-17 0,-2 1-20 16,0-2-22-16,0-1-23 0,0 1-13 0,2-4-15 15,0 3-14-15,0-5-11 0,2-2-10 16,-2 0-6-16,3-3-5 0,0-2 0 0,1 1-4 16,0-3 5-16,-1-1 2 0,2 1 4 15,0-1 3-15,-2-1-2 0,2 2 2 0,-1-1 0 16,0 1-1-16,-1-1 2 0,2 1 6 0,-4 1 10 16,0 1 16-16,1 1 16 0,-2 1 27 0,1-1 23 15,-3 3 14-15,-2 0 1 0,3-2-1 16,-3-1-18-16,2 3-22 0,-1-3-23 0,0-1-21 15,-1 1-4-15,1-2 0 0,1-2 3 16,-1 1 8-16,2-3 5 0,-1 1 3 0,0 1-6 16,1-3-8-16,-3 3-5 0,2-3-8 0,-1 0-5 15,1 2-3-15,-1 0-4 0,0 0-1 16,-1 2-3-16,1-1-3 0,-2 1-1 0,0-1-1 16,0 1-3-16,0 0 0 0,0 0-1 15,0 0-2-15,-2-1 0 0,1-1-3 0,1 2 3 16,-4-2-1-16,3 0 0 0,-3 0 4 0,1 0 2 15,-2 0 1-15,-1 0 0 0,-1 1 2 16,0-2-1-16,-1 2-1 0,0 1-1 0,-1 1 0 16,-1-1-1-16,2 1 0 0,-3 1-1 15,2-1 0-15,-1 1-3 0,-1 0 1 0,2 3-1 16,-3-2-1-16,2 2-1 0,-1-1 0 0,-1 1 2 16,2-1-2-16,-3 2 0 0,0-1 1 0,0 2 1 15,4-4 0-15,-5 2 0 0,3 0 1 0,-3 0 1 16,2 0-1-16,0 0 1 0,-1 1 0 15,0 0 0-15,-1 0-2 0,2-3 0 0,-1 3 1 16,-3 0-2-16,2-3 0 0,0 2-6 0,-2 1 7 16,0 1 1-16,2 0 3 0,-2 0 0 0,2 0 1 15,-4 2 5-15,4-1-5 0,-3 2-4 16,1 0-1-16,-3 2-1 0,0-2-2 0,1 1 0 16,-4 2 0-16,2-2 1 0,-1 4-2 0,-1-4 1 15,-1 3 1-15,2-1 0 0,-3 1 1 0,0-1 0 16,1 0-2-16,-1 0 2 0,2 0-2 15,-3 0 1-15,1 0-2 0,-1-2 0 0,1 3 1 16,-2-3 1-16,0 3 0 0,-3-4-4 0,-1 4-3 16,0-3-1-16,-1 1-2 0,-3 1-1 0,1-2-2 15,0 2 7-15,-5-2 2 0,3 3 2 0,1-1 2 16,-1-1 2-16,0 2 1 0,0 0 0 0,2 1 2 16,-2-2 0-16,2 1-1 0,-3-1 0 0,3 0-3 15,-1 1-1-15,-1-2 5 0,2 1 2 16,-2 0 1-16,2 0 0 0,0 1 2 0,-4-2-5 15,1 0-9-15,3 0-3 0,-2 2-2 0,0-1-3 16,-1 0 0-16,0 1 6 0,-4-1 1 0,4 2 2 16,-4-1-1-16,4 1 1 0,-5-1 0 0,1 1-1 15,1 1 2-15,1 0-2 0,0-1 2 16,2 1-1-16,-1 1 6 0,2-2 2 0,0 3 2 16,1 1 0-16,0 0 1 0,2 0-4 0,0 2-8 15,2 1-3-15,3 0-3 0,-3 0-1 0,3 1-1 16,-2 1 4-16,3-1 3 0,-1 2 2 0,2 0-1 15,-1 0 2-15,2 0 1 0,1 2-1 0,-1-1-1 16,0-1 1-16,3 2 0 0,-2-1 0 0,-1 1 0 16,-1-1 0-16,1 1 0 0,-1 1-1 0,-2-2 1 15,0 0 0-15,0 2-1 0,1 0 0 0,-1 0 1 16,3 2-1-16,-5-2 0 0,4 2-1 0,0-1 1 16,0 1 0-16,-2-1 0 0,3 1 1 0,-2-1 0 15,1 2 1-15,2-1 0 0,1-1 0 0,-1 0 0 16,0 1 0-16,-1 0-1 0,2 0 0 0,1 0 1 15,1 0-1-15,-2-1 1 0,2 3-1 0,0-3 0 16,0 0-2-16,0 0 2 0,2 4-1 0,-2-3 0 16,2 1 0-16,-3 1 0 0,3 0 1 0,-2 2-2 15,0 0 1-15,-1-1 0 0,-1 3 0 16,-2 1 0-16,2 0 0 0,-4 2 1 0,1-1 0 16,-2 2 0-16,2 1 0 0,-2 1 0 0,1-3 1 15,0 5 0-15,1-3-1 0,-1 2 0 0,1-2 0 16,3 1 0-16,0-2-1 0,-2 0 1 0,2 0 1 15,1 2 0-15,1-3 0 0,-2 3-1 0,-2 0 2 16,3-1 0-16,-2 1-1 0,-1-1 1 16,1 1 0-16,0-1-1 0,-2 2-1 0,1-1 0 15,-1 1 0-15,3-2 0 0,-4 1 0 0,1 0 0 16,0-1 0-16,1 4 1 0,0-3 0 0,1 0 0 16,-3 1 0-16,1 0-2 0,2 0 1 0,-1 0-1 15,-2 0 0-15,1 0-1 0,0 0-1 16,0 3 3-16,1-2-2 0,-2 0 0 0,1 1 6 15,-2 2 2-15,2-2 3 0,3 1-1 0,-4-2 0 16,1 3 0-16,3-1-4 0,0 0-2 0,0 0-1 16,0 0 2-16,0 2-5 0,2-1-2 0,-1-1-2 15,0 1-2-15,3 0-1 0,-2 0 0 16,1-1 4-16,2 0 3 0,-4 0 1 0,5 0 2 16,-3-1 1-16,-1 2 0 0,2 2-1 0,-2-2-1 15,1 1 1-15,-2-1-1 0,-1 2-1 0,0 0 0 16,0 1 1-16,-2 2-1 0,1-2 0 15,-3 0 0-15,2 3 0 0,1-3 1 0,-3 1 0 16,3 1 0-16,-1-1 0 0,0-1 4 0,1 1 3 16,-1 0-1-16,0-1 1 0,2 2 0 0,-2-1 0 15,2 1-4-15,-1-1 0 0,0 3 0 16,0 1 0-16,1 0 0 0,-4 4-5 0,4 0-3 16,-2 1-2-16,2 0-1 0,0 5-1 0,1-3-1 15,1 2 5-15,2 3 2 0,0-3 1 0,0 3 1 16,2-3 0-16,2 4 0 0,1-3-1 15,1 3 5-15,-1-1 3 0,4-2 2 0,-4 2 2 16,5-1-4-16,0-1-1 0,0 2-7 16,1 1-2-16,0-2-3 0,1 1-1 0,1 2 4 15,0 1 1-15,2 0 2 0,1 0 0 16,0 1 0-16,-2 1 0 0,3 0 6 0,1-1 2 16,0 3 1-16,0-1 0 0,1 0 1 0,3 1 1 15,-2-2-5-15,2 2-1 0,-1-1-7 16,2 1-1-16,3 0-4 0,-2 1 0 0,5 0-1 15,0-2 4-15,3 2 7 0,0 0 5 16,4-1 0-16,-1 1 2 0,4 2-1 0,-2-5-6 16,5 2-1-16,-1-3-1 0,4 3 0 0,-2-3 1 15,4 1 1-15,-4-2 3 0,2 1 1 0,3 0-1 16,0-2 1-16,0 0 1 0,4-1-2 16,-3-1-1-16,7-1-1 0,-2-2 0 0,2-3-1 15,2-1-2-15,2-4 1 0,0 0-1 16,0-3-1-16,2-3 0 0,1-1-1 0,0-1 0 15,2-4 0-15,-2-1 0 0,1-1 1 0,3 0 1 16,-4-2 0-16,0 0 1 0,1 0 2 16,0-1-2-16,0-3 0 0,0 2-1 0,0-2 1 15,-1 2-1-15,1-2 0 0,-2-2 0 16,2-2 2-16,-3 0-2 0,3-1 1 0,-2 0 0 16,0 0 0-16,-1 0-1 0,1 0 1 0,-1 2 1 15,2-2 2-15,-1 1-1 0,-1 2 2 16,0 2 2-16,-1-1 0 0,2 2-1 0,0 1 1 15,2 0 0-15,0-1 0 0,-2 1 0 16,4 0 1-16,-5 1-2 0,2 0 1 0,0-3-1 0,-1 2-1 16,2-3 0-16,-1-1-1 0,-2 2 1 15,2-4 1-15,0 2 0 0,0-2 1 0,0 1 1 16,1-2 0-16,0 0-1 0,0-2-1 16,3 1-1-16,-1-2-2 0,0 0 0 0,1 0 0 15,1 0 0-15,-2 0-2 0,0-2 0 0,1 1-2 16,0 0 0-16,-2-3-2 0,2 3 2 15,-1-2 1-15,2 0 0 0,-2 0 2 0,2-3 0 16,1 2 1-16,-2-1 1 0,3-1-2 16,-1-1 0-16,0 1 0 0,-3-1 0 0,2-1-1 15,-3 0-1-15,-3 0 1 0,0 1-1 16,-2 0 0-16,-3-1-1 0,-1 2 1 0,-3 0-1 16,0 3 0-16,-4 1 0 0,-1-2 0 0,0 4 1 15,-3-1 0-15,0 1 2 0,0 0-1 16,-5 0 0-16,3 0 0 0,1 0 0 0,-1 0 0 15,-4-1 0-15,2 1 0 0,1-4 0 0,-1 2 0 16,0-1 0-16,2-2 0 0,-1 0 1 16,1-4 0-16,-1 0 1 0,-2 0 0 0,0-3 1 15,-2 2-1-15,1-3 0 0,0 0 0 0,-4 0 0 16,1-1 0-16,-1 0-1 0,-3 1-1 16,2 0 1-16,-2 0 0 0,-1 1 0 0,-1 2-1 15,0 0 0-15,0 1 0 0,-2-1-1 0,-1 2 1 16,2-1-1-16,-1 0 0 0,-4-1 0 15,5 2 0-15,-3-1 1 0,0 0 0 0,2 0-1 16,-1-3 0-16,0 1 0 0,1-1 1 0,1 0-2 16,0-1 1-16,0 0-1 0,2-3 1 15,0 1-1-15,0 0 0 0,0 0 0 0,1-1 0 16,1 1 0-16,0-2 0 0,0 2 1 16,-2 0 0-16,2 0 0 0,0-1 0 0,0 0 1 15,0 2-1-15,0-2 1 0,1 2 0 0,-2 2 0 16,2-2-1-16,-2 2 1 0,-1 2-1 0,3-1 0 15,-5 1 0-15,1-1 1 0,1 4-1 16,-2-1 0-16,2-3 1 0,-4 4-1 0,1-2 0 16,1 0 0-16,-5 0 0 0,2 0 0 15,0 1 0-15,1-3 0 0,-2 2 1 0,1-2 0 16,0 1 1-16,3-1 0 0,-3 1-1 0,3-1 0 16,0 1 0-16,2-2 0 0,-1 1 1 15,1 1-1-15,0-1 1 0,1 0 0 0,-1 0 0 16,2-1 0-16,0 2-1 0,-2-3 0 15,2 1 1-15,0-1-1 0,-2 1 0 0,1-3-1 16,1 2 1-16,-4 0-1 0,0 1 0 0,-2 0-1 16,-2 2-3-16,-2-1-4 0,-1 0-10 0,-2-1-16 15,-4 2-25-15,-1-5-66 0,-2 1-80 16,-3-5-160-16,0-4-276 0,-4 0-324 16,1-4-392-16,-5-3-259 0,-1-6 41 0,-4-3 721 15</inkml:trace>
  <inkml:trace contextRef="#ctx0" brushRef="#br1" timeOffset="152193.18">12637 6006 185 0,'-8'3'416'15,"0"-2"172"-15,-1 2 105 0,-2 0-205 0,1 0-183 16,-2 0-95-16,2 2-28 0,-1-3 2 15,-1 3 20-15,2-3 15 0,0 1 18 16,-2 0 19-16,4-1-3 0,-2 1-7 0,0-3-18 0,0 2-26 16,0 0-32-16,0-2-33 0,0 2-31 15,0-2-29-15,-2 0-12 0,2 1 0 0,-1-1 9 16,0 1 26-16,0-1 31 0,0 2 27 16,0-2 11-16,-2 2 3 0,2-1-10 0,-3 2-27 15,1-2-30-15,-1 1-27 0,1-1-22 0,1 0-17 16,-1 1-12-16,2-2-7 0,-3 3-3 15,3-3-2-15,-2 2-2 0,2 1 0 0,-2-2-3 16,3 1 2-16,-2-2-1 0,1 1-1 16,0 2 2-16,0-2-1 0,0 1 2 0,0 0-2 15,1-1 0-15,-2 0-1 0,1 3-2 16,0-2-2-16,-2 0-1 0,0 1-2 0,1-2 0 16,1 4-1-16,-1-5-1 0,0 2 1 0,1 1 1 15,0-2-1-15,-2 1 0 0,4-1 1 16,-1-1-1-16,-1 1 3 0,2-1-2 0,1 0 2 15,-2 3-3-15,2-3-1 0,0 0 1 0,0 0-2 16,-1 0 0-16,0 2-1 0,0 0 2 16,-1 0 3-16,0-1-3 0,0 0 1 0,-2 1-1 15,3 0-1-15,-1 0 0 0,-2 0-2 0,0 1 0 16,1-2 0-16,0 1 0 0,0-1 1 16,0 2 1-16,2-3-1 0,-1 2 0 0,-1-2 1 15,2 1 0-15,-1-1 0 0,0 0 0 16,1-1 2-16,1 1-1 0,-2 0-1 0,1-2 2 15,1 1-1-15,-1-1-1 0,1 2-1 0,-3-1 1 16,3-1 1-16,-2 1 0 0,0-1 0 16,1 2 0-16,-2-1 1 0,2 1-1 0,1 0-1 15,-2 0-1-15,1 0 1 0,0 0 1 16,1 0-2-16,0 0 2 0,-2 1 0 0,2-1-1 0,-1 0 0 16,-2 2-1-16,3-1 1 0,0 1 0 15,-2-1 0-15,0 1 0 0,0-1-1 16,0 1 1-16,-2 1 1 0,2 0-1 0,-1-2 2 15,-1 2 0-15,2 0 0 0,-2-1 1 16,0 0-2-16,1 0 1 0,0 1-1 0,0-2 1 16,1 3 0-16,-2-3 0 0,3 0 0 0,0 1 1 15,-1 1-3-15,0-3 1 0,2 0 0 0,-1 2 0 16,1-2 1-16,-2 0 0 0,2 0 2 16,-1 0-2-16,-1 3 1 0,2-3-1 0,-2 0 1 15,0 0-3-15,0 0 2 0,-2 0 0 16,1 0-2-16,-2 0 2 0,-3 0 0 0,2 1 0 15,-5 1-1-15,2-2 2 0,1 2-2 0,-3-2 0 16,1 3-1-16,1-3 0 0,1 2 1 16,-1 0-1-16,1-2 1 0,2 2 0 0,-1-2 0 15,0 0-1-15,2 0 0 0,1 0 0 16,-1-2-1-16,2 0 0 0,-2 0 0 0,2 2 0 16,0-3 2-16,3 1 0 0,-3-1 1 0,3 0 0 15,-3 1 2-15,3-1 0 0,0 0 1 0,-1 2-1 16,1-3-1-16,2 2 2 0,-3 0 1 15,0 0 0-15,3 1-2 0,-2-2 1 0,1 3 0 16,0-2-1-16,-1 1-1 0,0 0-2 16,1-1 2-16,-2 2-1 0,1-1-1 0,2 1-1 15,-2 0 2-15,0-2-2 0,0 1 1 0,0-1 0 16,0 1-1-16,-3 1 1 0,3-2-1 16,0 1 0-16,-2-1 0 0,0 2 1 0,2-1-1 15,-2-1 1-15,0 1 0 0,0-1 1 16,0 1 1-16,-2-1-1 0,4 1 1 0,-2 1 0 15,0-1-2-15,0-1 0 0,0 0-1 0,1 2 0 16,1-1 2-16,0 0-1 0,0-1 2 0,2 0-1 16,-2 2 0-16,3-2-1 0,-3-1-1 15,3 2 0-15,-4 0 0 0,3-2 2 0,-1-2 0 16,-1 2 0-16,1 0 1 0,-1-2 0 16,0 3 0-16,0-3 0 0,-3 2 0 0,3 0-1 15,-2-1 2-15,0 1-1 0,1 0 2 0,-2 0 0 16,2-1 0-16,-1 3 0 0,1-2-1 0,-2 2 1 15,1-1-4-15,2 1 1 0,-1 1-1 16,1-1 0-16,0 1 1 0,2-2 0 0,-1 2 1 16,1 0-1-16,2 0 1 0,-1 0 0 15,0 0-1-15,3-2-1 0,-1 2-1 0,1 0 2 16,-1 0 0-16,-1-1-1 0,2 1 2 0,-1-1 0 16,0 1 0-16,0 0 1 0,0-2 1 15,-1 0 2-15,-1 0-1 0,2 2 2 0,-3 0 1 16,2-3-2-16,0 2 0 0,-2 0-2 0,1 1 1 15,0-2-2-15,-1 1-2 0,2-2 1 16,-1 3-2-16,0 0 0 0,0 0 0 0,0 0 0 16,-2-2 0-16,2 2-1 0,0 0 0 15,0 0 0-15,0 0 0 0,-1 0-1 0,2 0-1 16,-1 0 2-16,0 0 0 0,0 0-1 16,0 0 1-16,2 2-1 0,-2-2 2 0,-1 0-2 15,0 0 1-15,3 0 0 0,-2 0 0 0,0 0-1 16,0 0-1-16,-1 0 2 0,3 0 0 0,-2 0 0 15,2 0 0-15,-2 0 1 0,2 0 0 16,-2 0-1-16,1 0 0 0,-1 0-1 0,0 0 1 16,1 0 0-16,-3 0 0 0,2-2 1 15,-2 2 0-15,0 0 1 0,2 0-2 0,-1 0 0 16,-2 0 0-16,1-3-1 0,0 3-1 0,-1-2 0 16,0 2 2-16,-3-1-1 0,3 1 1 0,-1 0 1 15,-1-1 0-15,-1 1 1 0,0 0 0 16,0-2 1-16,-2 2-1 0,1-2 1 0,1 2-1 15,-1 0 0-15,-1 0 0 0,1 0 0 16,-2 0 0-16,1 0 0 0,2 0-4 0,-3 0-5 16,3 0-1-16,-3 0-1 0,3 0-1 0,-2 0 0 15,-1 0 5-15,1-1 3 0,-1 1 2 16,1-1 0-16,-1-1-1 0,0 0 1 0,-2 2-1 16,2-1 1-16,-2 0 1 0,0-1 0 15,-1 2 0-15,3 0-1 0,-4-2 1 0,2 2 0 16,-1-1-1-16,1 1 0 0,-1 0 1 15,2 0-1-15,-2 0 0 0,1 0 0 0,1 0 6 16,-1 0 3-16,0 0 1 0,2 0 1 0,-2 0 0 16,1 0-1-16,0 0-5 0,2 0-3 15,-2 0-2-15,2 0 0 0,-1 1 0 0,-1-1 0 16,4 2-1-16,-3-2 0 0,1 0-1 0,-1 2 1 16,1-1 0-16,1 0 0 0,-1 1 0 0,2 0 1 15,0-1 1-15,0 0 0 0,1 1 1 16,-2 0-1-16,1-1 1 0,-2-1 0 0,2 1-1 15,1-1 1-15,-2 2-1 0,2-2 1 16,-2 0 1-16,-1 0-2 0,2 0 2 0,-3 0-1 16,3 0 1-16,-2 0-1 0,-1 0 1 15,1 0-5-15,-1-2-2 0,0 2-3 0,-2 0 0 16,2 0-1-16,-2 0 0 0,0 0 9 0,-1 0 4 16,2 0 3-16,0 0 1 0,-1 0 1 0,-1 0-1 15,0 2-3-15,0-2-3 0,1 3 0 16,-1-3-2-16,-2 0-1 0,3 2 6 0,-2-2 3 15,1 0 1-15,-1 0 0 0,0 0 1 0,1 3 0 16,-2-3-6-16,3 1-3 0,-3 1-1 16,1-2 0-16,1 1-2 0,1 0 1 0,-3 2-1 15,2-3 1-15,3 0 0 0,-1 0 0 16,1 0-1-16,0 2 1 0,0-2-1 0,1 0 0 16,-1 2 0-16,3-2 0 0,0 0 1 0,-2 0 0 15,4 0 0-15,-1 0 1 0,-1 0 0 16,2 0 0-16,-1 0 1 0,1 0-1 0,2 0 0 15,-1-2 0-15,-1 2-1 0,3 0 2 0,-1 0-2 16,-1-2 1-16,2 2 0 0,0 0-1 16,1 0 0-16,-1 0 1 0,1-3-1 0,0 3 0 15,0 0-1-15,-1-1 1 0,2 1 1 16,-1-1 0-16,0 1-1 0,2 0 1 0,-2-2 0 16,3 2 0-16,-4-1 0 0,3 1-1 0,0-3 1 15,-2 3-1-15,2 0 0 0,-2 0 1 16,2-2 0-16,-2 2 0 0,-1-3-5 0,0 1-3 15,-1 1 0-15,1 1-2 0,-2-1-1 16,0-1 1-16,0 0 4 0,0 2 2 0,-1-1 2 16,1 0 0-16,0 1 1 0,0-2-1 0,0 0 1 15,2 2-1-15,1-1 1 0,-3 1 0 0,3-1 0 16,-2-1 0-16,2 0 0 0,-1 1 0 16,-1 1 0-16,2-1 1 0,-1-1 0 0,0 2 0 15,0-1 0-15,-1-1-1 0,-2 1 1 16,3 1 0-16,-3-2-1 0,1 1 0 0,-2-1 0 15,2 2 0-15,-2-3-1 0,-1 3 0 0,3-2 1 16,-3 1-1-16,3 0 1 0,-3-1 0 0,3 1-1 16,-2 1 1-16,1-2-1 0,0 1 1 15,-1 0 0-15,1-1 0 0,1 2 0 16,-2-2 0-16,2 1 1 0,-2 0-1 0,0 1 0 16,2-2-1-16,-3 0 1 0,3 0 0 0,-2 2-1 15,0 0 1-15,2-2 0 0,-2 0 0 0,2 2 0 16,-3-1 0-16,3 1 0 0,-1 0-1 15,-2 0 1-15,3 0-1 0,0 0 0 0,0 0 0 16,-1 1 6-16,-1-1 2 0,2 2 2 16,0 0 1-16,-1-2-1 0,-1 2 0 0,2 0-5 15,-3 0-2-15,2-1-2 0,-1 0 0 0,-1 3-1 16,2-3-1-16,-1 0 2 0,-1 1 0 0,2 1 0 16,-1-2 2-16,-1 0-2 0,2 1 1 15,-1 1 0-15,-1-1 0 0,3-1 0 0,-3 1 0 16,0-1-5-16,3 1-2 0,-3-1-2 15,0 1-1-15,1-1 0 0,1-1 0 0,-2 1 4 16,3 1 3-16,-2-2 1 0,1 0 0 0,1 2 1 16,0-1 0-16,0-1 0 0,-1 0-1 15,3 1 0-15,-1-1 1 0,-1 0 0 0,3 2 0 16,-2-2 0-16,0 2 0 0,1-2 0 16,1 1 0-16,0 0 0 0,-1-1-1 0,0 0 1 15,1 2-1-15,2-2 1 0,-2 2 0 0,0-2 0 16,-1 0 1-16,3 1-1 0,0-1 1 0,-2 0-1 15,2 1 0-15,-2-1-1 0,3 2-1 16,-2-2 2-16,-1 3 0 0,1-3 0 0,0 0 0 16,-2 0 1-16,3 2-1 0,-2-2 0 15,0 0-1-15,-1 3 1 0,1-3 0 0,0 1 0 16,-1 1 0-16,1-2 0 0,0 1 0 0,-1 0-1 16,2-1 1-16,-1 3 0 0,0-3 1 0,0 0-1 15,0 0 0-15,-2 2 0 0,4-2 0 16,-2 0 0-16,0 2 0 0,2-2 0 15,-2 2 0-15,3-2 0 0,-2 0 0 0,2 1 0 16,-1-1 0-16,2 0 0 0,-1 0-1 0,2 0-1 16,-2 0 0-16,1 0 1 0,-1 0-1 0,2 0-3 15,-3 0-10-15,1 0-21 0,-4-1-57 16,-2 1-83-16,0 0-189 0,0 0-279 0,-1 0-327 16,-2 0-396-16,-2-2-310 0,-4 0 106 15,1 0 835-15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7:31:11.66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1241 821 49 0,'0'0'313'16,"0"0"219"-16,-2 6 223 0,1 0 24 0,-1 0-135 15,0 1-78-15,2-7-58 0,0 0-72 0,0 0-75 16,0 0-68-16,0 0-72 0,0 0-61 0,0 0-48 16,0 0 7-16,0 0 30 0,0 0 12 15,5 3 7-15,0 0 1 0,4-2-2 0,-1-1-30 16,5 0-40-16,3-1-24 0,0-1-13 0,2 1-7 15,1-2-7-15,-1 1-2 0,-1-3-2 0,1 3-2 0,2-2-3 16,-1 2-5-16,-1-2-3 0,2 2-2 0,-2-2-3 16,-1 2-6-16,2 0-3 0,-5-1-2 0,-1 0 1 0,1 2 1 15,-6-1 2-15,0 1 4 0,-2 1 4 0,-1 1 4 16,-2 2 0-16,-3 3 0 0,0 2-1 0,-2 0-3 16,-3 5-3-16,-2 4-5 0,-1-2-2 0,0 7-2 15,-6-1-4-15,3 4-1 0,-4 0-2 0,0 4-2 0,-1-1-1 16,-2 1-2-16,1 3 1 0,-2-1-2 0,0 1 0 15,1-1 0-15,0 0 0 0,3 0-2 0,-2-1 1 0,4-3 0 16,1-2 1-16,1-1-1 0,3-4 0 16,0 1 1-16,2-6 0 0,1-1-1 0,3-2-1 15,-1-1 0-15,3-3-1 0,0-1 0 0,3 1-1 16,0-1 1-16,2-3 2 0,0 3 0 0,1-4 0 16,2 1 1-16,0-1-1 0,2-2 1 0,4-1 0 15,-3 0 1-15,3 0-1 0,-1-1 1 0,2-2 0 0,0 0-1 16,0 0 0-16,0-1 1 0,-1-1-1 0,2 1 0 15,-3 0 0-15,2-2-1 0,0 1-1 0,0 0-6 16,-2 1-5-16,3 1-10 0,-2 1-12 0,3-3-17 0,-2 3-40 16,-1 1-67-16,-1-3-63 0,-4 3-94 0,0-1-156 15,-2 0-239-15,-1 0-282 0,1-2-206 0,2 2-160 0,-3-3 160 16,2 1 511-16</inkml:trace>
  <inkml:trace contextRef="#ctx0" brushRef="#br0" timeOffset="387.19">1982 805 27 0,'8'-9'538'0,"-5"3"478"0,0 2 229 16,-1 0-21-16,0 0-291 0,-1 3-274 0,1 1-183 15,-1 0-103-15,-1 0-76 0,-1 1-70 0,1 4-72 16,-2 1-60-16,-1 1-36 0,1 2-22 0,-1 3-8 0,-2 0-4 15,1 5-2-15,1 1 0 0,-2 0-4 0,2 4-4 16,-2 1-1-16,3 1-3 0,-3 0 1 0,2 0-2 0,-1 1-2 16,2-1 0-16,1 2-2 0,1-2 0 15,0 1-2-15,0 1-1 0,0-2 0 0,1-1-3 0,1 0 2 16,2 0-2-16,1-4 0 0,0 1 0 0,0-5-2 16,1 3 1-16,3-5-1 0,1-1 1 0,0-1-1 0,2-3 0 15,1-2 0-15,4 1 0 0,-1-4 0 0,1-2 2 16,1-2 1-16,4-2 0 0,0 1 1 0,0-4 2 15,4 0-1-15,-1-1-1 0,0-2-1 0,2 0-1 0,-2-2-2 16,1 1-3-16,-1-1-7 0,0-1-12 16,-1 1-16-16,-5 1-39 0,1 0-62 0,-2-1-59 15,-6 1-67-15,0-1-122 0,-3-1-167 0,-3 1-260 16,-4 1-213-16,-1-2-205 0,-2 1-65 0,-1-1 340 0,-4-1 485 16</inkml:trace>
  <inkml:trace contextRef="#ctx0" brushRef="#br0" timeOffset="652">1914 764 96 0,'-5'3'613'0,"2"1"421"0,0 2 134 0,0-5-102 0,3 3-413 15,-2-4-275-15,4 0-144 0,-1-4-52 0,4 1-9 16,3 2 1-16,5-2 16 0,-2 1-11 0,5 0-23 15,1-2-34-15,2 2-28 0,-1-2-20 16,2 1-29-16,2-1-14 0,-1 0-13 0,1 2-2 16,0-3-4-16,0 1-2 0,2-1-4 0,-2 2 0 15,-2-1 1-15,0 0-3 0,-2 0 1 16,-3 2-19-16,-1 0-48 0,-3 2-48 0,-4 0-88 16,-4 3-148-16,-3 0-228 0,-3 4-292 15,-2 4-241-15,-3-2-195 0,-2-1 110 0,-4 2 472 0</inkml:trace>
  <inkml:trace contextRef="#ctx0" brushRef="#br0" timeOffset="851.55">1927 1030 280 0,'0'9'745'0,"1"-2"305"0,1-1 43 16,-1-1-251-16,3-1-329 0,-1-2-225 0,2-1-111 0,1-1-48 15,2-1-29-15,0 0-2 0,0-3-5 0,1 2-14 16,4-4-25-16,-2 1-15 0,5-1-7 0,-2 2-15 15,3-4-7-15,-1 2-6 0,3-1-2 0,-1 0-3 16,2-1 1-16,2 0-3 0,-1 0-29 0,1 1-93 16,0-2-166-16,-3 2-293 0,3-2-267 0,0 0-251 15,-1-1-115-15,1-1 275 0,0 2 480 0</inkml:trace>
  <inkml:trace contextRef="#ctx0" brushRef="#br0" timeOffset="1935.02">2766 739 152 0,'0'0'439'0,"-3"0"270"0,1 2 225 16,1-1-94-16,-1 2-163 0,2-3-114 0,0 1-71 15,0 1-41-15,-4 0-40 0,4-1-64 16,-2 0-65-16,1 4-47 0,-1 1-49 0,1 2-50 15,-1 4-52-15,2 3-25 0,0 1-14 0,0 2-9 16,3 3-7-16,-1 2-3 0,1 1-3 0,1 1-4 16,1 2-2-16,0 0 2 0,0 1 3 0,1 0-2 15,-1 0-1-15,3-2-2 0,-4 1 0 0,1-4-5 16,0 1-3-16,0-2-3 0,-2-5-1 0,0 2-1 16,2-4 1-16,-4-2 7 0,1-2 5 0,-1-2 10 0,1-3 6 15,-2 0 8-15,0-4 4 0,0 2-4 0,0-4-3 16,-2-1-8-16,-1-4-7 0,0-5-8 0,-3-1-6 15,1-4-3-15,-1-5-5 0,1-1 0 0,2-3-1 16,-2 1-1-16,1-7-1 0,2 4-1 0,-1-4-1 16,3 1 1-16,3 1-1 0,-1 2 0 0,2-1 0 15,1 2 0-15,3 1 1 0,0 0 0 0,3 0 1 16,0 2 0-16,3 0 0 0,2 1 1 0,0 4 0 16,1-2-2-16,2 4 0 0,-1 2 2 15,0 1 0-15,-2 3 1 0,3 2-1 0,-4 0 1 16,0 3 1-16,-3 0 0 0,0 4 0 0,-4 0 2 15,0 2-1-15,-2 0 2 0,0 5-1 16,-3 1 2-16,-1 4-1 0,-5 1 0 0,1 3 2 16,-4 1 0-16,0 3-1 0,-2-1 2 0,0 0 0 15,-3 3 1-15,1-1-1 0,1-2 0 0,-2 3 2 16,3-3-2-16,-2 0-2 0,-2-1 1 0,2 1-2 16,2-2-1-16,-1 0-1 0,-2-2-1 0,3 0 1 0,1-1-2 15,0 0 0-15,2 0 0 0,0-3 0 0,2 0 0 16,0 0-1-16,1-3 0 0,1 3-1 0,1-5 1 15,0 2-2-15,1-1 2 0,2-1-1 0,2 0 0 16,0 2 0-16,3-4 0 0,-2 1 2 0,4-1-3 16,-1 0 1-16,2 0 1 0,-1-2 0 0,3 1 1 15,-1-2 1-15,1 0 0 0,2-1 1 0,0-1-2 0,2 0-1 16,-2-2 0-16,2 1-2 0,-1-2 0 0,1 2 1 16,2-2-2-16,-3 3-9 0,3-2-18 15,-3 2-35-15,1-1-75 0,-3 2-84 0,0-3-148 0,-1 3-236 16,-2-1-318-16,0 1-324 0,-3 0-200 0,2-3 24 15,-1-1 535-15</inkml:trace>
  <inkml:trace contextRef="#ctx0" brushRef="#br0" timeOffset="2304.41">3489 877 452 0,'0'9'903'0,"0"1"253"0,0 1-19 0,2 3-310 15,-1-2-278-15,4 6-108 0,-1 1-57 16,3 5-41-16,-1 2-39 0,1 0-42 0,2 5-49 0,2-1-84 16,0 1-54-16,3 0-31 0,1-5-18 0,2 0-11 15,1-3-5-15,2-6-5 0,-1-3-2 0,2-3 1 16,2-8 1-16,1-1 4 0,-2-5 1 0,-1-6 2 16,1-4 4-16,-2-5 3 0,0-5-2 0,-2-2 0 15,-3-4 2-15,0 2 3 0,-5-7 4 0,1 1 6 16,-7 0 6-16,0 0 6 0,-4 1 1 0,-4 1 0 15,-3 0 2-15,-4-1-9 0,-4-1-10 0,-5 2-7 16,-2 0-8-16,-5-1-3 0,-3 2-8 16,0 2-1-16,0 4 0 0,-3 5 0 0,1 4 0 15,1 6-2-15,-1 7-2 0,3 5 0 16,1 7-3-16,4 7-1 0,0 5 1 0,4 6-1 16,4 3 0-16,2 4-11 0,4 1-14 0,4 1-32 15,4 2-77-15,-1-3-93 0,6 0-173 0,-1-3-284 0,4 0-329 16,2-2-359-16,3 0-182 0,0-1 171 0,2-3 684 15</inkml:trace>
  <inkml:trace contextRef="#ctx0" brushRef="#br0" timeOffset="33822.83">1223 1825 187 0,'0'0'383'0,"-3"7"158"16,1-3 81-16,2-4-182 0,-4 4-115 0,4-4-53 16,-2 4-13-16,2-4-1 0,0 0-10 15,0 0-22-15,0 0-38 0,0 0-33 0,0 0-20 16,0 0-6-16,0 0 9 0,0 0 13 16,0 0 10-16,0 0 0 0,0 0-7 0,0 0-16 15,0 0-21-15,0 0-14 0,0 0-3 16,0 0 3-16,0 0-2 0,0 0-1 0,0 0-5 15,0 0-13-15,0 0-14 0,2 4-20 0,-2-4-13 16,6 4 22-16,-1-3 30 0,1 3 12 16,1-3 2-16,1 1 1 0,1-1-2 0,2-1-32 15,3 0-28-15,-1 0-16 0,4 0-5 0,-1 0 7 16,0 0 4-16,-2 0 3 0,-1-1 1 0,3 1 0 16,-2-2 0-16,0 1-12 0,0-1-7 0,2 0-4 15,-3 1-2-15,2 0 0 0,0-1-1 0,0-1 2 0,0 1 0 16,-1 0 2-16,0 0 5 0,2 0 6 0,-2 0 2 15,3-1 1-15,-2 0-2 0,2 0-1 0,-1 0-7 16,0 0-7-16,0 1-3 0,3-3-2 0,-3 1 0 16,2 1-1-16,1-2 1 0,1 1 3 0,2-2-2 15,-2 0 1-15,1 2 0 0,2-2 6 0,1 0 2 16,0 0 0-16,0 1 2 0,-1-1 1 0,3 2-3 16,-1-1-1-16,0 0-2 0,1 4 3 0,-1-2 0 0,0 0 2 15,2 2 2-15,-2-3-1 0,2 3-1 16,1-2-4-16,-2 1-1 0,4 0-2 0,-3-1 0 15,1 0 0-15,1-2 0 0,1 2 1 0,0-1-1 16,-2-1-1-16,2 3-1 0,-3-2 0 0,1 2 0 16,1-2 2-16,-5 3 1 0,3 0 1 0,1-1 1 15,-1 0 0-15,0 2-1 0,-2 0-1 0,2 0-3 16,-3 2-2-16,3-2-1 0,-2 2 0 0,0-1-1 16,-1 0-2-16,0-1 1 0,1 2 1 0,2 0 0 15,-2-1 0-15,0-1 0 0,1 0 1 0,-1 0 0 16,1 0 0-16,0 0-2 0,1-1 0 0,2-1 2 15,-1 0 0-15,2 0 1 0,0-3 0 0,0 2 2 16,0-2 2-16,0-1 0 0,0 1-1 0,-1 1 3 16,-1 0 3-16,-1 0 1 0,2 2 0 0,-1 0 0 15,-1-1 0-15,0 3-2 0,0-1-1 0,-1 2-2 16,1-1 4-16,0 2 1 0,-3-1 0 0,3 1 0 16,0-1-3-16,0 2 0 0,-1-1-5 0,0-1-1 15,-2 0-4-15,1-1-3 0,-1 2-1 16,1-2-1-16,-2-2-1 0,-2 2-1 0,3-1 3 15,-4 0 2-15,1 1 0 0,-2-4 1 0,-3 3 1 16,1 0 0-16,-4-1 0 0,-1 1 0 0,-2-1 2 16,-2 2 2-16,-2 0 5 0,-1-1 6 0,-2 1 3 15,0-2-15-15,-3 2-5 0,2 0 0 16,-4-1 0-16,1 1 0 0,-3 0 0 0,-1-2 0 16,2 2 0-16,-4 0 0 0,2 0 0 0,0-1 0 15,2 1 0-15,-2 0 0 0,2 0 0 0,1 1 0 16,-5-2-36-16,2 1-158 0,-1 0-215 15,-1 0-282-15,1 3-361 0,0-2-447 0,-2 1-381 16,-2-1 194-16,-1-1 1050 0</inkml:trace>
  <inkml:trace contextRef="#ctx0" brushRef="#br0" timeOffset="35602.12">10068 5842 360 0,'-2'3'711'0,"2"0"287"0,-1-1 94 15,-1 2-290-15,2-1-235 0,0 3-152 0,0-2-122 16,0 2-72-16,2 0-66 0,-1 1-57 0,3-1-40 16,-1-1-25-16,0-3-14 0,2 2-10 15,1-2 1-15,-2 0 11 0,1-2 27 16,0 0 38-16,0-2 54 0,1-2 43 0,0-2 11 15,-2 0 0-15,-1 1-16 0,-2-4-21 16,1 1-33-16,-2 1-27 0,-2 1-11 0,1 0-11 0,-1 1-5 16,-1 1-6-16,1 1-5 0,-2 1-7 15,1 0-7-15,1 0-9 0,-1 2-7 0,1 0-9 16,-1 2-7-16,0 1-7 0,1 1-3 16,-1 2-1-16,1 2-1 0,1-1-1 0,-1 0 0 15,1 3 0-15,1-3 0 0,0-2-2 0,0 1 0 16,0-4-2-16,0 4-1 0,0-5 0 15,0 0 5-15,1 1 1 0,1-2-10 0,-1 0-21 16,-1-2-71-16,0 0-80 0,2-2-189 16,-2 2-286-16,0 0-339 0,0-1-405 0,0 0-249 15,-2 0 119-15,1 3 794 0</inkml:trace>
  <inkml:trace contextRef="#ctx0" brushRef="#br0" timeOffset="41709.19">5655 5923 75 0,'3'0'272'0,"0"0"127"0,1 0 79 16,0 0-146-16,0 0-143 0,0 2-79 0,2-2-47 16,-2 0-30-16,0 1 10 0,3 1 2 0,-2-2 9 15,1 0 2-15,0 0 1 0,2 0 4 16,-2 0-1-16,1 0 2 0,2-2-7 0,-3 1-5 15,2-1-8-15,1 1-6 0,0-1 25 16,0-1 10-16,1 2 2 0,1-2 2 0,0 0-3 16,-1 0 2-16,2 0-32 0,1 0-15 15,-2-1-7-15,3 2 20 0,-1-1 13 0,2 0 15 16,-2 0-1-16,1 1 3 0,1-3-5 0,0 3-19 16,-2-2-15-16,3 2-18 0,-2-2-1 15,-1 2 0-15,3 0-4 0,-2 0-1 0,0 1-2 16,-1 0 2-16,2-1-2 0,-2 2-3 15,1 0-1-15,-1-1 6 0,1 1-2 0,-1 0-5 0,-2-2 2 16,3 2 3-16,-3-1 23 0,2 1 7 16,-2 0 11-16,0 0 0 0,1 0-1 0,0 0 0 15,-1 0-24-15,1 0-10 0,0 1-11 16,0-1-2-16,-1 2-3 0,2-2 2 0,-1 1 2 16,-2-1-3-16,1 0 4 0,0 2 4 0,0-2 0 15,2 1 3-15,-2-1-2 0,0 0 1 16,0 0-3-16,0 1 3 0,-1-1-4 0,2 2-19 15,-1-2-18-15,-1 0-6 0,2 2 1 16,0-2-6-16,0 0 0 0,-2 0 22 0,1 0 14 16,1-2 10-16,-2 0-2 0,1 1 0 0,0 0 2 15,0-1-1-15,0 1-3 0,2-2 1 16,-4 3 1-16,3-2 2 0,0 1 0 0,-1-1-1 16,2 2-1-16,-2 0 0 0,2 0 2 0,-1 0-1 15,1 0-3-15,2 0 1 0,-2 0 0 16,1 2 4-16,1-2-1 0,0 1 2 15,0 1 0-15,0-1-2 0,0-1 3 0,2 2-1 16,-3-2-2-16,4 0 0 0,-1 0 0 0,0 0 5 16,0-2-4-16,0 1 1 0,-1-1 3 15,1 1 2-15,-1-2 17 0,0 1 13 0,-2-1 5 16,3 0 2-16,-4 2-2 0,3-2-2 0,-3 2-19 16,0-1-10-16,0 2-10 0,1-2-1 0,-3 2-1 15,2 0 1-15,-2 0 0 0,0 0 1 16,-1 0 4-16,1 0 1 0,0 0 4 0,-1 0-6 15,0 2 1-15,2-2-3 0,-3 0 2 16,2 0 0-16,0 0-4 0,0 0 3 0,0 0-3 16,-1 0 3-16,2-2 3 0,-2 2-22 15,1 0-10-15,0-1-12 0,0 1-4 0,0-1-1 16,2 1-4-16,-2-2 20 0,3 2 9 0,-3-2 9 16,2 2 4-16,1 0-2 0,0-2 5 0,4 2-3 15,-4-2 5-15,3 2 0 0,-1-2-1 16,2 2 1-16,-1-1 0 0,0 1 1 0,-1 0-1 15,2-2 2-15,-1 2 0 0,-1 0-1 16,1-1 1-16,-1 1 0 0,1-3 3 0,-2 3-5 16,0-2 0-16,1-1 3 0,0 0-1 0,-2 2 3 15,2-4-1-15,-2 2 1 0,2 0 4 16,-3-2-5-16,1 1 23 0,-3 3 5 0,0-2 5 16,2 1 3-16,-2 1-1 0,0 1 0 15,-2 0-23-15,1 0-7 0,2 1-7 0,-2 1-2 16,1-1 1-16,0 2-1 0,0-1-1 0,0 0 1 15,0 2 0-15,0-3 1 0,1 2-1 16,0-1 0-16,-2 0 0 0,2 0 2 0,-1 0 1 16,-1-1 0-16,2 0 2 0,-2 1 3 15,1 1 4-15,1-3-1 0,0 0 0 0,-3 2 1 16,4-2-1-16,-2 3-3 0,1-3 2 0,-2 1 1 16,3 1 1-16,-2-2 2 0,0 0 1 15,0 1 2-15,1-1 1 0,-2 0 0 0,1 0-7 16,0 0 1-16,0 0-23 0,2 0-11 0,-2-1-10 15,0 1-1-15,1 0-6 0,1-2-1 16,0 2 21-16,0-1 10 0,-1 1 3 0,4 0 3 16,-3 0 3-16,2 0-2 0,0 0 1 15,2 0 1-15,-4 0 1 0,4 0 1 0,-4 0-2 16,2 0 3-16,0 0 1 0,0 0 0 0,0 0 22 16,-1 0 10-16,2 0 5 0,-2 0 2 0,2 0 2 15,0 0-5-15,-2 0-20 0,2 0-6 16,0 0-8-16,-1-3-3 0,1 3-1 15,0 0 1-15,-2 0-2 0,2 0-1 0,-2-2 5 16,2 2-5-16,-2 0-2 0,-1 0-2 0,1-3 1 16,-1 3 0-16,1-2-3 0,-3 2 10 0,-1-1 2 15,2 1 3-15,-2 0 1 0,-2 0-2 16,3 0-2-16,-3 0-2 0,0 0-1 0,-1 0 0 16,0 0 1-16,-1 1 1 0,-1-1-2 15,1 2 2-15,-2-2-3 0,0 0-1 0,1 3-1 16,-2-3 2-16,0 0 1 0,0 0 0 0,-1 0 17 15,1 2 23-15,-1-2 14 0,1 0 11 16,0 3 0-16,0-2 2 0,0 1-14 0,-1-2-22 16,-1 1-14-16,3 1-7 0,-3 0-4 15,2 0 6-15,1 0 6 0,-1 0 7 0,0 0 7 16,3 0-3-16,-3 0-3 0,2-1-8 0,0 2-8 16,1-2-7-16,-1 1-3 0,3-1 0 15,-2 2 2-15,2-1-5 0,0-1 0 0,1 1 1 16,1 1 1-16,-2-3 0 0,4 1-1 15,-4 1 3-15,2-1 1 0,0-1 0 0,0 2-2 16,0-2-2-16,0 1 1 0,0-1 2 0,0 1-2 16,-2-1 0-16,1 2-1 0,1 0 1 15,-2-1 1-15,0-1-3 0,1 1 0 0,-1 1 0 16,0 0 1-16,0-2 2 0,0 1-2 16,-2 0 4-16,2-1-3 0,0 2 1 0,-2 0-3 15,2-2 0-15,-1 0 1 0,-1 1-6 0,3-1 0 16,-1 0 5-16,-1 1 3 0,1-1-5 0,-1 2 1 15,1-2 4-15,0 0 0 0,-1 0-4 16,0 0-3-16,1 0 6 0,-1 0-1 16,-1 0 0-16,3 0-2 0,-2 0 2 0,-1 3 0 15,2-3-1-15,0 0 0 0,-2 0-2 0,2 0 4 16,-1 2-2-16,-1-2-2 0,3 3 2 0,-2-3-1 16,-1 1 1-16,2 1-4 0,1-1 4 15,-1-1 0-15,-1 2-1 0,1-2 2 16,1 0-1-16,-1 0 1 0,0 0-1 0,1 0 0 15,-1 0 0-15,0 0 1 0,0 0-1 0,1 0 0 16,-1 0-2-16,2 0-3 0,-2 0 1 0,1 2-2 16,1-2 1-16,-1 0-2 0,0 2 3 15,1 2-1-15,0-3 0 0,0 0 1 0,0-1 4 16,1 2 0-16,0-2 1 0,0 2 6 16,1-2 0-16,0 0-1 0,-2 0-1 0,2-2 3 15,-1 2-5-15,-1 0 1 0,2-2-1 0,-2 2 2 16,1 0-2-16,1-1 3 0,-2 1 2 15,0 0-3-15,0 0-2 0,0 0-3 0,1 0 2 16,0 1-2-16,0-1-2 0,-1 0 4 16,1 0 0-16,-2 0 0 0,1-1 2 0,2 1-3 15,-2-1 0-15,1 1-1 0,0-2 0 0,0 2-1 16,-1-2 0-16,2 2 0 0,-2 0-2 16,4 0 1-16,-3 0 2 0,0 2 1 0,2 0 0 15,-2-1 3-15,0 2-2 0,2 0 1 16,-2 0-1-16,1-2-2 0,1 2-2 0,-2 0-1 15,0 0 3-15,2-1 0 0,-1 1-2 0,0-2 2 16,0 1 2-16,1-1-2 0,-2-1 2 16,3 2-2-16,0-1 3 0,0-1-1 0,-1 0-4 15,0 1 0-15,3-1-1 0,-2 2 1 16,0-2 1-16,1 2-4 0,0-1-4 0,0 0 1 16,0 1-3-16,1 0-2 0,0 0 0 0,0 0 2 15,-1 0 2-15,1-2 5 0,0 1 4 16,0-1 4-16,1 0 1 0,-2 0 4 0,2 0-1 15,-3 0 1-15,2-1 0 0,0-1-1 16,1 0 0-16,-2 1-4 0,2 0 3 0,-3-1 0 16,3 0-1-16,-1 2 0 0,0-1-2 0,1 1-2 15,-1-1-1-15,1 1 1 0,-2 0-2 16,2 0-4-16,-1-2 3 0,1 2 0 0,1 0 1 16,-1-2 1-16,2 1 1 0,-3 0 4 15,3-1-2-15,-3-1 1 0,3 0-3 0,-2 0-1 16,1 0-1-16,0-1 2 0,-2 1 2 0,3 0 0 15,-3-2-3-15,3 3 1 0,-3-2-4 16,3 2 0-16,-3-2-3 0,3 1 0 0,-1-1 2 16,0 2-2-16,1-1 2 0,-1 0-3 15,0-2-2-15,1 3-2 0,-1-3 3 0,1 2-3 16,-2 0 1-16,2 0 4 0,1 0 4 0,-2 0 2 16,1 0 3-16,1 0 6 0,-2-1 1 0,2 1-3 15,-2 0 3-15,1 0-1 0,1-1-3 16,-2 0-3-16,2 2 1 0,1-2-2 0,-2 1-1 15,1-1-2-15,1 2 0 0,0-1 2 16,-1 0-2-16,2 0-1 0,-1 0 0 0,3 0-1 16,-4 1 1-16,1 0-1 0,-1 0 2 0,2 0 0 15,-3 1 1-15,2 1 3 0,-1-1-1 16,-2 1-3-16,2 0 0 0,1 0 0 0,-2 0-1 16,0 0-3-16,0 0 1 0,0 1-2 0,0-1 0 15,-2 1-2-15,2-1 1 0,-1 2 1 16,0-2 0-16,1 0 1 0,-3 2-3 0,3-2 2 15,-3 1 0-15,3-1 2 0,-1 0 0 16,0 1 3-16,-2-1 6 0,2 0 0 0,-1 2 2 16,-1-2-1-16,1 2-3 0,-1-2 1 0,0 0-3 15,-2 1 3-15,3-1 2 0,-1 1-2 16,0-1 3-16,-2 0 1 0,2 0-1 0,0 0-3 16,1 0-1-16,-1 0-1 0,2 0 1 15,-1 0-3-15,-1 0 0 0,2 0-2 0,-1 2 2 16,1-2-1-16,0 2 0 0,-1-2 2 0,2 0 1 15,-3 1 1-15,3-1-1 0,-3 0 3 16,3 1 1-16,-2 1 1 0,1-2-4 0,0 3 1 16,0-3-3-16,1 0 0 0,-1 0-2 15,0 0 3-15,1 0-3 0,-3 0 2 0,3 0 4 16,-3 0-7-16,3 0-1 0,-2 0-5 0,-1 0 1 16,0 0-2-16,1 0-2 0,-1 0 3 0,1 0 0 15,-1 2 6-15,0-2 1 0,1 3 5 16,-1-3 5-16,0 1 4 0,-2 1-2 0,4-1-2 15,-6-1-2-15,6 2 0 0,-4-2-2 16,2 0-1-16,0 0 3 0,-1 0 5 0,1 0 1 16,0 0-4-16,0 0 4 0,1-2-4 15,-1 1 4-15,1-1-8 0,-1 1-1 0,2-2 5 16,-2 3-5-16,2-2 0 0,-2-1-4 0,2 1-1 16,-1 1 2-16,-1 0-2 0,1-1 0 15,-2 0 4-15,0 1 0 0,1 0 2 0,-2-1 2 16,1 0-2-16,0 2 3 0,-2-1-1 0,1 0-7 15,0 1 4-15,-1-2-3 0,1 2 0 16,1 0-2-16,-1-2 0 0,-1 2 5 0,2-1-5 16,-2 1 2-16,1-1-1 0,0 1 4 15,-1-2 3-15,3 2 9 0,-3-1 5 0,2 1-1 16,-2-2 1-16,3 1-2 0,-2-1-5 0,0 1-8 16,-1-1 0-16,2 1-4 0,-2-1-3 15,3-1 2-15,-3 2 0 0,2-1 3 0,-2-1-5 16,0 2 2-16,-1 0 2 0,1-1 0 15,0 0-1-15,-1 2-3 0,1-1 1 0,0 0 1 16,-2-1-1-16,3 2 3 0,-3-2 2 0,0 2 0 16,3 0-3-16,-4 0 0 0,2 0-1 15,0 0 0-15,-3 0 1 0,4 0 0 0,-4 0 3 16,1 0-1-16,1 0 1 0,-2 0-1 16,-1 0-3-16,-1 0 0 0,2 0 0 0,-3 0-2 15,1 0-1-15,-1 0 0 0,-1 0 4 0,2 0-2 16,-2 0 0-16,-1 0 1 0,0 0 1 15,-2 0 0-15,1 0-1 0,2 0 1 0,-2 0-3 16,-2 0 7-16,2 0 0 0,-1 0 4 16,0 0 2-16,-1 0-4 0,1 0 1 0,0 0-4 15,-1 0-2-15,1 0-4 0,-1 0 0 0,1 0 2 16,-2 0 4-16,2 0-3 0,-1 0-2 16,1 0 1-16,-1 2-1 0,-1-2-1 0,2 2-3 15,0-2-3-15,-2 1-3 0,2 0-12 16,-4 3-54-16,-2-3-130 0,1 3-208 0,0-1-278 15,-3 2-266-15,-1-1-226 0,-2-1 20 0,1 0 409 16</inkml:trace>
  <inkml:trace contextRef="#ctx0" brushRef="#br0" timeOffset="42882.2">7595 5640 124 0,'-2'0'412'16,"-4"-2"235"-16,3 2 192 0,0 0-71 0,0 0-179 16,-2 0-86-16,3 0-60 0,-3 0-53 15,2-2-61-15,-1 1-66 0,1-2-51 0,0 3-63 16,1-1-26-16,0 1 2 0,2 0 12 15,0 0 21-15,0 0 2 0,0 1 1 0,0-1-10 0,0 2-25 16,0-1-24-16,0-1-30 0,0 0-15 16,2 1-16-16,-2-1-13 0,0 2-8 0,2-2-6 15,-2 0-4-15,1 2-4 0,-1-2-2 16,2 0-1-16,-1 1-3 0,4 0 2 0,-2 1 0 16,5 0 2-16,0 0-1 0,0 2 1 0,4-2 1 15,1 3 0-15,1-3-2 0,2 2 9 16,1 1 3-16,1-2 2 0,1 0 2 0,1 1 0 15,0 0 2-15,0-2-7 0,0 1-2 16,-2 0 2-16,-1 0 0 0,-1 0 5 0,-2-1 3 16,-3 1 4-16,-4 1 4 0,2-1 5 0,-3 0 4 15,-2 1 6-15,-3 1 2 0,-1 1 0 16,0 2-3-16,-5 3-5 0,-4 2-8 0,0 0-8 16,-3 2-5-16,-3 0-6 0,-1 4-4 0,-1-3-3 15,-1 2 0-15,-1-2-2 0,2 1 0 16,1-3 0-16,0 0 0 0,0-3-2 0,2-1 1 15,3-1 4-15,1-2 1 0,1 0 0 16,3-4-1-16,-1 0-1 0,4-2-3 0,0-1-18 16,3-3-20-16,2-1-27 0,2-4-74 0,3-1-91 15,5 0-181-15,-1-1-278 0,2-2-324 16,4 2-387-16,2 0-209 0,-1 1 159 0,6 2 734 16</inkml:trace>
  <inkml:trace contextRef="#ctx0" brushRef="#br0" timeOffset="43730.2">12046 5707 233 0,'-5'3'537'0,"-3"-2"325"16,2 1 208-16,-5 1-201 0,3-3-195 15,1 1-126-15,-2 1-25 0,1 0-49 0,4-2-82 16,-3 1-72-16,2-1-53 0,-1 0-46 16,3 1-78-16,0-1-60 0,1 0-30 0,1 0-22 15,1 0-12-15,0 0-12 0,0 0-5 0,1 0-3 16,4 0-1-16,0 0 0 0,6 0-1 15,0 2 2-15,4 0 1 0,2-1 0 0,1 2 7 16,4 0 9-16,1 2 6 0,2-2 2 16,2 2-1-16,-2 1 1 0,3-2-7 0,-5 0-7 15,2 1 1-15,-4 1 4 0,-1 0 8 0,-4 1 8 16,-2 0 7-16,-3 3 8 0,-1-1 4 0,-4 2 0 16,-3-1-3-16,-3 3-4 0,0-1-8 15,-7 3-5-15,0-1-9 0,-3 4-5 0,-3 0-5 16,-2-2-2-16,-1 2-4 0,-1-2-1 15,-2 0-4-15,-3-1-1 0,1-2-4 0,-1-1-15 16,-1-1-26-16,-3-3-69 0,-1-1-96 0,-3-2-226 16,-3-3-292-16,-3 0-355 0,-2-2-431 15,-4-3-235-15,-5 0 322 0,-2-3 889 0</inkml:trace>
  <inkml:trace contextRef="#ctx0" brushRef="#br0" timeOffset="46745.1">10054 5818 157 0,'-2'4'450'0,"2"0"300"16,-3 0 230-16,3 0-122 0,0-3-182 0,0 2-134 16,0-2-107-16,0 2-109 0,0 2-88 15,2-1-65-15,-1 1-38 0,4 0-3 0,-1 1 2 16,1 2 0-16,3-2-1 0,-1-1-5 16,0 4-17-16,3-3-31 0,-2 0-26 0,0 0-13 15,3-2-13-15,-2 1-13 0,-1-2-2 16,2-2 33-16,-2-1 22 0,-2-1 11 0,2-2 11 15,0-2-3-15,-4-1-2 0,1-2-28 0,-2 0-17 16,-1-3-12-16,-2 0-12 0,0-1 5 16,-2 1 3-16,-1 0-2 0,0 0 0 0,-2 0 0 15,-4 0 2-15,1 1-2 0,-2 0 0 0,-2 2-1 16,1 0 0-16,-2 2 0 0,-1 2-2 0,1 1-2 16,-1 1-3-16,1 2-3 0,-1 4-3 15,1 0-3-15,2 0-2 0,1 4-1 0,1-1-2 16,1 5-1-16,2 0 5 0,-1 4 2 15,3 0 2-15,1 3 0 0,1 2 1 0,-1 0 1 16,3 3-6-16,3-1-3 0,1-2-2 0,-1 0-2 16,3-3-1-16,3-2-1 0,1-2 1 15,0-6 1-15,2 1 1 0,-1-5 1 0,3-4 3 16,-1-2 0-16,-2-4 3 0,0-3-1 16,0-3 2-16,-3-1-5 0,0-2-2 0,-2-1 0 15,-2-3 6-15,-3 1 6 0,1 2 16 0,-2-1 9 16,-3 2 11-16,-1 2 4 0,-2-1-5 0,-2 2-6 15,-1 2-13-15,-1-1-4 0,-1 4-10 16,0-1-5-16,1 4-3 0,-2 1-2 0,1 3-1 16,1 1-1-16,1 3-1 0,1 3-1 15,0 0-1-15,3 4 0 0,-1 2 1 0,3 2-1 16,2 0 0-16,-1 2 0 0,2 1 0 0,2-2-1 16,-1-1 0-16,2-1 0 0,3-2 0 15,-3-1 0-15,2-3 0 0,0-2 1 0,0 0 1 16,0-3 0-16,1-3 1 0,-2-1 0 15,1-4 0-15,0-1 0 0,-2-1 1 0,2-2-2 16,0 0-6-16,-1-2-12 0,1 2-21 0,-2-3-35 16,-1 3-79-16,1 0-101 0,2 2-183 0,0 1-290 15,1 1-339-15,0 3-370 0,2 0-177 16,0 4 235-16,3 0 717 0</inkml:trace>
  <inkml:trace contextRef="#ctx0" brushRef="#br0" timeOffset="47761.58">14496 5347 127 0,'0'1'420'0,"0"2"239"0,0-1 171 0,-1 1-108 15,-1 2-176-15,2 4-117 0,-1 1-71 0,1 2-38 16,-3 3-30-16,3 1-34 0,0 4-43 16,3 1-36-16,-3 3-31 0,1 2-26 0,1 2-7 15,-1 3 3-15,1 5 8 0,1-1-6 16,-1 1-10-16,0 1-12 0,-1 1-19 0,1-1-30 15,-1 0-24-15,1-3-7 0,0 0-8 0,-1-3-1 16,-1-3-6-16,0-4 3 0,2-3-4 0,-2-5-8 16,0 1-26-16,0-8-35 0,-2-3-27 15,2-2-64-15,-3-8-112 0,0-5-155 16,0-3-258-16,-2-5-246 0,1-2-234 0,0-3-49 16,-2-4 308-16,1-1 448 0</inkml:trace>
  <inkml:trace contextRef="#ctx0" brushRef="#br0" timeOffset="48510.51">14523 5278 263 0,'13'0'508'0,"4"0"250"0,-1 0 182 0,3 0-230 16,2 1-142-16,4-1-73 0,0 2-77 0,6 1-76 15,-1-3-79-15,1 0-66 0,2 2-28 0,4-2-24 16,-1 3-20-16,7-2-12 0,-2 1-11 16,5 1-6-16,-2-1-28 0,2 0-26 0,-2-2-9 15,2 0-11-15,0 0-6 0,-3 0-9 16,1-2-1-16,-5 0 5 0,1-1-5 0,-2 0 25 16,-4-2 24-16,1 2 12 0,-5 0 9 0,-3 1-3 15,-3-1-1-15,-2 2-22 0,-3 1-18 0,-1 0 6 16,-3 0 2-16,-3 1 5 0,-2-1 0 15,-2 3 0-15,-1-2-1 0,-2 0-17 16,-1-1-10-16,1 1-6 0,-4-1 0 0,2 0-3 16,-3 0 8-16,2 0 5 0,-2 0 7 0,0 0 4 15,0 0 3-15,0 0 4 0,0 0-9 0,-2 2-4 16,1-2-7-16,-1 3-6 0,-2-1-5 0,2 4-7 16,-1 0-1-16,0 1-2 0,1 2 1 15,-1 0 1-15,2 3 1 0,-3 0 1 0,4 2 0 16,0 1 1-16,0 1-2 0,4 2-1 15,-3 3 0-15,2 1 0 0,1 0-1 0,0 1 0 16,2 3 1-16,-1 1-1 0,2 1 1 0,-3 2 0 16,1-1 0-16,2 1 0 0,0-1-1 0,-2 1 2 15,0-2-1-15,0-1 0 0,-1 0 1 16,1 0 0-16,0-2 1 0,-2 0-2 0,0 2 2 16,-1-4-2-16,-1 2-1 0,2-1 0 15,-3 0 1-15,2-4 0 0,-2 2 0 0,0-5 1 16,0 1 0-16,-2-2 1 0,2-3-1 0,-3 0 0 15,0-5 0-15,0 0 1 0,-2-2 0 16,-3-2 0-16,0-1 0 0,-3-1 0 0,-1-2 1 16,-1-2 4-16,-3 1 0 0,-1-2 4 0,-4 0 2 15,-1 0 2-15,0-2 0 0,-3 2 0 16,-1-1-3-16,-2-2 0 0,-2 1-2 0,0-1-1 16,-3-1-2-16,-2 2-2 0,-3 1-1 0,-3-1-1 15,-2 0-2-15,-3 3-2 0,0-3 1 16,-2 4-1-16,2-1-1 0,-3 2 0 0,3 0 1 15,0 3 1-15,2 2 0 0,1-1 0 0,0 2 0 16,5 0 0-16,3-1-1 0,2 2-1 16,3-1-1-16,6-1-7 0,4-2-25 0,4 0-74 15,2-3-85-15,6-3-173 0,0-1-285 0,6-5-336 16,2-1-383-16,2-3-212 0,3-1 133 16,0-2 719-16</inkml:trace>
  <inkml:trace contextRef="#ctx0" brushRef="#br0" timeOffset="61197.33">4404 5398 73 0,'0'0'265'0,"-1"-1"133"0,1 1 88 15,0 0-102-15,0 0-124 0,0 0-65 0,0 0-44 16,1 0-32-16,-1 0-16 0,2 0-11 15,-2 0-2-15,0 0-6 0,0 0-1 0,2 0-1 16,-2 0 1-16,0 0 3 0,0 0-2 16,0 0-2-16,0 0 1 0,0 0-6 0,1 0-16 15,-1 1-13-15,0-1-12 0,0 0-21 0,2 0-13 16,-2 0-4-16,2 0-1 0,1 0-8 0,1-1 5 16,-1 1 4-16,2-2 4 0,1 2-2 15,1 0 0-15,1-2 1 0,1 2 3 16,1-1 20-16,-1 0 11 0,5-1 5 0,-2 1 2 15,0-1 1-15,2 1-7 0,2 0-18 0,-3-3-11 16,1 2-9-16,2 0-3 0,-2-1 0 0,2 2 5 16,-2-1-3-16,0-1 0 0,-1 1 3 15,1 1 1-15,-1-2 6 0,1 1 3 0,-3 2-2 16,0-3 2-16,2 0 75 0,-2 2 36 16,0 0 15-16,2-2 5 0,-2 2 5 0,1 0-2 15,-2-3-66-15,0 3-33 0,0 1-18 0,0-1-11 16,1-1-4-16,0 0-5 0,-3 1 1 0,0 0-4 15,3 1 1-15,-3-2-4 0,1 2 1 16,-2 0-2-16,2-1 0 0,-3 1 1 0,1 0 2 16,1-2-3-16,-3 2 2 0,2-1 3 15,-4 1-2-15,2 0 0 0,-3-2 1 0,1 1 5 16,0-1 0-16,-1 1-1 0,1-1 1 0,-1 0-1 16,-1 1-4-16,2-2-1 0,-3 2-1 15,3-1-4-15,-3 1-26 0,0 0-38 0,0-1-53 16,0 0-68-16,-1 1-81 0,-1 1-115 15,2 0-203-15,-4 0-183 0,1 1-63 0,1 1 87 16,-1 0 207-16</inkml:trace>
  <inkml:trace contextRef="#ctx0" brushRef="#br0" timeOffset="61759.6">5013 5266 131 0,'2'5'330'0,"-1"-3"143"0,-1 2 99 0,0 0-164 15,2-1-163-15,-2 2-77 0,0 1-24 0,1 0-16 16,1 0-14-16,-2 0-14 0,3 1-39 0,-1 1-13 16,0 0-29-16,-1 2-14 0,1 0-5 15,-1 1 9-15,1 0 34 0,2 0 15 0,-2 0 14 16,-1 0 14-16,1 1 10 0,1 1-6 16,-3 2 1-16,2-2-10 0,-2 2-12 0,3 0-16 15,-3 2-9-15,2-2-6 0,-1 0-11 0,1 1 6 16,-2-1 11-16,3 2 10 0,-3-1 6 15,2 2-1-15,-1-1 2 0,1 2-2 0,-2-2-6 16,4 0-4-16,-4 1-5 0,0 0-6 16,0 2-2-16,2-2-10 0,-2 3-9 0,0 0-6 15,0-1 16-15,0 1 11 0,0 1 3 0,0 1-3 16,0-1 2-16,0-1 1 0,0 2-18 0,1 0-15 16,1-1-6-16,-2-3 2 0,0 3-1 15,2-5-3-15,-2 1 0 0,1 0 0 0,-1-1 0 16,0-4 0-16,0 1 0 0,0-1 3 15,0-3-2-15,0 0 7 0,-1-3-2 0,-1-1-1 16,2-2 8-16,-3 1-6 0,1-1-6 0,-2-3-19 16,1-1-35-16,0-1-48 0,-1-3-57 15,-2 2-59-15,3-3-67 0,-2 2-65 0,-1-2-88 16,3 2-139-16,-2 1-126 0,0 1-1 16,0 1 120-16,2 0 185 0</inkml:trace>
  <inkml:trace contextRef="#ctx0" brushRef="#br0" timeOffset="62414.99">4577 5384 209 0,'1'-5'420'0,"1"0"179"16,-1 1 79-16,1-1-133 0,-2 1-107 0,2 2-44 15,-1 2-11-15,-1-3-5 0,0 3-19 0,0 0-44 16,0 0-62-16,-1 3-66 0,-1-3-59 16,0 2-44-16,1 4-36 0,-1-1-24 0,-1 1-11 15,0 1-2-15,0 0 4 0,0-1 4 16,1 2 0-16,-1-1 6 0,0 1-1 0,1-1-3 16,-1 1-5-16,1 1-7 0,1 0-3 0,-1 1-6 15,2 1 2-15,-1 0-2 0,-1 1 0 16,2 4 0-16,0-1 2 0,0 1 2 0,0 0-2 15,2 2-1-15,-1 2-1 0,-1 1 0 16,3 1 0-16,-1 4 0 0,0-1 1 0,-1 4 2 16,-1 0 1-16,2-1-4 0,-2 2 2 0,1 0 2 15,-1 2-2-15,0-4-2 0,0 2-2 16,0 0-4-16,0-3 4 0,-1 0 1 0,1 0 0 16,0-3 5-16,-2 2 3 0,2-2 3 15,0-2-5-15,2 1-2 0,-2-4-1 0,1 0 0 16,1-2-4-16,1 0-3 0,0-2 5 0,2-2-5 15,0-4 1-15,-1 1 0 0,3-4 2 16,-1-1 0-16,2-2-3 0,1 0-1 0,1-1 0 16,1-2 3-16,3-2 2 0,-1-1 2 15,4 0 2-15,-2-1 5 0,2-3 0 0,-1-2-5 16,3 1 3-16,1-1-5 0,-2-2 0 0,2-1-11 16,-2 0-46-16,-1 2-97 0,2-3-151 15,-5 3-300-15,3 1-265 0,0 0-240 0,0 3-68 16,-1-1 284-16,-1-1 444 0</inkml:trace>
  <inkml:trace contextRef="#ctx0" brushRef="#br0" timeOffset="63357.74">5216 5488 149 0,'3'0'317'0,"0"0"129"0,0 2 16 0,-2-2-128 16,1 0-109-16,0 1-87 0,-1-1-60 0,1 0-31 15,0 1-17-15,-1-1-17 0,-1 2 1 16,0 0-2-16,2-1 1 0,-1 0-3 0,-1 3-31 16,0-3-73-16,0 2-220 0,-3 0-141 15,3-3-44-15,-3 2 45 0,1 1 123 0</inkml:trace>
  <inkml:trace contextRef="#ctx0" brushRef="#br0" timeOffset="63680.78">5217 5511 93 0,'2'0'257'16,"2"0"110"-16,-2 0 43 0,1 0-116 15,0 0-99-15,1 0-66 0,-1 0-35 0,0-2-27 16,2 2-20-16,-2 0-8 0,3 0-13 16,0 0-12-16,-1-3-5 0,0 1-1 0,0 1 0 15,2 1-4-15,0-1 8 0,-2-1 0 0,1 0-1 16,-1 1-5-16,4 0 22 0,-3 1-9 16,1-2-28-16,-1 2-44 0,1-2-81 0,-1 2-111 15,-2 0-172-15,1 0-43 0,0 0 55 16,0 0 110-16</inkml:trace>
  <inkml:trace contextRef="#ctx0" brushRef="#br0" timeOffset="63853.72">5428 5492 173 0,'9'-1'302'0,"-1"1"107"15,1-1-2-15,-2-1-95 0,2 2-88 0,-1-2-51 16,0 1-41-16,0 1-25 0,0 0-30 0,-2-1-23 16,0 1-15-16,1-2-14 0,-1 2-4 15,2-1-5-15,-2 1-7 0,2 0 3 0,-3-2-5 16,3 2 5-16,-2 0 0 0,-1 0-5 15,1 0 7-15,1 2-7 0,-1-2-20 16,-2 1-33-16,1 1-72 0,0 0-156 0,-2 3-188 16,1-2-73-16,0 1 35 0,1 1 116 0</inkml:trace>
  <inkml:trace contextRef="#ctx0" brushRef="#br0" timeOffset="64029.06">5778 5545 175 0,'5'2'325'16,"0"-1"121"-16,0-1 10 0,0 0-140 16,-1 0-114-16,1-1-75 0,-1-1-42 0,1 0-23 15,0 0-22-15,0 0-19 0,0 1-5 16,2-2-7-16,1 2 5 0,0-1-4 0,0-1-20 16,2 2-43-16,-1 1-72 0,-1-2-213 0,0 2-130 15,3 2-28-15,-1-1 71 0,-1-1 126 16</inkml:trace>
  <inkml:trace contextRef="#ctx0" brushRef="#br0" timeOffset="64229.33">6123 5534 85 0,'13'0'311'0,"-2"-2"157"16,0 0 128-16,-1 1-121 0,0 0-171 0,0-3-105 16,1 2-65-16,0-2-40 0,0 0-36 0,2 1-24 15,-1-4-13-15,1 1-8 0,3 0-13 16,-2 0-7-16,3 1 3 0,-2 0 2 0,0 1 2 15,2-1 9-15,-2 2 6 0,1 0-2 16,0 1-18-16,-2 0-31 0,0 2-41 0,-1 0-56 16,1 2-91-16,-1 0-144 0,-4 0-143 0,2-1-21 15,-4 2 73-15,-1 0 132 0</inkml:trace>
  <inkml:trace contextRef="#ctx0" brushRef="#br0" timeOffset="64680.87">5949 5354 116 0,'-6'-1'475'0,"-1"1"319"16,1 0 216-16,0 0-85 0,3 0-271 0,1 0-202 16,1 0-135-16,1 1-103 0,1-1-76 0,1 2-56 15,3-2-42-15,2 3-16 0,3-3 14 16,1 0 12-16,5 2 3 0,0-2 0 0,3 0 3 16,1 0-3-16,-1 0-23 0,5 0-12 15,-1 0-10-15,1 0-5 0,-3 0-4 0,2 0 0 16,-1 0-5-16,-1 0-1 0,-2 0 2 0,0 0 1 15,-5 3 0-15,0-2-2 0,-2 1 3 16,-4 1 9-16,-2-1 12 0,0 2 17 0,-6 0 21 16,0 4 19-16,-3-1 15 0,-5 2-2 15,0 3-2-15,-3 0-15 0,-5 2-18 0,0 1-18 16,-2 0-20-16,-3-1-4 0,2 3-9 0,-2 0-19 16,1-2-23-16,2 0-28 0,-2-2-91 15,4 1-177-15,0-2-297 0,4-2-263 0,1-2-254 16,4-1-157-16,1-1 263 0,4-1 540 15</inkml:trace>
  <inkml:trace contextRef="#ctx0" brushRef="#br0" timeOffset="71712.05">6588 5550 14 0,'8'1'197'0,"0"-1"89"0,3 0 84 15,-2-1-108-15,1-1-141 0,2-1-119 16,1 0-134-16,-2 0-137 0,2-1-38 0,-4 1 27 16,4 0 71-16</inkml:trace>
  <inkml:trace contextRef="#ctx0" brushRef="#br0" timeOffset="71945.08">6951 5559 13 0,'10'0'181'0,"-2"1"77"16,1-1 71-16,-2 1-122 0,-1 1-90 0,2-2-55 16,-3 3-25-16,2-3-17 0,0 1-5 15,1 1-8-15,-2 0 1 0,4 0-1 0,-2 0 1 16,1 0 25-16,2-1 11 0,-1 0 3 15,1 1-43-15,1 1-114 0,-1-1-143 0,2-2-78 16,0 3 9-16,-2-2 61 0</inkml:trace>
  <inkml:trace contextRef="#ctx0" brushRef="#br0" timeOffset="72142.98">7614 5539 27 0,'9'6'211'0,"-2"-1"92"16,-1 1 88-16,1-2-116 0,-1-1-123 0,2 0-88 15,-2-2-60-15,2 1-76 0,0-4-136 0,1 0-102 16,1-3-16-16,1 1 48 0,1-4 75 0</inkml:trace>
  <inkml:trace contextRef="#ctx0" brushRef="#br0" timeOffset="72309.49">8123 5536 210 0,'8'2'323'0,"-1"-1"102"0,-1 1-43 0,3-4-158 15,-1 1-102-15,2-1-57 0,1 0-32 0,0-3-35 16,0 2-64-16,3-1-136 0,-1-1-149 15,2 2-45-15,0-2 29 0,4 2 88 0</inkml:trace>
  <inkml:trace contextRef="#ctx0" brushRef="#br0" timeOffset="72511.17">8583 5575 66 0,'7'2'252'0,"-3"-1"109"0,3 0 92 0,-2 1-160 15,2-2-123-15,-2-2-79 0,1 1-18 0,1 0-5 16,-1-1-5-16,2-2-2 0,0-1-4 16,0 0-4-16,1 0-25 0,-1-1-26 0,3-2-18 15,-1 1-31-15,1 0-28 0,-2 1-35 16,4-1-53-16,-4 3-61 0,1 2-61 0,2-3-39 16,-4 5-7-16,2 0 57 0,-2 2 81 0</inkml:trace>
  <inkml:trace contextRef="#ctx0" brushRef="#br0" timeOffset="72721.14">8828 5530 16 0,'7'6'166'0,"-1"0"81"0,1 0 47 15,0-1-24-15,-1-2-80 0,-1 1-69 0,2-1-45 16,-1-1-33-16,2-1-18 0,-2 0 4 16,-1 1 6-16,3 0-1 0,-2-2 7 0,2 0 6 15,0 1-5-15,-2 0-10 0,2-1-9 16,2 4-7-16,-4-3-4 0,2 2-5 0,0 0 1 16,1-1 2-16,-2 2 0 0,-1 1-2 15,0-1-2-15,-1 0-1 0,3 0-3 0,-3 0 2 0,1-1-4 16,-1 1-13-16,1 1-42 0,0 0-99 15,-1-1-152-15,0 2-82 0,1-2 6 0,1 2 70 16</inkml:trace>
  <inkml:trace contextRef="#ctx0" brushRef="#br0" timeOffset="73041.35">9170 5685 181 0,'8'1'345'0,"-2"2"141"0,1 0 10 16,-1-2-169-16,-2 1-132 0,1 1-83 0,-2-1-61 15,2-1-32-15,-1 1-13 0,0 1 19 16,2-2 7-16,-1 2-5 0,1 0-2 0,-1-1-3 15,2-1-9-15,0 0-1 0,1-1-6 16,0 2 1-16,2 0 3 0,-1-2 25 0,1-2 4 16,-1 0-7-16,0 2-9 0,0-1-13 0,-1-2-23 15,0 1-55-15,-1 1-31 0,1-2-18 16,-3 2-8-16,1-1-3 0,2 1 5 0,-3-2 15 16,0 1 24-16,-1 1 35 0,3-1 24 15,-1 2 19-15,0-2 19 0,-1 2 15 0,1 0 3 16,-1 0-12-16,0 2 17 0,1-2 16 0,0 2 5 15,-1-1 4-15,0 1 2 0,0 1 0 16,0 0-6-16,2-2-4 0,-2 2-2 0,0 0 0 16,1 0 1-16,1 0 3 0,0-1-6 15,1 0-7-15,0 0-1 0,0 0-7 0,0-2-9 16,2 0-13-16,-1 0-22 0,-1-4-24 0,3 2-51 16,-3-2-73-16,-2 0-99 0,4 1-150 15,-2 0-86-15,-2-1 19 0,1 1 108 0,0 1 136 16</inkml:trace>
  <inkml:trace contextRef="#ctx0" brushRef="#br0" timeOffset="73240.89">9739 5664 60 0,'3'3'259'16,"1"0"140"-16,0 0 79 0,-2 2-31 0,1-1-100 16,-2 0-96-16,1 1-72 0,1-1-48 15,0 1-45-15,2 1-40 0,-2-2-20 0,2-1-9 16,3 0-5-16,-2-2-3 0,1 1-5 0,1-2-19 15,2 0-25-15,-2-2-24 0,2 1-57 16,1-2-47-16,0 1-96 0,0 0-168 0,0 0-77 16,-1-1 24-16,1 0 112 0,1 2 126 0</inkml:trace>
  <inkml:trace contextRef="#ctx0" brushRef="#br0" timeOffset="74401.97">10286 5863 61 0,'13'3'295'0,"-1"2"148"0,0-3 119 15,0 2-80-15,2-2-221 0,2 0-128 0,0 1-68 16,4-3-55-16,0 0-49 0,0-3-51 16,2 0-107-16,-1 0-188 0,1 0-95 0,-2-2 17 15,4 1 88-15,-3-2 124 0</inkml:trace>
  <inkml:trace contextRef="#ctx0" brushRef="#br0" timeOffset="74594.34">10996 5860 66 0,'20'0'274'0,"-3"1"128"16,0 1 104-16,-1 0-120 0,1-1-179 0,-1 0-97 15,3 1-49-15,-2 0-34 0,1 0-9 16,0 2-8-16,0-3-6 0,1 0-12 0,1 1 4 15,-2-2-8-15,2 0-13 0,0-2-20 16,0 1-38-16,0-4-80 0,0 3-171 0,-2-4-82 16,1 1 10-16,-1 1 75 0,-3-1 107 0</inkml:trace>
  <inkml:trace contextRef="#ctx0" brushRef="#br0" timeOffset="74777">11779 5903 198 0,'19'7'424'0,"-5"-3"167"0,-3 2 96 16,2 0-227-16,-3 0-219 0,2 0-116 0,-3-2-63 15,2 1-39-15,-1 1-33 0,-1-3-29 16,2 2-31-16,-3-2-31 0,2-2-46 0,-1 1-101 16,1 1-178-16,-1-3-88 0,-1 0 10 15,3 0 89-15,-1-3 135 0</inkml:trace>
  <inkml:trace contextRef="#ctx0" brushRef="#br0" timeOffset="74946">12191 5978 114 0,'16'4'295'0,"2"2"122"15,-4-1 56-15,0 0-144 0,0 1-126 0,0-1-81 16,-1-1-41-16,1 0-24 0,1 1-14 0,0 0-12 16,-2-4-5-16,4 2-7 0,-1 0-5 0,1-3-1 15,-2 2 1-15,2-2 0 0,-1-2-4 16,3 2-8-16,-3 0-20 0,1-3-31 15,-4 1-78-15,3 2-203 0,-5 0-126 0,1 0-27 16,-2 2 64-16,-2 1 119 0</inkml:trace>
  <inkml:trace contextRef="#ctx0" brushRef="#br0" timeOffset="75133.5">12871 6073 218 0,'24'3'441'16,"-5"0"165"-16,-2 0 94 0,-1 1-249 0,0 0-215 15,-2-2-111-15,0 3-61 0,-2-2-33 16,2 0-16-16,-3 0-7 0,0 0-8 0,3-1 0 16,-3-2-2-16,3 0-2 0,-3 0-5 15,2 0-15-15,0 0-29 0,0 0-39 0,0 0-56 16,0 0-94-16,1 3-156 0,-1-2-124 0,-2 1-13 16,3 0 88-16,-2 1 140 0</inkml:trace>
  <inkml:trace contextRef="#ctx0" brushRef="#br0" timeOffset="75309.61">13409 6154 137 0,'16'2'293'0,"-2"-2"128"16,3 1 17-16,-1 2-91 0,1-2-99 0,-2 3-61 15,2 0-46-15,-1 0-34 0,-2 1-33 16,2 1-23-16,-2-1-19 0,1 0-10 0,2 0-9 16,-3-1-5-16,3-2-4 0,-1 0-14 15,0 0-19-15,1-2-35 0,-1-2-33 0,1 0-43 16,-2 0-74-16,2 0-108 0,-1-2-119 0,0 4-8 15,0-3 68-15,-1 2 110 0</inkml:trace>
  <inkml:trace contextRef="#ctx0" brushRef="#br0" timeOffset="75467.12">14016 6232 103 0,'14'8'262'0,"-3"-2"106"0,1-2 8 0,-2 0-81 16,0 1-91-16,0-3-61 0,-4 2-43 15,3-1-29-15,-2-2-18 0,-1 2-18 0,-1-3-23 16,1 0-40-16,-3 2-107 0,-2-2-209 15,-1 0-89-15,0 0-7 0,-3-2 71 0,-3 2 120 16</inkml:trace>
  <inkml:trace contextRef="#ctx0" brushRef="#br0" timeOffset="77871.94">14136 5913 86 0,'3'-2'112'0,"-3"1"3"16,2-2-3-16,-2 3-10 0,0-2-5 0,2 1-1 15,-1 1 6-15,-1-1 1 0,0 1-3 16,0 0-2-16,0 0-1 0,0 0-3 0,0 0-9 16,0 0-7-16,0 1-11 0,0-1-7 15,2 1-13-15,-2-1-16 0,1 0-9 0,-1 0-8 16,0 0 1-16,0 0 11 0,0-1 19 0,0 1 25 15,0-1 25-15,0-1 17 0,0 0 15 16,0 0 2-16,0 0-1 0,0-1-11 0,-1 1-3 16,1-2-3-16,-2 4 2 0,2-2-2 15,0 2 1-15,-1-3 0 0,-1 1-7 0,2 1-10 16,0 1-16-16,0-1-15 0,0 1-18 0,0 0-17 16,0 0-13-16,0 0-4 0,0 0-6 15,0 0-2-15,0 0-3 0,0 0 2 0,0 0-1 16,0 0 3-16,0 0-2 0,0 0 14 15,0 0 14-15,2 0 24 0,-2 0 25 0,1 0 23 16,-1 0 23-16,0 0 3 0,2 0-5 0,-2 0-16 16,1 0-26-16,-1 0-24 0,0-2-23 15,0 2-12-15,0 0-12 0,0 0-6 0,0 0-1 16,0 0-4-16,0 0-1 0,2 0 1 16,-2 0 0-16,0 0 0 0,0 0 0 0,0 0 0 15,0 0 1-15,0 0 2 0,0 0-6 0,0 0 3 16,0 0 2-16,0 0 0 0,0 2 1 15,0-2-4-15,0 1 3 0,0-1-2 0,0 3 3 16,3 0-3-16,-3-1 0 0,0-2 1 16,0 4-2-16,0-2 4 0,0 1-2 0,1-1 0 15,-1 2-1-15,0-1 2 0,0 0-1 0,0 1-1 16,0-1 1-16,2 0 2 0,-2 0 0 0,1 2-2 16,-1-2 2-16,0 0-1 0,0 1-2 15,0-1 0-15,0 0 8 0,0 2 16 0,0-3 7 16,0 3 9-16,0 1 3 0,0-4 3 0,0 4-5 15,0-1-14-15,0 1-9 0,0 1-7 16,-1 0-5-16,-1-1-1 0,2 2-4 0,0 1-1 16,-1-2 1-16,1 0 1 0,-3 0-2 15,3 0 0-15,0-1-2 0,0-2 2 0,0 0-3 16,-2-1 0-16,2-2 3 0,0 1 1 16,0-1 1-16,0-1-1 0,0 0 3 0,-1 0 1 15,1 0-3-15,-2 0 4 0,2 0-2 0,0-1 1 16,-1 1-5-16,-1 0 1 0,2 0-2 15,-2 0-23-15,1 0-38 0,-1 0-62 0,-1-2-84 16,0 2-104-16,1 0-134 0,-1 0-218 16,0 2-183-16,-2-2-40 0,2 0 136 0,0 0 245 15</inkml:trace>
  <inkml:trace contextRef="#ctx0" brushRef="#br0" timeOffset="78183.63">14041 6036 68 0,'2'0'308'0,"-1"0"173"16,-1 0 143-16,2 3-101 0,-2-3-167 16,0 3-109-16,2-2-56 0,-2 3-24 0,0 0 0 15,1 0 14-15,-1 2 16 0,2 0 4 16,0 2-11-16,-1-1-10 0,2-1-23 0,0 2-22 15,0-1-9-15,0 1-10 0,1-1-11 16,-1-1-16-16,0 0-10 0,0-1-15 0,1-1-24 16,-1-1-16-16,0 0-12 0,3-1-3 0,-3-1 1 15,0-2-3-15,2-1 1 0,0-2 0 16,-2-1 4-16,5-1-3 0,-4-2-4 0,1 0 1 16,0-2 0-16,0 2 0 0,1-3-2 15,0 2-13-15,-1 0-43 0,-2 1-81 0,1-2-115 16,-1 4-181-16,-2-1-284 0,-1 5-220 0,2-4-87 15,-2 3 157-15,2 0 327 0</inkml:trace>
  <inkml:trace contextRef="#ctx0" brushRef="#br0" timeOffset="86666.91">4023 1630 152 0,'0'0'330'15,"2"2"141"-15,-2-2 51 0,0 0-129 0,1 0-112 16,-1 0-60-16,0 0-26 0,2 0-7 15,-2 0-4-15,0 0-9 0,0 0-16 0,2 0-20 16,-1 0-19-16,-1 0-27 0,0 0-27 0,0 0-15 16,2 0-18-16,-2 0-12 0,0 0-13 0,3 0-3 15,-3 0-2-15,3 0-5 0,1 0 2 16,-1 0 2-16,4 1 1 0,-2-1 0 0,2 2-1 16,1-2 0-16,1 1-1 0,0-1 2 0,-1 2-3 15,5-2 0-15,-4-2 0 0,3 2 16 0,0-3 24 16,1 0 13-16,0-1 20 0,1-1 17 0,-3-2 19 15,3 0-3-15,-3-1-7 0,0-4 2 16,0 0-10-16,-3 0-9 0,0-2-10 0,1-1-10 16,-2 0-9-16,-1-2-8 0,-1 3-3 0,-2-3-4 15,0 3-5-15,2-2 6 0,-4 1 10 0,-1 2 6 16,2-1 5-16,-2 4 7 0,-2-2 1 0,2 1-9 16,-4 1-14-16,2-1-11 0,1 1-8 0,-1-1-15 15,1 0-4-15,-1-2-7 0,2 1 2 0,0-1-5 16,0-1 2-16,0-1 1 0,0 1 0 0,2-5 6 15,-1 1-3-15,1-1 2 0,-1-2-5 0,4-2 2 16,-2 1-4-16,0-2-1 0,0 0 3 0,1-2 0 16,-1-1 4-16,2 0-5 0,-2 0 3 0,4 0-3 15,-2-1-1-15,0 1 1 0,0-2-1 16,0 2 6-16,-1 2-3 0,1 2-1 0,1-1-3 16,-1 2 3-16,0 2 1 0,0 3-1 15,-2 1-1-15,-1 3 6 0,-1 1 2 0,1 1-4 16,-2 2 3-16,-2 1 1 0,2 2-3 15,-1-3 4-15,-1 3-1 0,-1 1-3 0,-1-1 0 16,1-2-1-16,0 0 4 0,-2 0-5 16,-1-3-2-16,0 0 4 0,1-1-6 0,0 1 2 15,-1-3 2-15,1 2 7 0,-1-1 5 16,1 0 1-16,0 1 6 0,1-1-3 16,0 2 0-16,-2 0 0 0,3-1-5 0,-3 1 2 15,3 0 4-15,-1 1 2 0,1 1 0 0,0-2 4 16,0 3 7-16,-2-3 19 0,2 1 14 15,-2 0 12-15,1 0 4 0,0 3 4 0,-2-1-6 16,1 0-13-16,-1 3-18 0,-3-1-14 16,0 1-7-16,0 1-11 0,-2-1-3 0,1 2-3 15,-1 0 2-15,-3-1 1 0,1 0 3 16,-4 0-4-16,3 2-2 0,-3-3-1 16,-1 1-1-16,1 2 16 0,-2-1 7 0,1-2 8 15,-2 2 4-15,2-1 2 0,-1-3 0 0,3 3-14 16,-4 0-6-16,3-1-6 0,2-1 3 15,-2 2-6-15,1-1-3 0,1 1 0 0,0 0-4 16,-2-1 0-16,1 1-2 0,2 2-2 16,-2-2 3-16,0 2-4 0,2-1-3 0,-3 1-2 15,2 1 0-15,-2-1 0 0,1 1-2 0,0-1 1 16,0 2 2-16,-3-1-1 0,2 1 0 16,1 0-1-16,-3 1 3 0,3-1-1 0,-2 2 0 15,0-2 0-15,1 1 0 0,-2-1 1 16,3 2-3-16,-1-1 4 0,1 1-3 0,-1-2-1 15,-1 1 2-15,2 1-2 0,-1 0 3 0,-1 0-4 16,2 0 3-16,1-2 1 0,2 5 2 0,-3-4-3 16,3 1 0-16,0 1 1 0,1-3-1 15,-2 2-1-15,0 0 0 0,1-2 0 16,-3 0 1-16,2 0 2 0,0 0-1 0,0 0 1 16,-2 0-1-16,3 2 2 0,-2-1 0 0,0 0-2 15,-2 1-1-15,2-1-1 0,-2 1 2 0,1-1 0 16,-1 2 0-16,1-1 2 0,-3 1 0 15,0-2 2-15,3 1-5 0,-4-2-2 0,1 2-2 16,-2-2 1-16,1 0 1 0,1 0-1 16,-2 0 1-16,-1 1 0 0,1-1 2 0,-1 1 2 15,-1 1-2-15,-1-1 4 0,3 2 1 0,-2 1-1 16,1 0-3-16,-2-1-1 0,3 1 0 16,-1-1-3-16,0-1-2 0,3 1 1 0,0-1 2 15,-1 0-1-15,2-2 1 0,-1 2 1 16,0-2-3-16,0 0 2 0,-1-2 2 0,1 2-1 15,-2 0 1-15,-1-2 0 0,0 2 3 0,-2 0-3 16,-1 0 2-16,1 0 1 0,-3 2-2 0,3 0-1 16,-3-2 0-16,2 2-3 0,-3 1 2 0,1-2-3 15,0 0 3-15,-1-1 2 0,1 1 3 16,0 2 1-16,-2-1-4 0,2 0-1 0,-1 1-1 16,1-2 0-16,2 1-2 0,0-1-1 0,0 2 2 15,2-1 2-15,0 1 0 0,-1 0-1 0,0 0 1 16,2 0-1-16,-2 1-1 0,2 0 0 0,-1 1 0 15,2 0 0-15,-3-1-1 0,2 1 1 16,3 0 1-16,-2-1 1 0,3 3-1 0,0-3 1 16,-1 3-1-16,3-1-1 0,-1-2 1 0,-1 2 1 15,0-1 2-15,-3 1-2 0,-4-2 2 16,2 1-1-16,0-1 0 0,1 1-2 0,3-2-1 16,-2 0 2-16,2-1-2 0,3 0 1 15,-1 0 0-15,1 0 1 0,-1 1-1 16,1-1 2-16,2-2 2 0,-1 1-1 0,1 2 4 15,3-3-1-15,0 4-3 0,-1-4-2 16,2 0-2-16,0 3 1 0,1-2-1 16,3-1-2-16,-1 2 4 0,1-2 0 0,6 0-1 15,0 0 3-15,0 0-3 0,0 0 2 16,0 0-2-16,0 0-1 0,0 0 4 16,0 0-4-16,0 0 4 0,-6 1-3 0,6-1-3 15,-5 3 2-15,2 0-1 0,0 2 2 16,-2 1-3-16,3 1 1 0,1 2 2 0,-1 1 1 15,-1 0-6-15,3 3 4 0,-2-1-1 16,1 2 3-16,-2-1-1 0,3 0 2 16,-2 3 0-16,1-1-4 0,-1 0 1 0,-1 3 0 15,0-2 0-15,-1 4-1 0,1-1-1 16,0 4 2-16,-2 0 3 0,2 2-3 0,-1 2 1 16,-1-2 2-16,3 0 1 0,-1-3-1 0,0-1-1 15,1-2 4-15,-1 0-1 0,3-3 0 16,-2 1 0-16,1 0-1 0,-1-3 1 0,2 2-3 15,-1-2-2-15,-1 2 0 0,2-1 2 0,0 0 1 16,0 2 0-16,-3-1 1 0,3 0 0 0,0 1-2 16,3 2-1-16,-3-2 3 0,0-1-3 0,3 3-1 15,-1-1 0-15,-1 0 4 0,3 1 0 16,-3 1-2-16,2-1 0 0,2 2 0 0,-3 1 1 16,1 2-3-16,-1-1 0 0,-2 1 2 0,1 0-2 15,2 1 0-15,-3 3 2 0,2-1 2 0,-2 0-2 16,1 0-1-16,-1 0 4 0,0-2-1 15,2 0 2-15,-2 0-5 0,3-3 2 0,-1-2-2 16,-1-2-3-16,2-3 0 0,-1-2 1 16,3-1 1-16,-2-3-3 0,-1 0 5 0,1-3 0 15,1 0 3-15,-2 0-1 0,-2-6-2 0,0 0 2 16,0 0-2-16,0 0-6 0,0 0-44 16,0 0-58-16,-3 5-62 0,0-1-108 0,3-4-152 15,-3 6-222-15,3 2-264 0,0-1-221 16,-2 2-130-16,1 0 187 0,-1 0 435 0</inkml:trace>
  <inkml:trace contextRef="#ctx0" brushRef="#br0" timeOffset="88954.08">10198 5853 35 0,'-7'-11'518'16,"-2"3"464"-16,-4-2 243 0,2 3-51 0,-3-1-333 15,3 3-231-15,-2 1-138 0,2 1-102 0,0 2-68 16,1-1-50-16,1 2-52 0,1 2-67 0,2-1-57 15,1 0-31-15,-1 4-18 0,4 1-13 16,-1-1-5-16,3 3-6 0,3 2-2 16,3 1-2-16,-1 3-1 0,3 0 1 0,2-1-3 15,2 0 1-15,1 0 3 0,1-3 0 0,0-1 0 16,2-3-1-16,-2-1 0 0,2-4 0 0,-2-4-1 16,2-1 3-16,-3-4 1 0,0-1 2 15,-1-4-7-15,-2-2 0 0,-1-1 0 0,-1-1 3 16,-3-1 5-16,0 0 9 0,-4 1 18 15,2 0 13-15,-3 3 10 0,-3-1 3 0,0 1 2 16,-2 2-4-16,-1 2-6 0,-2 0-8 0,-1 5-8 16,0-1-7-16,-3 4-7 0,1 2-7 15,0 3-4-15,-2 5-4 0,2 2-5 0,3 5 0 16,-1 0 0-16,2 2-1 0,1 2-1 16,3 2 0-16,1-1 1 0,2-1 4 0,0-1 2 15,2-2 2-15,-1 0 0 0,1-4 0 0,1-2 0 16,0-2-5-16,1-2-3 0,-1-2-1 0,2-3 1 15,-1-2 1-15,-1-2 0 0,0-1 0 16,-1-4-3-16,-2-2-2 0,0-1 0 0,-2 1-1 16,1-1 0-16,-2 2 0 0,-2-1 4 15,-1 1 2-15,1 2 6 0,2 2 2 0,-2-1 1 16,3 2-1-16,-1 0-2 0,2 2-4 0,1 2-15 16,1 2-18-16,2 4-33 0,2 2-73 15,0 1-75-15,2 1-135 0,2 4-229 0,0-1-314 16,3 0-337-16,1 0-221 0,-1-1-52 15,-1-2 497-15</inkml:trace>
  <inkml:trace contextRef="#ctx0" brushRef="#br0" timeOffset="108855.28">17154 183 160 0,'0'1'393'0,"2"1"179"0,-2-2 130 16,0-2-165-16,0 2-141 0,0-1-64 16,0-1-24-16,0 2-7 0,0-1-27 0,2 1-40 15,-2 0-43-15,0 1-38 0,1-1-36 16,-1 2-28-16,0-2-10 0,0 1-1 0,0 1-5 15,0 0-10-15,0-1-6 0,0 2 10 16,0 1 11-16,0 3 2 0,0 1 4 16,0 1-2-16,0 0 1 0,2 1-10 0,0 3-12 15,-2-1-7-15,0 1 5 0,0 2 18 16,1-1-2-16,-1 4-6 0,0 2-3 0,0 0-4 16,0 3-16-16,3 1 12 0,-3 1 16 0,3 2 11 15,-1 0 2-15,-1 2-6 0,-1-2 2 16,2 4-34-16,-1-4-11 0,1 3-10 15,-2 2-5-15,2 1-4 0,-1-2-6 0,1 2 0 16,-2-2 10-16,1-2 4 0,-1 0 4 0,0-1 6 16,0 0 4-16,0 0 1 0,0 0-16 0,0 2-7 15,0-3-5-15,-1 0-5 0,-1 2 6 0,2-1 4 16,-1-1 0-16,-1 4 0 0,2-2-1 0,-2 0 0 16,1 2-7-16,1-1-4 0,-2 2-1 0,2-4-2 15,-1 1 4-15,1 2 5 0,0-2-6 0,-2-1-3 16,2 2-1-16,0 0 0 0,0-3-7 0,0 2-6 15,0-1 5-15,2-1 3 0,-2 0 0 0,1 0 1 16,-1-1 0-16,3-1 1 0,-1 1 1 16,0-4 1-16,-1 2 0 0,2-1 1 0,-1 0-1 15,1 0-1-15,1 0 0 0,-3-1-1 0,1 1 0 16,-1 2-1-16,1-2 0 0,2 2 0 0,-2-1 6 16,1 2 4-16,-1-1 1 0,1 2 1 0,0-2 0 15,-1-2 1-15,1 4-6 0,-1-4-3 16,1 2 0-16,-2-1 0 0,1 2 1 0,1-1 1 15,-2 2 0-15,1 0-1 0,-1 2-6 0,-1-2-3 16,0 1 8-16,2-1 1 0,-2 2 4 0,0-1 0 16,0 2 5-16,0-3 4 0,0 2-1 0,0-1-1 15,0 1 2-15,0-3-3 0,0 2 1 16,0-1-1-16,2-2-6 0,-1 2-6 0,-1-1-4 16,2 2 0-16,0-3-1 0,-2 1-2 0,1 2 2 15,-1 1 2-15,0-2 2 0,2 3 1 16,-2 0 1-16,1 0 1 0,-1 2 2 0,0-1-2 15,2 2-1-15,-2 0 1 0,0-2-1 0,0 3-2 16,2-3-1-16,-2 2 1 0,0-1-2 16,1-1 0-16,-1 2 1 0,0 1 0 0,2-2 0 15,-2 0-1-15,1 2 1 0,-1-1-1 16,0 2 1-16,2-1 0 0,-2-1 2 0,0 2 1 16,2-3 0-16,-2 2 3 0,2 1 0 0,-2-2 0 15,0 0 0-15,0 1 0 0,2-1 0 16,-2 0 0-16,0 0-1 0,0 1-2 0,0-1 0 15,0-2 0-15,0 3 0 0,-2 0-1 0,2-1 1 16,0 0 0-16,0 2 0 0,-2-1 0 16,0 1 1-16,2 0 1 0,0 1 2 0,-2-1 0 15,2 0 0-15,-1-1 1 0,1 1-2 0,-2-1 0 16,2 2-1-16,0-3 0 0,0 2 0 16,0-2-2-16,-1 0 0 0,1 1-1 0,0-2-1 15,0 0 0-15,0 2 0 0,0 0 0 0,0-1 0 16,0 2 0-16,0-1 0 0,0 2-1 15,-2 0 0-15,2 0 0 0,0-1 1 0,0 4 1 16,0-3 1-16,0 3 0 0,0 0 0 16,0 0 0-16,0 0-1 0,2 0 0 0,-2 0-2 15,0-2 1-15,1 3-1 0,-1-2 1 0,0 0 0 16,2-1-1-16,-2 0 0 0,1-2 0 0,-1 3-2 16,0-2 1-16,0 3-1 0,0-2 0 15,0 1 3-15,0 1 1 0,0 1 2 0,0 2-1 16,0 2 2-16,-1 0 0 0,1 5-3 15,-2-1 0-15,2 1-1 0,0 1 0 0,-1 1 0 16,1 0-1-16,0 0 0 0,-2-1-2 0,2-1 2 16,-2 0 1-16,2 1 0 0,0-3 2 0,0 3 0 15,-1-1 1-15,1-2 0 0,-2 0-2 16,1-2 1-16,1 1-3 0,0-2 1 0,-2-4-1 16,2 1 0-16,0-4 0 0,0-1-1 15,0-1 0-15,2-1-1 0,1 0-1 0,0 1-3 16,2 1-5-16,2 3-3 0,1 1-4 0,0 1-8 15,0 2-13-15,3 1-25 0,-3-3-54 16,0-2-62-16,-3-6-74 0,-2-4-139 0,2-7-214 16,-5-6-297-16,-6-8-242 0,-4-7-206 15,-3-10-13-15,-6-8 465 0</inkml:trace>
  <inkml:trace contextRef="#ctx0" brushRef="#br0" timeOffset="111760.76">1166 7432 74 0,'0'0'324'0,"0"0"169"0,0 0 141 16,0 0-84-16,0 0-181 0,0 0-94 15,0 0-57-15,0 0-30 0,0 0-28 0,0 0-28 16,0 0-32-16,0 0-39 0,0 0-28 16,0 0 12-16,0 0 28 0,5-1 53 0,3-2 44 15,1 3 28-15,3-2 36 0,2 1 8 16,3 1-18-16,5 0-39 0,1-1-29 0,2-1-33 16,0 0-37-16,2 1-37 0,-2-1-18 0,2-1-14 15,1 0-11-15,0-1 5 0,0 0 2 0,2-2 11 16,2 2 4-16,4-3 2 0,-3 2-4 0,2-2 3 15,1-1-1-15,1 0-6 0,-1 1-7 0,3-2-2 16,-1 2 2-16,0-2 25 0,2 0 15 0,-1 0 2 16,1 0 6-16,-2 1 2 0,0 0-2 15,3 1-27-15,-3 0-19 0,3 1-13 0,0 1-6 0,-3 0-9 16,3 1 0-16,2-1-6 0,-4 3 7 16,4-4 4-16,-2 4 0 0,0-1 11 0,1 0-6 15,0 2 8-15,-1-2 6 0,-1 1 7 0,4-1-1 16,-3 0-4-16,2 2 4 0,1-3 0 0,-1 2-7 15,1 0 5-15,2 1-13 0,0-2-3 16,1 1-4-16,0 0-7 0,1 0-3 0,3-1-4 16,-4 1 8-16,4-1 8 0,-2 2 13 0,0-2 10 15,1 0 1-15,-2 0-4 0,2-2-2 0,1 0 1 16,-2 3-14-16,0-4 0 0,0 4-1 16,3-4 2-16,-1 3 4 0,2-1-5 0,0 0-9 15,2 2-11-15,0-2 5 0,-1 2 7 16,2-1-1-16,-1 0 5 0,2 0 13 0,0 2 2 15,-1-1-15-15,1 0 0 0,-1 1 9 0,-1-1-4 16,1 2-1-16,0 0 1 0,1 2 9 0,-1-1-7 16,1-1-7-16,3 4 1 0,-2-3 1 15,-1 2 1-15,2 3-4 0,-1-2 1 0,0 0-5 16,1 3-4-16,-2 0 5 0,0 0 0 16,0 2 8-16,1-1 1 0,1 1 8 0,3-1-4 15,-1-1-1-15,-1 0 0 0,2 1-6 0,0-2 0 16,-1 0-8-16,1-1 2 0,0 1-8 0,-1-1 0 15,-1 1 3-15,2-1 6 0,0 1 9 16,1 0 0-16,0 0 5 0,2 0-3 0,3 0-3 16,-1 2-7-16,2-1 1 0,-1 1-7 15,0 3-2-15,0-3-1 0,0 3 7 0,-2-2-1 16,2 1 5-16,2-1 8 0,0 0 3 0,0-1-1 16,2 0-2-16,-1 1-4 0,1-2-6 0,0 0-4 15,-1 0-2-15,1-3-5 0,-2 1 1 16,2 0 7-16,-2-2 4 0,3 2 1 0,-1-1 4 15,2 0 4-15,-2 1-2 0,1 2-6 16,1-1-5-16,-1 0-6 0,1 1 2 0,-1 0 4 16,-3 1 2-16,2 0 4 0,-2 0 1 0,1 0 4 15,3-1-1-15,-1-2-5 0,0 3 1 0,1-1-3 16,-1-3-2-16,0 1 4 0,1-1-5 16,-3-1 0-16,2 2 4 0,-2-2 5 0,-1 0 4 15,3 0-5-15,1-1 7 0,0 1-4 0,2 1-3 16,-2-2-7-16,2 0-4 0,-3 1-1 15,1-1 3-15,0 1 9 0,-1-2-3 0,3 2 3 16,-2 0 6-16,1-1 0 0,1-2-8 16,-2 2-2-16,3 2 1 0,-2-3 3 0,2 0-10 15,-2 2 7-15,-1-1 3 0,0 2-3 0,-1-2 0 16,4 0 0-16,-1 1 7 0,3 0-4 0,-1 0-3 16,2 0 0-16,-1 0-6 0,1-1 1 15,-2-1 1-15,0 0 1 0,3-1 3 0,-2 0 5 16,1 0 2-16,2 0 4 0,1 0-4 15,1 0-2-15,-1 0-8 0,1 2 0 0,-1-2-1 16,0 1 1-16,-1 1 2 0,1-1 6 0,0 2 3 16,4 0-2-16,-1-1-3 0,-1-1-3 15,1 2-3-15,-1-1-3 0,0 1 1 0,-1 0 5 16,0 0 2-16,1 1 2 0,2 0 1 16,0 2 1-16,-1-1 1 0,2 3-7 0,-2-1-2 15,0 3-1-15,1-3 3 0,-3 3 0 0,2 1-2 16,1 0 6-16,-1 0 7 0,1 3-2 0,-1-2-5 15,1-1-3-15,0 2-7 0,0-1-1 16,0-1-3-16,-3-1 4 0,1 2 6 0,3-2 8 16,-1 1 5-16,2-1 2 0,-1 1-7 15,1-3-8-15,1 2-5 0,-3-1-3 0,2 0 3 16,-1 0 0-16,1-2 4 0,2 2 7 0,1 0 3 16,1 1-1-16,2-2-7 0,0 3-8 0,0-2 8 15,0 0-3-15,2 1 1 0,-1-2 0 16,5 1 6-16,-1-3 3 0,1 5-10 0,1-4 0 15,-2 0-4-15,1 0 0 0,1 0 3 16,0 0 4-16,0 1 3 0,2-2 1 0,2 1 0 16,2-1-5-16,-3 2 1 0,3-3 0 0,1-1 3 15,0 2 4-15,3-3 2 0,2-2 0 16,0 1-4-16,1-2-1 0,2 0-2 0,0-2 0 16,2 1 4-16,0-2 7 0,2 0 0 0,3-2 1 15,-1 3 3-15,0-3 0 0,2 1 1 16,3 2-1-16,0-3 1 0,2 2 0 0,0 1-4 15,-1 0-2-15,2-1 1 0,-1 0 1 0,1 0-1 16,1-1 0-16,3 1-2 0,-2-1 2 0,0 1 2 16,3 1-3-16,-1-3 0 0,2 0-1 15,1 1-1-15,1-1-1 0,-3 1-5 0,3 0 0 16,-3-1-1-16,4 1-1 0,0 2-2 0,-1-2-1 16,-2 2 2-16,2 0 1 0,1 0 1 15,-1 0 1-15,2 0 0 0,-3 1-1 0,2 1-1 16,-1-2-1-16,-1 1-1 0,0-1 2 0,2 1 0 15,0-3-4-15,0 3 1 0,0-2 4 16,1 2 5-16,1-2-2 0,0 0 2 0,-4 0 20 16,1 1 10-16,-1 0 2 0,-1 0-1 0,-1 0 2 15,3 1-2-15,-2-2-18 0,-1 1-11 0,1 1-3 16,-2-2-4-16,0 0-1 0,1 1 0 16,-3 0 0-16,1-1-2 0,-2 1-2 15,-1 1 1-15,-1-4 0 0,1 3 4 0,-3-1-3 16,-1 0-1-16,-3-1 1 0,0-1-1 0,-4 2 1 15,-2-3-4-15,1 2 3 0,-3-2 4 0,1 0-4 16,-4 0-4-16,-3 0 1 0,-3 0 10 0,-4 2-7 16,-1-1-4-16,-4 1 0 0,1 2 3 15,-6-2-5-15,-5 2 4 0,-1-1 6 0,-4 1 2 16,-3 1 4-16,-4-2 2 0,-3 3 4 0,-4-3-5 16,0 1-8-16,-6 1-3 0,-2-1-4 0,-2-1-3 15,-2 1-4-15,-5 0-2 0,-4-1 6 16,-1 1 4-16,-6 0 2 0,-3 0 1 0,-2 0 1 15,-4 1 7-15,-2 0 3 0,-6 1 3 0,-1 1-2 16,-2-1-1-16,-5 1 1 0,-1 1-7 0,0 0-3 16,-4-1-4-16,-5 0 0 0,0 1-5 0,-2 1-42 15,-4-1-72-15,-4 3-106 0,-4 0-226 16,-6 4-294-16,-5-2-349 0,-8 1-318 0,-8-1-143 16,-8 1 379-16,-13-1 714 0</inkml:trace>
  <inkml:trace contextRef="#ctx0" brushRef="#br0" timeOffset="113663.88">2758 2254 31 0,'0'-2'277'0,"0"1"170"15,0-2 162-15,0 1-18 0,-1 1-116 0,-2-2-70 16,3 2-15-16,0-1 9 0,0-1-6 0,0 2-14 15,0 1-41-15,0-2-60 0,0 1-43 0,3 1-40 16,-2 0-4-16,-1 0-3 0,0 1-1 0,0-1-3 16,0 2-14-16,0-1-6 0,0 2-28 0,0 3-30 15,0 0-28-15,0 5-14 0,0 1-12 0,0 3-20 16,2 1-14-16,-2 5-5 0,3 2 1 0,-3 1-5 16,3 3-1-16,-1 1-1 0,0 1 0 0,1 2 0 15,0 0 6-15,0 1 6 0,-1 1 2 16,1 0 3-16,1 2 1 0,0-2-2 0,-1 1-8 15,0-2-7-15,0-1-4 0,0 0-4 0,2-5 1 16,-2-1-1-16,2 0 0 0,1-3 0 0,-3-2 2 16,2-3-2-16,2-1-1 0,-1-1-1 0,0-5 7 15,2 1 5-15,0-3 0 0,-1 0 2 0,3-3 3 16,-2 1 3-16,2-4-8 0,1 1-2 0,-2-3-1 16,3 0 0-16,0 0-4 0,-1-4 1 0,2 2 3 15,1-3-1-15,-1 3-7 0,1-4-3 0,2 0 0 16,-1 1-1-16,3-1-3 0,-1 2-1 0,1 0 6 15,2-2 5-15,2 1 0 0,-2-1 0 0,2 0 1 16,0 2-2-16,-2 0 0 0,1-2-1 0,1 1 1 16,0 3-1-16,-3-3 0 0,0 1 0 0,0 1-1 15,-5 2 0-15,1-3 0 0,-3 4-2 0,-1-1-1 16,0 1 0-16,-5 1-14 0,-1 1-40 0,0 0-65 16,-5 2-91-16,-2-1-151 0,1 0-254 0,-4 2-316 15,-1-3-297-15,-2 1-202 0,-2-3 115 16,1 0 551-16</inkml:trace>
  <inkml:trace contextRef="#ctx0" brushRef="#br0" timeOffset="114022.67">3261 2710 218 0,'12'2'458'0,"-2"-1"223"15,3 2 162-15,4 2-193 0,-2 0-103 0,3 1-67 16,2-2-44-16,0 2-66 0,2-2-50 16,-1 2-73-16,4-1-66 0,-1 1-42 0,3-2-15 15,-2-1-3-15,-1 2-20 0,3-3-4 0,-2 0-9 16,-3 1-13-16,2 0 10 0,-5 0-2 0,0 0 32 16,-3 2 10-16,-1 0 11 0,-5 1 10 0,-2 4-20 15,1-1-6-15,-6 3-26 0,-3 1-8 0,0 2-10 16,-4 3-12-16,-4 0-4 0,0 1-5 0,-3 4-9 15,-3-2-12-15,-2 2-7 0,-3-3-6 0,1 4-12 16,-4-4-6-16,0 1-4 0,0 0 2 0,1-2-1 16,-1-3-1-16,2-1 0 0,4-3-2 0,-1-2-2 15,2-3-10-15,3 2-22 0,1-7-50 0,1 0-72 16,2-4-119-16,2-3-202 0,3-1-298 16,3 2-333-16,0-5-303 0,3 1-143 0,0 2 377 15,3-1 659-15</inkml:trace>
  <inkml:trace contextRef="#ctx0" brushRef="#br0" timeOffset="127586.67">5252 2438 148 0,'1'-4'382'15,"-1"2"186"-15,0-1 161 0,0 2-111 0,0-2-84 16,0 3-29-16,0-1 7 0,0-2-25 0,0 3-58 16,0-2-58-16,0 2-50 0,0 0-46 0,2 0-56 15,-2 0-25-15,0 0-23 0,0 2-30 16,0-2-35-16,1 3-33 0,1-2-10 0,1 3-13 15,-1 3-5-15,4 3 0 0,-1 2-2 0,0 3 6 16,4 3-9-16,-4 2-5 0,3 1-4 0,-2 1-5 16,2 2-1-16,-2 2-7 0,-1 1-5 0,2-1-3 15,-3 2-2-15,1 0 0 0,0 3-1 16,-2-4-1-16,-2 3 0 0,1-4 0 0,0-1-1 16,-1-1 4-16,-1-2 3 0,0-3 2 0,0-1 2 15,0-5-2-15,0 0 2 0,2-4-8 0,-2-2-4 16,0-1-4-16,0-1-2 0,0-1 0 0,0-2 0 15,3-1 0-15,0-2 0 0,2-2 1 0,1-3 1 16,2-3 1-16,3-3-4 0,-1-1 3 16,4-3 0-16,-1-2 1 0,2 0-1 0,0-3 2 15,0 1-2-15,0 1-5 0,0 0-3 0,-2 0-1 16,1 0-1-16,-3 1-2 0,1 3 4 0,-3 0 4 16,-1 2 4-16,0 2 0 0,-2 2 10 15,-1 0 10-15,-2 2 14 0,0 2 10 0,-3 1 3 16,-2-1 3-16,-1 3-8 0,-1 0-7 0,-1-1-11 15,-1 3-4-15,-1 1-3 0,-1 3-2 0,-1 0 0 16,1 3-3-16,-2 4-6 0,1 2-9 16,1 2-3-16,0 2-3 0,0 1 3 0,3 3 3 15,-1 0 6-15,3 0 2 0,2 0 1 0,-1-1 0 16,2 0-5-16,2-2-2 0,1-1-2 0,0-3 1 16,1 3-2-16,1-7 0 0,0 1 1 0,0 0 0 15,1-4 0-15,-1 1-1 0,4-3-6 16,-2 0-8-16,-1-2-16 0,4 0-27 0,-3-2-57 15,1-1-65-15,0-1-70 0,-3 0-120 0,4-4-182 16,-4-1-295-16,3-1-241 0,0-2-205 0,3-1-69 16,-3-2 365-16,3-1 536 0</inkml:trace>
  <inkml:trace contextRef="#ctx0" brushRef="#br0" timeOffset="127949.62">5832 2674 389 0,'0'2'852'0,"-3"1"300"0,0 1 33 16,-2 2-297-16,2 1-257 0,-2 3-167 0,2 0-93 16,1 2-60-16,-2 2-58 0,2-1-44 15,2 2-58-15,-1 0-53 0,1-1-44 0,1 1-25 0,-1-5-16 16,5 1-6-16,-2-4-6 0,0 1-3 16,2-4-1-16,1-2 0 0,1-4 4 0,0-4-2 15,3-3 1-15,-2-4 1 0,2-2 2 0,0-2-2 16,0-2-3-16,1-2 0 0,-2 3 3 0,1 1 0 15,-4 4 2-15,-1 2-2 0,1 1 1 16,-1 4 1-16,-2 1-5 0,-1 2 2 0,1 3 0 16,0 2 3-16,1 4 2 0,0 1 0 0,-1 3 4 15,0 4-2-15,0 2 1 0,1 0 1 0,-1 0-3 16,2 2 1-16,-2 0-1 0,2-1 0 16,-2-1-5-16,1 1 0 0,1-4 3 0,-2 1 4 15,2-6 0-15,-2 2-27 0,2-4-53 0,-2-2-51 16,-1-2-53-16,2-5-104 0,-4-3-175 0,2-4-241 15,-2-1-232-15,0-3-228 0,0-2-178 16,0-4 200-16,0-2 510 0</inkml:trace>
  <inkml:trace contextRef="#ctx0" brushRef="#br0" timeOffset="128522.99">6109 2215 15 0,'2'-1'370'0,"-1"0"320"16,2-1 302-16,-3 0 68 0,2 2-248 0,-1 0-218 16,1-2-149-16,-1 2-99 0,-1 2-69 0,2-2-21 15,0 4 4-15,-1 0-6 0,1 3-18 0,1 4-21 16,0 2-36-16,-1 3-47 0,1 6-48 0,-1 0-30 15,2 5-17-15,-1 5-8 0,2-3-1 16,-2 7-6-16,2-2-3 0,0-1-3 0,1 0-5 16,2-1-4-16,0-1-4 0,2-1-2 0,0-2-1 15,2-2 5-15,0-3 2 0,2-1 0 0,-1-2 0 16,1-4 1-16,-1-1-2 0,1-3-5 0,-1-3-2 16,0-1-2-16,-1-3-1 0,-1 0 1 0,-1-4-1 15,1-2-1-15,-2-4 1 0,-1-1 0 16,0-1 2-16,0-4 1 0,-2 2 2 0,-1-3 0 15,3 3 2-15,-5 2-1 0,2 1 0 0,-2 0-3 16,0 2-1-16,0 1-6 0,-1 3-4 0,3 3 0 16,0 3 0-16,1 1 4 0,-2 3 6 0,1 4 9 15,0 2 3-15,0 2 2 0,1 2-3 16,0-4-14-16,1 1-77 0,-3-4-73 0,1-4-153 16,0-3-280-16,1-4-321 0,0-4-380 0,-1-5-243 15,0-4 11-15,0-3 668 0</inkml:trace>
  <inkml:trace contextRef="#ctx0" brushRef="#br0" timeOffset="128681.07">6539 2487 153 0,'-10'-17'776'0,"1"7"495"15,-2-1 162-15,3 4-131 0,0 1-432 16,3 2-333-16,-2 1-174 0,2 1-107 0,0 0-93 16,3 1-78-16,1 1-44 0,-1 0-24 0,2 0-50 15,2 0-74-15,-1 1-80 0,1-1-143 16,0 2-292-16,-1-2-330 0,4-2-315 0,1 1-198 15,2-2 95-15,-2-4 601 0</inkml:trace>
  <inkml:trace contextRef="#ctx0" brushRef="#br0" timeOffset="129199.74">6656 2128 33 0,'-2'0'484'0,"2"2"432"0,0 0 256 16,-3 5-19-16,3 2-357 0,-1 3-257 0,2 4-119 15,1 4-61-15,1 7-45 0,0 2-46 0,2 8-39 16,3 3-38-16,-2 5-57 0,4 2-52 16,-1 2-32-16,2 0-17 0,0-4-14 0,5-1-9 15,-2-6-6-15,3-2-2 0,1-8-5 0,1-4 0 16,-3-6 3-16,4-4 2 0,-2-5 1 0,-2-5 0 16,-1-4 2-16,-4-4 0 0,-1-5 2 0,-1-3 0 15,-4-2 1-15,-2-2 2 0,-3-1 8 16,0-1 8-16,-5 0 3 0,-1 1 3 0,-1 1 2 15,-3-1-2-15,0 3-5 0,-2 1-9 0,2-2-5 16,-1 5-5-16,0-3-4 0,3 2-2 16,0 4-2-16,3-1 0 0,-2 2-3 0,4 3-1 15,-1 1 0-15,3 2 0 0,1 0 0 0,0 4-1 16,1 0 1-16,1 2 1 0,1 2 0 0,0-3-1 16,3 5 1-16,-1-3 0 0,0 1 1 0,1 0 0 15,1 1 2-15,2-2 1 0,-1 0 0 16,0 2 1-16,0-3-2 0,1 2 0 0,1-2-1 15,-2-2-1-15,3 0 1 0,-2 1-1 0,-1 0 1 16,0-4 0-16,3 1 1 0,-4-2 0 16,1-2 0-16,-2-2 1 0,3-1 0 0,-4-1 0 15,1 0 0-15,-1-2 2 0,-2 1-2 0,-1 0-1 16,1-1 1-16,-3 3 0 0,1-1-1 0,-1 0 4 16,0 3-5-16,0 1-7 0,0 0-19 0,0 2-27 15,0 0-46-15,2 3-56 0,1 1-49 16,0 0-44-16,2 0-61 0,0 1-84 0,3-2-105 15,1-2-175-15,2-1-237 0,1-1-220 0,3-3-51 16,4-4 250-16,0-3 422 0</inkml:trace>
  <inkml:trace contextRef="#ctx0" brushRef="#br0" timeOffset="129502.65">7295 2428 348 0,'9'-9'911'0,"-2"2"446"0,-3 2 117 0,-4 5-302 16,-3 1-357-16,-3 4-273 0,-1 3-152 0,-1 3-116 15,-2 2-101-15,0 3-63 0,0 2-39 0,0 2-23 16,3 0-17-16,2 2-12 0,2-1-8 0,0-1-5 15,3 0-5-15,3-2-1 0,2-1-2 0,1-2-2 16,2-4 1-16,3-3-5 0,-1-3-6 16,2-4-6-16,1-4-6 0,-2-2-6 0,3-5-6 0,-2-3 0 15,0-4 5-15,-1 1 2 0,0-5 8 16,0 3 6-16,-1-2 5 0,-2 4 5 0,1 1 2 16,-3 1 5-16,-1 4 2 0,-2 0 1 15,1 4 3-15,-3 2 0 0,1 1 2 0,-2 3-2 16,0 3 1-16,0 3-2 0,0 3-1 0,0 4-2 15,1-1-2-15,1 4-1 0,0-1-2 0,2 4-7 16,-1-2-35-16,0 2-71 0,2-1-63 0,0-2-115 16,0 2-180-16,1-5-315 0,2 0-302 0,0-1-217 15,2-3-132-15,2-3 316 0,-1 0 579 16</inkml:trace>
  <inkml:trace contextRef="#ctx0" brushRef="#br0" timeOffset="129698.95">7785 2507 106 0,'-2'-8'654'16,"-1"3"449"-16,0-1 133 0,-2 0-115 0,-1 3-415 15,4 0-304-15,-2 0-175 0,0 1-98 0,1 2-52 16,3 2-34-16,0 1-20 0,0 2-16 0,3-1-10 16,-1 5-17-16,1-3-43 0,0 1-67 0,-1 3-92 15,0-3-117-15,1-1-112 0,-2 0-141 16,4 0-222-16,-4-2-133 0,1 0 28 0,-1-2 218 0,1 0 250 15</inkml:trace>
  <inkml:trace contextRef="#ctx0" brushRef="#br0" timeOffset="129826.56">7810 2455 91 0,'-2'2'346'0,"-4"-2"170"0,3 1 128 16,0 1-121-16,-2 1-211 0,2 0-158 0,1 0-118 15,-3-1-107-15,4 3-172 0,-1 0-224 0,-2-1-98 16,4 0 15-16,0 3 113 0,0-3 166 0</inkml:trace>
  <inkml:trace contextRef="#ctx0" brushRef="#br0" timeOffset="130011.72">7774 2526 141 0,'0'4'523'0,"0"2"379"0,-2 0 236 16,-1 0-161-16,0 2-235 0,1-1-141 0,-1 1-91 15,2 3-74-15,-1 2-80 0,0 2-63 16,2-2-47-16,0 3-61 0,0 2-68 0,2-1-51 15,1 1-29-15,2-2-15 0,1 2-11 0,0-2-7 16,2-3-3-16,0 1-6 0,0-4-52 0,3-2-72 16,-3-1-117-16,0-5-199 0,3 1-299 0,-3-3-354 15,0-3-290-15,2-2-132 0,-1-1 385 0,0-2 643 16</inkml:trace>
  <inkml:trace contextRef="#ctx0" brushRef="#br0" timeOffset="130321">8163 2550 464 0,'6'7'1023'0,"3"5"366"15,-4 5 33-15,0 4-314 0,0 4-382 16,-2 7-242-16,-1 2-124 0,-2 7-101 0,-2 3-89 16,0 5-57-16,-1 1-36 0,0 3-23 0,0 3-20 15,0-1-12-15,-1 0-10 0,0-6-10 0,4-3-24 16,0-5-54-16,0-7-81 0,2-7-149 15,-4-6-269-15,2-6-320 0,0-10-382 0,0-6-325 16,0-9-11-16,-2-8 667 0</inkml:trace>
  <inkml:trace contextRef="#ctx0" brushRef="#br0" timeOffset="130498.77">8155 2377 315 0,'-5'-16'1237'0,"-3"7"448"16,2 3-207-16,-2 6-337 0,3 4-466 15,-4 3-298-15,4 5-186 0,2-1-87 0,1 3-43 16,2 2-24-16,5-1-15 0,3 2-12 0,1 1-12 16,4-3-67-16,3 1-72 0,1 0-165 0,1-4-277 15,4 1-314-15,0-1-388 0,2-2-264 16,1-1 36-16,2-1 707 0</inkml:trace>
  <inkml:trace contextRef="#ctx0" brushRef="#br0" timeOffset="130811.02">8518 2530 456 0,'-12'5'1534'0,"-1"1"321"0,-4 3-347 16,-1 1-380-16,-1 1-448 0,1 4-319 0,0 0-148 16,1 1-76-16,4-1-39 0,-1 2-28 15,6-2-23-15,3 0-19 0,4 1-11 0,2-3-9 16,4 0-5-16,6 2-2 0,0-5-2 0,5-2-1 16,1-2-2-16,4-5-3 0,-2-2-5 0,3-5-7 15,1-4-7-15,-2-6-7 0,1 0-5 16,0-2 0-16,-4-2 4 0,1 0 7 0,-2 4 6 15,-4-1 8-15,-2 6 5 0,0 0 3 0,-3 4 3 16,-2 3-1-16,1 0 4 0,0 4 1 0,-2 4 2 16,1 2 1-16,-1 4 1 0,0 3-1 0,0 3-2 15,1 3 0-15,-1 0-1 0,0 2-2 16,-1-3-3-16,1 4 0 0,3-5-15 0,-4 1-39 16,1-2-82-16,0-3-141 0,-2 0-260 0,-1-1-320 15,0-3-398-15,-1-1-415 0,2-2-48 0,-1-2 680 16</inkml:trace>
  <inkml:trace contextRef="#ctx0" brushRef="#br0" timeOffset="137243.54">5429 3589 256 0,'-8'2'482'0,"-2"-1"186"15,1 0 95-15,1 1-270 0,0-2-155 0,2 1-67 16,-2-1-30-16,2 2 0 0,1-2 28 0,0 2 9 16,2-2-6-16,0 0-23 0,1 1-38 15,-1-1-37-15,3 1-49 0,-3-1-39 0,3 0-38 16,0 0-21-16,0 0-16 0,0 0-8 16,3 0-3-16,-3 2-1 0,3 0-5 0,-1-1 2 15,1 1 3-15,2 1-5 0,0-1 6 0,0 1 0 16,-1 1 0-16,4 1 0 0,-2-3-1 15,2 2 0-15,-1 0 13 0,0-1 13 0,1 1 7 16,0-1 1-16,2 0-1 0,-1 2 1 16,2-2-16-16,1 0 17 0,0 1 7 0,1 0 10 15,-1 1 7-15,-1-1 3 0,2 0 3 0,0 0-25 16,0 0-10-16,0-1-8 0,0 1-10 0,1 1-7 16,-1-3 0-16,0 2 1 0,1-2-3 15,-1 0-2-15,2 0 4 0,0-1-1 0,0 0 2 16,0-1 1-16,4 0 30 0,-2 0 51 15,2-1 25-15,1 1 11 0,1-3-2 0,1 1-2 16,-1 0-26-16,0-1-43 0,2 1-20 0,-1-2-15 16,0 2-3-16,2-2-4 0,0 1-4 15,1-1 1-15,2 1-1 0,-2-2 2 0,2-1-2 16,0 1 0-16,2-1 0 0,-1 0 8 16,-1 0 3-16,1 0-2 0,1 0 0 0,-2 2 2 15,-1-2-4-15,1 1-12 0,-1 1-4 0,-1 3-2 16,2-1 14-16,-2 1 7 0,2 1 7 0,0 0 5 15,0 1 3-15,-2 1 1 0,4-1-11 16,-2 1-10-16,1 0-1 0,0-2 0 0,1 2-3 16,-1-2-2-16,-1 0-3 0,1 0 1 15,-1 0-1-15,1-2 0 0,0 2 0 0,-1-2 1 16,1 0 0-16,-1 1-2 0,0-1 3 16,1 1-2-16,-1 1 0 0,0 0 9 0,-1 0 4 15,1 0 0-15,-1 0-1 0,1 0 3 0,-2 0-8 16,2 0-9-16,0 0-5 0,-3-1 1 0,3-1-4 15,1 1 1-15,-1-2 5 0,3-1 4 16,-3 2-1-16,1-3 1 0,2 1 0 0,0 1-2 16,-1-3 5-16,1 1-3 0,-2 2 0 0,2-1 0 15,0 1 0-15,-1 1 0 0,1 1-1 16,0 1 1-16,2 0 1 0,-2 3-1 0,2-2 1 16,-1 2 10-16,2 0 12 0,-1 2 5 0,-1 0 4 15,1 0 1-15,1-1 2 0,0 1-10 16,-1-1-15-16,1 1-8 0,2-2-6 0,0 0-3 15,1 0-1-15,2-2-2 0,-2 1 5 0,1 0 3 16,-1 0 2-16,1-2 0 0,-2 3 1 0,-1-2 1 16,-1 0 1-16,-1 3 0 0,-1-4 1 15,0 4 17-15,-3-1 9 0,2 0 2 0,-4 0 1 16,1 1 0-16,-1 1-1 0,0 0-14 16,-1-1-9-16,-3 0-5 0,2 0 1 0,-1 0-2 15,-1-2-1-15,-2 0-1 0,0 0 1 0,-1-2-1 16,0 0 0-16,-2-2 2 0,-1-1-1 0,0 0 1 15,-2-2-1-15,0 1-1 0,-1 0 0 16,-2-1-2-16,-3 1 1 0,-2 1-4 16,1 0-15-16,-4 0-39 0,-3 1-82 0,0 2-166 15,-3-1-270-15,-2 1-314 0,-3 1-387 0,-4 1-373 16,-3-1 9-16,-4 2 769 0</inkml:trace>
  <inkml:trace contextRef="#ctx0" brushRef="#br0" timeOffset="152347.82">18441 874 96 0,'-10'-5'758'0,"-2"1"686"16,-1 2 119-16,0-2-248 0,-4 3-419 0,-3 0-367 16,0-3-182-16,-3 1-136 0,-4 2-67 0,1 1-39 15,-4 0-32-15,-4 3-16 0,1 2-11 0,1 1-9 16,-1 0-7-16,3 2-6 0,3 0 0 0,2-1-5 15,3 2-5-15,4-2-7 0,1 2-5 16,6-2-3-16,0-1-2 0,5 3 0 0,1-2-2 16,5 2 1-16,2 2 0 0,3-2 0 0,4 2-1 15,2-1 1-15,5-1 1 0,3 0 0 0,3 0-1 16,3-2 2-16,2-1 4 0,2 2 5 0,-1-2 2 0,2 1-3 16,0 0-3-16,-1 3 0 0,-1-2-6 0,-1 2-3 15,-2 0-3-15,-1 2 3 0,-5-1 4 16,-2 2 2-16,-2-1 1 0,-3 2 3 0,-2 0 0 15,-6 2 2-15,0 1-1 0,-4-1 1 0,-5 1 4 16,-2 0 3-16,-2 1 0 0,-7 2-2 0,2 0 1 16,-7-1-1-16,1 0-1 0,-1 1 3 0,-1-2 2 15,-2-2 2-15,1 0 1 0,0 1 0 0,1-4-4 16,0-3-6-16,5-1-3 0,-4-2-2 0,4-1-1 16,4-1 0-16,2-3-2 0,0 2-2 0,3-3-1 15,3 0-2-15,2-1-1 0,2-2-5 0,2-2-11 16,2 2-16-16,4-4-25 0,2 0-69 0,1-2-75 15,1-2-127-15,2 3-199 0,1-4-303 16,0 1-342-16,3 0-234 0,-1 0-103 0,2 1 414 0,-1 1 621 16</inkml:trace>
  <inkml:trace contextRef="#ctx0" brushRef="#br0" timeOffset="152763.04">18584 1221 251 0,'-5'0'934'16,"-1"0"488"-16,-1 3 18 0,2 1-225 0,1 1-465 15,-4 1-289-15,3 1-153 0,0 5-100 0,-1 1-70 16,3 4-45-16,0 2-35 0,-2 0-14 0,4 0-11 16,1 0-7-16,1 1-5 0,4-1-4 0,-2-2 0 15,3-1-9-15,2-6-5 0,5 1-3 0,-2-4 0 16,3-2 1-16,0-5 0 0,2-4 0 0,2-2 2 15,-1-4-5-15,2-3-6 0,0-6-2 0,-1 0-1 16,-1-2-1-16,-1 1 0 0,-1-1 6 16,-2 4 6-16,-1-2 0 0,-3 5 2 0,-1-1 1 15,-4 5 0-15,2 1 1 0,-1 2 0 0,-2 2 5 16,-1 1 0-16,0 1 2 0,-1 2 1 0,1 1-1 16,-2 2-2-16,0 4-2 0,0 3 0 0,-2 3-3 15,2 3 0-15,-1 3 1 0,1 2 10 0,-2 1 6 16,2 5 2-16,-2-1 1 0,2 2 0 0,0 1 1 15,0 1-10-15,0 1-6 0,0-2-3 0,2 2-1 16,0-2-2-16,-1-3-2 0,2-1-1 0,1-3-3 16,-1-2-3-16,0-2-15 0,3-2-21 0,-3-3-51 15,0-2-65-15,-1-2-71 0,0-4-139 16,-2-1-208-16,0-3-301 0,-2 0-265 0,0-6-214 16,1 0-60-16,-1-1 455 0,1-2 555 0</inkml:trace>
  <inkml:trace contextRef="#ctx0" brushRef="#br0" timeOffset="153604.94">19482 896 16 0,'-2'-5'560'16,"-1"-1"552"-16,-1 1 355 0,-3 1-57 0,1-1-366 15,-2 3-375-15,-3-2-211 0,0 0-122 0,-5 0-108 16,2 0-73-16,-4 1-46 0,1 2-31 0,-2 2-22 16,0 2-16-16,-3 5-11 0,0 0-9 0,0 3-7 15,2 4-5-15,-2 2-2 0,2 3-1 0,2 3-1 16,1 4-1-16,3 2 1 0,-2 5-1 0,5 1-2 15,1 2-1-15,1 1 0 0,3 1 0 0,1-1-2 16,3-1 0-16,1-3-1 0,2-2-2 0,2-3 1 16,4-1-2-16,1-6 0 0,3 0 1 0,2-5 2 15,0-3-1-15,4-4-5 0,0-2-10 0,2-7-13 16,5-2-32-16,-2-7-54 0,3-4-69 0,0-3-64 16,-1-4-86-16,1-4-129 0,1-2-129 0,-3-2-89 15,0-1-79-15,-1 2-111 0,-2 0-37 0,-4 2 123 16,3 0 228-16,-3 0 263 0,0 2 228 0,-5 1 192 15,1 4 204-15,-4-1 229 0,-1 6 194 0,-3 5 23 16,2-1-83-16,-4 3-108 0,0 1-94 0,-1 4-48 16,-1 5-74-16,0 3-54 0,0 5-47 0,-1 2-28 15,-1 3-38-15,0 2-59 0,2 2-43 0,2 1-32 16,0 7-12-16,1-3-12 0,2 2-6 0,1-1-6 16,2 1-9-16,3-4-4 0,3-4-8 15,2-3-4-15,2-3-3 0,2-5-3 0,2-6 1 16,0-4-1-16,4-4-1 0,-1-4 1 0,0-4 2 15,0-4 1-15,-1-2 0 0,2-5 2 0,-3-2 1 16,1-4 0-16,-2 0 0 0,-3-4 1 0,-2 4 0 16,-2-3 1-16,-6 3-1 0,0-2 7 0,-4 2 9 15,-5 0 10-15,-1 0 11 0,-3 1 12 0,-5 0 11 16,1 3 0-16,-3 3-4 0,-3 1-9 0,0 4-9 16,-4 5-10-16,1 3-9 0,-4 4-8 0,1 5-5 15,-1 4-3-15,-1 5-3 0,0 4-1 0,1 2-5 16,2 5-5-16,3-1-2 0,1 2-2 0,2 2-2 15,2-1 0-15,5 0 1 0,1 3-5 0,3-4-21 16,2 0-26-16,2-2-70 0,1-1-74 0,4-3-130 16,2-2-195-16,0-2-298 0,3-2-333 0,1-1-228 15,0-3-116-15,5-2 386 0,-1-3 611 0</inkml:trace>
  <inkml:trace contextRef="#ctx0" brushRef="#br0" timeOffset="154032.87">20377 838 112 0,'-6'-7'762'0,"2"-1"644"15,-4 2 167-15,-1 2-234 0,-5 1-436 0,-1 0-354 16,-2-2-185-16,-1 2-137 0,-4 3-85 0,1 0-49 16,-2 3-29-16,-1 2-17 0,2-1-11 0,2 4-7 15,2-2-6-15,1 1-5 0,6 3-5 0,1-3-6 16,3 3-2-16,4 0-5 0,3-1 1 0,1 2 0 15,7 1-1-15,-2-2-1 0,4 0 0 16,4-1 1-16,0 1 0 0,7-1-5 0,-2 2 0 16,4-1-10-16,3 2-13 0,-3 2-6 0,0 1-6 15,-3 1 3-15,0 2-6 0,-2 0 12 0,-1 2 14 16,-2-1 3-16,-3 0 6 0,-1 4 2 0,-3-6 6 16,-3 2 1-16,0 2 2 0,-5-1 4 0,-5-1 7 15,0 1 12-15,-3-1 9 0,-1-2 8 0,-4 2 5 16,-3-2 4-16,-1-1-4 0,-1 0-8 0,-2 0-7 15,0-2-8-15,-1-1-6 0,-1 0-6 0,-2 0-7 16,2 0-2-16,1-1-4 0,1 1-2 0,1-1 0 16,0 0-2-16,0 1-1 0,5 0-3 0,-3 0-12 15,5 2-22-15,1-3-60 0,0 2-74 16,3-1-139-16,3 1-243 0,2 1-309 0,3 0-365 16,3-1-283-16,2 3-79 0,2 0 558 0</inkml:trace>
  <inkml:trace contextRef="#ctx0" brushRef="#br0" timeOffset="156806.72">23103 5715 261 0,'0'2'601'0,"-4"3"309"0,1 0 147 16,2-3-228-16,-3 3-221 0,1 0-147 0,3-1-119 15,-1 0-80-15,1 3-63 0,0-1-51 16,0-2-36-16,0 2-29 0,1 0-18 0,-1-1-17 15,3-1-14-15,1-1-13 0,-3 0 4 0,2 0 29 16,1-1 17-16,0-2 36 0,0 0 31 16,2 0 30-16,-3-2 0 0,0-1-20 15,0 0-13-15,0-3-21 0,-3 2-18 0,4-1-17 16,-4-1-10-16,0 2-6 0,-2-2-5 0,0 2-6 16,-1-2-8-16,0 2-7 0,0 1-7 0,-2-1-6 15,1 4-6-15,-3-2-3 0,2 2-5 16,2 0-3-16,-2 0-3 0,2 2-1 0,-3 1-2 15,5 1-2-15,-3 2 0 0,1 2 0 0,2-1 0 16,-1 2-1-16,2 0 0 0,0 1 1 16,0 0-1-16,2-1 0 0,-1-2-1 0,2-1 0 15,1 2 1-15,2-4 0 0,-3-1 0 0,2 0 1 16,-1-3-1-16,1 0 2 0,2-1 0 16,-3-2 1-16,1-3 1 0,-2 0 2 0,0 0 2 15,0-3-1-15,-1 1 3 0,0 1 8 16,-2-1 5-16,-2 1 6 0,0-1 4 0,-1 1 1 15,0 1 0-15,-2 0-5 0,-1 1-8 0,1 1-4 16,-3 1-4-16,4 0-4 0,-4 3-3 16,2 0-2-16,-2 3 0 0,3 2-2 0,-2 1-1 15,3 0 0-15,-2 2-1 0,2 3 1 16,3-1 0-16,-1 0 0 0,1 3-1 0,1-2 0 16,1-3 0-16,1 1 0 0,1-3 0 0,1 0-1 15,1-1 0-15,2-2 0 0,1-3 1 16,0-2 0-16,-1-2 1 0,3-2 0 0,-1-3 1 15,1-3 1-15,-2 0 0 0,0-2 0 0,-2 0 0 16,2 0 1-16,-4 1 0 0,1 1 0 16,-2-1 0-16,-3 1 1 0,0 1 1 0,-1 1 0 15,-2 1 0-15,-2 2-1 0,0 0 1 0,-2 1-1 16,-2 1-2-16,3 2 0 0,-2 0 0 16,-3 3-2-16,3 6 1 0,0-1 0 0,1 2 0 15,-1 2-1-15,1 1 1 0,2 2 1 0,1 1-2 16,0 0 1-16,2 0-1 0,0-1 0 15,0 0 0-15,2-3-1 0,2 0 1 0,0-2-1 16,0 1 1-16,2-3 0 0,-3-2 0 16,2 0 0-16,1-2 1 0,-1-1 0 0,2-1 1 15,-2-5-1-15,2 4 1 0,-4-5 0 0,5-1-1 16,-3 0 0-16,1 1 0 0,-3 0 0 16,-1 1 0-16,0 1-1 0,0 3-4 0,0-2-15 15,-1 4-33-15,-3 0-82 0,1 5-155 16,-3-1-259-16,-2 4-326 0,3 1-413 0,-3 2-462 15,0 1-37-15,2 4 789 0</inkml:trace>
  <inkml:trace contextRef="#ctx0" brushRef="#br0" timeOffset="159964.76">26837 1165 173 0,'0'-7'400'0,"0"1"198"15,0 0 141-15,2 4-150 0,1-1-105 0,-3 1-48 16,1 2-29-16,1 0-24 0,-1 0-30 0,-1-1-54 15,0 1-58-15,0-1-53 0,0 1-48 0,0-1-34 16,-1 1-9-16,1 0 3 0,0 1 21 0,0 1 12 16,0 5 22-16,1 5 4 0,1 1 4 0,-2 7-9 15,2 2-30-15,-2 7-20 0,0 2-12 0,1 7-9 16,-1 3-20-16,0 8-6 0,2 5-7 16,-2 5 0-16,0 6-9 0,-2 6 4 0,1 4 7 15,-3 2 4-15,1 6 1 0,-1 1 2 0,1-3-2 16,0 1-6-16,3 0-10 0,0-1-6 0,-2 0-2 15,2 0-5-15,0-3-7 0,0 0-6 0,0-2-5 16,0-1-3-16,0-3-3 0,0-3-1 16,2-1 0-16,-2-3-1 0,0-2 3 0,3-4-3 15,-2-2-1-15,-1-3-1 0,5-4-2 0,-4-5 0 16,1-4 0-16,-2-3-1 0,0-5 1 16,0-4 0-16,-2-7 0 0,1-3-4 0,-5-3-6 15,-1-6-11-15,1-5-12 0,-2-2-17 16,-1-8-37-16,-3-2-63 0,0-6-66 0,-1-6-100 15,0-5-161-15,1-6-286 0,1-4-298 0,1-5-217 16,-1-5-153-16,3-7 248 0,0-8 562 16</inkml:trace>
  <inkml:trace contextRef="#ctx0" brushRef="#br0" timeOffset="160556.73">26706 1294 105 0,'-3'2'397'0,"0"-2"253"0,-1 0 228 16,1-2-26-16,1-1-158 0,-1 0-131 0,-1-2-96 16,2-1-80-16,1-2-80 0,1-3-73 0,0-1-26 15,1-2-2-15,1-2-10 0,2 0-10 16,-1-1-8-16,4-1-16 0,-1-1-38 0,-1-2-37 15,4 3-20-15,-1-1-12 0,-1 0-14 0,-1 2-11 16,1 3-3-16,0 2-4 0,-2 1-8 0,-2 4-5 16,0 1-2-16,2 3-3 0,-2 0 2 0,1 3 3 0,2 4 2 15,-2 3 2-15,0 1 0 0,0 5 0 16,1 1-5-16,2 5-1 0,-1-2-7 0,-2 3 1 16,3 2-1-16,-1-1 0 0,1 2 0 0,2 1-7 15,-3 0-42-15,2 0-65 0,0-3-115 0,0 3-190 16,0-3-295-16,0 0-337 0,0 0-306 0,-1-2-170 15,3 1 338-15,-3-1 647 0</inkml:trace>
  <inkml:trace contextRef="#ctx0" brushRef="#br0" timeOffset="161663.62">26639 3407 90 0,'5'0'329'16,"2"2"162"-16,0 0 120 0,0-2-87 0,-1 0-176 15,1 0-71-15,2 0-25 0,0-2-3 16,-1 0-4-16,4 2 8 0,2 0-13 0,-2 0 8 15,2-3-9-15,2 3-20 0,0-1-15 16,-1 1-45-16,2 0-25 0,-1-1-30 0,1 1-12 16,-1 0-3-16,3 0-6 0,-1 1-2 15,0-1-3-15,3 0-22 0,1 1-18 0,2 2 2 16,1-3 5-16,2 2 3 0,1 0 0 0,1-2-3 16,2 3-6-16,1-2-14 0,-1 1-10 15,4-1-12-15,0 2-3 0,0 0-2 0,3-1-3 16,0 1 0-16,-2-2 3 0,1 3 6 0,1-3-3 15,1 2 4-15,-3 1 3 0,4-1-3 0,1 2 0 16,-2-1-1-16,1 1-3 0,1 0-1 16,3 0 2-16,-1 2 0 0,3-4 0 0,-2 2-2 15,3 0 2-15,3-2-3 0,-1-2-3 16,4 1-3-16,0-2 1 0,0-2 3 0,3 2 3 16,0-1 6-16,4-2 1 0,4 2 9 0,-1-3-5 15,2 2-5-15,1-1-4 0,3 2-3 16,0-1-5-16,-1-1-3 0,-3 1 2 0,1 2 8 15,1-3 5-15,-2 1 0 0,1 0 38 0,3-2 21 16,-1 1 12-16,-1 0 4 0,-1 0 0 16,-2-2-5-16,-3 2-30 0,-2 1-24 0,-3-1-12 15,-2 0-12-15,-5 2-8 0,-1-1 0 16,-5 0 1-16,-4 2 5 0,-5 2-3 0,-2-2 7 16,-3 3 0-16,-5 0 5 0,-2 0 0 0,-5-1-1 15,-3 1-1-15,0 2 2 0,-6-2 1 0,0 0 17 16,-1 0 29-16,-1-1 33 0,-3-1 20 0,-2 0 5 15,1 1-1-15,-4-2-13 0,1 0-27 0,-1 0-26 16,-2-2-17-16,1 0-11 0,-2 0-6 0,2-1-4 16,-2 2-3-16,2-3-5 0,-1 3 0 15,3-2-1-15,-2 1-1 0,-2-1 1 0,5 2-3 16,-1 0-14-16,-2-1-33 0,3 1-55 0,-2-1-50 16,0 1-71-16,-1 1-141 0,0-1-210 0,0-1-274 15,-1 0-230-15,1 2-222 0,-3 0-8 16,5 2 452-16</inkml:trace>
  <inkml:trace contextRef="#ctx0" brushRef="#br0" timeOffset="161930.15">30042 3367 390 0,'3'-1'777'0,"-1"1"239"0,1 0 8 15,0 0-300-15,3 0-277 0,1 0-172 0,4 1-76 16,0-1-32-16,2 2 3 0,1-1-4 0,-1 0-10 15,2 3-13-15,0 0 6 0,2 2 11 16,-3 3 6-16,2-2 13 0,-3 1 9 0,1 1-9 16,-5 2-26-16,-2-1-33 0,-1 3-26 0,-3 1-20 15,0-1-20-15,-3 3-16 0,-4 0-8 0,-3 0-2 16,1 1-6-16,-4 0-13 0,-2 1-7 16,1-2-4-16,-3 1-5 0,1-2-3 0,0-2-35 15,-1-1-67-15,1-1-72 0,1-3-142 0,0 0-278 16,3-3-320-16,1-1-308 0,4-1-205 15,0-2 49-15,3 1 570 0</inkml:trace>
  <inkml:trace contextRef="#ctx0" brushRef="#br0" timeOffset="162914.82">30409 3901 313 0,'11'-3'600'0,"-3"0"212"16,1 0 93-16,7 0-222 0,0 2-204 0,4-1-116 15,2 1-48-15,4 0-31 0,-2 1-38 16,3 1-49-16,1-1-35 0,0 3-39 0,1-2-30 15,-2 2 4-15,-1 3 21 0,-3 2 18 0,-3 1 23 16,1 2 34-16,-8-1 20 0,-1 3-4 0,-6 1-25 16,-2 1-30-16,-4-1-37 0,-5 3-37 15,-6 2-26-15,-3-1-16 0,-5 2-8 0,-4 0-5 16,0 1 1-16,-6 1 1 0,1 0 1 0,-1-2-2 16,3-2 0-16,0 2-4 0,5-3-3 0,1-3-6 15,6 0-3-15,1-2-5 0,4-2-3 16,4 0-2-16,3 0-2 0,4 1 0 0,1-3 0 15,5 0 0-15,2-2-1 0,4 0 1 0,2-3 2 16,3-3 0-16,3 0-1 0,2-2 0 0,1 0 2 16,3-3 4-16,1-3 2 0,1 1 2 15,0 0-1-15,0-2 0 0,-3 1-6 0,-1-1-13 16,0 1-13-16,-7 1-12 0,0 1-17 0,-3 0-20 16,-2 1-8-16,-5 1-4 0,-1 1 3 0,2 1 8 15,-7 1 16-15,0 1 21 0,0 0 12 0,-1 1 11 16,-2 4 9-16,0-1 2 0,0 2 3 15,-2 3-1-15,1 0 0 0,1 3 0 0,0-1 0 16,0 4 0-16,1-2-1 0,2 2 0 0,1 2 0 16,0-2-1-16,6 0 2 0,-1 0-1 0,2-2 0 15,3 1 6-15,3-6 4 0,1 2 2 0,3-5 14 16,0-3 5-16,4-3 2 0,2-4 9 16,-1-2 2-16,3-4 1 0,-2-2-12 0,-2-4 5 15,1 0 1-15,-3-4-3 0,-3 1 2 0,0-1 4 16,-5-1 7-16,-3 3-1 0,-4-1 0 0,-2 0-3 15,-6 2-5-15,-6-2-8 0,-2 1-9 16,-5 1-7-16,-4 0-6 0,-4 3-5 0,-5 0-1 16,0 3-1-16,-3 1-2 0,-1 4 0 0,0 3-2 15,2 4 6-15,-1 2 2 0,3 2 1 0,2 3-2 16,5 1-1-16,-2 2-12 0,5 2-27 0,2-2-61 16,3 3-69-16,1 0-94 0,3-3-159 15,0 1-295-15,3-4-318 0,4 2-267 0,0-1-179 16,3-4 159-16,2 1 599 0</inkml:trace>
  <inkml:trace contextRef="#ctx0" brushRef="#br0" timeOffset="163118.32">31126 4221 79 0,'0'2'668'16,"0"2"522"-16,-1-2 147 0,1 1-157 0,0 1-390 15,0-1-315-15,5-2-149 0,0 2-96 0,6-1-54 16,-1-1-6-16,5 1-6 0,4-1-40 0,-2-1-37 15,4-1-18-15,2-1-14 0,-2 1-22 0,5-2-14 16,-3 0-9-16,1-2-3 0,1 0-6 16,-3 2-38-16,0-4-71 0,0 1-122 0,-5 2-231 15,1-1-291-15,-3-1-348 0,-1 1-330 0,-5 1-121 16,1-1 458-16,-3-1 681 0</inkml:trace>
  <inkml:trace contextRef="#ctx0" brushRef="#br0" timeOffset="164682.82">25813 741 251 0,'0'-6'585'0,"1"1"320"0,-1 2 170 0,0 2-225 15,0-1-221-15,0-1-156 0,2 2-122 16,-2 0-97-16,0 1-72 0,1 0-31 0,-1 1 27 15,4 0 33-15,-3 4 7 0,4 1-9 16,-4 4-12-16,2 2-24 0,-1 3-50 0,0-1-45 0,-1 2-23 16,-1 2-14-16,0-2-8 0,0 4-9 15,-1-2-5-15,1 2-8 0,-2 0-1 0,0-1-3 16,1-1-3-16,-1-2-2 0,2 1-1 0,-1-4-1 16,-1 1-3-16,-1-3-10 0,2-3-32 0,1-2-60 15,-4-1-58-15,1-4-103 0,0-1-160 0,-2-3-277 16,0-1-287-16,1-4-234 0,-2-1-171 0,-1-3 211 15,2-2 541-15</inkml:trace>
  <inkml:trace contextRef="#ctx0" brushRef="#br0" timeOffset="164904.23">25684 644 461 0,'2'0'959'0,"0"0"253"0,-1-2-62 16,3 2-308-16,2-2-311 0,1 1-195 15,5 1-97-15,2-1-50 0,-1-1-26 0,3 2-34 16,-1 0-25-16,4 2-42 0,-1-1-26 0,0 2-14 16,2 1-8-16,-5 2-13 0,1 0-44 15,-3 2-74-15,-2 1-158 0,-3 2-287 16,-2 2-290-16,-5 1-295 0,-1 0-224 0,-3 3 109 16,-3 0 577-16</inkml:trace>
  <inkml:trace contextRef="#ctx0" brushRef="#br0" timeOffset="165057.18">25629 1110 50 0,'-5'13'537'0,"1"0"413"0,0-3 181 0,3-3-67 15,1-2-382-15,1 0-288 0,4-3-180 16,3 0-88-16,3-2-44 0,2 0-22 0,4-3-16 16,1 0-7-16,5 0-18 0,1-2-8 0,2 2-19 15,0-1-65-15,3-1-116 0,1 2-202 0,2 2-282 16,-1 2-257-16,6 2-193 0,2 2 64 0,2 2 366 15</inkml:trace>
  <inkml:trace contextRef="#ctx0" brushRef="#br0" timeOffset="166119.91">29598 564 33 0,'1'-9'530'0,"-1"0"461"0,-3 1 236 16,-3-3-30-16,-5 4-274 0,0 1-287 15,-1 2-172-15,-3 0-111 0,-1 3-73 0,-3 2-63 16,-1 3-74-16,-1 2-57 0,-1 3-32 15,0 3-19-15,2 1-12 0,2 2-5 0,2 1-8 16,2 3-5-16,2 0 3 0,3 1 2 16,5-1 2-16,4 0-1 0,0 0 0 0,3 2 0 15,3-3-6-15,2-3-2 0,0-3-2 0,1-3-1 16,4-5 1-16,-2-2-5 0,4-5-2 0,0-4-2 16,4-3-3-16,-3-3-1 0,4-4 1 15,1-3 7-15,-4-5 3 0,2 0 1 16,-1-4 0-16,-3-1 2 0,1 1 1 0,-3-2-3 15,-2 3 0-15,-1-1 0 0,-1 2 0 16,-3 3-2-16,-1 3 2 0,-2 1 2 0,0 6 1 16,1 2 3-16,-2 2 1 0,0 3-3 0,-2 3-2 15,0 1 0-15,0 3-2 0,-2 5 0 16,0 3 0-16,0 4 0 0,0 3 1 16,-1 2-1-16,2 4 0 0,-1 1 0 0,0 2 0 15,1 2 1-15,-1-1 1 0,1 3-2 0,1-1 0 16,0-1-1-16,0 0 1 0,3-2-2 15,-2-2-2-15,4-1 2 0,0-1-3 0,3-2 1 16,-4-2-2-16,4-2-30 0,-1-6-50 16,-1-1-52-16,3-7-66 0,-2-2-136 0,3 0-197 15,-3-4-282-15,1-3-244 0,-2 2-226 0,3-2-56 16,0 0 407-16,0 1 506 0</inkml:trace>
  <inkml:trace contextRef="#ctx0" brushRef="#br0" timeOffset="167279.88">28782 278 206 0,'-8'0'450'0,"3"-2"189"0,0-1 133 0,2 0-194 15,2 0-182-15,-3-1-96 0,3 0-60 16,1 1-42-16,-2 0-47 0,4 0-45 0,-2 1-43 16,3-4-29-16,2 2-21 0,1-1-7 15,4 1-6-15,2 0 0 0,0-1 6 0,3 1 2 16,0-1-7-16,-1 4 4 0,0-1-1 15,-2 4-2-15,1-1-2 0,-3 5 61 16,1 2 38-16,-3 0 19 0,0 5 52 0,-3 0 25 16,-2 4 13-16,-2 2-40 0,-1-1-26 0,-1 2-8 15,-2 0-33-15,-2 2-19 0,-2-1-8 16,-1 0-2-16,-4 1 16 0,1 1 12 0,-3-2 3 16,1 2-4-16,0-2-9 0,1 1-15 15,0-4-18-15,3 0-25 0,-2-2-15 16,5 0-7-16,1-3-8 0,1-1-3 0,1-3-5 15,5 0 1-15,1-2-3 0,2 1 3 16,1-4 5-16,4-1-1 0,2 1 0 0,1-3 1 16,1-1 5-16,2-1-1 0,1-2-3 0,-1 2-2 15,2-2 1-15,-1 1 6 0,-1 1-33 16,0 0-45-16,-2-1-57 0,-1 0-91 16,-3 4-145-16,2 1-242 0,-4-2-269 0,2 4-222 15,-1-1-130-15,-1-2 181 0,2 4 437 16</inkml:trace>
  <inkml:trace contextRef="#ctx0" brushRef="#br0" timeOffset="167868.71">30287 595 53 0,'-3'-9'538'0,"-3"4"450"15,-4 1 227-15,-4-2-21 0,-2 2-316 0,-3 0-249 16,2-1-171-16,-7 3-112 0,-1-1-73 0,-4 2-65 16,1-1-65-16,0 2-60 0,-3 2-29 15,1-1-20-15,5 2-9 0,-1-1-6 16,4 1-9-16,5 0-6 0,4 0-4 0,4-1-3 15,0 2-1-15,6-1-4 0,3 1 2 16,3 1 2-16,6 1-1 0,0-1 3 0,7 1-1 16,2 0 2-16,0 0 0 0,3-1 6 0,3 0-1 15,1-1-3-15,0 1-1 0,1 0 0 16,-4-1 0-16,0-1-7 0,-3 1 2 0,-1 0 2 16,-5 3 1-16,-1-3 1 0,-6 2 3 15,-1-1 2-15,-3 2 1 0,-2 0 7 0,-5 3 4 16,-2-1 0-16,-2 0-2 0,-4 1 0 0,1 2-2 15,-6 0-5-15,4 1-3 0,-2 1 2 0,0 0 0 16,1-3-1-16,2 2-2 0,-3-2-4 16,5-1-35-16,1-1-58 0,2-3-61 0,1 0-90 15,0-1-162-15,4-4-246 0,2 0-284 0,1-1-239 16,3 0-182-16,0-2 126 0,3-4 521 0</inkml:trace>
  <inkml:trace contextRef="#ctx0" brushRef="#br0" timeOffset="168058.5">30376 606 260 0,'7'5'658'0,"-2"-2"320"0,-3 4 129 15,-1 0-212-15,-2 1-281 0,-3 2-168 0,1 1-91 16,-3 1-74-16,2 1-63 0,-1 1-53 0,2 1-35 16,-2 1-47-16,0 1-37 0,2-3-23 15,-2-1-14-15,4 0-28 0,-2-2-32 0,1-3-60 0,2-1-143 16,0-3-197-16,0-1-292 0,0-3-262 0,3 0-234 15,0-4-9-15,2-2 438 0</inkml:trace>
  <inkml:trace contextRef="#ctx0" brushRef="#br0" timeOffset="168254.34">30406 627 264 0,'0'1'450'0,"-3"2"150"0,1 0 27 0,-1 1-229 16,0 0-203-16,1-1-155 0,-1 1-182 0,-1 0-264 15,3 0-137-15,-2 2-35 0,0 0 80 0,3 1 164 16</inkml:trace>
  <inkml:trace contextRef="#ctx0" brushRef="#br0" timeOffset="168648.41">30576 846 12 0,'4'0'407'0,"-4"0"367"0,1-2 270 15,1 0 51-15,-2-4-287 0,0-5-236 0,1-1-149 16,1-2-40-16,0-1-36 0,1 2-46 0,-2-1-47 16,1 2-33-16,0 2-33 0,0-1-59 0,0 4-39 15,0 1-28-15,-2 2-17 0,1-1-15 16,1 2-14-16,-1 0-8 0,-1 3-3 0,4 3-3 15,-4-2-1-15,3 4-1 0,-2-1 2 16,3 1 0-16,-3 1-4 0,2 1 1 0,2-1 1 16,0 2 2-16,-1 1-2 0,1-2 0 0,-2 5 1 15,2-4 0-15,2-2 2 0,-1 0-2 0,0-1-1 16,0-4 1-16,-1-2-1 0,3-3 2 0,1-3-1 16,-2 1 1-16,1-2 0 0,-2 0 2 15,2 1 0-15,-3 1 1 0,0 2 1 0,-4-1 6 16,1 2 3-16,-1 2 0 0,-1 1 1 0,0 0 0 15,0 0-4-15,-1 3-4 0,-1 3-4 16,1 0-2-16,-3 2 0 0,3 3-3 0,1 2 1 16,-2-3 0-16,2 0 1 0,2 1-2 0,-2-1 0 15,0 0-1-15,1 1 1 0,4-3 0 0,-2 1-10 0,1-1-22 16,0-3-54-16,2-1-58 0,1 0-83 0,-2-4-160 16,-1-4-248-16,3 3-302 0,2-3-249 0,-1 0-205 15,2-4 81-15,-1-3 550 0</inkml:trace>
  <inkml:trace contextRef="#ctx0" brushRef="#br0" timeOffset="169056.73">31173 433 233 0,'4'2'547'16,"0"-1"285"-16,-2 5 201 0,0 3-177 0,-4 2-203 15,2 1-124-15,-2 3-28 0,0 2-40 0,2 2-77 16,0 5-66-16,0-2-52 0,0 3-55 0,2 0-72 15,-2 2-53-15,2 0-32 0,3-2-21 16,0-1-15-16,1-2-6 0,2-1-2 0,2-5-3 16,-1-4-3-16,3-2 0 0,-2-4-2 0,1-1-1 15,1-5-1-15,2-3 4 0,-5-3 2 0,4-5-1 16,-5-1 2-16,0-1-1 0,0-4 0 0,-2 2-1 16,-5-3 2-16,2 0 5 0,-3 1 0 0,-3-3 0 15,-3 0 0-15,2-1-2 0,-4-2-5 0,-1-1-3 16,-1 2-2-16,-2-3 0 0,3 4-2 15,-3-1 2-15,2 1 0 0,3 5-3 0,1 1 2 16,-1 5-1-16,3 1-2 0,-1 3-1 16,4 3-1-16,-2 4 0 0,-1 4 0 0,3 1 1 15,-1 2 1-15,1 3 0 0,1 2-3 16,-2 2-22-16,-1-1-47 0,3 1-57 0,3 0-58 16,-1 0-106-16,-2 1-167 0,1-2-254 0,1 1-251 15,1-3-225-15,2-1-146 0,0-1 227 16,0-1 518-16</inkml:trace>
  <inkml:trace contextRef="#ctx0" brushRef="#br0" timeOffset="169308.82">31117 531 343 0,'8'0'714'0,"-2"0"294"16,1-2 102-16,1 0-279 0,2 0-250 0,2-2-172 16,-1 0-120-16,5 1-77 0,-4-1-70 0,6-3-53 15,-2 3-33-15,1 0-27 0,-3-1-12 16,5 1-10-16,-2-1 0 0,-1 2-15 0,-2 2-52 16,1 1-138-16,-4 0-259 0,0 1-273 15,-3 2-275-15,0 2-232 0,-2 3 24 0,3-3 482 16</inkml:trace>
  <inkml:trace contextRef="#ctx0" brushRef="#br0" timeOffset="169633.65">31650 573 19 0,'5'-2'433'0,"-1"5"343"15,1-3 204-15,2 2 7 0,0-2-306 0,1 0-250 16,4-2-143-16,0 2-62 0,1-1-34 0,2-1-21 15,0 0-48-15,0 0-27 0,1 0-35 16,0 1-25-16,-2-2-14 0,-1 1-4 16,1 1-5-16,-2 1-6 0,1-2-7 0,-4 2-45 15,-3 0-107-15,-1 3-167 0,-5-1-291 0,-3 0-263 16,-2 2-237-16,-3 0-59 0,-5 3 311 0,-1 4 448 16</inkml:trace>
  <inkml:trace contextRef="#ctx0" brushRef="#br0" timeOffset="169812.79">31538 736 68 0,'9'0'314'0,"5"-1"165"0,1 1 120 0,2-3-80 16,1-1-223-16,2 2-137 0,2-1-69 16,2-1-36-16,-2-1-20 0,3 2-9 0,1 0-27 15,-1 0-55-15,2 0-101 0,-2 1-242 0,2-2-133 16,0 4-32-16,0-2 75 0,0 4 155 15</inkml:trace>
  <inkml:trace contextRef="#ctx0" brushRef="#br0" timeOffset="170348.46">32323 411 127 0,'2'-8'532'0,"-4"4"344"0,2 1 159 16,0 1-129-16,0 2-266 0,0 0-191 0,0 2-136 15,0 1-60-15,2 0-7 0,0 1 4 0,-1 4-11 16,1-1-5-16,-1 0-4 0,3 3-22 16,-1 2-30-16,0 0-32 0,2 1-27 0,-2 2-26 15,3 1-22-15,-1 3-16 0,0 2-13 0,1 0-9 16,0 1-4-16,2 2-10 0,0 2-4 15,0-1-3-15,-1 3-3 0,2-1-3 0,-1-2-3 16,0 0 1-16,0-5-1 0,1-1-2 0,-3-1-1 16,1-2 1-16,-2-3 1 0,-1-3-2 0,1-2 3 15,-2-3 7-15,0 0 7 0,-1-2 5 0,-1-3 2 0,-1-1 0 16,0-4-1-16,0 1-7 0,0-3-6 0,-1-4-5 16,1-1-3-16,0-1-1 0,0 0-1 0,0-2 2 15,0 0-2-15,0 0 0 0,1 2 0 16,-1-1 0-16,4 2-1 0,-4 0 0 0,1 3 0 15,1 2 1-15,-1-1 0 0,-1 4 0 16,0-3 0-16,0 6 0 0,0 0 0 0,-3 1 0 16,-2 2 0-16,0 3 0 0,-2 1 0 0,-1 2 0 15,-2 3 0-15,-2 2 0 0,1 0 1 16,-2 3 0-16,-1 0 0 0,1 1 2 0,-1-1-1 16,0 0 0-16,0 2 1 0,1-3-3 0,-2 2 2 0,1-1-1 15,3-1-1-15,-1-1 0 0,4-1 0 0,0-1 0 16,0-3-3-16,0 0-5 0,3-2-11 0,-1 1-28 15,-1-1-64-15,3-2-66 0,-4-2-111 0,2-1-181 16,-1 1-302-16,1-3-314 0,-3 1-235 0,2 1-143 16,-2-2 308-16,-1 1 595 0</inkml:trace>
  <inkml:trace contextRef="#ctx0" brushRef="#br1" timeOffset="179180.7">21611 5707 27 0,'0'0'251'0,"0"2"149"0,0-1 122 0,-1-1-55 15,1 0-110-15,0 1-91 0,0-1-62 16,0 2-28-16,0 0-9 0,0-1 5 0,-2-1 6 15,2 1 7-15,0-1 9 0,-1 2-10 16,1 0-9-16,0-2-15 0,-2 1-13 0,-1 0-17 16,3 1-18-16,0 0-4 0,-1-2-9 0,1 0-15 15,0 1-14-15,0-1-16 0,0 0-12 16,0 1-15-16,0-1-12 0,0 0-5 0,0 0-6 16,0 0-3-16,0 0 0 0,0 0 1 15,0 0-5-15,1 0 2 0,-1 0 0 0,0 2-2 16,3-2-2-16,-3 0 1 0,2 3 26 0,-1-3 16 15,1 0 15-15,1 2 3 0,0-2 5 16,-1 0 1-16,1 3-19 0,0-3-15 0,1 0 10 16,-1 1 14-16,0-1 9 0,1 2 0 0,-1-2-1 15,-1 0 2-15,1 1-21 0,1-1-20 16,-3 2-9-16,2-2-2 0,1 0 5 0,-1 0 4 16,0 2 3-16,1-2 2 0,1 0 2 0,-2 0-2 15,2 2-11-15,-2-2-1 0,2 2-4 16,2-2 1-16,0 0 18 0,0 0 18 0,-1 0 4 15,0 2-2-15,0-2-2 0,2 0-1 16,-1 1-21-16,-1-1-11 0,2 1-1 0,0-1-6 16,-2 0 1-16,2 2 4 0,-3-2-4 15,4 0 2-15,-2 2-7 0,-3-2 4 0,5 1 2 16,-5-1-4-16,2 0 4 0,1 0-6 0,-2 1 6 16,-1-1-2-16,3 0-6 0,-1 0-3 15,-2 0 0-15,3 0-1 0,-1 0-1 0,-1 0 3 16,3 0 2-16,-2 0-1 0,1 0 3 0,-1 0 0 15,0 0 5-15,2-1-1 0,-2 1 6 16,1 0-5-16,-1 0-4 0,2 0 1 0,1 0-6 16,-2 0 0-16,1 0-8 0,-2-1 7 15,3 1 2-15,-1 0 1 0,1 0 1 0,0 0 4 16,-3 0 1-16,2 0 0 0,0 0-2 0,0 0 1 16,0 0-1-16,-2 0-6 0,4 0 5 0,-1 1-6 15,-1-1 3-15,0 0-2 0,2 0 1 16,-3 0 0-16,1 0-2 0,0 0 2 0,3 0 3 15,-3 0-4-15,0 1 5 0,0-1 2 16,3 2-1-16,-3-2-2 0,2 0-4 0,-1 0 0 16,-1 1-2-16,1-1 0 0,-1 0 8 0,5 2-3 15,-5-2-1-15,3 1 2 0,0-1 2 16,-2 1 1-16,3 1-4 0,-2-2 6 0,-2 2 1 16,4-1 1-16,-2 1-9 0,2-2-5 15,-3 1 0-15,2 1 0 0,0-1-4 0,2 1 1 16,-4-2 5-16,3 1 2 0,-2 2 3 15,2-2 6-15,-1 1-3 0,1 1 3 0,-1-2-1 16,1 1 1-16,-2 0 0 0,2-1-5 0,-2 0 3 16,2-1-4-16,-3 2 5 0,4 0 4 0,-4-2-8 15,3 0 5-15,-2 0-2 0,0 0 2 16,0-2-4-16,2 0 2 0,-1 1-1 0,-1 0-3 16,0-3 4-16,2 3 1 0,-1 0-2 15,1-1-7-15,0 2 5 0,-2-2 1 0,2 1-3 16,-1 1 2-16,1-1-2 0,-1 1 4 0,2 0-3 15,0 0-1-15,0 1-4 0,-1-1 3 16,1 1 1-16,1-1 3 0,-1 2-1 0,-1-2 0 16,2 0 2-16,-1 0-2 0,1 0-1 0,-1 0-4 15,1 0 1-15,-3 0 7 0,2-2-6 16,1 2 1-16,-3-1 2 0,3 1-3 0,-3-1 2 16,2 1-2-16,0 0 1 0,-2 1 0 15,1-1-5-15,0 1 6 0,-3 1 2 0,4 0-6 16,-2-1 7-16,-2-1-9 0,4 1 7 0,-2-1-3 15,0 2 0-15,0-2 2 0,0-2-1 16,2 2 0-16,-2-1 3 0,0 0-3 0,1-3 0 16,1 2-4-16,0-1 1 0,0-2 6 0,-4 2-3 15,5 0 2-15,-3-1-4 0,1 1 2 16,0 1-4-16,-1 1-1 0,2 0-1 16,-2-1 3-16,0 2 3 0,1 0 0 0,1 0 0 15,0 2 8-15,-4-1 1 0,4 0-6 0,-1 2 0 16,-2-1 6-16,1 0-3 0,2 2-6 0,-4-1 0 15,3 0 2-15,-3 0 3 0,0-2-7 16,1 2 6-16,-1 0-2 0,-1-1-2 0,2-1-2 16,-1-1 0-16,-1 0 2 0,-2 0-5 0,1 0 5 15,-1 0 0-15,2-1 0 0,-2 1 0 16,1-2-3-16,-2 2 1 0,-1 0-1 0,4-2 3 16,-2 2 1-16,-1-1 0 0,3 1 0 15,1 1-1-15,-1-1 0 0,0 2-3 0,2-2-1 16,2 2 4-16,0-1 4 0,0 0-1 0,1 3-2 15,0-3-1-15,2 0 0 0,-2 3-1 0,3-3 3 16,-2 2 1-16,2 0 3 0,-3-1 0 16,0 1 0-16,0-2-3 0,-1 2-2 0,0-1-1 15,-1 0-5-15,2-2 1 0,-4 2 3 16,2-2 1-16,0 0-1 0,-1 0 3 16,0 0 3-16,-1 0-3 0,0-2 4 0,-1 2-1 15,2-4-2-15,1 3 3 0,-3-2-1 0,1-2 35 16,2 2 12-16,-1-1 9 0,-1 0 7 0,4 0-5 15,-4 0 4-15,3-1-32 0,-2 1-16 16,2-2-8-16,2 3-6 0,-3-2-1 0,2 2-4 16,-1-1 1-16,-1 1 1 0,3 1 2 0,-2 1 0 15,-1 0-2-15,-1 1 1 0,2-2-2 16,-3 2-2-16,0 2 1 0,1-2-1 0,-2 1-1 16,1 0 2-16,-1 1 3 0,0 1 0 0,-1-2-2 15,-1 1 0-15,0-1 1 0,1 2-2 16,-3-2 0-16,1 1 2 0,0-2 2 0,-2 2-2 15,3-2 1-15,-1 0-1 0,0 0-2 0,0-2 0 16,0 2 0-16,-1-3 4 0,4 2 0 16,-2-2-2-16,1 0-2 0,1 0 0 0,1-1-2 15,-1-2 2-15,0 2-4 0,3 0 3 16,-3 1 0-16,1 1 1 0,-1-1 0 0,2 3-3 16,-4 0 3-16,2 0-2 0,-2 3 0 0,-1-3-51 15,1 2-52-15,-3 1-67 0,-3 0-134 0,-1 2-210 16,-2 1-319-16,-2-4-247 0,0 3-220 15,-3-1-12-15,0-1 442 0</inkml:trace>
  <inkml:trace contextRef="#ctx0" brushRef="#br1" timeOffset="179976.01">21804 5850 268 0,'2'1'564'15,"1"-1"226"-15,-3 2 84 0,4-2-271 0,-3 3-196 16,2-2-110-16,2 5-64 0,-4 0-33 16,4 0-19-16,-2 3-14 0,2-1-39 0,0 1-43 15,1 1-38-15,0-1-21 0,1 0-9 0,-1 0-6 16,1 0-2-16,2 0-2 0,-5-1-15 15,3-2-68-15,-4 0-111 0,4 0-184 0,-6-2-280 16,2 1-232-16,1-1-139 0,-2-2 105 16,2-1 329-16</inkml:trace>
  <inkml:trace contextRef="#ctx0" brushRef="#br1" timeOffset="180164.45">22038 5895 156 0,'7'9'395'0,"-2"0"172"0,1-2 109 16,0 2-184-16,0 0-217 0,2-1-130 0,-3 0-68 15,3-1-36-15,-1 2-21 0,2-5-7 16,-3 2-14-16,2-1-57 0,0-2-141 0,-2-3-241 16,2 0-132-16,-1 0-38 0,-1-2 78 0,3 0 173 15</inkml:trace>
  <inkml:trace contextRef="#ctx0" brushRef="#br1" timeOffset="180321.9">22339 5959 165 0,'9'11'451'0,"-2"-2"228"16,-1 0 166-16,1 1-124 0,-3-1-222 0,4 0-150 16,-2 2-84-16,-1-2-67 0,2-1-61 15,-3 1-60-15,5-2-40 0,0-1-23 0,-1 0-12 16,1-2-45-16,0-1-81 0,3-1-121 0,-2-1-211 15,3-1-248-15,2-1-175 0,2-1-2 0,2-1 211 16,2 0 290-16</inkml:trace>
  <inkml:trace contextRef="#ctx0" brushRef="#br1" timeOffset="180498.51">22914 6049 353 0,'5'11'707'0,"-3"2"251"16,-2-2 45-16,0 1-309 0,0-2-263 0,0-1-183 15,0 0-116-15,2-3-60 0,-1 0-34 16,2-3-40-16,3-1-81 0,1-4-124 0,1 1-228 16,1-3-254-16,4-1-208 0,0 0-73 0,4-2 177 15,0-1 330-15</inkml:trace>
  <inkml:trace contextRef="#ctx0" brushRef="#br1" timeOffset="180621.58">23503 6054 268 0,'1'7'499'0,"3"0"175"16,-3 0 83-16,2-4-284 0,3 0-261 0,1-3-212 15,-1 0-284-15,2-3-234 0,3-2-124 16,0-2-3-16,2-2 144 0</inkml:trace>
  <inkml:trace contextRef="#ctx0" brushRef="#br1" timeOffset="180784.98">24024 5903 21 0,'7'8'370'0,"-2"1"274"0,-3 0 191 0,0 0 19 15,-2-1-311-15,2-1-231 0,-2-1-156 16,1-1-138-16,-1-2-158 0,0 0-311 0,3-1-217 16,-3-2-132-16,4 0-3 0,-1 0 207 15</inkml:trace>
  <inkml:trace contextRef="#ctx0" brushRef="#br1" timeOffset="183452.76">20706 3502 285 0,'0'0'516'0,"0"-1"220"0,-2 1 64 16,2-2-172-16,0 2-146 0,0 0-90 16,0-1-56-16,0 1-40 0,0-2-36 15,0 2-39-15,0-1-36 0,0-1-33 0,0 1-30 16,0 1-26-16,0-2-9 0,0 1-6 0,0 0 5 16,0 1 17-16,0-2 30 0,0 2 37 0,0 0 11 15,-1 0 5-15,1 0-12 0,0 0-26 16,0 0-32-16,0 0-39 0,0 0-25 0,0 0-19 15,0 0-12-15,0 0-8 0,0 0-4 16,0 0 0-16,0 0-5 0,0 0 0 0,0 0-1 16,0 0 0-16,0 0-3 0,0 0 0 0,0 0 0 15,0 0 0-15,0 0 0 0,0 0 0 16,0 0 2-16,0 0-1 0,0 0 6 0,0 0 4 16,0 0 3-16,0 0 6 0,0 0 2 15,0 0 5-15,0 0 0 0,-2 0 0 0,0 0 1 16,2 0-5-16,0 0-1 0,-1-2-5 0,-1 2-6 15,1 0-3-15,1 0-2 0,0 0 1 16,-2 0 0-16,2 0 1 0,-2 0 0 0,2 0 1 16,0 0-1-16,0 0-2 0,0 0-1 15,0 0-1-15,0 0-1 0,0 0-2 0,0 0 0 16,0 0 0-16,0 0-1 0,0 0 0 0,0 0 1 16,0 0-1-16,0 0 0 0,0 0 1 0,0 0 0 15,0 0-2-15,0 0 1 0,0 0 0 16,0 2 0-16,0-2-1 0,2 0 1 0,-2 0 1 15,0 0-1-15,2 2-1 0,-2-2 1 16,0 1 0-16,1-1-1 0,-1 3-1 0,3 0 0 16,1 1 0-16,-3 2 0 0,4 0 0 0,-1 1 1 15,3 2 0-15,-1 1 0 0,2 1 1 16,1 0 0-16,-1 1 1 0,2 1 0 0,0-2-1 16,2 1 2-16,-1 2-1 0,2-3-1 15,-1 2 0-15,-2-3 0 0,2 1 0 0,0-1 1 16,-3-1-1-16,4 0-1 0,-5-1 1 0,0-1 0 15,-1-2 1-15,0 1-3 0,-2-3 2 16,-4 0 1-16,2-2 1 0,1 1-2 0,-4-1 1 16,1 1 1-16,-1-2-2 0,0 2 0 15,0-2-2-15,0 1 2 0,0-1-1 0,0 0 2 16,0 0-1-16,0 0 0 0,-1 0-1 0,1 0-4 16,0 0-10-16,0 0-22 0,-4 0-49 15,4 0-67-15,-3 0-63 0,0 0-108 0,-2 0-150 16,0 0-209-16,-1-1-262 0,2 1-204 0,0-2-163 15,0 2 150-15,0-3 452 0</inkml:trace>
  <inkml:trace contextRef="#ctx0" brushRef="#br1" timeOffset="183871.74">20641 3600 288 0,'-2'-4'612'16,"-1"1"301"-16,3 1 154 0,-2 0-250 0,1 1-213 16,-1-2-145-16,2 2-118 0,0 1-92 15,0-2-79-15,3 2-58 0,-1 0-26 0,1 2 6 16,2 0 4-16,3 1 30 0,1 0 19 15,-1 1 5-15,5 1-14 0,-2 1-34 0,0-1 16 16,3 0-19-16,-1-1-16 0,1 1-12 0,-1-2-3 16,-2 0-3-16,3-1-28 0,-3 0-12 15,0-2 2-15,-1 0 1 0,-2 0 2 0,0-2 1 16,-1 0 8-16,0-1 1 0,-3 0-6 16,0-2-2-16,1-2-5 0,-2 0 2 0,0 0-6 15,0-4-3-15,0 1-1 0,-2-1-3 0,3 0 0 16,-4-5-5-16,1 2-3 0,-1 0-4 0,0-3-1 15,0 0-1-15,0 2-2 0,0 1-1 16,0 2-3-16,0 1 0 0,0 2-2 0,2 4-12 16,0-1-30-16,2 6-73 0,0 0-83 15,0 2-164-15,2 2-290 0,1 1-326 0,2 4-346 16,5-1-200-16,4 0 122 0,6 1 672 0</inkml:trace>
  <inkml:trace contextRef="#ctx0" brushRef="#br1" timeOffset="185105.08">24843 4071 132 0,'0'6'386'0,"-1"-1"203"16,-1-1 169-16,-1 0-122 0,2-1-94 0,-1 0-67 16,0 2-48-16,-1-2-28 0,2-2-42 15,-1 1-47-15,0 0-71 0,1-1-53 0,-1-1-32 16,2 1-24-16,-1-1-7 0,1 2-2 15,0-2 6-15,0 1-1 0,0-1-6 0,0 0-6 16,0 2-17-16,0-2-21 0,0 0-20 16,0 0-17-16,1-2-7 0,1 2 13 0,1-1 7 15,0-2 6-15,0 0 0 0,2 0 0 0,1-2-6 16,-1 1-25-16,0-1-12 0,1-1-7 0,1 0-6 16,0-1 0-16,1 2 0 0,0-2-2 15,0-1-2-15,5 0 1 0,-4 0-4 0,4-3 2 16,-4 2 12-16,4-2 7 0,1-1 5 15,-3 2 2-15,5-2 3 0,-5 1-1 0,4-2-10 16,-3 3-4-16,-1-3-5 0,2 3-1 0,-4 0-4 16,1 0 2-16,-1 2-2 0,-1 1 0 0,0-3 0 15,-1 3 1-15,2-1 0 0,-5 1-2 16,5 1 0-16,-5 0-2 0,1 0 2 0,-2 1-3 16,2 2 1-16,-4 0-1 0,2 0 1 15,-3 2 0-15,2-1-2 0,0 1-7 0,-2 0-15 16,-2 1-33-16,0 0-56 0,1 0-51 0,-2 0-80 15,-5 1-134-15,3 0-186 0,-3 2-278 16,0 0-228-16,-2 0-213 0,0 2 16 0,0-1 417 16</inkml:trace>
  <inkml:trace contextRef="#ctx0" brushRef="#br1" timeOffset="185444.22">24794 3998 18 0,'2'3'373'0,"0"-1"336"0,-2 2 246 16,1-4 15-16,2 2-257 0,1-2-192 0,2-2-139 15,-2-1-94-15,4 0-52 0,4-2-40 0,-2-3-35 16,3-1-25-16,1 1-24 0,1 0-22 15,0-1-17-15,1 0-11 0,0 0 18 0,-2 1 3 16,0 1-6-16,-2 3-2 0,-3 0 1 16,0 1-4-16,-1 0-29 0,-3 3-17 0,0 2 2 15,-3 2 7-15,-1 0-1 0,-2 5 3 0,-3-1 1 16,-2 3-4-16,0 1-9 0,-4 2-12 0,-1 2-6 16,3 0-49-16,-3 1-53 0,0 1-112 15,0-3-206-15,-1-1-294 0,0 1-320 0,0-2-262 16,1-3-141-16,-1 1 357 0,-1-2 613 15</inkml:trace>
  <inkml:trace contextRef="#ctx0" brushRef="#br1" timeOffset="186261.21">21053 3832 185 0,'3'0'431'15,"1"3"194"-15,-3-1 111 0,1-1-175 0,0 2-153 16,-1 2-103-16,-1 0-60 0,2 1-32 15,-1 0-10-15,1 1-27 0,1 1-40 0,-1-1-31 16,1 0-23-16,1 1-16 0,1-1-27 0,2 1-16 16,-3-2-8-16,1 1-7 0,3 1-1 15,-2-2-3-15,1 1-26 0,-3 1-69 0,3-2-109 16,0-1-199-16,-2 3-264 0,2 0-206 16,-3 0-71-16,3 2 157 0,-1 1 303 0</inkml:trace>
  <inkml:trace contextRef="#ctx0" brushRef="#br1" timeOffset="186481.75">21357 4354 143 0,'6'12'360'0,"1"-2"146"0,-3-4 105 16,3 2-195-16,-1-2-185 0,2 1-113 0,-2-3-54 15,2-1-25-15,0 0-14 0,3 0-14 16,-1-2-22-16,-1 2-39 0,4-2-55 0,-2 3-88 15,1-1-100-15,1 3-98 0,0 0-83 0,-1 2 36 16,1 1 102-16,1 1 127 0</inkml:trace>
  <inkml:trace contextRef="#ctx0" brushRef="#br1" timeOffset="186569.7">21703 4661 51 0,'11'10'145'15,"-3"-2"6"-15,3-1-3 0,0 0-19 0,-1-1-23 16,2-1-40-16,-4 1-79 0,2-3-81 15,2 1-96-15,-2-1-28 0,0 2 27 0</inkml:trace>
  <inkml:trace contextRef="#ctx0" brushRef="#br1" timeOffset="186748.32">22130 5028 39 0,'10'8'202'0,"-2"0"83"0,1 0 25 0,0-1-61 16,1-5-86-16,0 4-62 0,0-3-44 0,-2 0-45 15,2-2-77-15,1 1-86 0,-1 0-105 16,-1-2-61-16,2 1 20 0,-1 0 70 0</inkml:trace>
  <inkml:trace contextRef="#ctx0" brushRef="#br1" timeOffset="186958.15">22586 5342 10 0,'6'4'178'0,"-3"-2"79"0,2 1 28 16,0-2-53-16,-2 0-98 0,2 0-94 15,-1 1-105-15,1 1-113 0,-1-1-85 0,0 2-5 16,1 1 43-16</inkml:trace>
  <inkml:trace contextRef="#ctx0" brushRef="#br1" timeOffset="187612.12">23057 5557 26 0,'-4'2'408'15,"2"-1"321"-15,2-1 208 0,-2 0 1 0,2 0-332 16,2-1-253-16,0-1-162 0,2-2-97 15,4-1-46-15,0-2-26 0,1 0-13 0,4-4-9 16,1-1-9-16,3-1-5 0,-1 0-42 16,5-2-69-16,-3-1-94 0,0-2-136 0,4 3-236 15,-2-3-197-15,1 1-50 0,0-2 128 0,-1 0 245 16</inkml:trace>
  <inkml:trace contextRef="#ctx0" brushRef="#br1" timeOffset="187774.12">23598 5065 124 0,'6'-6'393'16,"1"-1"190"-16,-2-1 121 0,2 2-140 15,-1-1-234-15,3-2-156 0,-1 0-91 0,0 0-79 16,4-2-94-16,-3 2-193 0,0-3-222 16,3 0-116-16,-2 2-3 0,2-1 125 0,2 1 191 15</inkml:trace>
  <inkml:trace contextRef="#ctx0" brushRef="#br1" timeOffset="188914.88">21833 4827 308 0,'2'-4'544'0,"-2"3"245"16,0 0 108-16,0-1-154 0,0 2-139 0,-2 0-106 16,0 0-80-16,1 0-77 0,-3 0-73 0,0 2-54 15,-2 0-24-15,1 2 11 0,-2 0 7 16,3 1-3-16,-4 4-13 0,-1-1-27 16,-1 2-39-16,0 0-41 0,-2 2-30 0,1 5-22 15,-1 1-16-15,0 1-7 0,-1 3-3 16,-1 3-4-16,1 5-2 0,1 0-1 0,-1 3 1 0,3 4-1 15,-2 1-1-15,2 2-1 0,2 1 3 16,2-3 2-16,0 2-3 0,5-2 1 0,-3-4-1 16,6-2 0-16,1-2-3 0,0-4-3 15,3-3-13-15,1-2-35 0,-3-4-52 0,3-3-46 16,-2-2-48-16,2-1-72 0,-2-4-88 0,-2-1-85 16,-1-4-92-16,0 2-225 0,-2-2-229 15,0-2-125-15,0 0 92 0,-2 0 316 0,0 0 349 16</inkml:trace>
  <inkml:trace contextRef="#ctx0" brushRef="#br1" timeOffset="189367.88">21856 5202 252 0,'0'7'531'0,"0"2"213"0,-1 1 120 0,1 1-210 16,1 4-210-16,-1 2-105 0,4 1-42 0,1 2-18 16,-2 0-23-16,2 3-29 0,4-2-38 0,-3 3-40 15,1-2-46-15,1 1-28 0,2-1-28 16,-2-2-19-16,0-1-11 0,2-2-11 0,-1-3 2 15,-1-1-6-15,0-4-2 0,0-2-2 16,0-1 2-16,-2-2 6 0,1-2 6 0,-2-2 7 16,-1-4 5-16,4-2-3 0,-3-3 1 0,-2-4 0 15,0-2-4-15,2-4-6 0,-2-2-2 16,2-1 3-16,-1-4 0 0,-2-1 2 0,-1-1-3 16,-1-1 4-16,0-2 1 0,-3 1-4 15,2 0-3-15,-4 1-4 0,2 4-3 0,-2 2 1 16,1 3 1-16,0 6 3 0,-1 2-1 15,1 4 2-15,-1 1 4 0,1 2-9 0,-1 5 0 16,0 1-4-16,2 3-1 0,-1 0-9 0,1 4-16 16,-3 0-46-16,3-1-85 0,-2 2-116 15,2 0-164-15,-2 1-291 0,2-1-256 0,0 2-151 16,0-2 99-16,1 3 349 0</inkml:trace>
  <inkml:trace contextRef="#ctx0" brushRef="#br1" timeOffset="189590.13">21868 5348 417 0,'1'6'770'16,"-1"-1"220"-16,2-3 10 0,0 2-317 15,1-1-301-15,3-1-184 0,-2 1-98 0,5-2-46 16,0-1-22-16,4 0-16 0,-1-2-7 0,7 0-2 15,-1-3-5-15,2-1-45 0,2 0-107 16,-1 0-241-16,1 0-261 0,2-1-207 0,-1 2-136 16,3 1 107-16,1-1 342 0</inkml:trace>
  <inkml:trace contextRef="#ctx0" brushRef="#br1" timeOffset="190436.72">23827 4947 103 0,'0'0'385'0,"0"-2"227"0,0 2 172 16,0 0-105-16,0 0-213 0,0 0-140 0,0 2-62 16,3 1-33-16,-2 1-30 0,1 2-1 0,1 3-2 15,4 1-20-15,-3 3-34 0,6 2-12 16,-1 1 4-16,2 3-20 0,2 3-7 0,1 2-9 15,0 1-7-15,1 4-27 0,0-1-30 0,0 5-15 16,0 2-12-16,-2 0-6 0,0 2-3 16,-1-1 2-16,0 0 6 0,-4-1-1 0,-1 2 0 15,0-1 1-15,-3-2-3 0,0-1 1 16,-4-4-3-16,1 1-1 0,-2-5-10 0,-1-1-27 16,-1-4-74-16,0-4-124 0,-4-2-187 0,0-6-293 15,-1-2-256-15,0-1-178 0,-1-5 89 16,0-3 379-16</inkml:trace>
  <inkml:trace contextRef="#ctx0" brushRef="#br1" timeOffset="190960.49">23781 5176 284 0,'-5'2'553'0,"-1"1"234"16,1 0 125-16,-3 3-257 0,4 0-195 15,-3 4-106-15,2 2-68 0,0 4-47 0,2 1-35 16,2 5-24-16,-4 4-20 0,5 1-24 16,0 6-22-16,0-1-20 0,3 2-19 0,-1 0-26 15,2-2-22-15,0 0-13 0,2-5-7 0,1-4-4 16,2-1-2-16,-1-7 0 0,0-2 1 15,1-4 1-15,0-5 1 0,0-2 2 0,-1-4-4 16,0-2 0-16,-1-5 1 0,0-4-3 16,-3-2 0-16,1-3-5 0,2-2 3 0,-5-1-1 15,3-1-1-15,-5-1-2 0,2-1-1 0,-4 2 4 16,1-2 2-16,-3 1 2 0,-3-1 5 0,0 2 3 16,-1-1 3-16,-2 4-2 0,2-1-3 15,-2 3-3-15,0 4-3 0,1 3-2 0,1 2-3 16,2 4 1-16,-1 2-15 0,0 4-24 15,0 2-53-15,1 2-72 0,1 3-106 0,-1 0-141 16,1 2-282-16,1 1-226 0,0 3-122 0,3-2 82 16,-1 1 293-16</inkml:trace>
  <inkml:trace contextRef="#ctx0" brushRef="#br1" timeOffset="191167.82">23733 5421 356 0,'3'0'626'0,"-1"1"202"0,1-1 47 16,2-1-301-16,3-3-274 0,3 3-153 16,0-4-72-16,2 0-75 0,3-1-95 0,0-2-146 15,1 1-282-15,2-4-187 0,-2 2-96 16,0 0 82-16,1-1 231 0</inkml:trace>
  <inkml:trace contextRef="#ctx0" brushRef="#br1" timeOffset="194492.02">27251 3117 20 0,'4'-2'266'0,"-1"1"173"0,0 0 151 0,0-1-33 15,0 2-162-15,-1-2-130 0,1 2-80 0,-2 0-59 16,1 0-14-16,-1 0 13 0,1 0 29 15,0 0 38-15,1 2 15 0,0-2 39 16,0 2 9-16,2-1-22 0,2 2-17 0,0-1-19 16,0 0-9-16,2 1-31 0,2 0-24 0,-1-1-15 15,1 1-27-15,3 0-14 0,0 1-21 16,2-2-15-16,-2 1-10 0,3-2-8 0,1 0-4 16,1 1-10-16,1-2-2 0,0 2 13 0,2-2 9 15,0-2 5-15,2 2 1 0,-2-2-1 16,3 2 2-16,-2-1-14 0,3 0-11 15,-4-1-7-15,3 2 2 0,-1-1-6 0,0-1 0 16,-2 1 0-16,2-1 1 0,-2 1 3 0,0 1-2 16,-1 0 1-16,-3-2-4 0,2 1 3 0,0 1-2 15,-1-2 1-15,-3 2-1 0,1-1-1 16,-2-1 3-16,0 2-3 0,-2-1 2 0,1-1-1 16,-4-1 4-16,-1 2 0 0,2 0-4 0,-1-1-1 15,-4-1 1-15,0 2-2 0,-1-3-3 16,3 2 4-16,-5-1 3 0,2 1 12 0,0-2 8 15,-2 0 10-15,2-1 3 0,1 1 7 16,-2 0-4-16,1-2-3 0,2 1-8 0,-2-1-12 16,-1-1 2-16,4-1-10 0,-3 1 5 0,-1-1-2 15,1 0 22-15,2 1 31 0,-1-5 12 0,-3 1 22 16,2 0-1-16,-2-3 3 0,0 0-23 16,0-2-18-16,1 0-10 0,-3-2-5 0,1 0-2 15,-1-2-2-15,-1 1-1 0,0-2-6 0,2-1-6 16,-2 0-12-16,3 0-5 0,-3-2-3 0,1-2 0 15,1 1 1-15,-1 0-4 0,-1-3 1 0,4 0-2 16,-3-1-1-16,1-1-3 0,0 1 0 16,1-3-1-16,-2 0 0 0,3 1 2 0,-1-2 0 15,0-1 1-15,1 2 5 0,-1-1 0 0,-1-1-2 16,1 2-6-16,1 0-4 0,-1-1-2 0,2 0-3 16,-1 1-2-16,0 1 5 0,2 1 3 0,0 2 2 15,0-1 3-15,-1 2 0 0,2 0 6 0,2 2 4 16,-3-1-1-16,1 2 1 0,1 0 1 15,1 1 0-15,-1 1-6 0,2 0-5 0,-1 1 0 16,-3 0 3-16,1 1-3 0,1 2 7 0,-2 0 5 16,0 0 2-16,-1 2 2 0,1 1 0 0,-1 0 2 15,0 0-6-15,-2 1-3 0,1 4-1 16,-1-2 2-16,1 3-2 0,-3 0-1 0,1 1-7 16,0 2-4-16,-1-1 2 0,1 2 1 0,-2 0 3 15,0 1-1-15,1 0 6 0,-1 1 5 0,0 0-4 16,2-2 0-16,-2 2-5 0,2 0 1 0,-2 1 0 15,0-3-2-15,0 4-1 0,1-1-2 0,-1-1 2 16,0 3 0-16,0-1-4 0,0 1 2 0,0 0 0 16,0 0-3-16,0 0-1 0,0 0-1 0,0 0 2 15,0 1 1-15,0 0 0 0,2 1 1 0,-2 2 2 16,1 1 1-16,-1-1 1 0,0 2 5 0,2 2 3 16,0-1 2-16,-2 2 1 0,2 1 0 0,-2 1 1 15,4 0-5-15,-4 1-8 0,1 1-6 0,1 1-2 16,-1-1 0-16,-1 2-4 0,2 1 1 15,0 0 6-15,-2-1 4 0,0 1 1 0,1 2 0 16,-1-1 2-16,0 1 0 0,-1 0-1 0,1 2 1 16,0-3 0-16,-2 3 0 0,0-1 0 15,2 1-2-15,-1-1 1 0,-1 0-1 0,1 4 1 16,1-3 1-16,-4 1-1 0,4 1 1 0,0-1-1 16,0 3 0-16,0-3-1 0,0 2 6 0,0 0 4 15,0 0 1-15,-2-1 1 0,2 3 2 0,0-3-4 16,0 0-5-16,0 2-3 0,0-3 0 0,0 3-1 15,0-2-1-15,0 0 4 0,0 1-1 16,0-1 1-16,0 0 0 0,2 0-1 0,-2-1 1 16,0-2-1-16,2 0-1 0,0 0 0 0,-1-1-2 15,1 0 1-15,1 0-6 0,-1-2 3 0,1-1-4 16,-2 0-4-16,3 1 1 0,-3 0-2 0,2-1 6 16,1 0-5-16,-3-1 6 0,4 1 1 0,-2 0 1 15,-2-1 1-15,1 1 6 0,0 0 6 16,-1 0 0-16,1 2 2 0,-1-2 0 0,-1 0-1 15,4-1-6-15,-4 1-5 0,0 1-1 0,1-1 0 16,-1-4-2-16,0 5 2 0,2-2 0 0,-2-2 0 16,2 1 0-16,-2-1-1 0,0 0-1 15,1-2 0-15,-1 1 1 0,2-3-1 0,-2 2 0 16,1-3 2-16,-1 1 0 0,3-2 0 0,-1-2-1 16,-2 1 1-16,0-3-1 0,1 2 0 15,1-2 1-15,-2 2-2 0,0-3 2 0,1 2 0 16,1 0 0-16,0 0-1 0,-1 0 2 0,-1-3-1 15,3 2 0-15,-1 0-1 0,0 1-2 0,-1-2 1 16,3 0 0-16,-3-1 1 0,1 1 0 16,2 2 0-16,-2-3 2 0,1 0 2 0,0 0-1 15,0 0-1-15,0 0 1 0,1 0-1 0,-3 0-1 16,3-3 0-16,0 3 1 0,1-1 0 0,-4 1-1 16,2 0 0-16,1 0 1 0,-1 0 0 0,2 0-1 15,-4 0 0-15,4 0 1 0,-2 0 1 16,3 0-2-16,-3 0 0 0,2 0 0 0,-1 0 2 15,2 0-3-15,-1 0 0 0,0 0 2 0,1 0-1 16,-2 1 0-16,3-1 0 0,-2 0 1 0,3 0-1 16,-1 3 0-16,0-3 0 0,1 0 1 0,0 0-2 15,1 0 0-15,0 0 0 0,1 2 2 0,1-2-1 16,0 0 0-16,0 2 0 0,2-2 1 16,-4 2 1-16,5-1-2 0,-2 0 0 0,-1 1 0 15,1 0 0-15,1 0-1 0,-1 1 0 0,1-1 1 16,2-1-1-16,-1 1 0 0,-1 1 1 15,2-2 0-15,0 1-1 0,0-2 0 0,0 1 0 16,2-1 0-16,-1 0 1 0,1 0 0 0,-1 0 2 16,3 0-1-16,0 0 8 0,-2-1 3 0,5 1 1 15,-1-2 4-15,0 1 0 0,1-2 0 0,-1 1-6 16,2 1-3-16,2-2-2 0,0 0-2 0,2 2-1 16,2-3-2-16,-3 3 0 0,1-2 2 15,-3 3-2-15,3 0 1 0,-3 0 1 0,-1 2-3 16,-2-1 0-16,-2 2-2 0,-3-1 0 0,-3 0 0 15,-2 1 1-15,-4-1 1 0,-4-1 1 0,-1 1 1 16,-4 1-4-16,-2-2-10 0,-5 1-26 16,-1-2-61-16,-6 0-68 0,0-2-106 0,-1-1-165 15,-2 2-299-15,-2-2-315 0,-1 1-254 0,3 2-162 16,-1 0 247-16,-2 0 586 0</inkml:trace>
  <inkml:trace contextRef="#ctx0" brushRef="#br1" timeOffset="195094.52">28373 3332 114 0,'3'0'389'0,"-2"0"240"16,1 0 204-16,1 0-74 0,-2 2-111 0,2-2-101 16,-1 0-85-16,0 2-68 0,-2-2-52 15,1 2 14-15,3-1 5 0,0 4-27 0,0-1-28 16,0 2-27-16,1 0-29 0,-2 4-63 16,-2 1-55-16,3 2-34 0,-4 0-23 0,1 4-19 15,-1-2-17-15,2 0-15 0,-2 0-9 0,-2 0-6 16,2 0-5-16,-1 0-4 0,1-3-12 15,-4 0-41-15,0-2-84 0,-1-1-175 0,1-3-265 16,-1-4-315-16,2-2-403 0,-2-2-382 16,0-4 34-16,2 2 797 0</inkml:trace>
  <inkml:trace contextRef="#ctx0" brushRef="#br1" timeOffset="196858.91">28194 3873 220 0,'0'0'547'15,"0"-2"273"-15,0 2 131 0,0-1-227 0,3 1-246 16,-3 0-136-16,1 0-83 0,4 0-60 16,0 1-3-16,1 1-2 0,2-1-7 0,5 1-17 15,-2 0-25-15,1 0-19 0,3 3-38 16,-4-1-13-16,3 0 6 0,-3 3 1 0,2-1 0 16,-4 3 32-16,1-3 13 0,-4 2 10 0,3 1 17 15,-4-1-5-15,-2 3 5 0,-1-2-25 0,-2 1-14 16,-2 1-14-16,-2 3-27 0,-1-2-14 15,-4 1-15-15,-1 2-6 0,0-2-3 16,0 2-13-16,-2 0-7 0,1 0-6 0,0 2-5 16,0-1-5-16,1-2-6 0,-2 4 4 0,6-2 0 15,-2-1 1-15,1 1-1 0,1-1-1 0,3-1 1 16,2 0-1-16,-1-2 0 0,4 0 1 16,-1-2 7-16,2-2 2 0,3 0 3 0,2-1-1 15,0-4 1-15,5 0 3 0,-4-5-8 16,4-2-4-16,4 0-4 0,-1-5 0 0,2-1-2 15,-1 0-13-15,0-2-44 0,1 0-69 16,-5 0-72-16,-1-2-140 0,1 2-234 0,-4 0-316 16,1 0-293-16,1 2-203 0,-2-1-16 0,3 2 488 15</inkml:trace>
  <inkml:trace contextRef="#ctx0" brushRef="#br1" timeOffset="197149.38">28586 4146 214 0,'2'16'546'0,"-1"0"316"0,1-2 187 15,-1 4-154-15,4-1-232 0,-4 2-172 0,2-1-103 16,1 0-100-16,1-4-78 0,-1 1-76 16,4-2 5-16,1-5 3 0,3-2 12 0,-3-3 18 15,5-3 5-15,1-5-5 0,0-3-31 0,1-5-29 16,2-1-27-16,-2-5-24 0,-1-2-12 16,0-1-2-16,-1-2-4 0,-5 0 6 0,-1 0 6 15,-2 1 4-15,-3 0 0 0,-3 3-3 16,-3-2-1-16,-4 3-5 0,-1 1-8 0,-4 0-9 15,-3 3-5-15,0 2-6 0,-2 2-8 16,0 5-7-16,-1 2-3 0,1 4-3 0,1 3-2 16,1 1-2-16,2 4 0 0,0 3-1 0,1 2-2 15,0 1-6-15,4 1-15 0,-2 2-27 16,3 1-62-16,1-1-67 0,-1-2-109 0,1 0-181 16,2-2-300-16,0 0-317 0,4-2-253 0,-1-2-159 15,1 0 286-15,0-3 632 0</inkml:trace>
  <inkml:trace contextRef="#ctx0" brushRef="#br1" timeOffset="197386.58">28524 4152 139 0,'7'5'356'0,"-1"0"168"0,2 0 126 16,0-1-175-16,1 3-170 0,4-3-94 0,0-1-51 15,2 1-43-15,0-2-29 0,2-1-14 16,0 0-30-16,4 1-19 0,-1-2-6 0,-1 0-13 16,0 0-42-16,-3 0-96 0,1 1-242 0,-2 1-198 15,-3 0-97-15,0 1 17 0,-3 0 158 16</inkml:trace>
  <inkml:trace contextRef="#ctx0" brushRef="#br2" timeOffset="208245.77">21455 4971 218 0,'1'1'485'0,"3"0"222"16,-4-1 126-16,1 0-233 0,1 3-206 0,0-3-138 16,-2 0-96-16,1 0-66 0,-1 0-49 0,3 0-27 15,1-3-15-15,-3 1-6 0,4-2-5 16,2 2 1-16,-2-2 6 0,3 0-4 0,-1 1 0 15,2 0-23-15,-3 0-47 0,2-2-62 16,0 3-89-16,2 0-194 0,-4 1-219 0,0 1-95 16,2-2 50-16,0 1 168 0,-2 1 212 0</inkml:trace>
  <inkml:trace contextRef="#ctx0" brushRef="#br2" timeOffset="208464.96">21784 4922 61 0,'3'1'325'0,"2"-1"178"0,-4 1 133 16,2-1-72-16,-1 4-233 0,1-3-158 0,-1 0-85 16,1 1-45-16,0 1-20 0,2-2-10 0,-2 1 0 15,3-2-1-15,-1-2-12 0,2 1-29 16,-3 1-42-16,1-3-74 0,3 1-154 0,-4 1-193 15,3 0-75-15,-2-1 36 0,0 0 127 16</inkml:trace>
  <inkml:trace contextRef="#ctx0" brushRef="#br2" timeOffset="208651.84">22008 4939 219 0,'5'0'362'0,"-2"0"126"0,2 2-43 0,-2-2-155 15,1 0-117-15,-1 0-79 0,0 0-45 16,0 0-27-16,0-2-1 0,-2 2-5 0,3-1-2 16,1 1-5-16,-2-3 1 0,2 2-2 15,-1-1 25-15,2-1 18 0,-1 0 3 0,2 1 4 16,-3 0-23-16,1 0-62 0,2-1-165 0,-1 3-227 16,-3 0-112-16,2 0-5 0,-1 1 98 15,1 1 159-15</inkml:trace>
  <inkml:trace contextRef="#ctx0" brushRef="#br2" timeOffset="208843.77">22266 4972 91 0,'5'1'345'16,"-2"2"179"-16,-1-3 136 0,-1 1-125 0,3-1-196 15,-4 0-145-15,2 0-88 0,0 0-48 0,0 0-32 16,-1 0-15-16,1 0-7 0,-1 0-12 15,4-1-18-15,-2-2-45 0,1 1-84 0,-1-2-166 16,2 3-193-16,-4-2-78 0,5 0 37 16,-1 2 139-16</inkml:trace>
  <inkml:trace contextRef="#ctx0" brushRef="#br2" timeOffset="209024.28">22432 4978 139 0,'5'3'346'0,"-4"0"150"15,2-3 75-15,1 2-158 0,-3-2-146 0,1 0-108 16,0 0-62-16,-1-2-38 0,1-1-22 16,-1 0-14-16,3 1-6 0,-3-2-9 0,2-1-5 15,1 3 3-15,0-3-2 0,-1 2 2 16,0 2-16-16,2-2-26 0,0 1-48 0,1 1-71 0,0 1-95 16,2 1-188-16,-3 1-84 0,3-2 25 15,0 3 116-15,3-2 136 0</inkml:trace>
  <inkml:trace contextRef="#ctx0" brushRef="#br2" timeOffset="209417.24">22718 4963 4 0,'8'3'260'0,"-1"-2"169"0,-2 3 147 16,-2-3-12-16,3 0-195 0,-5 2-147 16,2-3-95-16,1 1-54 0,-3-1-27 0,1 0-18 15,1 0-3-15,0-1-12 0,1-2-4 16,0 2 4-16,2-2-7 0,1 1 1 0,1 0-1 15,1-2 3-15,0 2-10 0,1-1-16 0,1 0-13 16,2 1-21-16,-2 2-25 0,-1 0-24 16,0 0-20-16,2 2-12 0,-4-1-23 0,-1 1-47 15,1-1-39-15,-1 1-14 0,-1-1 3 16,2 0 10-16,-4 1 30 0,1-2 56 0,0 0 59 16,-2 0 57-16,1 0 66 0,0-2 65 0,1 1 64 15,-2 1 49-15,0-1 42 0,0-1 5 16,0 2-28-16,-1 0-32 0,1 2-20 0,-1-2-14 15,1 1-1-15,-1 0-4 0,-1 1-13 0,4-2-14 16,-4 2-16-16,-1-1-6 0,2-1-24 16,-1 1-19-16,1-1-22 0,0 0-12 0,-1 2-10 15,3-2-5-15,-3 0-8 0,2-2 3 16,1 2-1-16,0 0-3 0,1-1 5 0,-1 1-23 16,0 0-33-16,1 0-53 0,1 0-92 0,-1 1-203 15,2-1-185-15,-2 2-54 0,3 1 65 16,0-2 158-16</inkml:trace>
  <inkml:trace contextRef="#ctx0" brushRef="#br2" timeOffset="209594.46">23223 5003 106 0,'3'4'382'0,"-1"0"201"16,-1-1 140-16,1 0-135 0,-1-2-217 15,1 1-156-15,0 0-100 0,0-2-53 0,0-2-32 16,-1 2-14-16,3-3-9 0,1 0-5 0,-1-1-6 15,1-1-24-15,0 1-35 0,1 0-46 16,0 0-71-16,-1 0-89 0,0 1-164 0,0 3-139 16,0 0-10-16,2 0 94 0,-2 3 155 0</inkml:trace>
  <inkml:trace contextRef="#ctx0" brushRef="#br2" timeOffset="209804.96">23447 5003 175 0,'4'1'382'0,"0"0"159"16,-1 1 65-16,0-2-178 0,1 2-171 0,-3-2-110 16,2 0-65-16,1 0-32 0,-1 0-20 0,2-2-9 15,1 2-6-15,-2-2-4 0,4 1 0 16,1 0-7-16,0-3-32 0,0 2-44 0,3 0-39 16,1-1-91-16,0-3-208 0,3 4-126 15,-2-4-3-15,0 4 92 0,2-5 131 0</inkml:trace>
  <inkml:trace contextRef="#ctx0" brushRef="#br2" timeOffset="209958.51">23819 4957 226 0,'4'4'481'0,"-2"0"190"0,0-2 93 0,-2 2-248 16,3-2-224-16,-3 1-139 0,1-3-77 15,3 0-39-15,-1 0-23 0,0-3-33 0,2-1-49 16,0 1-72-16,1 0-108 0,-2-1-191 15,1 1-165-15,2 0-32 0,-3 1 91 0,1 1 170 16</inkml:trace>
  <inkml:trace contextRef="#ctx0" brushRef="#br2" timeOffset="210101.92">24036 4939 194 0,'6'3'381'15,"-2"-3"153"-15,0 1 12 0,-1 1-152 0,0-2-143 16,0 0-107-16,0 0-69 0,1 0-35 15,0 0-15-15,-1-2-10 0,2 1-3 0,-2-2-20 16,0 2-26-16,2-1-47 0,-1 1-70 16,-1 1-111-16,-2 0-152 0,4 1-91 0,-4 2 19 15,2 0 102-15,1 0 137 0</inkml:trace>
  <inkml:trace contextRef="#ctx0" brushRef="#br2" timeOffset="210247.84">24195 4963 87 0,'5'2'289'15,"0"-1"139"-15,-4-1 57 0,2 1-84 0,2-1-136 16,-2 0-100-16,1 0-71 0,-2-1-35 0,3 1-30 16,-2-3-37-16,2 1-33 0,-2 1-53 15,2-2-86-15,0 2-123 0,-2-1-123 0,3 1-25 16,-3-1 56-16,1 1 112 0</inkml:trace>
  <inkml:trace contextRef="#ctx0" brushRef="#br2" timeOffset="210417.89">24351 4984 13 0,'4'0'178'0,"1"-3"76"0,-2 3 32 16,0-3-5-16,0 2-41 0,0 0-61 15,2-2-62-15,-4 1-39 0,2-2-26 0,2 3-12 16,-1 0-9-16,-3-1-8 0,2 2-9 16,1-2-8-16,0 1-10 0,2 1-2 0,-1-3-12 15,0 2-73-15,1-2-157 0,-1 1-113 16,2-1-25-16,0 2 39 0,0-3 88 0</inkml:trace>
  <inkml:trace contextRef="#ctx0" brushRef="#br2" timeOffset="210648.81">24545 4978 191 0,'3'6'369'0,"2"-1"140"16,-1-2 7-16,1 0-142 0,-4-1-154 16,2-2-105-16,1 0-49 0,1-2-37 0,-4-1-11 15,2 0-12-15,2 0-12 0,-2 1-6 16,1-3-3-16,2 3-3 0,-3-2-1 0,0 3 5 15,0-2 1-15,0 1 7 0,1 2 4 0,-3 0 8 16,2 2 1-16,-1 0 1 0,0 0 2 16,0 1-2-16,-2-1-4 0,4-1 1 0,-4 4-3 15,1-3-2-15,-1-2-2 0,3 3-9 16,-3-2-22-16,2 1-36 0,0-2-44 0,-2 0-68 16,0 0-105-16,0 0-136 0,0 0-26 15,0 0 62-15,0 0 106 0</inkml:trace>
  <inkml:trace contextRef="#ctx0" brushRef="#br2" timeOffset="-214457.69">20808 3557 32 0,'3'0'266'0,"-3"0"156"16,2 2 138-16,-2-2-76 0,2 2-144 0,-2-2-111 0,0 0-78 15,1 2-44-15,-1-2-32 0,2 1-18 16,-1-1-16-16,-1 0-15 0,0 0-13 15,0 0-7-15,2 0-2 0,-2 0-2 0,0 0-1 16,2 0 3-16,-1 0 0 0,-1 0-2 0,0 0 0 16,0 0 1-16,2 0-1 0,0 0 2 15,-1 1 2-15,-1-1 5 0,2 2-6 0,-1-2 3 16,2 1 1-16,-1-1-5 0,-1 2-28 16,1-1-42-16,-1 1-68 0,3-1-152 0,-3 2-210 15,-1-1-93-15,3 1 27 0,-1-1 126 0,1 0 166 16</inkml:trace>
  <inkml:trace contextRef="#ctx0" brushRef="#br2" timeOffset="-214235.04">20916 3657 93 0,'2'2'315'0,"-1"-1"149"16,-1 0 108-16,3 1-151 0,-3-1-164 15,2-1-112-15,0 0-69 0,0 2-37 0,0-2-18 16,0 0-6-16,1 0-1 0,-2 0-4 0,3 0-5 16,-3 0 5-16,4 0-6 0,-2 0-2 15,0 0-14-15,1 1-32 0,0 0-57 0,-1 1-103 16,0-1-155-16,1 1-123 0,-3 1-12 16,1-2 82-16,-1 3 132 0</inkml:trace>
  <inkml:trace contextRef="#ctx0" brushRef="#br2" timeOffset="-214000">21047 3727 114 0,'5'3'282'0,"-1"1"124"16,0-2 35-16,-3 0-103 0,4 1-92 0,-3-2-81 15,1 2-47-15,-1-2-32 0,-1-1-31 16,1 4-22-16,-1-4-11 0,4 1-11 0,-5-1-5 15,1 1 2-15,2-1-4 0,-3 0-2 0,2 0 6 16,0 0-4-16,-1 0-4 0,3 0 5 16,-3 0 5-16,1 0-10 0,-1 0-47 0,1 0-76 15,0 0-155-15,-1 0-167 0,2 2-63 16,2 0 45-16,-2-2 123 0</inkml:trace>
  <inkml:trace contextRef="#ctx0" brushRef="#br2" timeOffset="-213799.19">21207 3786 14 0,'1'3'258'0,"2"0"160"16,-3 0 144-16,2 0-30 0,-2-2-157 0,2 3-125 15,-2-3-77-15,0 0-48 0,0 1-32 16,0-2-28-16,0 2-22 0,1-2-18 0,-1 1-12 16,0-1-13-16,2 0-2 0,-1 1-1 15,1-1 1-15,0 2 2 0,1-2-2 0,-1 0-18 16,2 0-28-16,1 0-48 0,-4 0-66 0,2 0-124 15,1 0-165-15,-1 0-102 0,0 1 12 16,0 1 107-16,1-1 151 0</inkml:trace>
  <inkml:trace contextRef="#ctx0" brushRef="#br2" timeOffset="-213591.88">21298 3861 168 0,'2'3'318'15,"-1"0"123"-15,1 0-7 0,-2 0-105 0,3-2-96 16,-3 3-63-16,2-3-43 0,0 2-31 0,-1-1-21 15,-1-1-15-15,2 0-15 0,-1 1-17 16,1-1-10-16,0-1-5 0,-2 0-3 0,1 0-1 16,2 0-5-16,-1 0 2 0,0 0 0 15,0-1-3-15,2 1 5 0,-3-2 0 0,2 1-8 16,1 0-18-16,-3-1-35 0,1 2-57 0,-1 0-65 16,3 0-107-16,-4 2-141 0,3-1-75 15,-2 2 40-15,1 0 109 0,1-1 124 0</inkml:trace>
  <inkml:trace contextRef="#ctx0" brushRef="#br2" timeOffset="-213388.49">21396 3948 152 0,'2'1'304'0,"0"3"118"0,-1-3 0 0,2 0-96 16,-1 1-89-16,0-2-68 0,-1 2-54 16,1-2-28-16,0 1-23 0,-1-1-15 0,-1 0-20 15,2 1-14-15,-1-1-3 0,2 2-6 0,-1-2-4 16,-2 0-2-16,1 0 4 0,1 0 5 0,-1 0-3 15,1 0 4-15,0-2 1 0,-2 1-5 16,1 0-29-16,1-1-64 0,-1-1-142 16,1 3-199-16,1-1-91 0,-1-1 10 0,0 0 107 15,-1 2 150-15</inkml:trace>
  <inkml:trace contextRef="#ctx0" brushRef="#br2" timeOffset="-213175.56">21511 3971 106 0,'2'4'305'0,"2"-3"143"0,-4 1 73 16,1-1-117-16,-1 1-135 0,3-1-96 0,-3-1-64 16,0 2-33-16,2-2-32 0,0 1-15 15,-2-1-15-15,1 0-7 0,1 0-5 16,-1 0-2-16,-1 0 4 0,2 0-2 0,0 0 4 16,-1 0-1-16,1 0-5 0,-1 0-15 0,3 0-39 15,-3 0-50-15,4 2-102 0,-4-1-161 0,2-1-124 16,1 2-10-16,-1-1 85 0,0 0 130 15</inkml:trace>
  <inkml:trace contextRef="#ctx0" brushRef="#br2" timeOffset="-213003.17">21643 4035 128 0,'3'3'291'16,"1"0"119"-16,-1 1 17 0,0-1-96 0,-1 0-103 15,1 2-63-15,-2-4-39 0,4 2-26 16,-4 0-20-16,-1-1-17 0,2-1-17 0,-1 0-15 15,1 1-13-15,-2 0-5 0,2-2-7 0,-1 0-2 16,3 0 3-16,-3 0 7 0,2 0-6 16,1-2-30-16,-3 0-37 0,4 2-50 0,-1 0-53 15,1 0-94-15,0 0-117 0,-2 2-85 0,4 0 26 16,-3-2 90-16,2 2 108 0</inkml:trace>
  <inkml:trace contextRef="#ctx0" brushRef="#br2" timeOffset="-212816.8">21801 4107 111 0,'5'6'297'15,"0"-2"134"-15,-2 0 49 0,0 1-95 0,2 0-112 16,-4-1-79-16,-1 1-44 0,2-3-26 16,-1 2-18-16,-1 1-22 0,0-4-17 0,0 1-18 15,2 1-15-15,0-1-12 0,-2 0-11 0,0-2-5 16,0 1-2-16,1 1-3 0,-1-2 1 16,4 0-2-16,-3 0 0 0,-1-2-13 0,3 1-24 15,1 1-42-15,-1-2-54 0,0 0-74 16,1 2-66-16,3 0-69 0,-4 0-78 0,2 2-41 15,0 0 61-15,-2 1 116 0</inkml:trace>
  <inkml:trace contextRef="#ctx0" brushRef="#br2" timeOffset="-212593.93">21956 4263 151 0,'2'3'323'0,"-1"1"132"16,1-1 11-16,0 0-124 0,-2 0-126 0,1-1-94 15,3-1-55-15,-3-1-34 0,2 2-14 0,2-2-7 16,-4 0-6-16,4-2-4 0,-2 2 6 16,2 0-2-16,0-1-2 0,-2 1-10 0,0 0-33 15,2 1-59-15,-2-1-113 0,-2 2-157 16,3-1-92-16,-3 2 11 0,3-1 93 0,-3-1 129 16</inkml:trace>
  <inkml:trace contextRef="#ctx0" brushRef="#br2" timeOffset="-212436.11">22135 4369 37 0,'1'4'251'16,"1"1"132"-16,0-1 104 0,-2-2-85 0,1 0-143 16,-1 1-103-16,3-3-70 0,-3 0-41 15,2 0-31-15,0-3-40 0,-1 3-58 0,3-4-126 16,-3 1-170-16,2 0-75 0,2-2 24 0,-2 3 97 15</inkml:trace>
  <inkml:trace contextRef="#ctx0" brushRef="#br2" timeOffset="-212239.07">22269 4414 165 0,'2'6'310'0,"0"-3"118"15,-1 2-17-15,1-2-124 0,-1 0-116 0,3-2-75 16,-2 2-44-16,0-1-25 0,0-1-11 0,-1-1-4 16,2 1-5-16,1-1-3 0,-3 0-8 15,2 0-11-15,1 0-38 0,-1 0-59 0,2 0-113 16,-4 2-143-16,5 0-45 0,-3 0 36 16,2 1 95-16</inkml:trace>
  <inkml:trace contextRef="#ctx0" brushRef="#br2" timeOffset="-212047.39">22438 4560 37 0,'2'3'181'0,"1"-2"61"16,-1 2 1-16,1-3-58 0,-1 1-59 15,1-1-55-15,0-1-29 0,0 1-24 0,0-1-14 16,1-2-17-16,0 1-22 0,-1 1-32 15,-1 0-45-15,1-1-43 0,-1 2-47 0,-2 0-18 16,0 0 27-16,0 0 52 0</inkml:trace>
  <inkml:trace contextRef="#ctx0" brushRef="#br2" timeOffset="-211848.07">22631 4634 7 0,'2'4'244'0,"0"0"147"0,-2 1 128 0,0-2-35 15,0 1-164-15,0-1-140 0,0 0-80 0,0 0-47 16,0 0-24-16,0 0-31 0,1-1-46 0,-1 0-85 16,2 2-166-16,-1-2-151 0,1 3-47 15,0-3 54-15,-1 1 121 0</inkml:trace>
  <inkml:trace contextRef="#ctx0" brushRef="#br2" timeOffset="-211672.2">22717 4728 139 0,'1'0'333'0,"-1"1"141"0,3 1 47 0,-3-2-135 15,2 0-154-15,0 0-105 0,-1 0-62 0,-1 0-34 16,3-2-31-16,-1 2-51 0,0-1-70 15,1 1-133-15,-1 0-168 0,-1-3-68 0,2 3 40 16,2-2 113-16</inkml:trace>
  <inkml:trace contextRef="#ctx0" brushRef="#br2" timeOffset="-211519.03">22826 4759 22 0,'2'2'254'0,"1"5"143"16,-2-2 123-16,1 0-64 0,1-1-160 15,-2-1-127-15,-1-2-79 0,3 1-41 0,-3-1-24 16,2-1-36-16,0 0-54 0,-2 0-121 16,0 0-204-16,0 0-91 0,1-1 1 0,1-1 89 15,0 1 138-15</inkml:trace>
  <inkml:trace contextRef="#ctx0" brushRef="#br2" timeOffset="-210688.78">22856 4875 125 0,'5'-3'361'0,"0"1"167"0,1-1 115 15,-3 0-168-15,2 2-200 0,-1-2-123 0,1 0-72 16,2 0-34-16,0 0-25 0,0-1-10 16,1-1-4-16,-2-1-1 0,3 4-4 0,-1-5 4 15,2-1-20-15,1 2-46 0,-2-3-110 16,-1 2-249-16,0-1-129 0,3 1-35 0,-3 1 77 15,0 0 162-15</inkml:trace>
  <inkml:trace contextRef="#ctx0" brushRef="#br2" timeOffset="-210494.19">23224 4710 90 0,'5'-3'286'0,"2"0"126"0,-3-2 76 15,1 1-136-15,0-2-155 0,-1 1-99 16,1-3-58-16,2 1-66 0,-1 1-82 0,0 0-153 16,0 0-135-16,-1 0-34 0,2 0 53 0,0 2 104 15</inkml:trace>
  <inkml:trace contextRef="#ctx0" brushRef="#br2" timeOffset="-210317.03">23495 4573 39 0,'0'0'261'0,"0"-1"134"0,-4 1 114 16,4-2-91-16,0 2-166 0,0 0-124 16,4-2-96-16,-3 1-113 0,1-2-168 0,1 2-156 15,0-2-50-15,2 2 41 0,1-3 109 16</inkml:trace>
  <inkml:trace contextRef="#ctx0" brushRef="#br2" timeOffset="-210127.71">23719 4513 265 0,'4'3'476'15,"-3"0"168"-15,1-1 36 0,-1-1-232 16,4 0-182-16,-4 2-119 0,2-3-72 0,1-3-29 15,-1 1-22-15,2-2-21 0,-2 2-41 0,3-3-61 16,0 1-102-16,-1-2-200 0,2 1-173 16,-3 1-55-16,1-1 73 0,4 1 161 0</inkml:trace>
  <inkml:trace contextRef="#ctx0" brushRef="#br2" timeOffset="-209952.45">23929 4432 97 0,'5'-1'359'15,"0"-2"190"-15,-2 1 138 0,2-1-122 16,-2 0-200-16,0 0-139 0,0 0-91 0,1 0-55 16,-1-1-31-16,0 0-16 0,0-3-14 0,5 1-8 15,-5 0-7-15,2-1-21 0,0-1-18 16,-2 2-36-16,2-1-35 0,-1 1-37 0,1-1-48 16,-2 3-34-16,0 0-9 0,0 1-15 15,2 0-14-15,0 2-29 0,0-1-22 0,0 0-11 16,2 2 20-16,0-3 65 0,-3 2 77 0</inkml:trace>
  <inkml:trace contextRef="#ctx0" brushRef="#br2" timeOffset="-209801.18">24102 4303 183 0,'4'-2'321'16,"1"2"95"-16,2-3 13 0,-6 1-74 15,4 2-110-15,-2-2-88 0,2 0-53 0,-2 1-39 16,0 0-26-16,0-3-16 0,1 3-9 0,0-2-3 16,1-1 3-16,0 1-3 0,2-2-14 15,-2 2-32-15,2-1-51 0,-1 1-98 0,3 2-185 16,-2-1-115-16,-2 0-4 0,3 1 86 15,-2 1 128-15</inkml:trace>
  <inkml:trace contextRef="#ctx0" brushRef="#br2" timeOffset="-209627.65">24398 4157 23 0,'3'-3'262'0,"2"2"146"0,-3 0 129 16,2 0-63-16,-3-2-166 0,2 1-135 15,1 0-81-15,-1-1-44 0,2 0-24 0,-1-1-24 16,0-1-35-16,2-1-40 0,0 0-20 16,0 0-19-16,2-1-14 0,2-2-70 0,-2 2-132 15,0-3-65-15,0 1 11 0,2 0 59 0,0 2 90 16</inkml:trace>
  <inkml:trace contextRef="#ctx0" brushRef="#br2" timeOffset="-208421.9">22031 4434 54 0,'6'-3'259'0,"-3"1"137"0,0-1 91 0,0 2-61 16,1-3-111-16,-3 3-77 0,1-1-49 0,-1 1-21 16,1-2-10-16,0 2 6 0,-2-1 5 15,1 1 4-15,-1 0 16 0,0-1 17 0,2-1 10 16,-2 3 10-16,0-1 7 0,0 1 5 16,0-2-6-16,0 0-11 0,0 2-19 0,0 0-26 15,0 0-26-15,0 2-27 0,0 0-23 0,0-2-12 16,0 0 9-16,0 0 16 0,-2 0 11 15,2 0 1-15,-1 0-8 0,1 1-15 0,-4 0-25 16,3 1-26-16,-1 1-22 0,-1 0-17 16,0 1-5-16,-1 0-2 0,1 3-3 0,-1-1-3 15,1 2-3-15,0 1 3 0,-1-1-3 0,1 3 2 16,0 1-2-16,0 1 2 0,-1 1 0 16,1 0 1-16,2 3 0 0,-4 0-2 0,2 1 3 15,2-2 0-15,-3 4 1 0,3-3 4 16,1 0-1-16,-2 1-3 0,2-2-1 0,0 3 0 15,0-3 1-15,0 1-3 0,0-1 1 0,2 1 3 16,-2-2 1-16,0-1 4 0,1 2 0 16,-1-3-2-16,0-1-1 0,2 1 0 0,-2-3-3 15,0 0-3-15,0-1-4 0,-2 0 2 0,2 0 2 16,0-1-1-16,-1-1 1 0,1-2 1 16,0-2-1-16,-2 0-2 0,2 0-5 0,-2-2-16 15,2 1-31-15,2-2-29 0,0-2-30 0,-2 0-39 16,1-2-76-16,1-3-92 0,0 2-105 15,-1 0-203-15,1-4-259 0,-1 2-210 16,5 1-21-16,-3 0 243 0,1-1 381 0</inkml:trace>
  <inkml:trace contextRef="#ctx0" brushRef="#br2" timeOffset="-207970.97">22192 4568 27 0,'1'-1'284'0,"1"1"172"0,-1 1 149 0,1 1-34 15,-2 1-177-15,2 0-122 0,-2 2-59 16,0-1-17-16,1 2 2 0,-1 1 14 0,0 2 11 15,2-1 10-15,-2 1-3 0,1 2 0 0,1 2-8 16,-2-1-8-16,3 4-23 0,-1 0-31 16,0-1-33-16,-1 1-33 0,2 1-31 0,3-3-26 15,-3 2-16-15,2-2-10 0,-1-3-7 16,0 0-3-16,3-1-2 0,0-4-2 0,0 0-1 16,-2-3 3-16,1 0 2 0,-1-3 2 0,2-5 0 15,-2 2 1-15,0-4 0 0,0-1-3 16,0 0-1-16,-2-3 0 0,0-1-1 0,0 0 0 15,0-2 1-15,-1 1-2 0,-1 0-2 16,-1-1 1-16,0-1 1 0,0 2-4 0,-1-1-1 16,-1 1 0-16,-2-1-6 0,0 1-12 0,0 1-13 15,-1 1-15-15,0-1-26 0,-1 3-36 0,0 2-47 16,-1 2-55-16,-1 2-70 0,2 2-89 16,-1 2-155-16,-2 1-220 0,1 2-112 0,2 1 31 15,-1 1 186-15,-2 0 256 0</inkml:trace>
  <inkml:trace contextRef="#ctx0" brushRef="#br2" timeOffset="-207752.25">22192 4689 140 0,'4'3'422'0,"1"0"194"0,0-1 120 16,2-1-145-16,-1 0-253 0,3 1-158 0,-1 0-80 0,3-2-44 15,2-2-24-15,0-1-13 16,1 0-10-16,2-2-9 0,2-1-7 0,-2 0-4 16,3 0-48-16,2 0-131 0,-4 1-269 0,4 1-156 15,-4 1-63-15,2 0 52 0,3 2 186 16</inkml:trace>
  <inkml:trace contextRef="#ctx0" brushRef="#br2" timeOffset="-206629.62">24148 4320 244 0,'1'-2'463'0,"1"1"183"16,0 1 33-16,-1-2-202 0,2 4-125 15,2-2-61-15,-1 3-27 0,1 1 6 16,2 1 29-16,1 2 26 0,2 2-23 0,-1 2-39 16,0 0-41-16,4 1-44 0,-1 4-48 0,0-1-43 15,-2 1-31-15,2 2-18 0,-3-1-10 16,4 2-6-16,-5 1-2 0,0-3 2 0,-1 5 5 16,0-2 4-16,-4 0-2 0,0 2 0 0,-1 0 4 15,-2 0-1-15,-2 0-4 0,0 3-11 16,-1-3 0-16,0 0-4 0,0 1-6 0,0-3-3 15,-3 1-4-15,3-2 2 0,-2-2-8 16,1 0-8-16,3-3-13 0,-2-3-27 0,1-3-73 16,-1-2-117-16,1-2-142 0,-1-4-240 0,-1-5-271 15,4-2-222-15,-3-4-3 0,3-1 297 16,0-4 390-16</inkml:trace>
  <inkml:trace contextRef="#ctx0" brushRef="#br2" timeOffset="-206190.04">24113 4405 255 0,'-5'-1'592'16,"0"0"312"-16,-1 1 163 0,2-2-217 0,0 0-236 15,-1 2-158-15,2 4-120 0,2-3-93 16,-3 2-76-16,0 1-60 0,-1 3-33 0,0 3-20 15,2 2-2-15,0 5 14 0,1 0 26 16,-1 6 25-16,3 2 10 0,-1 4 2 0,-1 2-6 16,0 4-21-16,2 1-28 0,0 0-26 0,2-3-16 15,1-2-15-15,0 0-11 0,2-8-4 16,2-2-4-16,0-4 1 0,3-5-3 0,0-5 1 16,-1-4 4-16,-1-3 1 0,1-6 2 0,-1-4 0 15,1-5 1-15,0-2 0 0,-3-4 1 16,0-1-1-16,-1-3-5 0,-1-1 4 0,-2 0-1 15,0-1 5-15,-2 3-3 0,-4 0-2 0,1 2 5 16,-3 1-4-16,-2 0 1 0,0 3-4 16,0 2 0-16,-2 0 7 0,0 4-5 0,0 3 3 15,1 0-6-15,1 5-3 0,0 1-3 0,2 3-5 16,0 3-1-16,1 3-5 0,2 1-11 16,1 4-36-16,0-1-40 0,1 3-32 0,1 0-41 15,0 2-92-15,0 0-122 0,0 0-149 0,0-2-245 16,1 2-241-16,1-1-168 0,1-1 118 15,0-1 397-15</inkml:trace>
  <inkml:trace contextRef="#ctx0" brushRef="#br2" timeOffset="-205980.77">24081 4701 391 0,'2'2'844'16,"-2"-1"291"-16,1 0-9 0,-1 1-319 0,0-2-316 15,2 0-216-15,0 2-135 0,3-2-73 0,-2 0-36 16,4 0-23-16,1-2-4 0,0-1-4 16,5 0-50-16,-4-1-111 0,3-1-160 0,-3-1-291 15,2 4-253-15,-1-4-221 0,0 4-9 0,0-1 324 16</inkml:trace>
  <inkml:trace contextRef="#ctx0" brushRef="#br2" timeOffset="-179909.34">27593 3076 85 0,'-2'-3'299'0,"2"1"144"15,-1 1 131-15,-1-2-116 0,0 2-134 0,2-1-77 16,-1 2-32-16,-1-1-14 0,1 1 2 0,1 0 1 15,0-2 9-15,0 2 13 0,0-1 9 0,0 1 5 16,0 0-1-16,0 0-15 0,1 0-24 16,-1 0-23-16,0 0-25 0,0 0-33 0,0 0-26 15,0 0-28-15,0 1-17 0,2-1-21 0,-2 2-11 16,0-2-8-16,1 1-3 0,1-1 2 16,0 2 10-16,-1-1 6 0,2 1-1 0,-1-1 4 15,1-1 0-15,1 1 2 0,0-1-9 16,1 2-3-16,-1-2 3 0,0 0 0 0,1 0-2 15,-1 2-4-15,1-2 7 0,0 0 15 0,2 0 12 16,-2 0 3-16,2 0 1 0,-2 1 2 16,-1-1-7-16,2 0-13 0,1 0-11 0,-2 1-8 15,-1-1-3-15,3 0 7 0,0 0 31 0,-2 2 20 16,2-2 13-16,-3 0 3 0,1 0 0 0,2 0-7 16,0 0-29-16,-2-2-18 0,1 1-11 15,-1 0-4-15,2-1-4 0,-1 0-3 0,0 1-3 16,0 0 2-16,-1-1-5 0,2 1-3 0,0-1 5 15,0 1-1-15,-1 1 0 0,1-2-6 0,-3 1 3 16,5 1 3-16,-4 0-2 0,2-2 2 16,1 2-1-16,-2-1 2 0,2 1 1 0,-3 0-3 15,1 0 2-15,0 0-5 0,2 0 1 0,-2 0-1 16,1 0-2-16,-2 0 0 0,-1 0-1 0,1 0 1 16,1 0 0-16,-1 0 2 0,-2 1 0 15,4-1 2-15,-2 0 0 0,-1 0 3 0,2 0-1 16,-1 0-3-16,0 0 3 0,0-1-3 0,1 1 0 15,0 0 1-15,0-3 1 0,-1 3 0 16,2-2 2-16,-2 1-1 0,-1-1-1 0,4 1-3 16,-3-1-1-16,0 1 1 0,-1 0-4 0,3 1 2 15,-1-2-1-15,-2 2 4 0,0-2 0 0,1 2-5 16,-2-1 2-16,2 1 2 0,-2 0 1 0,2 0-4 16,-1 0-3-16,1 0 3 0,0 0 5 15,-2 1-1-15,2-1 1 0,-1 0 2 0,0 2 0 16,2-2 2-16,-2 0-5 0,1 2-3 0,-2-2 1 15,2 0 1-15,0 0-3 0,-2 0-2 0,5 0 5 16,-5 0 3-16,2 0-2 0,0 0-2 16,0 0 0-16,-1 0 1 0,1 0 0 0,-1 0-3 15,1-2-2-15,-2 2 2 0,2 0 2 0,0 0 0 16,-2 0 1-16,2 0 0 0,-1 0 2 0,0 0 2 16,1 2 0-16,-2-2-1 0,0 0-2 15,2 1-1-15,1 0-1 0,-3 1-3 0,2-2 2 16,0 1-1-16,-2-1-1 0,2 0 4 0,-1 2 0 15,2-2 0-15,-3 1 2 0,2-1 2 0,0 0-3 16,0 0-2-16,-2 0 1 0,4 0 1 0,-3 0-1 16,1 0 1-16,0 0 2 0,-1 0 0 15,0 0-2-15,0 0-1 0,1 0 0 0,0 2-3 16,-1-2-1-16,0 0 3 0,0 0 2 0,1 1 0 16,-1 1 0-16,-1-2 0 0,3 0 1 0,-3 0-3 15,2 0-2-15,-2 0 3 0,0 0-2 0,2-2 2 16,0 1-1-16,1 1 1 0,-3 0 4 0,0-2-3 15,0 2 2-15,2 0-2 0,-2 0 1 16,1 0-2-16,-1 0-1 0,0 0-3 0,1 2-1 16,-1-2 3-16,2 0 2 0,-1 1 0 0,0 1 0 15,0-2 0-15,0 0 4 0,1 0-4 0,-1 0-2 16,0 0 2-16,-1-2 0 0,2 2 0 16,-2-1 0-16,0 1 2 0,2 0 0 0,-1-2 4 15,1 2-3-15,-2 0 0 0,1-1-1 0,0 1-2 16,0-2 0-16,-1 2-3 0,0 0 1 0,0-1-3 15,2 1 5-15,-2-2 0 0,2 2-1 16,-2 0 0-16,2-1-1 0,-2 0 3 0,0 1-1 16,0-2-1-16,3 0 5 0,-3 1-2 0,1-2 1 15,-3 1-2-15,4 0 2 0,-2-1 1 0,1 1-2 16,-1-2 3-16,-2 2-2 0,4 0 2 16,-2-4-4-16,-2 3-2 0,3-1 1 0,-3-1-3 15,2 0 3-15,-1 1 5 0,1 0-1 0,-1-1 1 16,1 1-2-16,0-2-3 0,-1 2 2 0,2-2 0 15,-2 0 2-15,1 0-2 0,-1-1 2 0,1 1 2 16,-1-1 1-16,1-3-5 0,-2 3 0 16,4-2 0-16,-2 0 0 0,2 1-1 0,-4-2 2 15,2 1 4-15,1-2 14 0,-3 3 8 0,3-1 5 16,-1 0-7-16,-2 0-5 0,3 0-5 0,-3-1-14 16,1 2-8-16,-1 0-3 0,1-1 3 0,0 0 5 15,0 0 2-15,2 0 0 0,-3 1 1 16,1-2-2-16,-1 2 0 0,3-2-1 0,-3 2 1 15,2 0-1-15,-1 0 1 0,0-2 2 0,1 2-1 16,-2 1-1-16,3-3-1 0,-3 3 2 0,-1 1-2 16,5-3 0-16,-4 1 0 0,1 1 1 0,-1 0 1 15,3-1-2-15,-4 1 2 0,1-1 2 16,1 2 1-16,-1-3 4 0,-1 3 0 0,2-3 1 16,0 1 0-16,-2 0-2 0,0-1-4 0,0 0-2 15,1-2 0-15,-1 3-2 0,3-3 0 0,-3 0 0 16,2 1-2-16,0 1 3 0,-1-2 0 15,-1 2-1-15,3-1 7 0,-1-1 6 0,-1 2 3 16,1 0-2-16,-1-2 1 0,-1 3 0 0,2-1-6 16,0 0-9-16,-1-2-1 0,-1 2 1 0,3-2-1 15,-3 3-1-15,2-3 2 0,0 1-5 16,-1-1-5-16,-1 0-1 0,2-2-1 0,0 2-1 16,-2-1-3-16,0 1 10 0,1-2 6 0,-1 2 0 15,2-3-1-15,-2 2 1 0,0 0 1 0,1 0 0 16,-1 0-2-16,3 1 1 0,-1-3 0 15,-2 3 0-15,3-2 0 0,-3 2-1 0,1-1 0 16,-1 0 1-16,4 0 0 0,-4 2-1 0,1-1 1 16,-1 0 0-16,3 1 0 0,-3 0 0 0,2 1 0 15,0 0 1-15,-1 0 1 0,-1 0 0 0,2 1-2 16,0 1-1-16,-1-3 1 0,1 3-1 0,-1-2 1 16,4 0 0-16,-4 1-1 0,2-2 1 15,-1 1 0-15,0 0-1 0,-1-1-1 0,3-1 0 16,-1 0 0-16,-2 2 2 0,1-2-1 15,0-1 1-15,1 4 1 0,-2-3-1 0,1 3 0 0,1-1 0 16,-2 0-1-16,1 2 1 0,-1-1-1 16,-1 0 0-16,2 1 1 0,0 0-1 0,-1 1 1 15,-1 0 0-15,2-1 0 0,0 1 0 0,-1-1-1 16,1 1 1-16,-2 0-2 0,1 1 1 0,3-1 1 16,-4 2 0-16,1-1 0 0,1 1 0 0,-1-1 0 15,-1 2-1-15,2-2-1 0,0 3 2 16,-2-2 0-16,2 3-1 0,-2-2 1 0,2 1 1 15,0 0 1-15,-2-1-2 0,1 0-2 0,1 1 1 16,-1-1-1-16,-1 0-1 0,4 0 0 0,-3 0 2 16,1 0 1-16,-1 1-1 0,-1-2 1 0,2 3 0 15,0-2 1-15,-1 1-1 0,-1 1 3 16,0 0-3-16,0 1 1 0,0 0 1 0,0 0-1 16,0 0 0-16,0 0-4 0,0 0 3 0,2 1-1 15,-2 0 1-15,0 3 0 0,1-2 2 0,-1 2 2 16,0 0 0-16,0 0-1 0,2 2 0 0,-2-1-2 15,2 1 2-15,-2 0-3 0,0 0 0 16,2 1 2-16,-2-1-1 0,0 3 3 0,2-1-2 16,-2 0 3-16,0 0 1 0,0 1-1 0,2 1 0 15,-2 1 0-15,0 1-1 0,1-3 2 16,-1 2-1-16,0-1 2 0,0 2 2 0,0 0 2 16,0 0 2-16,0-1-2 0,0 1 1 0,-1 1 0 15,1-1 0-15,-2 0-4 0,0 0-2 0,2 2-1 16,-2-3-1-16,0 2-1 0,0-1-2 0,2 1 1 15,-3 0-1-15,2 0 2 0,-1 2 0 16,0 0-1-16,1-2-1 0,-2 2-1 0,-1 0 1 16,3 0-1-16,-1 0 0 0,1 2 1 0,-3-2 0 15,4 0 0-15,-2 0 0 0,0 0 2 0,0 0-3 16,2 0 1-16,0-2 1 0,-1 0-1 16,1 0 1-16,0 0-1 0,0-1 2 0,0 0 4 15,1 0-2-15,-1-2-3 0,0 1-1 0,2 0 1 16,-2-1 0-16,2-1-6 0,-2 2 4 0,0-1 3 15,2 1 1-15,-2 1-2 0,0 0 5 0,0 0 5 16,-2 0 1-16,2 1 1 0,0-1 0 0,-2 2 1 16,2 1-3-16,-2-2-5 0,2 2-2 15,0-1 0-15,-1 1 0 0,1-2-1 0,0 2-2 16,0-2 0-16,0 4 0 0,0-4 0 0,0 1 0 16,0 1-1-16,0-3 0 0,0 2 0 0,0-2 0 15,0 0 0-15,1 0 0 0,-1-2 1 16,0 2-1-16,2-1 0 0,-2-3-1 0,2 4 0 15,0-2-1-15,-2-1 0 0,2 0 1 0,0 0-1 16,-1-2 1-16,1 2 0 0,-1-1 0 0,3-1 1 16,-4 0-1-16,3-1 1 0,-2 2 0 0,1-2 0 15,0 0 1-15,-2 2 0 0,1-2 0 16,1-1-1-16,-1 3 1 0,1-2-1 0,0 0-1 16,-2 1 0-16,0-1 0 0,2 1 1 0,-2 1-1 15,0-1 1-15,2-1 0 0,-2 1 0 0,2-1 0 16,-2 0-2-16,1 0 1 0,1 0 7 0,-1 0 2 15,-1 1 0-15,4-1 3 0,-3 0 0 16,1 0 0-16,-1-1-6 0,1 1-4 0,0 0-1 16,-1 0-1-16,1-2 0 0,-1 2-2 0,3 0 0 15,-4 0 2-15,1 1-3 0,4-2 1 0,-4-2 2 16,1 2 0-16,1-1 0 0,0 0-1 16,0-2 1-16,1 0 0 0,1 1 0 0,-1-1 0 15,4-1 0-15,-2-1 1 0,1 2 1 0,-1-2-1 16,2 0 0-16,0-2 1 0,0 2-2 15,-2 0 2-15,2 0-1 0,0 0 1 0,-2 0-1 16,1 2 0-16,2-2 0 0,-1 3 0 0,-2-2-1 16,1 1 0-16,1 1 1 0,1-2 0 0,-1 2 0 15,0 0 1-15,1-2-1 0,1 3 2 16,-2-3-1-16,1 0 0 0,4-1-2 0,-2-1 1 16,1 0-1-16,-1-1-1 0,1-1-1 0,-2 0 2 15,2 0 0-15,-3 2 0 0,4-4 0 0,-5 1 0 16,-2 1-1-16,3 0-5 0,-4 0-11 0,-2 0-35 15,1 1-75-15,-6 1-83 0,-1 0-157 0,-4 1-286 16,-2 0-326-16,1 1-342 0,-2 2-198 16,-3 0 101-16,0 3 640 0</inkml:trace>
  <inkml:trace contextRef="#ctx0" brushRef="#br2" timeOffset="-179473.03">28863 3367 214 0,'4'-3'732'0,"0"3"403"15,-2-1 94-15,2 1-229 0,-3 0-204 0,2 1-190 16,-1 2-145-16,1 1-93 0,-1 1-61 15,1 3-54-15,-1-1-80 0,-1 3-66 0,1 0-31 16,-1 0-20-16,-1 4-12 0,2-3-8 0,-2 3-11 16,-2 2-5-16,2-2-9 0,-1 1-8 15,-1 1-5-15,1 1-13 0,-3 2-40 0,0-3-77 16,-1 0-130-16,-2-1-264 0,1 0-306 16,2 0-373-16,-1-3-375 0,-2 2-83 0,3-3 594 15</inkml:trace>
  <inkml:trace contextRef="#ctx0" brushRef="#br2" timeOffset="-178313.57">29186 4167 80 0,'2'0'364'0,"-2"-2"224"15,0 2 188-15,0-1-37 0,0 1-183 0,0 0-98 16,0 0-64-16,2 0-39 0,-2 0-48 16,0 0-57-16,1 0-47 0,1 0-39 0,1 0-28 15,0 0-25-15,2 0-14 0,3 0 8 16,-2 0 31-16,2 1 2 0,0 1-4 0,3 1-7 15,-1-2-3-15,-1 2 6 0,-1 2-24 0,1-2-7 16,-1 3 6-16,-1-2 2 0,-2 4 1 16,-4-1-16-16,-1 2-13 0,-1 2-13 0,-2 1-18 15,-4 2-12-15,-1 0-10 0,-3 3-6 0,2 0-4 16,-3-1-2-16,2 2 0 0,-2-2-1 16,1 2-3-16,0-1-1 0,3 0-3 0,0-2-2 15,2 1-3-15,0-2-2 0,3-1 1 0,0 0-1 16,-1 1-1-16,4-4 1 0,0-1 0 15,4 0-1-15,-3 1 1 0,2-4-1 0,3 2 0 16,1-1 2-16,-1-1-2 0,1-2 2 0,3 0 0 16,0-1 0-16,1 0 0 0,2 0-5 15,-1-3-11-15,1-2-31 0,3 1-55 0,-2-3-61 16,0-2-52-16,2-2-66 0,0 1-84 0,-2-3-67 16,2-3-22-16,-2 1-2 0,4-3-17 15,-4 1 18-15,3-3 62 0,-2 3 90 0,0-2 68 16,0-1 63-16,-3 2 59 0,-1 2 68 15,-3 0 62-15,0 3 64 0,-2 3 69 0,-3 2 91 16,1 4 64-16,-4 2 45 0,0 4 21 0,-4 2-8 16,1 6-22-16,2 0-29 0,1 5 10 15,0 1-1-15,0 3-19 0,1 3-28 0,4 0-27 16,0 3-33-16,0-3-60 0,4 0-47 0,-3 0-36 16,4-2-22-16,2-4-14 0,0-1-14 15,4-3-6-15,1-7-6 0,2-2-1 0,0-6-2 16,3-4-3-16,0-5 1 0,0-5-1 0,2-4 0 15,0-3 0-15,-3-5-1 0,0 1 2 16,-2-3 2-16,-3-2 1 0,-2 3-2 0,-6 0 1 16,-1 1-1-16,-6 4 1 0,-2-2-1 15,-4 2-2-15,-3 1 0 0,-3 3-1 0,-2-1-7 16,-3 4-4-16,-1 2-4 0,-1 2 5 0,-2 4-6 16,0 1 4-16,0 4 5 0,0 1-19 15,0 4-65-15,2 1-71 0,-3 1-116 0,3 2-218 16,0 1-317-16,1-1-331 0,1 3-238 15,-1-1-106-15,2 1 417 0,0-1 625 0</inkml:trace>
  <inkml:trace contextRef="#ctx0" brushRef="#br2" timeOffset="-178109.98">29556 4367 108 0,'7'4'646'0,"-2"1"413"0,1-3 122 16,2 2-76-16,0 0-398 0,1 3-275 15,5-2-120-15,1 1-58 0,0-1-38 0,3-1-47 16,2-1-29-16,0 1-34 0,-2-1-48 16,4-1-30-16,-1-1-13 0,1 1-6 0,2-2-6 15,0-2-39-15,-4 1-50 0,1-1-99 0,-2 0-196 16,-5-1-288-16,2 2-307 0,-5-2-261 16,-1 2-146-16,-6 1 312 0,2 0 591 0</inkml:trace>
  <inkml:trace contextRef="#ctx0" brushRef="#br3" timeOffset="-169420.08">21670 6569 130 0,'-3'0'358'0,"-2"3"179"0,2-3 142 15,2 0-146-15,-3 0-138 0,3 0-64 0,-1 0-20 16,1 0 3-16,-1 0 6 0,0 0 2 16,2 0-9-16,0 0-30 0,-1 0-36 0,1 0-48 15,0 0-41-15,-2 0-39 0,2 0-29 16,-2 0-14-16,2 0-5 0,0 0 10 0,0 2 14 16,0-2 15-16,2 0 6 0,-2 2-8 0,2-2-9 15,-2 0-23-15,0 2-20 0,1-2-25 16,-1 0-11-16,2 1 24 0,1-1 18 0,0 1 10 15,1 1 5-15,0-2 4 0,4 2-1 16,-2-1-29-16,1-1-21 0,1 0-10 0,1 0-5 16,1 0 5-16,-1-1 3 0,2-1 3 0,0 0 1 15,0 1 1-15,2 0-1 0,0-3-9 16,1 2-6-16,-3 2-1 0,2-3-5 0,1 2-2 16,0 0 1-16,0 0 0 0,-1-1-1 15,2-1 0-15,-2 3 0 0,1 0 0 0,-1-2 0 16,2 2-1-16,0 0 1 0,0-3 0 0,0 3-1 15,-2-2 0-15,3 1 1 0,-3 0-1 0,0-1 1 16,0 0-1-16,1 1 1 0,-1 0 0 16,0-3-1-16,1 3 1 0,-3 0-2 0,3-1-1 15,-1-1 0-15,1 3-2 0,-3-1 1 16,2-1-1-16,3 1 1 0,-5 1 0 0,3-2 0 16,-1 2 0-16,1-1 0 0,-1 1 0 0,-1 0-2 15,2-2 0-15,-2 2 1 0,2-1 1 16,-2 1-2-16,0-2 1 0,2 1 1 0,-3-1 0 15,1 1-2-15,-1-1 1 0,1 2 1 0,2 0 1 16,-5 0-1-16,5 0 2 0,-2 0 1 16,0 0-2-16,-1 2 1 0,2-1-2 0,-1 1 2 15,1-1-1-15,-2 1 0 0,2-1 0 0,-2 1-1 16,0-1 2-16,3 1-1 0,-2-2 0 16,1 1 1-16,-1 1-1 0,2-2 2 0,-1 0-2 15,-1 1 2-15,4-1-2 0,-2 0 1 16,4 0 0-16,-2 0 1 0,2 1 0 0,1-1 0 15,1 2-2-15,0-2 1 0,0 2 1 0,1-1-3 16,1 0 0-16,-1-1 0 0,-1 2 0 16,2 0 1-16,0-2-2 0,-1 0 1 0,1 0 0 15,0 0 0-15,0-2 1 0,-1 0-3 16,1 2 1-16,0-1 0 0,-3 0 0 0,0-1 0 16,0 2-2-16,-3 0 0 0,1-2 2 0,-2 2-2 15,0 2 1-15,0-2 1 0,-2 3 3 16,1-2 2-16,-2 1 0 0,-1 0 1 0,2 0 5 15,-3 0 4-15,2 1 3 0,-1 0 2 0,0 0 0 16,-1-1 0-16,-1-2-3 0,4 3-6 16,-5-3-4-16,1 0-2 0,4 0-1 0,-4 0-1 15,1 0-1-15,2-3 1 0,0 3 0 16,0 0-1-16,2 0-1 0,2-2 2 0,-2 2 1 16,3 0-2-16,0 0 2 0,0 0-1 0,0 0 0 15,2 0 0-15,-1 0 0 0,1 0-2 16,-2 0 1-16,2 0 0 0,-3 0 1 0,3-3-2 15,-2 3 0-15,-1 0 1 0,1-2 0 0,-4 2 0 16,1 0-1-16,-1 2 0 0,0-2 1 16,-1 3 0-16,0-3-1 0,0 0 0 0,-1 2 1 15,-1 1 0-15,2 0-1 0,-1-1 0 16,-1 1 1-16,1-1 1 0,0 0-1 0,0 0-2 16,2-1 3-16,-4-1-2 0,4-1-1 0,0 1 1 15,-1-4 0-15,2 2 2 0,2-2-1 16,0-3 0-16,0 2-1 0,1 1 1 0,-2-2-2 15,2 0 1-15,-3 1-1 0,0 1 1 0,1-1 1 16,-1 2 0-16,-1 0 0 0,-1 2 1 16,-1-1-2-16,0 2 1 0,3 0-1 0,-2 0 0 15,-2 2-1-15,2 1-1 0,-1-2 0 0,0 2 0 16,-2 0-1-16,1 2-3 0,1-3-15 16,-3 2-40-16,0-2-71 0,-3 0-70 0,-2 0-127 15,1-2-182-15,-2-2-310 0,-2 0-296 0,0 0-207 16,0-2-103-16,-5 2 357 0,1-3 551 15</inkml:trace>
  <inkml:trace contextRef="#ctx0" brushRef="#br3" timeOffset="-168611.5">21888 6739 218 0,'-2'-1'409'0,"-1"-2"173"16,2 2 52-16,-4-1-148 0,5 0-130 0,-1 1-65 16,-1 0-17-16,2 1 5 0,0-2 8 0,0 0 8 15,2 2-12-15,-2-2-30 0,1 2-42 0,-1 0-48 16,2 2-47-16,1-2-25 0,-2 2-7 15,2 1-4-15,1 2-7 0,1 0 0 0,-1 3-2 16,1 1-20-16,2 1-24 0,0 2-13 0,0 1-11 16,1 0-3-16,0 2-5 0,1 0 1 15,-1-1-14-15,0 1-64 0,3 0-121 0,-3-1-184 16,-2-2-285-16,2 0-270 0,1-1-223 16,-2-4 24-16,-1 1 381 0</inkml:trace>
  <inkml:trace contextRef="#ctx0" brushRef="#br3" timeOffset="-168407.1">22236 6709 23 0,'7'-3'458'0,"2"3"361"16,-3 0 202-16,-1 0-10 0,0 0-349 0,0 3-299 15,-1-1-184-15,2 4-89 0,1 1-46 16,-1 1-26-16,1-1-13 0,1 4-9 0,-1-2-4 15,3 1-45-15,-2 0-92 0,3-1-151 0,-3 0-287 16,0 1-220-16,0-3-161 0,1-1 42 16,0 0 287-16</inkml:trace>
  <inkml:trace contextRef="#ctx0" brushRef="#br3" timeOffset="-168239.66">22698 6803 200 0,'8'6'458'0,"-3"-1"184"0,1 3 101 16,-2 1-204-16,1-2-251 0,0 2-137 0,0-2-85 15,1 0-75-15,0 0-93 0,4-3-208 0,0 2-224 16,2-4-115-16,1-2 5 0,2 0 136 16,5-2 199-16</inkml:trace>
  <inkml:trace contextRef="#ctx0" brushRef="#br3" timeOffset="-168062.26">23506 6745 11 0,'12'9'367'0,"-2"2"273"16,0-1 187-16,-4-1 43 0,3 1-332 16,-3-1-242-16,4-1-143 0,1 0-78 0,0-2-55 15,0 0-84-15,3-3-124 0,-1-2-294 0,4 0-201 16,-1-1-118-16,2 0 31 0,-2-1 217 15</inkml:trace>
  <inkml:trace contextRef="#ctx0" brushRef="#br3" timeOffset="-167894.06">24029 6793 40 0,'2'18'548'0,"-1"2"443"0,-2-1 188 15,-1 0-77-15,-1 0-361 0,1-3-335 16,-1-1-198-16,3-3-100 0,0-1-59 0,0-6-82 15,3 1-146-15,-1-4-209 0,-2-2-282 0,2-1-257 16,-1 0-210-16,1-3 48 0,-1-1 395 16</inkml:trace>
  <inkml:trace contextRef="#ctx0" brushRef="#br3" timeOffset="-165162.02">20661 3592 4 0,'2'0'241'15,"-1"0"152"-15,1 0 140 0,-2 1-35 0,2 1-139 16,-1-2-122-16,1 1-84 0,0-1-33 15,-2 2-17-15,1 0 5 0,1 0 13 0,-1 2 16 16,1-1 2-16,1 1-12 0,-2 2-14 0,2 1-13 16,-1 1-22-16,1 0-23 0,1 1-11 15,-1 0-13-15,2-1-10 0,-1 1-14 16,2 2 13-16,1-3 19 0,-1 3 12 0,1 0 13 16,1 0 6-16,-1-1 6 0,1 1-19 0,-1-1-20 15,1 1-10-15,-1 0-8 0,1-1 1 0,0 1-1 16,0-1 27-16,0-2 26 0,-2 2 10 15,2 0 6-15,-1-3-3 0,0 2 0 0,0 1-21 16,-3-3-22-16,3 3-10 0,-1-3 9 0,0 2 9 16,2-2 5-16,-3 1 0 0,2-2 0 15,-3 2-2-15,2-1-14 0,1 0-14 0,-1 1-6 16,1 0-4-16,-3-1-4 0,2 0-1 16,-1 1-1-16,0-1-4 0,-2 1 2 0,4 0-3 15,-4 2 2-15,0-3 1 0,3 2 16 16,-3 2 7-16,0-2 4 0,1 0 4 0,-1-1 0 15,0 3 2-15,0-1-15 0,2-2-4 0,-2 3-5 16,3-2-6-16,-3 0-3 0,1 0 0 16,0-1-7-16,1 2 0 0,-1-1 0 0,0 0-1 15,2-1 1-15,1-1 0 0,-3 1 1 0,3 2 0 16,-1-2-1-16,0 0 5 0,1 0 1 16,-1-1-3-16,1 2 1 0,-1-1-1 0,1 0-3 15,0-1-2-15,-1 0-1 0,1 1 2 16,0-1 0-16,1 1-2 0,-1-1 3 0,-1 1 0 15,1 1 0-15,0 0 2 0,0-2-2 16,-3 2 1-16,3-1-3 0,-2 0-4 0,1 0 0 16,-2 1-2-16,1-1 4 0,0 1 2 0,-2 0-1 15,1 0 4-15,-1-1-2 0,3 2-2 16,-5-1 1-16,2-1-2 0,1 1 2 0,-1-2-1 16,0 1 2-16,0-2 2 0,2 1-1 0,-2-3 0 15,2 2 0-15,-1 0-1 0,0-1 0 16,-1-1 1-16,2 1-3 0,0-3 4 0,-1 3 1 15,1 0-1-15,-1-3-2 0,1 3-3 16,0-3 1-16,2 4-3 0,-3-1-2 0,2-1 1 16,-1 0 2-16,2 1 2 0,-3 1 2 0,1 0 1 15,2 0 0-15,-3 0 3 0,1 1 0 0,0-1 0 16,-2 0 3-16,2 2 0 0,-1 1-1 16,1-1-2-16,0-1 0 0,-1 0 0 0,1 1 0 15,2-1-6-15,-2 2 3 0,-1-2 3 16,2 2-2-16,1-1-1 0,-3 1 1 0,1-1 2 15,0-1-1-15,1 1-1 0,-1 1 0 0,0-2 2 16,-1 1-1-16,0-1-2 0,-1-1 0 16,0 2 0-16,0-2-4 0,3 0 2 0,-3 1 1 15,1-1 1-15,-3 0 1 0,3 0-1 16,-1 0 4-16,0 0 0 0,0 1 0 0,0-2 0 16,2 1-4-16,-4 0-1 0,2 1 1 0,1-1-3 15,1 0-2-15,-4 1 3 0,4 0 1 16,-2-1 1-16,2 1-4 0,-1 1 4 0,1 1 0 15,0-1-2-15,0 1-1 0,0-1 2 16,1 0-2-16,2 1-5 0,-4 2-1 0,1-4 3 16,2 3 1-16,-1 1 2 0,3-3 4 0,-2 1 4 15,1 0 2-15,-2-1-4 0,3 0 1 16,-1 1-5-16,0-2 1 0,-1 3 1 0,0-3-3 16,1 1 4-16,-1-2 3 0,-1 1 10 0,3-1-1 15,-2 1-2-15,-1 0 2 0,2 0 4 16,-1-1-6-16,0 2 0 0,0-1-6 0,1 1 1 15,-4-1-3-15,4 1-6 0,-2 0 2 0,-1 0 2 16,2 1 6-16,-3 0 0 0,4 0 3 16,-2 0 1-16,1-1-2 0,-2 4-3 0,1-3-1 15,2 0-2-15,-4 0-6 0,1 0 3 16,0-2-2-16,0 0 0 0,0 1-4 0,1-3-1 16,-2 2 10-16,0-1-4 0,1-1-3 0,-4 1 4 15,4-2-1-15,-2 2-1 0,-1 0-3 16,1 0 1-16,0-2 4 0,-2 2-4 0,2-1 2 15,-3 0 0-15,4-1-2 0,-3-1 5 16,1 2-2-16,0-1 1 0,-1 1 7 0,2 0 6 16,2 1 6-16,-2-1-3 0,5-1 3 0,-2 3-2 15,2-1-5-15,0-1 0 0,2 1-2 0,-1 2 2 16,2-2 12-16,3 2 16 0,-2 0 9 16,3-1-2-16,-2 2 0 0,3-2 0 15,-2 4-2-15,3-2-7 0,-1 1 4 0,1 1-2 16,0 0-1-16,1 1-4 0,0-1-10 0,-1 0-8 15,-1-1-9-15,3 2 1 0,-2-1-2 0,-1 1-2 16,0-2 1-16,-2 2-6 0,2-1 1 16,-2 1 2-16,-2-2-7 0,2 2 0 0,-3-1-1 15,1-1 5-15,-2 2-3 0,-1 0-2 16,2-2 3-16,-3 1 3 0,0-2 5 0,0 2 7 16,1-2 14-16,-1 0 2 0,1 0 9 0,-3 1-1 15,1-1-3-15,0 0-11 0,-1-3-6 16,-1 1-7-16,3 1-2 0,-4-2 0 0,0-1-2 15,-1-1-3-15,0 1-4 0,-1-1 3 0,-1-1 2 16,3 1 10-16,-3 0 9 0,-1-2 10 16,2 2 1-16,-1 0 0 0,1-1-3 0,0 0-13 15,-2 0-7-15,2-1-3 0,-2 1-6 0,0 0 0 16,2 2-4-16,0-3 3 0,-1 2-3 16,-1-2 0-16,2 3 3 0,-1-1-4 0,3 2 4 15,-4 0 1-15,1 0-3 0,2 2-1 16,-1-1-1-16,0 0 3 0,-1 0-1 0,2 0-3 15,-1-1 5-15,0 2-2 0,0-1 0 0,0 1 0 16,0-2 0-16,1 1 1 0,-2-1-2 16,3-1 2-16,-3 1 0 0,2 1-2 0,-1-2 1 15,1 0 2-15,-1 2 0 0,1-1 1 16,-1 1-1-16,-1-1-1 0,4 2-2 0,-4-2 0 16,2 1 0-16,1 0-2 0,-1 1 2 0,0 1 2 15,0 0-1-15,1 1 0 0,-1-2-1 16,3 0 1-16,-3 2-1 0,2 1 1 0,-1 2-2 15,1-3 1-15,0 3 1 0,3-1 0 0,-2 0 0 16,2-1-2-16,0 0 2 0,1 1 2 16,1 1 0-16,-2-3-1 0,3 0 2 0,-2-1-1 15,1 1-3-15,0 0 1 0,-3-1 0 16,1-1-2-16,-1 1 0 0,-3 1 3 0,1-1 2 16,1 1-1-16,-3-1 0 0,1 2-2 0,-4-4-31 15,0 2-59-15,-2 1-48 0,0-3-115 0,-2 0-200 16,-2-1-306-16,1-1-277 0,0-2-229 15,0 0-122-15,0-3 354 0,2 0 578 0</inkml:trace>
  <inkml:trace contextRef="#ctx0" brushRef="#br3" timeOffset="-163191.03">22896 6497 195 0,'-2'2'365'0,"2"0"150"0,-2 0 3 0,1-1-115 15,-1 0-121-15,2 1-89 0,-1 0-52 16,1-1-27-16,0-1-18 0,0 1-10 0,0-1-5 15,-2 2-3-15,2-2 3 0,0 0-2 0,0 0 2 16,0 0-3-16,0 0 2 0,0 0-6 16,0 0 4-16,0 0-7 0,0 0-5 0,0 0-13 15,2-2-6-15,-2 2-12 0,0-1-13 16,1-2-7-16,1 1-9 0,1-2 2 0,0 0-2 16,3-2 21-16,1-1 18 0,-3 0 12 0,5-3 9 15,0 2 1-15,0-1 0 0,3-2-20 16,-2 1-16-16,1-1-11 0,1-1-10 0,2 0-4 15,-3 2-8-15,1-4 2 0,0 3-1 16,0-1 0-16,-1-1-1 0,0 2 1 0,-1-2 4 16,-1 3-1-16,1-2-2 0,-1 0 2 0,-1 0-2 15,0 1 14-15,-2-1 16 0,3 2 10 0,-5-1 6 16,4 1 3-16,-2-1 2 0,1-2-14 16,-1 4-17-16,2-2-10 0,-2 1-10 15,1-1 0-15,-1 1-6 0,0-1 2 0,3 2 0 16,0-2 4-16,-1 3 0 0,0-3 2 0,1 2-2 15,0 0-3-15,1 1-4 0,1-2 4 0,-2 3 5 16,1-1-2-16,-1-3 5 0,2 4 5 16,-2-2 4-16,1 2-2 0,-2-2-2 0,0 0-1 15,2-1 1-15,1-1-5 0,-3 2-4 16,0-2 2-16,2 1 2 0,-3 1-3 0,1 0 0 16,-2-1 1-16,3 0 3 0,0 1-4 0,-1-2-4 15,2-1-5-15,-2 2-19 0,2-2-18 16,0 1-20-16,-1-2-17 0,0 2-22 0,1-1-19 15,-1 2-7-15,1 0-11 0,0-1-5 16,0-1-5-16,0 2 9 0,1-2 16 0,0 1 22 16,0-1 23-16,-1 0 23 0,2-1 22 0,-1 1 13 15,1-3 8-15,-2 1 3 0,2 1 6 0,-3-1 1 16,4 1 1-16,-2-1-1 0,0 1-3 16,0-2 4-16,0 0-3 0,1 2-1 15,1-4-2-15,1 2-2 0,-2 0-2 0,2-2-1 16,0 1-2-16,0-1 1 0,0-1 2 0,1 2 4 15,0-2 0-15,1 0 9 0,0-1 2 0,0 0 2 16,1 0-1-16,-1 1 1 0,2-2 5 16,-4 2-9-16,2 0 0 0,1-1 0 0,-4 2 0 15,3-1-4-15,-1-1-1 0,0 1-13 16,-1-4-19-16,0 3-18 0,2-3-25 0,-2 0-19 16,2 0-11-16,-2-1 5 0,2 0 10 0,-2 0 18 15,2 1 26-15,-2-1 22 0,3 1 15 16,1 1 12-16,-1-1 12 0,5-2 13 0,-2 1 10 15,1 1 10-15,5-3 9 0,-3 0 3 0,1 0-3 16,3 0-6-16,2-2-6 0,-3 0-6 16,3 0-9-16,-1-1-1 0,1 0-5 0,-1-3-6 15,1 3-1-15,-1-3-7 0,-2 2 1 16,1 0-4-16,-2 3 0 0,-2 1 5 0,-2 5-10 16,-4-1-11-16,1 2-20 0,-4 4-26 0,-3 1-17 15,3 0-20-15,-2 1-22 0,-2-3-31 16,1 3-75-16,1-2-130 0,-2-2-98 0,2 3-7 15,-4-3 79-15,2 0 116 0</inkml:trace>
  <inkml:trace contextRef="#ctx0" brushRef="#br3" timeOffset="-162328.56">24201 5755 122 0,'4'0'353'0,"-3"2"167"15,2 1 134-15,2 0-132 0,4 1-174 16,-1 4-90-16,4-1-17 0,2 2 5 0,2 2 7 16,1 1 17-16,2 3 10 0,5 1-5 0,-1 2-16 15,2 3-25-15,2 2-31 0,1 2-38 0,-2 4-33 16,1 1-26-16,-2 0-25 0,-1 4-17 15,-5-1-17-15,-1 3-11 0,-2 0-9 0,-4 1-5 16,-2 1-9-16,-6 1-2 0,2 0 3 16,-6 1-1-16,0-3 1 0,-4 1-7 0,-1-6 0 15,0-1-6-15,1-5-4 0,-1-3-2 0,2-4 0 16,-5-6-2-16,3-1-15 0,-1-7-47 16,-2-2-103-16,0-3-137 0,-1-4-241 0,-1-4-285 15,2 0-247-15,-3-5-89 0,3 0 238 16,-2-1 411-16</inkml:trace>
  <inkml:trace contextRef="#ctx0" brushRef="#br3" timeOffset="-161885.92">24076 6044 300 0,'-4'15'601'0,"-2"-1"257"0,1 4 128 16,2 2-252-16,-1 4-199 0,3 1-129 0,-1 1-83 15,4 2-64-15,1-1-60 0,0-1-58 0,4-2-47 16,3-4-35-16,0 0-27 0,1-4-15 15,2-4-6-15,0-4-4 0,0-2-1 0,0-4 0 16,0-4 0-16,0-2 1 0,-4-4-6 16,3-4 1-16,-3-3 0 0,0-4-2 0,0-1 1 15,-1-3 8-15,-3-2 6 0,2 0 6 16,-3 0 6-16,0-3 5 0,-4 3 2 0,-2 0-7 16,-3 2-2-16,-3 2-2 0,0 1-5 0,-3 1-10 15,-1 4-4-15,-1 4-3 0,-1 4 1 16,-1 2-2-16,1 5-2 0,1 5 1 0,0 5-6 15,0 2-12-15,0 5-26 0,4 1-84 0,-1 0-135 16,-1 2-205-16,5 0-277 0,-1 1-256 16,4 0-194-16,0-3 121 0,1 1 417 0</inkml:trace>
  <inkml:trace contextRef="#ctx0" brushRef="#br3" timeOffset="-161691.2">24048 6171 44 0,'5'-4'446'0,"0"4"305"0,-1 2 175 15,1 0 1-15,4-1-368 0,1 0-273 0,1 3-144 16,3-3-68-16,2 2-32 0,2 0-12 16,0-3-4-16,3 0 2 0,1 0-6 0,3 0-3 15,1-3-2-15,-1 0-62 0,1 2-124 16,-1-3-292-16,-3 2-231 0,-5 0-178 0,2 2-61 15,-6 2 188-15,-2-1 341 0</inkml:trace>
  <inkml:trace contextRef="#ctx0" brushRef="#br3" timeOffset="-160749.54">21893 5916 247 0,'5'-6'489'0,"0"0"208"16,-4-1 129-16,2 2-165 0,-1-1-107 16,-2 1-67-16,-2-1-48 0,-1 2-50 0,-2 0-61 15,-1 2-72-15,-2 0-70 0,-3 4-50 0,2-1-32 16,-4 5-15-16,-3 0-7 0,2 5-13 16,-4 3-12-16,4 0-13 0,-3 5-18 0,0 4-12 15,2 2-14-15,2 1-6 0,-1 4 1 16,3 3-2-16,0 0 11 0,2 5-2 0,1 2 4 15,1-2 2-15,1 1-5 0,2 0-3 0,0-3-11 16,4-3-17-16,2-4-21 0,0-3-20 16,1-3-35-16,-2-4-63 0,4-4-85 0,-4-3-85 15,2-2-107-15,-1-3-187 0,0-3-239 16,-1-1-133-16,1-1 44 0,-2-2 229 0,2-2 301 16</inkml:trace>
  <inkml:trace contextRef="#ctx0" brushRef="#br3" timeOffset="-160363.22">21936 6173 373 0,'3'0'714'15,"-1"4"233"-15,-2 3 68 0,-2 1-269 0,0 5-253 16,1 4-140-16,-2 2-73 0,-1 1-36 15,3 4-46-15,-1 0-44 0,1 1-42 16,1 1-36-16,1-2-29 0,2 1-18 0,1-6-9 16,2-2-10-16,2-2-3 0,0-3-7 0,0-3 1 15,1-4-2-15,2-2-2 0,-1-6-1 0,-1-2 3 16,4-5-1-16,-4-2 1 0,4-5 2 16,-5-1-4-16,1-3 3 0,-1-1-3 0,0 0 2 15,-3-3 1-15,0 2-2 0,-4 1 1 16,-2 0-3-16,-1 1 0 0,-5 0-2 0,-2 1-2 15,-2 1 0-15,-2 4 2 0,-2 0 3 16,-1 3-1-16,-2 3-3 0,1 4 6 0,1 3 5 16,2 4-2-16,1 3-6 0,1 5-11 0,-2 2-41 15,1 2-90-15,0 1-128 0,2 2-188 16,1-1-287-16,1 0-255 0,1 1-143 0,4-2 135 16,-1 0 369-16</inkml:trace>
  <inkml:trace contextRef="#ctx0" brushRef="#br3" timeOffset="-160207.33">21917 6317 74 0,'11'-2'571'16,"0"0"392"-16,-2 2 159 0,2 0-78 0,-2 2-388 15,3 0-306-15,-1 2-178 0,0-2-81 16,5 2-42-16,-2-2-21 0,0 3-12 0,2-5-25 16,2 0-77-16,-6-3-138 0,4 0-306 15,-2 0-251-15,-1-1-222 0,0 0-101 0,-4 0 216 16,2 0 418-16</inkml:trace>
  <inkml:trace contextRef="#ctx0" brushRef="#br3" timeOffset="-158527.77">20451 3600 88 0,'2'0'303'0,"-2"1"160"16,1-1 76-16,-1 1-99 0,0-1-124 16,0 0-93-16,0 0-53 0,0 0-24 0,0 0 48 15,0 0 25-15,0 0 26 0,0 0 20 0,0 0 17 16,0 0 10-16,0 0-17 0,0 0-16 16,0 0-17-16,0 0-32 0,-1 0-30 0,-1 0-34 15,0 2-31-15,1 0-25 0,-2-1-15 16,-1 1-8-16,0 1-2 0,-2-2 10 0,3 2 17 15,-2 0 24-15,0-1 14 0,0 0 12 0,0 2 0 16,-1-2-5-16,1 1-19 0,2-1-25 0,-2 0-17 16,1 0-17-16,-1-1-13 0,-2 2-11 15,1 0-8-15,-2-2-6 0,0 2-6 0,0 0-3 16,-2 2-4-16,0-2-2 0,-1 1-3 16,-2 2 1-16,0 0-1 0,1 2-2 0,-1-1 0 15,-1 3-1-15,1-2-1 0,2 3-3 0,-3 1 1 16,1-1 1-16,1 3-2 0,2-2 0 15,-1 1 1-15,2 1 2 0,1 0 0 0,2-1 2 16,-1 1 0-16,1-3-1 0,0 2 1 16,1-1 0-16,2-1 1 0,0-3 1 0,-1 1-2 15,1-1 2-15,1-1-2 0,2-2 1 0,-3 1-2 16,3-1-2-16,0-3 2 0,-1 0-2 16,1 1 0-16,0-3 0 0,0 1-2 0,-3-1 2 15,1 0-3-15,2 0 2 0,0-1-1 16,0-2-10-16,0 1-28 0,0-3-56 0,0 2-52 15,0-2-60-15,0 0-92 0,-1-1-122 0,-1-1-131 16,2 0-149-16,-1 3-236 0,-1-2-199 0,0 2-7 16,2 0 268-16,-1 0 377 0</inkml:trace>
  <inkml:trace contextRef="#ctx0" brushRef="#br3" timeOffset="-158312.8">20056 3841 109 0,'-5'0'374'0,"2"0"219"0,-2 0 196 0,0 1-89 16,-1 1-142-16,2 0-103 0,0 3-51 0,-1-2-42 15,1 4-48-15,0-1-47 0,0 1-50 16,-2 3-37-16,2-2-41 0,1 3-37 16,2 1-30-16,-3 1-23 0,3 1-12 0,1 1-17 15,0-2-4-15,1 1-6 0,1-2-2 0,1-1 0 16,2-1-6-16,4-1 5 0,-1-3-6 0,0 0 1 16,6-5 0-16,-1 1-5 0,3-2-22 15,1-3-69-15,0-3-117 0,1 0-182 0,3 0-294 16,2-3-269-16,0 2-217 0,3 1 32 15,1-1 365-15</inkml:trace>
  <inkml:trace contextRef="#ctx0" brushRef="#br3" timeOffset="-157141.97">25161 4071 93 0,'0'0'375'0,"0"-2"223"0,0 0 153 15,2 2-113-15,-1 0-217 0,1 0-110 0,1 2-53 16,0 0-16-16,5 4-7 0,-2-1 15 16,4 2 27-16,0 0-21 0,2 4-19 0,-1-1-33 15,2 2-22-15,-1 1-24 0,0 2-33 16,2 1-17-16,-1 0-23 0,0 2-9 0,0 1 3 15,3 0-4-15,-3 0-5 0,-2-1-8 0,1 2-10 16,1-1-6-16,0-1-18 0,-4 0-10 16,2 2-7-16,0-4 0 0,-3 1-6 0,0-1-5 15,0-1 2-15,-2-2 2 0,1 1 3 16,-3-2-5-16,0 0 4 0,-1-1-1 0,-1-1-2 16,-1 0-1-16,-1 1-1 0,0-3 1 0,-1-1-2 15,-1-1 1-15,0 0 4 0,2 0-5 16,-1-3-5-16,-1 0-22 0,0-1-33 0,2-2-26 15,-3 0-31-15,3-2-54 0,-1-3-88 0,-3 0-99 16,1-1-118-16,2 0-238 0,-4-2-245 16,2 1-141-16,2 3 99 0,-3-2 318 0,1-1 335 15</inkml:trace>
  <inkml:trace contextRef="#ctx0" brushRef="#br3" timeOffset="-156813.92">25310 4506 242 0,'-4'3'570'15,"0"1"267"-15,-1 0 134 0,2 2-191 0,3 0-213 16,-1 1-130-16,1 4-86 0,1-1-58 16,2 0-49-16,2 4-41 0,-1-3-30 0,1 6-18 15,3-2-14-15,0 0-11 0,5 0-13 16,-4-2-16-16,5 2-17 0,-1-4-26 0,2 0-21 15,0-4-12-15,1-1-6 0,1-3-4 16,2-3-8-16,-1-3 1 0,1-1-2 0,-3-5 0 16,3-2-3-16,-2-3-1 0,-3 0-2 0,1-1 4 15,-1-1 2-15,-3-1-4 0,0 1 3 0,-5 0-8 16,-1 3-46-16,-4 0-52 0,-1 1-124 16,-3 1-201-16,-2 2-298 0,-4 1-302 0,3 4-240 15,-2 0-107-15,1 4 399 0,3 4 559 16</inkml:trace>
  <inkml:trace contextRef="#ctx0" brushRef="#br3" timeOffset="-154032.15">27065 3026 229 0,'0'0'430'0,"0"0"183"16,0-3 68-16,-2 3-142 0,0 0-105 0,2 0-50 16,-3 0-21-16,2 0 2 0,-4-2-15 0,4 2-23 15,-2 0-45-15,-1 0-45 0,1 0-45 16,0 0-40-16,0 0-34 0,-1 0-17 0,3 0-11 15,-1 0-9-15,1 0-10 0,1 0-12 0,0 0-11 16,0 0-12-16,0 0-14 0,0 0-4 0,0 0-10 16,1 0-1-16,2 0-3 0,1 0-4 15,0 2-1-15,1-2-4 0,3 3 4 0,1-2-4 16,1 0 7-16,0 3-4 0,0-4-4 0,2 2 4 16,-1 0 6-16,1 0 6 0,1-1-10 0,3-1 0 15,-3 1 10-15,2-1 49 0,0 0 19 16,0 0 12-16,1-1 7 0,0 0 2 0,-2-1-7 15,2-2-43-15,-2 1-21 0,0 1-12 0,-2-2-6 16,-1 0-1-16,0 1 0 0,-2-3 1 0,-1 3 21 16,0-2 7-16,1 1 5 0,-4 1 2 0,2 0-2 15,-2-1-1-15,-1 1-18 0,2 0-10 0,-1-2-6 16,-2 2-5-16,4-1 1 0,-4 1-4 16,2-1 0-16,1-2-1 0,-3 2 2 0,2-1 3 15,1 1-1-15,-1-2 1 0,1 0-1 0,0 1-1 16,1-1-1-16,-1 1-2 0,1-1 1 0,-3-2-2 15,5 2-3-15,-4-1 2 0,2 0 1 0,-1 2 2 16,3-1-3-16,-2-2 5 0,-2 2 1 0,3-1 0 16,-4-1 2-16,4 1-3 0,-2-1 2 15,-1 1-1-15,0-2 1 0,-2 0 1 0,4 1 1 16,-6-3-1-16,5 3 1 0,-3-3 0 0,1 1-1 16,-3 0 7-16,2-2 4 0,-1 1 3 0,1-2 1 15,1 1 0-15,-3-2-3 0,2 1-5 16,-3-2-5-16,5 0-5 0,-4 1 1 0,2-3-3 15,1-1 0-15,-3-1-1 0,3 0-1 0,0 0-1 16,0 0 1-16,0-1 0 0,2-1-1 0,-1 2 0 16,0-3 0-16,0 3-1 0,0 0 2 15,1-1 1-15,0 3 2 0,0-3 1 0,-1 0 1 16,0 2-4-16,0-3-4 0,2 1-3 0,-2 0-1 16,-2-1-2-16,2 0-1 0,-2-2 6 0,1 1 2 15,-1-1 2-15,0-1-1 0,0 0 3 0,2 1 0 16,-4-2-1-16,1 1 0 0,-2 0 1 15,0 2 2-15,0-2-2 0,-2 1 0 0,1 2 0 16,-4-2 0-16,0 4-1 0,1-1-2 0,-1 0 1 16,0-1-3-16,-1 0 3 0,0 1 0 15,-1 1 0-15,2-2 0 0,2 1 5 0,0-1 6 16,0 2 1-16,3 1-8 0,-2 0 0 0,2 0-2 16,2 4-7-16,-1-1-4 0,1 3 0 0,0 1 5 15,-1 0 3-15,1 3 1 0,-1 2 2 0,1-2 0 16,0 3-1-16,-2 0 2 0,1 2-1 0,-1 0 1 15,0 2 3-15,0-1 5 0,0 1 3 0,0-1 1 16,0 2 0-16,0 0 0 0,0-1-2 0,-1 1-4 16,1 0-2-16,0 0-3 0,0 0 1 0,0 0-1 15,0 0-3-15,0 0 0 0,0 0-1 0,1 0-1 16,-1 1 0-16,0-1 0 0,-1 3 2 0,1 0-1 16,-2 2 2-16,0 1 1 0,1 1-2 0,-1 1-1 15,1 3 1-15,-3-1 1 0,3 1-1 0,1 3 0 16,-4 1 4-16,4 2-2 0,0-1 1 0,0 2 0 15,0 0 2-15,0 2-1 0,2-1-1 16,0 1 0-16,-1-1 1 0,3 1-1 0,-1-2-1 16,-2 1 0-16,4 1 0 0,-2-2 1 0,3 0-1 15,-1 0-1-15,0-1 2 0,0 0 0 0,0 0 0 16,-2 0 0-16,2 0 0 0,-1 1-1 16,-1-1-1-16,-1 1 0 0,1 0 0 0,-1-1 0 15,-1 3-2-15,-1-2 1 0,3 2 1 0,-3-3 0 16,2 2-1-16,0-1 0 0,-1 0 1 0,-1 0 1 15,2 0 6-15,0-2 1 0,-2 1 3 16,1 1 3-16,-1-2 0 0,0 0-5 0,-1 1-9 16,1 0-5-16,-2-1-3 0,0 1-2 0,-1-1-3 15,1-1 7-15,-1 0 3 0,2 0 2 0,-1-1 1 16,0 0 1-16,1 0 0 0,-1-2-1 16,1 1 0-16,1-1 0 0,-2 1 0 0,2-1 0 15,0-2 1-15,2 4-1 0,-2-4 2 0,1 2-1 16,1-1 0-16,-1 2-1 0,3-1 0 0,-3 0 1 15,2 0-1-15,1-1 0 0,-3 2 0 0,3 0 1 16,-3-1-1-16,1-1 0 0,2 1 0 0,-2 2 1 16,1-1 0-16,-2 0-2 0,1-1 1 15,0 1 2-15,-1 0-1 0,1 0 1 0,-1 0-1 16,1 2 0-16,0 0 0 0,-1-2 0 0,3 0-1 16,-4 1 1-16,1-1 0 0,1 0 0 0,-1-1 5 15,1-2 3-15,1 1 3 0,-2-1 0 0,1 1 0 16,-1-3-1-16,3 2-3 0,-3-3-4 15,2 2-3-15,1-1 0 0,-3-1-1 0,3 0 1 16,-1 1-1-16,-2 1 0 0,4-1-2 0,-4-1 1 16,2 1 1-16,1-2-1 0,-3 1 1 0,3 1 1 15,-1-2 2-15,2 0-1 0,-2 0-1 16,0-2 2-16,1 0-1 0,3 1-1 0,-2-1 1 16,-1 1 0-16,1-1 0 0,2-2 0 15,2 2-1-15,-4-3 2 0,1 2-1 0,0-1 1 16,-1-1-1-16,3 0 1 0,-3 2-1 0,-2-1 0 15,2-1 1-15,0 1-1 0,-1-1 1 16,2 1-1-16,-1-1 1 0,0 1 3 0,0-2 1 16,1 1 3-16,2-1 0 0,-2 0 0 15,2-1 2-15,0-1-3 0,1-1-3 0,3 0-2 16,-1 0-2-16,1-1-2 0,-1 1 0 0,3-1-1 16,1-2 0-16,-2 2-2 0,2-1 2 0,0 1-1 15,-1-2-1-15,0 1 1 0,0 1 0 16,-3 0-1-16,-1 0-3 0,-3 2-16 0,-3-1-65 15,-4 0-98-15,-4 0-255 0,0 0-280 0,-4 3-351 16,-2 1-430-16,2 1-233 0,-1-1 378 16,1 2 913-16</inkml:trace>
  <inkml:trace contextRef="#ctx0" brushRef="#br3" timeOffset="-152660.52">27041 3976 272 0,'0'0'555'0,"0"2"234"0,0-2 93 16,0 0-282-16,0 1-226 0,2-1-121 15,1 2-48-15,3-2-31 0,2 1 23 0,0-1 25 16,3 2 11-16,1-1-13 0,1 2-53 0,1-1-10 16,1-1-30-16,-1 0-29 0,2 3-22 0,-2-4-11 15,-1 5 11-15,-4 1 28 0,4-2 28 16,-5 5 30-16,-4 0 28 0,0 3 10 15,-3 0-10-15,-2 2-31 0,-3 5-34 0,0-1-34 16,-4 3-31-16,-5 0-17 0,4 3-15 0,-5-1-12 16,1 1-8-16,-3 1-1 0,5-1-2 0,0-2-2 15,-3 1-2-15,4-4 0 0,0 1-1 16,3-4-2-16,2 0-1 0,0-3 1 0,4-1-1 16,1-2 0-16,0-1-1 0,0-3 0 15,1 0 2-15,4-2-2 0,3 0 2 0,0-3 2 16,1-2-1-16,3-3 1 0,2 0-2 0,2-3 2 15,1-4 0-15,2 1-1 0,-2-4-1 16,5 2 0-16,-1-1-7 0,-4-1-18 0,4 2-5 16,-4 1-9-16,1 1-2 0,-4 0-2 15,-2 3 6-15,0 2 16 0,-4 1 8 0,1 2 7 16,-3 2 4-16,-1 2 0 0,2 4 1 0,-3 1 5 16,2 5-4-16,-1 1 0 0,1 4 4 0,-1 1 1 15,3 1-2-15,1 1-1 0,0 1 2 16,0-1-2-16,3-3-4 0,0 0 2 0,3-4 2 15,0-4-2-15,2-3 2 0,1-3 5 16,-1-3 3-16,1-6 0 0,0-4-1 0,-2-2 2 16,3-6 0-16,-2-4-3 0,-2-1-3 0,-4-3 3 15,0 0 0-15,-3-1 3 0,-3 2 13 0,-4 0 8 16,-2-1 4-16,-4 4 0 0,-2 0 0 16,-2 0-6-16,-4 3-13 0,0 4-8 15,-2-1-4-15,0 6-4 0,-2 4-2 0,1 2-3 16,-3 5 0-16,1 2-16 0,0 5-67 0,-2 5-71 15,0-1-155-15,2 5-285 0,-4-1-310 0,2 1-354 16,1 4-222-16,1-2 69 0,2 1 645 16</inkml:trace>
  <inkml:trace contextRef="#ctx0" brushRef="#br3" timeOffset="-152452.91">27378 4390 177 0,'6'-4'952'0,"1"4"630"0,-1-2-37 15,-3 2-313-15,-2-2-466 0,3 2-322 16,-3 0-203-16,2 0-123 0,1 0-59 0,1 0-33 16,1 0-14-16,5 0-5 0,-2-3-5 0,4 1-2 15,3-2 0-15,2-2 0 0,-1 2-28 16,5-3-74-16,-5-1-94 0,4-1-183 0,-3 2-290 16,2-4-331-16,-3 1-341 0,-1 0-158 0,0 0 234 15,-4 1 671-15</inkml:trace>
  <inkml:trace contextRef="#ctx0" brushRef="#br3" timeOffset="-151982.14">27628 3401 259 0,'0'6'583'0,"0"2"269"0,0 1 154 16,0 1-183-16,0-1-221 0,0 4-145 0,-3-1-106 16,3 2-76-16,-4-1-72 0,3 1-80 15,-1-2-52-15,-1 2-37 0,0 2-73 0,-5-3-177 16,0 0-308-16,-2 1-258 0,0-3-260 0,-5 3-208 16,1-3 128-16,0 0 542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7:38:11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4790 9608 50 0,'3'-4'542'0,"-4"0"455"16,-4-1 217-16,1 3-54 0,-3-2-346 0,-1 2-190 15,0 0-145-15,-3 2-97 0,-2 0-63 0,-2 0-51 16,0 2-50-16,-3 0-79 0,0 2-44 0,-2 2-28 15,-1-1-13-15,0 1-8 0,1 5-7 16,-2-2-12-16,3 3-8 0,-2 1-4 0,2 4-1 16,3 2-1-16,-1 2-4 0,3 4 3 15,0 3 0-15,6 3 0 0,1 2-4 0,4 1-8 16,5 4-4-16,1 1-1 0,3 0-1 0,4-1-2 16,2-2-1-16,3-2 10 0,2-5 4 15,1-4 3-15,2-4 1 0,2-7-1 0,2-1 0 16,0-8-2-16,1-6-2 0,2-9 0 15,-2-5 2-15,3-4 0 0,-4-8 0 0,-2-3-1 16,-1-3 0-16,-1-2 3 0,-5 1 3 0,-4-1 3 16,1 1 1-16,-5 0 4 0,-4-2 3 0,0 5 1 15,-3 1-2-15,-3 2-1 0,0-1 0 16,-4 3-4-16,-2 1-5 0,-2 1-2 0,1 2-2 16,-1 4 0-16,0 1 2 0,3 3 1 15,2 6 0-15,-2-2 1 0,2 6-2 0,3 1-4 16,-1 4-3-16,3 5-3 0,-1 4 0 0,4 4 0 15,1 3-1-15,0 4 1 0,2 5 1 16,4 2 0-16,-1 4 0 0,0 2 0 0,3 1 1 16,0 3 2-16,2-3 1 0,1 0 2 0,1-1 1 15,3 0 1-15,-2-2-1 0,3-5-1 16,3 1-1-16,-1-6-2 0,3-5 0 0,1 0-2 16,0-4-1-16,0-5 0 0,-1-2-1 0,3-3 0 15,-3-3-1-15,1-1-1 0,-1-4-5 16,-2 0-12-16,0-1-21 0,0-3-40 0,-3 1-80 15,2 0-131-15,-4 1-264 0,1-1-310 16,0 2-375-16,2 2-394 0,0 1-69 0,-1 1 609 16</inkml:trace>
  <inkml:trace contextRef="#ctx0" brushRef="#br0" timeOffset="897.81">6898 9008 211 0,'1'-7'747'0,"-1"3"397"15,-1 0 83-15,1 0-150 0,-2 3-347 0,2 0-172 16,0 1-120-16,-1 0-84 0,-1 2-61 15,2 3-54-15,0 2-71 0,0 5-62 0,0 6-39 16,0 6-18-16,0 4-4 0,2 8-2 16,-1 8-8-16,-1 6-7 0,2 5-4 0,3 5-4 15,-2 5-4-15,3 2-2 0,3 2 0 0,-1 1-2 16,4-3-1-16,0-3 0 0,1-6-6 0,4-6-3 16,-1-8-2-16,3-4 2 0,1-9-1 15,0-8-1-15,2-7 0 0,0-7 1 0,0-9 1 16,0-4 0-16,-3-8-1 0,0-6 3 15,-2-2 1-15,-2-8 1 0,-1 0-1 0,-5-3 3 16,-2 0 0-16,-4 1 1 0,-3 0 4 0,-3 0 1 16,-4 1 1-16,-4 2 1 0,-3 2-1 15,-2-3-2-15,-6 3-4 0,0 3 0 0,-3-1-2 16,1 4-2-16,-3 2 1 0,0 3-2 16,0 3 0-16,-1 4-6 0,4 3-3 0,2 6-3 15,0 2-2-15,2 4-1 0,2 4-2 0,2 3 8 16,3 3 3-16,5 1 2 0,1 4-4 0,5-1-17 15,2 1-33-15,5-1-82 0,1-1-109 16,2 0-200-16,3-2-298 0,3-1-345 0,2-2-381 16,1-1-163-16,3-2 318 0,2 0 733 0</inkml:trace>
  <inkml:trace contextRef="#ctx0" brushRef="#br0" timeOffset="1660.7">9448 9378 13 0,'2'-12'498'15,"-1"1"487"-15,-4 2 266 0,0 0 64 0,-5 0-273 16,2 2-287-16,-4 1-210 0,-1-1-128 0,-3 5-82 16,-2-1-94-16,-3 3-78 0,-3 4-48 15,1 2-28-15,-4 6-21 0,0 3-14 0,0 5-7 16,1 3-7-16,2 5-5 0,0 4-4 16,4 3-3-16,4 6-4 0,3 2-4 0,2 2-6 15,5 3-4-15,3 0-4 0,4-1-3 0,3-3-1 16,5-3 0-16,4-5-1 0,3-3-1 15,3-6 0-15,6-3-4 0,2-5-8 0,2-5-13 16,2-5-23-16,3-3-53 0,-2-4-86 16,-1-4-177-16,0 0-272 0,0-2-336 0,1 1-408 15,-3 0-347-15,1 0 92 0,-1 0 825 0</inkml:trace>
  <inkml:trace contextRef="#ctx0" brushRef="#br0" timeOffset="3148">12883 9213 187 0,'3'-12'685'15,"-2"3"378"-15,-4 4 96 0,2 2-128 0,-6 1-417 16,2 6-230-16,0 1-89 0,-1 3-14 0,0 6 8 16,1 1-9-16,-1 4-27 0,-1 3-29 15,1 4-48-15,-3 3-54 0,-1 2-42 0,2 2-30 16,-6 3-13-16,3-2-8 0,-5 7-3 16,0-3-6-16,-4 1-5 0,-1 1-3 0,-3 1-4 15,-1-4-1-15,-2-1-3 0,2-3-2 0,0-4 1 16,-1-3 3-16,1-6 1 0,1-5 1 0,2-3 0 15,2-6 0-15,-1-3-1 0,4-10-3 16,1-4-2-16,2-2-2 0,1-6-2 0,5-4 0 16,3-3 0-16,1 0 1 0,7-2-1 15,1 0 2-15,6 3 1 0,1-1 0 0,8 3-1 16,3 3 0-16,5 1 1 0,3 2 0 16,3 7-1-16,2 3 1 0,3 5 0 0,0 4 0 15,0 3-1-15,0 6-1 0,-2 3 1 0,-2 5-1 16,0 1 1-16,-2 3-1 0,-2 3-1 15,-2 1 2-15,-1 1-2 0,0 0 0 0,-2-1-2 16,-1-2 2-16,0 1-1 0,1-5-4 0,-3-4-36 16,2 0-77-16,0-4-97 0,1-5-179 15,2-3-294-15,-2-2-341 0,0-3-333 0,-1-5-157 16,0 0 248-16,-2-3 665 0</inkml:trace>
  <inkml:trace contextRef="#ctx0" brushRef="#br0" timeOffset="3994.35">14743 9354 269 0,'8'-5'612'0,"0"7"279"0,3 4 133 16,0 7-189-16,0 10-239 0,3 8-140 15,3 5-48-15,-2 9 5 0,1 7-18 0,1 9-53 16,-2 4-53-16,0 8-46 0,-2 3-59 0,-1 5-66 16,-3 5-50-16,-1-1-27 0,-2 2-19 15,3-3-9-15,-4-5-6 0,3-6-3 0,0-9 0 16,1-9-4-16,-1-7-1 0,2-11-2 16,-1-9 1-16,-1-7-2 0,0-7-4 0,-5-7-7 15,1-8-10-15,-4-8-15 0,-4-6-17 0,1-9-11 16,-5-8-8-16,0-6 7 0,-6-8 6 0,1-7 13 15,-4-4 17-15,-1-8 7 0,-2-4 11 0,-4-4 5 16,-1-6 7-16,0-2 0 0,2-4 3 16,-2-6 0-16,0-1-2 0,7 0-7 0,0 6-2 15,5 1 2-15,2 7 3 0,5 8 6 16,2 7 3-16,4 6 3 0,2 5 0 0,1 9-1 16,4 4-5-16,2 3-3 0,2 4 1 0,0 4-5 15,6 3 4-15,-1 2 0 0,2 5 0 0,-1 2 0 16,5 1 1-16,-1 3 4 0,-2 4-2 15,3 3 33-15,-2 4 20 0,0 2 18 0,-2 4 12 16,0 3 6-16,-4 4 3 0,0 3-23 16,-3 4-15-16,-4 3-12 0,-2 3-13 0,-4 2-6 15,-2 3-2-15,-3 1-2 0,-1 0-1 0,-1 3-2 16,-2-3 1-16,-1 1-3 0,2-2-2 16,-1-2-6-16,4-2-3 0,-2-4-4 0,4-1-3 15,2-3 2-15,3 1-1 0,3-6-1 0,2-1 2 16,5-2 0-16,4-2 2 0,4-1-3 15,1-5 3-15,8-2 1 0,0 0-2 16,3-2 1-16,-1 2 0 0,1-3 0 0,-1 1-1 0,-4 2-1 16,-4 0 2-16,0 5 2 0,-10-3 1 15,-2 4 4-15,-5 3 1 0,-6 3 10 0,-5 3 12 16,-6 3 8-16,-7 3 7 0,-5 3 2 16,-5 2 1-16,-3 4-9 0,1-2-10 0,-4 1-9 15,2 1-9-15,3-5-5 0,3-3-4 0,5-4-5 16,5-3-12-16,3-4-23 0,5-4-73 15,4-4-87-15,6-4-180 0,6-5-284 0,6-4-333 16,4-3-390-16,5-3-228 0,4-2 147 16,2 0 755-16</inkml:trace>
  <inkml:trace contextRef="#ctx0" brushRef="#br0" timeOffset="4726.51">16076 9175 57 0,'-10'-19'534'0,"0"2"417"15,2 4 192-15,1 3-64 0,2 1-379 16,1 3-317-16,4 1-143 0,1 3-79 0,7 2-38 16,4 2-8-16,5 3 16 0,2 3 16 0,6 2-14 15,4 4-16-15,2 2-14 0,3 1-13 16,2 4-28-16,1 4-23 0,2 1-16 0,-3 5-10 15,1 4-4-15,-3 5-5 0,-2 3 5 16,-2 3-6-16,-2 3 4 0,-4 4-2 0,-4 3 0 16,-5-3 30-16,-4 4 43 0,-5-1 39 0,-3-1 20 15,-3-2 14-15,-5 1 3 0,-4-3-20 0,-2 0-28 16,-2 0-21-16,-1-3-13 0,-2-1-10 16,-1-5-9-16,3-5-8 0,-2-4-11 0,1-6-10 15,3-4-7-15,-1-7-6 0,4-4-4 16,-2-7-3-16,3-7-2 0,0-8-1 0,2-8-3 15,1-8 0-15,4-6-1 0,-1-11 0 0,4-6-3 16,2-7 2-16,5-5 1 0,1-5 1 16,7-5 0-16,3-1 3 0,5-2 2 0,5 1-3 15,5-2 1-15,4 3-1 0,4 4 0 0,0 6-2 16,1 6 1-16,-5 8-1 0,-1 7 0 16,-3 5 1-16,0 9 0 0,-5 4-1 0,-2 4-1 15,-1 6-5-15,-2 4-12 0,-3 2-27 16,-2 3-57-16,-1 2-73 0,-7 0-84 0,-1 2-163 15,-3 0-269-15,-5 2-309 0,-1 1-259 0,-2 0-166 16,-5 0 104-16,-3-1 583 0</inkml:trace>
  <inkml:trace contextRef="#ctx0" brushRef="#br0" timeOffset="5443.55">11988 8428 314 0,'-5'-9'818'16,"-8"2"336"-16,-6 5 29 0,-4 4-232 15,-6 5-393-15,-3 8-209 0,-2 8-83 0,-3 8-25 16,2 13-3-16,-3 11-6 0,2 14-21 0,1 13-27 16,2 15-41-16,5 12-43 0,2 11-40 0,7 9-28 15,5 6-9-15,11 2-7 0,9-2-3 16,12-5-7-16,10-4-36 0,12-6-69 0,12-10-111 16,9-9-174-16,9-12-296 0,7-9-332 0,1-12-317 15,7-10-151-15,1-9 276 0,4-6 624 16</inkml:trace>
  <inkml:trace contextRef="#ctx0" brushRef="#br0" timeOffset="6272.62">18101 8512 32 0,'17'-11'412'0,"-2"4"285"0,0 1 201 16,0 3 117-16,1 6-262 0,5 8-230 0,1 6-85 16,0 8-5-16,5 10-28 0,1 9-46 0,2 10-72 15,0 8-51-15,-1 7-55 0,-2 7-52 16,-4 5-39-16,-2 6-38 0,-4 5-20 0,-4 5-14 15,-4 3-5-15,-4 3-27 0,-5 0-70 0,-3-3-88 16,-5-1-178-16,-1-5-288 0,-4-5-310 16,-3-3-344-16,-3-8-181 0,-5-7 182 0,-2-7 657 15</inkml:trace>
  <inkml:trace contextRef="#ctx0" brushRef="#br0" timeOffset="9382.79">17733 2233 135 0,'-6'5'500'0,"-2"-2"323"16,0 0 164-16,3-2-91 0,0 0-382 0,2-1-203 16,2 2-133-16,1 0-109 0,1-1-58 0,2 0-29 15,2 3 45-15,2-2 25 0,5 2 75 0,-1 0 54 16,5 1 19-16,3-1 0 0,3 3-22 15,3-3 13-15,3 2-28 0,3 1-27 0,5-1 33 16,4 2 12-16,1-2-20 0,3 2-30 0,2 0-18 16,3 1-11-16,5-1-12 0,1 1-8 0,4-1-5 15,3 0-13-15,2 0-1 0,6-1-7 0,-2 1-25 16,3-1-17-16,0 0-8 0,2 0 2 16,-2 0-1-16,0 1-2 0,0 0 2 0,0 0 2 15,-2 0 0-15,-3 1 0 0,2-2-2 0,-4 2-2 16,-2 0-2-16,-2-3-2 0,-4 1-2 0,-1-1-3 15,0-2-1-15,-4 0 0 0,-2 2 1 16,-2-3 0-16,-1 2 2 0,-2-1 2 0,-2-1 1 0,-3 1 2 16,1 2 1-16,-4-1 0 0,-3 0 0 15,0-1 1-15,-1 1 0 0,-2-1 0 0,-1 3-1 16,1-5 0-16,-4 3 0 0,0-2-2 0,-4 0 0 16,2 0-2-16,-1-2 1 0,-1 1-1 0,-2-1 0 15,-2-1-1-15,2 0 2 0,-2-1-2 16,1 1 1-16,-3-2-2 0,3 1 2 0,-3-1 0 15,1 1-1-15,-1 0 0 0,0-1 1 0,0-1 0 16,0 0-2-16,0-1 0 0,-1-1-1 0,1-1 2 16,1-2 0-16,-4 1 1 0,3-4 1 15,-2 1 0-15,0-4-1 0,-1 0 1 0,3-2 1 16,-3 0-2-16,1-2-2 0,0-3 2 0,2 1 1 16,-4-2-2-16,1-2 1 0,1 0 1 0,-1-3 0 15,3 0 1-15,-2-2 0 0,2-2 1 0,-2-2 0 16,3-2 1-16,1-2 1 0,-1-2-1 15,4-3 0-15,-4-2-1 0,4-1-2 0,-4 1-1 16,0-2-4-16,2 0 1 0,-3-1-2 0,-2 2 3 16,1 0-2-16,0 0-5 0,-2 0 0 0,2-3-2 15,-1 2 3-15,-2-2-3 0,2-1-4 0,-1 2 9 16,1-2-1-16,-1-1 2 0,3 0-2 0,-5 2 3 16,0 3 2-16,-2 0-1 0,-1 2 8 0,0 0 4 15,-4 4-2-15,-3-3-2 0,-1 4-2 0,-3 1 9 16,-2 2-3-16,-1 4 3 0,-5-2 11 15,-2 7 8-15,2 0 9 0,-5 2 0 16,2 3-3-16,-2 3-4 0,0 0-6 0,-3 4-5 16,3 2-6-16,-1-1-6 0,-2 3 0 15,0 1 0-15,0-1-1 0,-3 3 0 0,3 0 0 16,-5 0-1-16,2 3-1 0,-2-2-2 16,-1 2 1-16,0-2-2 0,-2 3 1 0,-1-2 0 15,-2 1 0-15,0-3 0 0,-4 3 0 16,0-3 0-16,-3 1-2 0,1-3 0 0,-2-1-1 15,-2 0-1-15,2 0 0 0,-1-2-1 16,-4-1 1-16,4 0-1 0,-5 0 0 0,1-1 0 16,0 1-1-16,-3-3-2 0,0 3-1 15,1 1-1-15,-5 1 2 0,1 1 1 0,-1 2 2 16,1 0 1-16,-5 1 2 0,-1 1-2 16,-2 1 0-16,1-1 0 0,-1 4-1 0,-1-1-1 15,0 2 0-15,-1-2-2 0,2 3 2 16,2-2-2-16,2 1 0 0,-2-1 3 0,3 1-1 15,3-1 1-15,-1 1 1 0,-1-2-1 16,3-2 1-16,0-1-2 0,-2 1 1 0,1-3 0 16,-1 2 0-16,2-1 0 0,1-2-1 15,-1 3-1-15,1 0-1 0,1 1 0 0,1-1-1 16,3 1 0-16,3 0 1 0,-2 1 1 16,4 0 0-16,4-2 1 0,0 2 2 0,1-3 0 15,4 1 2-15,-1 0-2 0,1 0-1 16,0-3 0-16,1 0-1 0,3 0-1 0,-3 1 0 15,-2-3 0-15,7 2 0 0,-1 0 2 16,2-1-2-16,2 2 1 0,2 3 1 16,2 4-1-16,4 1-1 0,1 0 1 0,1 0 0 15,1 0 0-15,-1 1-2 0,1 6 2 16,0 2 0-16,-1 2 1 0,-1 1 2 0,1 1 1 16,-1 4-1-16,1 1 1 0,-1 2-2 15,2 0 1-15,-4 3-2 0,2 1 1 0,-1 0 0 16,-1 2 0-16,0-1 1 0,-3 1 1 15,0-1-2-15,-2 2 0 0,1 1 0 0,-4 2 1 16,1 1-2-16,-3 0-1 0,-2 2 0 16,0 0-1-16,0 3 0 0,-1 3-2 0,1 3 2 15,2 2 1-15,0 2 1 0,-2 4 3 0,4 0 0 16,-2 3 3-16,3 1-1 0,-2 5-1 0,4-1-1 16,-4 4-2-16,4 0 0 0,3-1-1 0,0 0 0 15,4-1 1-15,4 0 0 0,1-1-1 0,2-1 1 16,3 0-1-16,1-2-3 0,1 1-10 15,-1 1-13-15,3-5-16 0,-4 3-46 0,-2 1-69 16,-3-2-78-16,-6 2-137 0,0 3-197 0,-3-3-314 16,-5 2-284-16,-3-1-202 0,-5-1-17 0,0 0 466 15,-3-1 523-15</inkml:trace>
  <inkml:trace contextRef="#ctx0" brushRef="#br0" timeOffset="13324.51">3943 8858 263 0,'5'-28'438'0,"-4"4"169"16,1 5 77-16,-2 2-186 0,0 4-110 16,-2 5-31-16,-1 1-9 0,-2 3-23 0,0 4-27 15,-3 5-27-15,-1 1-26 0,-2 5-42 16,1 3-29-16,-2 2-18 0,2 5-32 0,-2 0-21 16,2 5-21-16,-1 3-19 0,3 4-23 0,-1 4-16 15,1 5 5-15,1 3 12 0,3 8 8 0,-1 3 25 16,4 7 16-16,-1 3 8 0,2 7-10 15,2 4-20-15,-1 3-10 0,4 3-21 0,-2 3-12 0,3 1-7 16,2 1 2-16,3 2 32 0,0 1 12 16,2 0 3-16,1-3 1 0,2 1-1 0,1-7 1 15,1-2-28-15,1-7-9 0,4-2-7 16,-2-6 0-16,3-3-13 0,3-6-10 0,0-4-6 16,1-4-7-16,0-5-3 0,2-4 6 0,-1-3 12 15,2-1 8-15,-1-4 4 0,0 0 0 0,2-3 0 16,0-3-7-16,-1 3-5 0,1-4-5 15,1-1 14-15,2 0 9 0,-2-2 5 0,4-1 2 16,-1-2 2-16,2-2 4 0,0-1-14 16,3-3-6-16,3-2-5 0,-1 0 1 0,6-5-2 15,0-3-1-15,5 0-1 0,3-6 1 0,-1 0-3 16,5-3-2-16,0-4-2 0,2 1 1 0,2-4 0 16,2-2 2-16,1-1 3 0,4 1 4 15,1-4 1-15,2 1 0 0,2-2-1 0,1 1-3 16,-1-1-4-16,-1 2-6 0,3-2 0 0,-3 4 0 15,3-2 2-15,-3 1 2 0,3-3 3 16,1 4 2-16,-2-1-1 0,2 1-4 0,0 0-1 16,-1-1-3-16,-2 1 1 0,2 1-1 0,-6 1 4 15,3 0 1-15,-3 1 0 0,2 1 2 16,-2-1 0-16,2 3-1 0,0-1 2 0,-2-1 7 16,0 3 3-16,-2 1 1 0,0 0 2 15,-1 0 4-15,-1 3-3 0,-4-1-6 0,2 1-4 16,-1-3-3-16,1 3-1 0,-1 2-5 0,0-5 1 15,-3 1 0-15,0 0 0 0,-1 0 0 0,-2-1-1 16,-4 1 1-16,1-2 0 0,0 2-2 16,-4-4 2-16,-1 4 0 0,-1-3 3 0,1 2 1 15,-4 0 1-15,2 1 0 0,1-2-2 16,-2 2 0-16,0 1-2 0,-3-2 0 0,1 3-1 16,-4-2 1-16,-1 3 0 0,-2-1 0 0,-5 0-1 15,0 0 0-15,-3 2 0 0,-2-1 0 0,-4 0-1 16,0 0 1-16,-3 3 0 0,-2 1 0 15,-2-4 1-15,-2 5 5 0,-1 5 4 0,0-4 4 16,-4 4 1-16,1-1 1 0,0 4 0 16,-2-3-4-16,-3 3-5 0,3-2-2 0,-3 0-1 15,0 0-1-15,-1-2-1 0,0-1-2 0,-2 0 0 16,1 0 1-16,-3-2-1 0,2-1 1 16,1 0 2-16,-3-1 1 0,2-2 1 0,0-1 0 15,0-1-1-15,-1 0 0 0,4 0-1 0,-2 0 0 16,-1 1-1-16,3-1-1 0,0 2 0 15,3 2 0-15,0 1 0 0,-1 1-2 0,4 1 1 16,-1 2-1-16,2-1 1 0,-2 3 0 0,3 0-1 16,-2-1-1-16,3-1 1 0,-1 0 0 15,2 1 0-15,-2 1 1 0,-1-6-1 0,1 2 1 16,-2 0-1-16,-1 1 3 0,-1-3-3 16,-2 0 0-16,0 0 1 0,0 0-2 0,-3-3 1 15,1 1 0-15,-3 0 0 0,2-1 0 16,-3-1 1-16,-1-2 1 0,0-2 1 0,-1-1-1 15,-1-1 1-15,1-2-1 0,-1-2 1 0,1-1-3 16,0 0 0-16,-1 0-1 0,4-1-2 0,-2 1-3 16,3-2-5-16,-3 2-7 0,2 0-12 15,2 0-20-15,-1 1-44 0,0 1-64 0,-1 0-68 16,-2 2-138-16,0 2-253 0,0 5-299 16,-3 1-282-16,0 3-210 0,-4 3-4 0,-3 4 552 15</inkml:trace>
  <inkml:trace contextRef="#ctx0" brushRef="#br0" timeOffset="42194.5">4085 8764 293 0,'5'-1'496'0,"0"-2"156"0,1 0 66 15,-1-3-307-15,2 4-206 0,1-3-108 0,-1 2-49 16,1-2-25-16,3 0-14 0,-2-1-6 16,2 0 1-16,5 0 9 0,-3 0 18 0,4-1 9 15,1 0 11-15,-1-1 37 0,3-3 18 16,0 3 3-16,2-2-11 0,0 0-4 0,0-1-2 16,2 1-26-16,1-1 48 0,0 1 22 0,2-2 13 15,1 0-1-15,-2 1-6 0,2-2-9 0,1 2-61 16,-1-2-30-16,2 0-20 0,0 1-7 15,0 1-3-15,0-2 0 0,2 0-2 16,-2 3-3-16,2-1 1 0,-1 0 0 0,1 1-1 16,1 1-3-16,0 0-2 0,1 2 2 0,-1-2-1 15,1 2-2-15,-2-1 1 0,0 1-1 16,-2 1 3-16,1-1-3 0,-1-1 1 0,0 3 0 16,0 0-2-16,0-3 1 0,-2 3-2 15,0-1-1-15,2-2-4 0,-3 1 4 0,1 1 2 16,-1-2 1-16,0 2 4 0,1-1 4 0,1-2 8 15,-1 1-2-15,1-1 0 0,2 0 58 0,-1 1 30 16,2-3 8-16,1 1 1 0,0-3 2 16,-1 3-4-16,3-2-51 0,-2 0-26 0,0 1-16 15,-1 0-7-15,-2 0-4 0,2 1 0 16,-1 2-5-16,-1 0-5 0,0 1 3 0,-1-1-2 16,1 2 3-16,1 0-2 0,0-1-2 0,-1 3-2 15,1-1 5-15,-1-1 4 0,0 4-3 16,0-2 2-16,0-1 5 0,0 1 2 0,0 1-3 15,0-2-5-15,0 0-2 0,0 1 0 0,2-1-2 16,1 0 1-16,-1-1 3 0,1 0 1 16,0 0 2-16,2-1-3 0,-1-1 2 0,0 2 0 15,2-2-3-15,-2 1 0 0,0-2-1 0,1 2 1 16,0-4-3-16,0 3 1 0,0 0-1 16,1-3-2-16,-1 3 2 0,-2 1-1 0,2-1 1 15,-4 1 2-15,3 1 5 0,-1 1 3 16,-2 1 1-16,3-2-3 0,-1 3 0 0,0 0 1 15,2 0-3-15,1-1-1 0,0 4 1 0,1-3-1 16,-2 1 0-16,0 1-4 0,-1-2 1 16,1 3 0-16,0-2-2 0,-2 2 2 0,0 0 0 15,0 0-2-15,-1 0-1 0,1 0-5 16,-3 0 2-16,2 0 4 0,-2 0 3 0,0 0 0 16,0 2 1-16,-2-2 3 0,1 0-3 0,-1-2 1 15,1 2 2-15,-2 0 1 0,0-2 3 16,3 0-2-16,0 1 3 0,-2-2-5 0,4 2-4 15,-2-2 0-15,-2 0-2 0,2 0 0 16,0 0-3-16,-3 1 5 0,2-1 1 0,-3 1 1 16,1 1 0-16,-1 0 0 0,1 1-4 0,1-2-4 15,-1 2-3-15,0 2-1 0,0-2 1 16,-1 1 1-16,1 0 0 0,-3 1 2 0,3-1 6 16,-2 1-2-16,1 0 1 0,-1-1 3 0,-3 1 2 15,2 1 3-15,1 0 2 0,-3 0-2 16,1-2 1-16,-3 2-2 0,2 0-2 0,-3-1-1 15,3 4-2-15,-3-1 2 0,0-1 2 0,2 2-3 16,-1 0 11-16,-2 0 4 0,4 0 5 16,-2 0-1-16,1-1 1 0,1 2 2 0,2-3-9 15,-2 1-6-15,0-1-5 0,3-1-1 16,-1-1 0-16,1 0-3 0,2 2-2 0,-3-3 2 16,1 0-2-16,1-1-2 0,-1 3 0 0,0-3-3 15,-1 0 0-15,1 0-2 0,-1 0 6 16,1 2 11-16,0-2 9 0,-2 2 9 0,0 0 5 15,1 0 7-15,1 0-4 0,-4-1-8 16,4 4-7-16,-3-2-7 0,-1 1-5 0,-2 1 0 16,1 1-1-16,-2-1-5 0,-1 2 4 0,-1 0 5 15,-2 2 24-15,1 0 12 0,-3 2 13 0,-1 1 9 16,2 1 2-16,-4 1 8 0,1 0-8 16,-2 1-9-16,1 2-7 0,-1 0-6 0,-3 1-4 15,1 1-12-15,3 1 6 0,-4-1 1 16,2 2-1-16,-2 0-2 0,1 0 0 0,2 2 0 15,-2-3-13-15,0 4-6 0,1-3-4 0,-1 1 0 16,2-1-2-16,-2 3-1 0,1-3-3 16,-1 2 2-16,3 1 4 0,-1-2-1 0,0 1 8 15,0 2 4-15,1-1 0 0,1 0-1 16,-2 2-3-16,3-1-3 0,-3 0-8 0,3 2-5 16,0 0 1-16,0 0-2 0,0 0 0 0,0 0-2 15,0 0 1-15,-1-1 0 0,2 0-3 16,0-1-1-16,0 2 1 0,-1-4 1 0,-1 2 0 15,2 0 1-15,-1 0 0 0,-1 0 0 16,2-1-1-16,-2 0-1 0,0 1 2 0,0-2-1 16,0 1 1-16,1-2 2 0,0 3 0 0,0-3-1 15,-1 0 2-15,1 1 3 0,-2 0 4 0,1 0 2 16,-1 0 3-16,1-1 1 0,-2 1 1 16,4-1-4-16,-4 1 0 0,0 1-1 0,2 0-2 15,-1 2 0-15,1 0 3 0,-2-1-1 16,2 3 1-16,-3-1-1 0,1 0 0 0,0 0-1 15,3 0-3-15,-3-2-3 0,0 1-3 0,1-1-2 16,-1-2 1-16,-2-1-1 0,2-2 1 16,-3-3 1-16,3 0 0 0,-5-2 0 0,2 0-1 15,-2-3 0-15,0 0 0 0,1-2-1 16,-3 0 0-16,2-2-1 0,0 0 0 0,-3 1 0 16,3 0 1-16,-3-1 0 0,2-1 0 0,-1 2-1 15,-1-2 0-15,2 3 0 0,-2-2 1 0,0 2-1 16,0 0 1-16,0 2 1 0,0-1-1 15,-2 1 1-15,2 1-1 0,0 0-1 16,-1 0 1-16,1 0-1 0,-2 0 0 0,2 4 0 16,0-4 2-16,0 1 0 0,-3 1 2 0,0 0 2 15,2 0 4-15,-2 1 1 0,-1 0 1 0,-1 0 1 16,-3 1 1-16,2-2-2 0,-5 2 0 16,2-1 0-16,-3-3 0 0,-2 1-1 0,1-1 0 15,-4-3-2-15,1 1 0 0,-4-3-1 16,1 1-2-16,-2-3 1 0,-1-2 0 0,0 0 1 15,-1-2-1-15,0 0-1 0,0-1 2 0,-1-1-1 16,0 0-1-16,2 0 0 0,-2 0-2 16,1 1 0-16,-1 1-2 0,2 1-1 0,-2 2-1 15,0 2-1-15,-1 0-1 0,1-1-1 16,-3 4-5-16,2 0-11 0,0 2-18 0,-2 0-46 16,0 1-72-16,0 0-90 0,3 0-172 0,-1-2-290 15,-2-1-326-15,5 0-310 0,-3 0-183 0,4-2 180 16,-4 1 666-16</inkml:trace>
  <inkml:trace contextRef="#ctx0" brushRef="#br0" timeOffset="45289.16">1710 2682 76 0,'-6'4'435'0,"3"2"302"15,-2-2 194-15,2 1-41 0,0 0-340 0,-1 1-202 16,3 1-92-16,-1-2-45 0,2 3-13 0,-3 0 5 16,3 3-1-16,-3 1-9 0,2 4-20 0,5 1 3 15,1 4-8-15,3 1 6 0,3 3 9 0,3 5 1 16,-1-1-1-16,2 5-39 0,0 0-23 0,2 3-26 16,-1 2-25-16,3 3-17 0,-3 1-17 0,3 1-5 15,-2 1-9-15,-1 2-5 0,0-3-6 0,-2 3-1 16,-1-2 1-16,1 0 5 0,-3-1-2 0,0-5-2 15,-1-2-1-15,-2-3-2 0,-2-3-7 0,1-4-5 16,-2-4-2-16,0-3 2 0,-3-3-2 0,-1-2 2 16,1-5-27-16,-4-3-54 0,1-1-48 0,-4-1-63 15,-3-3-112-15,-1-6-154 0,-1 0-220 16,-1-3-238-16,-1-5-230 0,-1-4-138 0,-1-1 214 0,-1-6 442 16</inkml:trace>
  <inkml:trace contextRef="#ctx0" brushRef="#br0" timeOffset="46011.83">1611 2963 116 0,'-5'-6'407'0,"2"0"220"0,1-1 146 16,1 0-120-16,1-1-255 0,1 0-117 0,1-2-53 15,1-2-10-15,3-1 6 0,2-4 8 0,-2-1 8 16,1-1-25-16,1-4-35 0,1 2-41 0,-1-1-23 15,0-2-16-15,-2 1-17 0,4-1-8 0,-4-1-4 16,2 1-3-16,-3 1-7 0,1 1-8 0,0 0 3 16,-1 3 0-16,0 4 4 0,-2 0 19 0,2 4 27 15,0 3 32-15,1 0 22 0,-3 4 14 0,0-1-4 16,0 2-18-16,-3 1-25 0,2 1-28 0,-2 0-24 16,0-1-22-16,0 0-10 0,0 2-10 0,0 0-8 15,0 0-8-15,2 2-8 0,-1-2-5 0,-1 2-7 0,2-1 1 16,1 2-2-16,0 2 1 0,2 2 0 0,4 3 2 15,-1 1 3-15,2 3 0 0,2 0 0 0,-2 3 0 16,3-2-1-16,1 2 1 0,-2-1-1 0,4 0 0 16,-5 1 0-16,3-2 0 0,-3-1 0 0,1 1-1 15,-2-3 0-15,-1-4 0 0,-3 4 1 0,-1-4 4 16,-2-2 1-16,1 0 8 0,-2 0 4 0,-4 0 3 16,1-1 8-16,-5 1 2 0,-2 0 3 0,0 0-5 0,-6 0-3 15,1 1-3-15,0-5-8 0,-4 5-4 0,-2-3-3 16,1 0 2-16,-2-1 2 0,2 0 0 0,-2-1 0 15,-2-2-1-15,0 0-2 0,1 0-3 0,-1 0-2 16,3-2-2-16,3 0 1 0,-1 1 0 0,4 1-1 16,0 0 0-16,1 0-1 0,2 0-1 0,2 0-1 15,-1 0-1-15,6 0-3 0,-2 0-1 0,4 0-1 16,-1 0-1-16,0 0 0 0,2-1 1 0,2-1 1 0,1 0 2 16,2 0 1-16,0-3 2 0,5-1 1 15,-1-1 0-15,0-1 0 0,2-2 2 0,-1 0-1 16,-1 1 0-16,-2 1 1 0,0-2 0 0,0 2 1 0,-3 1 1 15,1-4-1-15,-3 4 1 0,1 0 1 0,-3-1 0 16,2 2 1-16,-2 0-1 0,-2 1 2 0,0-1 2 16,1 0 4-16,-2 1 3 0,-2-1 1 0,0 1 2 15,0 1 0-15,-1-1-1 0,3 2-4 0,-2 0-4 16,2 2-3-16,1-1-2 0,1 0-4 0,-1 2-1 16,2-1-6-16,0 1-1 0,0 1-1 0,0-1 0 15,2 4 0-15,1-2 1 0,2 3 1 0,1 1-2 0,5 2-11 16,0-1-18-16,3 1-57 0,1-2-77 15,2 1-121-15,1 1-195 0,5 1-299 0,4 0-343 0,1-2-276 16,1 2-107-16,1 1 373 0,0 3 629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7:40:59.60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14014 1966 264 0,'2'-4'666'0,"-2"-2"361"0,0 0 137 15,-2-2-223-15,-4 2-279 0,1 2-80 0,-4-1-100 16,1 1-86-16,-2 0-73 0,-4 2-53 0,2-1-57 16,-7 3-81-16,1 0-44 0,-4 3-25 0,-1-1-13 15,0 3-5-15,-2 1 2 0,-2 2 0 16,2 0-3-16,0 4-6 0,1-1-7 0,1 2-6 16,1-1-8-16,4-1-7 0,2 1-3 0,-2-2-1 15,6 2-2-15,0 1-1 0,0-2 0 0,2 0-1 16,4 1-1-16,0 0 0 0,1 0-1 15,4 2-2-15,1 0 2 0,1 0-1 0,4 1 0 16,2 0 4-16,2 2 4 0,3-1 2 0,2 1 1 16,2-1 2-16,3 0 1 0,3 2-5 0,1-1-3 15,2 0-3-15,0 0-1 0,2 3-1 0,0-2-1 16,0 2-1-16,-2 1 2 0,1-1-1 0,-1 0 2 16,-3 1-1-16,0 2 2 0,-5-2 0 15,2 0 1-15,-6 1 0 0,1 0-1 0,-4-2 1 16,-1 1 0-16,-4 0-1 0,-2-1 1 15,0-2 1-15,-3 1 3 0,-4-1 4 0,0-1 0 16,-2-2 2-16,-2-2 1 0,2 2-2 0,-5-3-2 16,1-1-4-16,-3 1-2 0,1-5-2 0,-3 1 0 15,0-1-2-15,0-2 0 0,0-4-4 0,-1-1-8 16,-1-3-13-16,2-1-17 0,-2-7-43 0,1-2-75 16,0-4-90-16,2-4-160 0,-2-1-286 0,5-3-330 15,-1-1-319-15,2-3-189 0,0 2 158 0,1-4 651 16</inkml:trace>
  <inkml:trace contextRef="#ctx0" brushRef="#br0" timeOffset="270.63">13815 1952 91 0,'6'0'531'16,"2"2"413"-16,0 0 250 0,3 0-27 0,-1 2-351 15,3 0-197-15,2 1-108 0,1-1-113 0,3 1-81 16,1-1-55-16,1 1-72 0,3-2-63 0,1-1-43 16,2 0-22-16,1-2-17 0,1 0-12 0,1-2-8 15,1 0-4-15,1-2-4 0,0-2-4 16,-1 1-3-16,1-1-2 0,1-1-4 0,-3 1-1 16,0-1-3-16,0 1 0 0,-3 0-2 0,0 2-3 15,-3-3-14-15,-2 5-25 0,-2-3-73 0,-2 3-78 16,-2-2-157-16,-2 3-273 0,-1-2-311 0,-4 3-344 15,1 3-205-15,-4 0 60 0,2 1 624 16</inkml:trace>
  <inkml:trace contextRef="#ctx0" brushRef="#br0" timeOffset="675.59">14699 2752 109 0,'3'12'649'0,"-1"-1"414"0,2-5 136 0,-1-6-85 15,4-4-357-15,1-4-215 0,3-4-118 0,0-6-73 16,3-5-46-16,0-2-48 0,4-5-51 0,-1-5-72 16,4-2-47-16,0-4-18 0,1-3-13 0,1 0-8 15,2-4-9-15,-1-1-8 0,3-1-2 16,2-1-6-16,-1 2-3 0,0-1-6 0,-1 3 4 15,-2 4 3-15,-2 2 1 0,-3 8-3 0,-1 3 2 16,-6 5-2-16,1 5-4 0,-6 3-4 0,0 6 1 16,-1 3 4-16,-3 5 6 0,2 5 2 15,-4 5 2-15,-1 2 3 0,-1 7-3 0,-1 1-4 16,-1 7-4-16,-4 4 2 0,2 3-1 0,-3 3-3 16,1 5-2-16,-2 3-1 0,-2 1 0 0,1 4-5 15,-1 0-3-15,-1 3-1 0,3 0 1 16,0-2-2-16,0 2-2 0,2-4-1 0,0-1-1 15,1-1-2-15,4-4-1 0,-3-2-9 0,1-1-16 16,1-7-27-16,-1-2-64 0,-1-4-86 0,2-4-165 16,-1-2-278-16,2-1-327 0,2-4-381 15,-1-5-274-15,5-3 82 0,2-1 718 0</inkml:trace>
  <inkml:trace contextRef="#ctx0" brushRef="#br0" timeOffset="871.64">15562 2757 338 0,'0'6'1177'16,"-3"1"409"-16,-2 0-164 0,1-1-271 0,-3 2-485 15,2-3-273-15,-1 2-181 0,0-3-82 0,4 2-45 16,2-4-40-16,0 0-61 0,2-2-83 16,3 0-98-16,2-3-188 0,0 0-291 0,1-4-334 15,1 4-323-15,4-4-177 0,-2 1 232 0,5 0 672 16</inkml:trace>
  <inkml:trace contextRef="#ctx0" brushRef="#br0" timeOffset="1641.62">16443 2132 74 0,'-3'-2'426'0,"-1"-1"315"0,0 0 259 16,-2 0 18-16,1 1-261 0,-2-1-180 16,3 1-102-16,-3 1-48 0,-2 1-44 0,3 0-57 15,-4 0-50-15,-1 3-40 0,2 2-44 0,-3 1-46 16,0 1-42-16,1 5-28 0,0 3-17 15,-3 5-9-15,2 6-2 0,0 2-4 0,2 8-12 16,2 6-1-16,-1 6-2 0,1 10-4 0,0 0-8 16,3 4 0-16,2 3 3 0,3-2-4 0,5-4-3 15,3-4-3-15,6-7 0 0,4-6-3 0,5-8 0 16,6-8 2-16,1-11 2 0,4-4 3 0,3-11 0 16,1-9 2-16,3-7-3 0,-2-8-2 0,3-6-2 15,-2-6-1-15,-1-4-2 0,-3-5-3 16,-4-2-1-16,-4 1 1 0,-3-2-2 0,-7 1 1 15,-6-1 2-15,-5 3 4 0,-9 1 2 0,-3-2 0 16,-9-1 0-16,-2 2 0 0,-9-1-2 16,0 3-5-16,-5 1-1 0,-2 6-1 0,1 4 0 15,-3 8 0-15,1 6 1 0,1 6-3 0,-1 8-4 16,2 5-1-16,-1 7-2 0,3 9 3 0,3 3 0 16,2 7 5-16,6 5 1 0,3 5 3 0,5 4 1 15,5 2-4-15,5 5-7 0,4 2-16 16,2 2-25-16,5 1-76 0,6-2-78 0,4-4-136 15,3-3-190-15,4-6-306 0,2-5-347 0,6-5-220 16,2-3-90-16,5-6 399 0,1-3 571 0</inkml:trace>
  <inkml:trace contextRef="#ctx0" brushRef="#br0" timeOffset="2008.63">17466 2469 378 0,'8'-15'939'0,"-4"3"398"15,-4 6 64-15,-4 4-276 0,-1 7-351 0,-4 7-254 16,-7 4-136-16,2 11-96 0,-2 2-84 0,2 8-58 16,1 5-37-16,0 2-27 0,5 5-20 0,3 0-18 15,5 1-13-15,2-3-12 0,6-4-8 0,8-4-4 16,1-5-7-16,10-9-4 0,5-9-7 16,4-7-4-16,8-9-6 0,2-7-4 0,5-8-2 15,0-7 2-15,-1-9 3 0,2-3 3 0,-3-8 5 16,0-5 2-16,-4-2 3 0,-5-4 3 0,-3 0 4 15,-9 1 1-15,-4 0 2 0,-10 1 5 0,-4-2 5 16,-8 2 4-16,-6 0 4 0,-7-3 3 16,-6 2 6-16,-4 2 4 0,-7 7 0 0,-7 5-1 15,-7 8-5-15,-5 10-5 0,-6 7-5 0,-2 8-9 16,-5 12-7-16,1 8-5 0,5 9-2 16,0 4-2-16,4 8 0 0,5 3-12 0,6 3-29 15,0 5-77-15,5 2-124 0,1 4-256 0,5 0-309 16,1 4-385-16,0 2-438 0,4 4-117 0,1 0 592 15</inkml:trace>
  <inkml:trace contextRef="#ctx0" brushRef="#br1" timeOffset="8623.56">14617 1467 35 0,'0'3'257'15,"0"0"132"-15,0 0 115 0,-2 1-85 0,-1 1-137 16,3 2-74-16,0 1-39 0,-1 3-37 0,-1-1-4 16,2 5-4-16,0 1 2 0,-2 2-27 0,2 3-10 15,0 3 24-15,-1 3 6 0,-1 2 3 16,1 2 6-16,-1 4 7 0,0 1 1 0,-1 3-8 16,2 1 32-16,-3 4 16 0,3 1 3 0,-2 3-7 15,-2 1-12-15,0 2-5 0,2 2-37 0,-2-1-27 16,-1 0-19-16,0 3-16 0,-2-2-10 15,0 3-15-15,2-2-7 0,-1 2-8 0,-2-1-8 16,1 2-2-16,2 0-2 0,-3 0 7 0,0 1 9 16,1 2 10-16,0 1 1 0,2 0 6 0,-3 1 1 15,-1 3-6-15,2-1-11 0,0 3-11 16,-3-2-2-16,3 1-12 0,0 0-3 0,-3 2-7 16,5-3 4-16,-2 1 3 0,2-2 8 15,0-1 11-15,1 1 7 0,0-3 6 0,2 1-6 16,0-2-3-16,3-3-7 0,-4 0-12 0,4-1 2 15,0-4-5-15,-1 3 0 0,-1-4-1 0,0-1 4 16,-1-1 10-16,2-1 1 0,-4-3 3 16,2 0 6-16,-2-2 4 0,2-4-2 0,0-1-1 15,0-3-5-15,-1-1 4 0,3-2 0 16,-2-3 5-16,-2 1 1 0,4-7 0 0,-2 1 6 16,1-4-3-16,-1-3 11 0,1-1 12 0,-1-2 24 15,1-3 21-15,-1 0 22 0,-2-2 12 16,1-2 1-16,2 0-3 0,-1 0-13 0,-2-3-19 15,2 1-21-15,-2-1-13 0,2-1-16 16,-2 2-6-16,-2-3-3 0,0 2-3 0,1 0 2 16,-2-1 3-16,-3-1 5 0,3 4-4 0,-2-3-3 15,0 0 2-15,-2 2-1 0,1-3-1 0,-1 2-2 16,-3-2 1-16,1 0-2 0,-2 1-2 16,-1-2-4-16,-1 0-1 0,-4 1-2 15,-1-2-3-15,-4 0-2 0,-3 0 3 0,-5 0 3 16,-1 0 2-16,-4-2 0 0,-6 1-2 0,-3 1 0 15,-5 1-6-15,-6 1-1 0,-3 0-2 0,-2 1-1 16,-3-2-2-16,2 1 1 0,-3-2 1 16,0-2-4-16,1 1-3 0,0-2 0 0,-3-2 0 15,2 1-1-15,1-2-2 0,4 0-1 16,1 2-1-16,6-1-1 0,5-1 0 0,4 4-1 16,6-3-1-16,4 3 1 0,8-2 0 0,5 3 0 15,6 0-1-15,1-3 0 0,6 4-1 0,-1-1 0 16,7 0-1-16,1-1 0 0,0 2 0 15,3-2 0-15,2 1 0 0,0 1 0 0,2-1 1 16,1 1 0-16,1 0-1 0,-1 1 1 16,0-1 0-16,2 1 0 0,0 1-1 0,1 1-4 15,-2-2-9-15,1 3-13 0,2-2-18 0,-1 2-37 16,0-2-68-16,0 0-68 0,-1 1-97 16,0-3-149-16,0 0-260 0,0 0-291 0,1-3-219 15,-2 3-169-15,1-4 158 0,0 0 528 16</inkml:trace>
  <inkml:trace contextRef="#ctx0" brushRef="#br1" timeOffset="9000.23">12444 5172 232 0,'-1'7'577'15,"-1"-2"302"-15,-1-1 165 0,1-1-178 16,-1-2-240-16,-2-1-154 0,-1-1-109 0,0-2-52 16,1-1-32-16,-3-2-27 0,2-4-23 0,-3 2-12 15,1-3-12-15,-4-2-22 0,-2 0-29 16,1 0-30-16,0-2-26 0,-2 2-19 0,0-2-13 16,2 1-15-16,0 1-14 0,2-1-8 15,1 2-5-15,2-1-8 0,-1 1-6 0,4 1-3 16,1-1-3-16,0 0-2 0,3 0-1 0,1-1-1 15,1 1-1-15,3-2-1 0,2 2 0 0,2 0-2 16,6 1 0-16,0 3 4 0,5-1 1 16,0 1 2-16,4 1 0 0,3 5 2 15,1-3 2-15,5 3-3 0,-1-2-1 0,4 2 0 16,0-2 0-16,4 2-1 0,-2-3 1 0,-1 1-3 16,1-1-1-16,-1 1-10 0,-4-1-54 0,-1 1-72 15,-5-2-125-15,-4 2-236 0,-2 0-304 16,-6 3-365-16,-4 2-300 0,-4-1-99 0,-6 0 484 15,-3 0 687-15</inkml:trace>
  <inkml:trace contextRef="#ctx0" brushRef="#br1" timeOffset="9988.79">5086 4393 226 0,'5'-7'568'0,"-2"-1"336"0,1 3 183 0,-4 3-209 15,2 2-187-15,-2 6-105 0,0 3-56 0,0 4-85 16,0 5-77-16,0 6-57 0,0 5-64 0,0 4-66 16,0 3-64-16,0 6-34 0,0 5-19 15,0 2-17-15,2 5-7 0,-2 3-7 0,1 2-6 16,-1 3-5-16,0 5 0 0,0-1-5 15,-1 2-4-15,-1 3-3 0,0-4-2 0,-2 2-2 16,2-2-7-16,1-4-3 0,-1-4 1 16,2-4-1-16,2-6 0 0,1-7-3 0,1-8-3 15,1-5-9-15,2-10-13 0,-1-6-46 0,2-7-67 16,1-10-82-16,-1-9-150 0,0-7-217 0,0-8-318 16,3-7-283-16,-1-5-200 0,2-10 34 15,-2-4 519-15</inkml:trace>
  <inkml:trace contextRef="#ctx0" brushRef="#br1" timeOffset="10207.7">5500 4336 464 0,'11'-19'927'0,"-3"5"272"0,-3 7-15 0,1 7-250 16,-3 7-239-16,-1 4-183 0,-1 7-108 0,-1 4-76 16,-1 6-56-16,-1 6-71 0,-1 2-70 15,0 4-41-15,0 4-20 0,0 2-10 0,1 4-9 16,1 7-5-16,-1 1-11 0,-1 5-9 0,1 2-9 15,-1 2-6-15,-2 0-5 0,4-2-3 16,-1 0-3-16,0-3 0 0,2-6-2 0,0-2-2 16,2-4-8-16,-2-5-16 0,3-4-31 15,-1-6-69-15,-1-3-68 0,1-8-104 0,-2-5-160 16,0-5-279-16,-2-6-304 0,-1-3-223 0,-2-5-149 16,-1-9 202-16,0-5 555 0</inkml:trace>
  <inkml:trace contextRef="#ctx0" brushRef="#br1" timeOffset="10563.59">4966 5048 46 0,'-2'5'541'16,"-1"1"490"-16,-2-4 231 0,2-2-60 0,0 3-315 15,1 0-251-15,2-3-175 0,0 1-123 0,0 1-78 16,0-2-59-16,3-2-69 0,2 1-61 16,2-5-32-16,2 1-9 0,5-4 3 0,4 0 5 15,2-4 0-15,4-3-1 0,4-3-2 16,4-4-10-16,3-2-9 0,3-6-8 0,6-1 2 16,0-2-2-16,5-5 1 0,1 1 3 0,2-2 0 15,-1-2-4-15,0 4-9 0,0-1 0 16,-1 0-4-16,-4 5-3 0,-3 1-3 0,-2 3 5 15,-6 5 2-15,-3 3 0 0,-6 5-7 16,-4 1-32-16,-4 5-63 0,-2 5-60 0,-7 1-126 16,-2 5-198-16,-4 2-307 0,-3 7-301 0,-3-1-240 15,-4 6-124-15,-1 0 399 0,-1 3 585 16</inkml:trace>
  <inkml:trace contextRef="#ctx0" brushRef="#br1" timeOffset="10946.68">4951 5463 42 0,'-10'16'521'0,"3"-3"410"16,1 1 166-16,4-6-62 0,2-4-320 0,3-2-248 15,4-8-167-15,5-4-53 0,4-3 7 16,5-5-3-16,2-4-40 0,6-6 4 0,-2-3-23 16,7-2-39-16,-2-3-33 0,1-1-21 15,2 1-17-15,-2 0-43 0,-1 3-10 0,0 1-4 16,-2 2-5-16,-2 2-3 0,-1 4-3 15,-3-1 0-15,1 6-10 0,-3 0-5 0,0 1-2 0,-1 3 0 16,-2 1-5-16,-2 4-59 0,-1 1-57 16,-2 0-91-16,-1 2-174 0,0 0-301 0,-1 1-325 15,1 1-249-15,1 2-167 0,-3-1 228 16,2-1 612-16</inkml:trace>
  <inkml:trace contextRef="#ctx0" brushRef="#br1" timeOffset="11552.56">6885 4513 440 0,'5'-4'1047'0,"-5"-1"392"0,-2 1 6 16,-4-1-307-16,0 2-435 0,-4-1-231 0,-1 1-128 15,-6 2-105-15,-4 1-88 0,-1 1-44 16,-5 3-32-16,-5 4-28 0,-1 2-18 0,-4 4-8 15,0 1-6-15,-1 6-5 0,3 0-5 16,2-1 0-16,3 2 0 0,5-3-2 0,3 2 0 16,6-3-2-16,2 1-1 0,4-2-1 0,5 1 0 15,2-2 1-15,3 1 0 0,5 2 1 0,1-3 0 16,7 1-4-16,0 0-2 0,5 2-2 16,2-5-3-16,3 3 1 0,2 0-1 0,4-1 7 15,1-1 1-15,3 0 2 0,0-1 2 16,2 3-2-16,0-2 0 0,0 2 0 0,-2-1 1 15,-1 2 5-15,-2 2 2 0,-2 1 1 0,-1 1 2 16,-5 2-1-16,-3 2 0 0,-1-1-4 16,-6 2 0-16,-3 2 2 0,-2-1 2 0,-4 1 1 15,-4 2 0-15,-4 2 2 0,-2-1-3 16,-5 2-1-16,1 2-2 0,-6-1-2 0,0 1-6 16,0-2 1-16,0-3 0 0,-1-3 0 0,2-5-1 15,1-3-1-15,0-6-2 0,1-4-14 0,0-5-21 16,-2-9-46-16,2-4-76 0,-2-7-109 15,2-9-196-15,-2-8-292 0,2-5-343 16,0-6-329-16,-1-7-160 0,1-3 315 0,2 0 707 16</inkml:trace>
  <inkml:trace contextRef="#ctx0" brushRef="#br1" timeOffset="11858.99">6529 4628 18 0,'5'-6'510'0,"0"-1"449"0,-2 3 214 15,3-3-39-15,-1 1-323 0,3 0-266 0,0 0-142 16,6 2-48-16,1 0-25 0,3-1-31 0,4 0-38 16,1 1-49-16,5 0-54 0,1-1-50 0,2 3-33 15,4-2-22-15,-2 2-15 0,5-2-15 16,0 3-7-16,0-2-8 0,3-2-3 0,2 3-3 15,-2-3 0-15,3-1 1 0,-1 1-1 16,0-2 0-16,1 1 3 0,-1-2 0 0,-1 1-1 16,-1-2-2-16,-3 2-1 0,-3 0 0 0,-2 1-1 15,-2 1-1-15,-5 2-5 0,-4-1-19 16,-6 3-49-16,-2-1-66 0,-6 2-77 0,-6 2-134 16,-2 0-190-16,-5 1-307 0,-3 0-269 15,-3 2-206-15,0 1-59 0,-3-1 391 0,-2 1 523 16</inkml:trace>
  <inkml:trace contextRef="#ctx0" brushRef="#br2" timeOffset="18076.09">14922 1542 246 0,'-3'0'439'0,"1"2"160"15,-1-1 48-15,0 0-202 0,3 1-159 0,-2-1-74 16,-1 2-32-16,2-2-4 0,-1 1-2 0,0 1 0 16,-1 0-2-16,1 0-14 0,1 0-5 15,-1 0-5-15,1 2-6 0,-2-3-13 0,3 3-15 16,-2 0-1-16,1 2-9 0,-1-5-5 0,2 5 0 15,-1-1 13-15,-1 2 4 0,0-2-11 16,2 3-6-16,-3-2-9 0,2 2-20 0,-3 0-25 16,1 0-10-16,1 2-2 0,-1 0-7 0,-3-1-9 15,3 2-1-15,2-1 6 0,-3 1-5 0,1 1-3 16,0 2-1-16,0-3-4 0,1 1-1 0,0 1-6 16,-1-1 4-16,2-1-1 0,-1 2-3 15,2-1 0-15,0-1 4 0,0 1-5 0,0 1-4 16,-3-2-1-16,3 2 4 0,0-3 0 0,0 2-4 0,0-2 3 15,0 1-1-15,0-1 2 0,0 2-1 0,0-2 2 16,0 0 4-16,-1-1 15 0,-1 2 18 16,1 2 21-16,-3 1 23 0,1 0 10 0,-2 1 3 15,0-1-15-15,-1 3-10 0,-2-1-25 0,2 1-20 16,0-1-14-16,-1 0-5 0,2 2-4 16,-2-4 1-16,0 3 0 0,3-1-3 0,-1-1 0 15,1 1 0-15,0-2 4 0,-1 0-3 0,2-2 5 16,0 1 1-16,1 2-2 0,-1-5 4 0,2 3-5 15,-3-1-2-15,3 1-2 0,-3-1 0 0,3 2 5 16,-2-1-5-16,-2 0 6 0,2 3 4 16,-2-2 3-16,2 3 0 0,-2-3-3 0,2 3-2 15,0-1-3-15,-3 1-3 0,3 0-4 0,0-2 7 16,-1 1 0-16,1 1-2 0,1-3 0 0,1 2-1 16,-1-1 2-16,1 0-5 0,-1 0-1 15,2-2 1-15,0-1 1 0,0 1 1 0,2 0-1 16,-2 1-1-16,1-3 1 0,-1 1-3 0,2-1 3 15,-2 1 0-15,1 1 0 0,-1-2 0 0,2 2 0 16,-2-1 3-16,0 1-6 0,0 1 3 0,0-2 0 16,0 1-3-16,0 1 1 0,-2-1 2 15,2 3 5-15,-1-2-1 0,-1 0-4 0,2 2 5 16,-1-1 13-16,-1 3 13 0,2-1 4 16,0 1 5-16,-2-1 3 0,2-1-3 0,0 2-8 15,0-1-15-15,0-1-5 0,0 2-3 0,0-1-3 16,0-3-1-16,2 1-5 0,-2 2 0 15,0-3 1-15,2 3 0 0,-2-1 0 0,1 1 3 16,-1 2 2-16,0-1 2 0,2 0-2 0,-2 2-2 16,1 1-1-16,-1 1-1 0,0-1-2 15,0 2-3-15,0-1 2 0,2-1 0 0,-2 3 2 16,0-3-1-16,2-1-1 0,-1 0 1 0,-1 1-2 16,2-2 2-16,0-2 2 0,-1 3 0 15,-1-3 2-15,2 1 2 0,-1-2 0 0,-1 1-3 16,0 1-1-16,0-3 1 0,0-1 1 15,0 0-2-15,0 1 3 0,0-1 2 0,0-1-1 16,-1-1 14-16,1 1 6 0,-2-4 2 0,2 1 2 16,0 0-1-16,2-1 0 0,-2 1-12 15,1-4-10-15,-1 0-3 0,2 1-3 0,1-2-1 16,0 0 0-16,-2-1-2 0,3 1 3 16,1 0 0-16,-4-1-1 0,4 0 0 0,-2 1 0 15,0-3-1-15,3 2-1 0,-3-3 2 0,4 3-1 16,-2-2 2-16,1 0-1 0,2-1 3 0,0 1 0 15,0 1 0-15,1-3 8 0,1 1 6 16,-1 1 2-16,2-2 3 0,0 1-2 0,0-1-1 16,2-1-5-16,1 2-5 0,1-1-2 15,0-1-1-15,1 2-1 0,2-1 0 0,-4 0 0 16,3-1 1-16,2 2 7 0,-1 0 4 0,2 0 4 16,-1 1 2-16,3-1-1 0,0 2-1 0,2-2-7 15,-2 1-4-15,4-1-4 0,0 1-2 16,0 0-2-16,0-2 2 0,0 1-1 0,-1-1 1 15,2-1 6-15,0 2 2 0,0 0 2 16,0-2 1-16,-1 0-1 0,3 1 0 0,-2 0-5 16,0 1-3-16,0 0-2 0,1-1 1 0,-1 2 0 15,1-2 2-15,1 3 2 0,-2-1 1 0,-1 2 1 16,3 0 0-16,-1-2-1 0,-2 1-1 16,3 0-2-16,-1 0-1 0,0 2-2 0,2-1 1 15,-1-3-2-15,1 3-1 0,-2-1 0 16,2 1 0-16,0 0 0 0,0 1-1 0,-1-1 1 15,-1 1 0-15,1 0-1 0,1 0 0 0,-5 2 0 16,4-2 0-16,-1 5-1 0,1-4 0 16,-3 2 0-16,3 0 0 0,-2-2 0 0,-1 2 0 15,1-1 0-15,-3 1 1 0,2-3 2 16,-1 2-1-16,-2-1 1 0,3 0 1 0,-5-1 0 16,2 0-1-16,-1-1-1 0,-1-1 0 0,3-1-1 15,-2 1-1-15,-2 1 1 0,-1 0 1 16,3-2-1-16,0 1 1 0,-1 2 0 0,1-2 1 15,2 2-1-15,-1 1 0 0,-2 0 0 16,1 1 0-16,2 1-1 0,-3-2 2 0,1 2-1 16,0 0 1-16,0 0 0 0,-1 0-1 0,1-1 0 15,-1-2-1-15,0 1 0 0,1-1 0 0,4 0 1 16,-3 0-2-16,0-1 1 0,2-1-1 16,0 1 0-16,2-1 0 0,0-1 0 0,0 0 1 15,-2 0 0-15,4-1 2 0,-1-1 0 16,1 0-1-16,1-1 1 0,-2 0-1 0,2 0 0 15,0-1-1-15,0 0 1 0,-1-1 0 0,-1 0-1 16,-1 1 0-16,0 1 0 0,-3-1 0 16,-1-1 0-16,-1 0-1 0,-1 1 1 0,-4 1-1 15,0-1 0-15,0-1 1 0,-4 2-2 16,0 0 1-16,-3-1 0 0,1 1 0 0,-2 0 0 16,-4 0 1-16,2 0 0 0,-1 0-1 0,-3 0 0 15,0 0 1-15,0 0-1 0,-3-2-1 0,3 2 1 16,-1-1 0-16,-2 1 0 0,2 0 0 15,-2 0-1-15,0 0 1 0,0 0 0 16,0 0-1-16,-2 0 0 0,2 0-4 0,-2 1-8 16,-1-1-16-16,2 2-32 0,-3-2-72 0,1 0-82 15,-3 0-155-15,3 0-263 0,0 0-322 0,0-3-354 16,1 0-217-16,0-4 32 0,2 0 638 0</inkml:trace>
  <inkml:trace contextRef="#ctx0" brushRef="#br2" timeOffset="18546.98">17872 4301 74 0,'-8'-7'656'0,"-1"3"498"0,-2-1 171 16,1 2-77-16,1 0-340 0,-2 0-307 0,5 2-179 15,-1-1-103-15,2 2-69 0,2-2-72 0,1 4-60 16,2-2-51-16,4 3-30 0,1 2-15 15,3-1-11-15,1 1-3 0,2 1-3 0,0 0 0 16,5 1-2-16,0 1-1 0,1-1 0 16,1 1-1-16,0-2 1 0,3 1-1 0,-2 1 1 15,3-2-1-15,-2 1-1 0,-2 0 1 0,3 2 0 16,-4-1-2-16,0 0 0 0,1 1 1 16,-4 0-1-16,2 0 0 0,-4 1 2 0,1-1 0 15,-2 0 0-15,0-1 0 0,-4 3 2 0,0-4 0 16,-2 3 2-16,-2 1 6 0,-3-1 7 15,0 1 6-15,0 0 5 0,-3 0 6 0,0 1 1 16,-3 0 0-16,1 0-3 0,-3 0-1 0,2 0-2 16,-2 2 0-16,-5-2-3 0,2 0-2 15,0 1-1-15,-2 0-3 0,1-1-3 0,-6 1-5 16,6-1-3-16,-6 0-2 0,2-2-2 16,-1 0-3-16,0 0-1 0,3-2-1 0,-4-1-2 15,5 2-1-15,1-3-4 0,1-2-11 16,3 1-18-16,1-2-34 0,4-2-80 0,3-1-94 15,3 0-185-15,5 0-289 0,2-1-338 0,6-1-362 16,1 1-176-16,5 0 202 0,4-1 727 16</inkml:trace>
  <inkml:trace contextRef="#ctx0" brushRef="#br2" timeOffset="19702.41">19843 4354 307 0,'3'12'814'0,"-2"4"318"0,-1 0 36 15,5 4-193-15,-4 6-374 0,2 4-137 0,1 3-68 16,-1 7-46-16,-2 1-40 0,1 5-42 0,-2 4-58 15,0 4-72-15,-2 1-54 0,-1 5-31 16,0-2-21-16,-2 0-15 0,4-2-5 0,-4-7-7 16,4-2-3-16,1-8-4 0,0-5-11 15,0-6-54-15,0-8-69 0,-2-3-100 0,-1-7-181 16,-2-6-303-16,-1-5-334 0,-1-6-279 0,-4-10-151 16,-1-3 269-16,0-7 638 0</inkml:trace>
  <inkml:trace contextRef="#ctx0" brushRef="#br2" timeOffset="19910">19719 4148 407 0,'0'-16'1161'0,"0"1"410"0,-3 3-119 0,-2 3-286 16,0 1-520-16,2 2-234 0,-2 0-154 15,1 1-98-15,1 1-60 0,1 3-39 0,1 0-26 16,1 1-18-16,0 2-9 0,3 2-6 0,3 7-6 15,0-3-19-15,2 5-69 0,0-2-73 16,3 3-138-16,0 0-256 0,0 3-318 0,3 2-357 16,-1-2-239-16,1 1-23 0,1 1 558 15</inkml:trace>
  <inkml:trace contextRef="#ctx0" brushRef="#br2" timeOffset="20326.81">20356 4373 213 0,'-1'-10'959'0,"-7"3"590"0,-5-1-19 15,0 2-283-15,-5 3-457 0,-2 0-305 0,-2 2-172 16,0 4-119-16,-3 2-65 0,3 5-40 0,0 4-30 16,0 5-23-16,2 2-16 0,3 3-7 15,4 2-6-15,4 1-3 0,4-2-1 0,2 0-1 16,6 0-2-16,4-5-1 0,3-2 1 0,3-1-1 15,4-7 1-15,1-5-1 0,4-4 0 16,3-7-1-16,2-4 1 0,0-7 0 0,-1-4 0 16,1-2 1-16,-2-4 1 0,-2-2 2 15,-5 2 0-15,1 1 1 0,-6 3 0 0,-1 6 1 16,-4 2 0-16,-1 3 1 0,-4 2 0 0,-2 4 0 16,-1 4-3-16,0 3-1 0,-3 5-2 15,0 5-2-15,-2 4 0 0,0 4-1 0,0 4 0 16,2 2 0-16,0 4 2 0,0-2-1 0,2 1 1 15,2 1-1-15,2-3 1 0,0 0-5 16,4-2-16-16,-1-5-40 0,2-2-73 0,1-4-70 16,1-6-127-16,0-4-200 0,0-6-310 0,2-4-296 15,-3-6-209-15,3-5-98 0,-2-6 380 16,1-3 580-16</inkml:trace>
  <inkml:trace contextRef="#ctx0" brushRef="#br2" timeOffset="20707.81">20743 3846 425 0,'4'-21'939'0,"-3"5"302"0,-1 2-17 16,0 3-242-16,-1 5-287 0,-1 4-210 0,0 2-124 15,-2 3-72-15,1 6-55 0,0 2-67 0,-1 4-51 16,0 6-35-16,0 3-20 0,-1 5-10 16,-2 4-7-16,1 7-6 0,-1 2-8 0,1 5-6 15,-1 2-6-15,1-2-7 0,0 2-5 0,3-2-2 16,1-4-2-16,4-4-2 0,1-6-1 15,2-4-1-15,2-4-1 0,1-4 0 0,0-5-1 16,5-3 1-16,-4-4 3 0,3-3-1 0,-2-6 1 16,3-3-1-16,-2-5 0 0,0-4 0 15,2-6 1-15,-2-1-2 0,2-5 1 0,-4-2-1 16,4-1 1-16,-4-1 0 0,-1-1-1 0,-1 2 2 16,-1 4 2-16,-2 1 1 0,0 5 1 15,-3 4 2-15,-1 4-2 0,-1 5-1 16,-3 4-1-16,0 6-2 0,-4 5-1 0,0 5-1 15,2 5 1-15,-4 4 0 0,1 4 1 0,2 0 0 16,-1 5-2-16,5-1 1 0,0 3-2 0,0-2 3 16,3 1-1-16,3-1-2 0,0-1-10 15,0 0-48-15,2-2-74 0,3-3-109 0,0-3-188 16,3-3-304-16,0-5-343 0,6-2-308 0,0-3-154 16,3-4 309-16,2-4 664 0</inkml:trace>
  <inkml:trace contextRef="#ctx0" brushRef="#br2" timeOffset="21295.98">22337 4294 384 0,'-8'-9'825'0,"0"0"334"0,-1 1 32 16,0 1-292-16,-1 1-234 0,0 0-138 0,1 3-101 16,1 0-81-16,0 0-63 0,-1 2-48 15,3 1-73-15,-1 0-59 0,1 0-40 0,1 1-26 16,2 1-15-16,-2 1-9 0,2 1-6 15,3 1-3-15,0 2-2 0,3 2-3 0,5 2 0 16,0 0-1-16,3 4 1 0,1 1-4 16,1 2 1-16,5 0 1 0,-6 2 0 0,6 4 3 15,-6-2 1-15,1 1 3 0,0 3 0 0,-4 0 1 16,-1 0 2-16,-2 1 0 0,-4-1-2 0,-2 2 0 16,-2 0-2-16,-1-2 0 0,-3 2-1 15,1-4 0-15,-1-3 1 0,-1-2-1 0,3-2 1 16,-4-5-1-16,2-3-1 0,1-3-8 15,-2-5-30-15,3-4-61 0,-2-3-57 0,2-5-65 16,3-6-98-16,1-4-135 0,3-5-124 0,0-2-95 16,6 1-185-16,-1-2-205 0,4 0-38 0,2 0 199 15,0-1 313-15</inkml:trace>
  <inkml:trace contextRef="#ctx0" brushRef="#br2" timeOffset="22168.79">22546 4328 85 0,'24'-17'366'0,"-7"2"238"15,2 4 237-15,-3 5 40 0,-3 2-165 16,-4 2-116-16,0 4-59 0,-1 4 9 0,-3 3-42 15,-2 2-80-15,-1 5-81 0,-4 2-61 16,1 1-56-16,-2 4-76 0,-1 3-56 0,-1-1-33 16,1 0-20-16,-2 1-14 0,3-1-11 0,-1-2-7 15,4-2-7-15,0-3-2 0,0-3-4 16,4-2 0-16,0-4 0 0,5-1 0 0,0-8-1 16,2 0-1-16,3-7 2 0,0-3-1 0,3-3 1 15,1-2 0-15,2-4 3 0,-1 0-1 16,1-2 0-16,-3 2 0 0,0 1 0 0,-1 0 1 15,-3 1-3-15,-1 3 0 0,-2 4 0 16,-4 2 0-16,1 0 0 0,-1 3 0 0,-5 1 0 16,2 4 0-16,-1 3 2 0,0 3-1 15,-2 4-2-15,-2 2 0 0,0 3 0 0,-1 4-1 16,2 2-1-16,-1-1 2 0,-1 3 1 0,3-2 0 16,0 0 1-16,3 0-1 0,-1-5 0 0,2-1-1 15,3-4-1-15,1-3-2 0,3-4 3 16,0-2 2-16,2-7-1 0,2-2 0 0,1-4 0 15,2-4 0-15,-1 0-1 0,0-3-1 0,1 2 1 16,-2-3-1-16,-1 1 1 0,-2 3 1 0,-2 2-1 16,0 3 0-16,-5-1 0 0,1 7 0 15,-2-1 0-15,-4 5 0 0,2 5 0 0,-6 2 2 16,-1 7-1-16,-1 3 4 0,-3 5-1 16,0 6 0-16,-5 2 0 0,4 6 0 0,1 1 1 15,-3 5-3-15,4 3 2 0,-1 2-3 16,4 2 1-16,0-2-1 0,2-1-2 0,2-4 2 15,4-5-2-15,-1-8 2 0,5-5-2 0,2-8 2 16,2-9 0-16,3-7-2 0,3-7 2 0,0-12-5 16,4-6-6-16,0-8-6 0,-1-6-5 15,3-6-4-15,-2-5-2 0,1-2 4 0,0-6 8 16,0-4 5-16,-1-5 5 0,2-6 3 0,-2-3 2 16,2-5 0-16,0-2-3 0,-1 0 3 15,-2-1 2-15,-1 5 4 0,-1 4 5 0,-3 8 5 16,-3 5 5-16,-4 10 2 0,-1 5 2 0,-3 10 0 15,0 6-3-15,-1 7-3 0,-1 5-1 16,-1 8-4-16,-2 5-4 0,-2 6-2 0,-1 10-4 16,-1 8-2-16,-1 7-1 0,-1 10 2 0,-1 8 1 15,1 7 2-15,-2 8 3 0,4 9 0 16,-5 8 0-16,5 7-5 0,-3 2-1 0,6 1-1 16,-1-1-1-16,4-6 1 0,2-6-1 0,6-9 2 15,3-9-2-15,6-9-1 0,3-12-1 0,1-9-2 16,1-9 2-16,2-9 1 0,-3-8 2 15,-2-5-1-15,-5-6 2 0,-2-5 2 16,-3-4 5-16,-5-4 8 0,-2-2 11 0,-4-2 12 16,-4-1 11-16,-2 2 6 0,-5-3 0 0,-3 4-5 15,-4-2-8-15,-2 5-9 0,-1 3-9 0,0 4-8 16,-1 2-6-16,2 6-5 0,1 4-3 16,1 4-3-16,3 5-3 0,4 5-1 0,1 5-2 15,4 2-1-15,1 6-7 0,4-1-14 16,5 3-21-16,-1-2-50 0,5 1-80 0,4-4-110 15,0-2-191-15,1 0-297 0,2-6-346 0,5-2-305 16,-2-5-136-16,4-6 304 0,2-5 683 0</inkml:trace>
  <inkml:trace contextRef="#ctx0" brushRef="#br2" timeOffset="22490.72">23895 4185 8 0,'9'-45'484'0,"-2"0"476"0,-1 1 276 0,-5 2 12 15,-1 1-255-15,0 5-247 0,0 0-191 0,-1 7-121 16,-1 3-81-16,-1 5-81 0,0 6-90 15,0 5-67-15,0 4-46 0,-2 6-29 0,0 6-19 16,0 6-10-16,-1 4-4 0,1 7-2 0,2 9 0 16,0 0-1-16,0 11 0 0,1 2-1 15,1 7-1-15,-1 3-1 0,2 2-1 0,2 2 0 16,-2-4-2-16,3-2 0 0,2-4-2 16,1-7 0-16,2-3 0 0,0-7 1 0,0-7 0 15,0-5 0-15,1-3 1 0,-1-7-1 0,0-6-1 16,3-5-1-16,-2-5 0 0,1-6 0 15,2-4 2-15,0-3 0 0,-1-3 3 0,3-2 0 16,-3-1 1-16,-1 1 0 0,0 4 0 0,-2 1-1 16,0 6-1-16,-3 3 1 0,1 4-1 15,-1 4 0-15,-3 7 1 0,-1 3-1 0,1 8 0 16,-4 3-1-16,2 6-1 0,0 5-1 0,0-2-9 16,0 3-16-16,3 1-44 0,2 1-73 0,2-5-85 15,0 1-163-15,3-2-247 0,1-4-323 16,5-2-310-16,-2-6-192 0,7-2 69 0,-1-6 590 15</inkml:trace>
  <inkml:trace contextRef="#ctx0" brushRef="#br2" timeOffset="22750.7">24576 4740 194 0,'17'13'695'0,"-5"2"422"0,-4 2 114 0,-4 2-186 16,2 0-254-16,-2 3-207 0,-3-3-162 15,-1-1-108-15,2-3-67 0,-1-3-61 0,-1-4-71 16,0-5-51-16,2-5-32 0,0-5-15 0,1-6-6 15,2-4-7-15,-2-4-4 0,2-5-4 16,-1-7-1-16,-1 0 0 0,0-3 0 0,1-1 2 16,-3 1 1-16,1 1 2 0,-4 3 2 15,-1 6 1-15,-2 3-1 0,-2 6-2 0,0 4 0 16,-1 6 0-16,0 4-2 0,1 6-3 0,0 4-2 16,1 6-37-16,-1 1-57 0,6 5-49 0,-2 3-73 15,6 4-139-15,0 1-241 0,3 0-268 16,8 5-217-16,2 0-196 0,8 0 36 0,4-1 463 15</inkml:trace>
  <inkml:trace contextRef="#ctx0" brushRef="#br2" timeOffset="23191.63">26333 4382 536 0,'-12'-23'1315'0,"-5"0"310"16,1 4-214-16,-2 0-342 0,-4 5-471 0,-1 1-221 16,-2 6-152-16,0 3-86 0,1 4-45 0,0 1-29 15,2 4-21-15,2 2-16 0,2 2-9 16,2 1-7-16,7 5-4 0,-2-1-4 0,8 3-1 15,1 1-3-15,4 2-1 0,1 0 1 16,6 1 0-16,1 0-1 0,3 0 0 0,2 2 1 16,1-2 1-16,5-1 0 0,0 0-1 0,2-2 0 15,1 0 0-15,-1-1 1 0,1-2-1 0,-2-2 1 16,-1 1-1-16,-4-2 0 0,-3-2 1 16,-1 2 0-16,-7 0 1 0,-3-1 0 0,-1-1 0 15,-5 2 2-15,-4 2-2 0,-3 1-1 16,-3 0-1-16,-3 6 0 0,0 0 0 0,-3 2-1 15,2 2 0-15,-1 0 0 0,1 2-1 0,4 2-4 16,4-4-21-16,0-1-60 0,2-2-71 0,4-5-122 16,5-5-204-16,2-3-310 0,7-8-347 15,2-3-269-15,4-9-123 0,3-5 403 16,5-7 642-16</inkml:trace>
  <inkml:trace contextRef="#ctx0" brushRef="#br2" timeOffset="23342.65">26613 4528 714 0,'12'-17'1644'15,"-6"6"106"-15,-4 4-353 0,-4 7-375 0,-4 5-448 16,-5 7-276-16,0 5-128 0,-5 4-62 16,0 4-35-16,-2 4-26 0,2 3-17 0,-3 0-11 15,4 1-9-15,1 0-6 0,6-4-9 0,3-2-20 16,4-5-55-16,2-5-86 0,4-4-177 0,2-5-273 16,2-3-339-16,5-7-412 0,-1-6-337 15,6-1 86-15,-1-8 816 0</inkml:trace>
  <inkml:trace contextRef="#ctx0" brushRef="#br2" timeOffset="23513.8">26768 4264 486 0,'-7'-32'1410'0,"1"7"293"0,-5 6-280 0,0 4-340 16,-2 6-496-16,-1 4-274 0,3 7-159 16,-3 5-75-16,4 4-38 0,0 5-20 0,1 6-10 15,5 4-5-15,-1 2-5 0,5 4-15 0,0 4-65 16,0 3-71-16,1 0-140 0,4 3-269 15,3-1-308-15,0 1-361 0,1-2-249 0,8-4-17 16,0-1 589-16</inkml:trace>
  <inkml:trace contextRef="#ctx0" brushRef="#br2" timeOffset="23764.44">27078 4667 26 0,'6'-16'747'0,"-2"-1"825"0,-5 1 128 15,-7 1-313-15,2 2-415 0,-6 1-395 0,-1 1-237 16,-4 3-146-16,-1 0-69 0,0 4-38 0,-2 2-21 15,-1 4-19-15,5 2-10 0,-3 4-6 16,6 3-7-16,0 4-5 0,1 3-7 0,6 7-4 16,-2 0-3-16,5 6-1 0,3-1 0 15,0 7-2-15,2 0-1 0,1 1-1 0,1 0-1 16,3 0 0-16,-2-2-2 0,1-1 1 0,0-1-4 16,3-3-5-16,-4 1-8 0,2-5-13 15,-4-3-15-15,0-2-18 0,0-2-33 0,1-4-68 16,-4-3-70-16,0-2-129 0,-2-3-199 15,-1-4-311-15,0-1-320 0,1-1-215 0,0-4-56 16,2 1 477-16,2-5 571 0</inkml:trace>
  <inkml:trace contextRef="#ctx0" brushRef="#br2" timeOffset="24225.49">28051 4440 179 0,'-14'-11'765'0,"5"2"419"0,-3 2 67 0,2 1-157 16,3 2-458-16,6-1-278 0,-1 2-110 16,5 0-59-16,4 0-36 0,5 0-18 0,3 3 27 15,3 0 15-15,6-2-25 0,0 2-9 0,4 0-10 16,3 0-9-16,2 2-31 0,0 4-34 0,1 1-16 16,-4 3-16-16,-1 1-9 0,-3 1-4 15,-5 4 4-15,-3 3 5 0,-7 2 5 0,-5 1 3 16,-4 4 3-16,-5 4 1 0,-7 0-6 15,-4 4-6-15,-2 2-6 0,-4 2-3 0,-6 0-5 16,2 5-3-16,-3-2-1 0,1 0-2 0,1-2-2 16,-1-3-1-16,9-5-1 0,1 0-2 15,6-6-4-15,7-3-18 0,3-6-64 0,5-5-75 16,5-5-147-16,4-5-276 0,5-1-322 0,6-6-381 16,4-1-267-16,1-4 5 0,3-3 655 15</inkml:trace>
  <inkml:trace contextRef="#ctx0" brushRef="#br2" timeOffset="24983.63">28701 4923 31 0,'-6'11'483'0,"-2"-3"415"16,2 0 226-16,1-2-41 0,2-2-363 15,1-3-304-15,2-2-154 0,3-3-87 0,2-5-42 16,3-4-16-16,3-7-2 0,3-4 8 0,5-6-4 16,5-4-1-16,-2-4-4 0,4-3 16 15,0-2 8-15,3 0-9 0,-6 2-16 0,-2 3-20 16,0 4 19-16,-4 5-7 0,-6 7-5 0,-1 4-1 16,-3 4-9-16,-2 6-5 0,-3 3-29 15,-2 6-20-15,-5 7-18 0,-3 7-8 0,0 4-6 16,0 3 1-16,-1 6-1 0,-2 2 2 15,1 4 1-15,2 0 0 0,1 5-2 0,-1-4-2 16,3 1 1-16,2-3-3 0,-1-2 1 0,4-1-2 16,4-7 1-16,0-2 2 0,3-8 0 15,4-3 3-15,1-7-3 0,6-6 0 0,-1-9 2 16,5-6-4-16,3-6-2 0,4-7-2 0,-1-1 0 16,1-4-1-16,0 3 1 0,-2 0 3 15,-2 3 0-15,-3 3 3 0,-6 6 1 0,-2 5 4 16,-5 3 1-16,-1 6-3 0,-4 4 1 15,-2 7 0-15,-6 5 1 0,-1 9-2 0,-1 1-1 16,-2 6 2-16,-3 4 0 0,1 3 0 0,1 1-3 16,1 2 0-16,-1-1-1 0,0-1-2 0,6-3 1 15,0-3-3-15,3-5 1 0,3-3 0 16,4-6-1-16,2-6 1 0,5-3 0 0,4-9 2 16,2-7 0-16,6-6-1 0,0-7-1 15,4-4 2-15,2-2-2 0,0-3 0 0,1 1-2 16,-1 1 0-16,-2 2 1 0,-4 5-2 0,-5 4 1 15,-2 4 0-15,-3 6 2 0,-7 2 0 16,-1 8 1-16,-1 2 0 0,-6 7 0 0,-1 4-1 16,-3 5 1-16,-2 4 1 0,1 4-1 15,-1 4 2-15,-3 4 0 0,0 0-1 0,2 3 0 16,-1-3-2-16,2 3-1 0,4-5-5 0,1-3-21 16,0-4-68-16,5-4-70 0,-1-5-136 15,5-4-267-15,3-6-316 0,1-2-357 0,4-8-244 16,1-5-36-16,2-6 580 0</inkml:trace>
  <inkml:trace contextRef="#ctx0" brushRef="#br2" timeOffset="25171.46">29931 4510 236 0,'8'-37'1199'0,"-4"2"577"16,-6 7-190-16,-5 2-369 0,-2 5-451 0,-3 3-327 16,-5 7-197-16,-1 1-100 0,-3 6-51 15,0 2-30-15,3 5-22 0,-2 2-16 0,2 1-10 16,-1 1-7-16,4 4-4 0,3-1-3 0,2 1-2 15,2 0-10-15,3-1-24 0,4 1-67 16,-1-4-83-16,5 0-175 0,1 1-282 0,2-1-338 16,1 2-401-16,-1 1-257 0,1 0 94 15,2 2 776-15</inkml:trace>
  <inkml:trace contextRef="#ctx0" brushRef="#br2" timeOffset="25723.08">29977 4842 207 0,'13'6'931'0,"-4"-1"513"0,-1-3-20 15,2 2-258-15,-1-4-440 0,-1-2-282 16,5-1-166-16,-2 0-96 0,2-3-51 0,2-3-25 16,1 1-29-16,3-3-30 0,1-2-20 0,1-2-12 15,1 0-8-15,0-2-1 0,2 0-2 0,-5 0-2 16,2 3-2-16,-4 0 0 0,-1 1 1 15,-3 3-2-15,-3 3-1 0,-3 1 4 0,-2 3-1 16,-5 4 0-16,0 2 1 0,-5 4 5 0,0 4 6 16,-4 3 2-16,1 3 4 0,-2 2 2 0,2 4 0 15,-1 0-3-15,3 4 0 0,-2 1-1 16,3 3-2-16,2 0-2 0,3-2-3 0,1 1 0 16,4-3-3-16,5-5-5 0,4-3 0 0,3-3 1 15,7-8 0-15,4-4 0 0,6-4 1 0,0-6 4 16,6-5 5-16,2-2 5 0,3-5 6 15,2-2 5-15,1-1 4 0,1 2 1 0,-2-2-2 16,1 1-3-16,-2 2-5 0,-2 3-5 0,-3 4-5 16,-5 3-4-16,0 2-3 0,-8 6-2 0,-5 1 1 15,-2 6-2-15,-7 0-1 0,-3 5 0 16,-5 0-1-16,-1 2-1 0,-3 3 0 0,-2-4 0 16,0 1-1-16,0-2 0 0,0 0 0 0,0-1-1 15,1-1 1-15,-1-2-1 0,4 0 0 0,0-2 1 16,2 0-1-16,2-1 2 0,2 1-2 0,4-3 2 15,0 2-1-15,5-1 0 0,0-1 2 0,5 3-1 16,3-1 0-16,0 0 0 0,-1 0-1 0,6 0-1 16,0 1-1-16,-1 0 0 0,1-1-7 15,0-1-13-15,-2-1-27 0,0-3-67 0,-7 0-72 16,0-1-104-16,-6-3-161 0,-3 0-231 0,-1-2-316 16,-4-3-228-16,-2 0-176 0,-2-2 129 15,1-4 514-15</inkml:trace>
  <inkml:trace contextRef="#ctx0" brushRef="#br2" timeOffset="26078.38">31658 4782 281 0,'1'-18'772'16,"-1"2"368"-16,2 3 55 0,-2 3-276 16,0 2-310-16,0 4-218 0,2 1-142 0,-1 3-88 15,3 1-48-15,-1 2-29 0,0 1-19 0,3 1-24 16,0 3-21-16,1-4-6 0,-1 2-5 0,3 0-5 16,-1-2-1-16,0-1-1 0,2 0 6 15,1-3-4-15,-2 0-2 0,3-4 54 0,-2 3 43 16,-2-3 49-16,-1 2 33 0,-2-2 17 0,-1 0 5 15,-2 1-40-15,-4 2-29 0,-2-1-32 0,-1 2-24 16,-2 3-17-16,-1 2-11 0,0 1-6 0,-1 2-7 16,0 3-5-16,0 2-5 0,0 0-4 15,1 0-4-15,0 2-2 0,3 0-2 0,1 2-3 16,-1-2-2-16,4 0-3 0,1-2-1 0,1-1-2 16,5-1-1-16,1-2-1 0,1-1-1 15,1-4-1-15,7 0 1 0,2-3 4 0,4 1 4 16,4-4 4-16,6 1 5 0,5-2 6 0,5 2 3 15,1-2-2-15,4 3 0 0,1-1-3 0,0 2-5 16,-1 2-6-16,0 0-5 0,-4 3-3 0,-5 1-4 16,-3 4-2-16,-4 1-5 0,-6 1-14 0,-4 1-21 15,-8 2-58-15,-9-1-77 0,-8-2-149 0,-6 4-262 16,-6 0-322-16,-9-1-386 0,-7 2-317 16,-10 0-36-16,-8 2 662 0</inkml:trace>
  <inkml:trace contextRef="#ctx0" brushRef="#br2" timeOffset="28060.77">17196 7744 97 0,'0'9'631'0,"0"-1"456"16,-2 0 147-16,2-1-119 0,-1-3-408 0,1 1-291 16,0-2-145-16,0-2-59 0,1 1-12 15,1 0 19-15,1-2 11 0,3-2 0 0,-1-1-17 16,1-3-28-16,4-4-26 0,0-1-31 16,3-4-23-16,1-3-19 0,-1-3-12 0,3-5-12 15,1-1-8-15,1-1-6 0,1-6-5 0,3-1-3 16,0-3-3-16,0-1-4 0,2-1-2 15,0-1-2-15,-1 0-3 0,-2 1-2 0,1 3-1 16,0-1-2-16,-3 4-1 0,0 4-2 16,-2 1-2-16,-4 4-3 0,0 3-1 0,-1 3-2 15,-2 2-2-15,-4 6 0 0,0 0-1 0,-1 4 1 16,-2-1-7-16,1 4-1 0,-3 0 0 0,2 0 0 16,-3 3 0-16,2-3 0 0,-2 4 0 15,2 0 0-15,-2 3 0 0,1 0 0 0,-1 6 0 16,0 1 0-16,0 3 0 0,-1 5 0 15,-1 6 0-15,2 3 0 0,-2 5 0 0,-1 4 0 16,2 3 0-16,-3 3 0 0,1 0 0 0,0 5 0 16,-1 0 0-16,0 1 0 0,1 2 0 15,0-4 0-15,-2 2 0 0,2-1 0 0,-2-3 0 16,2-1 0-16,0-2 0 0,-2-5 0 16,2-1 0-16,-2-3 0 0,4-5 0 0,-2-3 0 15,1-1 0-15,-1-4 0 0,1-3 0 0,-1-1 0 16,1-1 0-16,-2-3 0 0,2-2 0 15,1-1 0-15,-1-2 0 0,1 0 0 0,-1-2 0 16,2 0 0-16,-2 1 0 0,2-3 0 0,0 2-117 16,-1-4-124-16,-1 2-158 0,2 0-269 15,0 1-327-15,2 0-401 0,-1 0-273 0,3 1 45 16,-3 1 753-16</inkml:trace>
  <inkml:trace contextRef="#ctx0" brushRef="#br2" timeOffset="28368.68">17963 8136 411 0,'1'-5'1465'0,"-2"0"355"0,1 1-307 0,-4 0-366 15,3-1-446-15,-3 0-312 0,3 1-154 0,-1 0-72 16,1 3-40-16,-1-3-31 0,0 2-24 15,2 0-21-15,0 0-30 0,-1 1-17 0,1 1 0 16,0-2 0-16,0 1 0 0,0-1 0 16,0 1 0-16,0 1 0 0,1-2 0 0,-1 1 0 15,2-2 0-15,1 1 0 0,0 0-29 0,2-1-27 16,-1 2-33-16,-1 0-80 0,0 0-93 16,0-2-174-16,0 1-284 0,-2 2-339 0,1 0-387 15,0-2-185-15,-1-1 183 0,3 0 740 16</inkml:trace>
  <inkml:trace contextRef="#ctx0" brushRef="#br2" timeOffset="28825.67">18467 7494 192 0,'-5'-12'975'0,"2"2"631"0,0-1-44 0,-4 6-305 16,1 1-462-16,-2 2-309 0,-1 4-192 16,1 0-121-16,0 7-59 0,0 2-33 0,0 6-20 15,3 5-14-15,2 6-8 0,2 3 0 0,1 8-4 16,1 3-5-16,1 6-5 0,3 1-5 16,1 1-6-16,3-1-6 0,4-5-4 0,4-5-3 15,2-8-1-15,5-6-2 0,4-8 0 16,2-6 1-16,1-11-1 0,0-6 1 0,-1-7 0 15,0-9 1-15,-3-4-2 0,-2-10 1 16,-4-2-2-16,0-3 2 0,-7-4-1 0,-2 0 3 16,-4-2 1-16,-3 3 1 0,-5 0 2 0,-1 1 0 15,-7-1 0-15,-2 2 0 0,-6 0-2 0,0 1 0 16,-4 2-1-16,0 3 1 0,-1 4-3 16,-5 5 1-16,3 2-1 0,-1 8-1 0,2 2 0 15,0 8-1-15,1 3 0 0,4 8 0 16,-2 4 0-16,3 7 0 0,2 4 0 0,3 4-2 15,-2 4 0-15,4 4 0 0,1 4-6 0,0 2-12 16,3 4-19-16,2 3-46 0,1 1-73 16,2 0-95-16,0-3-161 0,5 1-290 0,2-3-330 15,3-3-310-15,6-7-180 0,3 0 155 0,5-11 642 16</inkml:trace>
  <inkml:trace contextRef="#ctx0" brushRef="#br2" timeOffset="29189.81">19373 7353 126 0,'0'-4'940'0,"-3"4"667"0,-6 4-29 16,-3 8-318-16,-1 4-431 0,-2 8-338 16,0 4-217-16,-2 6-114 0,4 5-54 0,-1 2-23 15,3 8-21-15,3 4-14 0,3 3-10 16,2 6-9-16,5 1-6 0,2-2-9 0,4-1-7 15,8-7-4-15,2-8-3 0,5-11-1 0,7-9 1 16,4-9-2-16,0-10 1 0,3-11-1 0,2-9-3 16,-3-8-5-16,1-8-2 0,-4-4-2 15,0-7-2-15,-6-2 0 0,0-4 3 16,-8 0 5-16,0 0 4 0,-6-1 4 0,-4 1 2 0,-2-2 3 16,-6 0 1-16,-2 0 2 0,-4 1 0 15,-2-1 1-15,-3 7 6 0,-5 2 2 0,0 8 2 16,-5 7 0-16,0 9-3 0,-4 9-3 15,-1 7-7-15,-1 10-4 0,-1 9-3 0,4 6-3 16,1 6-3-16,4 5-15 0,3 1-41 0,3 3-80 16,3-1-139-16,4 1-260 0,4 1-314 15,4 0-374-15,6 0-374 0,4-2-47 0,6 1 633 16</inkml:trace>
  <inkml:trace contextRef="#ctx0" brushRef="#br2" timeOffset="29692.58">21134 7635 100 0,'-1'4'699'0,"1"2"494"0,-4-2 114 0,4 0-165 16,4-1-362-16,-1-1-274 0,4 3-129 0,1-2-71 16,4 0-39-16,2 2-24 0,3-1-35 15,4-1-56-15,4 2-44 0,2 0-31 0,3-3-19 16,1 2-14-16,3-2-15 0,2-2-11 15,0 2-7-15,3-2-4 0,-3-2-4 0,0 2-3 16,-3-2 1-16,0-1-1 0,-1 1-3 0,-4 1-18 16,-5-4-63-16,-3 5-81 0,-2-4-155 15,-7 3-276-15,-5-2-326 0,-1 2-394 0,-3-1-275 16,-4 1 42-16,-1-4 686 0</inkml:trace>
  <inkml:trace contextRef="#ctx0" brushRef="#br2" timeOffset="29986.54">21598 7414 256 0,'1'5'739'0,"2"-2"309"16,2 0 48-16,-1 1-153 0,4 0-368 0,1 4-224 16,3 0-83-16,1-1-38 0,2 4-20 15,0 0-34-15,4 0 32 0,-2 4 4 0,4-2-26 16,1 2-20-16,-5 2-2 0,4 0-7 0,-4 2-54 15,1-1-33-15,-4 1-14 0,0 2-1 0,-4-1-14 16,-6 1-4-16,1 2 0 0,-5-1 1 16,-8 2-3-16,2 1-8 0,-6 0-6 15,-1 0-7-15,-4 2-6 0,-3 0-5 0,1 0-2 16,-3-1-3-16,-2 0-1 0,2-1-2 0,-1-1-9 16,0-3-45-16,1-2-77 0,2-2-122 15,2-2-218-15,1-4-301 0,2-3-360 0,3-1-327 16,2-2-116-16,2-2 443 0,-1-1 686 0</inkml:trace>
  <inkml:trace contextRef="#ctx0" brushRef="#br2" timeOffset="32530.29">24643 7313 206 0,'-4'-2'590'0,"0"2"316"0,0-2 150 0,0-1-140 15,0 3-327-15,2-2-167 0,-2 1-114 16,3 1-77-16,-1 0-62 0,2 0-54 0,-1 0-38 15,1 0-32-15,0 0-21 0,1 0-10 0,-1 0-6 16,0 0 2-16,2 0-1 0,-2 0 0 16,0 0 36-16,1 1 33 0,3 1 11 0,-2 1 7 15,2-1 50-15,0 0 33 0,0 2-14 16,0-2-24-16,0 1-14 0,-1-1-12 0,0 2-40 16,0-3-27-16,0 0 2 0,-1-1 3 15,-2 2 9-15,0-2 11 0,0 0 6 0,0 1 4 0,0-1-9 16,0 2-7-16,-2-2-10 0,-1 0-13 15,0 0-9-15,-2-2-12 0,0 2-8 0,2-1-6 16,-2 1-4-16,1-2 1 0,0 2-3 16,-2 0 4-16,3 0 2 0,2 0 1 0,-3 0 0 15,3 0 0-15,-1 0-1 0,1 0-3 0,-3 0-2 16,4 2-2-16,0-2 0 0,-1 0 0 16,1 1 0-16,0-1-1 0,0 2 1 0,-2-2-1 15,1 1 0-15,1 1 0 0,0-1 4 16,0-1 2-16,0 2 3 0,0-2 4 0,0 0 3 15,0 0 6-15,0 0 2 0,0 0 2 0,0 0 1 16,0 0 1-16,0-2-2 0,0 2-3 16,0 0-2-16,0 0-4 0,0 0-3 0,0 0-1 15,0 0-3-15,0 0-2 0,0 0-1 0,-2 0-2 16,2 0-1-16,0 0-1 0,0 0 0 16,0 0-1-16,0 0-2 0,0 0 1 0,-2 0-1 15,2 0-1-15,0 0 1 0,0 0-1 0,0 2 0 16,0-2 1-16,0 0 0 0,0 0 0 15,0 0 0-15,0 0 0 0,0 0 0 0,0 0-1 16,0 0 0-16,0 0 0 0,0 0 0 16,0 0 0-16,0 0 0 0,0 0 0 0,0 0 0 15,0 0 0-15,0 0 0 0,0 0 0 0,0 0 0 16,0 0 0-16,0 0 0 0,0 0 0 16,0 0 0-16,0 0 0 0,0 0 0 0,0 0 0 15,0 0 0-15,0-2 0 0,0 2 0 16,0 0 0-16,0 0 0 0,0 0 0 0,0 0 0 15,0 0 0-15,0 0 0 0,0 0 0 0,0 0 0 16,-2 0 0-16,2 0 0 0,0 0 0 0,-2 0 0 16,0 0 0-16,1 0 0 0,1 0 0 15,-2 0 0-15,2 0 0 0,0 0 0 0,-1 0 0 16,-1 0 0-16,0 0 0 0,1 0 0 16,-2 0 0-16,-1 0 0 0,3 0 0 0,-6 2 0 15,1-1 0-15,0 2 0 0,0 1 0 0,-3 1 0 16,0 1 0-16,3 5 0 0,-2 0 0 15,1 4 0-15,3 1 0 0,-2 2 0 0,3 1 0 16,-1 3 0-16,4 0 0 0,2 1 0 16,3 2 0-16,1-1 0 0,0 0 0 0,2-3 0 15,2 1 0-15,4-4 0 0,-1-1 0 0,4-4 0 16,-3 0 0-16,5-2 0 0,-1-2 0 16,0 1 0-16,0-3 0 0,-1-2 0 0,-1 3 0 15,-2 0 0-15,0-1 0 0,-2 1 0 16,-3 1 0-16,0 3 0 0,-4-1 0 0,-2 1 0 15,-3 5 0-15,-1-1 0 0,-3 3 0 0,-5 1 0 16,1 2 0-16,0 1 0 0,-6-1 0 16,3 2 0-16,-3-1 0 0,-4-1 0 0,4-1 0 15,-2-4 0-15,0 0 0 0,1-2 0 0,0-3 0 16,0-2 0-16,0-2 0 0,1-2 0 16,0-3 0-16,-2-3 0 0,3-2 0 0,-2-3 0 15,0-3 0-15,1-1-10 0,3-2-21 0,2-3-21 16,-1-4-31-16,6 3-76 0,-3-5-91 15,4 1-164-15,0-2-280 0,3-2-333 0,0-1-383 16,1 1-211-16,3-2 125 0,-1-2 720 16</inkml:trace>
  <inkml:trace contextRef="#ctx0" brushRef="#br2" timeOffset="32772.58">24647 7405 321 0,'4'0'1002'0,"0"0"379"0,-1 0-75 16,0 0-225-16,1 2-432 0,0-2-226 0,1 0-118 16,2 1-60-16,0-1-30 0,3 2-20 15,1-2-51-15,1 0-38 0,3-2-32 0,2 1-23 16,-1-2-16-16,5-2-13 0,1 0-11 16,-2-1-6-16,4-1-3 0,-2 0-2 0,2-1-2 15,-5 0-1-15,1 3 0 0,-2-1-19 0,-1 0-66 16,-2 1-76-16,-5-1-142 0,2 4-271 15,-3 2-325-15,2 0-374 0,-1 0-258 0,2 1-4 16,-1 0 623-16</inkml:trace>
  <inkml:trace contextRef="#ctx0" brushRef="#br2" timeOffset="33078.94">25397 7384 386 0,'-4'13'1034'0,"-2"-3"402"0,2 2-20 15,-1 0-245-15,2-2-466 0,-2-1-246 0,1-2-142 16,3-1-97-16,-1 0-73 0,1-1-56 16,1-1-32-16,0-3-19 0,0 0-13 0,0-1-5 15,1 0-4-15,2-1-3 0,1-4-3 16,-3 0-2-16,4-1 5 0,-2-3 3 0,1 2 7 16,-3-2 3-16,1 0 7 0,-1-1 5 0,-1 1 4 15,0-2 2-15,-1 4 1 0,-1-1-2 0,1 2-4 16,-3 0-7-16,1 1-8 0,2 3-8 15,-3 0-7-15,-1 2-6 0,2 0-3 0,2 4-2 16,-4 1-3-16,2 4-1 0,0 1-1 16,1 0-1-16,2 2-11 0,2 1-16 0,1 1-27 15,0 0-73-15,3 4-98 0,-1-2-189 16,0 0-284-16,0 2-343 0,1 2-410 0,1 1-210 16,0-1 208-16,1 3 770 0</inkml:trace>
  <inkml:trace contextRef="#ctx0" brushRef="#br2" timeOffset="33296.19">25658 8051 65 0,'8'17'589'0,"-1"0"471"15,0-3 187-15,-6-5-72 0,2 1-313 16,1-4-219-16,-3-2-156 0,1 0-102 0,0-4-71 16,-1-1-59-16,2-4-78 0,2 0-72 0,-4-3-47 15,2-1-25-15,-1 0-15 0,1 2-7 0,-1-2-4 16,0 2-3-16,-1 1-4 0,1-1-2 15,-2 4-1-15,1 0-11 0,-1 1-37 16,0 1-68-16,0 2-75 0,-3-1-143 0,0 5-240 16,-4-2-319-16,-2 1-313 0,1 2-214 0,-3 1-14 15,-3 0 530-15</inkml:trace>
  <inkml:trace contextRef="#ctx0" brushRef="#br2" timeOffset="33600.65">25126 8395 95 0,'-8'2'686'0,"2"-4"486"0,2-2 125 0,0-4-89 15,4-3-319-15,2-4-308 0,4-4-166 0,3-6-91 16,4-4-54-16,4-5-57 0,4-7-59 16,6-2-46-16,3-7-25 0,4-3-17 0,5-2-14 15,-1-3-11-15,1-2-12 0,3-2-7 0,-2 1-7 16,3-2-6-16,0 0-2 0,-4 1-2 15,3 0-3-15,-4 4-2 0,-2 2-1 0,-5 3-2 16,-1 6 1-16,-6 4-1 0,0 4 0 16,-7 7 0-16,-1 4-12 0,-3 5-24 0,-7 5-74 15,-3 3-91-15,-3 4-172 0,-3 3-289 0,-3 6-334 16,-3 4-388-16,-1 4-216 0,0 3 157 0,-2 3 713 16</inkml:trace>
  <inkml:trace contextRef="#ctx0" brushRef="#br2" timeOffset="35142.87">27203 6863 21 0,'-4'6'445'0,"-1"3"419"16,-3-2 255-16,-1 3 11 0,0 1-334 15,1-1-271-15,0 5-113 0,-3 1-65 16,1 6-16-16,1 1-28 0,-2 7-34 0,0 1-30 16,-2 7-53-16,-3 5-43 0,-1 3-43 0,-1 7-25 15,-2 4-12-15,-1 6-12 0,-4 3-6 0,-2 4-7 16,-1 4-5-16,-2 2-4 0,-4 4-6 15,-1 1-5-15,1 2-4 0,-4 0-5 0,0 0-2 16,-2-1 0-16,1-2-1 0,-2 3-1 0,0-1 0 16,-1-1-2-16,3-3 0 0,-1 0-3 15,6-4 0-15,0-6-2 0,3-4 0 0,6-7-1 16,1-4 0-16,6-8-2 0,4-6 0 0,5-6-8 16,1-5-23-16,2-8-61 0,3-3-70 15,1-7-117-15,4-5-185 0,2-7-305 0,4-4-335 16,1-6-259-16,3-6-138 0,2-2 329 0,0-5 611 15</inkml:trace>
  <inkml:trace contextRef="#ctx0" brushRef="#br2" timeOffset="35704.54">27598 7741 8 0,'0'-9'460'0,"0"1"448"15,-4 2 269-15,0-1-19 0,-4 3-328 0,-1 2-287 16,-1 4-130-16,-1 2-60 0,-2 3-40 0,2 3-37 16,-3 3-38-16,0 3-42 0,0 5-60 15,-1 2-51-15,2 4-36 0,1 3-21 0,2 3-9 16,2 4-8-16,1-2-3 0,2 3-3 15,3-1-5-15,1-3 0 0,2 0 0 0,4-4-2 16,3-5-1-16,0-3-2 0,1-4 1 16,4-2-1-16,0-7-24 0,-2-3-45 0,4-3-55 15,0-6-50-15,0-5-75 0,1-3-132 0,2-3-148 16,-2-4-257-16,-1-3-218 0,1-3-210 0,3-1-25 16,-2 0 354-16,-1 0 457 0</inkml:trace>
  <inkml:trace contextRef="#ctx0" brushRef="#br2" timeOffset="36174.62">27783 7890 201 0,'-4'12'665'0,"1"3"345"15,-2 1 112-15,1 4-149 0,-2 1-344 0,-1 2-220 16,2 0-122-16,-1 3-59 0,3 0-46 0,0-3-44 16,1 0-41-16,4-3-24 0,1-3-27 15,2-3-24-15,3-4-11 0,4-6-2 0,2-4-1 16,4-5-1-16,1-5 2 0,5-9-3 15,2-2-2-15,3-6 0 0,-2-2 3 16,-2-3-6-16,1 0-4 0,-5 0 2 0,-2 5-2 0,-3 0-1 16,-2 4-1-16,-4 2 7 0,-2 4 6 15,-2 3 5-15,-2 3 2 0,-2 2 1 0,0 3-2 16,-4 3-10-16,0 1-7 0,0 4-6 16,-3 2-2-16,4 4 3 0,-4-2-2 0,2 2 5 15,-2 2 4-15,1-1 1 0,1 0 2 0,2 0-5 16,-2-2 3-16,1-1 5 0,2 0-4 15,2 0 2-15,1-1-2 0,-2 2 2 0,1-1-2 16,1 0 0-16,0 2 38 0,2 1 44 16,-2 1 37-16,2 1 29 0,-2 2 9 0,3 3 5 15,-4 0-25-15,0 3-27 0,-1 0-26 0,-2 6-17 16,-3 0-8-16,-3 4-12 0,-1 2-8 16,-4 2-9-16,-1 2-6 0,-4 2-8 0,-3 2-3 15,-3 0-2-15,-3 2-3 0,1-1-2 16,-2 1 0-16,-2-1-4 0,3-3-1 0,2-4-2 15,5-2-1-15,-2-7-5 0,6-4-20 0,3-4-65 16,3-9-71-16,0-5-120 0,5-4-186 16,4-6-312-16,4-7-340 0,3-3-254 0,4-3-129 15,5-4 359-15,2-4 607 0</inkml:trace>
  <inkml:trace contextRef="#ctx0" brushRef="#br2" timeOffset="36904.46">28446 7384 308 0,'-3'-7'571'0,"2"-3"244"16,-2 6 140-16,1-1-225 0,1 1-170 0,1 1-105 15,0 2-78-15,-2 0-71 0,1 1-70 16,-1 1-65-16,0 2-30 0,1 4 6 0,1 4 22 16,0 4 34-16,-2 3 9 0,2 3 4 15,-1 6-19-15,-3 1-40 0,3 5-38 0,-1 1-33 16,-1 4-19-16,0-1-19 0,-3 4-13 0,3-1-6 15,-1 0-5-15,3-1-8 0,-2 0-7 0,3-3-4 16,0-3-1-16,0-4-1 0,3-1-3 16,0-6-1-16,2-3-1 0,2-2 0 0,1-4 0 15,0-5-1-15,5-2 3 0,-2-5 2 16,2-3 0-16,4-5 1 0,-1-3 0 0,3-3 1 16,0-2-2-16,0-3 0 0,1 0-1 15,-4 0 0-15,5-1 0 0,-6 3-1 0,0 1 1 16,-4 2 1-16,0 1 2 0,-5 2-1 0,-1 5 0 15,-2-1 1-15,-3 2 1 0,0 3-3 16,-5 2 0-16,1 3-2 0,-6 7 1 0,-2-1-2 16,0 7 0-16,-2-1 0 0,2 3 0 0,-1 2 0 15,0 3 1-15,2 0 0 0,0 2 0 0,5 1 0 16,-1-1 0-16,3 2 0 0,0-3 1 16,3-1-1-16,2-1 0 0,4-5-1 0,2 0 1 15,1-5-1-15,4-2-2 0,1-4 0 16,4-2-4-16,1-4-19 0,1-1-45 0,1-4-63 15,-1-4-60-15,3-4-102 0,0-1-151 0,-1-5-201 16,-1-2-264-16,2-4-211 0,-1-3-182 16,1-1 115-16,-1-4 446 0</inkml:trace>
  <inkml:trace contextRef="#ctx0" brushRef="#br2" timeOffset="37221.48">29079 7374 23 0,'3'-21'394'0,"-3"6"321"0,-1 1 232 15,-2 6 64-15,-1 3-281 0,-2 3-196 16,0 4-132-16,-4 5-84 0,2 3-48 0,0 1-26 16,0 6-17-16,-2 1 5 0,3 5 4 0,-1 2-1 15,2 2-15-15,-3 3-30 0,2 2-36 0,1 4-39 16,-2 2-34-16,0 3-21 0,3 1-12 16,-1 3-10-16,1-1-8 0,2 3-7 0,0-2-7 15,3 0-4-15,1-3-3 0,2-2-4 16,4-3-2-16,3-6-2 0,0-1 1 0,3-4 0 15,3-2-1-15,0-5-1 0,2-2 0 0,0-5 0 16,6-5-1-16,-1-3-2 0,3-2-3 0,-2-5-9 16,3-4-32-16,-2 0-72 0,-2-6-76 15,-1 0-152-15,-4-3-290 0,-1-2-320 16,-2 1-340-16,-1-2-200 0,-5-2 60 0,-1 1 643 16</inkml:trace>
  <inkml:trace contextRef="#ctx0" brushRef="#br2" timeOffset="50604.48">24475 9804 4 0,'-2'3'309'16,"2"2"205"-16,-1-3 159 0,1 2 64 0,0-2-329 15,4 0-197-15,4 0-102 0,4-1-56 0,5 0-24 16,5 1-11-16,5-1 29 0,4 2 14 16,6 0 40-16,7 2 41 0,7 1 8 0,2 1 14 15,6 3 4-15,9 3 44 0,5 0-6 16,7 4 4-16,3 2 24 0,5 2-6 0,2 3-18 15,0 2-47-15,1 4-24 0,-1 0-30 0,0 1-18 16,0 2-2-16,1-2-11 0,4 0-7 16,-1-3-10-16,1-4-10 0,-4-4-19 0,3-5-15 15,-3-6-5-15,1-6 3 0,0-5 41 16,-1-5 29-16,1-7 12 0,0-2 13 0,-5-5 18 16,-3-1 3-16,-1-3-32 0,-4 0-21 0,-3-2-10 15,-4 1-13-15,-2 1-20 0,-5 3-12 0,-1-1-8 16,-6 3-5-16,-3 4-2 0,-2 1-4 15,-4 2 2-15,-6 5-4 0,-4 3-1 0,-8-1-1 16,-3 5 0-16,-6 3-1 0,-5 5-2 16,-4 0 1-16,-4 3 0 0,-3 0-15 0,-3 0-35 15,1 1-54-15,-4-4-49 0,-2 0-61 0,-1-1-120 16,0-1-156-16,-3-5-254 0,-1 2-224 16,2-2-219-16,2-2-97 0,-2 2 300 0,1 0 481 15</inkml:trace>
  <inkml:trace contextRef="#ctx0" brushRef="#br2" timeOffset="56391.43">17757 10197 241 0,'-3'-4'557'0,"0"-2"267"0,0 2 157 0,-1 1-175 16,1-1-209-16,-2 2-122 0,2-4-87 15,-2 1-54-15,-1 1-22 0,2 1-18 0,0 0-9 16,-1-1-16-16,1 1-22 0,-3-2-24 0,-2 1-41 16,3 1-39-16,-1-2-43 0,-2 2-22 15,-1 1-14-15,2-3-9 0,-1 2-5 0,-2-1-5 16,1 1-3-16,1 1-5 0,-2 0-5 0,1 1-5 15,-1-2-6-15,0 3-4 0,0 0-5 16,0 0-1-16,-1 0-2 0,0 3-1 0,1 0-1 16,-3-1-1-16,1 1-1 0,-1 3-2 0,1 0-1 15,1-2-1-15,-1 3 0 0,0 1 1 16,-1 0 1-16,3 3-1 0,-3 1 0 0,4-2 1 16,-2 3-1-16,1 0-1 0,1 1 1 15,1 0-1-15,-1 2-1 0,2 0 0 0,0-1 0 16,2 1 1-16,-2 2-1 0,2 0 0 15,1-1 0-15,0 1 0 0,2 2-1 0,-2 0 1 16,1-1 0-16,1 1 0 0,0 3-1 0,1-2 0 16,0 2 0-16,2-1-1 0,0 2 1 0,0 0 0 15,2 1 0-15,1 3 2 0,0-3 0 16,3 2 1-16,-1 2-2 0,2-2 1 0,-1 0-1 16,2 1 1-16,4-1-1 0,1 0-1 15,0-1 1-15,1-4 0 0,2 3 1 0,0-6 0 16,2-1 1-16,0-2-1 0,3-1 1 0,1-6-1 15,-2 1-1-15,4-6 0 0,1-2 0 16,0-4 1-16,1-4 0 0,-1-2-1 0,2-6 1 16,0 1 0-16,-2-4-1 0,0-4-1 15,1-3-1-15,-5-1 0 0,0-1 1 0,-2-5-1 16,-1 1 1-16,-1-1 1 0,-1-2 1 0,-2-1 1 16,-1 3 1-16,-3-2 0 0,0 1-1 0,-5 3 2 15,-2 1 0-15,-3-3-1 0,-1 3 0 16,-4 0 1-16,-3 2 0 0,-3-1 0 0,-2 1 2 15,-1 2 1-15,-3 2 0 0,-4 2 1 16,-1 2-1-16,1 3-1 0,-4 3-2 0,0 3 0 16,0 1-2-16,0 4-2 0,0 1 0 0,2 3 0 15,1 2 0-15,3 3-1 0,-2-1-1 16,4 2 2-16,1 1-2 0,2 1 0 0,1-1 0 16,4 2 0-16,-1 1-1 0,4 1-1 15,1-3-1-15,0 3-7 0,4 2-13 0,-1-1-26 16,4 0-70-16,-1 1-84 0,3 1-165 0,-3-1-280 15,2 4-328-15,2-3-388 0,4 3-232 16,-4-1 84-16,3 0 711 0</inkml:trace>
  <inkml:trace contextRef="#ctx0" brushRef="#br2" timeOffset="57988.92">18622 10331 31 0,'-2'-5'315'0,"0"3"215"0,0-1 208 16,0 1 51-16,0 0-147 0,2-2-94 15,-3 3-54-15,3 0-48 0,-1-1-62 0,-1 0-56 16,0 1-52-16,2 0-32 0,2 1-26 0,0-2-9 15,-2 0-1-15,1 0-8 0,2-3-22 0,3 1-30 16,-1-2-29-16,3-2-25 0,0 0-21 16,3-1-14-16,0 1-8 0,2 3-6 15,3-3-1-15,-2 2-2 0,5 0-5 0,0 4-4 16,-2-1-4-16,2 1-3 0,0 2-1 0,0 0-3 16,2 3-1-16,-4 1 0 0,0 2 0 0,0 2 0 15,-4 1-1-15,0 4 0 0,0 0 0 16,-4 0 0-16,-1 4-3 0,-3 2-1 0,-2 0-2 15,-1 1-2-15,-2 1-1 0,-5 2-1 16,0 1-2-16,-1 1-1 0,-2 2 1 0,-4-1-1 16,0-1 0-16,1 0 1 0,-3 0 0 0,1-3 0 15,-1 0 0-15,1 1 0 0,-1-3-1 0,2-1-1 16,0 0-2-16,2 0-1 0,0-1-1 16,0 0 0-16,3-1-1 0,2-1 1 0,0 1-1 15,5-3 0-15,0 2 0 0,0-2 0 16,3 0-1-16,2-1 2 0,3-2 0 0,0-1 1 15,1 1 1-15,3-4 0 0,2 1-1 0,0-3 0 16,3-1 0-16,4-1-2 0,0-3 1 16,0-1-2-16,3-1-2 0,3-2 1 0,-3 0-2 15,4-3 1-15,-1 5-1 0,-2-5-1 16,2 1-3-16,0 0-9 0,-3 1-19 0,-2-1-37 16,0 2-79-16,-3-1-115 0,-1 1-207 0,-3-1-298 15,-2-1-356-15,3 2-385 0,-5-4-147 0,-1 1 371 16,0-2 745-16</inkml:trace>
  <inkml:trace contextRef="#ctx0" brushRef="#br2" timeOffset="58313.84">19543 10491 207 0,'7'9'807'0,"-2"4"385"15,-2 4 35-15,2 2-147 0,-1 4-385 0,6 2-220 16,-2 2-98-16,0 2-60 0,2 0-42 0,2 1-41 15,-1-4-68-15,3 0-65 0,2-3-49 0,3-6-23 16,-2-2-15-16,5-8-7 0,0-2-2 16,0-6-3-16,1-8 0 0,0-3-2 0,-1-10 1 15,-1-1 2-15,0-7 1 0,-3-5 4 0,-3-1 8 16,-1-3 8-16,-6-3 12 0,-3 2 8 16,-4-2 7-16,-4-1 3 0,-5 2-1 0,-3-1-4 15,-6 0-7-15,-5 1-7 0,-5 1-5 0,-5 4-6 16,1 5-4-16,-6 6-5 0,-1 9-2 15,-4 5-5-15,0 10-4 0,0 7-2 0,-2 7-2 16,2 6-2-16,4 6-6 0,2 2-14 16,7 1-34-16,2 1-81 0,6-4-118 0,0 3-219 15,5-6-301-15,2-1-363 0,3-1-391 16,0-2-130-16,-2-4 432 0,2 3 751 0</inkml:trace>
  <inkml:trace contextRef="#ctx0" brushRef="#br2" timeOffset="60202.47">18291 10993 103 0,'-6'0'317'15,"1"0"159"-15,-3 0 109 0,4 0-95 0,-1 1-130 16,2-1-58-16,-1 0-5 0,1 2 19 0,0 1 34 16,1-3 17-16,-2 2 3 0,2 3-23 15,-1-4-46-15,0 1-38 0,0 3-1 0,1 0 21 16,1 1 8-16,-3 0-8 0,3 2-17 16,-1-1-28-16,1 2-50 0,-3 1-56 0,4 1-43 15,-2 0-28-15,2 0-18 0,2 0-12 0,-2-1-8 16,2-3-9-16,0 1-6 0,-1-2-5 15,2-2-1-15,1-1-2 0,-3-1 2 0,2-2-1 16,1-2 1-16,-1-3 2 0,0-3-1 0,1-4 1 16,1-1 0-16,-2-2 2 0,1-1 5 15,-4 2 6-15,1 0 6 0,-1 1 8 0,-1 1 6 16,1 3 2-16,-4 0 0 0,3 1-2 16,-1 2-4-16,-1 2-3 0,1 1-5 0,-4 1-5 15,3 2-4-15,2 0-4 0,-4 3-3 0,2 0-3 16,-1 3-3-16,0-1 0 0,0 3-1 15,0 2 1-15,1-1-2 0,1 2 0 0,-1-3-2 16,1 1-1-16,2 0-1 0,0 0-4 0,2 0-11 16,1-1-24-16,4-1-76 0,0-2-112 15,3-2-231-15,1 0-297 0,5-3-369 0,4-2-440 16,4 1-180-16,3-1 442 0,5 1 842 0</inkml:trace>
  <inkml:trace contextRef="#ctx0" brushRef="#br2" timeOffset="61062.03">21863 10806 80 0,'-14'0'571'0,"4"1"447"15,-3-1 202-15,3 0-73 0,2-1-394 0,1 1-273 16,2 0-140-16,1 0-95 0,2 1-67 0,-1-1-12 16,6 2 5-16,0 1-21 0,5 0-21 15,0 1-2-15,6-1 2 0,1 1-24 0,3 1-19 16,2-2-13-16,3 2-3 0,3-2-15 16,2-1-6-16,0 3-6 0,1-5-10 0,-1 2-2 15,-2 0-9-15,1 1-4 0,0-3-5 0,-2 2-3 16,-2-2-4-16,-2 1-3 0,0 2-1 15,-3-3-1-15,-1 2-1 0,-2 0-2 0,-4 0-1 16,1 0 0-16,-2 0-8 0,-3 0-20 0,-2-1-68 16,-4 0-77-16,-1 2-156 0,-3 0-284 15,-2 2-320-15,-3-1-365 0,-1 1-240 0,-4-2 61 16,0 1 670-16</inkml:trace>
  <inkml:trace contextRef="#ctx0" brushRef="#br2" timeOffset="61350.48">22247 10783 90 0,'22'-2'520'0,"0"-3"366"15,-1 3 229-15,3 2-2 0,1-3-418 0,0 3-193 16,4 3-89-16,-3-3-37 0,3 4-45 16,-3 1-35-16,0 3-36 0,0 0-41 0,-3-1-50 15,1 2-44-15,-5 1-31 0,0 1-26 0,-5 2-8 16,-1 0-8-16,-4 1-3 0,-4 3-6 15,-2 1-5-15,-6 2-4 0,-2 2-7 0,-3 0-5 16,-1 2-7-16,-7 2-4 0,2-3-5 0,-2 2-2 16,-1-1-2-16,1-5-2 0,0 1 0 15,2-5-1-15,1 2-1 0,1-7-2 0,4 1-12 16,0-6-28-16,2 1-74 0,4-1-71 16,0-4-105-16,6-1-172 0,2-1-309 0,3-4-316 15,6 1-215-15,3-1-131 0,6 1 248 0,3-2 582 16</inkml:trace>
  <inkml:trace contextRef="#ctx0" brushRef="#br2" timeOffset="62284.46">24424 11526 116 0,'-3'11'675'0,"2"0"452"15,-3-3 117-15,3-2-128 0,-2 0-432 16,3-3-295-16,0 1-161 0,0-3-29 0,3 3 29 16,2-4 18-16,-1-2 8 0,6-3-15 0,1-2-18 15,3-6-53-15,3-3-51 0,4-7-32 16,5-6-23-16,-1 0-6 0,3-6-8 0,2-3-6 16,2-1-9-16,-1 1-4 0,1-2-1 15,-2 0-6-15,0 5-5 0,-1 2 0 0,-4 1 3 16,-4 4-2-16,-3 4 0 0,0 5-1 0,-6 3 3 15,-2 3 1-15,-1 3-1 0,-2 2 0 16,-3 1 0-16,1 5 0 0,-3-3-4 0,0 7-1 16,-2 1-3-16,-2 6-2 0,0 3-2 15,-3 3-2-15,1 5-1 0,-1 1-1 0,-3 4-2 16,0 0 0-16,2 5-2 0,-1-2 0 16,-2 3-1-16,1 1 0 0,0-1-1 0,0 0-2 0,1 0 1 15,0-3-1-15,4-2-1 0,1-2-1 16,2-5-6-16,2 0-13 0,3-5-19 0,1-5-38 15,5-4-78-15,0-5-107 0,3-8-173 16,2-6-288-16,3-5-335 0,0-3-352 0,7-5-165 16,-1-3 244-16,5-2 671 0</inkml:trace>
  <inkml:trace contextRef="#ctx0" brushRef="#br2" timeOffset="62599.13">25381 11001 255 0,'6'-2'936'0,"-2"2"554"0,-4 2 47 16,-4 6-260-16,1 1-495 0,-3 2-285 0,-2 4-153 15,0 3-114-15,-1 1-77 0,1 3-45 16,-1 0-29-16,2 0-19 0,2 0-17 0,4-4-14 16,-1 0-9-16,4-5-8 0,1 0-6 15,4-7-2-15,1 0-1 0,2-5-1 0,2-4 0 16,1-5-1-16,2-4 0 0,-3-2 0 0,-1 0 0 16,-3-3 1-16,1 0 0 0,-5 2 1 15,-3 2 1-15,-1 0-1 0,-1 1 5 0,-3 1 4 16,1 3 3-16,-3 2 0 0,1-1-1 15,1 4 1-15,-3 1-5 0,2 2-4 0,-3 2-4 16,2 3-2-16,2 1-1 0,-3 1-2 0,2 1-1 16,4 1-1-16,-3 0 0 0,4 1-2 15,0 1-1-15,2 0-12 0,0 0-17 0,-1 1-40 16,3 0-79-16,-4 0-130 0,1 1-265 0,1 1-303 16,-1 2-377-16,3 0-389 0,0 0-76 15,4 1 599-15</inkml:trace>
  <inkml:trace contextRef="#ctx0" brushRef="#br2" timeOffset="62783.87">25724 11601 213 0,'-1'19'870'0,"-3"0"585"16,-4-2 91-16,0-2-246 0,-1 1-482 0,3-3-300 16,-2-3-162-16,1-1-128 0,1-2-89 15,3-2-53-15,0-2-33 0,1 0-23 0,1-1-17 16,1-4-8-16,1-2-7 0,4-1-17 15,-2-1-33-15,3 0-75 0,-1-1-75 0,-3-1-143 16,-1 1-246-16,-1 0-316 0,-1 2-329 16,-6 1-209-16,0 2-11 0,-5 2 533 0</inkml:trace>
  <inkml:trace contextRef="#ctx0" brushRef="#br2" timeOffset="63042.61">25169 11948 55 0,'0'0'593'0,"0"-4"459"0,3-5 168 16,3-4-73-16,2-6-303 0,4-4-255 0,5-6-136 16,2-2-80-16,5-8-48 0,1-3-51 15,5-4-58-15,2-4-74 0,2-4-50 0,3-2-29 16,2-2-20-16,1-2-12 0,-1-2-12 0,1 1-9 16,1-3-7-16,-2 4-1 0,0 1-2 15,0 5-1-15,-6 5 0 0,-1 3 0 0,-7 10-1 16,1 3-13-16,-8 8-42 0,-3 5-74 15,-3 4-100-15,-5 5-184 0,-3 6-301 0,-2 1-335 16,-2 8-334-16,-2-2-159 0,1 6 251 0,-2-1 686 16</inkml:trace>
  <inkml:trace contextRef="#ctx0" brushRef="#br2" timeOffset="63518.47">26843 10781 32 0,'5'-7'558'0,"0"-2"495"0,-2 5 243 0,0-1-29 15,-3 2-309-15,2 3-313 0,-4 3-190 0,2 3-111 16,-4 6-71-16,-1 1-65 0,-3 7-59 0,-3 5-40 16,0 9-27-16,-3 6-16 0,-2 5-13 15,-2 10-10-15,-1 1-9 0,-3 7-12 0,-1 5-5 16,-4 3-5-16,0 4-2 0,0 2-3 16,-3 3-1-16,0 2-2 0,0-1-3 0,-1-3-3 15,5-1-3-15,0-7-3 0,1-3-13 0,6-6-26 16,0-7-68-16,0-5-71 0,2-6-133 15,0-8-239-15,2-3-312 0,0-7-343 0,2-4-236 16,-4-8-71-16,4-2 509 0</inkml:trace>
  <inkml:trace contextRef="#ctx0" brushRef="#br2" timeOffset="64502.4">27621 11425 70 0,'0'-6'589'0,"-3"2"456"0,-3-1 177 0,-3 1-81 15,-3 1-363-15,3 3-288 0,-4 1-119 16,0 4-51-16,-1 4-35 0,2-1-35 0,-2 6-38 16,-2 4-51-16,2 2-50 0,-2 5-44 0,3 3-30 15,-1 5-17-15,-1 0-6 0,5 5-4 16,-2 1-4-16,6 1-3 0,1-3-3 0,2-1-1 16,3-3-5-16,6-6-3 0,2-5-33 0,5-4-59 15,3-6-53-15,0-5-61 0,4-7-102 16,0-10-153-16,3-5-153 0,2-4-217 15,2-6-220-15,1-3-160 0,3-2 122 0,-1-2 383 16</inkml:trace>
  <inkml:trace contextRef="#ctx0" brushRef="#br2" timeOffset="65251.13">27844 11545 114 0,'-4'6'487'16,"-3"2"320"-16,-4 1 201 0,2 4-76 0,-1 1-269 15,-2 0-175-15,0 5-129 0,3-1-80 0,-2 1-65 16,1 0-58-16,4 3-46 0,0-5-40 0,1 2-27 15,5-3-23-15,3-4-7 0,2-3-4 16,3-1-3-16,3-6-2 0,5-2-1 0,0-6 4 16,2-4-3-16,6-4-4 0,0-2-6 0,1-4-1 15,2-2-3-15,0-1-3 0,-2 1-2 16,0-1 3-16,-4-1 4 0,0 7-1 0,-4-2 5 16,-4 6 2-16,-4 1 4 0,1 5-1 15,-6 0 3-15,0 6 3 0,-4 2-3 0,-4 4 0 16,3 4-1-16,-4 3 3 0,-3 4 2 15,4 3 6-15,-4 2 6 0,1 2 8 0,1 0 10 16,-3 2 2-16,2 3 3 0,-1 0-7 0,-1 1-3 16,-1 0-7-16,1 2-11 0,-4-1-7 15,4-1-5-15,-4 2-1 0,1-2-4 0,-1-2 0 16,0 1-4-16,2-4 1 0,1-3-1 16,2-3-7-16,1-4-2 0,2-6-4 0,3-3-3 15,4-7-1-15,3-3-1 0,6-9 5 0,1-5 3 16,9-7 6-16,0-6 3 0,6-4 4 15,1-7-1-15,5-5-4 0,2-3-1 0,6-7-5 16,-2 0 2-16,3-3 4 0,0-2 4 0,1-3 11 16,1-1 2-16,-1 2 4 0,-2-3 3 15,1 2-6-15,-5 2 0 0,-4 5-2 0,-3 3 14 16,-1 7 38-16,-7 5 74 0,-5 7 67 0,-3 7 26 16,-4 5 3-16,-5 5-16 0,-4 5-38 15,-2 3-57-15,-6 5-48 0,1 5-29 0,-6 5-15 16,-1 8-9-16,-4 4-3 0,0 6-1 15,0 7-3-15,0 5 1 0,-4 6-1 0,4 3-2 0,-1 5 0 16,3 1-2-16,2 1-2 0,2 1-1 16,5-4-1-16,3-3-2 0,6-2-1 0,4-9-1 15,8-2 2-15,5-8 0 0,4-7-1 16,6-7 1-16,6-3-1 0,2-10 0 0,5-3 1 16,3-4-1-16,-2-3 1 0,3-3-1 15,0-2 0-15,-5 1 1 0,-2 1 0 0,-6 2 0 16,-3 0 0-16,-6 6 0 0,-6 3 0 0,-2 1 0 15,-6 4 0-15,0 4-1 0,-6 4 1 16,-3 3 0-16,-2 6 2 0,-4 1 4 0,0 5 2 16,-2 2 3-16,-1 2 3 0,2 0 0 15,2 2 0-15,0-1-4 0,1 0-4 0,4-5-3 16,1 1-1-16,2-4-3 0,1-3-1 16,5-1-2-16,-1-6 0 0,3 1-6 0,1-5-15 0,-3-2-44 15,3-1-77-15,-5-2-94 0,0-1-166 16,-5-2-291-16,2 1-332 0,-4 1-316 0,-2 1-164 15,-3-2 181-15,-3 1 632 0</inkml:trace>
  <inkml:trace contextRef="#ctx0" brushRef="#br3" timeOffset="118644.19">8043 13399 115 0,'0'-2'368'0,"-2"2"193"16,2 0 167-16,0-1-91 0,-2 0-124 0,2 1-50 16,0-2-22-16,-1 0-8 0,1 2-35 0,-2-1-53 15,2 0-63-15,0 1-53 0,0-2-41 16,0 2-30-16,0 0-19 0,0-1-14 15,0-1-10-15,2-1-4 0,-1 0-7 0,3-2-16 16,-1 0 12-16,3-3 0 0,2 0-4 0,0-3-6 16,2 0-3-16,3-3-3 0,0 0-21 0,6 1-6 15,-1-3-1-15,4 1-10 0,1 2-16 16,1-1-6-16,2 2-6 0,1 2-5 0,-1 3-4 16,1 0-3-16,0 3 7 0,-2 4 5 15,-2 0 6-15,-1 4 4 0,-2 3 4 0,-4 1 5 16,1 3 1-16,-4 4-2 0,-1 1-2 0,-3 4-4 15,-3 2-4-15,-3 2-2 0,0 3-2 0,-3 1 5 16,-3 1-2-16,0 3-1 0,-2-1-3 16,-1 2-3-16,-1 0-2 0,-3 2-9 0,0-1-1 15,0 0-3-15,1 0 0 0,-1-3 0 16,2 1-1-16,-1-1 1 0,3-2 0 0,-1-1-1 16,3-2-2-16,-1-2 1 0,2-3 0 0,-1-2-5 15,0-1-2-15,4 0-2 0,-2-3 0 16,2-1-2-16,2-1 1 0,2-3 3 0,0 2 2 15,0-1 1-15,4 0 1 0,-1-1 2 0,5-1 0 16,1 0 0-16,1-2-1 0,0 1 1 16,1-2 0-16,2-2-1 0,2 1 0 0,-3-3 6 15,4-2 1-15,0 0 1 0,0-2 0 0,0-1 0 16,1-1 0-16,0-2-5 0,-1 0-4 16,-2-2-1-16,1 1-1 0,-2-1-1 0,-1 2 0 15,-1 0-6-15,-2 2-11 0,0 0-21 16,-1-1-47-16,-2 2-78 0,-4 0-118 0,2 3-195 15,-2-2-300-15,-1 2-345 0,0 0-324 0,-2 0-139 16,2 0 355-16,1-5 682 0</inkml:trace>
  <inkml:trace contextRef="#ctx0" brushRef="#br3" timeOffset="119066.84">9228 13234 321 0,'-6'-19'1049'16,"-2"2"492"-16,-1 2-55 0,-4 3-271 0,0 0-495 15,1 3-260-15,-4 0-151 0,3 3-105 0,-2 2-64 16,0 1-43-16,1 3-31 0,3 1-22 16,0 4-16-16,0 0-12 0,4 2-7 15,3 5-6-15,0 2-1 0,6 3-2 0,1 3-1 16,2 1 1-16,6 2 0 0,2 1-1 0,3 1 1 15,1-1-1-15,5 0 1 0,0-1 0 0,5 1-1 16,0-1 1-16,1 1-1 0,1-2 0 16,1 1 0-16,0-2-1 0,-2 0 0 0,1 0 0 15,-2 0-1-15,-3 0 1 0,-1-1-1 16,-1-2 3-16,-1-2 0 0,-7 2 2 0,1 0 1 16,-3 0 3-16,-4 0 1 0,-2 2 1 0,-4 1 3 15,-2 2 0-15,-2 2 2 0,-4 2 0 0,-2 1-3 16,-2 2 0-16,-4 0-4 0,0 0-2 15,-3 0-2-15,-2-3-2 0,3-1 1 0,-3-2-2 16,1-5-6-16,-2-4-11 0,1-4-20 16,2-5-51-16,-4-6-73 0,2-6-89 0,-1-9-151 15,-1-2-252-15,3-5-324 0,-2-6-287 0,4-3-190 16,-3-3 70-16,2-4 556 0</inkml:trace>
  <inkml:trace contextRef="#ctx0" brushRef="#br3" timeOffset="119311.93">9059 13247 56 0,'0'-19'615'0,"-1"3"490"16,-1 1 171-16,0 2-67 0,1 5-287 0,1 2-309 15,0 0-180-15,0 1-105 0,0 2-65 16,1 2-65-16,3-1-73 0,-1 2-58 0,5 0-31 16,3 2-15-16,2 1-7 0,4 0-4 0,2 1-2 15,6-3 0-15,2 3 0 0,5-2-3 16,-1 0-1-16,4-2-1 0,3 0-3 0,-2 0-2 15,2-2-1-15,2 0-2 0,1-3 0 16,-2 1-2-16,1-1-1 0,-2 1-22 0,1-1-71 16,-4 2-65-16,-2 0-123 0,-1 1-197 0,-4 0-313 15,2-1-324-15,-1 3-217 0,-2 0-94 16,-2-1 398-16,1 1 577 0</inkml:trace>
  <inkml:trace contextRef="#ctx0" brushRef="#br3" timeOffset="119729.79">10278 13202 13 0,'5'39'493'15,"1"9"453"-15,-2 2 230 0,-1 1-28 16,0 6-329-16,3 0-299 0,0 0-173 0,1-3-102 16,1-3-51-16,4-6-49 0,1-4-33 0,4-4-38 15,-1-10-40-15,6-6-18 0,-1-6-10 0,0-3-6 16,2-10-2-16,2-2-5 0,-1-5-9 15,-2-4-12-15,0-4-11 0,-1-4-11 0,-2-3-2 16,-2-2 5-16,-2-3 11 0,-3-3 13 16,-2-2 12-16,-4 1 12 0,-1-5 9 0,-1 2 33 15,-5-4 55-15,-4-2 63 0,-1-1 39 16,-2-4 18-16,-2-1 7 0,-2 1-17 0,-1 0-30 16,-2 5-38-16,0 5-28 0,-4 2-19 0,3 3-18 15,-3 7-16-15,-1 2-14 0,2 4-11 16,1 0-10-16,1 7-6 0,1-1-4 0,0 5-5 15,4-1-5-15,0 4-3 0,5-1-3 0,-1 4 0 16,4 0-2-16,-1 6 0 0,2 1 0 0,2 3 0 16,2 5-4-16,2-1-12 0,2 3-19 15,-1 3-41-15,3 0-78 0,0 1-118 0,3 2-220 16,-1 0-296-16,1 0-355 0,1 0-360 16,1 0-134-16,1 1 412 0,-1 0 741 0</inkml:trace>
  <inkml:trace contextRef="#ctx0" brushRef="#br3" timeOffset="119938.97">11176 13894 211 0,'-3'8'1210'0,"0"-1"571"0,-2-1-218 16,-4 0-373-16,-2 0-422 0,1-3-358 0,-2 0-204 15,0 0-91-15,0 0-43 0,2-3-24 0,2 0-21 16,0-5-15-16,2 3-10 0,2-2-17 16,2 0-48-16,2 0-77 0,0-4-133 0,0 2-243 15,5 2-309-15,0-4-371 0,2 4-342 16,0-1-82-16,1 3 554 0</inkml:trace>
  <inkml:trace contextRef="#ctx0" brushRef="#br3" timeOffset="121952.57">12800 13369 234 0,'21'54'794'0,"-1"0"357"15,2 2 30-15,-2 1-137 0,1-2-476 0,3 2-257 16,1-4-123-16,-1-6-72 0,3-2-33 16,0-7-26-16,3-7-22 0,2-8-12 0,-1-8-10 15,1-7-2-15,1-8 1 0,0-6-6 0,-1-9-6 16,-2-6-2-16,0-6-3 0,-5-5 4 0,1-4 2 16,-6-5 27-16,-4 0 50 0,-4-5 66 15,-4 1 54-15,-6-1 25 0,-5 1 1 0,-8 0-20 16,-2 0-42-16,-9 1-52 0,-5-2-41 15,-3 4-29-15,-4-1-15 0,-5 5-11 0,-3 5-4 16,-4 6-2-16,0 9-4 0,-3 8 0 0,3 6-2 16,0 12-3-16,5 7-8 0,3 8-55 15,5 5-72-15,6 9-146 0,3 2-275 0,7 7-305 16,4 1-377-16,5 5-293 0,4 2-13 16,2 3 633-16</inkml:trace>
  <inkml:trace contextRef="#ctx0" brushRef="#br3" timeOffset="125934.58">7442 12683 108 0,'4'-25'377'0,"1"7"238"16,-2 1 220-16,-3 6-80 0,0 2-107 0,0 3-82 15,-3 0-82-15,-2 6-75 0,-1 3-80 16,-3 1-62-16,2 4-58 0,1 2-21 0,0 5-22 15,2 3-1-15,0 3 7 0,1 5-4 0,4 4-7 16,3 4-26-16,3 3-20 0,1 5-17 16,2 2-23-16,5 3-16 0,0 4-15 0,2 1-13 15,-1 5-4-15,4-1-9 0,2 4-5 16,-1 0-3-16,1 1 5 0,0 3 1 0,0 3 3 16,-1-2-8-16,1 5-1 0,-1 1-2 0,-4-1-5 15,2-2 2-15,-3 4 0 0,1-1 13 0,-2 0 6 16,0-3 2-16,-2 0-3 0,1-5-4 15,-3-1-2-15,2-4-5 0,0-2-5 0,-2-4-1 16,1-2 0-16,1-4-1 0,-3-2-1 16,2-4-2-16,-2-2-1 0,-1-2-1 0,2-3 0 15,-1-5-1-15,-1-1-1 0,-1-1 1 0,0-5 1 16,0-1-1-16,2-3-1 0,-1-2 0 16,0-2 1-16,-1-2-2 0,3-1 0 0,0-1 0 15,-1-2 3-15,4-3-1 0,1-1 0 0,2-3 2 16,0 0 1-16,2 0 2 0,3-3-1 15,-1-1 1-15,6-1-4 0,-2-1-6 0,3-1-1 16,2-1-1-16,2 1-2 0,0-1 0 0,1-1 4 16,0 0 4-16,1 0 8 0,-1 1 2 15,0-2 4-15,1 1 0 0,1 0-1 0,-2 0-1 16,1 2-7-16,-1-1-2 0,0 1-3 0,0 1-2 16,-1 0 1-16,-2 0 3 0,0 2 1 15,0 1 1-15,2 2 1 0,-2 0 0 0,1 0 0 16,-1 1-1-16,0 0-1 0,-1-3 0 15,1 3 0-15,0-2 1 0,-2 2-2 0,2-2 2 16,-3 2-1-16,2-5 1 0,-4 1-1 0,1 0 0 16,-1-2 0-16,-2 0-1 0,1 0 0 0,-3 0-1 15,1-2-1-15,-2 3 1 0,0-5 0 16,-2 3 0-16,0-1 1 0,-1 1 0 0,0-1 1 16,-1-1 1-16,-2 2 1 0,1-2-1 15,-4 1 0-15,3 0 0 0,-4-2-1 0,2 1 0 16,-2 0-1-16,-1 0 2 0,-1-1 0 0,1 1 0 15,-1 0 1-15,1 0-2 0,-3-1 1 16,3 2-2-16,-2 0-1 0,-1 1 0 0,0-1 0 16,3 2-1-16,-4-1 1 0,2 1 1 15,-1-2 1-15,-1 2-1 0,1 0 1 0,-1-1 2 16,-2-1-1-16,2-1 0 0,-2 1-1 0,0-2 2 16,0 0-1-16,-1-2 0 0,-2-1 0 0,2 0 0 15,-2-2 0-15,-2-1 0 0,2-2 1 16,-2 0-2-16,2-3 1 0,-1 0 0 0,1-1 0 15,-2-2-1-15,2-1-1 0,0 0 0 16,0-2 1-16,2-2-2 0,-1-1 1 0,3 2-1 16,0-2-1-16,-1-2 1 0,2 1-1 0,0-2 1 15,1-3 0-15,1 0 0 0,0-2 3 0,1 1 1 16,-1-4-2-16,-1-1 2 0,2-1 0 16,-2-2 1-16,-3-4-2 0,2 0-2 0,-2-2 2 15,-3 1-2-15,2-4 0 0,-2 2 0 0,-2 1 0 16,1 0-1-16,-3 4 1 0,1 3 4 15,-2 2 2-15,-1 3 3 0,-1 1 2 0,0 6 3 16,-1 0-1-16,0 2-2 0,-1 4 0 0,2-1-2 16,-1 2-1-16,0 2 2 0,1-1 2 15,-3 3 2-15,2 0-2 0,-1 1 2 0,-1 1 0 16,2 1-2-16,-1 0 0 0,-2 1 3 16,1 0 4-16,1 0 3 0,-4 4 4 0,2-1 1 15,-3 1 2-15,0 2-1 0,-4 1-4 0,2 1-3 16,-1 0-3-16,-2 3-1 0,0 0-4 15,0 0-3-15,0 1-1 0,-1 1-1 0,-1 2-3 16,0-3 0-16,-1 4-1 0,-3-1-1 0,-2-1-1 16,2 2 1-16,-5 1-1 0,-3 0-1 15,0 0-1-15,-2 0 0 0,-3 1-1 0,-4 2-1 16,-1-2 1-16,-4 1 1 0,-3 3 2 0,-4-3 0 16,-3 2-3-16,-3-1-2 0,-3 2-1 15,-5 0-2-15,3-1 1 0,-1 2 2 0,1-1 3 16,2 2 3-16,4-1 1 0,2-1 1 0,4 3-3 15,5-1-1-15,4-4 0 0,6 4 0 16,6-3-2-16,2 1-4 0,7-2-1 0,3 0-1 16,5 0-1-16,2-2-2 0,5 1 2 15,0-2 2-15,2 2-1 0,1-2 0 0,2 0 0 16,1 1 1-16,2-1 5 0,0 0 4 0,0 1 2 16,2-1 1-16,-2 0 1 0,0 2 0 15,2-2-3-15,-2 1-1 0,1-1-2 0,-1 2 0 16,0-1 0-16,2-1-1 0,-2 1 1 15,0-1-1-15,0 0 0 0,0 2 0 0,1-2 1 16,-1 0-1-16,0 0 0 0,0 0 0 0,0 0-1 16,0 0 0-16,0 0 1 0,2 0-1 15,-2 0 0-15,0 0 1 0,2 2 0 0,-1-2 0 16,-1 0 0-16,2 1 0 0,-1-1 0 16,1 0 0-16,-2 0 0 0,3 2 0 0,-2-2-1 15,-1 0 0-15,2 0 1 0,-1 1-1 0,1-1 0 16,-2 0-1-16,3 2-5 0,-1-1-11 0,0 1-16 15,2-1-23-15,-2 2-49 0,1 2-83 16,2-1-152-16,-1 4-266 0,1 1-312 0,0 3-386 16,0 0-343-16,-2 0-1 0,2 2 720 15</inkml:trace>
  <inkml:trace contextRef="#ctx0" brushRef="#br3" timeOffset="126876.56">11096 14374 127 0,'-8'4'328'0,"-2"1"137"16,-1 3 104-16,3-1-188 0,2 4-157 0,-1-1-53 16,4 2-18-16,-1 0 5 0,2 0-17 0,2 1-1 15,6 2 4-15,1-2-9 0,4 2-9 16,5 0 26-16,6 0 87 0,8 3 66 0,9-3 28 15,7 1-3-15,6-2-4 0,10-2-32 0,9-1-61 16,8-3-59-16,11-2-42 0,7-6-33 16,6-2-35-16,7-6-15 0,6-5-21 0,4-3-14 15,3-5-2-15,-1-2-5 0,1-5 0 0,-4 3-7 16,-4-3 1-16,-7 4 4 0,-4 4-5 16,-9 2 4-16,-7 2 0 0,-10 6-4 0,-5 3-11 15,-12 3-23-15,-8 6-57 0,-11 2-144 16,-7 8-244-16,-10-2-281 0,-5 5-269 0,-10 3-231 15,-7-2 43-15,-7 3 482 0</inkml:trace>
  <inkml:trace contextRef="#ctx0" brushRef="#br3" timeOffset="136092.53">11785 13139 323 0,'1'-14'677'0,"-1"0"302"15,0 4 123-15,-3 0-234 0,2 3-270 16,-2 1-106-16,1 1-31 0,-1 3-53 0,2 2-69 16,-3 1-65-16,-1 2-50 0,-1 5-61 15,1 4-68-15,2 4-43 0,0 8-23 0,2 6-12 16,2 7-5-16,5 7-4 0,2 6-5 0,2 6-3 15,5 3-1-15,0 2-1 0,5 1-1 16,-2-5 0-16,4-3 3 0,-2-4 1 0,1-6 1 16,1-9-2-16,0-5 1 0,0-7-1 15,-1-9-3-15,1-3 0 0,0-10 0 0,-3-5 2 16,2-6-1-16,-4-8 2 0,-1-8 4 0,1-5 3 16,-6-6 3-16,1-3-1 0,-3-6 7 0,-3-1 4 15,-3-2 2-15,-1-1 4 0,-7-1 1 16,-1 2 4-16,-6-2-4 0,-5 1-3 0,-5 2-3 15,-3 0-2-15,-5 2-2 0,0 3-2 0,-3 6 0 16,1 6 0-16,-1 4-3 0,1 6-2 16,1 7-4-16,-1 8-2 0,5 5-4 0,1 7-2 15,3 6-2-15,4 6-1 0,2 4-1 0,6 7-17 16,3 3-63-16,5 5-65 0,3 1-129 16,4 4-245-16,4-3-311 0,5 3-349 0,4-7-261 15,5-1-89-15,-1-5 512 0</inkml:trace>
  <inkml:trace contextRef="#ctx0" brushRef="#br3" timeOffset="162640.73">2025 1027 18 0,'3'-4'441'0,"-3"2"408"0,-3 0 285 0,-2-2 15 16,-3 0-323-16,0 1-195 0,2 0-116 0,-4 0-90 16,0 3-76-16,-2-2-53 0,-3 1-47 0,-1 1-79 0,0-3-52 15,-2 3-37-15,1 0-19 0,1 0-12 0,-4 0-12 16,1 3-6-16,1 0-8 0,-2 2-6 0,2 1-5 15,-2 2-5-15,1 1-1 0,-2 3-4 0,1 3-1 0,-2 3-2 16,4 2-1-16,-2 4 0 0,-1 3-1 0,4 1 0 16,0 5 0-16,2 4-1 0,1 0 1 0,3 3 0 15,3 1 0-15,0 0 2 0,5 5 1 0,3-3 2 0,2 1 0 16,2 1 0-16,2-5-2 0,2-1 1 0,4-1-2 16,2-5-1-16,0-3-1 0,5-5-2 0,1-1-1 15,1-2 0-15,1-6 0 0,3-4-3 0,2-3-12 16,2-5-42-16,2-2-73 0,1-7-83 0,0-5-147 15,1-4-205-15,0-4-317 0,0-3-300 0,2-1-189 16,-5-2 13-16,0-2 468 0,-3-1 506 0</inkml:trace>
  <inkml:trace contextRef="#ctx0" brushRef="#br3" timeOffset="162971.5">2291 1386 185 0,'12'-3'599'0,"-4"4"325"0,-3 7 173 0,0 5-129 15,2 5-267-15,-2 5-134 0,2 7-70 0,1 5-69 16,2 2-81-16,-2 3-66 0,4 2-69 0,0-1-83 15,1-2-60-15,4-3-31 0,-1 0-17 16,3-8-11-16,0-2-7 0,3-5 2 0,3-8-1 16,0-2 0-16,4-9-3 0,-1-4 5 0,-2-9 1 15,3-4-3-15,-3-6 1 0,1-7 2 0,-2-4-1 16,-3-5 3-16,-4-4 0 0,-1-1-2 0,-4 1 9 0,-3-2 10 16,-3 0 13-16,-5 1 3 0,-4 1 6 15,-4-1 2-15,-7 1-4 0,-3 0-9 0,-6 0-12 16,-3 2-6-16,-5 1-6 0,-3 3 0 0,-2 1 0 0,0 6-1 15,-2 5 0-15,2 4-2 0,0 6-1 0,2 7-4 16,1 4-3-16,2 8-3 0,3 7-2 0,2 3 0 16,4 6-2-16,1 5 0 0,5 6-1 0,3 3-1 15,4 5-1-15,3 2-8 0,7 2-15 0,1 0-44 16,5 2-79-16,3-2-130 0,3-2-214 0,5-2-299 16,0-4-344-16,5-4-325 0,3-6-80 0,1-5 471 15,2-3 636-15</inkml:trace>
  <inkml:trace contextRef="#ctx0" brushRef="#br3" timeOffset="163206.78">3032 1146 24 0,'3'-15'527'0,"0"3"484"0,-1 1 230 16,-2 2-75-16,1 4-308 0,1 3-275 0,1 5-154 15,0 4-100-15,1 5-56 0,-1 3-34 0,0 6-50 0,0 5-57 16,3 4-50-16,-3 4-29 0,2 3-19 0,0 5-7 16,0 1-14-16,0 2-3 0,4 0-6 15,-3-1-2-15,4 2-2 0,1-2-24 0,-2-3-62 16,1-2-82-16,-2-4-143 0,0-4-228 0,-2-4-312 16,-1-8-348-16,0-1-235 0,-2-6 24 0,-2-6 527 15</inkml:trace>
  <inkml:trace contextRef="#ctx0" brushRef="#br3" timeOffset="163515.7">3031 1120 88 0,'-7'-34'654'15,"1"9"474"-15,1 2 136 0,0 5-135 0,2 3-408 0,0 4-320 16,3 3-207-16,3 1-105 0,2 3-56 0,3 2-30 16,5 0-14-16,2 2-13 0,7 4 9 15,1-2 8-15,4 3 2 0,3 1 3 0,1 2 4 0,2 3 3 16,2 1 2-16,1 2-2 0,-1 3-1 0,-3 4-4 15,-1 0 3-15,-4 4 5 0,0 2 53 0,-6 5 62 16,-1 3 46-16,-2 0 43 0,-4 2 9 0,-4 3-3 16,-4-1-40-16,-2 0-39 0,-4-1-31 0,-4 1-27 15,-2-1-11-15,-4-1-8 0,-1 1-7 0,-5-3-10 16,2-1-7-16,-5-2-10 0,0-3-8 0,0-1-8 16,-2-4-4-16,3-3-5 0,0-3-2 0,1-5-2 15,4 0-7-15,3-5-11 0,0-3-22 0,3-5-47 16,2-3-68-16,2-5-80 0,3-4-133 15,3-4-192-15,4-5-300 0,1-3-274 0,4-4-192 16,1 0-27-16,4-1 422 0,-1-7 512 0</inkml:trace>
  <inkml:trace contextRef="#ctx0" brushRef="#br3" timeOffset="163765.6">3829 987 474 0,'12'-11'1009'0,"-5"4"311"0,-2 4 20 16,-4 3-296-16,-1 4-325 0,-1 5-246 0,-4 6-129 15,0 0-86-15,-6 6-79 0,3 5-65 0,-3 2-39 16,0 7-21-16,0 4-14 0,3 4-9 0,-3 5-1 16,3 3-8-16,3 5-5 0,2 1-5 0,2 1-5 15,2-2-3-15,4-2-7 0,3-5 5 0,4-4 5 16,1-4-6-16,6-7-1 0,0-2-1 0,5-8 0 16,1-5-7-16,2-4-8 0,3-4-4 0,2-7-9 15,-1-2-21-15,-1-6-54 0,2-1-60 16,-2-4-56-16,-2-5-115 0,-1 1-172 0,-3-4-296 15,-2-2-243-15,0 0-216 0,-4-3-127 0,-1 0 338 16,-1-2 540-16</inkml:trace>
  <inkml:trace contextRef="#ctx0" brushRef="#br3" timeOffset="164005.69">3858 914 544 0,'-10'3'1119'16,"-1"-1"305"-16,0 3-123 0,4-2-313 0,3 2-464 16,0-3-222-16,4 3-80 0,5-2-67 0,3-1-35 0,5-1-18 15,4-1-12-15,7-1-5 0,3-3-27 16,4 0-27-16,4 0-12 0,3-1-6 0,0-1-7 16,1 4-3-16,0-3-3 0,-3 4 0 0,-1 1-6 15,-2 0-52-15,-6 4-62 0,-2-2-135 0,-3 3-217 16,-6 3-299-16,-2 0-349 0,-6 3-267 0,-3 1-110 15,-2 0 488-15,-6 1 609 0</inkml:trace>
  <inkml:trace contextRef="#ctx0" brushRef="#br3" timeOffset="164184.79">3846 1289 229 0,'-15'19'865'0,"3"-3"409"15,3-4-1-15,1 2-194 0,5-6-463 0,0 3-308 16,6-5-151-16,0 2-79 0,6-2-11 0,3 0-7 15,5-2 0-15,2-2 1 0,8-1 3 0,3-4-3 16,5 0-22-16,4-1-9 0,2-4-14 0,1 2-11 16,3-1-38-16,1 0-64 0,-2 0-140 0,2 2-208 15,-2-1-289-15,1 1-301 0,2 0-240 0,-3 1-18 16,-1-1 445-16</inkml:trace>
  <inkml:trace contextRef="#ctx0" brushRef="#br3" timeOffset="165055.74">5903 1138 23 0,'0'-11'324'0,"-1"1"237"0,-1 0 215 16,2 1 64-16,-3 0-189 0,2 2-124 0,-1-1-72 15,2 0-55-15,-3 0-50 0,3 0-42 0,0 2-26 16,-2 0-15-16,2 3-9 0,2 0-7 0,-2 1-14 16,0 0-20-16,0 2-36 0,0-1-34 15,0 0-32-15,-2 1-24 0,2-2-14 0,0 2-10 16,0-1-8-16,0 1-6 0,0-2-6 0,0 2-5 0,0 0-4 15,0-1-3-15,0 1 0 0,0-1 0 0,0 1 0 16,0 0-1-16,0 0-5 0,2 0-4 0,-2 0-6 16,0 0-5-16,0 1-6 0,0 0-4 15,0 2-1-15,0 5-1 0,0 5 0 0,3 11-2 16,0 5 1-16,2 11 0 0,-1 8-1 0,3 10 3 16,1 5-1-16,1 1 1 0,2 6-2 0,1 0-1 15,0-6 0-15,4-3-5 0,1-7 0 0,1-7-1 16,2-10 1-16,2-9 0 0,-1-9 0 15,6-8 2-15,0-13 6 0,1-9 2 0,1-12 2 16,-1-8-2-16,0-7 0 0,-1-5 2 0,0-3-3 16,-6-1-1-16,-1 1-4 0,-2 3-1 0,-1 5-2 15,-4 5-2-15,-1 3-1 0,-4 6-2 0,0 5 2 16,0 6 3-16,-2 3 1 0,-1 5 3 0,0 7-1 16,3 4 3-16,0 7 4 0,-2 7 3 0,4 3 0 15,-2 4 0-15,2 5 3 0,0 3-6 0,1 2-7 16,2 2-2-16,-2 0-1 0,3 0-3 0,0-3-2 15,0-4 5-15,1-5 0 0,0-5 2 16,0-5 0-16,0-7 1 0,0-5 2 0,-2-7 0 16,1-5 2-16,-3-8 1 0,1-8 3 0,-4-5 5 15,-3-6 3-15,0-6-2 0,-2-2 0 0,-3-1 1 16,-3-3-5-16,-2-2-3 0,-3-4-6 0,0-1 2 16,-4 0-2-16,0-3 0 0,-3 3-1 0,4 3-1 15,-3 2 1-15,1 6 1 0,1 5-2 0,2 6 0 16,0 6-1-16,5 6-5 0,0 3-7 0,4 7-11 15,2 4-15-15,6 5-27 0,-1 7-43 16,4 4-73-16,4 1-108 0,-1-1-175 0,4 4-288 16,-1 2-327-16,3-1-321 0,1 2-160 0,-2 2 292 15,2 0 655-15</inkml:trace>
  <inkml:trace contextRef="#ctx0" brushRef="#br3" timeOffset="165298.71">7031 1410 179 0,'12'29'821'0,"-4"5"595"0,-1 0 124 15,-1 1-234-15,3 2-465 0,-2-2-324 0,-1-3-167 16,2-3-133-16,1-3-90 0,1-6-53 0,1-3-34 16,0-6-18-16,2-3-6 0,1-10 1 0,-1-7-1 15,-1-5 1-15,2-10-1 0,-2-6 0 16,0-6-3-16,-1-6 2 0,-3-3 4 0,-3 1 7 16,-2-4 7-16,-3 2 4 0,-3 0 0 0,-3 2-2 15,-4 3-7-15,-4 0-10 0,-2 3-10 0,-3 5-8 16,-2 3-3-16,-2 6-5 0,-3 5-2 0,1 4 4 15,-3 7 0-15,5 8 0 0,-2 6-1 0,3 8 0 16,3 7-7-16,3 6-21 0,2 3-49 0,6 5-81 16,2 2-165-16,1 3-275 0,5 0-324 0,5 3-381 15,3 2-331-15,9-3 43 0,2-4 746 0</inkml:trace>
  <inkml:trace contextRef="#ctx0" brushRef="#br3" timeOffset="165987.57">7772 1167 243 0,'5'-10'801'0,"-4"-1"406"0,1 3 82 15,-1 2-199-15,1 3-368 0,0 3-215 0,-1 2-127 16,1 3-82-16,3 5-64 0,0 5-47 0,-1 4-39 16,4 7-44-16,0 6-29 0,0 3-14 0,0 6-5 15,3 1-9-15,-2 1-11 0,1 4-9 16,-1-1-5-16,1 1-9 0,1 0-9 0,1-1-3 15,-4-4 0-15,2-5-1 0,-1-2 0 0,-1-7 0 16,-3-6-1-16,0-2 1 0,0-4 5 0,-2-6 4 16,-3-3 3-16,-2-3 1 0,-1-5 2 15,-3-5 0-15,-1-4-3 0,-5-5-6 0,2-6-3 16,-1-2-2-16,-4-5-1 0,-2-4 3 0,0-3-2 16,1-6-1-16,-3-1 0 0,3-4-1 0,2 4 0 15,3-2-4-15,5 2 0 0,0 5 1 0,4 1 1 16,5 4-2-16,3 1-1 0,2 5 2 0,2 2 0 15,6-1 0-15,1 5 0 0,4 0 1 0,2 3 1 16,4 1 0-16,0 2-1 0,0 4 0 0,3 3 2 16,0 2 0-16,-1 2 2 0,1 4-1 0,-2 3 1 15,-1 2 0-15,-2 2-1 0,-4 3 1 16,-1 3 0-16,-4 4 2 0,-5 3 1 0,-3 1 0 0,-5 4 0 16,-4 2 1-16,-4 5 5 0,-5 0 6 15,-5 3 3-15,-1 0 6 0,-5 2 5 0,-1-1 7 16,-2 1-1-16,1-1 1 0,-1-4-1 0,2 2-5 15,1-6-5-15,4 0-7 0,3-3-5 0,1-4-6 16,5-1-5-16,3-1-1 0,4-2 3 0,2-2 2 16,7-2 1-16,2-2-1 0,4-3 0 0,4-3 0 15,5-3-5-15,4-5-2 0,3-2 0 16,3-7-1-16,5-1-1 0,3-1-2 0,0-5-11 16,2 1-17-16,-2-2-33 0,0 0-76 0,-3 2-103 15,0 1-186-15,-5-1-291 0,-3 2-347 0,-1 1-386 16,-5 1-191-16,-2 1 244 0,-2-2 739 15</inkml:trace>
  <inkml:trace contextRef="#ctx0" brushRef="#br3" timeOffset="166194.26">8749 1125 573 0,'-3'-15'1333'0,"0"6"286"0,0 2-227 15,-2 3-393-15,2 3-406 0,-2 2-220 0,2 3-163 16,3 4-80-16,0 3-37 0,0 5-21 0,0 5-17 15,3 3-14-15,-1 8-4 0,4 1-6 0,-1 5-9 16,0 5-6-16,1 1-3 0,0 3-2 0,4 0-7 16,-1 1-11-16,1-1-26 0,2 0-80 15,-2-5-88-15,-1-2-168 0,2-6-290 0,-3-6-339 16,-1-3-378-16,-1-8-193 0,-3-3 151 0,0-7 691 16</inkml:trace>
  <inkml:trace contextRef="#ctx0" brushRef="#br3" timeOffset="166529.69">8705 1069 42 0,'0'-19'548'0,"0"5"457"0,0 5 186 0,1 2-82 16,-1 0-365-16,4 1-266 0,1 1-143 0,3 2-70 16,2 0-2-16,3 6-12 0,0-2-3 0,4 2-29 15,2 2-55-15,0 2-35 0,3 2-42 0,0 3-20 16,1 2-29-16,0 5-18 0,1 0-11 0,1 3-7 15,0 4 3-15,-1 1-1 0,3 2 0 0,0 3 2 16,-2 1 2-16,2-1 2 0,-2 3-5 0,-2-1 6 16,0 0 11-16,-1-1 8 0,-2-1 4 15,-2-3 3-15,-5 4 10 0,-2-4 3 0,-5 0 1 16,-6 3 6-16,-3 0 5 0,-9-2 2 0,-3 2-4 16,-6 3-7-16,-5 0-10 0,-3-1-11 0,-5 3-8 15,-1-4-9-15,0 3-8 0,0-4-3 0,2-2-4 16,5-2-2-16,3-4-2 0,5-1-5 15,3-6-17-15,6-4-31 0,3-4-79 0,5-4-119 16,3-5-257-16,8-3-306 0,3-3-374 0,3-3-434 16,7-3-121-16,1-2 550 0</inkml:trace>
  <inkml:trace contextRef="#ctx0" brushRef="#br3" timeOffset="167362.63">10039 970 74 0,'5'0'641'0,"-3"1"626"15,-4 3 278-15,-3-2-169 0,-3 2-422 0,-5-3-341 16,-2-1-183-16,-7 0-141 0,-2-1-96 0,-4-1-53 16,-2 2-31-16,-3 0-28 0,-2 2-21 0,-2 0-15 15,-1 3-13-15,2 3-9 0,-3-1-11 0,2 5-4 16,2 3-3-16,2 0-2 0,5 4-1 0,1 3-1 15,9 3-1-15,1 2-1 0,7 5 0 0,7 0 0 16,5 2 0-16,6 1-1 0,6 1 4 0,8-1 0 16,5 0 3-16,8-2-2 0,6 1 2 0,5-5 1 15,6-2-3-15,2-2-5 0,6-1-2 16,2-6 0-16,1 1-2 0,-3-5-1 0,-3 0 0 16,-7-2 3-16,-5 0 2 0,-4 0 3 0,-8 1 1 15,-6 1 1-15,-8-1 2 0,-7 2 2 0,-4 0 5 16,-8 2 8-16,-8 1 5 0,-4 1 7 15,-7 1 5-15,-8 0 4 0,-5 4-2 0,-7-2-6 16,-2 0-1-16,-4 3-17 0,-4-4-15 0,1 2 0 16,-2 0 0-16,0-3 0 0,1-3 0 0,1-1 0 15,4 1 0-15,3-6 0 0,6-2 0 0,5 0 0 16,5-4 0-16,7 2 0 0,3-3 0 16,5-1 0-16,7 1-38 0,6 0-58 0,4-2-83 15,7 4-172-15,3-1-263 0,5 3-331 0,5-4-417 16,1 3-405-16,1-1 22 0,-1 0 865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7:58:54.30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2155 2127 107 0,'4'17'474'0,"1"3"325"0,0 3 243 15,2 4-24-15,0 3-282 0,4 4-86 0,2 5-73 16,-2 3-78-16,3 5-85 0,-1 1-82 16,0 2-58-16,0 3-79 0,0 3-64 0,1 0-34 15,-1-1-23-15,0 0-10 0,1-2-9 0,-1-3-14 16,1-5-11-16,-1-1-10 0,1-5-6 0,-3-1-8 15,0-4-8-15,0-3 2 0,-2-5 0 0,-1-2 1 16,0-1 1-16,-3-2-2 0,-2-2 1 0,0-1-2 16,-1-3-6-16,-2-1-15 0,-2-2-32 15,-3-1-75-15,-1-1-123 0,-5-6-198 0,0-1-293 16,-6-3-343-16,2-3-376 0,-2-5-162 0,-1-2 398 16,0-5 696-16</inkml:trace>
  <inkml:trace contextRef="#ctx0" brushRef="#br0" timeOffset="500.56">2050 2373 35 0,'2'-27'462'0,"-1"1"368"0,1 2 232 0,1 2 61 16,0-2-325-16,2 1-255 0,0 3-73 0,1 0-53 16,3 0-58-16,1 2-72 0,1 1-54 0,3-1-52 15,-1 2-64-15,4 1-42 0,-1 1-22 0,5 2-14 16,-1-1-6-16,1 2-3 0,-1 4-7 0,4 1-3 15,-2 3 6-15,2 2 3 0,0 2 1 0,-1 3 7 16,1 6 5-16,0 3 3 0,-2 0-3 0,0 4-1 16,-4 4 2-16,-1 3-2 0,-1 3-3 0,-4 3-2 15,-2 3-2-15,-5 2-2 0,-2 0-5 0,-3 5-4 16,-2 0-5-16,-2 1-2 0,-3-2-6 16,-1-1-2-16,-1-1-3 0,3-3-1 0,-1 0-2 0,2-5-1 15,0-3 1-15,2-2-2 0,0-5 0 0,3-1-1 16,2-3 0-16,-1-2 0 0,4-3-1 0,3-1-1 15,0 0 2-15,6-3-1 0,-1 0 0 0,4-2 0 16,1 1 0-16,2-3-1 0,2 0-1 0,2 0-4 16,2-1-1-16,0 0-2 0,1 1-2 15,-2 1-1-15,0 0 1 0,-2 2 7 0,-1 1 6 16,0 1 3-16,-6 3 3 0,1 0 1 0,-5 3 3 16,-2 3-4-16,-5 3-3 0,-3 2 0 0,-4 0 1 15,-1 4-1-15,-6 0 1 0,-3 1 2 0,-2 5 2 16,-5-2-2-16,-1 3 0 0,-3 1 1 0,-2 1 0 15,0 0-2-15,-2-2-2 0,0 0 0 16,-1-2-1-16,3-3 0 0,1-4-2 0,0-1-1 16,2-5-1-16,0-1-8 0,6-5-14 0,-3-2-27 15,3-5-59-15,2-1-78 0,1-3-163 0,2-3-276 16,2-1-315-16,6 0-368 0,3-1-284 0,1 1 33 16,6-3 706-16</inkml:trace>
  <inkml:trace contextRef="#ctx0" brushRef="#br0" timeOffset="1094.8">3253 3044 327 0,'3'-2'787'0,"-1"0"299"0,1 2 24 0,-1 0-260 16,-1 2-276-16,1 0-201 0,3 2-69 0,0 3 23 15,2 4 7-15,1 0-36 0,2 6-38 0,-2 2-34 16,4 1-49-16,-4 4-62 0,2 1-37 16,1 3-15-16,-3-1-9 0,0 1-11 0,-1-1-12 15,-2 0-7-15,0-4-8 0,0-1-5 0,0-1-4 16,-2-2-1-16,-2-2-2 0,1 0-3 0,0-5-2 15,-1-2-1-15,-1-2-8 0,0-3-20 0,0 0-66 16,-3-1-71-16,-2-7-148 0,-1 1-232 16,-2-6-310-16,-3-2-351 0,0-3-249 0,1-3-48 15,-2-3 565-15</inkml:trace>
  <inkml:trace contextRef="#ctx0" brushRef="#br0" timeOffset="1262.17">3508 2983 67 0,'11'-4'182'16,"3"1"24"-16,-3-2-125 0,-1 1-166 0,2 0-78 16,-5 0-8-16</inkml:trace>
  <inkml:trace contextRef="#ctx0" brushRef="#br0" timeOffset="1655.72">3606 2917 172 0,'-3'2'447'0,"-2"-1"274"0,2 0 233 0,0 1-86 15,-2 0-153-15,0-1-112 0,2 0-60 0,0 3-32 16,0-3-75-16,0 2-90 0,-1 0-57 0,1-2-42 16,0 4-52-16,-3-3-56 0,1 0-32 0,0 3-20 15,-1-1-14-15,1 3-12 0,-1 0-7 0,-2 1-9 16,2 1-2-16,-1 1-5 0,1 0-6 0,0 3-4 15,3 0-10-15,1-1-8 0,1 3-8 0,2-1-5 16,1 2-3-16,5 0-2 0,0-2 5 0,2 1 1 16,4 1 2-16,0-2 0 0,1 2 1 15,5-4 2-15,0-1 3 0,0 0 3 0,1-2 1 16,2 0 0-16,-4-2-1 0,2 0-1 0,-4-1-5 16,0 3-1-16,-3-3-2 0,-1-2 1 0,-2 2 2 15,-4-1 5-15,-1 0 9 0,-2 1 5 16,-3 1 8-16,-3 1 4 0,-2 1 1 0,-3 1-3 15,0 3-4-15,-4-1-5 0,-1 0-10 0,-3 1-5 16,2 2-6-16,-3-2-3 0,1 1-3 0,-1 0-2 16,2-1 3-16,0-1 1 0,2-1 0 15,0 0 1-15,5-4-1 0,0-3 0 0,3 2-4 16,1-3-8-16,2-3-10 0,0-1-16 0,4-4-23 16,3-3-38-16,0-4-72 0,3-5-83 0,1-3-149 15,5-2-211-15,-1-4-308 0,6-1-329 0,-2 1-204 16,2-2 11-16,3 0 541 0</inkml:trace>
  <inkml:trace contextRef="#ctx0" brushRef="#br0" timeOffset="1983.12">3984 3083 61 0,'12'13'557'0,"-2"6"459"16,-2 2 219-16,0 3-51 0,-2 5-271 0,2 1-239 16,-1 3-174-16,2 0-117 0,0 1-79 15,-1-2-63-15,2-4-96 0,2-3-61 0,1-2-35 16,4-5-20-16,-1-4-11 0,3-5-5 0,2-6-2 15,-2-3-2-15,3-7-2 0,0-5 0 0,-3-2-2 16,0-6 0-16,1 0-1 0,-5-1 5 16,-4-1 9-16,1-1 9 0,-4 0 12 0,-3 0 9 15,-3 2 6-15,-2 0-2 0,-5-2-4 16,-1 3-9-16,-6-2-9 0,-3 1-10 0,-4 1-7 16,0 1-6-16,-5 1-3 0,2 2-2 0,-2 6-2 15,0 2-1-15,1 5-2 0,2 3-2 16,2 3-1-16,2 3-2 0,4 3-9 0,2 3-17 15,5 1-41-15,3 4-73 0,3 0-108 0,3-1-192 16,5 3-295-16,4-1-345 0,4-1-343 16,5 1-168-16,6-1 290 0,4 2 709 0</inkml:trace>
  <inkml:trace contextRef="#ctx0" brushRef="#br0" timeOffset="3079.11">6069 2813 195 0,'0'-2'370'0,"-1"0"154"0,1 2 42 16,-2-2-121-16,1 2-92 0,-1-3-25 0,2 2 1 15,0 1 18-15,-2-1 4 0,2 1 25 0,0-1-17 16,0 1-42-16,0 0-44 0,0 0-44 0,0 0-37 15,2 0-33-15,-2 0 5 0,2-2 20 16,-1-1 17-16,2-2 0 0,-1 1-4 0,1-1-22 16,2-1-36-16,-1-1-31 0,1-1-26 0,0-1-20 15,0 1-7-15,3-2-7 0,1 0-7 0,-1-1-7 16,0-1-5-16,3 0 5 0,0 0-2 0,2-1 1 16,1 1 6-16,0-1 2 0,0 1 1 15,2 2 0-15,0 1-1 0,-2-1 1 0,2 2-4 16,0 2-2-16,-2 0 0 0,0 3-4 0,2-1-1 15,-5 4-2-15,2 0 1 0,1 4-2 0,-3-1-1 16,3 1-2-16,-2 3-1 0,-1 0-4 0,1 1-1 16,-1 2-6-16,1 1-4 0,0-1-1 15,1 1-1-15,-1 4-7 0,1-3 0 0,-2 1 0 16,3 1 0-16,-1-1 0 0,1 1 0 0,-1 1 0 16,2-3 0-16,0 1 0 0,2 1 0 0,-2-1 0 15,2-3 0-15,-1 3 0 0,1-3 0 16,1 1 0-16,0-3 0 0,1 3 0 0,-1-4 0 15,-1 0 0-15,1-2 0 0,-1-3 0 0,-1-1 0 16,3-1 0-16,-2-2 0 0,-1-4 0 0,0-2 0 16,-2-4 0-16,2 0 0 0,-4-3 0 0,1-2 0 15,1-3 0-15,-1-1 0 0,-2 0 0 16,-1 0 0-16,-2 1 0 0,-2 1 0 0,0 1 0 16,-1 3 0-16,-4 1 0 0,1 3 0 0,0 1 0 15,-2 4 0-15,-2 0 0 0,0 3 0 16,-1 2 0-16,0 1 0 0,1 3 0 0,-2 3 0 15,2 0 0-15,2 1 0 0,2 1-158 0,2-1-133 16,1 1-253-16,5-1-317 0,1-3-385 0,3 3-443 16,4-4-116-16,2 1 589 0</inkml:trace>
  <inkml:trace contextRef="#ctx0" brushRef="#br0" timeOffset="4441.64">9771 2539 307 0,'-2'5'532'0,"-1"-1"173"0,3-1 72 0,3 0-269 16,2-1-128-16,4-4-25 0,2 0 14 0,5-4 15 16,0-1 4-16,4-3-36 0,3-5-48 15,5-3-20-15,6-3-6 0,3-3-12 0,4-6-15 16,2-2-29-16,3-4-32 0,3-4-46 0,0-2-45 16,1-1-34-16,-2 2-23 0,-1-1-6 0,-4 3 1 15,-3 3-6-15,-3 4-6 0,-8 5-2 0,-5 6 4 16,-4 2 6-16,-7 6 5 0,0 3 4 15,-7 4 1-15,-3 3-1 0,-4 5-12 0,-6 2-11 16,-4 5-12-16,-5 6-7 0,-4 0-4 0,-4 6-4 16,-5 3 5-16,-5 4 0 0,-5 4 6 0,-3 3 2 15,-5 4-5-15,-2 1 3 0,-3 5-3 0,-2 1 1 16,1-1 1-16,1 5 1 0,1-1 2 16,3-2 3-16,2 1 3 0,5-3-5 0,3-2-9 15,0-1-3-15,9-7-1 0,1-1-1 0,3-3-3 16,4-5 10-16,5 0 4 0,4-3 5 0,4-1-1 15,5-3 0-15,4 1 0 0,4-2-5 0,5 2-3 16,4-4-1-16,3 0 1 0,4 0 0 16,4-3 4-16,3-1 3 0,6-1-1 0,2-4 1 15,2-3 1-15,6 0 0 0,1-2-1 0,2-4-3 16,-1 0 1-16,1 0-1 0,-1-2-2 0,1 2 0 16,-4-1-1-16,1 3-1 0,-4 0-2 0,-2 3-10 15,0 0-21-15,-5 4-76 0,-3 1-93 0,0 0-168 16,-6 3-287-16,1-3-333 0,-3 3-393 15,-2 1-222-15,1-2 165 0,-2 0 700 0</inkml:trace>
  <inkml:trace contextRef="#ctx0" brushRef="#br0" timeOffset="9002.12">11206 2952 162 0,'0'1'382'0,"0"0"156"0,0-1 96 16,0-1-183-16,0 0-186 0,2-3-79 0,1 0 39 15,2-2 51-15,1-5 52 0,2 1 43 0,0-3 16 16,3-3-17-16,3-3-56 0,2 0-55 16,1-4-54-16,-1-2-47 0,3-2-42 0,2-2-26 15,-2-3-12-15,1 3-10 0,2-2-1 0,-2 2 17 16,0 0 13-16,0 2 7 0,-2 2-11 16,1 1-5-16,-5 3-7 0,2 1-29 0,-5 4-20 15,0-1-18-15,0 3-3 0,-3 3-7 0,0-2 1 16,-3 5 3-16,1-1-1 0,-3 3-1 0,0 0-8 15,1 1 3-15,-3 1-6 0,1 1-4 0,-2 1-30 16,-2 0-32-16,2 0-34 0,-3 2-54 16,0 2-92-16,-2-1-123 0,-3 2-116 0,0 1-188 15,0 1-251-15,-1 2-183 0,-2 1 46 0,1 1 273 16,-4 1 350-16</inkml:trace>
  <inkml:trace contextRef="#ctx0" brushRef="#br0" timeOffset="9236.59">11221 2592 149 0,'-2'0'457'0,"1"-2"230"0,-1 2 128 0,2 0-142 16,2 2-227-16,2 1-59 0,4 1-35 0,2 4-2 16,2 1-8-16,4 2-12 0,2 6-52 15,2-2-82-15,4 3-65 0,-1 1-47 0,1 4-28 16,0-3-21-16,3-1-18 0,-2 0-3 0,0 0-1 15,2-1-10-15,-3-2-1 0,1-1 1 0,0 0-3 16,-1-4 0-16,-3 0-7 0,1-1-16 16,-2-4-64-16,-4-2-108 0,-2-2-141 0,-1-1-253 15,-5-2-275-15,0-1-241 0,-2-2-49 0,-3-2 261 16,-1-2 411-16</inkml:trace>
  <inkml:trace contextRef="#ctx0" brushRef="#br0" timeOffset="9891.87">11873 1982 252 0,'-7'0'479'0,"2"0"177"16,0-2 104-16,4-3-222 0,1 1-136 0,3-1-49 15,2-3-9-15,1 1-15 0,5-2-8 0,0 0-37 16,3 0-53-16,0-1-55 0,5 3-23 16,-3-1-13-16,3 0-25 0,0 2-21 0,-1 3-9 15,0 2 3-15,-2 1-10 0,-2 1 10 0,-1 4 26 16,-2 2 26-16,-1 1 11 0,-4 3 5 0,-4 2-11 16,-2 0-23-16,-4 5-29 0,-2 0-29 15,-3 3-16-15,-1 0-13 0,-1 3-4 0,-3-1-2 16,3-1 1-16,-2 0 0 0,4 2-4 0,1-7-9 15,1 1-6-15,1-3-6 0,5-3-4 0,1-1-2 16,1-3 2-16,7-2-1 0,-2-2 0 16,4-3 0-16,2-1-1 0,1-3-2 0,4 1-5 15,1-4-30-15,1-2-52 0,0-1-52 0,1 1-54 16,2 1-100-16,-2-3-146 0,0 2-185 0,0-2-240 16,1 3-230-16,-2 0-176 0,0 0 127 0,0 0 428 15</inkml:trace>
  <inkml:trace contextRef="#ctx0" brushRef="#br0" timeOffset="10350">12422 1778 95 0,'-6'4'561'15,"1"-1"386"-15,0 0 154 0,0-2-65 0,2 2-415 16,-1 0-239-16,4-2-136 0,0 3-67 0,3-2-32 16,1 2-20-16,1 0-19 0,2 2-15 15,1-1-26-15,4 2-20 0,3 3-11 0,2-2 16 16,2 1 14-16,6 3-4 0,2 2-1 0,2-1 8 16,2 2 45-16,4 2 8 0,-2-1-6 0,4 4 1 15,-1 0-7-15,0 0-17 0,1 3-42 0,-1-2-29 16,1 3-13-16,0 0-7 0,-4 1 2 15,2-2-2-15,-3 1 0 0,-2-1 4 0,-2 3 3 0,-1-2-2 16,-3 1-2-16,-2 1 2 0,-2 0 25 16,-3 2 11-16,-2-3 13 0,-5 1 7 0,-4 3 5 15,-1-2 4-15,-5 1-13 0,-3 0-7 0,-4 3-4 16,-2 0-2-16,-5-2 1 0,-1 2-3 0,-5 1-6 16,-2 2-4-16,-1-1-7 0,-7 2-5 15,0-2-8-15,-4 3-3 0,-6 1-4 0,4-4-3 16,-4 0-3-16,2-1-1 0,-1-3-2 0,1 1 0 15,3-5-1-15,5-1-1 0,2-3-10 0,4-2-23 16,5-4-58-16,3 0-69 0,5-3-112 16,6-3-191-16,3 1-299 0,2-2-333 0,5 0-275 15,2-2-147-15,1 0 304 0,3 1 649 16</inkml:trace>
  <inkml:trace contextRef="#ctx0" brushRef="#br0" timeOffset="19874.56">12762 5731 196 0,'0'-6'527'0,"-3"0"349"16,2 0 231-16,-3 2-167 0,1 1-253 0,2-2-101 15,-3 4-54-15,1-1-73 0,3 2-89 16,-2 2-72-16,-1-1-59 0,3 2-59 0,-1 2-65 15,1 2-44-15,1 5-21 0,2 3-9 0,-1 5 5 16,3 2 6-16,-2 4 0 0,2 5-6 0,1 4-4 16,0 1-3-16,-1 3-7 0,2 2-10 15,-3 2-6-15,1 3-2 0,0 0-2 0,-1-1-2 16,-1 4-2-16,-1-3-2 0,-2 2-2 16,0-3-1-16,-2-2-1 0,1 0 1 0,-2-6-1 15,-2-4 5-15,2-2 5 0,0-5 2 0,1-5 1 16,-1-3 0-16,3-6 0 0,-1-3-3 15,1-4-4-15,0-8-1 0,0-4-2 0,1-6 0 16,1-8-1-16,1-7-1 0,0-8-1 16,-1-4-2-16,1-7-3 0,0-6 1 0,-2-2 0 15,1-5 1-15,-4-5-4 0,1-1-1 0,-4-1-1 16,-1-2 1-16,-2 1-3 0,0 2 4 16,-4 2 6-16,0 6 4 0,0 2 2 0,-1 6-1 15,2 7 2-15,-1 5-3 0,0 6-3 16,1 4 2-16,3 6 1 0,0 5 1 0,2 3 1 15,3 4-1-15,1 3 0 0,2 7-2 0,3 3-1 16,2 6-4-16,3 6-3 0,5 3-2 0,-1 7-1 16,6 4 0-16,-1 5-1 0,5 6 3 15,0 3 8-15,-1 2 3 0,4 1 1 0,-1 3 0 16,1 2 0-16,-1-1 0 0,-2-1-4 16,0 0 0-16,0-4-2 0,-4 0 1 0,2-4 1 15,-2-4 0-15,-1-4-1 0,-1-3-2 0,1-5 0 16,-4-4 0-16,3-3 1 0,-5-4-1 0,1-3 0 15,-2-1 2-15,0-6 2 0,-3-2 1 16,0-4-1-16,-1-4 2 0,-3-4 1 0,-1-5-1 16,0-5 0-16,-2-2-1 0,-2-7 1 15,-1-5 0-15,-2-2-1 0,-2-6 1 0,-2-5-1 16,-2-2 0-16,1-5 0 0,-2-4-2 16,1-2-1-16,1 2-2 0,-1 2 0 0,3 7-1 15,2 4-1-15,0 7 0 0,0 6 0 0,2 5 0 16,1 7-1-16,0 4 0 0,3 2 0 0,-2 7 0 15,4 1-2-15,1 3 1 0,2 4-3 16,3 2-10-16,1 3-16 0,1 2-32 0,2 0-73 16,-1 5-78-16,1-2-140 0,0 1-242 15,1 1-315-15,1 0-350 0,0 2-215 0,0 2-32 16,1-2 531-16</inkml:trace>
  <inkml:trace contextRef="#ctx0" brushRef="#br0" timeOffset="20911.38">13695 5929 194 0,'0'-4'642'0,"-2"-1"398"15,1-1 158-15,-4 2-187 0,2-3-285 0,-2 1-104 16,0-2-121-16,1 0-98 0,-1 0-73 0,-3 0-52 16,4 0-54-16,-3 1-73 0,1-1-37 15,-1 2-20-15,1 0-8 0,1 2-6 0,1 0-8 16,-1 0-10-16,0 3-11 0,2-2-9 0,0 3-11 15,-3 1-9-15,1 4-6 0,-2 1-6 16,1 6-3-16,-2 1-3 0,-3 7 0 0,2 2-1 16,-1 5-1-16,-2 5-1 0,0 2 6 15,3 3 2-15,-2 6 2 0,3 2 2 0,0 3-1 16,0 0 2-16,4 1-3 0,0-1-4 0,3-3-3 16,2-2-1-16,3-5-1 0,0-5-1 15,4-4 0-15,3-8-1 0,2-5 0 0,2-7 2 16,4-6-1-16,-1-9 0 0,6-6 0 15,-2-8 0-15,-2-10-1 0,4-4-1 0,0-7-1 16,-2-3-1-16,-1-4 1 0,1-5 1 0,-4-1 1 16,0-1 0-16,-1-1 1 0,-4 2 1 0,-3-2 0 15,-1 1 0-15,-4-2 0 0,-2 2-2 16,-3-1 0-16,-2 1-1 0,-3 3 0 0,-1 3 0 16,-3 4-1-16,-1 5 1 0,2 5 1 15,-3 5 1-15,0 8 0 0,1 2-1 0,0 8 1 16,0 6 0-16,2 5-1 0,2 5 1 0,0 8 0 15,3 7 0-15,1 7 1 0,0 7 0 16,4 8 0-16,1 5-2 0,2 7 0 0,2 7-1 16,-2 3-2-16,3 3 0 0,0 4 1 0,1-1 1 15,1 0 0-15,1-2-1 0,2 0 2 16,1-6-3-16,3-3-6 0,-1-7-13 0,3-2-16 16,3-7-25-16,-1-6-50 0,1-5-82 0,0-5-123 15,1-2-224-15,0-5-299 0,2-1-358 0,1-4-333 16,0-2-95-16,-3-3 477 0,2-3 713 15</inkml:trace>
  <inkml:trace contextRef="#ctx0" brushRef="#br0" timeOffset="21812.98">16139 6156 32 0,'0'0'335'0,"-1"0"237"15,-1 0 203-15,1 0 51 0,-3 0-205 0,4-2-113 16,0 2-58-16,0-1-51 0,0-2-46 15,0 0-58-15,0 0-58 0,4-2-41 0,-3 1 2 16,2-2 11-16,2-1 8 0,2 2 5 16,0-3-15-16,0 1-25 0,1-3-44 0,0 3-36 15,2-3-31-15,0-1-22 0,1 2-11 16,0 1-12-16,4-3 2 0,-2 2-1 0,2 3-2 16,2 0 0-16,-2 1 6 0,0 2 5 0,1 3-7 15,1 3 3-15,-2 2 3 0,0 1 0 0,0 1-5 16,0 4 0-16,0 1-2 0,0 0-5 0,-2 0-3 15,1-1-4-15,1 1-1 0,-2 1-3 16,1-2-3-16,0-1-1 0,0-1-2 0,1-2-1 16,-2-2 0-16,2-2-2 0,0-2 0 15,-2-2 1-15,1-4-2 0,-1-1 0 0,3-1 1 16,-3-3-2-16,-1-3 0 0,-1 0 0 0,0-1-1 16,-1-1 0-16,1-1 0 0,-3 2 0 15,-2-1-1-15,-1 3-9 0,3 0-13 0,-5 1-31 16,0 2-72-16,2-1-78 0,-2 1-144 0,4 0-244 15,-3 1-315-15,5 1-346 0,1 1-227 16,6 2-21-16,-3-1 548 0</inkml:trace>
  <inkml:trace contextRef="#ctx0" brushRef="#br0" timeOffset="23564.97">20876 5579 164 0,'-6'-8'458'16,"-3"-3"256"-16,-1 1 189 0,-1 1-102 0,-1 2-222 16,0-1-105-16,-2 2-69 0,0 1-65 0,-2 1-63 15,2 4-61-15,-3 3-49 0,1 3-38 16,0 3-26-16,2 3-5 0,-4 4-4 0,5 5-1 16,1 4-4-16,-1 4-4 0,4 6-13 15,1 5-19-15,-1 4-13 0,2 3 35 0,1 6 14 16,2 1 7-16,1 2 1 0,2-1 1 0,1-3-3 15,3-1-41-15,3-5-19 0,2-6-17 16,5-4-6-16,1-8-6 0,3-5-2 0,3-6 0 16,2-4 1-16,1-7 3 0,2-6 1 0,-1-5-2 15,2-7-1-15,0-5-2 0,0-8-2 16,-1-3 0-16,-3-6 1 0,2-6 1 0,-4 1 4 16,-2-5 9-16,-2-1 8 0,-5-2 4 0,-5 2 5 15,0 2 4-15,-7 0 2 0,-5 4-9 16,-4 1-7-16,-4 3-4 0,-4 1-6 0,-4 3-3 15,1 1-2-15,-4 7 4 0,0 2 2 0,2 4 2 16,0 5-1-16,-1 4 0 0,2 6-2 16,2 2-5-16,2 4-4 0,1 5 0 0,4 2-4 15,1 3 0-15,4 2-2 0,1 1 0 0,4 2 0 16,3 5-1-16,2-2-1 0,3-1-1 16,3 4-2-16,2-5-1 0,3 1-6 0,1-1-25 15,-1 0-53-15,4-4-63 0,-2 0-65 0,-1-1-118 16,3-3-163-16,-1-1-274 0,-2-1-241 15,2-1-206-15,-2-1-125 0,-1-3 265 0,0 1 505 16</inkml:trace>
  <inkml:trace contextRef="#ctx0" brushRef="#br0" timeOffset="23842.71">21374 6111 311 0,'0'13'945'15,"-4"-1"352"-15,-4 2-45 0,-2-1-187 0,2-1-444 16,0-1-211-16,2 0-95 0,-2-1-53 16,4-3-32-16,-1 1-34 0,2-4-56 0,-1 1-51 15,4-5-43-15,0 0-23 0,4-3-15 16,-1 0-7-16,2-3-32 0,1 0-67 0,2-2-62 15,-2-3-113-15,0 1-180 0,1-1-314 0,-1 1-300 16,2 1-219-16,-3 0-123 0,1 2 321 0,-1-1 569 16</inkml:trace>
  <inkml:trace contextRef="#ctx0" brushRef="#br0" timeOffset="24216.05">21569 6229 308 0,'6'-1'812'0,"-3"-4"325"15,0-1 27-15,-1-1-233 0,1-6-358 0,4 0-187 16,-1-4-75-16,3-3-22 0,2-3-7 16,2-5-19-16,5-4-28 0,-1-4-45 0,0-3-51 15,2-3-41-15,2-1-34 0,-1-2-18 16,2 0-9-16,-2-1-9 0,0 5 0 0,-1-1-2 15,-3 5 0-15,-1 3-2 0,-2 6 1 0,0 3 7 16,-4 6 3-16,-2 5 4 0,-2 0 3 16,-1 6-3-16,0 0-3 0,-2 7-8 0,0 2-7 15,-2 4-6-15,-2 3-4 0,0 4-3 16,-2 4-2-16,1 4 0 0,0 2 0 0,-2 6-2 16,2 1 0-16,0 3-1 0,-1 2-1 0,0 2-1 15,-2 2-1-15,3 1-2 0,-1 0 0 0,1 2-2 16,0-3 1-16,1 1-1 0,2-2-1 15,0-1-4-15,4-1-15 0,-1-2-31 0,2-3-76 16,1-3-83-16,1-2-164 0,2-5-289 16,-1-1-329-16,4-3-353 0,-1-3-196 0,5 0 102 15,0-6 677-15</inkml:trace>
  <inkml:trace contextRef="#ctx0" brushRef="#br0" timeOffset="25382.13">22919 5932 22 0,'0'3'319'0,"-1"2"229"0,-3-3 212 16,1 2 62-16,2-2-232 0,-3 2-128 0,4-3-76 16,-1 0-54-16,-1 1-55 0,2 1-23 0,2-3-30 15,-1 0-39-15,3 0-28 0,0 0-14 16,3 0 0-16,2-3-18 0,1-1 7 0,3-2 3 15,0 0-2-15,2-2-13 0,4-1 15 16,-3 0 6-16,3 2-20 0,1-3-15 0,-1 3-15 16,2 1-6-16,-4 0-17 0,4 1-15 0,-3 3-10 15,0 0-5-15,1 2 1 0,-5 2-4 16,4 0-5-16,-4 3-4 0,2 1 0 0,-2 0-2 16,2 1-2-16,0-1-3 0,-2 1-6 0,0-3-6 15,3-1-3-15,-2 0 0 0,2-3-1 16,2 0 0-16,-5 0-1 0,3-3 0 0,1 0 1 15,-1 0 0-15,-1-1 0 0,1 0 0 0,0-2-1 16,0 2 0-16,-3 0-2 0,2 1-1 16,-2-2-1-16,2 1 1 0,-3 0-1 15,0 2-2-15,0-3-27 0,1 2-65 0,-1 0-63 16,-2 0-92-16,2-1-160 0,-4 1-299 0,1 1-309 16,1-1-230-16,-2 3-173 0,3 0 172 0,-2 0 572 15</inkml:trace>
  <inkml:trace contextRef="#ctx0" brushRef="#br0" timeOffset="26643.56">25074 5646 261 0,'-3'-10'525'15,"-2"2"247"-15,0 0 169 0,-4 1-201 0,3 1-177 16,-2 3-92-16,-2 0-71 0,-1 3-68 16,-1 3-79-16,-2 3-56 0,-1 2-40 0,2 6-19 15,-1 4-8-15,3 6-3 0,0 3-2 16,2 6-17-16,2 6 20 0,2 2-2 0,4 5-10 16,2 1-13-16,3-1-9 0,0 1-7 0,5-5-34 15,1-2-23-15,6-5-14 0,3-7-8 16,2-4-1-16,4-7-3 0,2-6 3 0,3-7 1 15,3-8 0-15,1-7-2 0,0-8 1 0,1-4 3 16,1-6 2-16,-3-5 0 0,-3-4 3 16,-1-2 12-16,-5-2 5 0,-2 1 2 0,-5 0 2 15,-7 3 0-15,-5 0 2 0,-5 3-11 0,-8 1-8 16,-6 3-4-16,-6 1-3 0,-2-1-7 16,-4 3-1-16,-4 4-4 0,0 0-3 0,-2 5-1 15,0 1-3-15,2 4 3 0,0 3-1 0,3 3 3 16,5 3 2-16,0 5 0 0,3 1-2 15,5 4 2-15,0 4 0 0,6 2-2 0,1 4-1 16,6 1 0-16,1 3 3 0,3 4-1 0,3 0 1 16,7 2-2-16,-1 1-19 0,4-1-69 15,2-1-73-15,0-1-136 0,3 2-256 0,1-4-317 16,2 0-349-16,1-2-225 0,-1 0-20 16,1-3 543-16</inkml:trace>
  <inkml:trace contextRef="#ctx0" brushRef="#br0" timeOffset="26861.67">25749 6078 337 0,'0'6'939'16,"-3"1"319"-16,-3-1-39 0,-1 0-167 0,-2 0-476 15,3 2-224-15,-1-3-112 0,2 3-62 16,1-3-34-16,-4 1-39 0,5-2-48 0,0-1-29 15,1-1-23-15,2 1-44 0,2-2-46 0,-1-2-92 16,4-1-167-16,3-2-298 0,-4-2-294 0,6 0-250 16,-2-1-168-16,4-2 243 0,0-1 565 15</inkml:trace>
  <inkml:trace contextRef="#ctx0" brushRef="#br0" timeOffset="27755.02">26706 5379 117 0,'6'-5'390'0,"0"3"223"0,-2-3 187 15,-1 2-62-15,-2 0-134 0,3 1-72 16,-4-3-67-16,0 3-55 0,0-2-55 0,-4 2-54 16,3-2-39-16,-2 3-25 0,-1-2-1 0,2 1-3 15,-3 0-6-15,2 0-22 0,-4 1-36 16,1-2-38-16,-2 3-35 0,0 0-29 0,-1 0-24 15,-1 3-14-15,-1 0-9 0,1 3-5 16,-1 0-5-16,-1 1-3 0,1 4 0 0,-3 1 1 16,1 4-1-16,0 2-2 0,-1 6 1 0,0 1 0 15,0 4-1-15,1 7-1 0,-3 5 1 0,5 3-1 16,0 3 0-16,-2 4-3 0,5 2-1 16,0 1-1-16,2-2 1 0,5 2-2 0,-1-4 2 15,4-4 0-15,4-2 1 0,-2-4 0 16,6-2-3-16,0-7 0 0,4-3 0 0,0-8 2 15,3-5-2-15,3-3 3 0,0-8-1 0,0-4 1 16,1-6 1-16,1-4-1 0,0-5 0 0,-1-1-1 16,-4-4 4-16,0-2-1 0,-2-2-1 15,-3 0 0-15,0-1 2 0,-6 2 0 0,-3-1-1 16,-1 2 7-16,-4 3 3 0,-3 1 3 16,-1 2 1-16,-4 2 2 0,0 2 2 0,-3 5-6 15,-3 2-4-15,0 4-1 0,-3 4-3 0,-3 4-3 16,1 4-2-16,-1 4-2 0,0 2-3 0,3 0 0 15,0 1-1-15,3 3-1 0,2-2-3 16,5-2-22-16,1-1-62 0,-1 1-69 0,4-3-120 16,3-2-200-16,0-2-312 0,4 1-336 15,0-2-253-15,-1-2-119 0,3-1 382 0,-1 0 622 16</inkml:trace>
  <inkml:trace contextRef="#ctx0" brushRef="#br0" timeOffset="30265.82">13722 7993 210 0,'4'-9'460'16,"1"1"248"-16,-5 0 179 0,0 0-154 15,0-1-143-15,-3 1-70 0,1 0-56 16,-5-1-73-16,2 0-58 0,-3 1-45 0,0-1-36 16,-3 2-16-16,-2-1-24 0,1 2 0 0,-4 1-17 15,-3-1-32-15,0 1-27 0,-3 2-36 0,0 1-20 16,-1 4-24-16,-2 1-12 0,-2 4-10 15,1 4-11-15,-3 2-4 0,2 4-6 0,-1 7-5 16,1 2-1-16,-2 7 0 0,2 4 2 16,2 4-2-16,0 3 2 0,3 4-3 0,3 5 0 15,0 4-1-15,6 2 0 0,2 5 0 0,5 2-1 16,4 1 1-16,4-1-1 0,3 1-3 0,5 0-2 16,3-6 0-16,5-3 1 0,4-6 0 15,5-7 0-15,3-4 2 0,3-9 0 0,5-8 2 16,1-4 0-16,1-9 1 0,6-7 0 0,-2-6 2 15,3-5 1-15,-2-7-2 0,2-7-1 16,-4-3 0-16,-2-4-1 0,0-4 2 0,-5-4 2 16,-2-3 3-16,-3-4 1 0,-4-2 1 15,-2-1 1-15,-4-4-3 0,-2 0-3 0,-3 0-1 16,-4 0 0-16,-4 0-1 0,-6 1-1 0,-4 0 0 16,-6-1 1-16,-4-1 0 0,-6 0 0 0,-4 0-2 15,-6 2 0-15,-2 2 0 0,-5 4-2 16,0 6-5-16,-3 5-5 0,-1 10-3 0,1 5-1 15,-2 9-1-15,2 5 0 0,-3 9 5 16,3 9 1-16,3 4 8 0,2 8 3 0,2 6 1 16,4 4 0-16,5 4-1 0,4 3 0 0,7 1-5 15,5-1-7-15,6 0-17 0,6 0-54 0,5-1-67 16,4-1-114-16,5 0-198 0,5-3-301 16,5-1-346-16,2-2-291 0,1-3-154 15,0-4 348-15,4-1 663 0</inkml:trace>
  <inkml:trace contextRef="#ctx0" brushRef="#br0" timeOffset="31571.16">14106 9942 193 0,'-1'-10'514'0,"-6"3"289"0,-2-2 177 15,1 2-134-15,-3-2-241 0,-3 0-130 0,-2 0-93 16,-3 1-68-16,-2-4-50 0,-4 3-30 16,0 0-5-16,-4 0-2 0,-3 3 5 0,1 1-14 15,-2 0-16-15,-1 4-32 0,-1 2-35 16,-2 5-31-16,1 2-34 0,-4 5-16 0,0 4-11 16,1 4-7-16,-1 8-5 0,2 7 0 0,3 0-1 15,2 5-2-15,6 7-7 0,5-2-1 16,5 5-7-16,4 0-7 0,5 3-5 0,7 1-1 15,4-4 0-15,5 1-2 0,7-3 1 16,5-2 2-16,5-5 2 0,5-5-1 0,3-2 1 16,2-5 1-16,4-5-1 0,-1-4-2 0,2-6-1 15,0-4-1-15,2-6-1 0,-1-5 0 0,1-5-1 16,0-6 2-16,-1-2 1 0,2-6 3 16,-4-3 0-16,-1-3-2 0,-1-5-2 0,-4 0-10 15,0-4-27-15,-4 2-57 0,-4-3-67 16,-1 2-87-16,-6 2-151 0,-3 1-251 0,-4 0-304 15,0 4-255-15,-5 5-192 0,-1 0 87 0,-2 6 531 16</inkml:trace>
  <inkml:trace contextRef="#ctx0" brushRef="#br0" timeOffset="32802.17">13508 11371 365 0,'-6'-9'677'0,"2"2"256"0,-5 0 93 0,1 3-269 16,-1-1-240-16,1 1-117 0,0 3-88 0,2 1-65 16,-3 0-56-16,1 3-52 0,1 3-38 15,-1 2-25-15,3 6-6 0,-2 4 12 0,0 2 14 16,1 7 8-16,-1 1 7 0,0 5-10 16,2 2-11-16,0 7-22 0,-1-1-23 0,-1 5-9 15,3 0-15-15,-2 0-4 0,1 3-8 0,0 0-1 16,2-1-5-16,0 2-5 0,-1-4-2 15,3-1 2-15,-1-4 2 0,2-5 0 0,2-6 2 16,-1-5 1-16,1-7 4 0,1-5 21 0,1-4 12 16,0-9 11-16,3-7 8 0,0-6 3 15,0-8-4-15,-1-7-19 0,2-6-9 0,1-3-9 16,1-7-7-16,-2-2-2 0,0-2-5 0,1-2 0 16,-1 3-2-16,-1 0-1 0,-1 3-2 15,2 5 0-15,-4 3 0 0,0 8 1 0,-1 3 5 16,-2 6 6-16,1 4 3 0,1 5 4 15,-1 6-1-15,1 4 1 0,0 4-6 0,3 8-4 16,2 3-4-16,2 6 0 0,2 3-2 0,3 3-2 16,3 4-1-16,0 2-1 0,4 2-1 15,3-1-2-15,1 3-2 0,-1-2 0 0,2-1 0 16,2-3 1-16,-1-2-1 0,2-4 1 0,-2-4 1 16,1-7 0-16,-1-3 3 0,-3-7 1 15,2-6 3-15,-4-6 1 0,0-5 1 0,-1-8 1 16,-4-6 0-16,-1-6 0 0,-1-7 1 0,-2-3-1 15,-2-5-3-15,-2-2 0 0,0-3-1 16,-4-4-1-16,-2 1 0 0,-3-1-1 0,-1 0 2 16,-1 2-2-16,-4-1-1 0,0 5 0 15,-2 3-2-15,-2 3 0 0,1 6-3 0,0 6 3 16,0 6-3-16,-1 6-12 0,1 7-39 0,0 3-55 16,2 8-49-16,-2 3-70 0,0 3-122 15,3 4-161-15,2 3-240 0,1 0-233 0,1 1-220 16,2 0-83-16,1 0 296 0,0-1 473 0</inkml:trace>
  <inkml:trace contextRef="#ctx0" brushRef="#br0" timeOffset="33302.89">13875 12602 187 0,'-3'6'474'0,"-1"0"164"0,-3 1 28 15,1 0-246-15,-1 2-454 0,-2-1-368 16,1 0-190-16,0 3-2 0,0-3 135 15,-1 1 177-15</inkml:trace>
  <inkml:trace contextRef="#ctx0" brushRef="#br0" timeOffset="33472.03">13886 13027 77 0,'-1'9'360'0,"-3"2"171"0,0 0 69 16,-4 0-158-16,3 1-493 0,-3 2-327 15,2-1-152-15,-2-1 17 0,0 2 137 0</inkml:trace>
  <inkml:trace contextRef="#ctx0" brushRef="#br0" timeOffset="33712.5">13864 13435 138 0,'-1'20'319'0,"-1"-3"127"0,-3 2 55 0,2 0-176 15,-2-1-166-15,2 1-96 0,-3-2-49 0,3 2-26 16,0-5-10-16,-1 1-3 0,0-1-3 15,0-1-19-15,0-4-65 0,-1 2-92 0,2-1-115 16,1-2-68-16,-1-1 21 0,0-2 81 16</inkml:trace>
  <inkml:trace contextRef="#ctx0" brushRef="#br0" timeOffset="36452.41">15633 8172 91 0,'3'2'330'0,"-1"-1"171"0,-2-1 131 0,2 0-105 16,-2 0-217-16,1 0-117 0,-1 0-54 0,0 0-34 16,2 0-7-16,-2 0 12 0,0 0 18 15,0 0 18-15,0 0 1 0,0 0-5 0,0 0-14 16,0 0-21-16,0 0-22 0,1 0-32 0,-1 0-19 16,2 0 31-16,0 0 21 0,1-1 8 15,0-1 6-15,5 0 46 0,-2 0 22 0,4-3-28 16,1 2-21-16,1-3-10 0,1-1-10 15,4 3-17-15,-1-3-5 0,0 3-9 0,3 2-5 16,0-2 8-16,1 4 2 0,-2 2-15 0,4 4-7 16,-2 2 1-16,0 1 13 0,2 8 10 15,-2 0 6-15,-1 7 18 0,0 4 21 0,0 3 12 16,-3 5-2-16,-3 4-14 0,-1 5 1 16,-4 7-9-16,-1 3-19 0,-4 7-17 0,-3 4-15 15,-2 5-11-15,-2 6-18 0,-1 1-9 0,-2 4-4 16,-1 1 7-16,2 1 3 0,0-2 5 15,1-1-1-15,3-3-3 0,2-6-8 0,2-6-9 16,6-4-4-16,3-9-5 0,2-8-2 0,4-5 2 16,1-6 0-16,4-9-2 0,0-2-1 15,0-8 2-15,5-4 1 0,0-5-2 0,1-6 2 16,1-5-1-16,-3-4 1 0,3-3 1 16,-1-3 2-16,-1-4-2 0,-3-4 2 0,1-3-1 15,-3 1 1-15,-1-2-1 0,-4 0-2 0,-1-1 2 16,-3 3-1-16,-4 2 0 0,1 0 0 0,-6 4 0 15,-2 1 0-15,-4 3 2 0,-1 1-3 16,-6 1 2-16,1 4 1 0,-2 1 0 0,-4 2 0 16,2 2-4-16,-4 1 2 0,3 3 1 15,-1 1 0-15,-2 3-1 0,2 1 0 0,0 2 2 16,1 4 0-16,1-2-2 0,0 3 0 0,3 1 1 16,-1 3 0-16,2 0-1 0,0 2-3 0,4 0 0 15,-4 2 0-15,5 1 0 0,-2-1 0 16,3 3 2-16,1 1-1 0,-1 0 0 0,4 1-1 15,-1 4-2-15,3 2 0 0,2 0 1 16,2 3 0-16,1 2 2 0,2 4 0 0,3 2 2 16,-1 6 0-16,6 2-1 0,-1 6 1 0,2 4-1 15,4 4 1-15,-1 6-1 0,1 0 2 0,3 5 0 16,0 5 0-16,3 0 1 0,-2 4 1 16,3 2 0-16,-1-1-2 0,0 2-2 0,0 0 0 15,0-2 1-15,0-3-1 0,-2-3 2 16,2-1 1-16,-3-1 0 0,-3-2 0 0,-2 0-1 15,-2-1-1-15,-2-3-3 0,-2 0 1 0,-5-1 0 16,0 1 0-16,-7-3 1 0,0 0 1 16,-4 1 3-16,-2-1 1 0,-4-2 0 0,-3 1-1 15,-4-2-1-15,-3 0-2 0,0-3-1 0,-6-4-3 16,0-3 2-16,-1-5-1 0,-3-7 0 16,-1-5 0-16,0-10-2 0,-3-6-10 0,2-7-17 15,-1-10-30-15,1-6-47 0,1-10-50 0,3-6-44 16,2-7-61-16,3-6-108 0,6-3-149 15,-1-4-245-15,8-2-230 0,1 0-224 0,3 1-39 16,4-1 354-16,3 3 478 0</inkml:trace>
  <inkml:trace contextRef="#ctx0" brushRef="#br0" timeOffset="48892.37">17774 10086 188 0,'-3'1'332'16,"-3"0"125"-16,1 3 26 0,-1-2-190 16,0 0-109-16,1 1-52 0,0-3-20 0,0 2-7 15,0-2 16-15,2 0 23 0,-3 0 11 16,1 0 6-16,2 0 1 0,-2 0 2 0,4 0-7 16,-3 0-7-16,1-2-4 0,3 2-6 0,-1 0-18 15,1 0-20-15,0 0-22 0,0 0-30 0,1 0-20 16,2-3-12-16,2 1 21 0,2 0 16 15,1-2 8-15,2 0 9 0,3 0 22 0,1-2 8 16,2 0-20-16,1-3-20 0,0 1-5 16,0 1-7-16,0 0-21 0,2-1-8 15,2 0-4-15,-4 0 31 0,2 4 18 0,-1 0 8 0,-1 0-1 16,2 3 15-16,-5 1 10 0,2 1-29 16,-2 3-11-16,-1 0-5 0,3 2 6 0,-4 3-14 15,2-3-10-15,-2 1-6 0,2 3-6 16,-3-1-6-16,0-2-12 0,3 2-5 0,-1-3-2 15,1 0-4-15,0-2 3 0,2 0 1 0,2-4 6 16,0-4-2-16,0-2 3 0,4-2 0 16,2-6-2-16,-1-2-4 0,1-2-5 0,2-2 5 15,-3-1 1-15,2 0 5 0,1 1-2 0,-6 2-10 16,2 2-45-16,-3 1-100 0,-3 2-139 16,-3 5-272-16,-1 1-276 0,-3 2-253 0,-3 0-104 15,-2 4 235-15,-4 1 432 0</inkml:trace>
  <inkml:trace contextRef="#ctx0" brushRef="#br0" timeOffset="53876.25">20704 9328 174 0,'2'-3'372'0,"-1"-1"164"15,-1-2 96-15,-1-1-169 0,-1 2-123 0,1-1-50 16,-3-2-8-16,0 2 15 0,-1-1 26 0,0 5 13 16,-3-4-10-16,0 1-20 0,-1 1-34 15,-2 1-43-15,0 0-49 0,-1 1-42 0,-1 2-31 16,-2 2-24-16,-1 2-5 0,2 6 4 15,-3-1 17-15,1 9 24 0,-1 1 22 0,0 6 9 16,0 5-10-16,0 5-18 0,-1 5-25 0,4 5-18 16,0 8-16-16,1 5-10 0,4 5-4 15,3 4-1-15,-1 3-1 0,7-2-7 0,2 1-15 16,4-4-8-16,2-3-8 0,6-5-7 0,2-8-2 16,6-3-5-16,2-10-2 0,3-6-1 15,1-10-1-15,5-6 1 0,1-10 0 0,-1-5 4 16,2-10 3-16,0-5 3 0,-2-7 1 15,0-7 0-15,-3-4 1 0,-1-3-3 0,-4-5-1 16,-2-3-1-16,-5-2 4 0,-2-1 4 0,-4 0 3 16,-2-2 0-16,-6 3 4 0,-4-1 0 0,-4 1-3 15,-6 1-6-15,-1-2-4 0,-8 5-1 16,2-2-2-16,-9 6-3 0,1-1 1 0,-5 6 1 16,2 3 2-16,-1 5 0 0,-1 7-1 15,0 3 1-15,5 9 0 0,-4 5 1 0,6 7 1 16,-1 5 1-16,2 7-2 0,6 2 1 0,0 7-2 15,5 4-3-15,1 1-2 0,7 4-2 16,2-1-1-16,5 4-1 0,5-2-2 0,2 0 0 16,4-1-16-16,3-3-41 0,6 0-64 0,-1-3-55 15,2-3-75-15,1-2-122 0,-1-3-152 16,1-2-213-16,-1-2-210 0,-2 0-212 0,3-4-77 16,-5 2 251-16,0-3 443 0</inkml:trace>
  <inkml:trace contextRef="#ctx0" brushRef="#br0" timeOffset="54152.39">21268 10053 544 0,'3'3'1433'0,"1"1"228"0,-6-1-276 15,-1 3-329-15,-3-3-503 0,1 1-264 16,0 1-148-16,1-2-70 0,-1 1-33 0,1 0-18 16,0-3-9-16,-1 0-6 0,2 4-5 15,3-5-1-15,0 0-3 0,0 0-20 0,3 0-59 16,2-3-61-16,-1 0-85 0,1 0-158 0,0-1-286 16,3-2-306-16,0 0-244 0,0-3-172 15,1-2 159-15,-1 0 559 0</inkml:trace>
  <inkml:trace contextRef="#ctx0" brushRef="#br0" timeOffset="54515.43">21556 9501 393 0,'0'-14'956'0,"-3"2"294"16,-3 3-49-16,-2 1-216 0,2 3-425 15,-1 2-170-15,2 2-69 0,1-1-41 0,0 2-35 16,0 2-37-16,2-1-49 0,2 5-55 0,2 1-45 15,4 1-27-15,0 3-12 0,4 1-6 16,1 4-5-16,5-1-1 0,1 1-4 0,1 0 0 16,0 3 0-16,3-1 0 0,0 1 0 15,1-1-1-15,-1 2-2 0,1-1 1 0,-4 1 1 16,2-1-3-16,-2 2-1 0,1 0 3 0,-6-1-1 16,3 1 0-16,-7 1 1 0,1 1 2 15,-4-1 2-15,0 1 5 0,-3 1 4 0,-3-2 0 16,0 1-1-16,-4-2 1 0,-1 0-1 0,-1-3-5 15,-2 0-5-15,-2-2-1 0,0-1 0 16,-3 0-6-16,-1-3-12 0,-1 0-35 0,-4-4-62 16,3-3-59-16,-6-1-81 0,0-6-130 15,1-4-169-15,-2-3-247 0,-1-3-221 0,1-3-207 16,2-4-40-16,-1-5 330 0,1-4 452 0</inkml:trace>
  <inkml:trace contextRef="#ctx0" brushRef="#br0" timeOffset="54750.71">21473 9556 184 0,'4'-15'635'0,"-2"0"367"16,1 3 136-16,-3 2-139 0,1-1-375 15,-1 2-213-15,3 0-129 0,-1 2-65 0,1-1-12 16,2 1 12-16,2-1 10 0,1 2-2 0,2 0-17 16,3-1-25-16,1 0-41 0,2 1-45 0,3 0-37 15,0 0-26-15,3 1-12 0,0 0-10 16,3 1-4-16,2-1-3 0,3 1-1 15,-1 0 0-15,6-2 0 0,-2 1 0 0,3 0-4 16,2 1 0-16,2-1-18 0,-1-1-67 0,1 1-65 16,-2 1-137-16,-2 0-254 0,2 0-308 15,-5 2-335-15,0 2-223 0,-4 0-31 0,-5 2 532 16</inkml:trace>
  <inkml:trace contextRef="#ctx0" brushRef="#br0" timeOffset="55733.43">23426 9658 269 0,'-3'4'519'0,"2"-4"210"0,-4 2 103 16,4 0-270-16,-1-2-199 0,4-2-73 15,-1 0-22-15,5-3 1 0,1-3 5 0,1 1 11 16,1-4-17-16,5-2-35 0,1-2-46 0,2-1-39 15,2-2-33-15,3 0-30 0,0 0-22 16,3 4 3-16,-2 0 6 0,2 2 0 0,-1 5 36 16,-2 2 44-16,-1 5 30 0,-1 3 0 15,-3 5-11-15,1 4-11 0,-3 3-35 0,0 1-37 16,0 4-31-16,-2 1-21 0,1 0-12 0,1 0-8 16,0-2-8-16,1 1-4 0,2-3-3 0,-1-3-1 15,4-1 1-15,1-3-2 0,-1-3 1 16,2-1 0-16,1-6 0 0,3-3 0 0,-2-1 2 15,4-4 0-15,-2-2 0 0,3-4 1 16,-2-1-2-16,4-4-32 0,-2 2-67 0,0-2-63 16,0-1-123-16,1-1-213 0,-1 0-317 0,0 0-307 15,0 1-227-15,-1 1-102 0,-2 1 416 16,-4 0 602-16</inkml:trace>
  <inkml:trace contextRef="#ctx0" brushRef="#br0" timeOffset="56593.56">25560 9837 309 0,'-5'6'574'0,"1"0"223"0,0-2 107 0,-4 0-274 16,5 2-178-16,0-1-87 0,0 1-49 0,-1-4-36 15,3 1-33-15,-1-2-44 0,0 1-44 16,2-2-44-16,0 0-27 0,0-2-15 0,4-2-6 16,1-4 7-16,-1-4 7 0,4-1-3 15,1-5 3-15,3-6 14 0,1-2 7 0,2-2-8 16,0-4-8-16,0-2 0 0,1-1 33 0,1-1-6 16,1 2-10-16,-4 1-6 0,2 0-5 15,-3 3 11-15,-1 1-36 0,-1 4-14 0,-3 5-10 16,0 2 4-16,-3 5 2 0,1 1-13 15,-3 3-6-15,-1 4-4 0,-1-2-3 0,3 2-12 16,-4 2-4-16,1 3-3 0,2 0-4 0,-1 4-1 16,0 2 1-16,-1 4 1 0,2 2 1 15,2 3-1-15,0 1 2 0,-1 4 0 0,3 4-1 16,-2 1-2-16,1 1 0 0,2 4-1 16,-2 1 0-16,0 1 1 0,-1-1 1 0,3 2 0 0,-2-1 2 15,1-1-1-15,-3 0 0 0,1-3-2 16,2 0-2-16,-1-3 3 0,-3-3-2 0,2-3-2 15,-2-2-9-15,0 0-32 0,0-6-62 16,-3 0-66-16,0-2-94 0,-1-3-166 0,-1 0-282 16,-3-4-290-16,4 3-233 0,-3-3-162 15,1-2 191-15,2 0 555 0</inkml:trace>
  <inkml:trace contextRef="#ctx0" brushRef="#br0" timeOffset="56861.77">26132 9851 19 0,'9'5'568'16,"-1"-2"506"-16,-3 1 193 0,-2 0-110 15,3 0-326-15,-6-1-409 0,4-1-196 0,-4 2-100 16,0-2-50-16,0 3-25 0,0-3-12 15,0 2-5-15,0-2-12 0,-2 0-13 0,2 0-4 16,0-1-11-16,2-1-15 0,-2 0-31 0,0-1-93 16,0-1-149-16,1-2-288 0,1-2-269 15,-1 1-254-15,3-3-151 0,0-3 242 0,1 1 486 16</inkml:trace>
  <inkml:trace contextRef="#ctx0" brushRef="#br0" timeOffset="58143.55">26609 9244 7 0,'0'0'234'16,"0"0"150"-16,0-1 140 0,0 1-12 0,0-2-98 16,-1 2-86-16,1 0-60 0,0 0-15 0,-2 0 5 15,2 0 12-15,0 2 16 0,0-2 20 0,0 1 2 16,0-1-19-16,0 0-25 0,0 2-42 16,0-2-37-16,0 0-38 0,0 0-30 15,0 0-17-15,0 0-8 0,0 1 2 0,0-1 12 16,0 2 8-16,0-2 4 0,0 0-6 0,0 1 4 15,0 0-2-15,0 1-2 0,0 0-3 0,0 0-11 16,0 3-3-16,-1 0-17 0,1 2-16 16,-4 1-20-16,3 3-14 0,-1-1-8 0,-1 3-5 15,-1 2-6-15,0 3 0 0,0 1 0 16,0 3-4-16,0 1-1 0,-1 3-2 0,2 3 1 16,-2-1-2-16,2 0-1 0,1-1 2 0,2-2-1 15,0 0-1-15,2-4-1 0,1-3-1 16,3-3 1-16,1-1-2 0,-1-5 2 0,2-2-1 15,3-4 0-15,-2-4 1 0,3-3 1 16,2-3 0-16,-1-3-1 0,4-5 2 0,-3 0 0 16,2-2 0-16,-2-2-1 0,2 1 2 0,-3-1-1 15,-1 3 2-15,-2 2 1 0,-2 5-1 0,-2-3 1 16,0 7-2-16,-1-1 1 0,-4 4-4 16,3-3 1-16,-3 4 2 0,2 2-1 0,-1 4 7 15,0 1 5-15,-2 1 1 0,0 3 1 16,0 0 0-16,0 4-1 0,0-1-3 0,0 2-5 15,0-2-2-15,0 3-2 0,0 2 0 0,0-2-2 16,0 2-2-16,-2 2 1 0,2-1 0 16,-2 2 0-16,2 1 1 0,0-2 0 0,0 1 0 15,0 0-2-15,0-2-1 0,2-2-8 16,0-2-38-16,1-2-68 0,0 0-63 0,-1-2-118 16,4-3-183-16,-3-2-314 0,2 0-288 0,-1-3-215 15,1 0-111-15,3-1 340 0,-2-2 561 16</inkml:trace>
  <inkml:trace contextRef="#ctx0" brushRef="#br0" timeOffset="59252.1">28614 7536 40 0,'-1'0'474'0,"-2"0"384"16,-1-2 202-16,3 0-26 0,1-1-366 0,1-1-298 15,6 0-162-15,-1-1-55 0,3-1-22 16,6 0-18-16,-2 1 13 0,5-2 10 0,3 4-1 16,0 0-42-16,1 2-14 0,0-1 9 0,0 4-15 15,-1 1-11-15,-3 1-3 0,0 4 55 16,-2 0 19-16,-4 3-3 0,-1 2 23 0,-3 4 10 16,-5 3 0-16,1 2-48 0,-6 4-23 15,-1 1-16-15,-4 3-26 0,-1 1-21 0,-1-1-13 16,1 2-3-16,0-4-6 0,1-1-4 0,2-2-4 15,2-2-1-15,3-5 1 0,3-1-1 16,2-4 0-16,5-1-1 0,2-4 1 0,5-2-1 16,-1-1 0-16,4-5-2 0,4 0 1 15,-2 0-1-15,4-4 1 0,-3 2 0 0,1 0 1 16,-3 0 3-16,-3 1-2 0,-2 1 2 0,-5 0 1 16,-1 1 2-16,-4 3-1 0,-1 3 1 15,-10 1 1-15,1 5 1 0,-6 0 1 0,-3 4 0 16,-3 4-2-16,-4 1 0 0,-1 3 0 15,-2 1-1-15,-3 3-4 0,3-2 1 0,-1 3-1 16,-2 0 0-16,1-2-2 0,2-1 1 0,-1-2 0 16,5-3 1-16,2-4-2 0,2-3-15 0,3-2-53 15,4-5-52-15,4-3-54 0,1-5-102 0,6-4-157 16,2-5-267-16,5-6-238 0,2-4-226 16,4-5-169-16,2-3 186 0,0-4 505 0</inkml:trace>
  <inkml:trace contextRef="#ctx0" brushRef="#br0" timeOffset="59609.89">29341 7743 264 0,'5'13'642'0,"-2"5"281"16,-1 7 104-16,0 3-210 0,-4 5-257 0,0 3-154 16,1 6-111-16,-1 0-53 0,-1 2-46 0,1-1-49 15,1-3-48-15,2 0-36 0,1-8-23 16,3-4-20-16,3-5-10 0,4-4-1 0,1-10-2 15,3-2 4-15,1-9-2 0,2-4 3 16,0-6 1-16,2-7 2 0,1-2 0 0,-1-8-8 16,1-3-1-16,-4-4-2 0,2 0-1 0,-6-3-1 15,-1 0-1-15,-5 1-2 0,-4 0 0 16,-4 1-3-16,-6-1 7 0,-4 2 29 0,1 3 41 16,-5 5 56-16,-2 2 33 0,-3 5 10 0,0 6-6 15,-5 6-26-15,0 5-37 0,-1 4-40 16,2 7-30-16,-2 6-16 0,0 4-6 0,0 6-3 15,2 3-3-15,-3 8 0 0,4 0-4 16,0 5-2-16,1 3-4 0,5 1-2 0,2 1-19 0,5 1-53 16,1 0-50-16,4-2-57 0,3-1-130 15,2-4-196-15,4-5-293 0,3-4-237 0,2-5-210 16,6-4-53-16,0-4 405 0,2-7 496 0</inkml:trace>
  <inkml:trace contextRef="#ctx0" brushRef="#br0" timeOffset="60000.28">29999 7725 6 0,'0'3'449'16,"-3"4"423"-16,-3 7 256 0,-2 3-26 0,-3 6-315 16,0 6-300-16,-3 6-175 0,-1 2-103 15,1 5-46-15,0 2-11 0,-2 5-1 0,3-2-5 16,4 2-15-16,-4-4-12 0,7-2-23 15,3-3-16-15,3-8-29 0,5-6-25 0,4-5-8 16,7-8-9-16,3-5-4 0,0-8-8 0,4-6-2 16,3-6 5-16,0-5 0 0,3-5 0 15,-2-4 3-15,0-2 3 0,-2-4 0 0,-3 0-2 16,-1-1-5-16,-5-1 1 0,-2 3 4 0,-6 1-1 16,-7 0 1-16,-1 0-4 0,-5 4 2 0,-5 1 2 15,-3 1-6-15,-4 3-2 0,-3 5 4 0,-5 0 1 16,0 7 5-16,-3 7-6 0,-2 4 5 15,1 6 1-15,-1 7-7 0,2 4-2 0,4 3-37 16,-2 6-33-16,4 2-30 0,6 0-56 16,1 1-107-16,5 0-167 0,5 0-267 0,4-1-240 15,5 0-235-15,5-3-64 0,3-3 318 0,6-3 468 16</inkml:trace>
  <inkml:trace contextRef="#ctx0" brushRef="#br0" timeOffset="60746.39">30687 7619 223 0,'9'-13'527'0,"-4"3"250"0,-2-1 145 16,2 2-164-16,-5 2-199 0,4 1-104 0,-4 1-74 16,1 1-46-16,-1 1-53 0,-1 1-41 0,1 0-11 15,0 2 9-15,-2-3 5 0,0 3-13 16,2 3-15-16,-1-3-23 0,-4 4-44 0,2 2-46 16,-1 3-34-16,0 1-16 0,-2 5-12 0,3 1-4 15,-2 5-2-15,0 1-3 0,0 6 0 0,2 2-4 16,0 3-3-16,-3 5-2 0,3 1-6 0,1 3-3 15,0 1-5-15,2 4-2 0,0 0-4 16,0 2-2-16,2-1-1 0,1-1-2 0,0-5 1 16,5-3-3-16,-2-5 2 0,2-4 1 0,5-6-1 15,-2-3 1-15,2-8 0 0,2-1 1 0,0-6 0 16,2-6 0-16,-3-3 2 0,5-5 0 0,-3-2-1 16,1-6 2-16,1-4 0 0,-2-1 1 0,-2-5 0 15,0 1 0-15,-3-3-1 0,2-1-1 16,-5 0-1-16,-2 1-1 0,-3 0 0 0,2-2-1 15,-4 5 1-15,-1 2 2 0,-1 2 1 0,-4 3 0 16,2 2 0-16,-3 5 0 0,1 2 0 0,-2 4-1 16,-2 2-3-16,5 5 1 0,-5 2-1 15,3 4 2-15,0 2-1 0,0 4 0 0,-1 2 1 16,4 1-3-16,1 2 0 0,2 4 0 0,2-3 0 16,1 5-1-16,4-2 1 0,2 0 2 0,0 0 1 15,4-2-1-15,5 0 0 0,0-4 2 16,2-3-2-16,2 0-1 0,1-5 0 0,1-4 0 15,3-3-1-15,0-2-4 0,0-2-10 0,0-3-22 16,-2-3-45-16,-2 0-59 0,-2-3-58 0,0 1-69 16,-5-1-115-16,-2-1-142 0,-5 0-223 0,-1 1-221 15,0 1-217-15,-5-1-89 0,-1-2 269 0,-6 3 459 16</inkml:trace>
  <inkml:trace contextRef="#ctx0" brushRef="#br0" timeOffset="81572.67">19629 11948 126 0,'3'-9'353'0,"2"-2"166"0,-2 3 132 16,-2 0-135-16,1-1-132 0,0 3-61 0,-2 0 14 15,1 2 20-15,-1 0 5 0,0 1-18 16,0-1-51-16,0 3-50 0,2-1-50 0,-1 2-47 16,-1-1-36-16,0 1-16 0,0 0-16 0,2 0-7 15,-2 1-3-15,0 2 5 0,2 1 22 16,-1 2 35-16,-1 1 37 0,2 1 24 15,0 3 14-15,-1-1-3 0,-1 3-21 0,2 0-37 16,-1 4-33-16,-1 1-31 0,3 0-22 0,-1 2-19 16,-2 0-9-16,0 5-7 0,1-1-2 0,-1 2 0 15,3 2-2-15,-3 0 2 0,0 3 0 16,2 1-1-16,-2 1 0 0,2 2-1 0,-2-1-3 16,0 4-2-16,1-1-1 0,-1 3-3 15,0-2-1-15,2 0-2 0,-2 2-1 0,1 0-1 16,1-1 0-16,-2 3 1 0,0 0 0 15,2 0-1-15,-2 4 3 0,0-1 2 0,0 3 1 16,0-1-1-16,0 3 2 0,-2 1 1 0,2 0-2 16,0 3 0-16,-2 0 0 0,1 0 0 15,-1 1 0-15,1 1-1 0,-1 0-2 0,0-1 0 16,2-1 0-16,-3-1-2 0,3 1-1 0,0-2 1 16,0 1-1-16,0 0-1 0,2-1-1 15,-1-2 0-15,1 3-2 0,0-2 0 0,-1 0-1 16,1 0-1-16,-1-2 0 0,1 0-2 0,-2 2 2 15,3-4 1-15,-3 3 1 0,4-2 0 16,-4 2 2-16,1 0 1 0,1 0-1 0,-1 0-1 16,1-1-1-16,1 1 0 0,-2-1-1 0,2-4-1 15,-1 2 1-15,0-1-2 0,-1 1 1 16,1 0-2-16,0-2 2 0,-1 4 2 0,2 0 0 16,-3 2 2-16,0 3 0 0,0 0 2 0,0 3 0 15,0 3-1-15,0 0 0 0,-3 2-1 16,3-3-1-16,-1 0-2 0,-1-1-1 0,0 0 0 15,2-2 2-15,-1-4 0 0,-1-1 0 0,2 0 3 16,0-2-5-16,-2 1-3 0,2-1-3 16,0-4 0-16,2 0-2 0,-2 0-1 0,0-1 9 15,2-1 6-15,-2-2 2 0,1-2 1 0,-1-3 0 16,2-4 0-16,0 0-6 0,-1-5-5 0,-1-6-2 16,3-1-7-16,-3-7-9 0,2-1-14 15,0-3-22-15,-4-6-56 0,0-2-69 0,-1-5-99 16,-2-2-200-16,-3-6-293 0,-1-4-327 0,-2-4-276 15,-2-4-151-15,-4-7 310 0,-2-6 686 0</inkml:trace>
  <inkml:trace contextRef="#ctx0" brushRef="#br0" timeOffset="82320.17">19430 11964 89 0,'-4'6'415'0,"0"-2"277"16,-1 0 224-16,2 1-7 0,1-1-216 0,-1-2-148 15,2 0-105-15,-1-2-85 0,0 4-74 16,2-4-70-16,0 2-61 0,0-2-20 0,2-2 33 16,0-2 45-16,1-3 20 0,2-3-1 0,2-2-14 15,1-3-26-15,0-4-45 0,3-2-49 16,0-3-21-16,1-1-10 0,1-2-3 0,0 1-5 15,0-1-6-15,0 0 2 0,-1 4-9 16,1 1-8-16,-2 3-8 0,1 2-6 0,-4 2-5 16,2 1-5-16,-2 6-3 0,1 1 0 0,-2 1-1 15,1 5-1-15,0 2 0 0,-1 2 0 0,1 7-1 16,-1 1-1-16,-2 4 0 0,-1 2-1 16,2 8-2-16,-1 0-7 0,0 5-20 0,-4-1-71 15,1 2-98-15,0 4-235 0,-2-2-287 16,0 3-363-16,1 0-443 0,3 2-239 0,-3-1 356 15,2 2 911-15</inkml:trace>
  <inkml:trace contextRef="#ctx0" brushRef="#br0" timeOffset="83926.01">19556 16238 116 0,'0'-1'379'0,"-1"1"190"0,1-1 126 15,0 1-154-15,0 0-196 0,0 0-127 0,1 0-72 16,-1 1-18-16,0-1 15 0,2 1 34 0,-1 1 29 16,1 1 27-16,1-1-4 0,0 1 21 0,3 0 17 15,-1-2-15-15,2 2-21 0,1-2-26 16,2 1-6-16,0 1-23 0,3-2-25 0,1 1-25 15,0 0-7-15,5-1 35 0,0 0 8 0,3 2-15 16,0-3-16-16,5 1-7 0,0-2-2 0,0 1-38 16,3-3-22-16,2 2-8 0,2 0-8 15,1-3-12-15,3 3-19 0,0 0-8 0,5-1-7 16,0 0-5-16,1 1-1 0,2 0 4 0,1 1 3 16,1-2 0-16,0 2 1 0,3 2 7 0,0-1 2 15,1-1 10-15,-1 1 8 0,2 1 5 0,2 1 3 16,2-2-12-16,-1 3-3 0,4-3-12 15,2 0-9-15,1 2-4 0,3-2-5 0,0 0 4 16,1-1 8-16,1 0 4 0,-1-1 0 0,1 0 3 16,2-2 2-16,-1 3-4 0,-1-1-8 0,3 0-5 15,1-1 0-15,1 2-4 0,4-2-4 0,-4 2 11 16,5 2 5-16,-4-2 1 0,1 2 5 16,0-1 2-16,1 3-4 0,2-2-8 0,-4 1-4 15,5 0-2-15,-3-1-2 0,1 2-4 0,0-1 5 16,1 1 8-16,-3-3 4 0,0 0 4 0,-2 3 2 15,0-3-5-15,1 0-1 0,-1 3-6 0,3-3-4 16,-2 2-4-16,4-2-1 0,-5 2 3 16,1-2 8-16,2 3 4 0,-2-3 2 0,0 2 4 0,-1-1-3 15,0 1 5-15,1-2-2 0,1 2-1 16,0-3 2-16,1 0-4 0,3 0 6 0,-3-1 0 16,5-2-1-16,-7 0 1 0,5 0-1 0,-4 0-5 15,2-2-3-15,-1 2-8 0,1-1-2 0,3 1-1 16,-2-1-4-16,2 0 5 0,-1 2 8 0,-2 0 5 15,1-1-2-15,-2 1 4 0,-2 1 2 16,0 1-4-16,2-3-9 0,-2 3-3 0,4 0-1 16,-2-2-3-16,1-1-2 0,-3 1 9 15,4 1 6-15,-5 0 0 0,1 0 3 0,-2-2 3 0,1 3-4 16,-1 0-8-16,-2 3-3 0,3-2 0 0,-1 1-3 16,-2 3-2-16,0-3 4 0,-2 1 2 15,0 1 7-15,0 1 4 0,-3 0 2 0,0-1 2 16,-2 0-4-16,-1 1-3 0,1-1-6 0,0 1-3 15,1-2-3-15,-1 1-1 0,0-1 2 0,-1 0 3 16,-1 1 1-16,-1 0 1 0,0-2-1 16,-3 3 7-16,2-2 2 0,-4 2 3 0,-1-2-5 15,0 1 0-15,-1 1-2 0,-2 0-5 0,1-3-3 16,0 3-3-16,2-2 4 0,-3 0 2 0,3-1 0 16,-2 0 1-16,-5 0 0 0,5-1 1 0,-4 1-1 15,1-2 1-15,0 0-1 0,-3-2 6 16,-1 2 1-16,1-1-2 0,-3-1-2 0,0 0-1 0,0 1 1 15,-3-2-5-15,3 2-1 0,-1-3 1 16,-2-1 3-16,2 0 0 0,-3 1 0 0,4-1 0 16,-5-1 0-16,0 1 0 0,-2 2 0 0,-1-4 0 15,-2 3 0-15,2-1 0 0,-5 1 0 0,0 1 0 16,-3 0-1-16,0 0 0 0,0 1 1 16,-4 2 0-16,1-2 0 0,-3 2 0 0,1 2-1 15,-2-2 1-15,-2 2-2 0,1 1 6 0,-3-2-3 16,1 2 0-16,-3 0-1 0,0 0 1 0,-1 2 0 15,-1-3-5-15,0 2 2 0,-3-2 2 0,2 2-1 16,-3-3 1-16,-1 2-2 0,-3 0 1 0,2-3 0 16,-3 2 0-16,-1-2 2 0,0 0 0 0,-1 0 0 15,-1 0 1-15,0 0 1 0,0 0-1 0,0 0 5 16,-1 0 2-16,-1-2-1 0,0 2-8 0,-1-3-11 16,-1 1-31-16,1 1-71 0,-4-1-69 0,-1-3-106 15,2 1-158-15,-3 2-269 0,1-3-304 0,0 2-236 16,0 2-182-16,-1-4 183 0,0 1 543 15</inkml:trace>
  <inkml:trace contextRef="#ctx0" brushRef="#br0" timeOffset="84257.12">30007 16144 189 0,'6'-4'547'0,"1"-2"269"0,-1 3 149 0,1-1-115 15,1 0-232-15,1 2-157 0,0-3-93 0,1 1-49 16,2 3-39-16,1-2-41 0,3 3-34 0,-2 2-33 16,3-1-12-16,0 2 5 0,0 1-13 0,-1 1-18 15,3 1-17-15,-3 2-9 0,-2-1-13 0,0 3-26 16,-2-2-12-16,-2 3-3 0,0-1-10 0,-3 3-8 16,-4-3-2-16,2 5 0 0,-5-2-2 0,0 1-2 15,-5 0-1-15,1 0-1 0,-4 0-1 0,-2 1 0 16,1-3-2-16,-4 1-6 0,1 0-2 0,-6 0-4 15,2-2-6-15,-1 1 2 0,-1-3 1 0,0 1 2 16,-1-2 0-16,1 2-1 0,1-3-5 0,3-1-6 16,-2-1-7-16,5-1-27 0,1 0-65 15,1-2-74-15,3 2-119 0,4-2-238 0,4 3-314 16,2-2-346-16,4 1-258 0,2 1-79 0,3-2 473 16,4 3 658-16</inkml:trace>
  <inkml:trace contextRef="#ctx0" brushRef="#br0" timeOffset="85232.58">30111 16986 260 0,'2'-5'498'15,"0"1"185"-15,-1-2 104 0,4 0-223 0,2-3-154 16,5 1-60-16,1-1-1 0,2 0 35 0,1-1-1 16,6-2-32-16,0 2-36 0,2-3-24 15,3 1-39-15,2 1-68 0,1 1-41 0,0 3-35 16,0-1-20-16,-2 2 14 0,-3 2 2 0,1 1 8 15,-5 3 1-15,-4 0 6 0,-1 3-3 0,-2 3-36 16,-5 1-17-16,-1 2-8 0,-3 3-1 0,-4 1-8 16,-2 5-5-16,-7-1-8 0,0 4-6 0,-3 3-5 15,-5-1-7-15,2 1-1 0,-5-2 0 0,0 3 1 16,3-5-2-16,-1 3 3 0,3-5-3 0,0 0-4 16,2-2-3-16,3-1-4 0,1-3-2 0,2-1-2 15,3 2 0-15,-1-1-1 0,8-1 1 0,-1-2-1 16,4 1 1-16,1-1-1 0,4 0 0 0,2-3 0 15,2 1 1-15,2-1-1 0,2-2-5 0,2-1-6 16,0-3-7-16,3 0-7 0,-1-3-4 0,3 0-7 16,0-2-7-16,-2-1 2 0,0-1 2 0,0 2 4 15,-2 1 4-15,-1-2 8 0,-4 1 12 0,0 2 4 16,-2 0 5-16,-3 0 3 0,1 3 1 16,-3 2 0-16,-2 0 0 0,1 3 1 0,-2 2 0 15,0 1 0-15,0 3 0 0,1 0 1 0,-1 2-1 16,0 2 2-16,3-2 0 0,-3 4-2 0,1-2 3 15,4 0 1-15,-2-2 0 0,0-1-3 0,2-1 1 16,-2-2 0-16,0-3 0 0,1-1-1 0,0-5 2 0,2 0 1 16,-3-5 0-16,0-3 2 0,0-3 3 15,0-2 5-15,-1-4 5 0,0-2 1 0,0-3 0 16,0-2 1-16,-1-3-2 0,-3-2-5 0,1 0 2 16,-1 0 0-16,-1-1 0 0,-2 1 0 0,-2-1-1 15,-2 2-1-15,-4 3-6 0,1-3-4 0,-4 2-2 16,-1 3-2-16,-4-1-1 0,1 4 1 0,-3 1 0 15,0 4 0-15,0 2-1 0,-1 5 6 0,-2 3 2 16,2 5 1-16,1 3-8 0,-1 5-12 0,-1 4-26 16,2 2-68-16,0 1-70 0,0 3-132 0,1 0-186 15,1 2-301-15,4-2-318 0,-2 0-241 0,3 0-116 16,1 1 402-16,3-3 578 0</inkml:trace>
  <inkml:trace contextRef="#ctx0" brushRef="#br0" timeOffset="85454.54">30972 17046 114 0,'4'-4'646'0,"0"0"425"0,-1 3 127 15,-2-2-119-15,1 0-416 0,0 3-242 0,1 0-98 16,2 0-52-16,1 6-30 0,2-1-19 0,0 1-23 16,1 1-46-16,4-1-51 0,0 0-15 0,2 0-8 15,0-2-8-15,2 0-6 0,0-2-4 0,1 0-7 16,0-4-25-16,0 0-13 0,1 0-8 0,-2-4-20 15,1 0-74-15,-2-2-79 0,-2-2-159 0,-3-1-288 16,0-1-314-16,-2 2-353 0,-2-1-204 0,-4-1 95 16,-3 2 644-16</inkml:trace>
  <inkml:trace contextRef="#ctx0" brushRef="#br0" timeOffset="86504.48">18456 11434 27 0,'1'5'494'0,"1"2"447"15,-2-2 229-15,2 2-34 0,-2-3-349 0,1 3-260 16,-1 0-96-16,5 1-48 0,-4 4-40 0,1-2-41 16,1 4-42-16,-1 0-50 0,1 2-73 0,0 0-61 15,0 1-29-15,1-1-18 0,-3 3-11 16,5-3-5-16,-3-2-6 0,0 3-4 0,1-4-2 15,-1 2-1-15,-2-4-4 0,3 1-10 16,-3-3-49-16,-1 0-66 0,0-1-103 0,-3-1-177 16,0 0-301-16,0-5-331 0,-2-1-290 0,-3-1-170 15,4-1 272-15,-3-6 639 0</inkml:trace>
  <inkml:trace contextRef="#ctx0" brushRef="#br0" timeOffset="86703.81">18334 11365 65 0,'-1'-4'586'0,"-1"0"441"0,2 2 160 15,2-2-100-15,-2 3-381 0,3-1-327 0,3 2-184 16,-2 0-98-16,5 0-44 0,3 0-21 0,2-1-11 16,2 1-5-16,2-1-2 0,4-1-3 15,-2-1-1-15,2 2-2 0,4-2-2 0,-3 1 2 16,1 1-3-16,-2-2-1 0,0 3-15 15,-4 0-51-15,-2 0-99 0,-4 3-146 0,-2 2-295 16,-2 2-262-16,-7 0-222 0,2 2-38 0,-4 3 283 16,-2-2 410-16</inkml:trace>
  <inkml:trace contextRef="#ctx0" brushRef="#br0" timeOffset="86923.39">18373 11815 68 0,'2'16'516'0,"1"-3"341"0,0-1 159 16,1-2-30-16,0-3-387 0,1 1-293 15,3-2-113-15,0-3-51 0,1 0-29 0,3-1-18 16,2-2-7-16,0-4-3 0,3 2-40 16,-1-3-21-16,3-1-7 0,0 0-15 0,0-1-67 15,-2-2-142-15,-1 3-309 0,0 0-252 16,-2 1-227-16,0 3-129 0,-1-1 191 0,-2 6 438 15</inkml:trace>
  <inkml:trace contextRef="#ctx0" brushRef="#br0" timeOffset="93955.35">20122 15793 144 0,'0'2'374'16,"0"-1"177"-16,-3 1 131 0,3-2-166 0,0 0-151 15,0 0-38-15,0-2-13 0,2 2-4 16,-1-1-6-16,-1 1-22 0,5 0-37 0,-5 0-69 15,0 0-55-15,1 0-43 0,-1 0-33 16,2 0-22-16,-1 0-14 0,1 1-5 0,1-1-4 16,1 2-3-16,0-2 1 0,1 3 31 0,2-2 36 15,0 1 17-15,1 0 6 0,0 0 1 16,0 1 4-16,5 0-33 0,-4-1-5 0,4 0-3 16,-4 1 2-16,4-2 1 0,1 0-4 0,1 0 1 15,-2-1-20-15,4 0 3 0,-2 0-2 16,0 0 0-16,2-1-1 0,-3 1 1 15,3-1 1-15,-1 0-16 0,0-2-5 0,-1 1-4 16,0 2 0-16,0-4-4 0,-2 2 0 0,0 0-2 16,1-1-1-16,-2 0-3 0,0-1-3 15,1 1 4-15,-2-2 0 0,1-1-5 0,0 1 0 16,0-1 2-16,-1-2 1 0,0-1-3 0,2 1 1 16,0 1 4-16,-2-4 4 0,1 1-4 15,1-1 4-15,-2 1 0 0,3-2-2 0,-2-1-2 16,0 1 0-16,-2 1 1 0,1-2-1 0,0 2 1 15,-2 0 0-15,1-1 2 0,1 1-3 16,-3 0 0-16,1-1-1 0,-1-2 1 0,3-1-3 16,-3 1 1-16,2-2 3 0,-1 0-1 15,-1-4 3-15,0 1-1 0,-2-2 0 0,3-2-1 16,0-1-6-16,-1-3-2 0,-2 0 2 0,1-1 3 16,2-2 7-16,-5-2 1 0,3-3 7 15,0 0 3-15,-2-2-5 0,0 0-3 0,-2-2-4 16,2 0-1-16,-2-1-4 0,0-2-2 0,1 1-1 15,0 0-1-15,-1-2 0 0,0 1 2 16,1-1-6-16,-1-1 2 0,0 2 6 0,0 0 3 16,0 0-2-16,-1 0 0 0,1 1 9 0,3 1-3 15,-3-1-2-15,1 0-1 0,-3 0-2 16,2-4 2-16,1 0-3 0,1-2 3 0,-4 1-5 16,2-1-2-16,2 0 4 0,-2-1-6 0,0 0 2 15,0-2 0-15,2 2 5 0,-2 2 1 16,2-1 2-16,-2 2 3 0,2 0 0 0,-2 0-1 15,2 2-3-15,-4-1-1 0,3 0-2 16,-1 1 0-16,0-1-5 0,0 1 0 0,0 0 3 16,3 1-4-16,-3-2-1 0,2 2 0 0,-1 2 6 15,0-1 2-15,1 3-1 0,0-2 2 0,1 1 1 16,-1 1 2-16,1 3-2 0,1-1-3 16,-1 1 1-16,2 1-1 0,0-1 1 15,-4 2-2-15,3 0 4 0,-1 2 1 0,2-3-3 16,-2 5-1-16,-1-1 2 0,2 1 1 0,-3 3-3 15,1-2-6-15,-1 6 6 0,0-2 0 0,-1 4 0 16,-2 2 0-16,1 3 19 0,0 4 42 16,-1 0 31-16,-1 3 25 0,0 2 6 0,0 0 1 15,0 4-20-15,0-3-32 0,0 1-29 16,0 2-19-16,0 0-12 0,2 0-5 0,-2 1 0 16,0-2-2-16,2 2-1 0,-2-1-7 0,0-1 5 15,0 2-1-15,0-2-3 0,0 1-1 16,0 0 2-16,0 2 0 0,0-1 3 0,0 1 0 15,0 0 0-15,0 0 1 0,0 1-1 16,0-1 1-16,0 4-2 0,0 0 2 0,0 2 1 16,1 2 1-16,-1 0 2 0,0 5 2 0,0 0-1 15,0 2-3-15,0 2 4 0,0-1-1 16,0 4-2-16,2-1-4 0,-1 1 1 0,-1 0 1 16,0 1-3-16,0-2-2 0,2 1 2 15,-2 3-1-15,0 0 0 0,0 1-1 0,0 1 0 16,0 3-2-16,0-2 2 0,0 3-3 0,0 0-2 15,0 4-1-15,0 0 0 0,0-1 4 0,0 3 2 16,3 0 2-16,-3 3 7 0,0 1 2 16,1-1-1-16,-1 1-3 0,0 0 2 0,2-2 1 15,-1 1-6-15,1-2 0 0,1-2-2 16,-1 1 2-16,1-1-7 0,0 1 0 0,1-2 3 16,0-1-3-16,1 0-3 0,-1 0 1 0,1-3 2 15,0 2-3-15,0-1-2 0,0-2 5 0,1 0 4 16,-2-2 1-16,1 1-1 0,0 1 3 15,0-2 3-15,0 0-1 0,0 2-2 0,1 0 1 16,-3 2 0-16,2-2 1 0,-2 0 0 16,2 1 1-16,-4 0-1 0,4 2-5 0,-2-3 0 15,3 0 0-15,-3 2-2 0,1-4-1 0,0 4 3 16,0-5 0-16,-1 1-1 0,0 0-3 0,0-2 0 16,2 0 0-16,-2 1 0 0,2-4 1 15,-4 2 3-15,2-3 1 0,-1 4 3 0,0-4 0 16,-1 1 0-16,-1 0-2 0,2-1 2 15,-2 1 1-15,2-2-2 0,-2-2-1 0,0 4-3 16,0-4 2-16,0 0-1 0,0 1 0 0,0-5 0 16,0 4 2-16,1-2 0 0,-1 2 3 0,0-2-1 15,2-2-2-15,-1 2 0 0,2 0 0 16,-1 2 3-16,-2-2-5 0,0 2 0 16,1-1 3-16,-1 1-3 0,2 0 0 0,-1 2 0 15,-1-3 1-15,0 0-1 0,0 2 0 0,0 1-1 16,0-2-2-16,0 3-2 0,0-1-1 15,0 0-1-15,0 0 3 0,2 0 4 0,-2 1 0 16,2-1 1-16,-2-1 2 0,0 0-2 0,1 0-4 16,-1-2 0-16,0 0 2 0,2-1-3 15,-2-2-1-15,1 2 4 0,1-3 3 0,-2 1-2 16,2-3 0-16,-1 2 0 0,-1-2 2 0,2 2-2 16,0 0-3-16,-1-2 3 0,-1 3-1 15,3-3 1-15,-3 1 0 0,5-1 0 0,-4 1 2 16,2-1-3-16,-1-2 1 0,1 3 0 0,1-4 3 15,-3 2-3-15,2-2-2 0,2 1 2 16,-2-1 0-16,3 1 2 0,-1-1-2 0,-2 0 0 16,2 2 0-16,2-3-3 0,-3 2 2 15,2-2-1-15,1 2 0 0,-1-2 1 0,1 1 0 16,-3-3-1-16,6 1-2 0,-4-2 1 0,2 0-1 16,-2 0 4-16,4-3 0 0,-2 2 0 15,1-2 1-15,-1-2 0 0,1 2-1 0,-1-1-1 16,1-1-1-16,0 1 2 0,-1 1-1 0,-2-2 2 15,2 1 0-15,1 1 3 0,-1 0-2 16,0 0 1-16,2 1 1 0,-1 1 0 0,-1-2-1 16,0 1 0-16,1 1-2 0,-1-2-1 15,0 1-2-15,2-1-1 0,-1 0 2 0,1 0-2 16,0 0 3-16,-1 0 1 0,0 0 0 0,3-1 3 16,-2 1-1-16,2-2 0 0,-1 2-1 15,3 0 2-15,-3 0-1 0,4 0-1 0,-2 0 0 16,3 0-2-16,0 0 2 0,1 0-4 0,1 0 2 15,1 0-2-15,-2-1 0 0,2 1 1 16,1-2 3-16,0 1-1 0,0-2 0 0,2 1-1 16,-3 0 0-16,3 1-1 0,-1-2-3 15,0 2 0-15,-1-1 2 0,2 1-1 0,-1 1 1 16,-1-3-1-16,2 3 1 0,-1-3-1 0,0 1-1 16,1 1 2-16,-2 0 0 0,-1-1 2 0,3 0 0 15,-1-1 3-15,-2 0 1 0,1 2-3 16,2-2 3-16,-2 2-2 0,2-3 0 15,0 2-1-15,-3-1-1 0,1 2 4 0,2 0-4 16,-2 1 1-16,2-1 0 0,0 1-1 0,-2 0 3 16,2 0-3-16,2 0 1 0,0 0 1 0,-3 0 2 15,2 0 0-15,-1 0-2 0,1 0 0 16,-1 1 0-16,0-1-1 0,0 0-2 0,0 0-2 16,2 0 1-16,-1 0-3 0,1 0 0 15,-2-1 3-15,4 1-2 0,-3 0 0 0,2-3 0 16,1 1 4-16,-2 2-1 0,3 0-2 0,-2 0 3 15,2-2 4-15,-1 2-1 0,3 0-2 16,-1 0 3-16,1 0 1 0,1 0 1 0,-5 0-4 16,5-2 2-16,0 2 0 0,2 0 3 0,-2-1 1 15,3 1 0-15,-1-1 1 0,2-1 3 16,-2 2 0-16,0-1-2 0,-1-1-2 0,1 2-1 16,-1-1 1-16,0-1 0 0,0 1-4 0,1-2-3 15,-1 0 0-15,1-1 0 0,-2 1-2 16,0 1 0-16,-1-3 1 0,1 3 5 0,0-3-2 15,-3 4 0-15,1-3 0 0,-1 1 1 16,2 0-1-16,-4 2-3 0,0-2 0 0,0 2 1 16,-4-3 2-16,4 2-1 0,-3-1 0 0,0 1-2 15,-1-2 2-15,0 2 2 0,-1-2-1 16,-2 0-3-16,0 1 0 0,-1-1 4 0,0 1-3 16,-3-4-1-16,2 3 0 0,-3-2 1 15,0 0 1-15,-3-3-2 0,1 2-1 0,2-4 3 16,-7 0-2-16,2 0-1 0,-1-2 2 15,0-1 0-15,-4-1 2 0,2-3 0 0,-2 0-1 0,1 0-1 16,-4-2 3-16,1 1 0 0,-1-1-1 16,2 1 0-16,-2 2 1 0,0 0 2 0,0 1-2 15,-2 2-1-15,2 1 3 0,0 0-2 16,0 0 0-16,0 1-1 0,2 2 1 0,-1-1-2 16,1 3-2-16,1-3 0 0,0 4-2 0,0 0 2 15,0-2 0-15,1 3 1 0,-1 1-1 16,2 0 2-16,-2 2 0 0,2-1-4 0,-1-1 0 15,1 0 2-15,0 2 1 0,1-1 0 16,1 0 1-16,2-2 3 0,-3 0 2 0,2 0-3 16,0 0 1-16,3 2 0 0,-3-1 0 0,2-1-2 15,-1 4-3-15,-1 1 1 0,1 1 0 0,-1 0 4 16,0 1 5-16,0 1 0 0,0 4 5 16,-2-1 0-16,4 2-1 0,-6-1-4 0,3 1-3 15,-2 2 0-15,0 1-1 0,2 1 3 16,-2 0 2-16,0-1-1 0,-2 2-1 15,2 0-2-15,-2 2 1 0,0-1-2 0,0 0 1 0,2 2-1 16,-2-2 1-16,0 2 1 0,0-2-1 16,0 2-1-16,1-2 0 0,1 1-1 0,-2 0-1 15,3-2-1-15,-3 1-2 0,2-1 0 16,0 0 0-16,1 0 0 0,0 0-1 0,0-3 0 0,1 1 1 16,-1 1 0-16,2-2-1 0,1 1 1 15,-2-2 1-15,2 1 0 0,-1 1-1 0,2-3-1 16,-1 0 2-16,1 2-1 0,1-1 0 0,-2 0-1 15,3 1 1-15,-2-1 0 0,1 0 0 16,-1 1 1-16,2-1-2 0,0-1 1 16,-1 0-1-16,1 1 1 0,0-1-1 0,2 1 1 15,-3-1 0-15,2 1 2 0,1-1 0 16,-2-1 0-16,2 2-1 0,3-1 0 0,-2 0 0 16,0 1-1-16,2-2-1 0,0 0 2 0,1-1 2 15,0 1-2-15,2-1 1 0,-2-1 0 0,2-1-2 16,-2-2 0-16,3 1-1 0,-2-2 0 15,2 0 1-15,-1 0 0 0,-1-2-1 0,2 1 0 16,-1-2-2-16,-1-1 2 0,2 1-1 0,-1 1 1 16,-1-2 0-16,2 2 1 0,-4 0 1 15,2-1-2-15,-2 2 1 0,3-1-1 0,-2 2 0 16,-2-1 1-16,3-1-1 0,-3 1 2 16,3-1 0-16,-2 2 1 0,-1-1-1 0,1-1 2 15,0 1-1-15,0 1 0 0,-3-2 2 16,3 1 0-16,-2-1-1 0,0 0 1 0,0 2-1 15,0-1 0-15,2 1 0 0,0-2-1 0,-1 2 1 16,-1-1-1-16,3 1-1 0,1 0 0 16,-1 0 0-16,2 0-1 0,0 0-1 0,1 1 1 15,-2-1 0-15,1 2 0 0,2-2 0 0,-1 1 1 16,1-1-1-16,0 2-1 0,-1 0 0 0,-1-2 0 16,2 1 0-16,-1-1-2 0,0 2 2 15,1-2 1-15,-5-2 0 0,4 1-1 0,-1-1 0 16,-1-1 0-16,0 0 0 0,2-1 0 15,-2-2 1-15,1 2 0 0,1-3 0 0,-4 3 0 16,4-2 2-16,-4-2-1 0,4 1 0 0,-1 1 0 16,-1-2 0-16,3-1-1 0,0 2 0 0,-1-2 1 15,1 1-1-15,0-1 1 0,2 1 0 16,-2 2 1-16,2-3-2 0,0 2 0 0,-1 0-1 16,0-1-1-16,0-1 1 0,1 2 1 15,-1-1 1-15,-2 1 0 0,1 0 0 0,0-4 0 16,-2 3-1-16,2-2 0 0,-4-2 1 15,2 0-1-15,-2 0 0 0,0-2 1 0,-1 0 0 16,0 0-2-16,-4-1 1 0,3-2 0 0,-3 0 0 16,-4-2-1-16,4 0 0 0,-4-1 2 0,-1-2-2 15,2 1 0-15,-6 0 1 0,3-1-1 16,-2 0 0-16,0 3 0 0,-2-1 0 0,1 3 0 16,-2 2 0-16,-1 1-1 0,1 3 1 15,-1 1 0-15,-1 1 1 0,0 2-1 0,2 1 0 16,-2 0 0-16,2 1-1 0,-2 3 0 0,1-3 0 15,1 4 0-15,-1-2 0 0,3 2 0 16,1-1 1-16,-2-1 0 0,3 1 0 0,-2 1 0 16,5 0 0-16,-3-1 0 0,2 2 0 0,3-2 0 15,-2 2 1-15,3 2 0 0,-2 0 0 16,3-1 0-16,1 0 2 0,-1 4-1 0,1 0 0 16,0-1 1-16,2 1 0 0,-2 2 0 0,4 1-1 15,-4 0 1-15,2 0 0 0,0 0 0 16,-1 1-1-16,0-1 0 0,0 3-1 0,-3-1 0 15,0 1 0-15,1 0 0 0,-4 1 1 16,0-2 0-16,0 2 0 0,-1-2-1 0,-2 3 1 16,-1-2 0-16,0 0-1 0,-4 0 2 0,4-1 0 15,-4 1 1-15,1-1 1 0,-1 1 0 16,-1 0 0-16,2-1 2 0,0 1-1 0,-1 0-1 16,-1 1 0-16,2-2 1 0,-1 5 0 15,3-4-1-15,-1 3-1 0,2-3 0 0,-2 3-1 16,3 0 0-16,-1-1-2 0,1-1 1 0,1 1-1 15,2-4 0-15,-1 2 0 0,0-2 1 0,1-1-1 16,2 3 0-16,0-4 1 0,1 0-1 16,0 1-1-16,-1-2 1 0,3 1 0 0,1-3-1 15,-1 3 2-15,0-1-1 0,2 0 1 16,0 0-1-16,-1-1 1 0,1 1 0 0,2 0-1 16,-2-1 0-16,1 1 0 0,-1-1-1 0,3 1 0 15,-2-3 0-15,0 1-1 0,2-1 0 16,-1-2 1-16,1-1-1 0,-3 0 0 0,1 0 0 15,1-1 0-15,-1-2 0 0,-3 0 1 0,2 0 0 16,-2-1 0-16,2 1 1 0,-2-2-1 16,2 1 1-16,-2-1-1 0,4 1 0 0,-4 0 0 15,2 1 0-15,0 0 0 0,1-2 0 0,0 1 2 16,1 0-1-16,-1 0 0 0,1-2 1 0,2-1 0 16,-1 2 0-16,0-1-2 0,1-1 1 15,0 0-1-15,-2-1 0 0,4-1 0 0,-2 1 0 16,-2 0 1-16,3-1 0 0,-3 0 0 15,2-1 0-15,-1 1 0 0,-3 0 0 0,3-1 0 16,-3-1 0-16,-1 3-1 0,0-4 0 0,0 0 1 16,-2-1 1-16,1-2-2 0,-1-2 1 15,0-1 1-15,-1 1-1 0,-1-3 0 0,2 0-1 16,-2 1 1-16,-1-1 0 0,0 4-1 16,2-2 0-16,-4 3 0 0,4 1 0 0,-2 1 1 15,-1 1-1-15,4 2 0 0,-4-1 1 16,1 3-1-16,2 1 0 0,-2 1 0 0,1 1-1 15,1-1 1-15,0 3 0 0,-3 2 0 0,4-2 1 16,-4 3 1-16,1 0-1 0,1 0 0 0,-2 2 1 16,-1 0-1-16,3 0 0 0,-1 1-1 15,-2 1 1-15,1-1-1 0,-1 1 0 0,2 0 0 16,-2 0 0-16,1 0 1 0,-3 3 0 0,1-2 1 16,-1-2-1-16,2 4 0 0,-4-1-1 15,1 1 1-15,2 3 0 0,-4-3-1 0,2 2 1 16,-2 0 0-16,1 0 0 0,-1 1-1 0,1 1 0 15,-3 1 0-15,3 0 0 0,-1 0 1 16,-2 0 1-16,1-1-2 0,1 4 2 0,-1-4-1 16,1 3-1-16,1-1 1 0,-1-1 0 15,2 2 1-15,-1-1-1 0,2-1-1 0,-1 2 1 16,2-3-1-16,1 1 0 0,-1 1 0 0,1-1 0 16,3 0 0-16,-2-2 2 0,1-1-1 15,2 2 0-15,-1-4 1 0,1 1 0 0,-2 3-1 16,3-4 1-16,1 0 0 0,-1 1 0 15,0-1-1-15,1-1 0 0,0 0 0 0,0 0-1 16,-1-1 1-16,3-1 0 0,-3 0 0 0,1 0 0 16,-2-4 0-16,1 2 0 0,1 1 0 15,-1-2 0-15,-1-1 0 0,1 0 0 0,1 0 1 16,1-1 0-16,-1 1 0 0,-1-3 0 16,-1 1 0-16,2 2 0 0,1 0 0 0,-1 0 0 15,-1-2-1-15,2 2 1 0,-2-2 0 0,3 2 0 16,-4-1-1-16,3 0 0 0,1 1-1 0,-4-2 0 15,2 1 0-15,1-1-2 0,-1 1 2 0,-3-1 0 16,0 1 1-16,3-1-1 0,-2 1 1 16,0-1 1-16,-1 2 0 0,0-1-1 0,2 1 0 15,-4 1 0-15,1 1-1 0,1-1 0 0,-2 1 1 16,-1 1-1-16,3 1 0 0,-3 0 0 16,0 2-1-16,1-1-2 0,-1 3-2 0,0-2-4 15,0 1-3-15,3 3-4 0,-3-3-7 0,0 2-10 16,3-2-21-16,-3 1-35 0,2 3-65 0,-4-3-64 15,2 0-79-15,-4-1-139 0,0 1-214 16,-3-1-277-16,2-1-213 0,-3 0-196 0,0 0 27 16,-3-1 460-16</inkml:trace>
  <inkml:trace contextRef="#ctx0" brushRef="#br0" timeOffset="95141.35">30146 14133 49 0,'0'-5'541'0,"2"2"431"0,0-1 189 0,1-1-76 16,0 3-370-16,3-3-310 0,2-2-166 0,2 3-86 16,2-3-41-16,2 2-16 0,2-1-10 15,5 2-17-15,-2-1-20 0,2 2-16 0,-3 1-10 16,4 2-7-16,-2 0-3 0,-2 4 1 0,-2 2-1 16,2 1 7-16,-6 1 10 0,1 5 19 0,-4 1 15 15,-2 1 11-15,-2 3 7 0,-5 0-5 16,-4 2-11-16,1 0-19 0,-3 1-17 0,-2 1-12 15,-1-2-7-15,1-2 5 0,-2 0 10 0,2-4 4 16,-1-1 2-16,2-2 1 0,3-2 1 0,0-2-10 16,1-1-12-16,1 0-10 0,2-2-2 0,4 2-6 15,-1 1-3-15,3-2-1 0,2 1-2 0,5-2 6 16,0-1 2-16,2 2 1 0,1-3 0 16,1 0 2-16,0 1 1 0,0 0 0 0,-3 0-2 15,2 0 3-15,-5 0 3 0,0 1 0 0,-3 0 2 16,-2 2 1-16,-3 2 2 0,-1 1 4 0,-4 0 11 15,-2 3 25-15,-3 2 18 0,-4-1 14 0,0 2 6 16,-3 1-2-16,-5 0-12 0,2 0-21 16,-3-1-18-16,0 0-13 0,0-2-10 0,4 0-3 15,-3-4-3-15,4-2-5 0,3 0-19 0,1-5-53 16,3-2-58-16,3-1-60 0,-1-5-112 16,6-2-178-16,4-4-299 0,3-1-239 0,4-2-221 15,3-3-117-15,4-1 306 0,0-2 535 0</inkml:trace>
  <inkml:trace contextRef="#ctx0" brushRef="#br0" timeOffset="95501.12">30866 14316 88 0,'12'11'587'16,"-4"2"422"-16,0 0 179 0,-1 2-68 0,-1 3-397 16,-2 0-203-16,0 2-103 0,1 1-56 15,-1-2-54-15,1 0-45 0,0-3-45 0,2-3-68 16,2-4-58-16,-1-2-44 0,2-2-21 0,2-5-13 15,-1-3-4-15,3-3-1 0,-3-4-3 0,3-5 0 16,-1-1 1-16,-3-6 1 0,2 0 2 0,-1-3-2 16,-3-5 1-16,1 2-2 0,-4-1 1 15,-2 3-3-15,-3-1 0 0,-3 1 0 0,-3 4-1 16,-5 1-2-16,0 5-1 0,-3 0 0 0,-2 4-2 16,-2 3-1-16,2 6-2 0,-2 1 1 0,2 6 2 15,-3 0 0-15,3 5 0 0,-1 0 0 16,4 3 3-16,-1 2-3 0,2-1-3 0,3 3 1 15,1 2-2-15,3 0 2 0,2-1-13 0,2 3-32 16,-1 0-55-16,4 0-51 0,-2 1-71 0,3 0-141 16,-2-2-194-16,4 1-274 0,0-2-225 0,3-3-214 15,1 1-6-15,3-3 418 0,1-4 480 0</inkml:trace>
  <inkml:trace contextRef="#ctx0" brushRef="#br0" timeOffset="95817.35">31326 14376 169 0,'5'8'489'0,"-4"1"250"0,-1 4 170 0,5 2-99 15,-4 1-176-15,1 4-133 0,1 0-91 0,-1 0-60 16,1 1-67-16,2-3-81 0,0-2-74 0,1-4-56 16,5-4-32-16,-2-1-19 0,3-5-9 15,2 0-4-15,-1-4-4 0,0-2-1 0,0-4-3 16,3-2-1-16,-3-3 2 0,1-3-2 0,-3-2 1 15,0-1 0-15,0-2 2 0,-5 0 3 0,-1-2-2 16,-2-1 5-16,-1 2-2 0,-2-1 0 16,-3 1 0-16,0 1-1 0,-6 1-1 0,0 4-1 15,0 0 2-15,-4 4-3 0,-3 1-1 0,3 4 1 16,-4 6-5-16,3 2-2 0,-2 4 2 0,2 2 0 16,0 1 1-16,3 4-4 0,-1 2 4 15,3-1-8-15,1 3-11 0,2-1-25 0,1 2-55 16,2 0-85-16,3-1-120 0,0 1-176 0,1 0-287 15,6-1-229-15,-2 0-102 0,3 1 139 0,2-2 353 16</inkml:trace>
  <inkml:trace contextRef="#ctx0" brushRef="#br0" timeOffset="96403.73">31868 14199 257 0,'3'-10'575'16,"1"0"260"-16,-1 3 128 0,0 1-193 0,-1 1-182 16,1 2-122-16,-2 2-86 0,1 2-60 15,1 2-33-15,-3 2-23 0,0 3-11 0,1 3-5 16,-1 1-5-16,-1 3-15 0,-4 1-30 0,4 3-43 15,-6 0-44-15,3 4-38 0,-1-1-25 0,-2 2-13 16,0 2-7-16,0 2 0 0,2-3-5 0,-1 1-2 16,3-2-3-16,-2-1-4 0,1-4-5 0,2-3-5 15,2-2 0-15,0-2-3 0,2-1 0 16,-1-5 0-16,4-2 1 0,-1-1-2 0,1-1 1 16,0-4 0-16,2-2-1 0,2-2-1 0,-1-4 0 15,0 1 1-15,1 0 1 0,0-3-1 0,3 2 2 16,-3-3 1-16,2-1 0 0,0 0-6 15,-1 0-4-15,2-2-1 0,0 3-1 0,-3-1-1 16,4-1-1-16,-4 2 6 0,2-1 3 0,-1 1 1 16,-2 1 1-16,-2 0 0 0,2 1 2 15,-5 3-1-15,2 0 1 0,-4 2 0 0,1 1-1 0,-2 3-1 16,0 0 0-16,-3 4 0 0,3 0-1 16,-4 3 1-16,3 1-1 0,-2 2-1 0,-2 3 2 15,4-1 0-15,-1 3-1 0,1 2 7 0,1 3 14 16,1 1 4-16,1 1 4 0,1 1-1 0,3 0 2 15,0-4-7-15,2 2-11 0,5 1-5 0,-2-1-2 16,3 0-1-16,4-2 0 0,2-1-2 0,-1 1 2 16,3-2-2-16,2 1 0 0,-2-3 0 0,5-1-1 15,0 0-1-15,0-4-1 0,1-1-1 16,1-1-7-16,-3-1-12 0,3-5-39 0,-2 0-71 16,-5-3-92-16,0 0-185 0,-3-2-290 0,-5-3-330 15,-2 1-335-15,-6-4-184 0,-8 2 202 0,-7-3 707 16</inkml:trace>
  <inkml:trace contextRef="#ctx0" brushRef="#br1" timeOffset="111785.37">20192 15741 102 0,'0'0'291'0,"0"0"127"16,0 0 66-16,0 0-138 0,0 2-132 15,0-2-89-15,0 0-44 0,0 0-22 0,0 0-8 16,0 0-8-16,1 0-4 0,-1 0-2 0,0 0-6 16,2 0 0-16,-2 0 2 0,1 0 4 0,-1 0 10 15,0 0 10-15,0 0 8 0,0 0 10 16,2 0 10-16,-2 0 1 0,0 0-4 16,0 0-14-16,0 0-8 0,0 3-17 0,2-3-12 15,-2 0-11-15,0 1-8 0,0-1-6 0,1 1-3 16,-1-1-3-16,0 0 0 0,2 1 0 0,-1-1 0 15,1 3-1-15,0-3 1 0,1 0 1 16,-2 0-1-16,3 0 0 0,2 0 4 0,-2 0 0 16,0 0-1-16,0 0-1 0,1 0 5 15,0 0 41-15,3 0 35 0,-2 0 21 0,0 0 8 16,-1 0 2-16,3 0-1 0,-2 0-37 16,1 0-31-16,-1 0-16 0,1 0-12 0,-1 0-4 15,1 0-5-15,0 0-2 0,-1 0-4 0,1-3-2 16,0 3 0-16,-2-1 0 0,2 1 1 15,-3 0-1-15,1-1 2 0,0 1-2 0,3 0-2 16,-4 0 1-16,1 0-2 0,-2 0 3 0,2 0-2 16,0 0 0-16,1 0 2 0,-3 0 4 15,0 0-1-15,2 0-2 0,-2 0-1 0,1 0 5 16,-1 0-2-16,0 0-1 0,0 0 1 16,2-1 0-16,-2 1 0 0,0 0-3 0,0-3 2 15,0 1-2-15,1 2 3 0,1 0 3 0,-2-4-3 16,3 3 0-16,-3 0-1 0,0-1-1 0,2-1-1 15,-2 2-1-15,4-2 1 0,-4 1 0 16,3 1 1-16,-2-1 1 0,0 1 0 16,1-1-2-16,-1 0 0 0,1 1 1 0,-2 1-1 15,2 0 2-15,-1-2-2 0,-2 2 0 0,3-1 0 16,-2 1 1-16,-1-1 1 0,1-1-2 0,-1 1 1 16,1-1 4-16,0 1 0 0,1 0-2 15,0-1-2-15,-1 0 2 0,0 1 1 0,0 0-1 16,0-3-2-16,2 1 2 0,-2 0 2 15,2-1 0-15,1 1-2 0,-1-1 20 0,0-1 11 16,0 1 1-16,1 0 7 0,0 0-2 0,-1-1 3 16,1 2-20-16,-1-1-13 0,0 1-4 15,0-2-5-15,1 2 1 0,-2-1-2 0,0 1-2 16,0-2 4-16,0 3-1 0,1-3 2 16,-4 2-3-16,2 0 4 0,3-3-2 0,-3 4-4 15,-1-3 2-15,1 2 0 0,1-2 0 0,-3 1-1 16,2 0 4-16,1-2-3 0,-3 2 1 15,2-4 1-15,2 1 2 0,-4-1 23 0,2 1 25 16,2-2 13-16,-1-2 10 0,0 0 2 16,0 1 3-16,-1-2-22 0,2 1-27 0,1-2-11 15,-2 1-8-15,0 1-4 0,0 0-7 0,1 0 4 16,-2 1-1-16,2-1-1 0,1 1-3 16,-1-1-2-16,-2 0 1 0,4 1 0 0,-2 0-1 15,-2-1-2-15,3 1 4 0,-2-1-1 16,0 3 0-16,0-2-2 0,0-1-1 0,1 3 2 15,-4-1 3-15,2 1 0 0,2 1 5 0,-2 0-3 16,2-3 4-16,-4 5-1 0,2-4-3 0,1 3 0 16,-1-1-2-16,0 0 4 0,0-1 3 15,2 0-3-15,-1 0 0 0,0-3 4 0,1 1 2 16,-1-2-4-16,0-1 1 0,0 0-3 16,2-2 3-16,-1 2-2 0,-2-1-5 0,1 1 4 15,0-1-1-15,0 2 0 0,-3 1 0 0,2 0-4 16,1 2 2-16,-2-1 2 0,0 2-4 15,0 0 0-15,-1 1-1 0,-1-3 1 0,2 3 0 16,-1 0-1-16,3-1-2 0,-3-1 2 16,1 1 1-16,1-3 0 0,-1 2 0 0,1-2 1 15,0-1 3-15,1 0 0 0,0-1-4 0,0-3 0 16,0 2 0-16,0-1 0 0,1-2 0 16,-2 1 0-16,2-1 0 0,1 0 0 0,-3 1 0 15,1 1-2-15,0-2 0 0,0 2 1 16,-1 2 1-16,0-2-3 0,0 3 2 0,2 1 1 15,-4-4 0-15,2 5-3 0,-1-2 0 0,1 0 4 16,-1 0 0-16,-1 2 0 0,1 0 30 16,1-1 16-16,1 0 9 0,-3 1 3 0,2 1 0 15,-1-2 1-15,2 1-21 0,-2-1-18 16,1 0-8-16,-1 0-4 0,1-1 2 0,0 0-2 16,-1-2-3-16,1 1-1 0,-1-2 0 0,-1 1 0 15,2 1-2-15,-1-2-3 0,1 0 1 0,-3-1 1 16,1 1-2-16,-1 1-2 0,0-1 2 15,0 0 1-15,0 2-1 0,0 0 0 16,0 0 1-16,0-1 3 0,0 2-4 0,0-1-3 16,0 1 5-16,0 1-2 0,0 0 0 0,0 0-3 15,0 0 2-15,0 1 0 0,0-3 1 0,3 2 0 16,-3-3 0-16,2 1 0 0,1-2 0 16,-1 0-1-16,1 0-1 0,0-1-2 0,1 0 3 15,-3 1 1-15,2-1 0 0,3 1 1 16,-4-2-2-16,1 2 1 0,-1 0-1 0,-1 0 0 15,-1 2 0-15,2 0 0 0,0 1 1 0,-2 2-2 16,1 1 0-16,-1-1 0 0,2 0-1 16,-2-1 0-16,1-2 3 0,1 1-1 0,0-1-1 15,-2 0 0-15,1 0 3 0,1-3 0 16,-1 1 1-16,1-1 3 0,0 1 3 0,-2-2-3 16,2 1 1-16,0-1-4 0,0 0-2 0,-2 0-1 15,1 0-1-15,-1-1 0 0,2-1-1 16,-2 2 3-16,1-2 0 0,-1 2 0 0,0 2 0 15,0-1 3-15,0 0-1 0,0 3 0 16,0-4 0-16,0 4-1 0,0 0-2 0,0 0-1 16,0 0 1-16,0 2 0 0,0-1 0 0,0 2 2 15,0 0 1-15,0-2 0 0,0-1-2 16,0 0-4-16,0-2 2 0,0 2-1 0,0 0 2 16,0 0 0-16,-1-2 1 0,1 0 1 15,0 0 0-15,0-2 0 0,0 2-3 0,0-2-1 16,0 0-2-16,0 2 4 0,-2-1-3 0,2 1 0 15,0 3 3-15,-1-2 2 0,1 3-1 0,0 1-2 16,0 0 0-16,0 3-2 0,0-3 1 16,0 3 0-16,0-1 7 0,0 1 2 0,0-1-1 15,0-1 1-15,0 0-2 0,1-1 2 16,-1-2-6-16,2 0 0 0,-1-2 4 0,-1-3-2 16,2 3 0-16,0-4-2 0,-2 0 1 0,0 3 0 15,0-3-2-15,0 1 1 0,0 3-1 16,0-2 1-16,0 2 0 0,-2 3-1 0,0 0-1 15,1 2 1-15,-1 1 4 0,2 0-1 16,-1-1-1-16,-3 1 0 0,4-1-1 0,-2 0-1 16,0 0-3-16,0-1 0 0,2-1 4 0,-3 1 2 15,3-1 0-15,-1-4 0 0,1 2-2 16,-2-2 1-16,0 0-2 0,2 0-2 0,0 2-2 16,0 1 4-16,0 2 2 0,-1 0-2 15,-1-1-1-15,2 3 4 0,-1-3 0 0,1 4 3 16,-2 0-3-16,2 1 0 0,-2 0 1 0,2 0-2 15,-1 2-1-15,1-3-1 0,-2 3-2 16,2-3 1-16,-2 1 2 0,2-2-2 0,0-1-3 16,0-3 0-16,0 0 2 0,0 0 1 0,0 2-5 15,0 1 5-15,2-2 0 0,-2 2 2 16,0-3-4-16,0 1 3 0,2 1 0 0,-2 1 1 16,1 1 2-16,-1 2 1 0,0 0-2 15,0-2-1-15,0 3 1 0,0 0-1 0,0 2-2 16,0-2-1-16,0 1 3 0,0 2 1 0,0-3-1 15,0 2 3-15,0-1-1 0,0 1-1 16,0-2-1-16,-1 1 4 0,1-1 1 0,-2-1-3 16,2-1 2-16,0-1-2 0,0 0-2 15,2-1 0-15,-2 3 0 0,0-1-2 0,0 1 0 16,0 0-1-16,1-1 2 0,-1 0 1 0,0-1 0 16,2-1-1-16,0-1-2 0,-1 1 3 15,-1 2-3-15,2 0 2 0,-1-1-1 0,1 2 0 16,0-1 3-16,-1-1-1 0,1 1-2 15,-1 1 0-15,1-2 2 0,0 2-1 0,-2-3 2 16,2 3 1-16,-2-1-2 0,0-1-2 0,2 2 2 16,-2 0 3-16,0 0-3 0,0 2 0 15,0-1 0-15,0 2 3 0,0 0-1 0,0-1-2 16,0 2 0-16,0 0 4 0,0-1-1 16,0 2-3-16,0-1-1 0,0-3-1 0,0 1 0 15,0 2-3-15,0-2 4 0,0 2-1 0,2-1 2 16,-2-2 1-16,0 2-2 0,1-2 1 0,-1 3-3 15,2-3 3-15,-1 3-1 0,-1-3-5 16,2 2 5-16,0 0-2 0,-2 0 1 16,1 1-1-16,-1-1 0 0,0 2 2 0,2-2-2 15,-1 3 2-15,-1 0 0 0,0 0-1 0,0-2 1 16,0 2 1-16,0 0-2 0,0 0 1 0,0 0 0 16,0 0 1-16,0 0-1 0,0 2 1 15,0-2 1-15,2 0 3 0,-2 4-2 16,0-1 0-16,0 2 0 0,0 0 0 0,2-1 1 15,-2 2-2-15,0-2 3 0,0 2 0 0,0 0 0 16,0-1 0-16,1 2-3 0,-1-2 1 0,0 3-1 16,2-1 0-16,-2 0-1 0,1 1-2 15,-1 1-1-15,0-1 2 0,2 2 0 0,-2-2 0 16,2 2 1-16,-1-2 1 0,2 3 0 16,-1-2 0-16,-2 1 2 0,1-1-1 0,2 1-2 15,-1-2 2-15,0 3 0 0,-1-1 0 0,-1 0-2 16,3 1 2-16,-1-1-1 0,0 2 1 15,-2-2-2-15,1 2 0 0,3 0 0 0,-3 1-3 16,1-1 1-16,-1 1 0 0,4 0 1 16,-4-1 1-16,1 2 4 0,-1-1 4 0,3 1-4 15,-3-1 0-15,1 1 0 0,-1-1-1 0,1-1-1 16,0 2-1-16,-1-2 3 0,3 0 0 16,-4 0-2-16,1-1-2 0,1-1 1 0,-1 2 1 15,-1-1-4-15,5-2 2 0,-5 2-1 16,1 0 1-16,1 0 2 0,-2-1-3 0,1 2 1 15,-1-1-1-15,0 2 0 0,2-3-3 0,-2 2 3 16,2 3 2-16,-2-4 2 0,1 1 0 16,-1 1 3-16,0 1-2 0,2-1-2 0,-2 1-2 15,2 1 0-15,-2-2 0 0,0 1 2 0,1-1-1 16,-1-1 0-16,3 0-1 0,-3 2 0 16,2-2-1-16,0 0 1 0,-1 0-1 0,-1 0-2 15,3-3 3-15,-1 3 1 0,1 0 2 16,-2-2 1-16,1 1-2 0,-1-1-1 0,3 0-1 15,-4 0 0-15,1 1-2 0,1-3-2 16,0 3 4-16,-2-1 3 0,1 2 0 0,-1 1-1 16,0-3 2-16,0 2 3 0,0-1-3 0,0 2 2 15,0-3-3-15,0 0 3 0,0 2-3 0,-1-1 1 16,1 0 0-16,0-2-2 0,0 1 0 16,0-1 4-16,0 0-1 0,0 0-1 0,0-2-3 15,0 3 0-15,0-2 3 0,1-2-2 16,-1 1-1-16,0-1 1 0,0 1 1 0,2 1-1 15,-1-1-2-15,-1-1 0 0,0 3 0 0,0-1 1 16,2-1 0-16,-2 3 0 0,2-3-2 16,-2 1-1-16,0 0 0 0,1 1 2 0,-1-2-3 15,0 1 3-15,2 1 2 0,-2-4 1 16,0 3-1-16,0-1-3 0,1-1 2 0,-1 0-1 16,0 1 0-16,0-1 1 0,0 0 1 0,2 1 1 15,-2-1-2-15,3 2 2 0,-3 0-1 16,0-2-2-16,1 2-1 0,-1 0 0 0,0-1 1 15,2 1-1-15,-1 0 0 0,-1 0 3 16,0 0-2-16,0 1 3 0,2-1-3 0,-2 1 0 16,0-1 2-16,2 0-3 0,-1 0 1 0,-1-1-1 15,0 1 1-15,0-1 0 0,0 0 0 16,0 0 0-16,0-1 4 0,0-1 0 0,0 2 1 16,0-2 0-16,2 0-2 0,-2 3-1 15,0-4 1-15,0 4-2 0,0-2-3 0,0 0-1 16,0 1 2-16,0 1 2 0,2-1-2 0,-2-1 1 15,0 0 4-15,0 0 1 0,0 1-5 16,0 1 1-16,0 0 0 0,0-1 1 0,0 2 3 16,0 0 9-16,0 0 3 0,0 1 2 15,0-2 3-15,0-1 1 0,0 1-7 0,0 1-8 16,1-2-1-16,-1 1 0 0,0 1-7 0,0 0-1 16,0 1-1-16,0-2 2 0,0-1 0 15,0 3-3-15,0-3 3 0,0 2 6 0,0 0 1 16,0-1 3-16,0 3 5 0,0-3 0 0,0 0 2 15,-1 1-3-15,1-2-8 0,0 2-1 16,-2 1-1-16,2 1-4 0,-2-1 0 0,1 3 2 16,-1-3 3-16,0 1-4 0,2 1 0 0,0-2 0 15,-3 1 3-15,3 2 1 0,-1-1-2 16,1 2 4-16,-3-4-1 0,3 2 1 0,-2 0-5 16,2-3-2-16,0 1 2 0,-1-2-4 15,1 0-1-15,0-1 1 0,0-1-1 0,0 0 2 16,0-2-2-16,0 1 1 0,0 1 2 0,0 0 1 15,0 0 2-15,0 1 0 0,-2 1 4 16,2 0 4-16,0 1-3 0,0-2 3 0,0 2-4 16,0 0 2-16,0-2 0 0,0 4-3 0,0-2-1 15,0 1-4-15,0-2 0 0,0 1-1 16,0-1-1-16,0-1-2 0,2-1 2 0,-2 1-1 16,0 0 5-16,0-2-1 0,0 1-1 15,0 0-2-15,0 0 2 0,0 1-1 0,0-1-1 16,0 1-1-16,-2 0 1 0,2 3 3 0,0-3-5 15,-1 1 4-15,1-2-2 0,0-1 1 16,0 2 0-16,0 0-2 0,0-2 5 0,0 1-1 16,0-2-2-16,0-1 0 0,0 0-2 15,0 0 0-15,0 0 1 0,0-1 1 0,0 0 0 16,0 2 0-16,0-3 1 0,0 2-1 16,0 0 1-16,0 3-1 0,0-4 1 0,0 4-2 15,-2-1-2-15,2 2 3 0,-2-1-3 0,2 1 0 16,0 1 3-16,-1-1 0 0,-1-1-1 15,2 2-2-15,0-1 3 0,0-1 0 0,0 1-5 16,0-1 0-16,0-2 2 0,0 2 0 0,-1-2-3 16,1-1 4-16,0 2 3 0,0-2 1 15,0 0 2-15,0 0-1 0,0 0 1 0,-2 0 0 16,0-1-6-16,2 3-1 0,0 0-2 16,-1 1 0-16,1 1 0 0,-2-3 1 0,0 2 4 15,1-1 0-15,-1 1 3 0,2 0 1 0,-1 2-1 16,1-2 1-16,-3 1-4 0,3-1 0 0,-2 0 4 15,2-2-2-15,0 1 0 0,-1 1 1 16,-1-4 2-16,2 3-2 0,0-3-2 0,0 2 1 16,0-2 0-16,0 2-2 0,-1-2 0 15,1 2 0-15,0-2-1 0,0 3-1 0,-2-1 2 16,0 2-1-16,2 0 1 0,0 0 3 0,0 0 2 16,-1 0-3-16,-1 3 0 0,2-5 1 15,0 5-2-15,0-2 1 0,0-1-2 0,-1 0 0 16,1 0 0-16,0-2 0 0,0-1-2 15,0 2 0-15,0-3 1 0,0 2-4 0,0-2 2 16,0 2 0-16,0-1 2 0,0-2 0 0,0 2 1 16,0-2 2-16,0 1 0 0,0 1 0 15,0-1 0-15,0 0-2 0,1 1 1 0,-1-1-1 16,0-1-2-16,0 2-1 0,0 1 1 16,0-1 0-16,0 2-1 0,0-3 3 0,0 1 3 15,0 2-1-15,0-2 1 0,0 0-1 0,0 0-2 16,0 1 1-16,0 0 1 0,0 1-5 15,0 0 2-15,0-1 2 0,0 0 5 0,0 1-5 16,0-3-2-16,0 3 3 0,0-3 0 16,0 2-3-16,0-2-3 0,0 0 1 0,0 1 2 15,0-2-1-15,0 1-3 0,0 0 6 0,0-1 1 16,2 2 0-16,-2-2-2 0,0 1 2 16,0-1 2-16,0 1-5 0,1 1 1 0,-1-1-3 15,0 0 4-15,0 1 0 0,0 0 1 16,0 1 0-16,0 0-2 0,0 0 6 0,0 1-4 15,2-1 1-15,0 1-3 0,-2-2 0 0,0 2 0 16,0-3-1-16,1 2-1 0,-1-2 0 0,0 2-1 16,0-3 0-16,0 2 1 0,0-2 0 15,0 2 2-15,0-1 0 0,0 1-2 16,0-2 1-16,0 2 1 0,0-1 0 0,2 1 1 16,-1 0-2-16,-1 0 1 0,0 1 1 0,0-1 1 15,0 0-4-15,0 2 1 0,0-2 1 0,2 2 3 16,-2 2-3-16,3 0 0 0,-3-1 3 15,0 2-2-15,0-2-1 0,0 0 1 16,1 1 0-16,-1-1 0 0,0-2-1 0,2 1-1 16,-2 0-1-16,1-1-4 0,-1-1 4 0,0 0-2 15,2 0 2-15,0-1 2 0,-2 3 0 0,0-3 5 16,0-1-3-16,1 2-1 0,-1-1 0 16,0 2-1-16,0-3 2 0,0 2-3 0,2 0 1 15,0 1 3-15,-2 1-3 0,0 1 1 16,1 0 0-16,-1 1 0 0,0-1-1 0,0 0-2 15,2 0 2-15,-1-1 0 0,-1 2 0 0,0-1-1 16,2-1-3-16,-2-1 0 0,2 2-2 16,-1-1 0-16,-1 1 4 0,2 0-2 0,-2-2 6 15,1 2 0-15,-1-1 1 0,0-1 0 16,2-1-3-16,-2 1 2 0,3 0-2 0,-3-2 1 16,0 2 1-16,1 1-2 0,-1-3 1 0,0 2-3 15,2 0 1-15,-1 0 1 0,-1 1-4 16,0-2 2-16,0 0 0 0,2 1 0 0,-2-1-3 15,2 0 0-15,-1 1 3 0,-1 0-1 16,2 2-3-16,0-3 2 0,-2 1 5 0,0 0-1 16,1 0 3-16,-1 1-2 0,0-3 8 0,2 2-3 15,-2 0-3-15,1-1-3 0,-1 0-2 0,0 1 2 16,2 1-2-16,0-1 2 0,-2 1 2 16,1 1 3-16,1-2-1 0,-1 1-2 15,-1 1 1-15,4 0-3 0,-4-1-1 0,2 1 1 16,-2-1 1-16,4 1-1 0,-4 0-3 0,1-1 2 15,-1-1 2-15,2 2-4 0,-1-1-1 0,-1-2 5 16,2 1 5-16,0 0-1 0,-1 3 0 16,-1-3 2-16,2 1-2 0,-1-2-5 0,1 3 0 15,0-1 0-15,-1-2-2 0,-1 2 2 16,3 0-2-16,-3-1 2 0,2-1-3 0,-2 0 2 16,3 1-2-16,-3-2 2 0,3 2 3 0,-1-2 1 15,-1 0 2-15,-1-1-2 0,3 1-2 16,-3-1-1-16,2 2-1 0,0-2-1 15,-1 1 0-15,2 0 1 0,-3 1 1 0,2-2-1 0,0 1 1 16,-1-1 0-16,1 2 0 0,0 0-4 16,-1-1 4-16,1 0 1 0,-1 0 0 0,4 0 1 15,-4 3-2-15,1-2 4 0,1 2-5 16,0 0 1-16,-1-1 1 0,1-1-5 0,-1 2 4 16,1-2 0-16,-1 2 1 0,1-3 2 15,-2 1 0-15,4 0 2 0,-4 0-6 0,4-2 1 16,-3 3 0-16,1-1-3 0,-2-2 0 0,3 1 0 15,-3 1 6-15,3-2-7 0,-3 2 2 16,2 0-1-16,2 0 1 0,-4-1-1 0,2 3-1 16,1-3 4-16,-3 2-2 0,1-2 2 0,0 0 0 15,-1 1 0-15,2-2 0 0,-1 2 3 16,0-1 2-16,-1-1-5 0,-1 1 3 0,2-1 0 16,-1-1 0-16,1 2-2 0,1 0-1 15,-3-2 1-15,1 1-3 0,-1-1 0 0,2 1-1 16,-1 1 2-16,1-2 0 0,-2 2 1 0,2-1 2 15,-1-1-4-15,1 1 0 0,0 1 2 16,-2-2 0-16,1 1 0 0,1-1 0 0,-1 2 3 16,1-1-1-16,0 0-3 0,-2 1-3 15,1-2 4-15,1 1 0 0,-1 1 1 0,-1 0-2 16,2-1 3-16,0 1 1 0,0-2-6 0,-2 1 2 16,4 1 0-16,-3-2 4 0,1 1-6 15,-1 1 1-15,3-1 3 0,-3 1-4 0,1-1 2 16,-1 1-2-16,1-1 4 0,0 0-1 15,-1 3-2-15,-1-4 2 0,3 2-1 0,-1 2-2 16,0-2 5-16,2 1 21 0,-1 1 10 0,-1 2 8 16,1-2 6-16,-1 1 5 0,-1-2-6 15,2 2-21-15,1-3-7 0,-3 1-13 0,2 1-7 16,-1-1-1-16,0 1-2 0,-1-1 2 16,4 0-2-16,-4-2 2 0,1 2 2 0,-1-2 1 15,1 1 0-15,0 0 5 0,-2-1-2 0,0 0 3 16,1-1-2-16,1 2-1 0,-1 0 2 0,-1-2-2 15,0 2-2-15,4-2-1 0,-4 3 5 16,1-2-8-16,-1 0 0 0,4-1 1 0,-4 1 0 16,1 2 1-16,1-3-2 0,-1 2 1 15,2 0-1-15,-1 1 5 0,-1 0 4 0,1-2-5 16,-1 2 3-16,1-1-3 0,0-1-2 0,-2 1-10 16,0 0-15-16,1-1-17 0,-1-1-38 15,-1 1-104-15,-3-1-179 0,1 2-290 0,2-2-263 16,-4 2-253-16,1-2-112 0,-1 0 323 0,-2 0 514 15</inkml:trace>
  <inkml:trace contextRef="#ctx0" brushRef="#br1" timeOffset="121551.03">21548 15570 96 0,'3'0'319'0,"-1"0"159"16,0 0 129-16,-1 0-140 0,1 0-148 15,-1 0-125-15,-1 0-67 0,4 0-32 0,-4 0-20 16,0 0-21-16,1 0-16 0,-1 0 10 16,0 0-6-16,2 0-14 0,-1 0-14 0,-1 0-5 15,0 1 2-15,2-1-7 0,1 2 0 16,0-1 59-16,-1 1 45 0,1 1 16 0,-2-2 7 16,3 2 3-16,0 0 4 0,0 0-44 0,-3 1-7 15,4 0-3-15,-2-2-5 0,3 1 1 0,-3 1-4 16,2-1-9-16,-2 0-28 0,1 0-17 15,1 0-3-15,-2 0-5 0,3 0-5 0,-2 0-2 16,1 0 3-16,-1 0 43 0,0 1 26 16,1-1 17-16,3 0 5 0,-5 2 4 0,2-2-3 15,-2 0-40-15,0-1-26 0,2 2-18 0,-2-2-4 16,2 2-9-16,-1-2 1 0,0 1-5 16,-3-1 0-16,2 2 2 0,2-4-2 0,-2 4 0 15,2-4-2-15,-2 4 1 0,3-2 2 16,-2-1 2-16,0 2-3 0,1-1 1 0,2-1-2 15,-3 1 0-15,1 0-2 0,1-1 2 16,-1 2-1-16,1-1 0 0,-1-1 1 0,0 0-1 16,3 1-1-16,-2-1-15 0,-1 1-8 0,1-1-8 15,-1-1 1-15,3 1-1 0,-4 1-5 16,1-2 17-16,2 0 10 0,-1 0 11 0,-1 0-1 16,2 0-2-16,0 0 5 0,-1 0 0 0,2 0-2 15,0 0-2-15,-2 0 2 0,2 0 1 16,-1 0-1-16,0 0 0 0,1-2 0 0,0 2 1 15,0-1-1-15,0 1 0 0,0-1 0 16,0-1-2-16,0 2-2 0,1-1 1 0,-1-2 2 16,2 2 0-16,1-1 1 0,-3-1 2 0,1 0 6 15,-1 0-3-15,1 0 2 0,0 0-1 0,-1 1-4 16,1-2 1-16,0 4 1 0,-2-2 0 16,1 0-3-16,3-1 2 0,-3 2-2 15,0 0-1-15,0 0 0 0,1-2 1 0,-1 3 0 16,0-2 2-16,3 2 3 0,-3-2 2 0,1 0-4 15,-1 2-1-15,3-1 53 0,-1 0 37 0,1-1 18 16,1-1 10-16,0 2-2 0,0-1-3 16,-1 1-45-16,0-2-34 0,2 0-19 0,0-1-10 15,-4 1-4-15,5 1 3 0,-3-1-5 16,2 0 0-16,-2 0 1 0,0 0-2 0,2 2 0 16,-2-3-2-16,1 1 2 0,0 0-2 0,0 2-1 15,1-1 3-15,-4 1 1 0,5-2 0 16,-2 3-2-16,-1-2 4 0,1 2-1 0,1 0-5 15,-2-2 1-15,3 2 1 0,-2 0-1 16,1 0-2-16,-1 0 2 0,2 0 2 0,-3 0-2 16,0 0 3-16,3 0 1 0,-3 0 1 0,3 0-2 15,-2 0-1-15,0 0-2 0,1-3-2 16,0 3 0-16,1-1 1 0,-2 0 2 0,1 0-1 16,1-2 3-16,-2 1 3 0,3 0-1 15,0 0-3-15,-2 0 2 0,2-1 0 0,0 0-3 16,-2 0 0-16,1 0 1 0,1 0 4 0,-1-1-5 15,0 1 0-15,-1 1 2 0,3 0-4 16,-5-1 2-16,3 2-2 0,-1 0-1 0,1-1 10 16,-1 0 6-16,-1 1 2 0,1 1 1 15,0 0 4-15,-3 0 5 0,3 0-12 0,-2 0-6 16,0 1 1-16,0-1-2 0,1 2-10 0,-2-2-3 16,2 0 5-16,-3 0-1 0,4 0 0 15,-4 0-1-15,1 0 6 0,1 2 3 0,0-2-5 16,1 1-2-16,-2-1-1 0,1 0-1 0,1 1-1 15,-2-1 2-15,1 2 1 0,0-2 4 16,0 0-2-16,1 0 6 0,-2 0 1 0,2 0-6 16,0 0 3-16,-2-2-4 0,1 1 2 0,1 0 2 15,0-1 20-15,-3-1 16 0,3 2 7 16,0-1 5-16,-3 0-1 0,5-1-2 0,-2 0-20 16,-2 2-11-16,2-2-8 0,-1 2-3 15,1-3 0-15,-1 2-1 0,-1-1 2 0,2 1-6 16,0 1 4-16,-3-2 0 0,4 1 1 0,0 2-5 15,-3 0 2-15,3 0-3 0,-2 0-2 16,3 2 1-16,-1-2-2 0,0 3 7 0,-1-1-6 16,0-1 5-16,0 2-2 0,-1 1-2 15,0-2-1-15,-1 0-3 0,-2 0-1 0,-2-1-1 16,3 1 1-16,-2-1 5 0,-3-1 1 0,1 2-1 16,0-2 4-16,3 0-2 0,-5 0 3 15,0 0-2-15,0-2 32 0,1 2 25 0,-1-1 13 16,2-1 10-16,-4 1-2 0,2-2 0 0,2 2-29 15,-1-3-22-15,0 2-14 0,1-2-10 16,-4 2-4-16,4-3-3 0,-2 5 1 0,2-4 0 16,1 2 0-16,-1 0 0 0,0 1 2 0,-1-1-2 15,1 1 3-15,2-1-1 0,-3 2-2 16,-1-1 0-16,4-1-4 0,-4 2 1 0,0-1-2 16,0 1 0-16,0 0 0 0,-1 0-26 15,0 1-45-15,-1 1-43 0,-1-2-111 0,0 1-185 16,-1 2-301-16,-1-1-276 0,0-1-237 0,-2 1-140 15,0-2 329-15,1 1 558 0</inkml:trace>
  <inkml:trace contextRef="#ctx0" brushRef="#br1" timeOffset="128451.64">23763 15511 18 0,'3'3'242'0,"-1"-1"140"0,0 0 125 0,-1 1-69 16,1-3-143-16,0 1-116 0,-1 0-73 0,1-1-47 15,-1 0-18-15,3 1 9 0,-3 2 7 16,1-3 1-16,1 0 21 0,0 0 28 0,0 2 18 16,2-2-11-16,-4 0 27 0,4 2 23 0,0-2-2 15,-2 0-27-15,4 0 20 0,-1 0 8 16,-2 0-21-16,1 0-30 0,0 0-15 0,1-2 28 16,0 2-11-16,2-2-8 0,-3 2-8 0,2-3-1 15,-1 2-2-15,2 1-33 0,-4 0-11 16,1-1-2-16,2 1 0 0,-1 0 26 0,0 0 14 15,-1 0 9-15,1 1-11 0,-1 0-8 16,0 2-9-16,0-1-30 0,1 0-15 0,-2 0-12 16,3-1-7-16,-2 0-5 0,1 1-1 0,2-1 0 15,-2 1-1-15,1-1 0 0,1 1 0 16,-2-1-2-16,3-1 2 0,-2 0 4 16,2 2-2-16,-2-2 2 0,2 2 1 0,-1-2-1 15,-2 0 3-15,2 1-4 0,1-1-2 0,-1 1 0 16,-1-1-3-16,-1 2 3 0,2-2-3 0,-2 0 3 15,1 2 0-15,-1-2 0 0,-1 1 3 16,2-1-3-16,-2 0 1 0,2 0-2 0,-1-1 1 16,2 1 2-16,-4-2-1 0,3 0-1 15,-2 1 2-15,1 0 2 0,2-1-2 0,-4 0-2 16,3 1-1-16,-2-1 5 0,1 1-8 0,1-1 0 16,0 1 1-16,0-1 2 0,-3 1 1 15,4 1 0-15,-3-1 1 0,4-1 0 0,-4 0 1 16,2 0 0-16,1 2-3 0,-2-3-3 0,0 2 4 15,0 1 0-15,1-1 0 0,-1 0 0 16,0-2 1-16,1 3 5 0,-3 0-2 0,1-2-2 16,0 2-1-16,0 0-1 0,-1 0 1 15,1 0-2-15,-2 0 0 0,2 0 2 0,-2 0 0 16,1 0 2-16,0 0-2 0,1 0 0 0,-1-2 0 16,0 0-1-16,1 2 1 0,-1-2-2 15,1 0-2-15,0-1 5 0,3 0 0 0,-4 2-2 16,1-2 0-16,2 0 0 0,-3-1 2 15,1 1-2-15,1 1-1 0,-3-1 3 0,2 1-5 16,0 0 3-16,-2 0-4 0,2 0 1 16,-2 1 3-16,2 0 0 0,-1-1 3 0,0 0 1 15,0 1 1-15,0-1-4 0,1 1-2 0,-2-1-3 16,3 2 2-16,-2-1-2 0,1-1 2 0,0 1 4 16,2 1 1-16,-3-1-3 0,2 1 1 15,-1-2 0-15,0 2 2 0,0 0-3 0,0-2 0 16,-1 2 4-16,1 0-4 0,-1-2-1 0,0 2 0 15,1 0-2-15,-4 0 1 0,2 0 1 16,1 0 3-16,-3 0 3 0,2 0-3 0,-1 0-1 16,0 0-1-16,0 0 2 0,2-3-5 15,-4 3-3-15,1 0 3 0,1 0 2 0,-2-1 1 16,1 1 0-16,-1 0 2 0,4 0-1 0,-4-1 1 16,1 1 1-16,1-1-2 0,-1 1-2 15,3 0-4-15,-3-3 4 0,1 3 1 0,-1-2-1 16,3 2 0-16,-2 0 1 0,2 0 0 15,-3 0-1-15,2-2-2 0,1 2 2 0,-3 0 1 16,1 0-1-16,-1 0 2 0,3 0-1 16,-3 0 2-16,-1 0 0 0,3 0-1 0,-3 0 0 15,2 0-1-15,0 0 1 0,-2 0 2 0,1 0-1 16,-1 0-4-16,0 0 2 0,3 0 4 16,-3 0-3-16,2 0-1 0,-2 0 0 0,1 0 1 15,-1-2-2-15,2 2-5 0,-1 0 5 0,1 0 0 16,0 0 0-16,-2-1-2 0,1 1 3 15,1 0 3-15,-1 0-2 0,-1 0-1 0,0-1 0 16,4 1 2-16,-4 0 2 0,0-2-8 16,1 2 4-16,-1 0 3 0,0-1-2 0,2 1-1 15,-2-2 1-15,2 2 3 0,-2-1-2 0,0-1 0 16,1 1 1-16,-1-2 2 0,2 1-5 16,-2-1 0-16,0 0-1 0,1 0-1 0,-1-1-2 15,0 1 1-15,3-2 0 0,-3 1 1 16,2 1 1-16,-2-2 1 0,0 2 0 0,1 1 0 15,1-2 1-15,-1-1 1 0,-1 3 0 0,4-2-2 16,-4 2 2-16,1-3-2 0,-1 1-2 16,3-1 0-16,-3 1 2 0,2-3 0 0,0 3-1 15,-1-2 1-15,-1 2 1 0,2-2 1 0,0 1 1 16,-1 1-1-16,-1 0 4 0,2-2-4 16,-1 3 2-16,1 0-2 0,1-2-1 0,-3 3 0 15,0-2-4-15,0 1 3 0,1-2-2 16,-1 2-1-16,0-1 0 0,2-1-3 0,-1-1 4 15,1 2 1-15,0-3 0 0,-1-3 1 16,1 3 0-16,0-3 2 0,-1 0-1 0,1 0-2 16,-1-1 3-16,3 1 0 0,-3-1 3 0,1 0-5 15,-1-1 2-15,4-1 2 0,-4 1-6 16,1-1 1-16,-1 1-1 0,1 0 1 0,0-1 0 16,-1 0 1-16,1 1 1 0,0-1 1 15,-1 1-2-15,-1 0 1 0,2 0 0 0,-1-2 0 16,1 1 0-16,0-1-1 0,-2-1 0 0,1 1-1 15,-1-2 2-15,0 1-1 0,0 0 0 0,2 0-3 16,-1 1 1-16,-1 0 2 0,0 0-2 16,2-1 0-16,-2 2 1 0,3-2 2 15,-3 0-1-15,0-2 2 0,1 2 0 0,-1-1-2 16,0 0 2-16,0 0-1 0,0 1 2 0,0 0 1 16,0 0-3-16,0 1 1 0,0 3-2 0,0-1-2 15,-1-1-2-15,1 3-3 0,0-2 2 16,0 2 2-16,-3 0-1 0,3 2 0 0,-2-1 1 15,2 1-1-15,0 0 0 0,0 3-1 16,0-1 2-16,0 1 0 0,0 2 3 0,0-1 0 16,0 0 3-16,0 0-1 0,0 0 2 0,2 0 2 15,-2 0 0-15,3-3-2 0,-3 2 1 16,0-1 1-16,1-2-4 0,-1 1-1 0,2-2 1 16,-1 0 1-16,1 1-3 0,-2-2 0 15,2 3 0-15,-2 1 2 0,1-2-2 0,-1 2 0 16,0 1 0-16,0 3 5 0,0-2 3 0,0 3-8 15,2 0 3-15,-2 1-1 0,0 0-1 16,0 1-7-16,0 2-3 0,0 1 3 0,2 1 2 16,-2 1-4-16,0 0 5 0,0 1 2 0,1-1 2 15,-1 0-2-15,0 0-3 0,3 1 4 16,-3-1-2-16,2 1-4 0,0-1 1 0,-2 0 2 16,1 1 3-16,1-1-1 0,-1 3 1 15,-1 0 5-15,4-2 5 0,-2 2 1 0,0 0 3 16,0 1 3-16,1 0 4 0,-2 1 0 0,1 2-6 15,1 0 1-15,-1 0-3 0,-1-1 0 16,1 3-5-16,0 0-1 0,1-2 1 0,-2 4 3 16,3-2 1-16,-3 2-4 0,2-2 1 0,-1 0-1 15,-1 1 0-15,2 1-5 0,-1-2 0 16,0-1 1-16,-1 2 2 0,1 0 1 0,-1-1-5 16,3 0 4-16,-3 1-4 0,1 0-1 15,0-1 6-15,1-1 9 0,-2 3 6 0,4-2 5 16,-4 0 3-16,1 2 2 0,-1-2-6 0,3-1-8 15,-3 0-5-15,1 0-5 0,-1-1-3 16,-1 0-3-16,4 0-4 0,-4-2 2 0,1 1 0 16,-1 1-1-16,4-3-3 0,-4 1 3 0,1-3 4 15,-1 3-2-15,2-1-2 0,-2-1-3 16,1-1 3-16,-1 1 0 0,0 0-3 0,2-1 1 16,1-1 1-16,-3 1 6 0,1-1-5 15,-1 0 1-15,2 0 4 0,-1 1 1 0,1 2-1 16,0-3-4-16,-2 1 5 0,1 1-1 0,-1-2-2 15,0 2-5-15,2 0 4 0,-1-1-1 16,-1 3-1-16,0-1 1 0,0-1 1 0,0 0 2 16,2-1-5-16,-2 2 5 0,2-3-3 15,-2-1-3-15,0-1 2 0,1 1 3 0,-1-1 1 16,2-3-3-16,0 2 1 0,-1-2 1 0,1 1-2 16,1-1 0-16,0-1-2 0,1 1 1 15,0-1 0-15,-3-1 2 0,3 0 0 0,0 2-1 16,0-2 1-16,0 0 1 0,2 2-1 15,-1-2 0-15,0 0-5 0,1 1 2 0,-1-1 1 16,2 0 0-16,0 1-2 0,0-1 1 0,1 2 2 16,0-2 5-16,-1 0 4 0,1 2-3 0,2-1-1 15,1-1 1-15,-3 0 4 0,0 1-3 16,1-1-1-16,0 2 2 0,1-1 4 0,-2 1-3 16,3-1-5-16,-1-1 2 0,-2 1-2 15,2 1 0-15,0-2-3 0,0 0 3 0,0 0 1 16,0 0-2-16,1 0-4 0,2 0 3 0,-4-2 33 15,4 1 39-15,3 0 16 0,-3-1 10 16,2 1 4-16,0-2-2 0,2 0-29 0,-3 0-33 16,3 0-15-16,-1-2-11 0,2 1-7 15,0 0-2-15,-2-2-2 0,2 2 1 0,-2-1-4 16,1 1 0-16,-1-2-1 0,1 2 0 0,-1 1-2 16,0-2 1-16,-2 2 1 0,3 0 1 15,-2 1 0-15,0 1 2 0,0 1 0 0,0 0-2 16,-2 0 0-16,1 1 0 0,1 1 0 15,-3-1-4-15,2 1 4 0,-1 0 21 0,1-1 12 16,-1 1 5-16,3-2 4 0,-2 0 1 0,2 0-2 16,-2 0-17-16,2 0-9 0,-2 0-5 0,3-2-4 15,0 1-2-15,0-1-1 0,-1 0-1 16,3 1 0-16,-2-2-2 0,-1 2 1 0,3-2-1 16,-3 0 1-16,2 0 1 0,0 0-2 15,-1 0 2-15,4-2 0 0,-4 2 0 0,2-1-2 16,0-1 1-16,0-1 1 0,1 1-2 0,-2-1 0 15,3 1 0-15,-1-1 3 0,-2 0-1 16,0 1-2-16,-1 1 3 0,0-1-3 0,-3 3 0 16,2-2 0-16,-5 2-1 0,1 2 2 15,-4-2-2-15,2 2 3 0,-4 2 0 0,2-1-1 16,-3 0 1-16,0 1-2 0,-2 1 2 0,0-2-1 16,0 2-1-16,0 0 0 0,1 0 0 15,-3 0 0-15,4 0 0 0,-4 2 0 0,2-2 1 16,1 1-1-16,-1-1 0 0,2 0 2 0,-4 1-1 15,6 0 1-15,-1-2 0 0,-2 3 1 16,3 0 0-16,-1-2-1 0,2 1 0 0,1 1-1 16,1-1 0-16,0 1-1 0,0-2-1 0,2 1-2 15,-3-1 0-15,5 2 0 0,-1-2 1 16,0 0 0-16,-1 1 0 0,1-1 1 0,1 0-2 16,-3 2 4-16,3-3-1 0,-2 2 0 15,0-2 1-15,-1 1-2 0,-1 1 1 0,1-1-1 16,-2 0 1-16,1 0 0 0,-4 0 1 0,3 0 1 15,-2-1-1-15,-2 0-1 0,0 0 0 16,-1 1 2-16,2 0 0 0,-1-2-1 0,-2 2 2 16,2 0-1-16,-2-2-2 0,2 3 0 0,2 0-1 15,-1-1 0-15,0 2-2 0,0-2 3 16,4 1-1-16,1 0 1 0,-2 1 3 0,3-1-1 16,2 0 0-16,0-1 1 0,2-2 0 15,-2 1-1-15,3-2 0 0,1 0-1 0,1 0 0 16,1-2-1-16,-1 1 0 0,0-2 1 0,3-1-2 15,-2 1 2-15,1 0-2 0,1-2 1 16,-4 0 1-16,4 2-1 0,-1-1 0 0,-4-1 0 16,4 1 1-16,-4-1-1 0,0 2 2 0,2-3 0 15,-3 2 1-15,1 1-3 0,-2-2 0 16,0 1 0-16,-2 1 0 0,3 0 0 0,-3 0 0 16,0-1 0-16,1 1 0 0,-5 2 0 0,4-1 2 15,-4 2-1-15,1-3 2 0,1 3-1 16,-3 3 1-16,1-3-2 0,-1 1 1 0,1 0-2 15,0 3-2-15,-1-2 0 0,-2 2 2 0,1-2 0 16,2 1 2-16,-5 0-2 0,3 0 2 16,0-1 0-16,0 0-3 0,-2-2 0 0,-2-2-2 15,2 0 2-15,-1-1-1 0,0-1 1 0,-2-2 4 16,0-1 2-16,0 1-1 0,-2-2 0 16,0 0 1-16,0 1-2 0,-2-1-2 0,0 1 1 15,0 0-1-15,0-3 0 0,0 3-1 16,-1 0 0-16,2-1-1 0,1 2-2 0,-4-2 2 15,3-1 0-15,-1 0 1 0,1-1 1 0,-3-2 0 16,3 2 0-16,-1-5-1 0,0 2 1 16,-1-2-1-16,1 0 0 0,-2-2 0 0,1 1 1 15,0 0 1-15,0-2-2 0,0 1-1 0,-1-2 2 16,3 4-1-16,-3-2 0 0,1 2-1 16,2 0 1-16,-4-2-1 0,4 1-2 0,-2 0 3 15,1-2 0-15,0-1 0 0,2-2 2 0,-1 3 0 16,1-5 1-16,0 1-2 0,0 0-2 15,0 0 2-15,0 0-2 0,0-1-2 0,0 2 2 16,1-1-1-16,1-1 2 0,0 0-2 16,-1 2 1-16,2 0 1 0,-1 2 0 0,2-2 1 15,-1 3-1-15,1-2 1 0,-1 4-1 16,0-2 0-16,-1 1 0 0,1 3 0 0,-1-2-2 16,-1 1 2-16,1 2 1 0,-1-4-1 0,1 3-1 15,0-5-1-15,0 3 1 0,-2-2 1 0,0-1-3 16,0 3 5-16,0-1-2 0,0 3 1 15,0 1-1-15,0 1 1 0,0 1-1 0,0 3 0 16,0 1 0-16,0-1 0 0,0 4-1 0,0-1-1 16,2 2 1-16,-1 0 0 0,-1 0 0 15,0 0 0-15,2 0 1 0,0 2-1 0,-1-2 1 16,-1 2 0-16,2-3 1 0,0 2 0 16,1-4-1-16,-3 3 0 0,3 0 0 0,-1-4 2 15,1 2-2-15,0-1 1 0,1 2-1 0,0 0-1 16,-1-1 1-16,-2 2 0 0,3 0-3 0,-4 2 2 15,0-1 1-15,0 2 0 0,1-1 3 16,1 2-2-16,-1 1 3 0,1 1-1 0,0 1-1 16,-1 2-1-16,-1 0-3 0,2 1 2 15,-1 3 0-15,3-2 0 0,-3 4 2 0,2-1 0 16,0 1-1-16,0 2 1 0,-1-1-3 0,1 2-2 16,-1 0 0-16,1 2 3 0,-1-1 1 15,1 3 0-15,-1-1 0 0,1 2 0 0,-2-1 2 16,4 2-2-16,-2 1 2 0,0-2 0 0,0 3-1 15,0 0 2-15,2-1-5 0,-1 1 1 16,-1-1-1-16,-2 1-3 0,5-1 2 0,-4 0-1 16,1 0 2-16,-1-1 1 0,1-1-2 15,-1 2 3-15,1-1 0 0,-2-2-1 0,3 1 0 0,-3 3 0 16,1-3 0-16,-1 1 7 0,4 1 3 16,-4-2 1-16,2 1 2 0,1 0 1 15,-3-1 0-15,3-2-7 0,-1 0-2 0,2-1-2 16,-2 0-1-16,0-2-1 0,1-1 0 0,1-1-1 15,-2-1 0-15,2-2 1 0,-2 1 0 0,1-2-1 16,-1 0-1-16,2-1 0 0,-3 0-1 16,2 1 1-16,-1 1 1 0,-2-1 0 0,3-2-1 15,-1 3 1-15,-2-2 0 0,3 0 1 16,-3-1-1-16,4 2 1 0,-2-1 1 0,2 1 1 16,-2 0-2-16,-2-2-1 0,3 1 0 15,-3-2-1-15,2 1-1 0,1-2 1 0,-3 1 0 16,1-3 0-16,0 1 0 0,-1-1 0 0,1-2 1 15,-1 3 1-15,-1-3-1 0,3 1 0 16,-3 1 2-16,2-2-1 0,-2 1 0 0,1-1-1 16,1 1 0-16,-2-1 0 0,1 1 0 0,3-1-1 15,-1 2 0-15,2-1-1 0,-2 3 3 16,2-2 0-16,2 2 0 0,1 0 0 0,0-1 1 16,0 1 0-16,3 0-1 0,-1-1-1 15,4-1 0-15,-3 0-1 0,2 0 2 0,1-1-1 16,-1 1 0-16,2 1 0 0,-2-1 1 15,1 0 0-15,0 0-1 0,-2 0-2 0,2 0 2 16,-3-1 0-16,0 2-1 0,0-2 1 0,-1 1 0 16,-1-1 1-16,-1 2-2 0,0-4 1 0,-3 4 1 15,1-2 0-15,0-1-1 0,-1 0 1 16,0 1 3-16,-1-1-1 0,0 2-3 0,0-1 0 16,0-1 0-16,0 1-1 0,1 0 0 15,-2 0 0-15,2 0 1 0,0 2 3 0,-1-1-1 16,4 0 1-16,-2 1-1 0,2 1 1 0,1 0 2 15,0 1-3-15,0-1 3 0,3 1-2 16,-2 0 0-16,2 1-1 0,-1-1 0 0,3-2-1 16,-3 3-2-16,1-1-1 0,3-2 0 0,0 0 1 15,0-1-1-15,-1-2 1 0,0 3 0 16,2-4 1-16,0 1 0 0,-2-1 0 0,0-1-1 16,1 1 1-16,-1 0 1 0,-1-2 0 0,0 2 0 15,-1-2 1-15,-3 2 0 0,2 0-1 16,-3 2 1-16,-1-2 0 0,1 2-1 0,-1 1 0 15,-2-2-1-15,1 2 2 0,-2 0-1 16,1 0-1-16,-2 0 0 0,1 0 2 0,1-1-2 16,-4 0 1-16,3 2-2 0,-1-3 1 0,0 3-1 15,0-2-1-15,1 0 2 0,-1-2-1 16,3 2 2-16,-3-1 0 0,0 0 1 0,0 1-2 16,2-2 0-16,0 1 0 0,1 2 0 15,2-1 1-15,-2-1 0 0,1 3 2 0,1-2 0 16,1 2-3-16,1 0 2 0,-2-3-2 0,2 2 0 15,2 0-1-15,-3-2 1 0,4 1 1 0,-2 0-3 16,-2-2 2-16,4-2 1 0,-4 0-1 16,0 1 2-16,0-2 0 0,-1 0-1 0,-4 0-1 15,1-1 1-15,-1 0-1 0,-1-1-2 16,-2 0 0-16,-1 1 1 0,0-1 2 0,-1-1-1 16,1 4 1-16,-2-3 1 0,1 1-1 0,-1 3 1 15,2-2-3-15,-2 2 0 0,2-1-1 16,2 1-1-16,0-1 1 0,-1 1 0 0,1-2 2 15,-1 1 1-15,4 1-1 0,-4-3 2 0,2 1-2 16,1 1 0-16,-1-1-1 0,0-1 1 16,0 0 1-16,1 0-2 0,-1-1 1 0,0 1 1 15,1-2-1-15,-1-2 0 0,2 1-1 0,-1-1-1 16,-1 1 1-16,2-3-2 0,-2 3 1 16,0-3 1-16,1 2-1 0,0-2 0 15,-1 1 0-15,2-1 2 0,-2 0-1 0,-2-1 0 16,3 1 0-16,-1-2 0 0,-2 2 1 15,3-2 0-15,-4 1 1 0,2-1 0 0,-2 1 0 0,2 2 1 16,-2-1-1-16,0 0-1 0,0 0 0 16,0 2-1-16,0 0 1 0,0 1-1 0,0-3-1 15,0 3 1-15,0 0 0 0,0-2 3 16,2-1-2-16,-1 0 0 0,1-1 1 0,-1 0-2 16,3-3 2-16,-3 1-2 0,2-2 1 0,1-1 0 15,-1 0 0-15,2 0 3 0,1-1-1 0,-2 0 1 16,3-2 2-16,-1-1 0 0,2 1 1 15,1-2 1-15,-1-1 1 0,4 1 1 0,-2-1-1 16,3-2-1-16,0 2 2 0,0 0-2 16,-2 0-1-16,1 1 0 0,-1 1 0 0,1-1-2 15,-2-1 0-15,2 3-1 0,-3-2 0 0,2 1-3 16,-3 3 0-16,0 0 0 0,0 1-1 16,-4 1 1-16,0-1 0 0,-3 3 0 0,1 1 1 15,-2-1-1-15,-2 1 1 0,1 0-2 0,-3-1 1 16,3 2-1-16,-4 0 2 0,1 1 0 15,-3 1 0-15,2 0 1 0,1 1-1 0,-1 0 1 16,0 4-1-16,1-3 1 0,0 5 0 0,1-3 0 16,2 3 0-16,-3 0-1 0,4 0-2 15,-1 1 0-15,1 1-1 0,0 0 1 0,0 1 1 16,1 1-1-16,-1 0 1 0,4 0 0 16,-4 3 0-16,1-3 1 0,2 3 1 0,-1-2-2 15,0 4 0-15,-1-1 0 0,-1 0-1 0,3 0-1 16,-1 3 1-16,-1-1 1 0,1 2 1 0,-1-2 1 15,-1 4 0-15,2-2 0 0,0 0-1 16,-1 2 1-16,2 0-1 0,-1 0 2 0,0 2-2 16,-1-3 1-16,3 2-1 0,-1-1-1 15,-2 1 1-15,4 1-1 0,-2-2 0 0,-2 3 0 16,3-2 1-16,-1 2 0 0,-2 0 0 0,3 2-1 16,-3-2 0-16,1 3 1 0,0-1 0 15,1 1-1-15,-2 2 0 0,-1 1 0 0,2 0-1 16,1 1 0-16,-2 0 0 0,1 1 1 15,-2-2-1-15,0 4 1 0,1-4 0 0,-1 1 0 16,0-1-1-16,2 0 2 0,-2 0 0 0,2-3-1 16,-1 1 0-16,-1 0 0 0,2-2 0 15,-1 0-1-15,3-1 1 0,-3-3 0 0,1 0 1 16,0-2 0-16,1-1 0 0,-2 1-1 0,4-3-1 16,-4 2 1-16,2-1-1 0,1-3 1 15,-3 1-2-15,4-1 2 0,-2 0 0 0,1-1 0 16,-3 0 1-16,2 0 0 0,2 0 0 0,-4 1 0 15,2-2 1-15,2 1-2 0,-1 1 1 16,-1-1 0-16,-2 2 0 0,3 0 0 0,0 1-2 16,0-1 1-16,2 0 0 0,-2 1 0 15,0 0-2-15,0-2 2 0,1 2 0 0,0-2 0 16,-2 1 1-16,3-1 0 0,-1 0 1 16,0 0 0-16,0 0-1 0,0 0 0 0,2-1-1 15,-2 2 0-15,1-1-2 0,2 0 1 0,-1 0 1 16,2 2-1-16,-3-1 0 0,2 0 1 0,0 1 1 15,0-2 0-15,-2 0 0 0,2-1 1 16,-1 2-1-16,0-4 0 0,0 1-2 0,-2-1 1 16,-1 0 0-16,1-1-1 0,0 0 1 15,3 2 0-15,-4-2 0 0,1 2 0 0,0 1-1 16,1-1 2-16,-1 0 1 0,4 1-1 0,-2 1 1 16,-1 0-1-16,5 0 0 0,-3 1-1 15,2 1 0-15,-2-1 0 0,2 0 1 0,0-1-1 16,0 3 1-16,0-2 0 0,0 0-1 0,0 1 0 15,0-2-1-15,-1 0-1 0,0-2 2 16,0 1-2-16,-1-2 2 0,0 0-1 0,0 0 1 16,0-2 0-16,-2 0 0 0,2-1 1 0,-3 2-2 15,2-2 1-15,-1 0 0 0,-2 2-1 16,0-2 1-16,0 1-1 0,1 0 2 0,-1 1 0 16,3 0 1-16,-2-2-1 0,0 2 0 15,3 1 0-15,-2-1-1 0,2 2-1 0,0-2 1 16,1 0-1-16,1 1 1 0,1 0 0 0,0-2-1 15,1 2 2-15,0 0-1 0,0 1 2 16,2 0 1-16,-1-1 0 0,3 1 1 0,-3 0-1 16,2 1 1-16,0 0-1 0,-1-2 0 15,-2 1 0-15,3 1-1 0,-3-1 1 0,1-2-2 16,-1 3 0-16,-2-3-1 0,0 2 0 0,-3-2 1 16,1 0-1-16,-1 2 0 0,-2-1 0 15,-1 0 1-15,1 0-1 0,1 1 0 0,-1-2 1 16,0 2 1-16,-2-2 0 0,0 1-1 0,2 0-1 15,-2 0 0-15,2-2-1 0,-1 3-1 16,0-1 1-16,0-2 0 0,1 1 0 0,-1-1 2 16,0 1-1-16,4 0 1 0,-3 0 1 0,1 0 0 15,2 0 0-15,3 2-1 0,-3-2 2 0,3 1 0 16,1-1 1-16,1 2-1 0,-1-2 2 0,3 0-1 16,0 2 0-16,-1-1 0 0,2 1-1 15,-2-2 0-15,0 2 1 0,0-2-2 0,-1 3 1 16,1-2-1-16,-4-2 0 0,1 2 1 0,-2 0-3 15,-1-1 1-15,-2 1-2 0,2-2 0 0,-2 1 0 16,-3-1 1-16,2-1-1 0,-1 2 0 0,-1-2 0 16,-2 0 1-16,-1 0-3 0,2 0 3 0,0 0-1 15,-2-2 0-15,-2 1 0 0,2-1 0 16,-2 1 1-16,2 1-3 0,-1-2 1 0,1 2-2 16,0 0-4-16,0 2-5 0,1-1-5 0,3 2-11 15,-1 0-24-15,0 1-34 0,1 0-55 0,3 2-51 16,-2-1-48-16,1-2-65 0,-1 2-103 0,0-3-123 15,2 4-183-15,-4-3-226 0,1 1-220 16,-1-2-66-16,-3-2 287 0,-2 0 440 0</inkml:trace>
  <inkml:trace contextRef="#ctx0" brushRef="#br1" timeOffset="129454.25">30791 15915 20 0,'-3'6'373'0,"-2"2"305"0,-1-3 239 16,5 1 65-16,-4-3-333 0,3 0-218 0,1 0-103 16,1-1-57-16,0-2-36 0,0 0-30 0,3-3-22 15,2-2-5-15,2-1-9 0,1-1-5 0,0-4-14 16,4 1 0-16,-2-6 14 0,3 0-9 0,0-2-13 16,1-3-25-16,2-1-8 0,0-3-8 15,1-1-24-15,-1 0-18 0,1-1-13 16,-2 0-9-16,0 3-12 0,-2 1-10 0,-1 4 3 0,-4 4 5 15,-1 2 4-15,-2 2 6 0,-1 4 1 0,0 2-1 16,-4 2-8-16,0 6-6 0,-4 5-5 0,1 3-7 16,-2 4-2-16,1 7-3 0,-1 0 0 15,-2 5-3-15,0 4-1 0,0 0 0 0,3 3 0 16,0 1 1-16,0-1 5 0,-2 4-1 0,2-2 1 16,3-2-2-16,-2 1-1 0,1-1-1 0,0-2-4 15,2-2 0-15,0-2 1 0,0-4 1 0,4-3 0 16,-1-3-2-16,2-1-16 0,1-5-33 0,-2-3-59 15,4-3-65-15,-1-1-97 0,0-5-160 0,0-4-253 16,1-3-285-16,0-2-234 0,3-3-157 0,0-5 164 16,-1 1 519-16</inkml:trace>
  <inkml:trace contextRef="#ctx0" brushRef="#br1" timeOffset="129792">31331 15852 82 0,'10'2'375'0,"-1"2"239"0,-1 0 211 15,0 5-21-15,-2 3-173 0,2 1-107 0,-4 1-68 16,3 1-62-16,-1 0-68 0,3 0-78 0,-2 1-70 16,-1-6-63-16,2 2-50 0,1-5-32 0,-2-2-12 15,3-2 7-15,0-3 8 0,0-4 10 0,1-2 4 16,0-5 0-16,0-3-6 0,-1-1-15 16,0-3-10-16,0-1-12 0,-3-3-1 0,-1 2-3 15,-2-1 8-15,0 1-2 0,-6 0 22 0,-2 1 24 16,-3 1 10-16,-2 0 5 0,-1 1 4 0,-6 0 1 15,2 1-23-15,-3 2-19 0,-1 2-15 0,-1 2-7 16,1 4-11-16,0 1-4 0,-3 5-1 16,3 2-2-16,0 3 1 0,1 3-3 0,1 5 6 15,0 1-2-15,3 1 4 0,4 3-2 0,-2 0 0 16,3 0-21-16,3 3-41 0,2-1-33 0,1 0-50 16,2 1-103-16,2-3-149 0,3 3-246 15,-1-2-244-15,8-2-224 0,0 0-109 0,3-2 247 16,2 0 444-16</inkml:trace>
  <inkml:trace contextRef="#ctx0" brushRef="#br1" timeOffset="130599.13">31993 15711 321 0,'-2'-6'630'0,"1"0"289"16,-1 1 150-16,1 2-281 0,-4-1-202 0,2 1-128 16,0 0-94-16,0 3-73 0,1 0-73 0,0 0-56 15,1 4-41-15,-1 1-4 0,2 3 6 0,-1 2-5 16,1 2 23-16,0 3 11 0,-4 2 3 16,4 2-29-16,-1 1-31 0,-2 5-19 0,1-1-32 15,0 3-19-15,-2-1-11 0,2 4-5 0,-1-2-1 16,0 2-1-16,0-2-3 0,0 0 0 0,1 2-1 15,0-5-1-15,1-1-2 0,-1-3 0 0,0-3 0 16,2-3 0-16,0-4 0 0,0 0-1 0,0-4 1 16,2-2 1-16,0-3-1 0,3-2 0 0,-1-2 2 15,1-5-1-15,2-3-1 0,3-3 0 0,-2-2 0 16,4 0 0-16,0-2-1 0,-1-2 2 0,5-1 1 16,-3 1 1-16,1-2-2 0,2 0 1 0,-1 2 0 15,1-2 2-15,1 0-2 0,1 0-2 16,-1 1 1-16,-1 1 1 0,2-2-1 0,-2 3-2 15,1 0 2-15,-3 0 1 0,3-1 0 0,-2 2-1 16,1 1 0-16,-2-1 0 0,2 1-1 0,-4 0 0 16,1 2 2-16,-4 2-1 0,1 1 3 0,-2 2 15 15,-2 2 12-15,-1 2 7 0,-4 1 3 16,-2 2 0-16,-2 4-2 0,-1 1-13 0,-2 3-12 16,-2-2-7-16,-1 6-3 0,1-1-2 0,-1 0-2 15,-3 2 0-15,3 0 0 0,-2 1-2 0,1 1 1 16,1-1 0-16,1 1 0 0,-3 1 1 0,3-3 0 15,0 4 0-15,-1-5 1 0,2 3-3 16,2-1 2-16,1-1-2 0,0-2 0 0,1 0-1 16,2-1 1-16,1 1 1 0,0-2-1 0,1 1 1 15,2-1 5-15,1 2 7 0,0-2 4 0,1 1 3 16,3-2 9-16,0 1 4 0,1-1 0 16,1 1-3-16,1 0-2 0,0 0-2 0,0 1-6 15,2 0-6-15,0-1-3 0,1 0-3 0,0 2-1 16,2-1-2-16,-4 3-1 0,6-3 0 0,-4 3-1 15,2-1-1-15,-4 1-1 0,1 1-1 0,0 0 0 16,0 0-4-16,-3 0-14 0,-2-2-37 0,0 1-78 16,-1-4-119-16,-6-1-239 0,3-1-299 0,-4-2-360 15,0-3-377-15,-4-3-117 0,0 0 476 0,-3-2 747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03:59.30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1672 1233 200 0,'-3'-3'454'0,"-2"0"234"15,2 0 192-15,0 0-134 0,0 1-126 0,-2-3-72 16,-4 2-64-16,-1-1-13 0,2 1-17 0,-1 1-69 0,3 0-67 16,-2 2-58-16,-2-2-46 0,-1 4-57 0,-2-1-58 15,1 2-34-15,-1 4-24 0,0 1-11 0,-1 1-10 16,0 5-8-16,0 2-5 0,4 5-4 0,-1 3-3 0,2 3 0 16,4 6 0-16,0 2 0 0,5 5 2 0,0 2 1 15,5 5 2-15,3 1 2 0,1 3 5 0,4-2-3 16,3 1 1-16,1-5 0 0,2-2-2 0,2-5-2 15,4-4-3-15,2-5 1 0,0-5 0 0,3-6 1 16,0-5 2-16,1-8-2 0,1-5 1 0,1-5 2 0,-1-6-4 16,0-5 0-16,-2-2-1 0,-2-6 1 15,-3-5 0-15,-1 2-3 0,-5-7 1 0,0 2-1 16,-6 0 0-16,-2-1 9 0,-7 2 2 0,0-1-4 0,-6 2-1 16,-3 1 0-16,-6 2 0 0,-1-1-8 0,-9 0-4 15,0 2 4-15,-7-3 2 0,-1 3-1 0,-2 1-2 16,-2 1-1-16,-1 3 2 0,0 3-2 0,1 6-2 0,1 4 0 15,0 3 2-15,2 5-1 0,0 5 0 0,5 3-1 16,-2 6 1-16,3 2 0 0,2 4-4 0,5 2-1 16,1 0 0-16,5 3 2 0,3-2-2 0,3 0 1 0,5-1-14 15,2 0-52-15,1 0-66 0,5-1-102 0,-2-1-160 16,7 0-281-16,1-3-316 0,4 3-264 0,5-5-162 16,1 2 220-16,4-6 557 0</inkml:trace>
  <inkml:trace contextRef="#ctx0" brushRef="#br0" timeOffset="265.35">2651 1364 121 0,'17'-16'480'0,"-9"0"379"0,-3 3 267 0,-2-1-128 16,-4 3-204-16,-4-2-98 0,-3 3-119 0,-4 2-119 15,-1 0-96-15,-3 2-63 0,-3 3-70 0,0 3-79 0,-6 3-53 16,2 3-31-16,-4 6-17 0,-1 4-14 0,-2 6-10 15,0 5-6-15,0 4 2 0,0 5-8 0,3 4-4 16,2 4-2-16,4 1-1 0,2 3 0 0,8-1-7 16,2-1 0-16,4-4-1 0,7-3-1 0,4-4 0 15,3-4 0-15,6-3-3 0,2-8-10 0,4-2-23 16,4-4-60-16,0-5-75 0,5-5-116 16,0-6-174-16,0-3-302 0,2-3-321 0,1-9-254 15,2 1-109-15,0-5 320 0,4-3 577 0</inkml:trace>
  <inkml:trace contextRef="#ctx0" brushRef="#br0" timeOffset="499.04">3040 1267 507 0,'-3'-19'1037'0,"-3"3"295"0,-4 0 16 16,0 7-322-16,-2 2-335 0,-1 3-231 0,-2 4-122 16,-3 5-79-16,1 1-85 0,-1 6-55 0,-1 5-34 15,-1 5-21-15,2 6-14 0,1 3-7 0,1 4 0 16,2 8-6-16,1 1-6 0,4 6-5 0,1 3-7 15,2-1-5-15,4 0-10 0,2 0-1 0,3-6-3 16,6-2-1-16,1-7-1 0,4-2-2 0,5-7 1 16,2-5-3-16,1-4-11 0,3-5-20 0,-1-6-50 15,1-3-69-15,0-4-89 0,-2-3-144 0,0-4-194 16,1-2-314-16,-2-2-272 0,-3-2-200 0,0-1-6 16,-3-5 449-16,1-1 503 0</inkml:trace>
  <inkml:trace contextRef="#ctx0" brushRef="#br0" timeOffset="830.98">3264 1186 254 0,'2'3'671'16,"0"3"337"-16,-1 3 130 0,-1 3-224 0,0 4-241 16,2 3-147-16,1 3-101 0,0 4-54 0,3 2-60 15,-1 2-40-15,3 2-58 0,0 0-59 0,3 4-36 16,0-1-34-16,-1 1-21 0,5 0-20 0,-2-1-9 15,4-2-8-15,-1-3-11 0,3-4-4 0,2-6-4 16,-2-2-1-16,3-6 0 0,-2-4 2 0,1-4 0 16,0-5-2-16,-1-9 2 0,-2-2 9 0,0-5 6 15,0-4 8-15,1-8 7 0,-2-1 14 0,-3-4 9 16,1-1 1-16,-1-2 2 0,-4-1-8 0,-1 2-8 16,-5-1-11-16,-2-1-11 0,0-1-9 0,-4 2-10 0,-3 1-3 15,-1 1-2-15,0 3-2 0,-2 5-2 16,0 2-2-16,-3 6-6 0,3 4-15 0,0 6-23 15,-3 4-49-15,3 5-77 0,0 5-126 0,3 4-207 0,2 2-297 16,0 5-346-16,3 4-324 0,0-1-117 0,3 1 413 16,-3 5 677-16</inkml:trace>
  <inkml:trace contextRef="#ctx0" brushRef="#br0" timeOffset="1374.72">4376 1051 139 0,'-3'-3'505'0,"0"1"303"0,-1 2 156 16,4 4-95-16,-1 0-246 0,2 3-160 0,-1 1-111 15,5 5-38-15,-2 3-4 0,4 6-18 0,-2 4-17 16,2 8-15-16,0 5-16 0,-1 3-40 0,1 5-43 0,-3 1-30 16,2 3-38-16,-3 0-36 0,1-1-19 15,-3-1-9-15,1-3-5 0,-2-5-3 0,1-7 2 16,-1-4 11-16,2-6 8 0,-2-6 9 0,0-3 5 16,0-6 0-16,-3-5-6 0,1-5-9 0,-1-6-12 15,-2-6-13-15,-1-9-1 0,2-3-4 16,-1-5-2-16,0-5-5 0,-2-3-1 0,1-5-1 15,-1-2-5-15,0-3-3 0,-3-3-2 0,4 0 4 16,-3 1 1-16,4-2-1 0,0 4 1 0,4 3 0 16,1 3-1-16,1 6 0 0,2 3 1 0,4 5-1 15,-1 2-1-15,3 5 1 0,3 2-1 0,0 3 1 16,1 3 1-16,4 1 1 0,-1 5-1 0,4 3 2 16,0 1 2-16,2 8-1 0,0-3 1 0,-3 7 1 15,3 1 0-15,-3 3 5 0,-1 3-4 0,-1 2 0 16,-3 3 3-16,-3 1 3 0,-1 4 13 0,-4 4 1 15,-3 1 8-15,-4 2 2 0,-3 3-2 0,-2 2-4 16,-4 2-10-16,-4 1-8 0,-2-1-4 0,-1 1-2 16,1-2-2-16,-3-1-2 0,-1-5-9 0,5 1-17 15,-2-7-48-15,3-3-77 0,1-6-149 16,4-4-270-16,4-4-312 0,3-5-381 0,4 0-350 16,4-2-44-16,2-1 692 0</inkml:trace>
  <inkml:trace contextRef="#ctx0" brushRef="#br0" timeOffset="1670.89">4895 1696 246 0,'12'2'1170'0,"-1"-2"537"0,-4 0-151 0,-4-2-334 15,-2 0-457-15,-2-6-283 0,1 0-200 16,-3-6-91-16,-1 1-54 0,1-3-37 0,0-6-30 16,1-4-24-16,0-4-18 0,2-3-16 0,2-6-8 15,0-2-4-15,4-7-4 0,1-2-3 0,1 0-1 16,4 0 1-16,-1 0 3 0,2 4 0 0,1 3 1 15,-1 5 1-15,-1 2 0 0,1 6 0 0,-3 6-1 16,2 5 1-16,-2 4-1 0,1 6 1 0,0 5-1 16,0 4 2-16,0 7-1 0,-1 3 1 0,-1 7 0 15,2 5 2-15,-3 4-1 0,2 4 2 0,-4 3-1 16,3 4 0-16,-4 2 4 0,3 4 1 0,-3 3 0 16,1 0-2-16,-1 2-1 0,-2 2-13 0,0 0-28 15,0-4-60-15,-1-3-82 0,-2 1-142 16,-2-5-273-16,1-2-325 0,-1-4-388 0,-1-1-311 15,1-5-14-15,-5-3 649 0</inkml:trace>
  <inkml:trace contextRef="#ctx0" brushRef="#br0" timeOffset="1845.5">5050 1753 50 0,'-12'-18'604'0,"2"2"501"0,0 0 205 16,2 3-22-16,0 5-330 0,4 0-320 0,0 3-214 15,3-1-114-15,2 3-74 0,1 0-81 16,4-2-71-16,5 1-39 0,4-2-21 0,2-1-12 15,2-2-7-15,5 0-6 0,1-1-4 0,3-1-11 16,2 1-58-16,2-1-56 0,0 0-73 0,1 2-148 16,-2 0-299-16,1 1-315 0,1 2-249 0,-1-1-199 15,0 3 80-15,-1 2 592 0</inkml:trace>
  <inkml:trace contextRef="#ctx0" brushRef="#br0" timeOffset="2110.71">5791 1075 142 0,'0'-14'877'0,"3"3"661"0,-3 3-2 16,4 4-278-16,-3 2-430 0,2 4-324 0,-1 4-184 16,1 4-122-16,-2 5-49 0,-1 6-32 0,-1 6-27 15,1 6-18-15,-3 5-15 0,1 4-15 0,1 3-11 16,-1 3-6-16,2 3-6 0,0-2-10 0,0 2-6 15,3-1-15-15,2-3-34 0,-1-3-80 0,1-5-118 16,-1-5-202-16,0-8-302 0,-2-5-364 16,-2-4-397-16,0-6-167 0,-3-7 396 0,-2-7 734 15</inkml:trace>
  <inkml:trace contextRef="#ctx0" brushRef="#br0" timeOffset="2301.05">5674 1198 175 0,'-5'-27'807'15,"1"8"466"-15,-1 3 36 0,1 3-192 0,3 4-438 16,1 5-307-16,3 2-103 0,2 4-47 0,6 1-36 16,0 1-20-16,3 0-15 0,5 2-25 0,-1 0-49 15,4 2-42-15,3-3-15 0,0 2-12 0,1 1 4 16,4 0-4-16,-3-1-34 0,3 2-64 0,-2-2-83 16,2 1-161-16,-3-1-300 0,0-1-321 0,1 2-305 15,-1-2-195-15,0-1 159 0,-3-4 628 0</inkml:trace>
  <inkml:trace contextRef="#ctx0" brushRef="#br0" timeOffset="2491.39">6363 1011 20 0,'-4'2'598'16,"2"4"721"-16,-2 3 303 0,-1 5-205 0,-2 1-407 16,2 5-369-16,-1 1-208 0,0 4-151 0,-2 4-86 15,2 4-49-15,-1 3-33 0,-2 3-26 0,1 3-24 16,3 1-19-16,0 1-15 0,1-2-10 0,2 0-10 15,2-3-12-15,3-5-18 0,0 1-32 0,2-7-74 16,0-2-108-16,-2-4-214 0,2-4-300 0,1-3-367 16,0-3-427-16,-1-1-201 0,0-4 349 15,0-2 836-15</inkml:trace>
  <inkml:trace contextRef="#ctx0" brushRef="#br0" timeOffset="2846.21">6623 1200 321 0,'0'-6'951'0,"-2"1"386"0,2 4 40 0,-1 4-190 16,-1 4-424-16,2 6-264 0,-3 1-138 0,-1 6-83 16,1 5-74-16,-1 5-64 0,2 5-32 0,2 4-28 15,2 4-18-15,2 4-13 0,4 2-11 0,2 2-11 16,2 0-8-16,4-2-6 0,2-3-7 0,1-6-4 15,6-5-3-15,0-7-5 0,2-8-4 16,3-7-4-16,0-7-4 0,0-6-5 0,0-8-1 16,0-8-3-16,-1-4-2 0,-4-5-1 0,-1-5 1 15,-2-3 0-15,-2-3 5 0,-7-3 7 16,-5 1 5-16,-3-2 8 0,-2-2 6 0,-6 0 4 0,0-2-3 16,-4 3-2-16,-1 0 2 0,-2 3 5 15,-2 1 7-15,-1 8 6 0,1 6 7 0,-1 5 4 16,-1 8-2-16,3 8-6 0,0 8-7 0,-1 7-8 15,2 10-1-15,0 6-4 0,1 9-7 0,3 3-13 16,1 5-29-16,3 2-73 0,2 2-100 0,2 4-184 16,4 1-287-16,2 0-337 0,3 3-380 0,5-5-209 15,3-3 210-15,6-5 734 0</inkml:trace>
  <inkml:trace contextRef="#ctx0" brushRef="#br0" timeOffset="3639.54">7472 1407 185 0,'-8'-8'496'16,"3"-1"290"-16,2 2 231 0,-2-1-116 0,2 2-211 15,-2 0-133-15,2 1-49 0,0 1-24 0,3 1-70 16,0 2-70-16,0-3-58 0,0 4-44 0,-1-1-63 16,1 1-60-16,0-1-38 0,0 1-22 0,0 1-11 15,1 0-5-15,-1 4-2 0,3 2-2 0,0 4 0 16,0 3 3-16,2 5 1 0,-2 5-4 0,1 5-2 16,-1 4-8-16,0 6-7 0,-3 4-9 15,2 4-5-15,-4 2-6 0,2 4 1 0,-3-2 5 16,1-2 2-16,2-4 1 0,-1-4-2 0,-1-7 0 15,2-4-5-15,2-10 1 0,-1-2 4 0,-1-5 3 16,2-6 4-16,1-3 1 0,0-8 1 0,2-4-2 16,-1-6-5-16,0-7-4 0,0-3-3 15,1-8-2-15,0 0-2 0,1-4-1 0,-3-3 0 16,2 1-1-16,-2-1 0 0,-1-3 1 0,1 3 1 16,0 2 0-16,-3 0 2 0,2 6 0 0,1 3-4 15,-1 4-4-15,-1 4-2 0,1 4-1 0,1 4-1 16,0 4 3-16,0 7 8 0,2 4 3 0,1 6 2 15,2 7 3-15,1 7 2 0,1 4-4 16,1 7-5-16,0 5-3 0,-1 5-2 0,1 4 3 16,0 4 0-16,-2 0 0 0,3 1 3 0,-2-3 2 15,3-5 1-15,0-5-4 0,-2-7-2 0,3-6-1 16,0-7 1-16,-1-6 4 0,1-6 1 0,-3-6 3 16,2-8 1-16,-2-7 1 0,-1-7 1 0,0-8 0 15,0-3 1-15,-2-7 2 0,-2-3 2 16,-1-3 3-16,1-2 0 0,-4-1-1 0,-2-2-2 15,-2-2-2-15,-1-2-6 0,-3-1-5 0,-2-1-3 16,0-2-2-16,-2 1-2 0,-2 2-3 16,1 3 2-16,-2 5 1 0,2 5 0 0,3 7-6 0,3 7-13 15,-1 4-22-15,3 10-32 0,3 4-75 0,0 6-112 16,5 7-206-16,1 4-293 0,2 3-344 0,5 9-408 16,-1 3-182-16,4 4 338 0,1 3 783 0</inkml:trace>
  <inkml:trace contextRef="#ctx0" brushRef="#br0" timeOffset="5733.85">6624 4989 317 0,'10'-12'879'0,"-4"-4"357"0,-3 5 24 16,-3-1-158-16,-1-2-327 0,-3 4-232 0,-3-1-148 16,-1-1-72-16,-4 0-53 0,-3 1-77 0,-1 2-57 15,-3-2-41-15,-1 2-15 0,-3-1-19 0,-2 4-11 16,-2 0-10-16,0 4-8 0,-1 2-2 15,-2 1-4-15,0 4-2 0,0 2-9 0,0 4-8 16,0 5-3-16,1 5-5 0,1 9-3 16,4 7-3-16,-1 9 5 0,3 7 5 0,1 11 2 15,5 8-1-15,3 4-3 0,4 6 1 0,4 5 1 16,5 1-1-16,5 0-2 0,6-5 2 16,5-5 2-16,6-6 0 0,3-7-5 0,7-9-1 15,1-8 1-15,2-7 2 0,3-10-1 0,3-7 3 16,3-10 3-16,1-7 2 0,4-10 2 15,1-9 1-15,-2-6 1 0,-1-7 0 0,-1-8-2 16,-2-5-1-16,-6-5-2 0,-1-6-1 0,-6-1-1 16,-2-5-1-16,-6 2 0 0,-5-1 0 15,-3 0 0-15,-5 0 1 0,-7 1 1 0,-3 2 1 16,-8 0 0-16,-6-1 0 0,-5 2 0 16,-6 1-2-16,-7 1-1 0,-6 3-2 0,-3 6-2 15,-3 4-2-15,-1 9 0 0,-2 4-3 0,1 8 1 16,-1 10 0-16,2 6 1 0,-2 9 0 0,4 5 1 15,3 6 0-15,3 5-1 0,4 4-2 16,4 3-1-16,6 2 0 0,5-2-6 0,7 1-14 16,5 1-21-16,6-4-53 0,5 2-81 0,4-6-151 15,5-1-271-15,5-2-320 0,6-2-392 16,-1-3-327-16,6-1 1 0,2-2 688 0</inkml:trace>
  <inkml:trace contextRef="#ctx0" brushRef="#br0" timeOffset="6113.24">7861 5131 14 0,'15'-18'577'0,"-3"3"651"15,-6 2 351-15,0 0-141 0,-6 0-388 16,-3 2-382-16,0 1-209 0,-3 1-141 0,-4 2-104 15,-1 1-62-15,-3 1-40 0,-5 3-32 16,1 0-24-16,-5 5-16 0,-4 3-11 0,-3 3-9 16,-3 4-6-16,-7 5-5 0,-2 8-5 0,-3 7-4 15,-5 7-4-15,-3 8 0 0,1 8 1 0,-1 5 2 16,0 8 1-16,1 6 1 0,3 6 2 16,5 5-1-16,3-2-2 0,9-1-1 0,5-3 1 15,8-5 0-15,6-5 1 0,6-3 1 0,7-7-1 16,7-6-1-16,6-6-3 0,6-6-1 15,5-8 0-15,6-3 0 0,3-11-3 0,8-5-5 16,2-6-12-16,4-6-17 0,4-7-34 0,4-7-74 16,4-5-88-16,-2-5-153 0,-1-5-281 15,3-2-329-15,-5-5-366 0,3-2-204 0,-2 0 80 16,-3-6 668-16</inkml:trace>
  <inkml:trace contextRef="#ctx0" brushRef="#br0" timeOffset="6410.81">8536 5361 18 0,'19'-33'539'0,"-6"2"512"0,-3 1 330 16,-3 2 34-16,-4 4-364 0,-1 1-327 0,-6 1-222 15,-2 3-124-15,-3 2-101 0,-2-1-92 16,-5 5-53-16,-2 1-35 0,-2 3-25 0,-4 1-17 16,-3 6-12-16,-3 3-9 0,-2 5-5 0,-2 3-2 15,2 7 0-15,1 3 1 0,-1 11 1 0,4 2 2 16,0 11 3-16,2 5-2 0,0 8-32 15,1 12 0-15,3 7 0 0,1 6 0 0,4 4 0 16,4 2 0-16,4-1 0 0,8-3 0 0,4-2 0 16,7-6 0-16,3-6 0 0,8-5 0 15,5-8 0-15,3-7 0 0,7-9 0 16,6-8 0-16,3-10 0 0,3-7 0 0,4-9 0 16,2-8 0-16,1-6-134 0,1-7-101 0,2-6-172 15,-1-5-280-15,3-5-344 0,2 0-403 0,-2-3-268 16,-2 1 111-16,2-3 797 0</inkml:trace>
  <inkml:trace contextRef="#ctx0" brushRef="#br0" timeOffset="6862.78">9943 5232 109 0,'-6'13'707'0,"0"1"459"0,2-4 102 16,3-1-109-16,4-1-288 0,3 1-301 0,5 0-146 15,4-2-83-15,5-1-44 0,4-3-52 16,4 0-83-16,5-3-54 0,5-3-37 0,2-1-19 15,2-2-20-15,1-3-12 0,3-2-7 16,-3 0-3-16,-2 1-6 0,-2 0-4 0,-4 1-3 16,-2 0-11-16,-4 3-57 0,-6 0-84 0,-5 1-164 15,-7 4-272-15,-2 2-322 0,-7 4-402 16,-7 4-315-16,-9 1 53 0,-2 5 733 0</inkml:trace>
  <inkml:trace contextRef="#ctx0" brushRef="#br0" timeOffset="7077.79">9929 5697 433 0,'-3'18'1394'0,"0"-5"309"15,1 1-272-15,4-2-344 0,2-3-455 16,6-2-301-16,-1 1-148 0,4-4-65 0,4 0-33 16,5 0-15-16,4-3-19 0,4-2-14 15,4-1-14-15,4-2-11 0,0-1-5 0,5 1-5 16,1 2-3-16,2-1-3 0,0 3-16 0,-3 2-83 15,-1 1-126-15,-4 0-258 0,0 4-291 16,-4 0-376-16,-3 3-458 0,-1-1-118 0,-3 2 589 16</inkml:trace>
  <inkml:trace contextRef="#ctx0" brushRef="#br0" timeOffset="7795.99">12031 5388 78 0,'-13'4'592'16,"1"-1"442"-16,0 0 177 0,2 0-95 0,4-1-379 15,1-1-318-15,5 1-102 0,7-1-17 0,2 1-1 16,8 2-10-16,8-1-16 0,7 2-16 0,6-3-46 15,7 3-49-15,5-2-37 0,9 0-19 16,4-1-12-16,8-2-17 0,6 0-14 0,3 0-16 16,3-2-13-16,4-1-13 0,-2-1-7 15,-2-1-7-15,2 0-1 0,-3 1-2 0,-1-2 0 16,-2 3-1-16,-3-1-2 0,-2 1-1 0,-6-1-2 16,-3 2-1-16,-6 2-1 0,-6 0-11 15,-5 2-19-15,-6 2-66 0,-10 2-90 0,-7 1-177 16,-7 0-283-16,-4 5-343 0,-8 2-416 15,-6-2-272-15,-3 3 138 0,-6-1 790 0</inkml:trace>
  <inkml:trace contextRef="#ctx0" brushRef="#br1" timeOffset="30969.08">22408 921 233 0,'5'-2'442'0,"-3"-4"200"0,-1 1 143 16,1 3-140-16,0 0-68 0,-2-1-46 0,0 2-42 16,0-4-56-16,0 1-74 0,0-1-66 0,0 2-37 15,1 0-19-15,-1 3-7 0,0 0-10 16,0 2-17-16,0-2-18 0,0 0-37 0,0 1-39 0,0 1-37 16,0-1-22-16,0 1-12 0,0 1-7 0,0 2-8 15,-1 3-4-15,1 5 3 0,-2 2 3 0,0 2-4 16,2 4-2-16,-1 3 7 0,-1 5 4 0,-1 0-2 15,0 7 2-15,-3 1 3 0,1 1-1 16,0 1 1-16,0 1-1 0,-3 0-2 0,2-1-5 16,-2-2-5-16,3-1-3 0,-1-4-6 0,1-1-5 15,-1-6-2-15,3-1 0 0,0-5 0 0,0-2-3 16,3-2 0-16,-4-3 0 0,3-4 1 0,1 1 0 16,-2-6 1-16,2 2 8 0,0-3 5 15,-1 1 4-15,1-2 2 0,0-2-1 0,-2-2-1 16,2-4-6-16,-2-1-7 0,2-6-3 0,2-1-1 15,0-4-2-15,-2-2-4 0,1-6-3 0,2-3 0 16,1-5-2-16,-1-2-1 0,0-4-1 0,3-2 4 16,0-4 2-16,-1 2 1 0,3 2 0 0,-1-1 5 15,0 6 3-15,1 0 1 0,-3 2 3 0,0 4-1 16,0 2 0-16,1 5-5 0,-5 0-2 0,2 3-2 16,-1 5 1-16,0-1 1 0,-2 5 0 15,0 4 0-15,1 0-1 0,-1 3 0 0,0 2-2 16,0 1-1-16,2 3-1 0,0 1 1 0,1 5 2 15,0 3 2-15,3 3 1 0,0 3 1 16,1 5-2-16,-1 0-3 0,2 6 0 0,3 3 0 16,-1 2 2-16,-1 4 2 0,4 1 5 0,-2 4 5 15,0 1 1-15,3 1 0 0,-3 0 4 0,3-2-1 16,-3-1 0-16,2-1-2 0,1-3-1 0,-1-4-1 0,3-3-6 16,-3-1-3-16,2-6-1 0,0-3 1 15,-1-3 3-15,-2-1 2 0,1-6 4 0,1-1 3 16,-2-4 4-16,1-6 2 0,-1 1 0 0,2-9 1 15,-5-2-5-15,4-4-3 0,-2-3-2 0,0-2-1 16,-3-6-2-16,0 0-1 0,-2-4 1 0,-3-2 0 16,-3-4-5-16,0-2-4 0,-5-1 0 0,1-2 0 15,-4-1 0-15,3 0 0 0,-3 6 0 16,3 0 0-16,-2 7 0 0,1 2 0 0,-1 7 0 16,4 2 0-16,-2 5 0 0,2 3 0 0,0 3 0 15,0 3 0-15,1 0 0 0,-1 5-2 0,3 2-2 0,-1 3 0 16,2 0-1-16,-1 7-7 0,3-3-8 15,2 4-15-15,-2 2-21 0,2 2-30 0,-2 1-57 16,0 1-72-16,2 0-125 0,-2 1-189 0,2 1-295 16,1 0-336-16,-1 0-281 0,0 2-129 0,-1-3 406 15,3 2 643-15</inkml:trace>
  <inkml:trace contextRef="#ctx0" brushRef="#br1" timeOffset="31469.95">23310 1221 475 0,'13'-10'964'0,"-3"-1"276"16,-3 0-18-16,-3-1-232 0,1 2-264 0,-1 0-195 15,-4 2-126-15,-2-3-70 0,-1 4-61 16,-2-1-82-16,-2 2-62 0,-2 3-37 0,0 2-30 16,-3 4-19-16,0 2-13 0,-1 6-9 0,-2 6-6 15,-1 1-6-15,0 6 1 0,2 4 0 0,-4 2 3 16,4 4 0-16,-2 3 1 0,5 0-2 0,0-2-1 15,2-1-1-15,2-2-5 0,6-4-2 0,-1-1-1 16,4-4 0-16,-1-6-1 0,6 0-1 0,0-5-1 16,3-3 1-16,1-4-2 0,1-2 0 15,3-6-2-15,0-5 2 0,3-4 1 0,-1-3 0 0,1-4 1 16,1-2 2-16,0-5 2 0,-2-2-1 0,4-2 0 16,-5-4-5-16,3 2-2 0,-5-3-4 15,0-2 0-15,-3-2-3 0,0-2 0 0,-3-2 4 16,-2-2 7-16,1 0 3 0,-2-2 1 0,1 2 1 15,-3-1 2-15,-2 2 0 0,3 9-8 0,-4 2-4 16,-2 4-1-16,0 6-3 0,1 3 0 16,-1 6-2-16,-1 3 3 0,-1 4 6 0,0 3 3 15,0 9 2-15,-1 4 2 0,-2 6 1 16,2 6 3-16,-2 3-9 0,1 5-3 0,-1 4-1 16,1 3-2-16,-1 4-2 0,0 6 4 0,0 0 7 15,3 2 3-15,-3 1 1 0,2-1 0 0,-1 2-1 16,3-4-5-16,2-2-1 0,2-3-3 0,2-3-1 15,3-3 0-15,1-3-3 0,2-4-12 0,4-3-21 16,0-3-56-16,-1-3-75 0,2-5-131 0,2-2-221 16,2-1-309-16,-1-3-363 0,4-3-300 15,1-5-111-15,0-4 476 0,2 0 683 0</inkml:trace>
  <inkml:trace contextRef="#ctx0" brushRef="#br1" timeOffset="32545.77">24579 1129 114 0,'5'-3'570'15,"-2"0"415"-15,-1 0 226 0,0 0-91 0,-2 0-255 16,-2 0-189-16,0 0-158 0,-1 2-110 0,-2-3-85 15,1 2-66-15,-5-1-78 0,-1 0-58 16,-1 2-32-16,-2 1-22 0,-3 0-13 0,-3 2-10 16,3 3-10-16,-4 1-6 0,1 3-7 0,-3 1-5 15,1 3-1-15,2 3-4 0,-1 2-3 0,1 1-2 16,3 1 3-16,0 1 1 0,3-2 0 0,4-1 0 16,1-1 1-16,3-2-2 0,4-2-4 0,1-1-3 15,3-4-2-15,3-1-4 0,3-4-2 0,3-3-2 16,3-6 1-16,1-1-1 0,5-4-1 0,1-3 4 15,-1-4 3-15,2 0 1 0,-1-1 0 0,-3-1 1 16,2-4 0-16,-2 4 1 0,-5-1 0 0,2 0 0 16,-7 2 2-16,-1 3 0 0,0 1 0 0,-2 1 0 15,-3 1 1-15,1 2 0 0,-4 3 2 0,0 0 1 16,-4 2 0-16,3 3 0 0,-1 0-2 0,-2 1-1 16,-1 2-2-16,0 4-2 0,1 0 0 0,-1 2 0 15,0 3 0-15,-3 2 1 0,4 1 0 0,-1 0-1 16,1 3 1-16,0 0-1 0,0 0 0 0,1 0 0 15,2 3-1-15,1-4 1 0,0 2-1 16,1-3 0-16,4 1 1 0,0-2-1 0,1-1 1 16,2-3 0-16,3-2 1 0,0 0 0 0,3-3 0 15,-1 0 1-15,4-4-1 0,-1-2 1 0,3-3-1 16,0-2 0-16,0 0 0 0,3-4 0 0,-2-4 0 16,0 0-1-16,0-1 0 0,0-2 0 0,-2-1 2 0,-2-1 4 15,2 1 3-15,-6 0 2 0,1 0-1 0,-4-1 2 16,0 0 0-16,-5 0-5 0,1 0-3 15,-4-1 0-15,-2-2 0 0,-5-1-1 0,-2 2 1 16,-4-3 1-16,-5-1-5 0,-2 3-3 0,-5 0-2 16,-6 3-1-16,-1 3-3 0,-7 1-1 15,-3 6 4-15,-2 5 1 0,-3 3 1 16,2 4 7-16,-2 7 4 0,3 3 2 0,4 7 2 16,-2 5 2-16,5 4 0 0,-1 3-7 0,2 5-3 15,4 5-1-15,-1 5 0 0,4 3 1 0,1 3-1 16,5 2 9-16,2-1 1 0,5 2-1 0,5-3-1 15,5 1-2-15,5-3-1 0,4-4-3 0,5-2-2 16,5-2 1-16,2-5-1 0,6-4 2 0,3-3-1 16,5-4 0-16,2-6 0 0,5-3 0 0,1-4-1 15,4-4-2-15,1-6 0 0,0-2-3 0,-1-1-6 16,-1-5-15-16,-2-1-23 0,-5-2-54 16,-4-2-85-16,-3 0-163 0,-5 0-274 0,0-1-326 15,-4-1-396-15,-3 1-330 0,-3 2 45 0,-4 0 750 16</inkml:trace>
  <inkml:trace contextRef="#ctx0" brushRef="#br1" timeOffset="33798.78">25851 925 60 0,'-8'-1'315'0,"-2"-2"206"16,-1 3 187-16,2 0-20 0,2 0-143 0,1 0-69 16,-2 0-36-16,3 3-18 0,2-3-36 0,2-3-49 15,-3 3-63-15,4-2-59 0,0-3-47 16,4 2-40-16,0-4 0 0,4 3 29 0,2-2 34 0,-1 1 12 15,5-1 3-15,-1 0-12 0,3-1-32 16,0-2-44-16,1-3-35 0,2-1-22 0,2-2-21 16,1 4-3-16,0 0-2 0,3 1-2 0,-1 3 3 15,1 2 0-15,-1 2 1 0,-2 3-4 16,2 1-2-16,-2 4-1 0,-5 3-4 0,4 0 0 16,-4 6-2-16,-3-1-1 0,-1 3-1 0,-4 3-1 15,-1 0-3-15,-3 4 0 0,-1 1-2 0,-4 0-1 16,-2 1 1-16,-3 2-1 0,-1 1 2 0,-2 2 0 15,-3 1 0-15,-2 1 1 0,-1 2 1 0,0-1 0 16,-4 0-2-16,2 3-1 0,-2-2 0 0,0 2 2 16,-2-1 1-16,-1-1-1 0,0 1 0 0,1-2-1 15,-1-1-1-15,1 0-5 0,-1 0-4 16,2-5-1-16,5-1-2 0,0-4-1 0,3-3-1 16,3-2-1-16,0-4 1 0,2-1-1 0,3-3-1 15,-1-1 1-15,4-2 0 0,0-2 0 0,5-1 0 16,3-2 1-16,0-1 0 0,5 0 0 15,0-2-4-15,4-2-2 0,1 0-2 0,4-2 0 16,1 0-1-16,2 0-1 0,2-1 4 0,1 1 2 16,1 2 0-16,1-3 1 0,-2 1-1 0,1 1 1 15,-4 1-1-15,2 1 0 0,-2 2 3 0,-1-1 3 16,-2 0 1-16,-1 2-1 0,-1 0-2 0,-4 0-9 16,3 2-17-16,-2 0-20 0,-2-1-35 0,-1 2-74 15,-3 0-80-15,0-2-129 0,1 4-203 16,0-5-310-16,-3 0-332 0,4 2-216 0,0-2-83 15,1 0 438-15,0 0 602 0</inkml:trace>
  <inkml:trace contextRef="#ctx0" brushRef="#br1" timeOffset="34274.74">27313 1476 14 0,'11'-12'324'0,"0"-2"256"16,-1 2 247-16,-2 1 141 0,0-2-176 0,1 1-161 16,-4 0-98-16,1 0-1 0,-3 3-26 0,2-3-81 0,-3 3-75 15,-1 0-55-15,-2 0-46 0,-1 0-67 16,-1 2-50-16,0 1-30 0,-4-2-19 0,1 4-13 15,-3-1-12-15,-3 2-9 0,1 2-8 0,-4 1-7 16,-1 1-5-16,-3 5-5 0,-2-4-3 0,-1 7-3 16,-3 0-1-16,-2 1-2 0,-2 2-2 0,-1 3 0 15,0 0-2-15,0 3 3 0,-1 3 0 0,1 1-1 16,1 1 2-16,-1 4 1 0,3 0 0 0,3 3-3 16,1 0-1-16,2 2-1 0,4 2-3 15,1-1-1-15,6 0 0 0,1 0-2 0,5-1-1 16,4-1-1-16,3-2 0 0,4-1 0 0,4-2-4 15,4-2-3-15,4-4-1 0,3-3 0 0,4-3-2 16,5-2-1-16,0-5 4 0,2-2 0 0,4-4 5 16,-2-1 1-16,1-1 1 0,1-4-7 15,-1 0-13-15,-5 1-20 0,-1-2-38 0,-1 2-77 16,-5-1-92-16,-1 1-172 0,-2-1-282 0,-4 4-332 16,1-1-368-16,-5 4-198 0,-3-1 118 0,-2 2 715 15</inkml:trace>
  <inkml:trace contextRef="#ctx0" brushRef="#br1" timeOffset="37710.85">23121 2448 44 0,'5'-8'470'0,"-2"2"399"15,-3 0 251-15,0 2 8 0,0-4-365 0,0 2-241 16,0-2-83-16,-1 2-29 0,-1 2-41 0,1 0-43 15,1-2-41-15,-4-2-38 0,3 3-65 16,-2-3-60-16,-2 1-34 0,0 2-20 0,-1 0-14 16,0-1-10-16,-2 1-7 0,-5 3-8 15,0-2-6-15,-1 2-5 0,0 0-4 0,-5 4-3 16,0-1-2-16,-5 4-2 0,-3 1-1 0,1 3 0 16,-4 2-3-16,-4 5 0 0,1 2 0 0,1 4-1 15,1 3-1-15,-1 4-1 0,2 6 1 0,3 4-2 16,2 4 0-16,3 4-1 0,1 2 0 0,4 3-1 15,3 3-1-15,1-3 2 0,4 1 0 16,5-1 3-16,3-4 1 0,4-2 1 0,5-5 0 16,4-1 1-16,6-8-1 0,4-4-1 0,3-5 0 15,7-5-2-15,1-6 1 0,5-6-1 16,5-5-1-16,-4-5 1 0,4-4-1 0,0-5 0 16,-4-2 0-16,3-5 0 0,-3-2 1 0,-3-3-1 15,-1-4 1-15,-3-3 0 0,-1 0 1 16,-4-3 1-16,-2 0-1 0,-4-2 1 0,0 0 1 15,-5-1 0-15,-2 0-1 0,-6-2 0 0,0 0-1 16,-7-3-1-16,-1 1 1 0,-1 1 0 0,-4-3-1 16,-3-1 0-16,-3 2 2 0,-5 1 0 0,-4 3 4 15,-1 3 2-15,-6 4 2 0,-3 7 1 16,-3 4-2-16,-2 4-1 0,-4 8-3 0,-1 5-4 16,-1 6-3-16,-2 6 0 0,2 5-1 0,1 4-1 15,5 4 1-15,2 6 0 0,5-1-2 0,4 2-10 16,7 3-20-16,3 1-54 0,4 1-75 0,4-4-120 15,4 2-221-15,6 1-303 0,3-2-353 16,4-2-303-16,5 1-120 0,2-2 417 0,5-1 702 16</inkml:trace>
  <inkml:trace contextRef="#ctx0" brushRef="#br1" timeOffset="38974.69">24527 2578 246 0,'5'-7'563'0,"-8"-2"277"0,1 3 190 15,-1-2-180-15,-2 1-230 0,0 1-138 16,1-2-92-16,-4 2-55 0,0 2-30 0,0 0-24 16,2 2-15-16,-4 2-23 0,1 0-25 0,-2 3-35 15,1 0-50-15,-2 1-48 0,0 4-31 0,-2 1-17 16,3-1-16-16,1 4-13 0,-2 4-5 16,3-1 8-16,-3 6-3 0,2 0-4 0,0 2 5 15,0 5 3-15,1-2 2 0,1 5-5 0,2-3-3 16,-1 1 0-16,1-2 0 0,5-4-2 0,1 2-1 15,0-4-2-15,1-2-1 0,5-4 1 16,1-2 0-16,1-4 4 0,4-3-1 0,-1-3 1 16,5-6 4-16,2-3-2 0,0-4-6 0,2-3-4 15,2-5-2-15,0-1-2 0,-3-5 0 0,1 2-3 16,1-1 7-16,-5-2 9 0,1 1 5 0,-3 2 3 16,-1 0 0-16,-4 2 2 0,1-1-2 0,-4 5 2 15,0-1 0-15,-2 0 2 0,-1 3 5 16,-3 3 1-16,-2 0 1 0,-1 1-4 0,-3 3-5 15,1-1-3-15,-3 3-5 0,-2-1-1 0,0 3-3 16,-1 1-2-16,-1 2-1 0,-2 0 0 0,1 4-1 16,-2-2-1-16,0 3 0 0,0 0 0 0,0 0 1 15,-2 2 1-15,3 1 0 0,-2-1-1 16,3 2 0-16,-1 0 1 0,2 1-1 0,0 0 0 16,0 4-2-16,2-2 1 0,1 2-2 0,0 2 1 15,4-1 6-15,-2 3 3 0,6 0 0 0,1 0 3 16,1 3 2-16,6-3-2 0,-1 3-6 0,8-1-2 15,1-2-1-15,3-2 1 0,6 0-1 16,2-3 0-16,0-4 1 0,6-2 0 0,0-4-1 16,4-3 2-16,-2-3-1 0,1-3 2 0,0-4-2 15,2-5 1-15,-6-1 0 0,1-3 0 16,-2-3-1-16,-3-2 4 0,-4-2 9 0,-2 1 2 16,0-3 7-16,-6 0 3 0,-4 0 2 0,-2-2-3 15,-6 1-3-15,-3 0-2 0,-3-3-3 0,-6 0-4 16,-2-1-4-16,-4 0 0 0,-6-1-4 0,-1 2-2 15,-7 1-4-15,-2 3-4 0,-4 5-2 16,-4 5-1-16,-4 3 2 0,-2 7 1 0,-2 5 4 16,1 8 2-16,0 2 2 0,2 9 1 0,2 3-4 15,3 3-1-15,6 7 0 0,3 2 2 0,3 8-2 16,5 3 1-16,3 6 0 0,2 6-1 0,4 3 0 16,2 2-3-16,8 1 1 0,3 0-2 0,3-3 1 15,8-2 3-15,2-4 1 0,7-2 2 16,6-6 2-16,4-5 0 0,8-4-2 0,5-6 0 15,7-9-2-15,5-8-1 0,4-6-2 16,1-5-2-16,1-8-9 0,1-2-19 0,-6-5-47 16,-4 0-80-16,-3-2-157 0,-10-1-269 0,-2 0-323 15,-6 2-389-15,-5-1-362 0,-4 1-3 0,-6 2 733 16</inkml:trace>
  <inkml:trace contextRef="#ctx0" brushRef="#br1" timeOffset="40789.99">26433 2457 279 0,'9'-5'609'15,"-5"2"297"-15,1-1 169 0,-2-1-219 0,1-1-220 16,-3 0-103-16,-1 2-11 0,0-4-40 0,0 2-75 15,-3-2-68-15,-2 2-52 0,0-1-60 16,-4 0-75-16,1 1-49 0,-1 0-27 0,-4 1-18 16,-1 1-13-16,-3 0-11 0,-3 4-8 0,-2 4-6 15,-4 2-4-15,-3 3-4 0,-1 4-9 0,-1 5-3 16,-3 4-3-16,3 6 3 0,-3 6 0 0,3 8 0 16,-3 4 5-16,4 7 2 0,0 6 0 0,4 2-4 15,0 2-2-15,9 1-1 0,1 1 2 16,8-5 1-16,3-1 0 0,9-3 1 0,4-4-2 15,5-6 0-15,5-2 0 0,7-9 0 16,4-4 1-16,6-7 0 0,3-8 0 0,2-7-1 16,3-6 0-16,0-7-1 0,1-4-2 0,-4-5 1 15,-4-3 0-15,-2-3 0 0,-4-4 1 0,-7 1-1 16,-4-1 2-16,-4-2 1 0,-5 1 3 16,-7 0 4-16,-3 2 5 0,-3-2 5 0,-6 3 2 15,-4-1 1-15,-2 2-2 0,-6 0-4 0,-3 3-4 16,-3-1-3-16,-3 4-3 0,-1 3-2 15,-1 4-2-15,-3 4-2 0,2 4-2 0,0 4-3 16,3 5 0-16,0 3 0 0,1 5-1 0,6 0 2 16,2 2-1-16,4 3 1 0,5-1 0 15,2 1-9-15,6-3-16 0,3 1-29 0,2 1-73 16,4-4-87-16,4 0-171 0,-1-3-283 0,0-2-328 16,4 1-384-16,-2-2-216 0,2-2 116 15,-3 2 712-15</inkml:trace>
  <inkml:trace contextRef="#ctx0" brushRef="#br1" timeOffset="48545.7">26906 2523 21 0,'-3'-2'278'0,"-1"1"186"0,1 0 193 0,1-1 37 16,1 2-116-16,-1 0-50 0,2 0-33 0,0 0-32 16,0 0-50-16,-2 0-59 0,2 0-69 0,0-2-79 15,-1 2-53-15,-1-1-35 0,2 1-19 16,-1 0-11-16,1 0-16 0,0 1-9 0,1 1 25 15,-1 2 31-15,2 2 13 0,-1 3 6 0,-1 1 5 16,2 4 2-16,0 3-26 0,-2 2-33 0,1 4-18 16,1 2-14-16,-1 4-8 0,-1 4-3 15,2 3-3-15,1 3 8 0,-2 3 1 0,-1 1 0 16,3 4 0-16,-1-1-5 0,0 2-2 16,-1 0-17-16,3 0-10 0,-3-3-6 0,2 1-5 15,1-3-5-15,-3-3-2 0,2-4 3 0,3-1 3 16,-1-6 5-16,0-3-4 0,0-2 0 0,0-5-3 15,1-2 2-15,2-2-1 0,-4-4-1 16,1-4 2-16,3-1 6 0,-1-1-2 0,0-7-2 16,1-2 1-16,2-5-6 0,1-1 1 15,-2-6-3-15,1 0 2 0,1-4 5 0,-3-1 4 16,0 0 9-16,-2-1 4 0,2 0 3 16,-2-3 0-16,-1 0-4 0,0 0-6 0,0 0-7 15,-1 0-6-15,0 1-2 0,2 0-1 0,-2 3-1 16,1 0 2-16,2 3-1 0,-3 1 2 0,1 0-2 15,3 4 1-15,-2 1-1 0,1 4 0 16,-2 0 0-16,-1 0 0 0,4 3-1 0,-3 3 1 16,-1 0 0-16,5 2 0 0,-5 0 0 0,5 0 1 15,-2 2-1-15,-1 0 0 0,1 2 0 0,0-2 1 16,1 3 0-16,-1 0 0 0,-1 0 1 16,3 2 1-16,-1 0 1 0,0 2 2 0,0 0 2 15,0 3 2-15,-2 3 3 0,1 1 3 0,-2 1 5 16,-2 4 0-16,0 1 2 0,-1 3-2 0,-1 0-1 15,2-1-4-15,-1 2-4 0,-1-1-2 16,1-1-4-16,1-3-2 0,0-1-2 0,4-2-1 16,-3-3 0-16,6-2-1 0,-1-2 0 15,1-2-1-15,2-5 0 0,3-1-1 0,0-3 0 16,1-4 0-16,1-2-1 0,1-2 0 0,3-2 0 16,-1-2-5-16,-1-2-15 0,3-1-29 15,0-1-74-15,-2-2-97 0,0 0-197 0,0-1-291 16,1 1-350-16,0-2-406 0,1 0-199 15,-5 1 241-15,0 1 787 0</inkml:trace>
  <inkml:trace contextRef="#ctx0" brushRef="#br2" timeOffset="54996.74">22034 3807 103 0,'0'-3'559'0,"-2"-2"405"0,-1 2 213 0,2 0-63 16,-6 2-393-16,2-1-229 0,0 2-105 16,-4 2-56-16,1 1-41 0,-1 5-35 0,-4-1-25 15,2 4-33-15,-2 6-48 0,-1 2-42 16,1 3-35-16,-1 5-22 0,2 3-15 0,0 2-10 15,-2 3-6-15,5 1-9 0,1 1-3 0,0-4-5 16,5-4-2-16,1-2-3 0,4-4-1 0,0-5 2 16,2-3-2-16,4-4 3 0,0-1 0 15,0-6 4-15,4-4 0 0,-2-3 2 0,1-4 0 16,5-6-3-16,-2-3 0 0,0-3-1 16,1-2-1-16,-1-4 0 0,-3 1-2 0,-1-1 3 15,0-1 1-15,-3 1-1 0,-2 1-1 16,-1 2-1-16,-4 1 1 0,0 0 0 0,-3 3-3 15,2 1 2-15,-4 2-1 0,1 3 4 0,1 2-1 16,-3 1 1-16,3 1 0 0,2 2-2 16,-3 1 2-16,3 2-4 0,1 0-2 0,-2 1 0 15,2 2-2-15,2 0 1 0,-2 0 0 0,1 2 2 16,3 3 3-16,-3-1 0 0,2 3 1 16,2 0 2-16,-1 2-1 0,1 3 0 0,0 2 0 15,2 3 0-15,-3 2 1 0,4 3-1 0,-2 2 2 16,1 5 1-16,-1 0-1 0,2 3 1 15,-4 3-1-15,0 3-1 0,-1-1-2 0,-1 1 1 16,-1 0-4-16,-2 1-1 0,-1 0-1 0,-3-2 3 16,0 1 1-16,-2-2 3 0,-1-1 6 0,-2-4 5 15,-4 1 3-15,1-2 1 0,-2-2-1 16,-1 1-3-16,-3-4-3 0,0 1-3 0,0-4-1 16,0-1-3-16,1-5 1 0,0-3-2 15,1-2-1-15,0-5-2 0,4-6-3 0,0-6 1 16,3-5-2-16,2-4-1 0,5-3-4 0,1-5-5 15,4-3-14-15,-1 1-29 0,6-3-52 16,-1-2-55-16,2 2-46 0,4 0-67 0,1-1-109 16,1 3-122-16,2 0-192 0,3-1-224 15,0 5-225-15,3-2-85 0,0 1 248 0,-1 2 436 16</inkml:trace>
  <inkml:trace contextRef="#ctx0" brushRef="#br2" timeOffset="55296.05">22260 4168 256 0,'5'2'693'0,"-4"-1"338"0,2-1 81 0,1-1-230 16,-3-2-306-16,2-2-205 0,3-4-134 15,1-2-75-15,1-3-38 0,1-5-30 0,5-4-21 16,-1-3-9-16,3 0 5 0,-2-1 18 16,0-2 31-16,1 0 37 0,-6 3 36 0,0 3 20 15,-2 1-6-15,-4 1-18 0,-3 2-31 0,0 2-32 16,-5 6-34-16,0 0-27 0,-5 5-19 0,2 3-14 15,-5 3-12-15,1 5-6 0,-3 4-6 16,1 4-2-16,1 5-1 0,-1 4 0 0,3 3 2 16,0 5 0-16,0 3-1 0,3 4-1 15,0 5 0-15,1 1 0 0,3 3-2 0,-2 0-2 16,4-1-2-16,2-1-2 0,3-4-3 0,5-4-17 16,0-6-44-16,2-2-64 0,4-6-59 15,-2-6-85-15,1-4-143 0,3-3-181 0,-3-4-269 16,1-4-206-16,-1-2-198 0,0-3 23 15,-1-3 394-15,-3 0 456 0</inkml:trace>
  <inkml:trace contextRef="#ctx0" brushRef="#br2" timeOffset="56221.31">22481 4249 4 0,'-1'-3'398'15,"1"0"365"-15,-4-1 265 0,3-1 55 0,-1 0-309 16,2-1-249-16,0 0-166 0,0-2-107 16,0-1-63-16,2-3-45 0,3-2-23 0,-1 1-6 15,1-2 6-15,4 0 23 0,-1-2 13 0,0 2 13 16,0 2 3-16,2-2-5 0,-4 4-15 0,-1 1-19 16,0 2-14-16,-4 1-20 0,3 2-16 15,-4 3-17-15,1-2-14 0,-1 3-12 16,0 2-13-16,-1 3-8 0,1 0-8 0,-4 6-4 15,1 2-4-15,0 3-1 0,0 4-2 0,1 0 1 16,0 3-1-16,-1 0 0 0,3-2-1 0,2 0-1 16,-1-2 0-16,3-1-2 0,-3-3 0 15,4 0 0-15,2-4 1 0,0-1 2 0,-1-3 0 16,2-3 1-16,2-3 0 0,2-3 1 16,-2-3-1-16,1-3 0 0,3-1 1 0,-2-2-1 15,-2-2 1-15,2 2-1 0,-3 0-1 0,2 1 1 16,-3 3-2-16,-2 1 0 0,-1 2 0 15,2 2 0-15,-1 0 0 0,-2 3 0 0,1 3 1 16,0 1 1-16,0 2 1 0,-2 3-1 16,5 3-1-16,-5 2 1 0,2-1 0 0,-1 4-2 15,1-1 0-15,0 2 0 0,3-1 2 0,-2-2-2 16,0 2 1-16,3-3-1 0,1-2 1 0,2-1 0 16,-1-5-3-16,3 0 2 0,-1-5-2 15,2-2 2-15,0-5-1 0,0-2 0 16,1-4 2-16,1-1 0 0,0-4-1 0,0-2 0 15,-1-2 1-15,1-3 0 0,-1-1 0 0,0 2-1 16,0-2 0-16,-2 0-1 0,-2 1 2 0,-1 0-1 16,-1 2 1-16,-2 2 1 0,-3 2 0 15,-1 2 0-15,-2 1 1 0,-2 2 0 0,-5 2-1 16,4 3-1-16,-6 1 1 0,2 2 1 16,-1 4-2-16,-2 1 0 0,-1 1 1 0,1 4 0 15,-2-1 0-15,1 5 0 0,3 0 0 0,-2 2 0 16,3 1 0-16,-2 1 0 0,3 2-1 15,2 0 0-15,-1 2 0 0,3 1-1 0,3-2 1 16,3-1-3-16,1 1 0 0,-1-3 1 16,5 1-1-16,3-4-1 0,-1 0 0 0,4-1-2 15,-1 0-9-15,2-2-17 0,-2-1-24 0,1 1-34 16,-3-1-36-16,4 0-27 0,-6 0-14 0,1 0 9 16,-2 0 27-16,-1-1 40 0,-3 2 42 15,0 0 30-15,-6-1 23 0,2 1 34 0,-3 2 28 16,-1-1 28-16,-1 1 23 0,-1 1 7 15,0-1-3-15,-1 2-26 0,-1 0-24 0,1 0-24 16,1-3-19-16,3 0-11 0,-1-1-9 0,1 1-4 16,1-4-3-16,-1-1-1 0,5-1 0 15,-1-4 0-15,3-1 2 0,-1-3-1 0,2-3 0 16,1-3 2-16,3-1-1 0,-3-5 0 16,5 0-3-16,1-6-1 0,-1 1 2 0,2-2-3 15,-1-4 1-15,0 1 0 0,0 0 1 0,1-2 0 16,-2 7-2-16,-2 2-2 0,-3 3-23 15,0 3-32-15,-2 3-49 0,-2 6-49 0,-4 1-46 16,2 3-61-16,1 6-74 0,-3-1-110 16,1 3-123-16,-1 2-243 0,4 2-231 0,1 2-140 15,1-2 129-15,1 2 387 0</inkml:trace>
  <inkml:trace contextRef="#ctx0" brushRef="#br2" timeOffset="56819.9">23672 4121 114 0,'3'-7'669'0,"-3"0"475"0,-2 1 223 15,-4 0-37-15,1 0-382 0,-3 1-297 0,0 0-192 16,-2 3-113-16,-3 1-96 0,1 1-91 0,-3 2-57 16,0 4-36-16,-2 5-21 0,3 3-14 15,-3 2-9-15,2 3-7 0,3 4-6 16,2 1-4-16,2 1-3 0,5 1-1 0,0-2-1 16,8-2-2-16,1-3 1 0,4-2-2 0,4-3 2 15,2-7-1-15,2-4-3 0,2-6-3 0,3-3-3 16,1-4-4-16,0-5 0 0,0-3-2 15,1-5 3-15,-2 1 4 0,-2-1 4 0,-3 1 5 16,-1 2 1-16,-6 4 3 0,0 3 2 16,-3 2 2-16,-3 3 1 0,-4 2-1 0,2 3-1 15,-3 2 0-15,0 4-2 0,-3 3 0 0,2 3-1 16,-4 4-1-16,1 2 1 0,1 3-2 16,2 1 0-16,-2 2-1 0,1 2-1 0,2 0-1 15,2 0-1-15,1-1 0 0,1-3-10 16,1 0-27-16,3-4-66 0,-1-5-69 0,0-1-90 15,1-6-146-15,2-5-183 0,0-2-228 0,0-6-216 16,2-1-199-16,0-6-47 0,-1-2 317 0,1-5 493 16,0-2 348-16,1-2 219 0,-2-2 201 15,0-2 238-15,-2-1 226 0,-1-1 60 0,1-1-86 16,0-2-122-16,-1 1-96 0,-2 0-54 0,1 3 4 16,2 3-17-16,-5 5-54 0,1 5-45 15,-2 1-46-15,1 8-54 0,-2 2-75 0,-2 4-65 16,-2 5-37-16,0 5-24 0,0 4-14 15,-1 4-4-15,0 6-1 0,-2 3 2 0,2 4 0 16,-2 3 1-16,0 4-1 0,-1 5-4 16,0 2-2-16,0 4-5 0,-1 0-4 0,2 3-6 15,-1-2-5-15,2 0-2 0,0-2-2 0,3-4-2 16,1-2-2-16,1-6-1 0,3-2 0 0,0-6-10 16,4-1-17-16,-2-5-38 0,1-1-79 15,-1-4-90-15,3-5-173 0,-2-1-271 0,1-4-332 16,1-2-338-16,2-2-177 0,2-3 131 0,3 0 654 15</inkml:trace>
  <inkml:trace contextRef="#ctx0" brushRef="#br2" timeOffset="57472.88">24966 3757 125 0,'2'-12'669'16,"-4"5"443"-16,-1 1 128 0,-6 1-107 0,3 5-374 15,-2 3-236-15,0 3-121 0,-5 4-78 16,4 7-53-16,-2 2-37 0,1 3-54 0,1 5-57 16,-1 3-42-16,-1 7-16 0,2 5-14 0,-1 5-11 15,-1 5-7-15,0 4-6 0,-1 2-6 16,4 2-11-16,0-3-5 0,3 1-3 0,1-7-3 15,4-2-1-15,5-5-2 0,0-6-18 16,5-3-55-16,1-5-68 0,0-4-82 0,-2-5-146 16,5-5-235-16,-2-3-314 0,0-4-258 0,-1-3-190 15,1-3 34-15,-2-3 493 0</inkml:trace>
  <inkml:trace contextRef="#ctx0" brushRef="#br2" timeOffset="57706.46">25139 4519 9 0,'3'-2'542'0,"2"0"500"0,-2-3 206 16,-2-2-83-16,4-3-297 0,2-3-308 0,2 0-170 16,4-6-92-16,0 0-52 0,4-1-36 0,-1-5-42 15,4 0-64-15,1-2-45 0,1-2-25 16,3 1-16-16,1-1-10 0,-1 0-36 0,-4 1-60 15,1 1-55-15,-5 0-104 0,-3 2-156 16,-1 3-281-16,-4 0-281 0,-4 2-221 0,-3 3-165 16,-4 2 219-16,-3 3 520 0</inkml:trace>
  <inkml:trace contextRef="#ctx0" brushRef="#br2" timeOffset="57889.82">25210 4174 293 0,'-6'27'627'0,"1"-1"265"0,4 0 122 15,-3-3-236-15,6 2-249 0,0-3-158 16,2-3-111-16,1 0-66 0,3-2-65 0,-2-2-52 16,4-1-33-16,1-3-20 0,1-1-12 0,1-2-4 15,4 0-5-15,1-1-53 0,-2-1-121 16,1-2-201-16,-3 2-279 0,3-1-248 0,-2-1-201 16,-1 0 37-16,-1 2 374 0</inkml:trace>
  <inkml:trace contextRef="#ctx0" brushRef="#br2" timeOffset="58064.78">25672 4399 334 0,'-2'11'840'0,"-4"-1"315"16,0 5 0-16,-4 2-261 0,-2 3-346 0,0 0-242 0,1 4-133 15,-1-1-68-15,1 1-37 0,1-1-29 16,2 0-31-16,2-4-73 0,1-4-151 15,5-1-257-15,0-5-273 0,5-4-260 0,1-3-203 16,5-4 103-16,0-6 465 0</inkml:trace>
  <inkml:trace contextRef="#ctx0" brushRef="#br2" timeOffset="58374.56">25918 4232 470 0,'0'-6'1022'0,"-1"1"356"16,-4 5 9-16,2 2-297 0,-2 4-382 0,1 4-241 15,-5 4-135-15,2 0-100 0,1 4-84 0,-3 0-63 16,3 3-36-16,1 0-23 0,2 1-10 16,0 0-6-16,3-1-6 0,3 0 0 0,0-4-4 15,4 0-9-15,1-3-32 0,0-2-66 16,2-5-61-16,2-1-58 0,-1-4-66 0,1-2-61 16,0-3-14-16,0 0 66 0,-2-2 72 15,-1 1 67-15,0-1 80 0,-1 1 75 0,-3 1 59 16,-2 3 39-16,1 0 32 0,-3 5 38 0,-1 0 33 15,-1 4 13-15,-3 3-11 0,0 4-20 0,-1 1-21 16,-2 1-39-16,1 3-41 0,2 0-28 16,-3 4-22-16,2 0-9 0,1-1-11 0,0 3-55 15,-2-2-56-15,3-2-113 0,2-1-185 16,1-3-295-16,0 1-316 0,1-2-241 0,1-1-131 16,3-1 330-16,1-2 572 0</inkml:trace>
  <inkml:trace contextRef="#ctx0" brushRef="#br2" timeOffset="58990.8">26390 4542 43 0,'-4'1'436'0,"3"1"372"0,-2-2 259 16,-3 2 12-16,2 0-330 0,0 2-223 0,0 0-137 15,3 2-60-15,-2 1-24 0,1 4-16 0,0 0-20 16,2 4-26-16,-1 0-37 0,1 1-50 0,-2 2-51 15,2-1-43-15,2 3-27 0,-2-2-16 16,1 2-10-16,-1-3-4 0,2 0-36 0,0 0-63 16,-1-4-66-16,-1-1-126 0,3-2-182 15,-3-4-321-15,2-1-291 0,0-4-221 0,-1-2-94 16,2-4 381-16,2-3 542 0</inkml:trace>
  <inkml:trace contextRef="#ctx0" brushRef="#br2" timeOffset="59311.58">26553 4242 35 0,'9'-10'356'0,"0"-1"248"0,3 5 203 16,-4 1 53-16,4 1-271 0,-1 1-164 16,2 3-90-16,-1 0-58 0,1 1-31 0,1 2-32 15,-1 1-22-15,1 2-24 0,-3 3-19 0,1-1-11 16,-3 3-13-16,-1-1 16 0,-2 2 37 15,1 3 36-15,-1 1 21 0,-3 1 2 0,-3 2-14 16,-3 0-34-16,-1 4-45 0,-2-3-42 16,2 2-34-16,-4 2-22 0,1-2-15 0,0 0-10 15,0-2-8-15,2 0-6 0,4-4-4 0,-1-1-1 16,2 0-2-16,3-3 1 0,1-2-3 16,2-1-22-16,2-1-56 0,0-2-69 0,0-1-104 15,-2-4-172-15,3-1-310 0,-1 0-316 0,2-1-260 16,-1-1-152-16,1-3 270 0,-2 1 595 15</inkml:trace>
  <inkml:trace contextRef="#ctx0" brushRef="#br2" timeOffset="59498.88">26718 4464 353 0,'-10'0'882'15,"0"0"319"-15,0 1-8 0,3-1-276 0,2 2-368 16,2-2-220-16,3 0-91 0,0 0-39 0,5 1-20 15,-1-1-14-15,5 0-12 0,3-1-22 0,1-1-39 16,4-2-32-16,2 2-24 0,0-3-11 16,3 2-12-16,1-4-10 0,0 1-25 0,1 0-51 15,1 2-43-15,-3-1-88 0,-3 0-151 16,0 1-277-16,-2 1-280 0,-1 2-230 0,0-2-185 16,-4 0 168-16,1 2 523 0</inkml:trace>
  <inkml:trace contextRef="#ctx0" brushRef="#br2" timeOffset="59799">27231 3873 158 0,'2'-3'594'0,"-2"1"362"15,1 2 173-15,-1 3-130 0,2 2-322 0,-1-1-213 16,1 4-137-16,2 0-55 0,-1 3-28 0,2 3-20 15,2 3-2-15,-2-1-5 0,-1 3-21 16,2 4-32-16,-1 2-33 0,-2 4-28 0,-1 3-31 16,0 0-27-16,-4 5-14 0,0 1-10 15,-3 5-6-15,1-2-7 0,-5 3-3 0,-1 0-2 16,-1 2 2-16,-3-2-1 0,-1-2-1 0,0 1 0 16,-1-1-2-16,-3-3-13 0,2-2-55 15,-3-2-65-15,2-6-109 0,-2 0-178 0,2-3-303 16,-1-4-331-16,3-2-274 0,0-4-152 15,6-2 289-15,2-5 619 0</inkml:trace>
  <inkml:trace contextRef="#ctx0" brushRef="#br2" timeOffset="60173.27">27827 4504 348 0,'-6'3'819'0,"1"-1"296"0,3-1 10 16,2 0-284-16,2 1-313 0,3 0-200 15,2-1-125-15,1 2-57 0,7-1-27 0,0-1-18 16,3 0-30-16,2 2-19 0,2-3-19 16,4-3-13-16,-4 1-8 0,3 0-5 0,2-1-4 15,-2 0-3-15,2-1-10 0,-4-1-38 0,-1-1-143 16,-4 0-257-16,-1 2-272 0,-7-4-270 15,-2 1-244-15,-5-1-12 0,-3 0 486 0</inkml:trace>
  <inkml:trace contextRef="#ctx0" brushRef="#br2" timeOffset="60427.54">28086 4311 86 0,'8'3'425'0,"-1"-2"277"0,3 2 215 0,0 0 13 15,1 0-278-15,6 1-153 0,2-2-104 0,1 3-70 16,2-2-66-16,-1 0-71 0,2 1-50 16,1-1-41-16,-1 2-27 0,-1-1-23 0,-2 2 5 15,-3 2-3-15,-1 0 0 0,-6 3-9 16,-1 2-5-16,-5 1 1 0,-4 1-15 0,-4 1-7 16,-5 4-9-16,-4 0 2 0,0-1 2 0,-8 3-17 15,-1 0-19-15,0 0-22 0,-5-1-45 0,-1 0-106 16,-2-1-147-16,3-1-244 0,0-4-264 15,3 0-242-15,7-2-105 0,-1-3 247 0,6-3 434 16</inkml:trace>
  <inkml:trace contextRef="#ctx0" brushRef="#br2" timeOffset="60971.01">29143 4707 400 0,'6'0'861'0,"0"-3"281"0,-1 0-5 0,-1-3-296 15,1-5-316-15,3 0-199 0,1-2-101 0,1-2-31 16,1-2-14-16,3-2-9 0,1-5 17 0,2 2-3 16,1-5-7-16,0 0-19 0,3-3-21 15,-3 2-19-15,2-5-36 0,-1 4-17 0,-2-3-19 16,0 5-10-16,0 0-5 0,-3 6-7 15,-3 2 5-15,-3 4 1 0,-2 3-2 0,0 2-5 16,-3 3-2-16,1 4 1 0,-3 0-6 0,-1 6-5 16,-1 2-5-16,-1 3 1 0,-1 5 0 15,0 4 0-15,-3 2 1 0,1 4 0 0,0 2 6 16,2 2 1-16,-4 4 1 0,6 2 0 16,-2 1-1-16,-3 0 1 0,4 2-5 0,0-2-4 15,1 1-2-15,1-2-1 0,0-2-4 0,0-1-1 16,1-4-1-16,3-1-2 0,2-3-1 15,-2-3-8-15,3-4-16 0,-2-3-39 0,1-2-71 16,2-4-65-16,-2-3-117 0,0-4-174 16,1-4-301-16,-1-1-286 0,2-3-212 0,-3 0-133 15,1-3 301-15,-1 0 567 0</inkml:trace>
  <inkml:trace contextRef="#ctx0" brushRef="#br2" timeOffset="61374.18">29693 4192 360 0,'8'-4'731'0,"1"-2"253"0,-1 3 84 0,2 0-247 16,2 0-262-16,1 0-171 0,1 3-91 0,2-2-46 15,-1 4-49-15,5-1-28 0,-2 2-8 0,2 1-5 16,-2 2-10-16,1-1 14 0,-3 6 9 15,1-1-21-15,-4 1-31 0,0 4-19 0,-5 2-9 16,0 0-25-16,-5 4-21 0,-1-1-8 16,-4 5 0-16,-3 0 1 0,-1 3-4 0,-2 0 2 15,-5 1 2-15,0 3-2 0,0-3-2 0,-2 3-1 16,0 1-2-16,-2-2-6 0,2 2-5 16,0-2-5-16,3 1-3 0,1-3-6 0,-1 0-2 15,3-2-4-15,5-4 0 0,-1 1-2 16,5-1-1-16,0-4 0 0,3-1-2 0,3 0 0 15,5-5-1-15,0-1 0 0,7-5-1 0,-1-1 0 16,5-5-5-16,2-1-8 0,-2-3-8 16,5 0-7-16,-2-3-8 0,2 0-24 0,-2-1-60 15,1 1-57-15,-5-2-70 0,0 1-148 0,0 1-250 16,-7 1-308-16,3 0-227 0,-4 3-195 0,-3 0 49 16,-3 2 525-16</inkml:trace>
  <inkml:trace contextRef="#ctx0" brushRef="#br1" timeOffset="68376.47">26521 550 159 0,'0'-1'400'16,"-2"-2"202"-16,2 3 188 0,-1-4-125 15,-1 4-110-15,1-4-53 0,-3 3-39 0,3-3-42 16,-3 2-71-16,1-3-40 0,2 0-35 0,-4 3-21 15,1-3-5-15,-1 2-17 0,0 0-10 16,-2 0-32-16,3 0-36 0,-4-1-33 0,2 1-37 16,-2 0-17-16,0 0-16 0,-1 0-5 15,-3 0-12-15,3 0-8 0,-4 0-2 0,4 0-9 16,-5 0-2-16,1-1-2 0,0 1 0 16,-1 0 2-16,-1-2-3 0,2 3 2 0,-2 0-2 15,0 0-1-15,-2-3-1 0,0 2-2 16,1 0 1-16,1 0 0 0,-3 2-1 0,-1-3 1 15,0 1 0-15,2 2-1 0,-4-2-2 16,4 2 0-16,-4-1-1 0,3 1-1 0,1 0-2 16,-3 1 2-16,1 0 0 0,2 1-1 15,-4 2-1-15,4 0 0 0,-2-1 0 0,3 1 0 16,-1 2 1-16,-1-2 0 0,4 2 0 16,-2 1 1-16,3-2-1 0,1 0 0 0,-1 1-2 15,0-1 1-15,1 0 2 0,1 2-1 16,0 0-1-16,-2-1 0 0,4 1 1 0,-3-1 0 15,0-1-1-15,1 3 0 0,-2-3 0 16,2 2 1-16,-2 0 0 0,1-1 0 0,1 2-1 16,-3-1 0-16,2 0 0 0,1 2 0 15,-3-2 0-15,5 1 0 0,-3-1 1 0,2 2 0 16,-2-1 0-16,3 1-1 0,-2-2 0 16,1 5-1-16,1-3-1 0,-2 3 0 0,1-2 1 15,1-1 0-15,0 3-1 0,-1-2 1 16,0 1 0-16,1 1 1 0,-1 0 0 0,2 1 0 15,-1 1 1-15,0 2 1 0,-1 1 0 16,0-2-1-16,1 1 1 0,0-2 2 0,-1 3-2 16,-1-3-1-16,3 1-2 0,-2 1 2 0,1 0-2 15,1-2-1-15,0 2 1 0,0 0 1 0,-1-2 2 16,3 0-1-16,-2 2 0 0,0-2 1 0,2 2-2 16,-2 0 2-16,1-1-3 0,-1 2 1 0,1-1 1 0,0 1 0 15,1 0-1-15,-1 0 0 0,1 2 1 16,0-1-1-16,0 2 1 0,-1 0-1 0,2 0 2 15,1 0-2-15,-2 2 0 0,-1-1-1 0,2 1 0 16,1-2-1-16,0 1 0 0,-1-1 2 0,1 0-1 16,-1 1 3-16,1 0 6 0,0-3 2 0,1 3 2 15,-2-2-1-15,4 0-1 0,-4 0-1 0,2 0-5 16,0 0-1-16,1 1-1 0,-1-2 1 0,3 0 0 16,-1 0 0-16,1 0 0 0,0 2-6 15,0-3-5-15,0-1-2 0,1 1-2 0,1 0 0 16,1-2-1-16,1 1 6 0,-1 0 3 0,2-2 3 15,0 3 0-15,0-2 1 0,1-1 1 0,0 0-1 16,2-1 0-16,-1 0-1 0,1 1 2 16,-1-1 0-16,3-1-1 0,-4 0 0 0,2 0-1 15,2 0 2-15,-2 0-1 0,0-1-1 0,-2 0 1 16,2-1 1-16,0 1 0 0,-2-2 0 0,1 2-1 16,2-2 1-16,-5-1-1 0,3 4 0 0,-1-4-1 15,2 0-1-15,0 0 1 0,-2 1 0 16,2 0 1-16,-1-2 0 0,2 1 1 0,-1 0-1 15,0 3 1-15,3-2-2 0,-3-2 1 0,1 1 0 16,-1 0 1-16,3-1-2 0,-1 0 2 0,-1 1 1 16,2-1-2-16,0-1 1 0,1 1-1 0,0 0 0 15,-1-1 1-15,2-1 0 0,-2 0-1 16,0 0 0-16,1 0 0 0,0 0 0 0,-3-2 4 16,4 0 4-16,-4 1 3 0,3-2-1 0,-2 0 3 15,0 1-2-15,0 0-4 0,0-1-3 0,0 2-1 16,0-1-3-16,-1-1 1 0,0 1 0 0,0-1 0 15,1 2-2-15,-2-2-1 0,2 1 0 16,1 0 1-16,-3 0 0 0,1 0-2 0,-1 0 1 16,5-1 2-16,-5-1-1 0,3 0-1 0,0 0 0 15,-2 0 0-15,3-1 1 0,-2-1-1 0,0 0 1 16,0 0 1-16,2-2-1 0,-2 3 2 16,2-2 0-16,-1-1 2 0,1 1 0 0,-2-2-1 15,3 1 0-15,-2-1 0 0,2 3 0 0,-2-3 0 16,1 0 1-16,1 1 0 0,0-1-1 0,-1-1 0 15,1 0-1-15,1 0 1 0,1 1-1 0,-1-2-6 16,0 1-3-16,2-1-2 0,0-2-1 16,-2 0 0-16,2 2-2 0,-2-1 7 0,0-2 4 15,3 2 2-15,-4 0-1 0,2 1 0 0,-1 1 0 16,-1-2 0-16,0 2 0 0,-1 0 0 0,2 0 1 16,-5 0-1-16,3-1 2 0,1 2-1 0,-1-1 1 15,2 0 0-15,-3-2 1 0,2 1-1 16,1-2-1-16,-1 0-1 0,1-1-1 0,0-1 1 15,2-1 7-15,-4 0 3 0,4-1 3 0,-3-1 2 16,0 3-3-16,1-3 1 0,-1 0-7 16,0 2-4-16,-1-1-3 0,-3 1-1 0,4 0 1 15,-4 0 1-15,1 0-2 0,1 1 0 0,-2-1-1 16,-1 1 0-16,3 2 0 0,-3-2 1 0,0-1 0 16,3 1 0-16,-1 1 1 0,-2-1 2 0,1 0 0 15,0 2 0-15,1-1 0 0,-2 0 1 16,1-1-2-16,1 0 1 0,0 1 0 0,0-2 0 15,-2-1 3-15,4 1 1 0,-4-2-1 0,2-1 1 16,0 0-1-16,0 0 1 0,0 1-2 0,-2-2 1 16,1 0 0-16,0 2-6 0,-3-1-4 0,0 2-2 15,-1-1 0-15,-1 1-3 0,0-1 0 0,1 0 5 16,-2 3 4-16,0-4 2 0,-1 1 1 0,-1 1 0 16,3-1 1-16,-4 1-1 0,3-1 0 0,-3-1 0 15,0-2 0-15,1 1 1 0,-1-1-1 0,0 0-1 16,-1-3 1-16,1 2 1 0,-3-1 0 15,1 1-2-15,-1-2 2 0,-1 2 2 0,0-1-1 0,-2-1 0 16,-1 2 6-16,1 0 5 0,-1 0 1 0,-3-1 1 16,2 0 0-16,-4 0 0 0,2-1-3 0,-2-3-2 15,-2 3 1-15,-2-3 1 0,0 4-4 16,-1-2 0-16,-3 2 0 0,0-2-1 16,-2 1-3-16,-3 3 0 0,2-3 2 0,-6 2 0 15,4 0 0-15,-6 1-2 0,1 0 0 16,-1 2-2-16,-1 1 0 0,1 0-1 0,-3 0-1 15,4 4 0-15,-1 1 0 0,1 0-1 0,3 1-2 16,2 4 0-16,-1 0 0 0,8 3-6 16,-2-1-16-16,5 4-40 0,4 0-70 0,-2 4-127 15,4 0-241-15,2 2-302 0,2 1-355 16,4 2-354-16,-1-3-135 0,0 1 516 16,2-1 735-16</inkml:trace>
  <inkml:trace contextRef="#ctx0" brushRef="#br1" timeOffset="70046.64">25474 638 55 0,'-1'-4'360'0,"-3"3"255"0,1-1 237 0,-2-1 43 15,1-1-200-15,-2-1-139 0,-1 0-99 16,2-3-76-16,-1 2-74 0,0-2-37 0,-4 1-30 16,2-2-10-16,-1 0-10 0,-2-2-8 15,-2 1-19-15,-1 0-44 0,-3-3-31 0,-4 1-22 16,-1 2-12-16,-2-1-14 0,-1 1-9 15,0-1-1-15,-2 0-10 0,-2 1-13 16,1-2-15-16,-2 3-8 0,-2-1-5 0,1 1-4 16,-4 0 0-16,-2-2-3 0,1 0 1 0,-4 3-2 15,0-3-2-15,-2 1 3 0,-1 1-1 16,-1 0 2-16,0-2-2 0,-2 3 0 0,2-3 1 16,-3 0-2-16,0 0 0 0,0 2-1 15,1-2 5-15,-1-1 4 0,1 2 4 0,0-3-4 16,2 3-3-16,-2-1 1 0,2 1-6 15,0-2-6-15,-1 1-3 0,2-2 6 0,-2 4 0 16,2-3 0-16,-3 1 0 0,3 0 9 16,-2 0 3-16,0 1-1 0,0-1 3 0,0 5 0 15,1-2 0-15,0 1-9 0,-1 0-4 16,1 2 0-16,0 1 0 0,0-1 2 0,1 2 2 16,2 0 0-16,-3 0 2 0,1 0-1 15,-3 1-1-15,3 1-1 0,-1 1 0 0,3-1 1 16,0 1-1-16,-3 0-1 0,2 1 1 0,0-1-1 15,-1 1-2-15,3-1 0 0,1 3-2 16,0-1 1-16,1 1-1 0,-2 0 0 16,2 0 3-16,-1 2 1 0,1-3 2 0,0 3 4 15,-4-1-5-15,2 1-4 0,-2 1-4 0,-2 1 0 16,3 1-3-16,-4 0-3 0,0 2 4 16,0-1 5-16,-3 0 2 0,1 2-1 0,-3 0 2 15,1 1 1-15,0 0 5 0,-1 0 4 16,-1 1-3-16,-1 0-1 0,0 0-1 15,-4-1-1-15,4 1-5 0,-3 1-4 0,-1-2 5 16,1 0 0-16,-2 0 1 0,0 1 2 0,-2-1-2 16,-1 1-3-16,-3 0 0 0,1 0 0 15,-2 1 0-15,-2 0 2 0,-1 1 1 16,-1 3 3-16,-2-2 0 0,2 0 1 0,-3 2-3 16,0 1 0-16,1 0 0 0,-4 0-3 15,3 2 6-15,-2-2-1 0,2 0 0 0,0-1-1 16,0 1-1-16,-2 0 1 0,2 0-8 0,1-1 1 15,-4 1 8-15,3 2-3 0,1-2 7 16,2 3 3-16,1-1 3 0,0-1 0 0,4 1-4 16,0-1-3-16,1 1-9 0,0-2-2 0,2 0-3 15,0 0 0-15,0 3-2 0,3-1 5 0,0-1 2 16,0-1 2-16,0 2 0 0,0 0-1 0,2-2 1 16,-2 2 0-16,5 0-1 0,-2 0 0 0,2-2 2 15,1 3 0-15,-1-3 1 0,3 1 0 0,0 1 2 16,0-2-2-16,2 1 0 0,-2 1-1 0,0-2 0 15,3 2 0-15,-1 0-1 0,1 0 0 0,-3 0 5 16,1 2 2-16,3-3 1 0,-2 3-1 0,0 1 2 16,1-2 1-16,1 1-4 0,0 2 0 0,-1-2-5 15,0 4-3-15,1-4-2 0,0 4-2 16,-2-2-2-16,4 2 0 0,-1-2 4 0,-4 3 3 16,4-1 0-16,-2-1 1 0,0 0 0 0,1 1-1 15,0 0 1-15,1 0 7 0,1 0 2 0,2 1 2 16,-3 0 1-16,4-1-1 0,-2 0-1 0,4-2-5 15,-2 0 0-15,4 0-3 0,-1 0 1 0,1 0-2 16,2 0 0-16,-3-1 3 0,4 0-2 0,0-2 2 16,-1 2-7-16,-1 0 0 0,2 1-4 15,-3 1-1-15,1 1-1 0,-1 2-1 0,0-1 5 16,-1 0 2-16,1 4 8 0,-2 0 3 0,3 1 3 16,-1-2 0-16,1 2-1 0,0 0 1 0,0 2-7 15,4-2-1-15,-3 1-2 0,0 0-1 16,2 1 1-16,-1 1-2 0,2 0 2 0,-1 3 0 15,-1 0 1-15,1 1 2 0,0 3-6 0,-1 1-1 16,0 0-1-16,1 2-3 0,1-2-3 0,-3 3-2 16,4-2 6-16,0-2 11 0,5-2 2 15,1-2 4-15,4-5 2 0,-1-2-1 0,4-5 0 16,4-4-8-16,2-3-2 0,0-3-1 0,5-2-1 16,-1-3 0-16,2-1 1 0,-2-2 1 15,2-1-1-15,2 0 0 0,0-1 0 0,1-2 0 16,-1 1-1-16,1-1 0 0,-1 1 1 15,3-2 0-15,-2-1-1 0,-1 1 1 0,2-1-1 16,-1-1 0-16,-1 1 0 0,2 0 0 0,-1 0 0 16,1 0 1-16,-3-1 0 0,3 1 0 15,-1 2-1-15,0-2-2 0,-1 0 4 0,0 0-2 16,1 0-1-16,-1 0-1 0,2 2-7 0,-4-3-17 16,2 1-36-16,2-1-58 0,-3-2-58 15,1 0-87-15,1 0-134 0,2-5-169 0,-1 1-276 16,2-3-230-16,1-4-209 0,1-2 8 15,2-4 389-15,1-1 460 0</inkml:trace>
  <inkml:trace contextRef="#ctx0" brushRef="#br1" timeOffset="70315.82">15206 3328 244 0,'-1'1'735'0,"-4"4"329"0,-3 1 54 16,-1 3-174-16,-1 2-346 0,-1 0-235 15,0 6-114-15,-2 2-46 0,1 3 12 0,2 1-1 16,2 4 7-16,-2 3 0 0,2-2-13 0,-1 3-19 16,2-1-41-16,2 1-37 0,2 0-38 15,0 0-31-15,3-2-19 0,1-6-12 0,4 1-7 16,4-5-3-16,3-2 0 0,6-6 1 16,2-4-2-16,6-3 0 0,4-8 2 0,2-3 0 15,6-4 0-15,3-6-1 0,0-5 0 16,4-3 1-16,0-1-12 0,0-3-65 0,-1 0-63 15,-5 2-126-15,-5 0-237 0,-6 3-305 0,-6 4-348 16,-6 1-241-16,-11 6-94 0,-7 5 479 0</inkml:trace>
  <inkml:trace contextRef="#ctx0" brushRef="#br1" timeOffset="71871.03">9248 6340 227 0,'0'0'385'0,"0"-1"163"0,0 1 8 15,0 0-66-15,1 1-44 0,-1 1 14 0,2-2 9 16,-1 1-9-16,-1 0-31 0,0-1-50 0,0 0-61 15,0 0-78-15,0 0-54 0,0 3-29 16,-1-3-6-16,-1 4-2 0,1 0 2 0,-1 2 0 16,2 2-10-16,-2 1-26 0,1 3-27 15,1 2-7-15,-2 1-10 0,2 4-13 0,2 0-6 16,-2 1-2-16,1 0-4 0,-1 2-18 0,2 1-3 16,0 2 1-16,-1-1 5 0,-1 1 6 15,0 0 0-15,0-2 1 0,0 1-10 0,0-1-5 16,0-2-11-16,0-3-6 0,0-2-5 15,0-1-1-15,0-3 0 0,0-2 0 0,2-2-2 16,-2-2 0-16,0 0 1 0,0-1-2 0,1-2 1 16,-1-2 0-16,0-1 4 0,2-1 2 15,-2-2 3-15,4-5 2 0,-2-1 3 0,-1-3-8 16,1-1-1-16,0-4-5 0,-1-2 0 16,1-1 0-16,-2-1 1 0,1 0 7 0,-1-1 2 15,0 0 3-15,0 1-1 0,0 2 0 0,-1 0-1 16,1 1 0-16,-2-1 1 0,2 5 2 15,-1-1 2-15,-1 1 2 0,0 2 2 0,-1 3-1 16,2-2 0-16,-2 3 0 0,1 0-1 0,2 1-4 16,-1 2-1-16,-1-1-3 0,2 2-3 15,-1 1-2-15,1 0-1 0,-2 0-1 0,2 1-1 16,0 0-1-16,0-1 1 0,0 3-1 0,0-1-1 16,0 1 0-16,2 0 0 0,-1 1 0 15,2 2 1-15,-1-1 0 0,5 4 1 0,1 3 0 16,2 0 1-16,2 3 0 0,0 3-1 15,2 2 3-15,0 0-1 0,-1 2 0 0,3-1 0 16,-2 2-1-16,2-1 0 0,-2-1-1 0,2-4-1 16,-3 3 1-16,0-4-1 0,-1-1 1 0,-3-2 7 15,2-1 2-15,-3-2 1 0,0-1 1 16,-3 0 2-16,1-1-1 0,-3-3-5 0,0 3-2 16,-1-5-2-16,1 2 0 0,-3-2 6 15,2 0 5-15,-2 0 2 0,-2 0 1 0,2-2 1 16,-3-4 0-16,1-1-11 0,-1-3-6 0,-2-1-5 15,1-4-2-15,-1-2-2 0,-1-3-2 16,1 1 5-16,0-3 2 0,0-1 1 0,-1 0 1 16,2 0-1-16,0 2 2 0,1 0-2 15,0 0 2-15,1 3 1 0,-1 1 0 0,1 2 0 16,-1 1 0-16,2 3 1 0,-1 0-2 0,-1 4 1 16,3-1-1-16,-1 2 1 0,-1 2-1 15,1 1 2-15,1 1-2 0,-2-3 0 0,2 4 0 16,0 0-2-16,-2-1 0 0,2 0-2 0,0 2-2 15,-1-1-7-15,1 1-8 0,0 1-15 16,0 1-18-16,0 0-56 0,0 2-65 0,0 1-89 16,1-1-159-16,-1 3-277 0,2 0-321 0,0 2-270 15,1-2-186-15,-2 1 166 0,4-1 615 16</inkml:trace>
  <inkml:trace contextRef="#ctx0" brushRef="#br1" timeOffset="72420.83">9753 6478 115 0,'7'-1'594'0,"-3"-3"428"0,-2 3 197 0,0 0-122 16,-1-1-259-16,-2 0-182 0,-1 2-150 15,0 0-106-15,-4 0-69 0,1 0-57 0,-2 2-85 16,0 0-69-16,-2-1-41 0,0 2-26 15,-1 0-17-15,0 3-12 0,0-1-6 0,-2 3-5 16,1 2-4-16,3 0-3 0,-3 5-4 0,3 0-1 16,2 2-2-16,-1 1 0 0,4 0-1 15,0 1-1-15,2-2 0 0,1 0 0 0,1-4 0 16,2-1-3-16,-1-2 1 0,1-2 1 16,0-2 0-16,2-4 0 0,1 0 2 0,-1-2 1 15,3-3 1-15,-2-4 2 0,2-4 0 0,-1-2 1 16,2-4 0-16,-1-2 0 0,-2-1 0 0,1-2-2 15,-1 0 2-15,0 0 0 0,-3 0-1 16,0 1 0-16,-3 0 1 0,2 0 0 0,-4 1 1 16,1 1 3-16,-1 2 3 0,-3-1 4 15,1 3 3-15,-1 2 4 0,2 3 2 0,-2-1-1 16,2 3-3-16,1 2-3 0,-1 1-3 16,1 3-4-16,2-2-4 0,-1 3-3 0,-1 0-2 15,2 1-1-15,0 0-1 0,0 2-1 0,0 2 1 16,0 3 1-16,0 1-1 0,0 3 2 15,2 3 0-15,-1 3 1 0,3-1 0 0,-1 5-1 16,0 0 0-16,2 3 2 0,1 0-1 0,2 1-1 16,-2 0-1-16,4 0 3 0,-2 1-1 15,4-2-1-15,-2-2 0 0,1 0 2 0,3-3-2 16,1-1-1-16,0-4-1 0,1 0-1 16,0-2-2-16,0-1-3 0,1-2-14 0,-1-3-34 15,-2-2-77-15,-1 1-106 0,1-3-206 0,-3 0-298 16,-3-2-350-16,3-2-374 0,-5 0-164 0,-1-4 333 15,-3-2 744-15</inkml:trace>
  <inkml:trace contextRef="#ctx0" brushRef="#br1" timeOffset="74285.89">12634 4597 182 0,'-1'-1'422'0,"-3"1"213"0,3-2 140 15,-1 0-104-15,-1 1-108 0,1 0-53 0,1-1-38 16,-3-1-52-16,3 0-59 0,-2 2-51 15,0-2-14-15,1 0-2 0,1 0-10 0,-1-1-13 16,1 2-20-16,-1-1-29 0,0 0-49 0,-1 0-51 16,3 0-37-16,-3 0-26 0,3 1-15 15,0 0-12-15,0-2-11 0,3 0-7 0,-1-1-5 16,1 0-3-16,3-2-2 0,0 0-1 16,2-1 1-16,4-1-1 0,0-1 0 0,1 0 0 15,1-3-6-15,3 2-3 0,1 1-1 0,-1 0 0 16,0 1 1-16,0 1 0 0,0 1 15 15,-1 2 8-15,-1 3 3 0,1 2 0 0,0 0 2 16,-2 2 0-16,0 3-7 0,-2 1-4 0,0 3-2 16,-1 1 0-16,-1 3-3 0,-1 0 0 15,-1 5-1-15,0 0-1 0,-1 0-1 16,-3 1 2-16,1 2 1 0,-1 0 3 0,-4 1 3 16,2 2 3-16,-2-3 3 0,-2 3 2 0,-1 1 0 15,-1-3-1-15,1 2 0 0,0-1-2 0,-2-2-3 16,0 0 0-16,0-1-2 0,-1 2 0 15,0-1-2-15,-1-2 0 0,1 2-1 0,-1-3-1 16,-2 3-1-16,1-3-2 0,2 3 1 0,-2-2-2 16,-1 1-1-16,1-2-1 0,-2 2-2 15,4-2 1-15,-2-2-1 0,0 0 0 0,3 0 1 16,0-3-2-16,2 0 1 0,1-2 0 16,2 0-1-16,2-2 2 0,3-1-1 0,3 1 1 15,0-4 2-15,4-2-1 0,4-1 2 0,3-2-2 16,2-2 1-16,1-3-2 0,3-1 0 0,2-1-1 15,2-2-1-15,-3 0 0 0,3 0-1 16,-1 2 0-16,-4-1 0 0,3 4 0 0,-3-2-1 16,-1 3 0-16,-1 1-8 0,-4 2-15 15,-1 2-21-15,-4 1-51 0,1 1-76 0,-6 2-113 16,0-1-187-16,-1 2-295 0,-4 0-342 0,1 3-314 16,-4-2-147-16,0 2 303 0,-4 0 677 15</inkml:trace>
  <inkml:trace contextRef="#ctx0" brushRef="#br2" timeOffset="79137.67">30592 4170 61 0,'4'-16'304'0,"-4"0"152"16,-2-1 122-16,0-1-48 0,-2-3-192 0,-1 2-113 16,-2-2-46-16,-1 0-6 0,-2 1 34 0,0-3-10 15,-4 2-12-15,0-2 10 0,-5-1 5 16,1 3 0-16,-1-1-11 0,-3 1-16 0,3-2 5 16,-3 3-4-16,-2-1-4 0,2 1-11 0,-3 0-14 15,1 4-10-15,-1-1-13 0,0 2-23 0,-1 2-30 16,1 0-20-16,-4 2-16 0,3 2-8 15,-1 0-6-15,-2-1-1 0,3 2 1 0,-3 3 0 16,1-1-2-16,-1 0-4 0,-4 2 0 16,1-1-6-16,1 2 0 0,-3 0-3 0,0 2 2 15,-3 1 5-15,1 0-4 0,-2 0 1 0,-2 1 3 16,2 1 2-16,-1-1-5 0,1 2-9 16,-3 2 0-16,3-3 1 0,1 3-1 0,-1 1-3 15,2 2 0-15,2-1 7 0,0 3-1 16,1-2 4-16,0 3-6 0,1 0 2 0,0 2 1 15,1 0-3-15,-1 2-4 0,4 0 1 0,-2 2-1 16,0 1 3-16,1 1-2 0,-1 2 0 0,4 0 4 16,-1 1 1-16,-1 3 1 0,2 1-1 15,-1 2 3-15,2 5 1 0,-2-2-1 0,2 5-5 16,-2 0-2-16,4 3 2 0,0 0-1 16,-1 4-2-16,5-4-2 0,-2 5-2 0,3 2 2 15,3 0-6-15,3 0 2 0,2 2 4 0,5 0 2 16,2 4 9-16,5-1 0 0,4 4 3 15,4 2-2-15,4 1-4 0,3 0 4 0,7 1-5 16,3-1-2-16,4 2-6 0,3-2 1 16,2-3-1-16,3-1-2 0,6-2 3 0,0-5 3 15,3-2 1-15,6-3-3 0,2-6 4 0,3-5 1 16,3-6 2-16,4-6 3 0,5-5 1 0,4-9 3 16,5-6-4-16,6-6-6 0,0-7-7 15,3-8 2-15,-2-5 7 0,4-4 5 0,-1-7 3 16,-2-4 9-16,-1-3 1 0,-3-3-2 0,-10-3-7 15,-4 0-6-15,-10-4-3 0,-7 0-7 0,-8-2 2 16,-8-1-9-16,-6-3 5 0,-11-1-11 16,-6-4-9-16,-9-1-21 0,-10-6-68 0,-13-2-117 15,-9 2-158-15,-10-2-288 0,-9 3-268 0,-7 5-223 16,-4 9 7-16,-6 5 355 0,-6 9 417 16</inkml:trace>
  <inkml:trace contextRef="#ctx0" brushRef="#br2" timeOffset="80845.06">28888 5385 179 0,'-8'31'391'0,"-3"4"159"16,0 0 98-16,-2 5-222 0,-3 1-175 16,2 3-91-16,-5 1-50 0,-3 3-22 0,0 3-8 15,-4 0-4-15,0 3-21 0,-4 0 12 0,0 4 2 16,-2-2 1-16,-1 2 4 0,-2 4 6 16,-3 3 27-16,0 0 3 0,-1 0 11 0,-3 1 16 15,-2 2-1-15,0-1-2 0,-5 2-2 16,-3 0-6-16,-2 0-11 0,-5 3-18 0,-4 0-10 15,-3 2-12-15,-4-1-18 0,-3 4-8 0,-4-1-5 16,-2 3-5-16,-5-2 2 0,-4 1 7 16,-2 0-3-16,-4 0-15 0,-4 2-10 0,2-1 4 15,-4 1-5-15,-1-1 0 0,-2 0 11 16,0-2 11-16,-1 0 11 0,1-2-1 0,0 0 0 16,-1 0-1-16,-2 1-3 0,-1 0-13 0,-1 3-8 15,-2-2-11-15,-1 3-8 0,-3-3-8 0,0 2-9 16,2-2 10-16,-4 1 1 0,0 3 7 15,-6 0-1-15,-1 0 2 0,-1-1-10 0,1 0 0 16,0-2-6-16,2-4 4 0,1-2 2 0,0-1 0 16,0-1 7-16,-4-1-8 0,3 0 2 15,-3-1 0-15,1-1 0 0,0 1 0 0,-4 0-3 16,-2 0 2-16,-1-2-9 0,0-2 9 0,0-2 7 16,2-1 3-16,-2-1 4 0,0 0-3 0,-2-3 0 15,3 2-5-15,-2-2-5 0,3-2-4 16,-2 1 0-16,2-2-1 0,-4-1 2 0,3 1-14 15,1 1 4-15,1-2 6 0,2-3 8 0,2 0 6 16,-2 0 5-16,0-3 3 0,-1 0-9 16,-1-2-2-16,1-1-4 0,1-7 0 0,-5 2 1 15,2-7 4-15,0-3 3 0,2-4-3 16,-1-2 3-16,0-5-1 0,3-1 3 0,-1-5 4 16,-3-3 2-16,1 0-2 0,3-1 3 0,-1-2 15 15,1 3 4-15,3-5 6 0,-3 5 11 16,3-3 13-16,-1-2-3 0,2 0-11 0,2-2-2 15,3-2-2-15,1-1-8 0,-1-2-14 0,4-3-5 16,1-2-13-16,0-3-8 0,1 0 0 0,6-1 8 16,-1-4 7-16,3-1 8 0,1-2 19 15,2-3 17-15,2-2 7 0,-2-5-2 0,6 1 3 16,5-5-5-16,0-1-4 0,5-2-6 16,3-2-1-16,1-2 2 0,4-1-5 0,2-1 2 15,0-2-2-15,2 0-7 0,4-1-10 0,0-2-10 16,1 1-6-16,5-2-5 0,2 0-5 0,3-1-5 15,0-3-2-15,3-1 2 0,5 2 2 16,-1-2-3-16,2 0 0 0,2-2 4 0,3 1 0 16,1-2-1-16,0-1-2 0,0 1 2 15,0 0 0-15,3-1-3 0,0 1 0 0,-1 0-1 16,0 3-1-16,3-2 0 0,-2 3 1 16,2-3 1-16,0 2 2 0,2 0-1 0,1 2 0 15,0-1 0-15,-1-1-2 0,3 1 3 0,0-2-1 16,0 2 0-16,2-1 0 0,-1 1 1 0,1 2 2 15,1-1-4-15,1 2 1 0,-1 1 1 16,2 1 1-16,2-2-2 0,-1 2 0 0,2-1 0 16,-2-1 0-16,2 0 0 0,2 0-1 0,0-1 2 15,0-2-1-15,1 1 0 0,-2-3-2 16,3 2 0-16,-2-3 0 0,-2 2-1 0,2-3 1 16,1 1 0-16,-3-1 2 0,1 4 0 15,2-1 1-15,-2 3 2 0,1 5-2 0,2 1 1 16,-2 3-1-16,4 3 1 0,-1 5-1 0,0 3 6 15,2 5 8-15,1 3 6 0,1 3 6 16,2 4 3-16,2 4 2 0,4 0-9 0,0 4-8 16,1 3-5-16,0-1-7 0,4 4-5 0,0 1-1 15,0 4 3-15,4 0-1 0,-3 3 0 16,4 1 2-16,-2 1 2 0,5 0-2 0,-4 1 0 16,3-3 1-16,-1 3 0 0,-1-1-2 15,0-1-1-15,-1-1-1 0,-1-1 0 0,2 0 2 16,-3-2 0-16,0-2 0 0,-1 1 3 0,-1-2 3 15,2 1 5-15,-2 0 1 0,0-2 8 0,0 0 3 16,0 2 5-16,0-2 0 0,0 0 0 16,0 3-1-16,0-3-4 0,0 0-5 0,0 0-1 15,0 0-3-15,0 0-4 0,0 0-3 16,0 0-2-16,0 0 0 0,0 0-2 0,0 0-2 16,0 0 0-16,0 0 0 0,0 0 0 0,0 0-1 15,0 0 0-15,0 0-1 0,0 0 0 16,0 0 0-16,0 0 0 0,-2 0 1 0,2 0-2 15,0 0-4-15,-3 0-13 0,3 0-39 16,-3 0-72-16,-1-3-80 0,-3 3-152 0,-1-2-276 16,2 2-320-16,-1 0-323 0,-2 0-207 0,1-2 54 15,-2 0 612-15</inkml:trace>
  <inkml:trace contextRef="#ctx0" brushRef="#br2" timeOffset="81155.25">13183 8121 126 0,'3'-6'663'0,"-1"-2"413"0,-1 0 128 15,-1-5-100-15,0-1-410 0,2-1-254 0,-1-2-112 16,5-3-53-16,-1-1-38 0,3-4-36 0,0 0-14 16,5-5-27-16,-2 2-36 0,2-2-27 15,2 1-20-15,-2 3-10 0,1 3-19 0,-1 3-19 16,-2 6-5-16,-2 1-2 0,-1 8 6 15,-3 2 3-15,4 4 3 0,-4 5 2 0,2 5-6 16,-3 4-4-16,1 4-7 0,0 2-6 0,2 5-3 16,-2 0-3-16,0 2-2 0,0-2-1 0,0 2-1 15,2 0 0-15,-2-3-3 0,0 0-2 16,0-3-3-16,0-2-26 0,-1-1-70 0,-2-4-79 16,1-4-151-16,0-1-286 0,-6-4-325 15,3-3-351-15,-3-4-215 0,0-4 63 0,-2-5 646 16</inkml:trace>
  <inkml:trace contextRef="#ctx0" brushRef="#br2" timeOffset="82126.81">12436 6385 203 0,'-3'6'475'15,"-2"-3"242"-15,3 1 190 0,0 0-148 16,2-2-149-16,-2 0-93 0,2 1-75 0,0-3-74 16,-1 0-73-16,1 0-60 0,0 0-45 0,0 0-19 15,1 0 13-15,1-5 20 0,2 1 4 16,1-4-12-16,0 1-21 0,0-5-31 0,0-1-33 15,1-3-32-15,3-1-21 0,-2-3-15 0,2-2-13 16,-1-2-9-16,3 1-7 0,-1-2-6 16,2-2-1-16,-1 4-2 0,-1-2 2 0,2 2 2 15,0 0 0-15,-4 4 2 0,1 1-5 16,-3 3-2-16,1 2-3 0,-3 2-2 0,0 4 0 16,-1 1-3-16,-2 0 4 0,1 1 0 0,1 2 2 15,-2 2 1-15,-1-2 0 0,2 3 0 16,-1-1-2-16,-1-1 0 0,0 2 0 0,0 0 1 15,0 0-1-15,0 2 1 0,0 0 8 16,0 1 8-16,0 3 3 0,0 2 2 0,0 2 1 16,0 4 1-16,0 1-2 0,0 3-4 0,2 4-2 15,-2 0 1-15,0 6-7 0,3 0-3 0,-3 2-5 16,2 3-5-16,1 0-3 0,-1 0-2 16,1 1 4-16,-1 0 3 0,1-3 0 0,0 0 0 15,1-2 0-15,0-4 0 0,-3-1 0 16,2-4-2-16,-1-1 1 0,0-3-1 0,-1-2 1 15,-1-4-1-15,2-2 5 0,-2-3-1 16,0 1 3-16,0-3 1 0,0-1 2 0,0-2-2 0,0-2-12 16,0-2-10-16,1-2-27 0,-1-4-55 15,2-2-68-15,-2-2-76 0,2-2-117 16,-2-1-175-16,1 1-279 0,-1-3-255 0,2 1-208 16,-1 0-97-16,1 0 318 0,4-1 526 0</inkml:trace>
  <inkml:trace contextRef="#ctx0" brushRef="#br2" timeOffset="82578.95">12764 6096 201 0,'9'-10'432'0,"-2"0"196"0,1-2 156 0,1 2-148 15,-1-1-121-15,0-1-50 0,0 2-36 16,3-1-34-16,-3 1-46 0,1 1-65 0,2 0-63 15,0 1-40-15,1 4-25 0,0-2-27 0,-1 3 20 16,0 1 7-16,2 2 28 0,-2 0 10 16,0 2 1-16,0 4-7 0,-3 1-33 0,0 1-19 15,1 2-32-15,-2 4-26 0,-1 1-14 16,-3 0-8-16,2 4-5 0,-1 1-5 0,0 1-4 16,-3 0-5-16,-1 1-4 0,2 0-3 0,-1 1-3 15,-1-2-1-15,0 0 0 0,-1 0-2 16,-1 0-1-16,-1 0 0 0,-3-1-2 0,3 0-2 15,-2 0-2-15,-1 0-1 0,-1-1-3 16,-2 2-4-16,1-2-2 0,2-2-2 0,-3 1-2 16,2-2-2-16,2 2 0 0,0-2-1 0,0-1-1 15,2-1 1-15,2 3-1 0,1-2 0 0,1-1 1 16,4-1-2-16,0-1 0 0,3 0 1 16,4-3-1-16,1-1 0 0,4-3-1 15,1-1 0-15,2-2 0 0,4-4-1 0,1-2-1 16,-1 1 1-16,0-2-3 0,3 0-15 0,0 0-25 15,-4 3-75-15,-2-2-88 0,1 3-175 0,-3 2-289 16,-5 4-340-16,0 3-396 0,-4 7-224 16,-4 3 139-16,-2 4 742 0</inkml:trace>
  <inkml:trace contextRef="#ctx0" brushRef="#br0" timeOffset="86847.94">14558 5406 125 0,'2'4'481'0,"-1"2"260"16,1 1 136-16,0-1-78 0,-1 1-285 16,2 2-172-16,-1-1-84 0,3-1-38 0,-2 0-24 15,3-2-30-15,0-1 0 0,-1-1-8 0,0-1-9 16,1-2 5-16,2-2 11 0,-2-1 30 15,-1-1 6-15,0-2 11 0,2-1 11 0,-6-3-2 16,2 3-12-16,-3-4-26 0,0 2-34 16,-3 0-35-16,-2 2-28 0,2-1-21 0,-3 1-16 15,-1 2-13-15,0 1-9 0,0 1-7 0,1 2-6 16,-1 1-7-16,1 0-2 0,0 1-3 16,1 2-2-16,2 1-1 0,1-1-1 0,-1 3-1 15,3-1-1-15,0 1 1 0,2-2-2 16,1 2-1-16,0-1 1 0,0-1 0 0,5-1-8 15,-2-2-21-15,1 1-44 0,-1-2-63 0,1-2-65 16,0 0-107-16,1-3-159 0,-1-1-257 16,-1 0-267-16,0-1-211 0,2 1-154 0,-2-2 209 15,1 1 514-15</inkml:trace>
  <inkml:trace contextRef="#ctx0" brushRef="#br0" timeOffset="87217.6">15481 4761 467 0,'9'-8'958'0,"-6"3"277"0,-2-1-48 0,-2 4-306 16,-1-2-296-16,-1 4-163 0,-2 2-78 0,0 1-55 15,-4 2-35-15,1 2-34 0,0 1-50 0,-3 4-60 16,2 1-45-16,-3 2-26 0,0 5-13 16,2 2-12-16,-2 5-3 0,-1 7 6 0,0 7 11 15,-2 6 6-15,0 5 2 0,-2 7 6 0,3 5 0 16,-3 5-6-16,0 5-11 0,-1 5-2 16,3 2 0-16,1 0-8 0,3-1-7 0,5-4 1 15,1-4-2-15,8-8-6 0,2-4-3 0,4-11-3 16,3-6 0-16,3-7-6 0,1-6-9 15,3-7-24-15,-2-5-53 0,-1-6-66 0,2-7-78 16,-6-2-130-16,-2-3-188 0,-1-5-304 16,-4-3-249-16,0-1-209 0,-4 0-47 0,-1-1 402 15,0-1 520-15</inkml:trace>
  <inkml:trace contextRef="#ctx0" brushRef="#br0" timeOffset="88017.71">16071 5260 287 0,'-1'-4'601'0,"-3"-1"297"0,-3 2 155 0,2 2-229 16,-3-1-221-16,0 2-145 0,-1 2-98 16,-1 1-89-16,-1 3-71 0,3 1-61 0,-3 2-43 15,2 3-28-15,1 2-22 0,0 2-10 0,3 2 16 16,2 6 33-16,1 4 42 0,4 3 28 16,0 5 13-16,2 1 0 0,1 4-26 0,3-1-32 15,0 2-40-15,2-1-30 0,0-4-18 16,3-3-8-16,0-2-7 0,4-5-4 0,0-3-3 15,-1-6 1-15,3-4-2 0,-3-4 2 16,3-5 1-16,-3-4-1 0,1-5 4 0,-2-4 2 16,0-4-1-16,-2-7-1 0,-1 0 0 0,-2-5 1 15,0-2-1-15,-1-3-1 0,-3 0-1 16,1-3 2-16,-2-2 5 0,-2 2 4 0,-2-1 1 16,1-2-1-16,-4 1 8 0,1-1 6 0,-2 2-3 15,-4 1 0-15,-1 0 2 0,-1 2 3 0,-1 1-2 16,-1 5-2-16,-3 2-3 0,1 4-2 15,-1 3-2-15,1 3-6 0,1 4-3 0,-4 5-4 16,2 3-5-16,-2 5-3 0,3 2-2 16,-1 5-1-16,5 3-2 0,0 2-1 0,2 2 0 15,5-1-1-15,2 3-9 0,2-1-29 0,5 1-64 16,2 0-64-16,0-2-97 0,2-1-162 0,0 1-266 16,0-2-299-16,5 0-224 0,-2-1-170 15,4-3 167-15,-4 1 537 0</inkml:trace>
  <inkml:trace contextRef="#ctx0" brushRef="#br0" timeOffset="88326.95">16631 5488 326 0,'2'2'601'0,"-1"-1"201"16,3 0 62-16,-1-1-257 0,0 2-176 16,4 0-91-16,-2-1-29 0,3 0-9 0,0-1-2 15,2 0-38-15,1-2-61 0,2 0-50 0,2-1-47 16,1-2-32-16,3 1-24 0,3 0-15 16,2-1-11-16,0 0-9 0,3 1-6 0,-1 0-4 15,1-2-3-15,2 3-4 0,-4-1-2 16,2 2 4-16,-5-1 2 0,0 3 0 0,-2 1-4 15,-3 1-16-15,-2 2-72 0,-2 1-137 0,-3 1-232 16,-3 0-279-16,0 1-267 0,-6 1-210 0,2-3 92 16,-3 1 445-16</inkml:trace>
  <inkml:trace contextRef="#ctx0" brushRef="#br0" timeOffset="88702.76">17048 5310 206 0,'-4'-6'704'0,"2"-1"372"0,-1 2 86 16,2-1-200-16,1 4-373 0,0-3-247 0,1 4-136 16,2 1-75-16,6 0-34 0,0 0-15 0,2 3-8 15,3 0-6-15,2-1-18 0,3 4-11 16,-2 0-16-16,4 0-12 0,1 0-7 0,0 1-4 15,0 1-1-15,2-1-4 0,-1 3 2 0,-2 1 2 16,1 1 2-16,-1 1 1 0,-4 0 1 16,0 2 4-16,-4 0-1 0,1 0 7 0,-6 3 38 15,0 0 39-15,-3 0 44 0,-4 1 31 16,-5 0 20-16,-1-2 4 0,-4 1-25 0,-3 0-34 16,-3 0-35-16,-1 1-29 0,-5-1-22 0,-1 0-18 15,-3 0-9-15,4-2-8 0,-4-1-5 16,1-1-3-16,2 0-3 0,1-3-24 0,3 0-61 15,3-4-57-15,0 0-97 0,3-2-163 0,2-2-291 16,3 1-304-16,4-1-236 0,3 0-175 16,0 0 205-16,5-1 566 0</inkml:trace>
  <inkml:trace contextRef="#ctx0" brushRef="#br0" timeOffset="89534.16">17864 5830 371 0,'0'8'702'0,"0"-4"235"16,2 2 40-16,-2-3-298 0,3-1-212 0,-3 1-116 16,3-3-64-16,-1-2-32 0,1-1-10 15,5-1-11-15,-2-5-6 0,4-1-8 0,1-7-3 16,1 0-13-16,1-4-3 0,4-3-23 0,1-4-37 16,-1-2-39-16,2-2-33 0,0-1-20 15,2-1-22-15,-1-1-2 0,-1 2 1 0,0 0-2 16,2 2 2-16,-7 2-3 0,2 2-1 15,-3 3-5-15,-2 3-7 0,-1 4-3 0,-1 1-3 16,-1 4 1-16,-4 2-1 0,2 3-4 16,-2-1 2-16,-3 3 0 0,2 2-1 0,1 0-2 0,-3 1 1 15,-1-1-1-15,2 2-1 0,-1 0-1 16,3 1 2-16,-3 0 0 0,2 1 5 0,3 0 5 16,-1 4 6-16,0 1 6 0,0-1 4 15,0 5 7-15,1 1 0 0,2 2 3 0,-2 5-2 16,0 2 1-16,-1 4 0 0,0 2-5 0,1 5-5 15,-3 2-5-15,0 1-4 0,-1 2-7 16,0 3-2-16,-1-3-4 0,-1 0-1 0,-1 0-1 16,-1-3-1-16,2-1-1 0,0-4 0 15,0-2-2-15,0-2-1 0,0-3-3 0,0-2-9 16,0-4-15-16,0-2-32 0,0-3-61 16,0-3-66-16,-2-2-83 0,2-4-141 0,-1-2-199 15,1-2-288-15,0-3-231 0,1-1-195 0,-1-5 6 16,4 1 446-16,-3-4 489 0</inkml:trace>
  <inkml:trace contextRef="#ctx0" brushRef="#br0" timeOffset="89860.19">18574 4854 334 0,'4'-14'733'0,"-3"3"271"0,2 4 35 16,-3 1-286-16,5 3-296 0,-1 1-154 16,1 6-91-16,3 2-26 0,2 2-6 0,6 6 3 15,-4 4 7-15,7 3-9 0,0 6-6 0,0 0 12 16,3 4 3-16,0 3 5 0,-1 3-15 0,1 3-25 16,-1-1-16-16,-4 4-36 0,0-1-20 15,-1 1-25-15,-2-2-15 0,-2 4-7 0,-4-2-12 16,-1 2-8-16,-4 0-5 0,-1 2-4 15,-4-1-1-15,-2 2-2 0,-5 0-1 0,0 2-1 16,-3 1-3-16,-4-1-3 0,2 2-30 0,-5-1-65 16,0 1-66-16,1-2-129 0,-2-2-212 15,1-2-316-15,0-1-315 0,0-4-236 0,3-5-93 16,1-5 442-16,-2-5 598 0</inkml:trace>
  <inkml:trace contextRef="#ctx0" brushRef="#br0" timeOffset="98483.84">17101 6641 108 0,'1'-5'433'0,"-1"0"293"0,0 2 217 15,0 0-43-15,0 0-239 0,0 2-138 16,0-1-94-16,0 0-90 0,0 2-65 0,0 0-62 15,0 2-60-15,0 0-49 0,-1 0-33 16,-1 2-2-16,2 3 3 0,-1-2 10 0,-1 5 2 16,2 1 0-16,0 1 2 0,2 4 20 0,-1 0 9 15,2 6-5-15,-1 0-1 0,1 2-2 16,2 1-2-16,-4 3-34 0,2 0-26 0,1-1-12 16,-3 2-7-16,2-2-8 0,-1 1-5 15,0-1-2-15,-1-1 0 0,1-4-3 0,0 0-3 16,-2-2-2-16,1-2-3 0,-1-1-1 0,0-4-2 15,2-1-2-15,-2-1-1 0,0-4 1 16,0-3-12-16,-2 0-37 0,2-4-56 0,0-4-51 16,-1 0-81-16,-1-5-133 0,-1-3-160 15,-1-1-236-15,0-2-230 0,-3 2-214 0,0-3-25 16,-1 2 329-16,0 3 433 0</inkml:trace>
  <inkml:trace contextRef="#ctx0" brushRef="#br0" timeOffset="98800.08">16955 7072 242 0,'3'14'447'0,"2"4"181"0,0 2 144 0,1 0-188 15,2 3-82-15,0 2-19 0,2 2-16 0,-2 1-30 16,2 0-55-16,0 0-86 0,0-1-81 15,0 0-70-15,2-2-48 0,-1-2-41 0,1-2-19 16,-1-3-12-16,1-1-11 0,2-6-4 0,-3 0 4 16,1-5 13-16,1-1 9 0,-2-5 3 15,3-3 4-15,-1-5 3 0,1-3-9 0,-1-4-11 16,2-4-6-16,-3-3-4 0,1-3-1 0,1-3-4 16,-5-2-2-16,2 0-10 0,-3 1-22 15,-2-1-31-15,-1 2-72 0,-3 0-147 16,-4 1-257-16,1 4-277 0,-3 2-265 0,0 5-204 15,-1 1 106-15,-3 4 497 0</inkml:trace>
  <inkml:trace contextRef="#ctx0" brushRef="#br0" timeOffset="100295.73">15420 7980 146 0,'-2'-2'384'0,"2"0"177"0,-1 2 138 0,-1-1-119 15,-1 0-160-15,3 1-35 0,-3 0 4 16,2 0 16-16,-1 0-7 0,0 0-29 0,-1-2-57 16,3 2-63-16,-2 0-60 0,2 0-51 0,-1 0-42 15,1 2-29-15,0-1-22 0,0 2-13 16,1 3-9-16,1 2-10 0,1 4-5 0,1 2 7 15,5 1 17-15,-3 5 15 0,5 1 6 0,-1 2 5 16,2 1 0-16,1 2-4 0,1-1-15 16,-1 0 3-16,-1 0 24 0,1 2 10 0,-2-5 7 15,0 0-2-15,-1-1-3 0,-1-3-15 0,-1-1-29 16,-2-3-13-16,1-1-10 0,-2-4-4 16,-2 0-4-16,0-3 0 0,0 0 5 0,0-4 13 15,-1 2 8-15,-1-3 5 0,-1-2 4 16,0-3 4-16,0-3 1 0,0-3-16 0,0-5-4 15,0-2-3-15,0-2-4 0,0-3-4 0,0-4-4 16,0-1 0-16,2 0-4 0,-1-2-3 16,1 2 1-16,0 0 0 0,1 3-4 0,0 0-1 15,0 5-1-15,2 0 1 0,0 3-2 16,1 3 1-16,-1 1-2 0,1 3 0 0,1 0 2 16,-1 3 3-16,3 1 1 0,-1 0 1 0,0 3 1 15,1 1 0-15,-1-2 1 0,0 6-1 0,2-2-2 16,-1 1 3-16,-1 3-2 0,0 1 2 15,3 2 1-15,-5 1-1 0,2 1 1 0,1 1 1 16,-5 2 0-16,4 3 1 0,-2-2-2 16,-1 1 0-16,0 2-1 0,0 1 0 0,1 0-2 15,-2 0-1-15,3-2 3 0,-2 1-3 0,1 0-1 16,2-2-1-16,-2-3 1 0,2-1 1 16,0-2-2-16,1-2 1 0,-1-2 0 0,2-2 1 15,2-3 0-15,0-2 0 0,-3-2 4 16,5-3-1-16,-1-2 1 0,3-3 0 0,-4-3-1 15,1-3 2-15,1 0-1 0,-1-2-1 0,-1-1 0 16,0-1 2-16,-3 4-1 0,0-3-1 0,0 0-1 16,-5 1 2-16,1 2-1 0,0-1-1 15,-1 1 0-15,-2 3 1 0,-2 0 2 0,0 1-1 16,-2 2 6-16,-2 0 6 0,-1 3 5 16,0 2 3-16,-1-1 3 0,-1 5 0 0,-2-1-4 15,1 4-8-15,0 1-2 0,0 2-6 0,-1 2-4 16,1 3-2-16,3 3-1 0,-1 3 0 15,3 0-2-15,-3 4 2 0,4 3 2 0,1 0-1 16,1 2 0-16,0 2-2 0,1 2 0 16,1-1-2-16,2 2-2 0,1-1 0 0,0-2 0 15,1-2-1-15,1 2 1 0,2-4-1 0,0-2-2 16,-1-1-3-16,2-3-19 0,-1-3-44 16,1-1-62-16,-1-3-59 0,1-2-84 0,-2-1-126 15,-4-4-151-15,3-1-185 0,-2-1-216 16,1-4-209-16,-2-1-48 0,0-1 263 0,-1-2 412 15</inkml:trace>
  <inkml:trace contextRef="#ctx0" brushRef="#br0" timeOffset="100956.06">16350 7950 53 0,'1'-5'551'15,"-1"3"459"-15,0 0 213 0,-3 2-74 16,0 2-370-16,-2 0-245 0,-1 4-136 0,1 1-74 16,0 6-47-16,1 0-35 0,-3 4-37 0,-2 2-54 15,4 4-53-15,0 0-41 0,2 0-26 0,0 1-15 16,1-3-11-16,4 0-5 0,0-2 0 16,1-5-3-16,2-1-2 0,1-3 0 0,5-4 3 15,-2-4 0-15,1-4-2 0,2-4 5 16,1-5 2-16,0-4-3 0,-1-2 2 0,1-4-3 15,1-2 0-15,-2-2 1 0,-2 0-2 0,-2 2-1 16,0 3 1-16,-3 2 5 0,0 4 3 16,-2 1-2-16,-2 3 3 0,-1 3 1 0,0 1-3 15,-1 4-2-15,-4 2-1 0,2 2-1 16,2 4-1-16,-3 1 2 0,1 5 1 0,0 1-2 16,1 4-3-16,1 0 3 0,1 1-1 0,1 1-1 15,3 2-2-15,-3-1 3 0,4 1-1 16,0-1 1-16,1 0 0 0,0-4-2 0,2-1-1 15,0-3-3-15,3-3-1 0,-1-2 0 0,2-3 3 16,1-4 0-16,-2-4 1 0,3-3 0 16,0-2-10-16,-2-5-28 0,2-3-37 0,-1 1-34 15,-1-3-20-15,-2-1-15 0,-1-1 3 0,2 4 25 16,-5-2 43-16,-1 2 34 0,-2 4 24 16,-1 2 11-16,0 2 8 0,-2 1 14 0,0 2 22 15,0 1 10-15,0 4 2 0,0 1 0 16,1 1 2-16,-1 4-12 0,2 3-18 0,-1 0-9 15,1 4 0-15,4 0-7 0,-3 4-2 0,4 0-3 16,-1 1 0-16,0 2 0 0,4-1 0 16,-2 4 5-16,-2 1 30 0,2 1 24 0,0 0 25 15,-4 3 13-15,1-1 7 0,-3 2 3 16,-2 2-20-16,-2-1-16 0,-1 2-17 0,-3-1-10 16,-2 0-10-16,-2-2-9 0,-1-3-6 0,-1 0-4 15,1-3-5-15,-5-4-4 0,3-4-2 0,2-1-2 16,-1-5-3-16,0-2-8 0,0-3-27 15,2-5-65-15,2 0-60 0,2-8-91 0,-2-2-158 16,5-3-240-16,2-3-300 0,1-1-229 16,3-1-186-16,3-3 114 0,0 1 508 0</inkml:trace>
  <inkml:trace contextRef="#ctx0" brushRef="#br0" timeOffset="101440.37">16957 7903 367 0,'1'-6'850'16,"-2"2"320"-16,-4 2 19 0,2 2-287 0,0 3-296 16,-2 3-144-16,0 3-76 0,2 4-56 0,-2 0-48 15,-1 5-39-15,1 1-48 0,2 3-65 16,0 2-55-16,1 1-32 0,2 1-15 0,0 0-11 15,2 0-7-15,3 0-5 0,-2-3-1 16,5-2-1-16,0-3-4 0,-2-3-2 0,2-1-1 16,4-5 3-16,-2-3-1 0,1-3 0 0,0-5 2 15,2-2 2-15,-1-5 0 0,1-3 1 16,0-4 1-16,1-1 0 0,-3-3 0 0,3-1-2 16,-3-4 0-16,-1 1-1 0,-1 0-4 15,-1 1-4-15,-3 0-19 0,-2 5-35 0,1-1-55 16,-4 4-50-16,0 2-55 0,0 0-94 0,-2 4-124 15,0-2-137-15,1 3-236 0,1 2-229 0,1 1-190 16,3 2 78-16,-1-2 378 0</inkml:trace>
  <inkml:trace contextRef="#ctx0" brushRef="#br0" timeOffset="101610.7">17273 7882 234 0,'6'6'762'0,"-4"2"399"15,0 2 73-15,-2 3-176 0,-2 6-267 16,0 1-221-16,-1 3-152 0,-2 4-95 15,-3 3-61-15,1 0-70 0,0 2-73 0,1-1-54 16,-1-1-30-16,3-3-19 0,-1-2-14 0,4-3-58 16,1-4-72-16,1-5-109 0,1-5-185 0,4-4-300 15,-1-6-342-15,1-5-283 0,1-4-137 16,-1-4 311-16,2-6 632 0</inkml:trace>
  <inkml:trace contextRef="#ctx0" brushRef="#br0" timeOffset="101799.64">17363 7713 71 0,'0'-16'624'0,"-5"7"467"0,-2 5 148 16,-1 1-112-16,1 4-374 0,-1 3-334 0,-1 3-181 15,4 1-95-15,0 1-46 0,1 1-31 16,0 1-24-16,4-1-17 0,0 1-9 0,4-2-11 16,0 2-11-16,4-4-20 0,3 2-39 0,-3-4-70 15,4-1-122-15,0-2-148 0,-1-1-250 16,2-1-264-16,1-1-195 0,0-3 5 0,0 0 311 15,1-1 381-15</inkml:trace>
  <inkml:trace contextRef="#ctx0" brushRef="#br0" timeOffset="102140.56">17510 7752 108 0,'8'-2'387'0,"0"2"254"0,-1 2 221 15,0 2-34-15,-1 3-168 0,1 4-113 0,-1 1-85 0,1 2-79 16,0 2-77-16,-2 4-73 0,3 2-56 16,0 3-51-16,3 3-39 0,-1-1-21 0,-1 0-16 15,5 0-14-15,-3-3-21 0,3 0-6 16,-1-5-4-16,0-2-3 0,1 0-5 0,-3-7-1 15,3-5 7-15,-3-2 0 0,-1-4-1 0,2-6 1 16,-4-3 4-16,1-7-4 0,0-3-1 16,-5-3-1-16,1-2 0 0,-1-3-3 0,-3-2 0 15,1-3 2-15,-2-3-5 0,-2-2-1 16,1-1 3-16,-1-2 5 0,-3 0 2 0,0-1 2 16,1 1 4-16,-1 1 33 0,2 4 45 0,0 4 40 15,1 7 21-15,0 4 11 0,1 5-1 16,-1 8-25-16,2 1-29 0,0 10-27 0,2 6-18 15,-1 5-14-15,1 6-4 0,1 4-8 0,1 6-8 16,0 2-8-16,2 4-3 0,2 3-4 16,0 4-3-16,0 2-1 0,3 0-4 0,0-1 1 15,-1 3-4-15,6-2-4 0,-5-4-24 16,1-2-73-16,1-6-81 0,-3-2-157 0,0-5-258 16,-2-4-322-16,1-2-346 0,-5-4-206 0,1-4 68 15,-2-4 605-15</inkml:trace>
  <inkml:trace contextRef="#ctx0" brushRef="#br0" timeOffset="102350.92">17809 7874 118 0,'-5'-13'552'16,"1"7"336"-16,-3 4 145 0,2 0-112 0,4 5-351 16,-2 1-246-16,6 2-157 0,-3 2-79 15,4 1-40-15,1-2-18 0,3 1-13 0,0 1-8 16,5-3-3-16,0 2 0 0,1 1-4 0,-2-2-20 15,1 1-44-15,4 0-65 0,-4-1-96 16,4 3-130-16,1-2-234 0,-4 2-217 0,3 3-97 16,-1-2 81-16,1-1 245 0,0 1 270 0</inkml:trace>
  <inkml:trace contextRef="#ctx0" brushRef="#br0" timeOffset="102566.27">18127 8059 19 0,'21'2'231'0,"-1"0"144"0,0-2 149 16,0-2 3-16,2 0-95 0,0-6-69 0,-2 0-53 15,4-4-40-15,0-3-43 0,-1-4-16 16,1-3-18-16,3 0 10 0,-2-3 11 0,1-1 20 15,-4 2 15-15,-5 0-14 0,0 2-14 0,-7 1-29 16,-3 5-9-16,-4 0 49 0,-5 3 49 16,-3 0 10-16,-3 3-12 0,-3 2-20 0,-5 2-27 15,-2 3-60-15,-2 6-54 0,-2 4-35 16,-1 9-21-16,0 4-15 0,1 7-14 0,0 4-11 16,6 5-8-16,1 1-4 0,3 3-5 15,6 1-3-15,0 1-4 0,6 1-2 0,3-2-13 16,2 0-39-16,3-2-79 0,-2-3-85 0,5-2-153 15,0-2-262-15,2-4-326 0,2-4-323 16,-2 1-175-16,1-1 85 0,-1-1 578 0</inkml:trace>
  <inkml:trace contextRef="#ctx0" brushRef="#br0" timeOffset="103155.13">17173 9307 4 0,'-3'8'361'16,"-1"2"308"-16,1 2 252 0,-1 2 96 0,1 3-285 15,1 3-191-15,2 3-117 0,2 5-81 16,1 4-53-16,2 4-37 0,3 3-51 16,-2 2-55-16,4 2-38 0,-1-3-30 0,5-4-22 15,-1-1-32-15,3-10-13 0,0-3-9 0,3-9 0 16,1-2 1-16,-1-11-1 0,3-5 2 0,-1-9 6 16,-2-5 0-16,-2-6 1 0,-1-7 1 15,0-6-2-15,-3-3-3 0,-5 2-5 0,1-5 40 16,-4 1 41-16,-4 5 34 0,-2 1 19 15,-6 1 10-15,-4 7 3 0,-1 1-29 0,-6 3-32 16,-3 5-29-16,-1 3-17 0,-1 3-11 0,-1 3-10 16,2 5-7-16,0 6-7 0,1 2-3 15,4 7-1-15,1 3-4 0,3 3 0 0,4 4-1 16,1 3-2-16,7 3-5 0,1 1-39 16,3-1-68-16,4-1-69 0,1-1-116 0,5-2-178 15,-1-7-321-15,5-1-288 0,1-6-213 0,0-7-99 16,4-7 336-16,3-7 552 0</inkml:trace>
  <inkml:trace contextRef="#ctx0" brushRef="#br0" timeOffset="103688.68">17689 9018 60 0,'6'-17'591'0,"-4"9"468"16,-4 4 172-16,-4 6-97 0,-2 6-370 0,0 8-296 16,-2 5-147-16,0 9-65 0,2 4-24 15,-1 7-6-15,0 2-17 0,5 4-37 0,-1 1-40 16,5-1-38-16,5 3-31 0,-1-2-29 15,7-6-15-15,0-3-9 0,5-3-7 0,2-8-2 16,0-3-1-16,3-9 0 0,0-2-2 0,-1-10 3 16,-1-4 2-16,0-7-3 0,-2-6 2 15,-1-2 2-15,-2-7-1 0,-2-2-1 0,-3-3 0 16,-2 0-1-16,-1 0-1 0,-6 0 0 16,0 1 2-16,-6 3-2 0,-1 1 3 0,-1 3 1 15,-1-2 0-15,-5 6 0 0,1 1-3 0,-3 2 1 16,3 1-4-16,-2 6 3 0,0 2-1 0,3 2-2 15,-1 2-3-15,3 2 1 0,0 2-2 16,2 1-1-16,1 0 3 0,4 1-4 16,-2-1-10-16,5 0-15 0,0 0-16 0,0-3-12 15,3 0-6-15,2-1 1 0,0-4 10 0,5-1 16 16,2-3 14-16,3-1 11 0,-2-2 2 0,5-2 4 16,-1 2 0-16,1-2 1 0,2 4 6 15,2 0 0-15,-2 1 0 0,0 1 0 0,2 4 2 16,-4 1 6-16,0 3 4 0,0 3 26 15,-4 3 25-15,-3 3 18 0,0 4 11 0,-3 4 0 16,-1 2-3-16,-4 4-22 0,-2 5-19 0,-1 0-17 16,-1 3-11-16,-2 0-7 0,-1 1-6 15,1-1-1-15,2-2-4 0,-3-4-1 0,1-1-2 16,3-4-5-16,-2-5-33 0,2-5-56 16,0-1-55-16,2-6-75 0,1-4-137 0,-1-6-190 15,1-2-282-15,2-5-231 0,1-4-206 0,2-3-16 16,0-2 396-16,2-4 478 0</inkml:trace>
  <inkml:trace contextRef="#ctx0" brushRef="#br0" timeOffset="104034.05">18266 9276 169 0,'8'-11'668'0,"-5"2"420"16,2 4 137-16,-7 3-136 0,-1 4-257 16,0 2-203-16,-3 3-162 0,-1 5-107 0,-1 2-69 15,-4 2-70-15,2 4-76 0,-3 5-57 16,3 1-32-16,-2 2-18 0,4 4-13 0,-1 1-7 15,1 0-7-15,5-1-4 0,0-2-3 0,3-2-3 16,3-6-1-16,2-4-1 0,3-6-1 0,4-6 0 16,1-6 1-16,3-6 2 0,0-9-1 15,4-5 0-15,-1-6-5 0,0-6-2 0,3-2-2 16,-3-4-1-16,0 3 1 0,-2-2 2 16,-2 6 3-16,-4 0 4 0,-2 8 3 0,-2 2 1 15,-6 3 1-15,-1 5 1 0,-1 3 3 0,-4 4-1 16,-2 2 1-16,-2 6 0 0,1 3 1 15,0 4 1-15,-3 5-4 0,3 2 0 0,2 2-1 16,-1 3-1-16,3 2-2 0,-2 2-3 16,4 0 2-16,2 3-2 0,0 0 1 0,3 1-3 15,3-2 1-15,1 0-3 0,1-4-6 0,1 1-26 16,4-5-65-16,0-3-63 0,0-2-99 0,0-5-166 16,3-2-274-16,0-3-306 0,1-4-235 15,3-2-177-15,0-7 183 0,0 0 558 16</inkml:trace>
  <inkml:trace contextRef="#ctx0" brushRef="#br0" timeOffset="104864.59">18761 9232 468 0,'-5'-14'952'0,"-5"1"273"0,0 2-28 0,-2 5-250 16,3 4-277-16,-2 2-191 0,1 2-118 0,2 3-72 15,-2 1-56-15,3 2-73 0,2 1-60 0,1 0-45 16,0-1-21-16,4 3-13 0,0-2-8 15,4 1-6-15,-3 1-2 0,4-5-3 0,-2 1-2 16,2-1-1-16,3-4 1 0,-2-2 1 16,0-2 0-16,-1-4 2 0,2-5-1 0,0-2 0 15,-2-4-1-15,-2-3-1 0,2-5 2 0,-2-1 0 16,1-2 1-16,-3-2 1 0,-1-2 1 16,0 2 0-16,-3 1-1 0,0 3 6 0,-2 0 5 15,0 3 7-15,0 3 6 0,-1 3 7 16,2 2 6-16,-3 4-5 0,4 1-4 0,0 6-5 15,-1 2-9-15,1 4-6 0,3 5-8 0,-1 6-1 16,1 6-3-16,0 3-1 0,1 6 0 16,-1 6 1-16,5 3 1 0,-2 5-1 0,2 6 2 15,2 3 1-15,2 5 2 0,0 1-2 16,1 1 0-16,2-1-1 0,3-3-3 0,3-6 0 16,0-4-2-16,3-6 1 0,1-9-1 0,-2-5-2 15,4-6-6-15,-2-7-10 0,-1-6-18 0,-1-9-24 16,-1-4-23-16,0-8-17 0,-1-4-4 15,-4-5 1-15,3-5 16 0,-4 0 27 0,-1-1 30 16,-2-1 15-16,0 3 13 0,-3 1 5 16,0 4 7-16,-3 5 4 0,0 1 7 0,-1 4 7 15,0 2 2-15,0 4 13 0,2 3 3 0,-1 3 2 16,0 4-8-16,2 2-6 0,1 5-3 16,2 1-11-16,-1 4-8 0,1 3-5 0,1 2-1 15,4 2-3-15,-1 2 0 0,2-1 1 16,1 2 0-16,3-1-2 0,0-4 0 0,0-1 0 15,3-3-2-15,3-6-14 0,-4-3-19 0,5-6-29 16,-4-7-33-16,1-4-23 0,-2-4-20 0,-1-2-1 16,-1-6 10-16,-3 0 25 0,0-2 34 15,-3-2 25-15,-2 2 20 0,-2-1 9 16,-1 0 12-16,-3 1 11 0,-2 2 36 0,0 4 40 16,-3 0 38-16,0 6 27 0,-1 1 8 0,-2 5 2 15,-2 1-20-15,0 5-25 0,-2 2-30 0,-2 3-17 16,3 4-12-16,0 4-10 0,-1 1-11 15,5 1-11-15,1 5-6 0,1-1-7 0,3 0-2 16,0 2-4-16,2-1 0 0,2 2 0 16,-1-3-1-16,1-1-5 0,2-4-23 0,-1-3-45 15,2-3-62-15,0-6-47 0,1-2-43 0,3-5-51 16,-3-3-62-16,2-3-21 0,0-2 8 16,-4-2-14-16,2 0-18 0,-1 1 12 0,-4 1 72 15,1 2 78-15,2 1 79 0,-5 4 72 16,1 2 55-16,0 2 42 0,-2 5 38 0,1 2 33 15,-3 5 32-15,2 3 15 0,-1 2 0 0,-2 4-10 16,3 0-17-16,-3 1-24 0,0-1-28 16,0 1-26-16,0-5-15 0,1-2-36 0,-1-3-81 15,0-5-125-15,2-2-216 0,-2-4-255 16,1-4-198-16,1-4-58 0,0-4 188 0,-1-3 317 16</inkml:trace>
  <inkml:trace contextRef="#ctx0" brushRef="#br0" timeOffset="105066.84">19804 8809 158 0,'4'-51'972'0,"-8"9"684"0,1 8-39 16,-2 5-332-16,-3 7-467 0,-1 5-325 0,1 4-214 15,-2 6-123-15,-2 4-65 0,1 4-38 0,0 3-22 16,0 4-13-16,1 2-8 0,2 2-4 16,1 3-3-16,4 1-2 0,-1 3-1 0,4 2-1 15,5 1-4-15,3 3-8 0,-2 5-26 16,2-3-70-16,0 4-72 0,1 2-120 0,-1 1-179 15,2-1-267-15,-4 3-332 0,3-1-228 0,0 0-139 16,-1 2 278-16,2-1 553 0</inkml:trace>
  <inkml:trace contextRef="#ctx0" brushRef="#br0" timeOffset="105326.46">19883 9300 55 0,'15'10'332'0,"0"-2"262"0,1-4 325 0,0-2 42 16,0-4-201-16,0-2-161 0,-4-4-101 0,1-2-89 15,1-3-71-15,-2-3-9 0,-3-2 3 0,-1 0-23 16,-4-1-31-16,1-1-37 0,-5-1-54 15,0 0-61-15,-5 0-45 0,-1 0-23 0,-2 0-12 16,-4 0-5-16,-1 2-6 0,-3 2-6 16,0 2-3-16,-3 6-3 0,-1 3-4 0,-1 8-2 15,2 4 1-15,2 6-2 0,1 5 0 0,5 5 1 16,3 3-4-16,4 4-3 0,2 4-4 0,4 4 0 16,1 2-2-16,4 4-2 0,1 3 0 15,4-1-1-15,1-2-1 0,4-1-1 0,3-3-2 16,5-5-11-16,2-8-32 0,5-7-79 15,-1-6-102-15,4-2-200 0,2-11-297 0,-3-4-349 16,3-5-392-16,-4-9-173 0,-1-1 299 0,-4-4 754 16</inkml:trace>
  <inkml:trace contextRef="#ctx0" brushRef="#br0" timeOffset="106332.77">19933 5942 338 0,'-4'6'834'0,"3"-1"335"0,-1 1 15 0,1-4-265 16,-1 4-268-16,2-1-173 0,2 2-97 16,1 0-65-16,3 2-32 0,2-1-34 0,-2 0-57 15,5 0-48-15,3 0-36 0,2-1-17 0,3-5-17 16,2 2-12-16,4-2-10 0,4-2-13 0,1-3-9 16,1 0-9-16,3-2-8 0,-3 1-6 15,-1-2-4-15,0 1-2 0,-3 0-2 0,-2 1-1 16,-5 1-2-16,-2 0-5 0,-2 2-16 15,-6 1-40-15,-2 1-77 0,-5 2-99 0,-3 0-174 16,-5 3-296-16,-3-2-334 0,-6 6-334 0,1-3-165 16,-6 3 228-16,-2 1 659 0</inkml:trace>
  <inkml:trace contextRef="#ctx0" brushRef="#br0" timeOffset="106584.68">19991 6357 276 0,'-2'16'900'16,"2"-3"364"-16,-1-1-23 0,1 1-128 0,3-2-437 15,0-3-240-15,5 3-123 0,1-2-66 0,3-2-41 16,2-1-56-16,2-3-52 0,2-2-42 16,5-2-24-16,2-4-8 0,4 0-6 0,1-6-6 15,0 0-3-15,3-4-4 0,-1 2-2 16,-1-3-47-16,-2 1-66 0,-3 0-124 0,0 2-236 15,-6 0-291-15,-2 2-345 0,-1 3-304 0,-4 0-101 16,1 2 469-16,-5 2 656 0</inkml:trace>
  <inkml:trace contextRef="#ctx0" brushRef="#br0" timeOffset="107678.69">21248 5905 16 0,'0'5'451'0,"2"-2"426"0,-2 0 273 0,1-2-3 15,-1 0-337-15,0 1-293 0,0-2-158 16,0-2-64-16,3 0-30 0,-1-4-17 0,1-1-16 16,2-4-9-16,1-2-25 0,0-1-46 15,2-3-32-15,0-2-28 0,1-4-22 0,1-1-18 16,1-1-9-16,0-4-4 0,0-1-9 0,-1 0-7 15,1 0-3-15,-2 1 3 0,1-2-2 16,-1 6-2-16,-1 0 2 0,-3 3 4 0,2 1 3 16,-4 6-3-16,3 2-3 0,-5 3-2 15,2-1-4-15,-1 6-4 0,0 1-4 0,-2 0-3 16,1 2 1-16,-1 3-1 0,0 4-2 16,2 2-1-16,-1 2 1 0,1 5-2 0,0 4 2 15,-1 1-1-15,3 4 0 0,-3-1 0 0,2 5 0 16,2 2 0-16,-2 1-1 0,0-1-1 15,0 2-1-15,1 0 1 0,-1 0-1 0,0-3 1 16,0 1 0-16,-1-1 0 0,1-3 0 16,0 2-1-16,-2-6 1 0,1-1-2 0,-1-3-1 0,1 0-1 15,-2-4 0-15,2 0 1 0,-2-3-2 16,0-1-7-16,0-3-16 0,-2 0-43 0,0-1-75 16,-1-1-98-16,-4-1-166 0,-1 0-287 15,0 0-334-15,0-3-317 0,-5 2-174 0,4-2 191 16,-4 0 630-16</inkml:trace>
  <inkml:trace contextRef="#ctx0" brushRef="#br0" timeOffset="107930.63">21243 6145 9 0,'5'9'408'15,"1"-2"322"-15,-1-1 208 0,0 0 84 0,2-1-253 16,0 1-238-16,-1-1-144 0,2-1-51 15,3 0 6-15,-1-2-28 0,3 2-53 0,-1-3-42 16,2-1 2-16,4-1-25 0,-2-3-42 0,2-1-40 16,0 0-21-16,-1 0-19 0,2-2-35 0,-3 1-17 15,1 0-7-15,-1 0-7 0,-2 1-4 16,1-1-3-16,-1 3 1 0,-1 0-5 0,-4 0-24 16,4 3-67-16,-5 2-65 0,-2-1-116 15,0 2-167-15,-3 2-316 0,0 2-307 0,1 1-222 16,-3 0-122-16,2 3 329 0,-1-1 539 0</inkml:trace>
  <inkml:trace contextRef="#ctx0" brushRef="#br0" timeOffset="108436.81">21714 6467 338 0,'-4'-2'833'0,"-3"-3"347"0,0 1 35 16,-1 1-219-16,0 0-244 0,-1 1-186 16,0-1-132-16,-2 3-87 0,-2-1-60 0,-1 2-69 15,1 2-74-15,-2 0-44 0,0 2-28 0,0 2-18 16,-1 3-13-16,-1 3-12 0,1 4-7 0,-2 2-7 15,1 3-6-15,-2 6-3 0,2 4-1 16,2 3-1-16,0 4-2 0,3 1 1 0,3 2 0 16,1 2 0-16,4-1 1 0,4-1 0 15,1 0 0-15,2-1-2 0,6-4-2 0,1-4-2 16,6-3 0-16,-2-3-1 0,3-6 0 0,1-3-1 16,2-6 1-16,0-6 0 0,0-3 1 0,-1-3 1 15,-2-6 3-15,1-3 0 0,-4-1 1 16,-2-4 0-16,-4-1 1 0,-1-2 7 0,-4 1 6 15,-1 0 7-15,-4-1 6 0,-1 2 6 0,-2 2 4 16,-3 1 0-16,-3 1-2 0,0 1-3 16,-2 2-4-16,-1 1-4 0,1 1-5 0,-1 2-5 15,3-2-4-15,-2 6-4 0,3 0-3 0,-2 0-2 16,4 2-3-16,-1 2-1 0,3 2-2 16,3 1 0-16,-1 2-2 0,3 0-5 0,2-1-10 15,3 2-17-15,2-1-29 0,0-3-70 16,3-1-86-16,1-5-160 0,1 0-278 0,3-5-329 15,2-1-385-15,3-5-237 0,2-1 65 16,-4-2 706-16</inkml:trace>
  <inkml:trace contextRef="#ctx0" brushRef="#br0" timeOffset="108704.21">22246 6220 798 0,'-3'2'1630'0,"-4"-2"94"0,2 0-332 15,0 1-393-15,1-1-418 0,-2 0-254 16,3 2-124-16,-1-2-65 0,1 0-41 0,1 0-27 16,2 0-22-16,-1 0-16 0,-1 0-12 0,2 0-8 15,-1-2-5-15,1 2-5 0,0 0-3 16,-2-1-2-16,2 1-11 0,0 0-18 0,2-2-28 15,-2 2-71-15,0-1-88 0,1 1-177 16,-1 0-283-16,2 1-334 0,1 2-397 0,-1 2-234 0,-1-1 114 16,3 4 751-16</inkml:trace>
  <inkml:trace contextRef="#ctx0" brushRef="#br0" timeOffset="109282.48">22748 6566 117 0,'-1'6'674'0,"-5"2"431"15,3-4 115-15,-1-3-124 0,4-1-410 16,0-5-290-16,4-3-121 0,0-5-38 0,4-4-2 15,1-3 6-15,4-5-10 0,1-6-11 16,2-3-43-16,2-2-36 0,0-5-34 0,0-1-30 16,1 1-15-16,-2-2-9 0,1 3-4 0,-4 1 3 15,2 4-1-15,-5 4 7 0,0 4 0 16,-2 4 0-16,-2 5-2 0,-2 3-6 0,-1 3-5 16,1 3-9-16,-4 1-7 0,1 4-9 0,-1 3-5 15,1 1-7-15,-2 5-5 0,2 3-1 16,-2 4-1-16,1 6-2 0,-1 3 1 0,4 5 1 15,-3 2 1-15,1 5 1 0,1 3 0 16,0 2 0-16,-1 2 0 0,1 2-1 0,0 0 0 16,0 2-2-16,-2-4 0 0,3-1-2 15,1-1 0-15,-4-5-2 0,6-3-1 0,-4-4 0 16,2-4-2-16,2-4-11 0,0-3-18 0,-3-5-38 16,1-2-77-16,-2-6-112 0,2-4-201 15,0-3-295-15,-2-8-347 0,2-1-373 0,-2-5-148 16,2-2 328-16,1-5 723 0</inkml:trace>
  <inkml:trace contextRef="#ctx0" brushRef="#br0" timeOffset="109516.67">23338 6019 66 0,'6'-2'595'0,"3"4"446"15,0 0 174-15,-3-1-84 0,1 4-332 0,1-1-286 16,1 1-172-16,0 3-87 0,1-1-53 0,2-1-33 15,0 0-55-15,-1-1-46 0,3 2-23 0,0-3-19 16,2-1-10-16,-2-1-6 0,3-1-2 16,0-1-26-16,-2 0-55 0,-4 0-81 15,2 0-166-15,-5 0-296 0,-2 0-297 0,1 1-294 16,-6 3-180-16,1-2 184 0,-4 2 596 0</inkml:trace>
  <inkml:trace contextRef="#ctx0" brushRef="#br0" timeOffset="109703.58">23430 6325 29 0,'0'11'524'0,"1"2"448"0,1-3 209 16,0-5-71-16,2 1-340 0,1-1-302 0,2-1-194 16,3-2-98-16,2-1-48 0,2-1-25 15,0-1-31-15,3-1-23 0,-1-2-17 0,5-1-13 16,1-1-5-16,-1 1-7 0,2-3-14 0,-1 0-48 15,-1-1-139-15,-1 2-200 0,-1-1-286 16,-3 0-277-16,1 3-254 0,-4-1-41 0,3 1 421 16</inkml:trace>
  <inkml:trace contextRef="#ctx0" brushRef="#br0" timeOffset="110544.88">25210 5895 90 0,'-9'-3'569'0,"-1"3"419"16,-3 0 194-16,3 1-61 0,-2 1-411 0,-2 2-273 15,5 4-123-15,-3 2-45 0,0 5-19 16,2 7-2-16,2 6-9 0,-1 5-19 0,1 7-26 0,2 8-45 15,1 8-40-15,0 5-32 0,2 4-24 16,0 1-14-16,6 0-12 0,0-5-10 0,7-5-7 16,3-8-5-16,5-9-2 0,8-11 0 15,4-11-3-15,3-10 1 0,5-11 2 0,2-10 1 16,0-12-1-16,2-8 1 0,-6-7-2 16,-3-3 5-16,-2-6 4 0,-5-1 9 0,-5 2 6 15,-10-1 12-15,-5 7 8 0,-6 1 1 0,-6 3 0 16,-7 6-4-16,-7 2-7 0,-5 5-10 15,-4 2-6-15,-3 5-9 0,-1 2-5 0,-2 8-4 16,2 3-2-16,1 4-3 0,2 5-2 16,4 6-1-16,0 3 0 0,9 5 0 0,0 1 0 15,7 4 0-15,3 2-1 0,7 2-10 0,4 2-20 16,1 1-54-16,4-1-72 0,3-2-105 0,3 2-176 16,2-1-296-16,2-1-330 0,3-2-285 15,0-4-153-15,4 3 250 0,-1-8 631 16</inkml:trace>
  <inkml:trace contextRef="#ctx0" brushRef="#br0" timeOffset="110738.77">25783 6505 165 0,'1'6'788'0,"-2"3"455"15,-3-1 67-15,1-1-144 0,-2-1-407 0,4 1-317 16,-2-2-160-16,1 1-94 0,0-4-54 15,2 3-49-15,0-4-47 0,2 1-71 16,1-2-60-16,0-1-102 0,2-3-180 0,3-1-295 16,-1-6-307-16,3 3-244 0,2-3-148 0,-3-1 278 15,5 0 574-15</inkml:trace>
  <inkml:trace contextRef="#ctx0" brushRef="#br0" timeOffset="111248.86">25890 6659 61 0,'6'-2'453'0,"1"-2"309"15,1-7 211-15,2-3 37 0,2-5-325 16,3-5-188-16,1-7-125 0,3-1-58 0,2-6-15 15,1-4-2-15,3-2-13 0,-1 1-17 0,-2-2-14 16,2 2-27-16,-4 1-34 0,0 1-48 16,-5 5-41-16,0 2-23 0,-5 5-14 0,-2 5-4 15,1 5-1-15,-5 4-7 0,1 3-3 16,-4 3-8-16,1 4-12 0,-1 4-10 0,-2 4-11 16,-1 4-5-16,1 6-4 0,-1 6-1 0,-2 2-1 15,2 4 2-15,1 4 0 0,1 4 1 16,0 1 1-16,0 5 0 0,1-1-1 0,-1 7 0 15,0-2-1-15,0 0 0 0,0 3-1 16,0-3-2-16,0-2-1 0,2-4-3 0,-1-4-6 16,2-2-13-16,0-5-30 0,0-6-67 0,2-4-66 15,-2-4-89-15,1-6-151 0,1-6-211 0,-1-5-300 16,5-3-220-16,-2-7-188 0,-1-5 44 16,2-1 469-16</inkml:trace>
  <inkml:trace contextRef="#ctx0" brushRef="#br0" timeOffset="111661.83">26673 5861 175 0,'-2'2'667'0,"-3"4"401"0,-3 2 120 0,-1 4-176 15,-2 4-292-15,0 5-180 0,-3 6-105 0,1 4-73 16,-4 2-54-16,4 5-40 0,-4 4-55 15,2 3-68-15,0 2-51 0,2 4-27 0,0 0-18 16,5 0-16-16,4-2-9 0,0-1-6 16,4-6-8-16,4-6-6 0,2-6-1 0,5-5-2 15,2-9-1-15,3-7 2 0,2-6-1 0,1-6-1 16,-1-5 1-16,2-7 0 0,-1-3 1 16,-3-4-1-16,0-5-1 0,-2-1 0 0,-3 0 0 15,-2 1 1-15,-2 0-1 0,-4 3 0 16,-3 0 1-16,-1 4 2 0,-4 2-1 0,-2 4 0 15,-2 2-1-15,0 3-1 0,-1 2 0 0,-2 6 0 16,-1 5 1-16,0 2-1 0,0 2 0 16,1 4 1-16,-1 5-2 0,2 2-3 0,0 1-20 15,2 1-48-15,1 2-66 0,3-2-70 16,2-1-133-16,3 0-209 0,1-7-302 0,6-1-269 16,2-5-206-16,4-6-57 0,3-7 422 0,2-3 541 15</inkml:trace>
  <inkml:trace contextRef="#ctx0" brushRef="#br0" timeOffset="112016.84">27111 5828 62 0,'-11'0'592'0,"-7"7"458"0,-3 3 166 16,-4 8-91-16,-5 8-362 0,2 3-250 0,-2 6-138 15,1 3-66-15,3 2-38 0,0 4-34 0,5-1-38 16,3 2-65-16,2 1-53 0,2-1-36 15,4 2-21-15,4-1-10 0,1-3-8 0,5-4-2 16,8-7-2-16,-2-2-3 0,6-10 0 16,3-3-1-16,3-10-2 0,4-6-20 0,0-5-24 15,1-5-42-15,1-7-39 0,2-5-32 16,0-2-22-16,0-2 0 0,-3-2 16 0,0 0 46 16,-4 0 39-16,-5 4 27 0,0 0 21 0,-4 4 12 15,-4 5 10-15,-2 1 2 0,-2 4 7 16,-4 3 3-16,-2 3 1 0,-2 3 3 0,-2 3-3 15,-1 3 4-15,-3-1-1 0,3 6-1 0,0-1 0 16,-1 2-1-16,2 0 1 0,0 1 0 16,0 2-3-16,2 0 0 0,1 0 0 0,2 2-2 15,-1 0 1-15,4 2-2 0,0-1 1 16,4 0-1-16,-1 0-17 0,2 0-74 0,2-3-124 16,1-2-167-16,2-2-292 0,2-3-268 15,3-2-218-15,-1-2 44 0,2-4 370 0</inkml:trace>
  <inkml:trace contextRef="#ctx0" brushRef="#br0" timeOffset="112221.4">27296 6317 188 0,'-3'4'643'15,"-4"-2"351"-15,-1 3 109 0,-1 3-179 0,-1 0-323 16,2 3-241-16,-1 3-156 0,0-1-83 0,0-1-45 15,1 3-38-15,4-6-22 0,-1 1-55 16,2-4-95-16,3-2-134 0,2-4-233 0,-1-3-273 16,5-2-229-16,2-3-79 0,0-5 215 15,0 0 373-15</inkml:trace>
  <inkml:trace contextRef="#ctx0" brushRef="#br0" timeOffset="112717.72">27471 5811 47 0,'2'4'487'0,"-2"-1"381"0,1 1 195 15,1-4 1-15,1 0-352 0,0 0-244 0,3-4-159 16,1 1-87-16,1-1-31 0,-2 2-14 15,5-3 5-15,-1 3 5 0,-1 0 23 0,2 0 8 16,-1 2-2-16,-1 2-25 0,-1 1-32 0,3 3-32 16,-3-1-31-16,-1 3-21 0,2 5-18 15,-5 2-7-15,1 1-10 0,-1 4-1 0,-1 4-6 16,-3 2-3-16,0 3 0 0,0 4 0 0,-3 3 3 16,-2 0-3-16,1 5-1 0,0 5-2 15,-4 2-6-15,2 1-4 0,-1 3-7 0,1-3-4 16,-2 0-5-16,5-3-1 0,-2-3-1 0,4-5-4 15,-1-3-5-15,0-7-13 0,2-3-29 16,-1-5-75-16,-1-5-88 0,1-6-161 0,-3-5-274 16,3-4-328-16,1-4-365 0,-3-4-203 15,3-4 102-15,-2-3 657 0</inkml:trace>
  <inkml:trace contextRef="#ctx0" brushRef="#br0" timeOffset="112907.05">27561 6267 381 0,'8'2'713'0,"-1"1"232"0,0-1 81 15,1 0-296-15,2-2-264 0,1 0-170 0,-2-4-101 16,3 1-51-16,-2-1-63 0,-2-2-62 16,0 0-94-16,0-1-131 0,1-1-196 0,-4-1-282 15,3 0-230-15,-1 2-130 0,0-2 130 0,1 2 346 16</inkml:trace>
  <inkml:trace contextRef="#ctx0" brushRef="#br0" timeOffset="114547.48">25022 7244 192 0,'-9'-3'728'0,"-3"-2"395"16,4 2 71-16,-1-1-136 0,4 3-479 0,4 0-261 16,1 1-146-16,5 2-56 0,3 5 3 0,7 0 2 15,6 5 72-15,4 0 34 0,10 2 35 0,6 1-15 16,9 0-31-16,8 0-22 0,8 1-52 15,8 0-25-15,8 3-26 0,7-4-13 0,7-2-15 16,9-1-1-16,7-3-10 0,4-4-10 16,4-5-13-16,2-6-4 0,1-5-6 0,-1 0-7 15,-1-6-5-15,-4 0-1 0,-5-1-2 0,-6 0-3 16,-6 2-2-16,-10 1-3 0,-8 1-2 0,-10 7-13 16,-11 1-28-16,-7 6-70 0,-11 3-77 15,-7 2-145-15,-11 6-256 0,-3 3-318 16,-3 0-360-16,-8 3-236 0,-3 0-22 0,-6-1 584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08:27.694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2724 1855 350 0,'3'-11'694'0,"-3"-1"294"16,-3 1 119-16,3 0-277 15,0 2-180-15,-2 2-57 0,1-1-71 16,1 4-76-16,-2 0-80 0,2 2-63 0,-1-1-70 0,1 1-82 15,-2 1-47-15,2 0-29 0,0 1-19 0,0 1-12 16,0 2-11-16,-2 2-9 0,-1 6-8 0,2 4-6 16,-3 5-4-16,3 5-2 0,-1 7-2 0,0 4 0 15,2 7 0-15,0 7-2 0,2 3 2 0,1 3 6 16,-1 0 2-16,4 2 2 0,-1 1 2 0,0-2 0 16,4-2-1-16,-1-2-6 0,2-6-2 0,2-3-3 0,-1-4-2 0,3-7 1 15,-2-4-2-15,2-3 0 0,0-7 1 0,-1-2-1 16,2-3 1-16,0-6 0 0,0-3 1 0,0-2 0 15,2-6 1-15,-1-2 0 0,1-3 0 0,-2-5 1 16,0-4 0-16,0-2-1 0,2-4 1 0,-4-4 0 16,2-2-1-16,0-5 0 0,-1-1-1 0,-1-5 4 15,1-1-2 1,-3-1-1-16,2-3 1 0,-1-2-1 0,-2 2 2 16,1-3-5-16,-2-2 1 0,-1 3 1 0,0-1 0 15,-3-1 0-15,1 4 6 0,-3-1 4 0,-1 4 2 16,1 1 3-16,-1 7-1 0,-2 0 1 0,1 6-5 15,-1 2 2-15,0 5 5 0,0 5 4 0,0 4 3 0,0 1 2 16,0 3 0-16,0 2-6 0,0 1-5 0,0 4-6 16,0 1-4-16,0 5-2 0,2 1-1 0,-1 6 0 15,1 3-1-15,1 3-1 0,-1 2 1 0,1 6 0 16,3 3-1-16,-3 3 4 0,2 5 4 0,1 3 5 16,1 4 6-16,-1 3 3 0,2 2 2 0,-2 2-1 15,2 3-2-15,0 1-9 0,3 2-13 0,-3 2 0 16,2 1 0-16,2 0 0 0,-2 1 0 0,5-3 0 15,-2 0 0-15,0-1 0 0,4-6 0 0,-2-5 0 0,2-3 0 16,0-6 0-16,-1-4 0 0,3-8 0 0,-3-4 0 0,4-3 0 16,-2-7 0-16,1-5 0 0,3-5 0 15,-3-6-43-15,3-4-27 0,0-5-55 0,-3-6-82 16,3-3-152 0,-3-1-269-16,0-2-320 0,2-2-393 0,-1 1-316 15,-2-1 5-15,1-2 726 0</inkml:trace>
  <inkml:trace contextRef="#ctx0" brushRef="#br0" timeOffset="918.48">4515 1951 92 0,'3'-6'355'0,"-3"-1"205"0,2 1 192 0,-2-2-40 16,1 3-105-16,-1-1-62 0,0 0-52 0,0-2-48 15,0 3-38-15,2-2-45 0,-2 2-40 0,0 0-32 16,2 1-24-16,-2 1-23 0,1 0-36 0,-1 2-40 16,0-1-44-16,2 2-36 0,-1 0-20 0,3 3-7 15,0 0-4-15,4 4 4 0,2 3 4 0,1 3 3 16,1 7-4-16,3 2-6 0,0 7 0 0,1 2-3 16,3 5-5-16,-3 3-7 0,3 5-3 0,1-1-3 15,0 4-12-15,-2-1-8 0,0 1-3 0,2-1-2 0,-1-1-5 16,-1-1-6-16,-1-4 2 0,-2-4 1 15,0-3-1-15,-2-3 0 0,1-4 1 0,-3-3 0 16,0-4 0-16,0 0 1 0,-3-5 2 0,0-1 2 16,-3-4 1-1,1-2 0-15,-3-1 2 0,0-1 0 0,1-3-1 16,-3 1 0-16,2-3 7 0,-1-3 3 0,1-5 1 16,1-4 0-16,-1-4 0 0,1-5-4 0,-1-6-6 15,2-3-5-15,0-6-3 0,0-3 3 0,0-5-2 16,1-4-1-16,0-4-1 0,0-4 0 0,2-2-1 15,-1-3-3-15,2-3-1 0,1 3 1 0,-1-1 0 16,0 5 2-16,-1 2-1 0,0 5 1 0,-3 5 0 16,2 3 1-16,-1 4-1 0,-2 7 0 0,0 3 1 15,-1 2 1-15,0 5-2 0,0 3 1 0,-1 3-2 16,-2 4 0-16,0 1 0 0,0 2-2 0,0 3 0 16,0 0-10-16,0 4-18 0,0 1-31 0,0 0-68 0,-2 1-118 15,-1 4-243-15,3 0-304 0,0 5-370 0,3 0-434 16,0 1-204-16,2 1 499 0,4 0 860 15</inkml:trace>
  <inkml:trace contextRef="#ctx0" brushRef="#br0" timeOffset="1749.64">6248 1896 104 0,'3'-9'499'0,"-1"-1"371"0,-1 3 258 0,-1-2-71 0,0 0-279 16,0 3-125-16,0 0-96 0,0 2-93 0,0 1-95 0,2 0-70 15,-2 1-56-15,0 1-80 0,2 1-56 16,-2 0-32-16,1 3-14 0,1 3-4 0,1 4-4 16,1 7-2-16,1 5-3 0,0 10-3 0,0 3 1 15,0 11-5-15,-2 5-7 0,3 2 0 0,0 8-5 16,-1 0-4-16,1 3-9 0,3-2-5 0,1 1-3 15,-2-5-5-15,4-5-3 0,1-6-2 0,2-5-1 16,0-11 0-16,3-4 1 0,-1-9 0 0,3-7-3 0,0-9-2 16,2-6 0-16,0-9-1 0,-1-7-1 0,1-6 0 31,3-3 4-31,-1-3 7 0,-2 0 3 16,2 1 1-16,-1 1 0 0,-3 5 1 0,0 1 0 0,-3 7-5 15,-1 0-1-15,3 7-1 0,-3 6 1 0,1 2 0 16,-1 5-4-16,3 3 0 0,-2 6-2 15,-1 2 1-15,3 5-2 0,-1 4 0 0,-1-1 3 0,2 4 7 16,-1 1 3-16,0-1 1 0,0 2 1 0,2-4 0 16,-2-2 0-16,2-3-6 0,-1-2-2 0,-1-5-2 15,1-3 0-15,-3-4 0 0,1-4 1 0,-3-4 1 16,0-4 2-16,-1-5 0 0,-2-4 1 0,-3-6 2 16,0-2 1-16,-2-4 4 0,0-4 3 0,-2-4 5 15,-3-2 4-15,-1-1 3 0,-1-5 2 0,-5-6-2 16,-1-1-2-16,-1-4-4 0,-3-6-4 0,-3-1-5 15,1 0-3-15,-4-1-3 0,1 5-2 0,0 5 0 16,0 7-1-16,-1 3-1 0,1 11-1 0,0 1 0 16,2 8-2-1,3 5-1-15,0 3-4 0,4 2-11 0,0 5-21 16,4 2-27-16,1 2-48 0,-1 4-82 16,3 2-148-16,0 2-267 0,2 1-308 0,2 2-367 15,4 3-348-15,3-2-38 0,0 2 671 0</inkml:trace>
  <inkml:trace contextRef="#ctx0" brushRef="#br0" timeOffset="2249.33">8689 2207 45 0,'-8'10'609'0,"2"0"496"0,-2-1 168 16,5-1-129-16,0-2-354 0,3-2-360 15,3 2-159-15,3-2-50 0,5 1 15 0,1 0-2 0,3-1-9 16,4 0-14-16,3-2-30 0,4-2-47 0,0-2-51 15,4-2-25-15,0 1-13 0,2-3-17 16,1 0-11 0,-1-1-4-16,1-1-9 0,-3 1-8 0,0-1-4 15,-3 2-4-15,0 0 5 0,-5 2-28 0,-3 1-66 16,-2 2-72-16,-7 1-158 0,-4 1-283 16,-4 0-338-16,-4 3-340 0,-2-2-215 0,-4 1 96 0,-5 1 658 15</inkml:trace>
  <inkml:trace contextRef="#ctx0" brushRef="#br0" timeOffset="2518.86">9002 2011 218 0,'16'-9'529'16,"-3"-1"284"-16,2 2 165 0,2 1-112 16,1 1-239-16,4 1-89 0,1 2-45 0,2 2-46 0,3 1-36 0,1 1-62 15,-1 0-60-15,1 6-61 0,-1-1-47 0,-1 1-38 16,1 4-33-16,-5 1-20 0,0 1-11 0,-4 2-12 15,-1 3-6-15,-3 0-9 0,-3 5-4 0,-6-1-8 16,-1 6-9-16,-5-1-6 0,-3 5-5 0,-4 0-8 16,-4 4-11-16,-3 0-4 0,-2 3-3 0,-1 0-3 31,-1-3-5-31,-2 3-11 0,1-5-22 0,3-1-73 16,0-4-96-16,5-6-182 0,1-1-290 0,3-6-329 15,5-2-389-15,2-6-204 0,6-1 214 0,-1-4 726 16</inkml:trace>
  <inkml:trace contextRef="#ctx0" brushRef="#br0" timeOffset="3317.37">11181 1458 300 0,'5'-8'682'0,"-3"2"338"0,-1 0 144 0,-1-1-257 16,0-1-179-16,0 2-108 0,-1 0-107 0,-1 0-90 0,-1 0-83 15,-1-1-57-15,1-1-73 0,-2 2-60 0,2-1-36 16,-3 0-22-16,0 4-17 0,-1-1-14 0,-1 3-14 16,-4-1-15-16,2 4-10 0,-4 3-9 0,0 0-6 15,0 6-4-15,-7 4-1 0,2 1-2 0,0 7 1 16,0 3 0-16,0 5-1 0,0 5 2 0,4 4-1 16,0 7 2-16,4 4-2 15,0 7 0-15,3 4 0 0,5 5-1 16,1 7 3-16,6 1 0 0,2 1 0 0,2 2 0 15,8-2 0-15,0 0 0 0,4-4-4 0,4-6 1 16,1-5-2-16,2-7 0 0,0-7 5 0,3-7 2 16,2-5 1-16,-1-8 0 0,4-6 1 0,-2-4 0 15,-2-7-4-15,1-4-2 0,-2-6 1 0,0-2-2 16,-4-4 0-16,-1-4 2 0,-1-4 0 0,-1-2 0 16,-3-4-1-16,-2-1 2 0,1 0 0 0,-4-3 0 15,-3 0 0-15,-1 1 0 0,-3 0 0 0,-3 2 5 16,1-1 3-16,-6 0 3 0,-3 1-1 0,-1 2 3 15,-3 0 2-15,-1 0-4 0,-3 0-2 0,0 2-2 16,-2-1 1-16,-2 3 0 0,0 2 1 0,0-1 0 16,0 2 1-1,0 3-1-15,0 2-1 0,1 0-3 0,1 3-3 16,1 1-2-16,2 2-1 0,1 1-2 16,1 0 0-16,0 1-2 0,2 2 0 0,1 1-2 0,0 0 0 15,3 2-1-15,-1 1 1 0,5 1 0 16,1-1-2-16,0 4-9 0,4-4-14 0,2 2-20 15,2-1-38-15,0 0-76 0,3-1-83 0,-1-1-134 16,4 0-225-16,-1-3-316 0,3 1-325 0,0-1-204 0,2 0-46 16,2-1 497-16,1-1 610 0</inkml:trace>
  <inkml:trace contextRef="#ctx0" brushRef="#br0" timeOffset="3682.63">11956 2177 105 0,'5'-11'727'16,"-4"2"680"-16,-4 1 201 15,-2 3-234-15,-3 1-445 0,-6 3-344 0,1 2-185 0,-4 3-145 0,0 3-93 0,-4 5-50 16,0 2-29-16,-1 5-25 0,0 4-13 0,2 3-8 16,2 3-5-16,3 1-5 0,3 3-7 0,4 1-3 31,4 2-5-31,2-1-5 0,5-2-3 0,5-5-2 16,2-2-4-16,7-7 0 0,2-5-1 0,5-7-1 15,4-7 0-15,-1-7 0 0,3-5-1 0,0-6 0 0,-1-5-4 16,-1-3-2-16,-3-2 0 0,-1-2 0 15,-5-1 0-15,0 1 4 0,-6 1 4 0,-4 4 4 16,-4 3 3-16,0 3 1 0,-5 1 0 0,-5 5 2 16,2 2 0-16,-2 4-1 0,-3 4-1 0,0 3-1 15,1 3-2-15,-3 4-3 0,4 5 1 0,-1 5-1 16,1 1 0-16,0 4 2 0,3 5 0 0,1 0-1 16,0 5 0-16,4-2-1 0,1 2-1 0,2-3-1 15,4 1-5-15,-1-1-16 0,3-4-20 0,0-3-59 16,0-5-73-16,1-3-108 0,0-5-167 0,1-5-278 15,-1-4-339-15,1-3-276 0,-2-4-176 0,3-7 200 0,-1-3 606 16</inkml:trace>
  <inkml:trace contextRef="#ctx0" brushRef="#br0" timeOffset="4003.17">12331 2239 385 0,'7'-19'880'0,"-2"2"333"15,-2 2 31-15,-1 4-223 0,-1 3-237 0,1 2-218 0,1 4-147 16,-3 2-93-16,2 5-66 0,-2 4-88 0,-2 3-60 15,2 4-36-15,0 4-19 0,-1 2-12 0,-1 4-10 16,2 2-6-16,0 4-8 0,0 1-6 0,0 1-4 16,2 2-3-16,-1-1-4 0,4-2-2 0,0-3-2 15,4-6-1-15,1-5-1 0,1-4-1 0,3-7 0 16,0-7 2-16,4-5 0 0,-4-7-1 0,5-4-1 16,-2-9 0-16,-1-2 0 0,1-4-1 15,1-1 1-15,-1 0 1 0,-1-1 0 0,0 4 3 0,-2 0-1 16,-2 8 0-16,-2 2 0 0,-3 3 1 0,-1 4-1 15,2 5 0-15,-4 1 0 0,0 7 1 0,-1 3 1 16,-2 3 0-16,1 7 1 0,0 1 0 0,-1 3-1 16,-1 5 1-16,0 2-3 0,3 2-4 0,-1 4-15 31,-2-1-30-31,6 2-72 0,-3 0-82 0,0 0-159 16,2-3-286-16,2-2-324 0,1-2-351 15,2-2-218-15,3-5 83 0,3-3 664 0</inkml:trace>
  <inkml:trace contextRef="#ctx0" brushRef="#br0" timeOffset="4516.18">13283 1986 373 0,'-7'-11'924'0,"1"2"340"0,-1 0 81 0,1 2-203 16,1 2-345-16,-1 2-254 0,1 0-146 16,0 3-86-16,-3 0-92 0,-1 3-82 0,1 1-49 15,0 4-28-15,-3 1-16 0,2 2-13 0,-1-1-9 16,-1 5-6-16,0-1-5 0,1 2-3 0,0 1-5 15,0 0 0-15,0-2-1 0,4 3-3 0,-1-1 0 16,0 2 0-16,4-3-1 0,0 0 1 0,1 1-1 16,4 1-1-16,-1-2 0 0,4 1 1 0,0 1-1 15,1-2 0-15,3 2 2 0,-1-3 1 0,4 2 0 16,0-1 1-16,1-2 1 0,1 3-1 0,0-3 0 16,0 1 0-16,-1-1 1 0,0-1-1 0,-1 0-1 15,-2 3 3-15,-2-1-1 0,-2-1 0 0,-3 3 1 16,-1 0 1-16,-2 1-1 15,-3 1 0-15,-3 2-1 0,-1-1 0 0,-2 1-2 0,-1 0 1 0,-2-2-1 16,2 1 1-16,-2-2-1 0,0-2 1 0,4-1 0 16,-1-2-1-16,1-3 0 0,2-3-2 0,3 1-2 31,-2-4-1-31,3-1-6 0,4-3-16 0,-1 0-36 16,4-3-74-16,2-1-79 0,-1-5-147 0,5 0-231 15,-2-3-322-15,5-2-325 0,1 1-200 0,2-2-11 16,-1-1 526-16</inkml:trace>
  <inkml:trace contextRef="#ctx0" brushRef="#br0" timeOffset="4866.12">13640 2101 47 0,'-4'-19'656'0,"1"0"718"16,-8 2 250-16,2 3-223 15,-2 3-416-15,-5 6-374 0,-2 2-205 0,0 3-157 0,-3 4-91 0,0 5-51 0,-1 4-33 16,2 3-24-16,1 3-17 0,1 3-9 0,2 3-6 15,4-1-7-15,4 1-4 0,3 1-4 0,5-2-1 16,3 1-1 0,2-1 0-16,5-3-2 0,2 0 0 0,4-1 0 15,3-2 1-15,3-2-1 0,-1-1 0 16,2-1 0-16,1-2 1 0,0 1-1 0,-2-5 0 16,3 3 1-16,-3-3-1 0,-1 3 1 0,0-1 0 15,-3 0 0-15,-3 2 0 0,-1 2 0 0,-4 2 1 16,-4 0 1-16,0 1 1 0,-6 2-1 0,0 4 2 15,-4-1-1-15,-1 1 0 0,-3 3 0 0,-3 0-2 16,1 2 0-16,-1-3-1 0,-3 1-1 16,1 0 0-16,2 2-2 0,-3-2-10 0,1-3-19 0,-1 2-47 15,3-4-78-15,-1-3-129 0,2-2-235 0,4-2-307 16,-1-5-364-16,4-3-346 0,0-3-99 16,0-6 507-16,3-2 710 0</inkml:trace>
  <inkml:trace contextRef="#ctx0" brushRef="#br0" timeOffset="5249.09">14509 2136 173 0,'-11'2'641'15,"-1"-1"386"-15,4 0 113 0,1 1-177 0,2 0-334 16,4-1-211-16,2 0-117 0,4 2-71 0,3 1-35 0,2 1 27 0,7 0 11 15,2-1-21-15,3-1-34 0,2 0-26 0,4-1-19 16,2-2-47-16,2 0-43 0,1-2-18 0,-1 0-12 16,1 0-7-16,-1-1-2 15,-2 0 1-15,-5 0-45 0,0 0-65 0,-7-1-145 0,-2 2-274 0,-4 0-293 32,-3-1-351-32,-4-1-301 0,-3-2-42 0,-5-2 604 15</inkml:trace>
  <inkml:trace contextRef="#ctx0" brushRef="#br0" timeOffset="5516.51">14723 1945 88 0,'1'5'577'0,"3"1"366"15,0-4 145-15,5 2-39 0,4-3-347 16,5-1-278-16,2 0-116 0,7 0-30 0,5-1-7 16,4-1-30-16,3 2-44 0,6 0-42 0,1 0 9 15,0 3-18-15,1 3-24 0,-3 0-8 0,-2 5-5 16,-3 1-8-1,-6 3-29-15,-3 3-15 0,-5 3-8 0,-7 1-11 16,-1 5-6-16,-7 2-1 0,-7 1-12 0,-3-1-5 16,-3 5-5-16,-7-1-1 0,-4 1-2 15,-2 1 0-15,-4-3-3 0,-4 2-2 0,-1-4 0 16,2 1-9-16,-3-4-40 0,2-3-75 0,-1-3-104 16,4-4-199-16,1-4-296 0,-1-4-341 0,5-3-336 15,2-4-155-15,3-2 313 0,1 0 698 0</inkml:trace>
  <inkml:trace contextRef="#ctx0" brushRef="#br0" timeOffset="5984.6">16845 2096 86 0,'-22'-14'753'0,"1"-1"634"16,-6-2 135-16,-2 2-211 15,-1 0-396-15,-3 0-380 0,1 4-181 16,-5 1-120-16,2 6-70 0,0 2-57 16,-1 4-35-16,1 4-23 0,0 6-17 0,3 3-13 15,1 4-9-15,2 6 7 0,4 4 1 0,3 4-3 16,6 3 0-16,2 3-1 0,6 2 0 0,7-2-7 15,2-2-3-15,6-2 0 0,6-5-5 0,5-6-2 16,4-5-2-16,5-6-1 0,3-7 0 0,3-8 2 16,2-6 0-16,0-7 2 0,1-9 3 0,4-4 2 15,-4-7 1-15,-3-2 0 0,1-6-5 0,-8 2-2 0,0 0-3 16,-10 2-1-16,-2 5 0 0,-10 2-1 16,-2 5 6-16,-4 5 3 0,-2 2 0 0,-7 5 7 15,0 6 1-15,-1 5 1 0,-5 5 0 0,0 5 0 16,3 7-2-16,-4 4-6 15,2 4-3-15,2 8 0 0,3 0-3 0,1 5 0 0,1 2 1 0,6 1 1 16,2 1 1-16,2-1 0 0,2 1 1 0,6-1-1 0,-1-2-14 16,5-3-38-16,1-2-75 0,2-4-83 0,3-7-158 15,2-2-297-15,-1-7-324 0,4-3-339 16,1-7-194 0,2-4 97-16,1-7 656 0</inkml:trace>
  <inkml:trace contextRef="#ctx0" brushRef="#br0" timeOffset="6380.19">17178 2095 276 0,'0'1'981'16,"-2"9"450"-16,-2 3-20 0,-4 6-195 0,3 3-473 15,-1 5-275-15,-1 3-155 0,3 4-94 0,-4 3-55 16,7 1-53-16,-3 6-28 0,4 2-21 0,0 5-12 16,2 3-8-16,0 7-10 0,-1 1-8 0,5 0-10 15,-1 1-7-15,1-2-3 0,4-2-2 0,1-2 0 16,0-7 0-16,2-2-1 0,-1-7-2 0,3-7 0 15,-3-7-1-15,-1-4 0 0,-3-4 0 16,1-9 2-16,-2-6 0 0,-2-5 0 0,-2-8 0 0,-2-7 0 16,1-9 2-1,-2-5-1-15,0-8 2 0,0-5 0 0,-2-8 0 0,-1-9-1 0,2-7 0 16,-3-8-3 0,4-6-3-16,0-8 2 0,4-4-1 0,4-3 0 15,6 1-1-15,2 4 2 0,2 4 1 0,0 10-1 16,-1 13 0-16,-1 10 0 0,-3 11 1 0,-4 8 1 15,1 10-1-15,1 8 0 0,-3 7 1 0,-2 7 0 16,1 8 2-16,-1 8-1 0,-5 5 1 0,-1 8 0 16,-1 6-1-16,-5 4-1 0,-1 6 0 0,-1 3-1 15,0 3 0-15,-1 0 1 0,1 1-3 0,2 1-12 16,-1 0-38-16,2-6-76 0,1-1-88 0,2-7-165 16,4-6-279-16,2-5-330 0,3-9-338 0,1-3-185 15,6-10 113-15,0-8 641 0</inkml:trace>
  <inkml:trace contextRef="#ctx0" brushRef="#br0" timeOffset="6600.25">17924 1891 185 0,'4'-14'1114'16,"-6"4"616"-16,-3 6-139 0,-3 4-345 16,-6 4-452-16,0 6-320 0,-5 7-218 0,-3 3-99 15,-1 7-48-15,-2 3-33 0,0 6-18 0,-2 1-15 16,5 5-11-16,1 2-5 0,1 1-7 0,6 1-3 15,0 2-7-15,6-4-4 0,4-4-4 0,4-4-3 0,8-6-2 16,2-7-10-16,7-8-13 0,4-9-24 16,0-6-47-16,0-6-78 0,3-5-88 0,0-7-141 15,-3-4-189-15,2-5-287 0,-1-3-284 0,-3-3-188 16,2-1-39-16,-2-3 405 0,-3 1 506 0</inkml:trace>
  <inkml:trace contextRef="#ctx0" brushRef="#br0" timeOffset="6906.23">17975 2106 145 0,'13'-32'502'0,"-2"4"446"15,-4 3 251-15,2 3-70 0,-6 5-217 0,2 4-183 0,-4 2-176 16,2 4-145-16,-3 4-92 0,2 3-71 15,-2 3-81-15,0 6-64 0,0 2-34 0,0 4-20 16,0 4-10-16,0 3-10 0,0 4-7 0,4 3-7 16,-4 2-7-16,4 5-2 15,-1 2 0-15,0 2-1 0,2 4-1 16,1-1 1-16,5 0 0 0,0 0 0 16,4-1-3-16,0-3-4 0,4-6-8 0,-1-3-8 0,0-5-2 15,0-10-4-15,3-3 1 0,-7-6 1 0,3-4 10 16,-4-7 8-16,1-5 3 0,-3-5 3 0,0-5 1 15,-1-4 1-15,-2-3-1 0,-2-1 1 0,2-1 0 16,-4-3 0-16,1 1 0 0,2-2-1 0,-2 0 2 16,-1 2-1-16,5-3-1 0,-4 3 0 0,3 4-1 15,-1 2-1-15,0 2-1 0,1 4 0 0,0 2-6 16,0 3-30-16,0 3-54 0,0 3-57 0,0 4-59 16,-2 2-105-16,2 2-146 0,0 3-174 0,0 1-238 15,2 3-224-15,2-1-181 0,-1-1 106 0,5 1 410 16</inkml:trace>
  <inkml:trace contextRef="#ctx0" brushRef="#br0" timeOffset="7232.5">18854 1982 76 0,'11'-7'660'0,"-6"1"679"0,-4 1 292 0,-1 3-208 0,-3 0-452 16,-3 5-339-16,-3 0-201 0,-3 5-151 15,-3 0-101-15,-1 6-53 0,-5 1-33 0,-1 5-19 16,0 2-14-16,-2 3-8 0,1 3-8 0,1 4-8 15,2 0-5-15,2 5-8 0,2-2-5 0,3 1-6 16,4 0-12-16,5-4 0 0,6-1 0 0,3-7 0 16,6-6 0-16,5-5 0 0,4-11-5 0,3-7-17 15,2-5-10-15,3-11-12 0,5-6-10 0,1-6-6 16,-1-4 0-16,0-4 7 16,0 0 10-16,-3-1 14 0,-3 7 11 0,-2 0 8 0,-8 8 6 0,-2 4 5 15,-3 5 3-15,-7 5 1 0,0 4 3 0,-3 5 2 16,-4 4 3-16,-3 4 2 0,0 6 0 0,-4 4 0 15,1 4-3-15,-2 3-3 0,3 1-4 0,1 6-4 16,1-1-3-16,3 3-1 0,1 2-1 0,2 0-11 16,4 3-29-16,1-1-79 15,3 0-114-15,1 1-215 0,5-3-302 0,2-2-373 0,5-4-418 0,0-3-162 16,7-3 416-16,2-4 781 0</inkml:trace>
  <inkml:trace contextRef="#ctx0" brushRef="#br0" timeOffset="7648.92">19697 1219 62 0,'-5'-12'641'0,"5"3"485"0,-3 0 164 16,2 2-118-16,-3 1-315 0,3 1-344 16,-1 3-154-16,2 2-71 0,-2 0-46 0,2 2-32 15,0 5-35-15,0 4-35 0,2 7-22 0,-2 7-25 16,3 4-3-16,-3 10-8 0,4 7-5 0,-4 7-11 15,0 7-14-15,-2 9-11 0,0 5-9 0,-3 7-7 16,1 3-11-16,-3 4-9 0,0-1 3 0,0-2 1 16,-1-2-5-16,3-5-2 0,2-8 0 0,2-3-1 15,1-9-1-15,1-5-3 0,-1-7-12 0,3-7-15 16,-3-6-26-16,0-5-50 0,0-8-71 16,-3-2-82-16,-3-6-132 0,1-3-186 0,-6-4-301 0,2-1-266 15,-5-5-200-15,-1-4-43 0,0-2 426 0,-5-4 521 0</inkml:trace>
  <inkml:trace contextRef="#ctx0" brushRef="#br0" timeOffset="7848.8">19231 2046 160 0,'-4'-15'838'0,"3"3"561"16,-2 3 40-16,1 1-239 0,0 1-445 15,2 2-342-15,0 3-179 0,4-2-113 0,-1 4-60 16,3 0-29-16,3 0-11 0,4 2-6 0,3-2-1 15,3 3-7-15,3-2 1 0,7 1-5 0,-1 1 1 0,4 1 0 16,1-1-2-16,2 0 2 0,1 0-4 0,2 0-14 16,-2 2-54-16,-1-1-56 0,-2 1-116 15,2 2-207-15,-5-1-296 0,0 2-299 0,-5-1-235 16,1 1-92-16,-9 0 392 0,2-1 562 0</inkml:trace>
  <inkml:trace contextRef="#ctx0" brushRef="#br0" timeOffset="8432.54">19959 2046 284 0,'-6'3'1024'0,"-4"3"486"16,-4 3-28-16,1 3-263 0,0 3-483 0,-2 1-273 0,0 5-163 0,2 3-92 0,-1 1-62 15,2 5-37-15,1-1-28 0,2 4-19 32,3-3-16-32,2-2-13 0,4-1-11 0,5-1-10 15,2-5-7-15,3-3-4 0,3-5-2 0,4-1-2 0,1-7 2 16,4-5 0-16,3-7 1 0,2-3-1 0,2-8-1 15,2-4 1-15,2-3-1 0,1-4-3 0,-3-2-4 16,1-1-1-16,-4 1 0 0,-1 1 0 0,-6 1-1 16,-1 4 4-16,-4 4 5 0,-6 3 2 0,-4 4 2 15,-1 3 0-15,-3 6 1 0,-2 0-1 0,0 5-2 16,-4 5-1-16,-1 2 1 16,2 5-2-16,-2 3 2 0,2 2 0 0,0 4 0 0,-1 1-1 0,2 4 1 15,2-1 0-15,0 2 0 0,3 4 1 0,2-4 2 16,-1 4-1-16,4-1-1 0,1 0-2 0,1-3-8 15,2-3-17-15,-1-2-44 0,3-4-67 0,-1-2-69 16,2-5-89-16,-2-2-126 0,1-4-141 0,-3-3-126 16,2 0-102-16,-1-2-155 15,-2-2-81-15,1-2 116 0,2 0 320 0,0-4 349 0,-3 1 275 0,2-2 252 16,-3 2 223 0,2-1 145-16,-1 0-6 0,-4 2-74 15,0-2-67-15,3 2-64 0,-4-1-58 0,0 0-51 16,2-1-24-16,-3-1-11 0,6 1-9 0,-4-3-20 15,0-2-23-15,2-1-34 0,0-3-45 0,-2-3-55 16,2-5-46-16,1 0-30 0,1-7-14 0,1 1-10 16,1-6-6-16,3 1-2 0,-2 1-4 0,1 1 0 15,-3 6-2-15,-1 3-1 0,-1 5 3 0,-2 5-1 16,-1 3 2-16,-1 2-2 0,2 4 1 0,-2 4-1 0,0 2-1 16,0 4 0-16,0 3-1 0,-2 3 0 0,2 2 1 15,2 3-11-15,-2 3-34 0,1 1-56 16,1 0-57-16,2 0-79 0,-1 1-145 15,3-1-208-15,2-1-276 0,1 0-232 0,6 0-195 0,0-1 34 0,3-2 447 16</inkml:trace>
  <inkml:trace contextRef="#ctx0" brushRef="#br0" timeOffset="8815.41">21433 2144 222 0,'3'-12'858'0,"-3"-1"644"0,-5 0 91 16,-1 1-301-16,-5 0-422 15,-3 1-310-15,-5 4-165 0,-2 0-142 0,-4 5-80 16,-2 2-45-16,-1 4-29 0,-2 2-21 0,1 3-18 16,4 5-14-16,0 2-13 0,4 4-11 0,4 2-15 15,0 3-7-15,4 4 0 0,5 1 0 0,3 2 0 16,3-2 0-16,7-2 0 0,5-2 0 16,3-2 0-16,5-6 0 0,7-6 0 0,1-5-9 0,2-4-12 15,2-6-10-15,2-4-8 0,-1-5-3 0,1-5-1 0,0-4 6 16,-1-2 10-16,-1-2 10 0,-1-2 8 15,-6 2 6-15,-3 2 3 0,-3 3 1 0,-4 1 3 16,-7 4 2-16,2 5 3 0,-7 0 2 0,-2 8 4 16,-4 2 0-16,0 2 0 0,-1 8 0 15,-4 2-2-15,2 4-4 0,-2 6-2 0,2 0-2 0,-1 3-1 16,0 3-1 0,3-2-2-16,1 6 1 0,4-2-2 15,-1 1-2-15,4 1-2 0,1-1-11 0,3 1-23 16,2-2-53-16,-2-2-83 0,4-2-158 0,-1 1-278 15,4-3-329-15,0 0-409 0,2-2-340 0,0 1 22 16,3-1 754-16</inkml:trace>
  <inkml:trace contextRef="#ctx0" brushRef="#br0" timeOffset="34528.91">6461 5250 132 0,'-3'-5'358'16,"0"-1"164"-16,-1 2 117 0,0 1-162 16,3-1-202-16,-1 0-102 0,2 2-43 0,0 0-20 0,-1-1-4 0,1 0 4 0,0 3-12 15,0-3-10-15,1 3-21 0,-1 0-21 16,0-2-20 0,2 2-14-16,-1 2-2 0,3-2 20 0,0 3 16 0,1 1 31 0,1 1 44 15,2 1 21-15,3 4 12 0,0 1-21 16,2 4-16-16,4-1-24 15,-1 6-36-15,6 1-36 0,2 3 45 16,4 4 44-16,2 1 1 0,2 4-4 0,1 1-1 16,2 4 10-16,0 1-55 0,1 2-9 0,4 2 28 15,-1 2 13-15,1 3 7 0,4 3 12 0,0 4-2 16,-1 1-20-16,3 1-27 0,-2 5-9 16,5 1-10-16,0 6-10 0,4 3-4 0,2 3-11 15,2 2-10-15,1 0-12 0,2 3-1 0,2-1 2 0,-1 2-5 16,1 2-1-16,-2 0 3 0,2 3 8 0,-2-3-6 15,0 3-4-15,0-1 2 0,2-1 4 0,-1-1 4 16,1-3 2-16,-2-1 2 0,2 1 5 0,-1-2-5 16,-3-1-1-16,0-1-8 0,1-1-10 15,-3-1-3-15,-2-1-4 0,1-4 5 16,-4-1 5-16,1-2 2 0,-4-5-1 16,-1 1-12-16,-2-7-40 0,-3-2-96 0,-6-6-141 0,-1-4-247 0,-5-7-275 15,-3-5-251-15,-5-7-125 0,-6-11 199 0,-8-6 432 31</inkml:trace>
  <inkml:trace contextRef="#ctx0" brushRef="#br0" timeOffset="35678.76">6439 4989 21 0,'0'-3'267'0,"0"3"152"15,0 0 128-15,0 0-46 0,2 0-205 16,-2 0-139-16,3 0-83 16,-1 0-44-16,1 3-17 0,3-2-1 0,0 1 42 15,2 1 26-15,2-1 14 0,2 0 11 0,0 0 32 16,3 0 15-16,1-1-30 0,5-1 11 16,-2 1 13-16,6 1 4 0,0 0-27 0,2-1-18 15,3 0-12-15,2 2-28 0,-1 0-22 16,4 0-11-16,0 3 47 0,2 0 28 0,2 0 40 0,2 3 15 15,0 3 2-15,3-1-6 0,1 3-8 0,2 0-6 16,1 3-25-16,1 2-18 0,3 1-5 0,0 1-7 16,3 1-40-16,2 4-23 0,2-1-12 15,1 3-4-15,1 0-3 0,1 2-1 0,3 0 14 16,1 3 18-16,1-1 4 0,5 2 4 0,0 0 4 0,2 3 2 16,5 0-13-16,3 1-18 0,1 0-9 15,0 1-7-15,2 0-11 0,2 0 2 0,-2 0-1 31,3 0 0-31,2 0 4 0,2-2 2 0,1 1 29 16,2-1 31-16,-2-1 12 0,2 1 5 0,-3-3 5 16,-2 1 2-16,-2-3-19 0,1 4-23 0,-2-7-15 0,0 3-4 0,-3-1-8 0,-1-1-5 31,-4-1-9-31,-3-2-8 0,-3 1-1 0,-2-5-1 0,-6 1 3 16,-3-2 1-16,-7-1 5 0,-4-3 6 15,-4 0-1-15,-9-3-6 0,-3-1-3 0,-7-4-27 0,-7 2-38 16,-7-3-42-16,-7 0-94 0,-6-3-142 15,-6 0-261-15,-6-1-260 0,-2-3-245 16,-7 2-170-16,-2-3 186 0,-6-1 480 0</inkml:trace>
  <inkml:trace contextRef="#ctx0" brushRef="#br0" timeOffset="36228.76">8636 7511 117 0,'-3'5'455'0,"-1"-4"258"16,1 3 146-16,1-3-105 16,2 1-309-16,0-2-189 0,2 0-104 15,3 0-24-15,1-2 13 0,3-1 56 0,3-1 37 0,3-3 37 16,3 0-2-16,4-3-22 0,3-2-26 0,4-4-42 16,2-1-29-16,2-4-33 0,1-1-21 15,-1-4-18-15,3-2-23 0,1-4-20 0,-1-2-12 16,0 0-11-16,-1 1-9 0,0-3-3 0,-3 0-2 15,-2 2 4-15,-4 1-5 0,0 1 3 0,-7 3 0 16,1-1-13-16,-7 4-23 0,-1 2-46 0,-5 1-118 16,-5 4-176-16,-6 1-293 0,-4 3-274 15,-4 0-244-15,-1 3-105 0,-6 0 353 0,0 0 499 16</inkml:trace>
  <inkml:trace contextRef="#ctx0" brushRef="#br0" timeOffset="36495.03">9051 6664 247 0,'8'-7'468'0,"2"-1"168"16,1 0 88-16,2-2-217 0,2-2-146 0,1-1-54 0,5-1-22 0,1 0-18 16,0-3-8-16,3 2-3 0,2-2-27 15,0 1-48-15,1 0-12 0,-1 0-8 0,-2 1-16 16,1 2-49-16,-4 1-31 0,0 3-16 0,-4 1-24 15,-1 3-2-15,-4 4 12 0,-1 1 7 0,-4 4 6 16,-1 4 2-16,-4 6 1 0,-3 2-11 0,-3 8-16 16,-4-1-10-16,-1 5-7 0,-6 4-5 15,1 1-11-15,-5 3-34 0,-2 0-91 0,-2 1-146 16,0-2-230-16,-3-1-281 0,1 1-260 0,0-4-151 16,-3-1 182-16,2 0 441 0</inkml:trace>
  <inkml:trace contextRef="#ctx0" brushRef="#br0" timeOffset="36847.29">8751 7345 27 0,'-8'11'406'0,"0"2"297"0,-4 2 195 15,0 0 22-15,-2 3-323 0,-2 1-217 16,1 4-105-16,0 0-41 0,-2 1-20 0,1-2-14 0,2 4-28 16,1-4-46-16,0 1-40 0,4-5-38 0,3 0-27 15,3-3-15-15,3-4-10 0,4 0-1 16,4-5-3-16,8-3-1 0,3-4 2 0,8-5 4 15,3-8 1 1,5-3 0-16,7-8 5 0,3-3 10 0,5-7-3 16,2-3-51-16,2-1-133 0,3-4-195 0,0 0-284 15,0 1-257-15,-2 3-208 0,-5 2 35 16,-5 4 393-16</inkml:trace>
  <inkml:trace contextRef="#ctx0" brushRef="#br0" timeOffset="38228.75">10566 8679 340 0,'5'-3'632'0,"0"1"209"0,-1 2 52 0,2 0-295 16,4 2-239-16,1 9-103 0,8-1-11 16,1 5 22-1,7 4 21-15,5 7 6 0,6 2 0 0,7 8-1 16,5 3-42-16,5 6-47 0,2 5-9 0,2 2-15 16,1 4-30-16,2-1-42 0,-2 1-27 0,-2-2-13 15,1-2-30-15,-6-4-17 0,1-1-7 0,-5-5-6 16,-2-3-3-16,-2-5-1 0,-3-4-2 0,-4-1-2 15,-3-7 0-15,-5 0-1 0,-1-7 0 16,-6 1-8-16,-5-3-31 0,-3-1-48 0,-5-4-41 16,-5 1-58-16,-2-1-113 0,-6-3-153 0,-3-1-226 15,-6-2-237-15,-2-2-234 0,-2-2-120 0,-4-5 254 16,-4-1 454-16</inkml:trace>
  <inkml:trace contextRef="#ctx0" brushRef="#br0" timeOffset="38546.14">11018 8818 313 0,'0'-15'538'0,"0"2"177"16,0 1 66-16,3 3-304 0,4 2-135 0,2 0-56 15,4 1 7-15,3 6 12 0,4-3 31 0,5 6 2 0,5 3-45 16,4 3-52-16,2 5-49 0,5 2-29 15,3 7-14-15,-1 1-24 0,4 6 7 0,-2 3 15 16,4 3-1-16,-1 3-11 0,0 1-23 0,3 3-15 16,-2 0-27-16,0 1-30 0,-3 0-15 0,1 0-12 15,-4-1-7-15,1-2 0 0,-3 0-4 0,-4-4-1 16,-1-4-1-16,-4-2-2 0,-2-6-12 0,-5-1-40 16,-3-5-37-16,-3-4-34 0,-2-2-29 0,-7-4-41 15,-1-3-68-15,-4-6-79 0,-3 0-88 0,-4-7-137 31,-3-3-255-31,-4-3-223 0,-2-5-46 16,-5-3 217-16,0-6 335 0</inkml:trace>
  <inkml:trace contextRef="#ctx0" brushRef="#br0" timeOffset="38796.6">11448 8550 106 0,'-11'-21'428'16,"3"1"260"-16,2 5 151 0,1 4-97 15,5 2-258-15,2 3-97 0,4 4-33 0,5 4-18 16,7 2-7-16,5 6-9 0,6 4-26 0,5 3-48 16,6 8-58-16,3 3-45 0,4 5-36 0,2 3-20 15,0 5-21-15,0 2-22 0,0 2-20 0,0 2-6 16,-1-1-13-16,-1 2-7 0,0-2-4 0,-4 0 0 16,-1-2-4-16,-3-3-26 0,-3-2-16 0,-3-3-20 31,-3-5-45-31,-6-3-85 0,-1-6-114 0,-6-4-113 15,-3-5-190-15,-3-2-266 0,-1-3-185 0,-6-3 10 16,-2-5 263-16,-2-5 343 0</inkml:trace>
  <inkml:trace contextRef="#ctx0" brushRef="#br0" timeOffset="39097.16">11986 8282 27 0,'-2'-29'411'0,"1"2"342"0,-2 7 254 0,1 2 46 16,-1 4-351-16,1-2-235 0,5 5-135 16,1-2-79-16,2 4-49 0,6 2-35 0,3 0-6 15,5 4 2-15,3 3 2 0,5 5-7 0,2 3 21 16,6 3 7 0,2 8-15-16,0 2-31 0,3 6-24 0,3 3-20 0,-1 4-38 0,4 4-23 0,-2 5-15 15,2 1-7-15,1 0-3 0,-1 3-3 16,-1 0-6-16,0-2 0 0,-2 2 1 0,-4-3-1 0,2 0-3 31,-4-1-8-31,-1-4-46 0,-4 2-65 16,-1-2-75-16,-5-2-146 0,-2-1-221 0,-5-1-319 15,-1-4-263-15,-3-2-200 0,-3-3 25 0,-1-5 494 0</inkml:trace>
  <inkml:trace contextRef="#ctx0" brushRef="#br0" timeOffset="39845.82">13401 7813 332 0,'-22'29'848'15,"4"-5"334"-15,0-4 8 0,3-3-233 0,4-3-444 16,3-3-219-16,3-7-123 0,5-4-72 16,4-6-39-16,4-7-16 0,4-6-7 0,4-5-6 15,6-5-10-15,3-6-14 0,5-5-1 0,0-4-2 16,5-3-3-1,0-2 4-15,3-3 4 0,1 0 2 16,-2-1-5-16,-1 4-3 0,-1 1-3 0,-2 5-6 16,-4 4-17-16,-4 4-52 0,-3 5-116 15,-6 5-161-15,-5 7-293 0,-2 3-271 0,-7 7-236 16,-5 5-43-16,-8 6 344 0,-2 4 441 0</inkml:trace>
  <inkml:trace contextRef="#ctx0" brushRef="#br0" timeOffset="40083.64">13489 7555 70 0,'-12'26'531'0,"-4"-3"405"0,0 5 189 15,-3-2-37-15,0 2-371 0,0 2-284 16,0-2-140-16,2 2-98 16,0-1-49-16,-1 2-41 0,4-2-37 0,-2 2-23 0,7 1-18 0,-1-2-9 15,5-2-11-15,2 1-5 0,3-2 0 0,6-1 0 16,4-4-3-16,4-2-1 0,5-3-1 15,7-6-29-15,2-3-79 0,5-5-143 0,2-8-265 16,6-6-276 0,3-5-266-16,-1-8-171 0,4-6 162 15,0-5 468-15</inkml:trace>
  <inkml:trace contextRef="#ctx0" brushRef="#br0" timeOffset="40845.72">14669 5791 54 0,'5'-9'472'0,"-1"5"359"16,-2-1 196-16,-1 2-7 0,1 0-360 0,-2 2-211 0,2 1-126 0,-1 2-68 15,-1 3-26-15,0 3 1 0,4 3 6 0,-4 3-8 31,1 2-2-31,2 3-16 0,1 3-24 0,-1 1-22 16,0 7-34-16,1 0-34 0,1 3-29 0,0 3-15 16,-2 2-3-16,0 0-9 0,1 5-8 15,-1-4-1-15,-2 2-6 0,5-2-4 0,-3-4-9 0,1-4-6 16,1-3-4-16,-1-5-2 0,1-3-2 0,4-4 1 16,-1-3-1-16,2-4-1 0,1-5 1 15,3-4 0-15,2-4 2 0,3-6-1 0,1-4 1 16,0-5 2-16,3-2 1 0,1-7-2 0,0 1-1 15,0-2 1-15,1-3-1 0,-2 3 0 0,1-1-1 16,-5 4 2-16,-1 2 1 16,-4 4 1-16,0 4 3 0,-6 4 1 0,0 2 8 0,-2 2 5 0,-4 3 0 15,-2 4-1-15,-4 4-2 0,-5 5 0 16,0 2-7-16,-4 8-5 0,-3 5-1 0,-3 4-2 16,3 3-1-16,-2 7 0 0,0 1-1 0,1 7-1 15,2-2 0-15,3 4 1 0,2-1-1 16,4-4-2-16,3-3 0 0,3-6-2 15,3-4 1-15,5-7-4 0,3-7-12 16,6-8-32-16,4-5-63 0,1-10-58 16,5-6-78-16,1-10-129 0,4-7-159 0,1-4-222 15,0-5-223-15,2 0-212 0,1-1-86 0,-3 3 272 16,-1 1 443-16</inkml:trace>
  <inkml:trace contextRef="#ctx0" brushRef="#br0" timeOffset="41100.74">15494 6203 129 0,'14'6'596'0,"-2"5"420"0,-4 7 180 16,-4 5-134-16,2 4-317 0,-4 2-182 0,0 5-119 15,-1 1-78-15,1 1-58 0,-1 1-50 0,-1-4-47 16,4-2-70-16,-3-6-56 0,2-1-38 16,2-7-23-16,0-2-12 0,3-6-5 0,-2-5 0 15,2-5 0-15,-1-6-1 0,2-8-1 0,-3-7 2 16,2-6-3-16,-1-5-2 16,-3-1-1-16,2-4 0 0,-6 1 0 0,-1 1 1 0,-5 1-1 0,-2 2 2 15,-2 4 1-15,-1 4 1 0,0 4-1 16,1 7-3-16,-2 2 1 0,1 5-3 0,1 7-2 0,-1 4-3 31,2 7-1-31,2 4-4 0,-1 3-29 0,2 3-50 16,3 2-53-16,3 1-60 0,0 1-112 15,3-2-164-15,3-1-273 0,1-2-241 0,2-2-221 0,1-4-120 0,6-8 279 16,-4-6 508-16</inkml:trace>
  <inkml:trace contextRef="#ctx0" brushRef="#br0" timeOffset="41469.39">15946 5629 189 0,'-4'-36'795'0,"-4"9"433"15,-2 6 77-15,2 6-108 0,-4 8-405 0,2 6-278 0,-1 8-145 0,0 7-86 16,-1 9-52-16,0 9-64 0,2 6-50 0,0 10-36 0,0 4-16 16,4 9-9-16,2 2-10 0,0 6-4 15,4 2-9-15,2 2-5 0,1-2-9 0,5-1-5 16,-2-4-8-16,7-7-3 15,2-8-3-15,3-7-1 16,4-11-2-16,3-6 0 0,5-8 0 0,0-10 2 16,0-9 0-16,2-9-2 0,-2-7-2 0,0-4-4 15,-1-7-4-15,1-4 0 0,-5 0-3 0,1-2 3 16,-3 1 2-16,-3 3 6 0,-2 2 3 0,-2 6-1 16,-5 1 2-16,1 7 1 0,-4 5 2 15,-3 4-1-15,0 6 2 0,0 5 2 0,-4 6-1 0,1 8 2 0,-2 4-1 16,-2 6 0-16,2 3-2 15,0 5-1-15,0 2 0 0,0 2-1 0,2 1-1 16,1-1-2-16,3-2-4 0,1-4-33 0,1-4-81 16,0-7-116-16,2-7-210 0,0-8-294 0,-2-3-365 15,3-8-369-15,-3-8-126 0,-2-5 392 16,1-7 718-16</inkml:trace>
  <inkml:trace contextRef="#ctx0" brushRef="#br0" timeOffset="41628.01">16484 5911 292 0,'-8'-25'1235'0,"-5"5"456"0,-1 8-216 32,-2 6-334-32,-1 3-434 0,0 6-351 15,1 2-177-15,3 2-85 0,1 4-38 0,4 2-24 0,4 0-22 16,1 0-62-16,5 0-81 0,1 0-158 16,3 1-276-16,4 0-305 0,1 0-377 0,0-1-294 15,0 0 24-15,0 0 675 0</inkml:trace>
  <inkml:trace contextRef="#ctx0" brushRef="#br0" timeOffset="42494.06">16626 6647 351 0,'-3'8'690'15,"0"-2"269"-15,-3-1 77 0,4-1-291 0,2-1-241 0,0-1-136 0,0-2-87 16,0-2-48-16,2-1-24 0,2-4 3 0,3-5 15 31,-1-5-4-31,5-2 4 0,0-7-10 0,2-2-23 16,1-1-40-16,-1-4-29 0,2 1-20 0,-3 1-32 15,0 4-19-15,-1 0-11 0,-3 6 7 16,-3 3-8-16,2 4 0 0,-4 4-2 0,1 2-1 16,-2 4-2-16,-2 6-11 0,0 4-7 0,0 6-9 0,-2 8-3 15,2 5-4-15,0 5 0 0,0 3-3 16,2 4-1-16,1 1 2 0,3 0-2 0,-1 0 0 15,3-3 0-15,1-3-1 0,3-6 0 0,-3-2-3 16,5-5 1-16,-1-3 1 16,2-6 1-16,0-5 2 0,1-7 1 0,0-5 3 0,-1-7-1 15,1-7 1-15,1-3 0 0,0-4-1 0,0-6 0 16,-3 2-2-16,2 0 0 0,-3 1-1 0,-3 2 1 16,2 5 0-16,-6 5 1 0,0 2 1 0,0 6 3 15,-2 1-2-15,-3 6-2 0,-1 4 1 0,0 8-1 16,-1 4-1-16,-1 5-2 15,-2 5 3-15,2 4 0 16,0 3 0-16,-1-1-2 0,3 2 0 0,0-1 0 16,3-2-1-16,-1-5 0 0,4-1 0 0,-1-4 0 15,1-3 1-15,2-6 0 0,0-3 1 0,3-6 1 16,0-8-2-16,2-4 1 0,-2-5-1 0,2-6 1 16,1-4-1-16,-1-2-2 0,0-2 2 15,0-1 0-15,1 2 0 0,-1 0-1 0,-3 5 1 16,1 3 0-16,-3 4-1 0,-4 2 2 0,1 5-1 15,0 5 0-15,1 2 0 0,-3 5-2 0,2 5 2 16,-2 5 0-16,0 7 0 0,-1 3 0 0,1 3 0 16,-1 4 0-16,1 2-2 0,5 1-8 0,-4 0-20 15,4-2-51-15,1-1-76 0,0-1-124 0,2-4-218 16,0-2-301-16,5-6-342 16,-2-1-305-16,7-5-98 0,-3-5 441 0,0-6 655 0</inkml:trace>
  <inkml:trace contextRef="#ctx0" brushRef="#br0" timeOffset="42813">17848 6303 264 0,'0'-17'1192'0,"-4"3"520"0,-6 6-168 16,-3 3-339-16,-4 5-468 0,0 2-293 0,-7 4-205 0,2 6-92 16,-1 3-54-16,2 4-33 0,-1 4-22 15,1 5-18-15,5 2-8 0,2 4-6 0,5-3-2 16,4 2-2-16,5 0-2 0,5-2 0 0,3-2-3 15,5-5-1-15,5-5-11 0,6-3-17 0,1-7-43 16,2-7-72-16,1-4-70 16,1-7-99-16,-4-4-113 0,2-2-111 0,-3-4-54 15,-1 0 31-15,-3 0 35 0,-3-2 101 0,-3 3 133 0,-3 1 116 16,-3 0 90-16,-1 4 79 0,-4 3 50 0,-2 1 29 16,-1 3 7-16,-3 2-2 0,2 2-15 0,-3 2-22 15,1 5-25-15,1 1-24 0,-1 1-40 0,2 2-59 16,-1 3-86-16,0-1-159 15,2 1-225-15,2 0-121 16,1 1 10-16,0-1 146 0,2-1 212 0</inkml:trace>
  <inkml:trace contextRef="#ctx0" brushRef="#br0" timeOffset="43529.89">18008 6205 6 0,'-5'-1'441'0,"-1"0"420"0,-2 1 278 0,-1 2 10 16,1 2-324-16,-1 1-311 15,-1 3-164-15,3 4-92 0,3 2-32 0,-4 5-29 16,7 3-7-16,1 2-4 0,3 5-17 0,3 1-29 16,0 1-38-16,4 0-24 0,1 0-29 0,5-2-22 15,-2-1-12-15,3-4-11 0,4-2-5 16,-2-5-7-16,1-4-51 0,2-4-53 16,-1-3-58-16,1-6-105 0,-2-2-158 0,-2-3-258 15,3-3-247-15,-7-1-218 0,2 0-137 0,-5-3 234 0,1 0 472 16</inkml:trace>
  <inkml:trace contextRef="#ctx0" brushRef="#br0" timeOffset="43796.05">18616 6070 139 0,'-5'-9'766'0,"-5"3"565"0,-3 5 129 0,-1 2-161 15,-2 4-432-15,-3 5-333 0,1 2-171 0,-2 6-124 0,0 4-78 16,1 1-62-16,3 7-40 0,1 2-27 0,3 1-14 16,4 3-9-16,3-2-5 0,4 3-4 0,4-2-12 15,4-3-52-15,1-4-73 0,6-4-122 16,0-4-207-16,6-1-303 0,1-5-351 15,5-2-292 1,-3-5-115-16,2-3 417 0,-1 1 644 0</inkml:trace>
  <inkml:trace contextRef="#ctx0" brushRef="#br0" timeOffset="44061.05">19163 6192 429 0,'-10'11'1008'0,"0"2"326"0,1 3-29 0,1 5-207 16,3 5-412-16,0 5-221 0,1 8-124 0,-1 6-82 16,2 8-65-16,0 7-65 0,0 7-46 0,-1 8-28 0,1 8-18 0,2 7-10 15,-3 3-7-15,3 3-7 0,-1 0-8 0,2-6-13 16,2-6-32-16,1-11-79 0,0-11-89 15,0-11-166 1,2-14-286-16,-1-10-332 0,0-11-353 0,1-14-181 16,-5-13 161-16,0-10 659 0</inkml:trace>
  <inkml:trace contextRef="#ctx0" brushRef="#br0" timeOffset="44246.45">19131 5988 123 0,'-2'-36'709'0,"-1"9"434"0,-5 7 86 0,2 7-141 16,-3 7-403-16,2 4-346 0,2 7-161 16,2 3-84-16,1 8-40 0,2 2-24 0,4 4-15 0,2 5-8 15,5 3-5-15,3 4-8 0,2 3-37 0,3-1-133 16,1 3-215-16,3-1-280 0,4-1-267 0,1-1-239 16,4-5-35-16,1-2 424 0</inkml:trace>
  <inkml:trace contextRef="#ctx0" brushRef="#br0" timeOffset="44561.98">19692 6229 534 0,'-3'-12'1511'0,"-7"5"246"15,-4 4-317-15,-6 5-345 0,-4 3-472 0,-3 6-278 16,0 5-140-16,2 2-66 0,-2 5-37 0,2 1-27 16,3 4-23-16,6-2-17 0,0 0-15 0,6 2-8 15,7-3-6-15,5-1-2 0,4-3-3 16,4-2-1-16,5-5 0 0,2-3-1 0,3-7 0 15,3-5-1-15,3-7 1 0,-2-6-1 0,3-6 0 0,-1-4-1 16,-2-3 0-16,0 0 1 0,-5 0-1 16,-2 3 2-16,-2 3 1 0,-3 4 1 0,-4 4 1 15,-2 5 1-15,-2 5 0 0,-4 5 0 0,0 5 0 16,0 5 0-16,-4 5-1 0,1 4 1 16,3 4-2-16,-1 4 0 0,1 1-2 0,1 1 0 0,2 2-1 15,4-2-3-15,3 1-4 0,0-2-14 0,3 0-21 31,4-3-45-31,-1-1-83 0,1-4-130 0,-1-1-230 16,2-1-305-16,0-4-364 0,0 2-350 0,1-4-76 16,0-2 504-16,-5 0 701 0</inkml:trace>
  <inkml:trace contextRef="#ctx0" brushRef="#br1" timeOffset="64492.36">23718 4178 109 0,'0'-8'366'15,"1"2"205"-15,-1-1 191 0,0 2-57 0,0 1-111 16,0 2-52-16,0-2-33 0,0 3-51 0,0 0-66 15,0-1-63-15,0 1-74 0,0-1-31 0,0 2-17 16,2 2-4-16,-2-2-10 0,2 1-13 0,-2-1-21 0,0 0-29 16,0 2-31-1,0-2-27-15,1 0-19 0,-1 1-12 16,0-1-9-16,2 1-4 0,-2 1-2 0,0 2-1 16,0 1 0-16,0 3 7 0,1-1 3 0,-1 3-5 15,3-2-5-15,-1 4 5 0,-1 0 0 0,2 1-2 16,-1 3-4-16,1 0 4 0,-1 2 4 0,1 1-4 15,0 4 3-15,1 3 2 0,-3 0 4 0,2 6-7 16,2 1-2-16,-2 3-2 0,0 2-6 0,0 4-3 16,2 2 1-16,-2 6 0 0,2 5-1 0,0 0-2 15,1 3 0-15,-1-1-5 0,0 2-6 0,1-1-1 16,-1-2-3-16,2-4-2 16,0 1-1-16,-1-7 2 0,1-2 1 0,-1-3 1 0,2-4 0 0,-4-4 1 15,3-3 1-15,-2-2-1 0,-1-4 0 16,1-1-1-16,0-4 0 0,-2-4 0 0,0-2-1 15,0 0 0-15,0-2-1 0,1-4 1 16,1-1 0-16,-2 0 1 0,4-2-1 0,0-2 1 0,1-4 0 16,1-1-1-16,5-1 0 15,-1-5 0-15,4-2-1 16,1-3 0-16,1-2-2 0,1 0 1 0,1-2-1 16,1 0 0-16,0-2 2 0,-3 4 1 15,3 0 1-15,-3-1 0 0,-1 3 1 0,-1 2-1 16,-3 0-1-16,0 1-1 0,-1 4-1 0,-2 0-1 15,-1 1-1-15,-2 1 1 0,-3 1-2 0,2 1 2 16,-2 1 0-16,0 2 0 0,-4-3-4 16,2 3-9-16,1 0-15 0,-3 0-26 15,-1 0-55-15,4 0-75 0,-4-2-100 0,0 1-155 0,0 1-266 0,0-2-315 16,4-2-279-16,1-1-170 0,-1 1 151 0,3-2 578 16</inkml:trace>
  <inkml:trace contextRef="#ctx0" brushRef="#br1" timeOffset="65008.28">24903 4967 171 0,'8'-14'761'0,"-1"-3"421"0,-6 1 89 0,-1 0-59 0,0 0-368 16,-1 3-273-16,-3-2-149 15,0 2-85-15,-3 0-58 0,-2-2-75 0,1 3-66 16,-2 2-43-16,-2 1-23 0,-1 0-14 0,-1 4-15 16,1 3-9-16,-3 2-9 0,-2 2-7 0,0 4-7 15,-1 6-4-15,-1 3-2 0,-1 5-2 0,4 6-1 16,-4 2-2-16,5 6 1 16,-3 4-2-16,7 1 1 0,-2 4 0 0,4 1-1 0,4-2 0 15,0 0 0-15,6-3 0 0,6-5-1 0,-2-3-1 16,8-5-1-16,2-5 1 0,2-4-1 0,1-7 1 15,4-5 0-15,2-7 1 0,3-6 1 0,-1-3 1 16,1-5 0-16,1-7 0 0,1-4 1 0,-5-4 1 31,1-3-1-31,-2-1 1 0,-4-3 0 0,-3 1-1 16,-4 0 0-16,-3 3 0 0,-2 0 2 0,-1 5 0 16,-5 2 0-16,-2 2 1 0,-1 5 7 15,-1 3 3-15,-2 3 1 0,1 3-1 0,-3 4 0 0,1 5-1 16,-2 4-5-16,3 5-3 0,-1 10-3 15,2 0 0-15,2 7-1 0,3 4-1 0,0 1-2 16,3 4 0-16,1 0-2 0,4 3-1 16,0 0 0-16,2 2-2 0,3-1 0 0,1 1 1 0,2-4-2 15,5-1-13-15,-2-3-34 0,5-1-81 0,-1-4-124 16,6-4-227-16,1-2-307 0,1-2-374 16,4-4-399-16,3-2-107 0,0-6 495 0,5-5 735 0</inkml:trace>
  <inkml:trace contextRef="#ctx0" brushRef="#br1" timeOffset="65810.37">25724 4315 313 0,'0'-17'566'0,"-1"0"231"15,-1 2 134-15,0 2-264 0,2 0-154 16,0 2-86-16,0 3-69 16,0 2-59-16,0 1-66 0,0 1-59 0,0 1-47 15,4 3-20-15,-3 0 6 0,7 4 9 0,-4 5 18 0,5 3 51 0,-1 5 9 0,2 5 7 16,-2 7-18-1,2 4-18-15,-2 7-17 0,0 5-37 0,0 5-21 16,-4 2-19-16,1 5-13 0,2 4-8 0,-1 2-14 16,-3 1-9-16,2 1-9 0,-1 0-10 0,1-3-6 15,0-2-5-15,3-5-2 0,-2-4-2 0,4-6 0 16,-2-6 1-16,2-4-1 16,0-7 0-16,0-5-1 0,0-5-1 0,2-5-10 0,-3-7-22 15,1-4-55-15,-4-7-67 0,-1-5-79 0,0-6-143 16,-4-8-202-16,-1-2-310 0,0-7-255 0,0-2-195 15,-5-5-9-15,1-2 447 0,-3-7 508 16</inkml:trace>
  <inkml:trace contextRef="#ctx0" brushRef="#br1" timeOffset="66358.72">25767 4057 242 0,'3'-9'599'0,"2"2"258"16,-1-4 141-16,4 2-154 0,5-3-274 0,0-1-153 16,2 1-82-16,5-1-38 0,0 1-45 0,3-1-42 0,4 3-40 15,1 0-45-15,2 3 28 0,0 4 18 16,0 2-3-16,0 2 7 0,-2 4-4 0,-3 6-8 0,1 2-49 16,-4 6-26-16,-6 2-17 0,-1 7-22 15,-7 1-14-15,-1 6-4 0,-6 1-2 0,-2 4-9 0,-6 3 4 16,-2 4 4-16,-5 1 1 15,-2 0 0-15,-2-1-2 0,1 1 1 0,0-3-10 0,-1-3-9 16,6-4-3-16,0-5-2 0,5-2-3 0,0-4-1 16,6-5 0-16,1-1-1 0,1-3-2 15,6-4 0 1,0-3 1-16,5-1 0 0,0-5 0 0,7-4 0 16,1-2 2-16,1-3 0 0,3-2 0 15,1-3 0-15,0 0-2 0,1 0 1 0,-4 0-2 16,2 1 2-16,-2 1-2 0,-3 1 2 0,0 4 0 15,-2 2-1-15,-3 2 2 0,-1 3 1 0,0 3 2 16,-4 4 0-16,-1 2 1 0,0 4 1 0,-3 2-2 16,-1 4 1-16,-2 0 0 0,0 1-1 0,-2 4 0 15,-2-1 0-15,-3 1 1 0,0 1-2 0,-1-1 1 16,-5 2-1-16,0 0-1 0,-4 1 5 16,-2 1 6-16,-1 0 1 0,-4-2 2 0,1 1 1 15,-4-2 1-15,-1-2-5 0,3-4-4 0,0-3-2 16,1-3-2-16,0-3-1 0,5-5-2 0,-1-2-1 15,2-3-1-15,1-5-2 0,2 0-2 0,2-5-1 16,5 1 0-16,-1-4-5 0,6-1-12 0,1 2-23 16,1-4-58-16,3 3-69 0,2-2-90 15,2-3-152 1,3 5-267-16,2-3-313 0,4 1-252 0,0-2-182 16,4 2 112-16,2-1 558 0</inkml:trace>
  <inkml:trace contextRef="#ctx0" brushRef="#br1" timeOffset="67207.94">27311 4810 338 0,'7'-4'632'16,"-2"-1"272"-16,-1 2 118 0,0 0-240 0,-3 0-187 15,2 0-116-15,-1 2-23 0,-2-1 9 0,1 1-43 0,-1 0-61 16,-1-1-51-16,-4 2-46 0,2-2-69 0,-2 2-69 31,0 0-39-31,-3 0-21 0,2 0-14 0,-5 2-8 16,2 1-6-16,-1-2-6 0,-2 2-2 16,2 0-4-16,-1 2-1 0,-3-1-5 0,2 2-3 15,-1 2-2-15,0-1-3 0,-3 2-4 0,2 3-3 16,-4 2-2-16,2 4-1 0,-1 1 0 0,3 4 0 15,-3 2-2-15,4 2 0 0,0 5-1 0,2 1-2 16,3 3 0-16,2 3 0 0,0 1-1 16,3 3 1-16,3 1 2 0,0 1 1 0,3 2 1 15,4-1 1-15,1 1 0 0,2-2-1 0,4 0-1 16,0-3 0-16,3-3-1 0,3-5-1 0,0-4 0 16,4-4-1-16,1-8 0 0,1-3 1 0,2-8-1 15,1-4 0-15,1-5 2 0,0-5 0 0,-4-3-1 16,1-4 1-16,-3 0 1 0,-3-5 0 0,-4 0 0 15,-3-1 1-15,-1 1 1 0,-4-3 0 16,-4 3 1-16,0 0 0 0,-3 1 1 16,-6 1-1-16,1 1 2 0,-3 1 5 0,-2 3 2 0,-6 0 3 0,-1 1 0 31,0 5 4-31,-3-1 1 0,-2 2-4 16,-2 4-2-16,-1 1-1 0,0 1-3 0,-3 4-3 15,4 2-2-15,1 1-3 0,1 3 0 0,1-1-1 16,3 2-2-16,2 1 0 0,3 2-1 0,3 2-2 15,3-2 0-15,2 1-9 0,3 0-18 0,2 1-34 16,2-2-77-16,1-1-109 0,3 1-205 0,0-2-295 16,1-1-354-16,3 2-393 0,-4-2-167 0,2 0 328 15,0 1 761-15</inkml:trace>
  <inkml:trace contextRef="#ctx0" brushRef="#br1" timeOffset="68158.86">25126 6996 107 0,'4'-5'323'0,"-4"-1"169"0,1-1 127 16,1 1-113-16,-1-3-123 0,-1 0-43 0,4-1-3 15,-3 2 11 1,1-5 15-16,-1 3 7 0,-1-2-5 0,0 0-38 16,0 1-49-16,0-1-35 0,0-1 4 0,0 4 12 15,0 0 8-15,0 3-11 0,0 2-15 0,0 1-33 16,0 0-49-16,0 1-54 0,2 4-41 0,-2 1-28 16,3 4-13-16,-3 6-8 0,1 6 6 0,1 5 4 15,-1 6 3-15,4 4 9 0,-1 5 3 16,0 5-1-16,1 1-6 0,0 3-4 0,1 3-5 15,0-2-8-15,-1 1-8 0,2-3-3 0,-3 0-4 16,1-2-1-16,1 0 0 0,-1-4 0 0,-2-3 0 31,0-1 0-31,-1-3 1 0,0-2 0 0,-4-5-1 16,0-3 0-16,-1-2 2 0,0-4-2 0,-2-1 0 16,-2-5-9-16,-1 1-24 0,-4-5-60 0,2-2-71 15,-5-3-112-15,1-6-185 0,-2-2-303 0,-1-4-324 16,2-2-267-16,1-3-144 0,-3-6 308 15,0-2 615-15</inkml:trace>
  <inkml:trace contextRef="#ctx0" brushRef="#br1" timeOffset="68424.99">24911 7461 8 0,'5'17'397'0,"0"0"338"0,1 3 296 0,3 1 97 15,1 3-301-15,1 1-201 0,3 1-78 0,2 1-52 16,0 0-84-16,0 0-67 0,1 1-51 0,-1-1-71 15,3 0-65-15,0 0-49 0,-1-1-31 16,0-4-23-16,3-1-20 0,-4-3-9 0,4-3-11 0,-4 0-6 16,2-3-4-16,2-4-2 0,-2-5-1 31,1-3 0-31,2-3-1 0,-1-7-2 0,0-5-1 16,0-5 0-16,0-3-1 0,0-5 1 0,-2-3-1 15,-2-1 2-15,-1-1-1 0,-3-2-10 0,-5 1-27 16,-1 1-68-16,-5 0-66 0,-4 0-111 0,-4 2-187 15,-2 5-306-15,-3 2-317 0,-4 6-235 16,-2 5-141-16,-5 6 301 0,-3 5 616 0</inkml:trace>
  <inkml:trace contextRef="#ctx0" brushRef="#br1" timeOffset="69374.25">22548 9303 241 0,'0'-14'578'0,"1"1"307"0,-1 0 171 0,0 1-190 0,0-1-245 16,-1 1-142-16,1 2-45 0,0-1-11 15,0 5-25-15,1-1-43 0,-1 3-45 0,0 2-44 16,0-2-68-16,0 4-65 0,2 2-40 0,0 6-21 15,-2 5-11-15,0 7-4 0,0 8-1 16,0 8 1-16,0 9-10 0,-4 6-10 0,3 7-10 0,-4 3-6 16,2 4-6-16,-2 2-5 0,2 0-3 15,-2-4-1-15,2-1-1 0,1-8-1 0,1-6 0 16,1-8-1-16,0-7-3 0,0-4 0 0,0-8-1 16,1-5-1-16,-1-5 1 0,2-7 0 0,1-7 1 15,2-7 0-15,-1-10 0 0,1-7 0 0,2-6 1 16,-2-7 1-16,2-5 0 0,-2-5 0 0,0-2 1 15,-2-3-1-15,-2-4-1 0,1-1-1 0,-4-1-1 16,1 4-1-16,-2 1 0 0,-1 3 0 0,1 8 0 16,2 6 0-16,-4 7 0 0,4 6 0 15,-1 5 0-15,2 7 0 0,2 7-1 0,4 6 2 0,-2 8 1 16,6 9 1-16,1 8 1 0,2 6 1 16,1 7 0-16,3 6 0 0,-1 3 0 0,5 4-1 31,-1 3-2-31,-1-1 0 0,3 2-1 0,0-2-1 15,-1-4 0-15,1-3 0 0,0-4 2 0,0-8-1 16,-2-6 2-16,0-2-1 0,-1-7 0 0,-2-6 0 16,1-6 1-16,-2-5 0 0,-2-5 1 0,-2-8 1 15,1-6 0-15,0-6 1 0,-5-7 1 0,1-6 0 16,-1-4 0-16,-3-4-1 0,-4-3-1 0,-1-5-1 16,-1-3-1-16,-6-1-2 0,-2-2-1 15,0-1 2-15,-4-3-1 0,-3 1 3 0,2 4 0 16,-2 2 0-16,3 8 2 0,3 8-1 0,0 8-2 15,2 6-1-15,3 6-1 0,-1 6-3 0,3 8 0 16,1 6-2-16,2 8 0 0,0 5-1 0,5 6-1 16,3 5 0-16,0 4-8 0,1 2-16 0,4 1-41 15,1 1-73 1,2 1-101-16,0 0-179 0,2-1-293 16,0-1-339-16,3 0-343 0,-5 0-178 15,4-1 229-15,-1-3 690 0</inkml:trace>
  <inkml:trace contextRef="#ctx0" brushRef="#br1" timeOffset="69625.5">23398 9316 210 0,'3'-10'847'0,"-1"3"499"16,0 1 30-16,-1 2-173 0,-1 6-419 0,2 2-279 15,-2 5-148-15,1 5-100 0,-1 4-49 0,-1 4-46 16,-1 7-44-16,1 3-27 0,-1 7-18 0,-1 4-14 15,-2 5-12-15,2 3-13 0,-5 0-12 0,3 5-8 0,2-3-6 16,2-1-5-16,-1-2-2 0,4-3-1 16,1-5-4-16,2-5-18 0,1-4-39 0,1-4-75 31,2-5-86-31,-3-5-152 0,0-3-258 0,2-5-323 16,-2-5-331-16,1-3-194 0,-1-6 50 0,1-3 577 15</inkml:trace>
  <inkml:trace contextRef="#ctx0" brushRef="#br1" timeOffset="70059.09">24076 9243 75 0,'2'-24'695'0,"-2"4"700"0,-6 2 196 15,-4 5-230-15,-1 2-425 0,-4 4-369 0,-1 2-187 16,-5 3-151-16,2 3-84 0,-5 4-46 0,1 2-30 15,-1 3-20-15,0 5-16 0,-1 3-9 0,1-1-7 16,2 2-6-16,3 3-4 0,0 0-4 0,6 0-1 16,3 1-2-16,3-1 1 0,2 1-3 0,5-1 1 31,2 2 0-31,1-1 0 0,4-1-2 0,2-1 0 16,0 2 1-16,3-3-1 0,1-1 0 15,4-1 0-15,0-3 1 0,0 2 1 0,5-4-1 0,0-1 1 16,-1-2 0-16,5 0-1 0,-1 1-1 15,0-3 0-15,2 1-4 0,-2 0-2 0,-3-1-2 16,4 3 0-16,-4 0 2 0,-5-1 0 0,2 1 3 16,-3 0 3-16,-5 2 2 0,-3-1 1 0,-2 2 0 15,-1 2 1-15,-5 0 1 0,-5 4 0 0,-1 1 2 16,-4 1 2-16,-4 2 0 0,-2 5 1 16,-2-2 1-16,-3 4 1 0,-3 2-3 0,0 1-2 0,-1-3-1 15,3 1-1-15,0-4-4 0,1-3-2 0,7-3-8 16,2-6-32-16,3-3-76 0,5-7-83 15,0-6-163-15,4-3-291 0,5-7-333 0,3-5-362 0,5-3-197 16,1-5 115-16,3-2 680 0</inkml:trace>
  <inkml:trace contextRef="#ctx0" brushRef="#br1" timeOffset="70659.78">24774 9247 28 0,'3'-9'458'0,"-6"3"438"16,1 0 285-16,1 4-19 0,-1-3-362 16,1 4-223-16,1-1-141 0,-2 4-92 0,2 4-46 15,2 2-27-15,-2 4-31 0,1 6-46 0,2 3-35 16,2 4-37-16,-1 7-36 0,1 3-25 0,3 3-18 15,-1 5-5-15,0 2-9 0,1 5-6 0,-3 2-5 16,2 3-2-16,-3 0-1 0,1 1-4 16,1 0-5-16,-3-2-3 0,2-3 1 0,-2-3 1 15,2-7-4-15,0-3-2 0,1-7 0 0,-3-3-2 32,0-7-5-32,1-5-9 0,-4-6-18 0,0-4-47 15,0-6-66-15,-4-6-63 0,0-6-109 0,-2-4-168 16,-2-3-264-16,-4-7-261 0,0-1-212 0,-1-2-141 0,-2-2 244 15,-1-2 522-15</inkml:trace>
  <inkml:trace contextRef="#ctx0" brushRef="#br1" timeOffset="70909.89">24374 9250 120 0,'-2'-3'598'0,"1"2"372"16,-1-1 128-16,2 2-60 0,3 0-408 0,3-1-213 15,4 1-114-15,3-2-16 0,6 2 13 0,4 0 2 16,6-1-32-16,4-1-38 0,3-3-44 16,2 0-55-1,6-3-47-15,-1 1-37 0,3-5-21 0,3 3-14 0,2-2-4 16,-4 1-1-16,4-1-5 16,-4 4-1-16,2 1-4 0,-4 2-62 0,0 4-70 15,-3 1-149-15,-4 5-281 0,-2 2-300 0,-3 5-368 16,-3 0-238-16,-2 4 13 0,-7 1 622 0</inkml:trace>
  <inkml:trace contextRef="#ctx0" brushRef="#br1" timeOffset="71708.48">26790 9119 382 0,'4'-10'800'0,"0"1"322"16,-4 2 43-16,-2-3-321 0,-3 5-205 0,0-1-102 15,-5 2-91 1,0 0-72-16,-3 2-58 0,-2 0-46 0,-5 4-66 16,0-1-69-16,-4 4-45 0,1 1-26 15,-3 3-15-15,-1 4-10 0,-1 0-7 0,-1 4-7 16,-1 6-5-16,2 2-4 0,-1 5-4 0,3 4-2 15,-3 8-1-15,6 4-1 0,2 9-3 0,0 5-3 16,7 4-2-16,2 7-3 0,2 2 1 0,7 2 0 16,3-3 0-16,5-1 2 0,4-7 1 15,7-4 1-15,3-6-4 0,5-9 1 0,2-7-2 16,6-10-1-16,1-8 0 0,1-5 0 0,2-9 3 0,0-8-1 16,0-4 2-16,-2-7 1 0,-3-6 0 15,-1-3 0-15,-1-1 1 0,-6-5 0 0,-2 1-1 16,-4 0 2-16,-4 0-1 0,-5 2 2 0,-2 2 0 0,-3-1 0 31,-4 3 1-31,-2 0 0 0,-6 1-1 0,-3 2-1 0,-3 2 0 0,-1 1 0 0,-5 2 0 16,0 2-1-16,-2 2 1 0,-1 3-1 0,-3 1 0 15,2 5-1-15,-2 4 0 0,5 3-1 0,-5 2 0 32,2 5-1-32,0 4-2 0,4 1 1 0,-1 3 1 15,1 4-1-15,4 3 2 0,-1-2 0 0,6 6 1 16,1-4-1-16,4 2-1 0,4-3-2 0,5-1-2 15,3-2-8-15,4-6-15 0,4-1-36 16,3-5-63-16,2-3-62 0,3-3-73 0,1-5-122 16,4-8-173-16,-1-1-256 0,2-4-219 0,3-2-206 15,-2-2-89-15,2-2 318 0,2-6 497 0</inkml:trace>
  <inkml:trace contextRef="#ctx0" brushRef="#br1" timeOffset="72173.88">27427 9171 200 0,'1'-14'741'16,"-1"4"407"-16,-1 1 88 0,-5 4-137 16,3 2-298-16,-2 2-215 0,-2 2-152 0,1 2-90 15,-3 3-63-15,-1 2-66 0,-1 3-71 0,-5 5-50 16,3 2-30-16,-5 4-16 0,0 4-9 0,-2 8-9 15,-1 0-6-15,0 9-1 0,-1 5-3 16,0 6-1-16,5 3-3 0,-4 1-2 0,6 4-3 0,3 1-4 16,4 0-3-16,4-1-2 0,7-1 0 15,2-4 0-15,4-2 1 0,7-5-1 0,2-7-2 16,7-5-1-16,1-7 0 0,3-8 1 0,3-6-1 16,1-9-1-16,2-6 1 0,-4-5 1 0,3-6-1 15,-4-6-1-15,-2-4 0 0,-1-3 0 0,-7-4 0 16,-2-2 0-16,-4-2 0 0,-5 0 2 0,-4 2 0 15,-3-1 2 1,-4 1 1-16,-6 2 0 0,-1 0 1 0,-9 3 1 0,0 0 1 0,-3 4-1 0,-8 1 1 16,-1 4-2-16,-1 2 0 0,-4 6-1 0,-4 5-3 15,1 5-1-15,-2 6-1 0,3 7-1 16,3 3-1 0,4 2 1-16,4 4 0 0,8 1 0 15,6 3-1-15,7 0-8 0,5 0-25 0,5-1-70 16,3 2-70-16,6-3-140 0,1-1-266 0,7-6-317 15,0-1-354-15,7-5-240 0,2-5-44 0,5-1 588 16</inkml:trace>
  <inkml:trace contextRef="#ctx0" brushRef="#br1" timeOffset="72725.19">27973 9076 13 0,'-7'3'410'0,"2"3"367"15,-1 2 243-15,-3 2 48 0,1 5-295 0,0 5-247 16,1 5-144-16,0 6-54 16,2 8-11-16,2 8-2 0,-1 7-17 0,1 6-27 15,-2 8-26-15,4 7-51 0,-6 3-45 0,3 3-46 16,2 1-36-16,1 1-23 0,2-6-18 0,9-3-7 15,1-10-9-15,3-9-3 16,10-12-3-16,4-11-2 0,4-12 0 0,3-9-4 0,4-12 1 0,1-10-1 16,-1-7 0-16,1-9 0 0,-1-7 1 0,-2-5 2 15,-3-6 2-15,-2-5 0 0,-2-4-1 0,-5-3 0 32,-3-1 0-32,-4-1 2 0,-6-1-4 15,-7 4-1-15,-7 0 0 0,-5 3 0 0,-4 6 2 16,-8 1-1-16,-2 4 1 0,-6 6 0 0,-3 5 1 15,-1 6 0-15,-4 8-2 0,-2 6-2 0,-2 8 0 16,-1 9-1-16,1 6-14 0,-4 7-36 16,2 9-63-16,1 5-59 0,6 3-75 0,-2 4-133 15,8 3-172-15,3 0-274 0,5 2-218 0,5 0-204 0,6 5-37 16,4-2 364-16,7 2 473 0</inkml:trace>
  <inkml:trace contextRef="#ctx0" brushRef="#br1" timeOffset="75074.34">28671 10329 317 0,'3'0'574'0,"1"-3"208"0,-3 3 64 16,1 0-300-16,1 0-190 0,0 3-108 0,2-1-77 0,-2-2-40 0,0 1-23 15,2 0-11-15,0 0-29 0,-1-1-30 0,4 3-13 16,-2-3-10-16,1 0-8 0,-1 0-6 15,2 0-9-15,0 0-55 0,-2 0-95 16,2 0-141-16,-3 4-282 0,0-1-204 0,-1 2-110 0,1-1 96 16,-2-1 268-16</inkml:trace>
  <inkml:trace contextRef="#ctx0" brushRef="#br1" timeOffset="75374.64">29030 10326 93 0,'5'0'307'0,"0"0"134"0,-2 3 109 16,0-3-155-16,0 2-169 15,2-1-108-15,-1-1-61 0,1 1-28 0,2 0-21 16,-3 2-20-16,1-1-21 0,2 0-26 16,2 1-16-16,-3 0-7 0,1 0 1 0,1 0 12 15,2 0 22-15,-2-2 30 0,4 1 23 0,-3-1 17 16,0-1 11-16,1 0 7 0,1 0 2 0,-1 0 2 0,-2-1-4 15,1 1-3-15,-1-3-5 0,-2 1-3 16,1-1-7-16,-1 1-5 0,2-2-6 0,-4 2-3 16,0 0-1-16,0-2-6 0,0 4 0 0,-1-3-2 31,0 3-13-31,-1-1-40 0,-1 0-75 0,-1 1-178 16,-1 1-123-16,-3 0-29 0,1 2 59 0,-2 1 114 15</inkml:trace>
  <inkml:trace contextRef="#ctx0" brushRef="#br1" timeOffset="76306.63">22183 8574 140 0,'1'-18'586'0,"-6"7"318"0,-8 7 118 0,-4 6-58 15,-6 8-457-15,-3 9-250 0,-6 10-122 0,-2 11-64 0,-1 12-40 16,-1 10-27-16,-2 13-4 0,1 11-1 0,1 11-3 16,-2 14-4-16,3 9-13 0,4 11 23 15,-1 6 2-15,5 9-3 0,5 3-5 0,3 6-17 0,9 1 29 16,9-2-14-16,5-6-68 0,13-6-104 0,9-14-188 15,14-11-244-15,10-17-224 0,11-15-129 16,5-16 120-16,10-16 308 0</inkml:trace>
  <inkml:trace contextRef="#ctx0" brushRef="#br1" timeOffset="77123.5">30085 8419 227 0,'14'-7'678'0,"-2"1"315"16,0 6 116-16,-1 2-102 0,3 11-432 15,2 4-202-15,3 13-101 0,3 5-51 0,1 12-31 0,1 7-16 16,2 8-1-16,-3 6-4 0,2 5 4 0,-4 8-9 15,3 5-23-15,-4 8-29 0,-4 3-33 0,-2 6-25 16,-2 4-24-16,-4 0-13 0,-7 4-5 0,2-4-6 16,-7 1-1-16,-3 2-4 0,-2-4-10 0,-7-1-43 15,-2-3-55-15,0-2-48 0,-3-6-77 0,-5-1-151 16,1-5-209-16,-2 0-257 0,1 0-229 0,0-2-196 31,0-3 69-31,-2 0 465 0</inkml:trace>
  <inkml:trace contextRef="#ctx0" brushRef="#br1" timeOffset="81608.44">23001 3923 59 0,'2'-4'350'0,"-2"0"229"15,-2 1 186-15,1 1-17 0,-1 1-251 0,0 2-133 32,-1 2-65-32,-3 0-29 0,3 4-7 0,-2 2-3 15,0 1-9-15,1 2-7 0,-1 2-27 16,0 3-39-16,-1 5-38 0,1 0-33 0,0 5-27 15,1 3-18-15,0 2-10 0,1 3-3 0,0 4-3 16,0 1-5-16,3 3-7 0,0 0-8 0,3 2-11 16,-1 2 29-16,1 0 22 0,2-1 17 0,-2 4 7 15,2-2 4-15,0 1-4 0,-2-1-30 0,3 1-27 16,-3-1-13-16,0 0-12 0,0 0-6 16,0-1 0-16,-1-4-2 0,0 1 2 0,-1-1-2 15,1-2-1-15,0-1-3 0,-2 1 2 0,0-3 1 16,1-1 2-16,-1 1 0 0,2-5 4 0,-1 3 3 15,-1-4-2-15,5 0-5 0,-5 2-1 16,1-2 1-16,2-2 1 0,-1-1 1 16,1 2 2-16,1-5-4 0,-3 0 2 15,4 0-3-15,-2-5-3 0,2-2-2 0,1-1-1 0,-1-3 4 0,0-1-4 16,1-3 0-16,0 0 5 0,0-2 2 0,2-1-2 16,0-2 2-16,-1-2 2 0,4 1-3 0,-3-1-3 31,1 1 0-31,4-3 3 0,-4 4-2 0,3-2-1 15,0 0-2-15,1-1 5 0,1 3 1 0,-1-1-2 16,-1-1-2-16,4 2 0 0,-2-1 3 0,4-1-2 16,-4 0-2-16,3 1 5 0,-2 1 0 0,3-1 0 15,0-1 2-15,-1 0-1 0,0 2 0 16,1-2-3-16,1 2 7 0,0-2-2 0,-2 1 2 0,2-1-1 16,0 1-2-16,0-1-1 0,2-1-2 0,-2 0-1 15,1 0-1-15,4-1 1 0,-2-1 3 16,0 0-1-16,4 1-1 0,-3-2 4 0,1 0-4 15,2-2 2-15,-1 2 0 0,0 0-2 0,2 0 2 16,-2 2-3-16,1 0 2 0,0-1-7 0,1 0 3 16,2 4 0-16,-1-3 3 0,1 1 1 0,1 0 1 31,0 2 1-31,0-3-2 0,0 2 6 0,0-2-4 16,1 2-3-16,1-2 0 0,1 0 7 0,2-1-2 0,2-1-4 15,-3 0 2-15,5 0 0 0,0-1 0 16,0 1-4-16,4-2 1 0,-4 1 1 15,1 1-1-15,2-1 3 0,0-1-2 0,1 2-1 16,0-2 29-16,0 2 13 0,0 0 7 0,1 0 2 16,1-1 4-16,0 1-1 0,0-1-23 15,2-1-12-15,-1-2-7 0,3 2-4 0,-1-4-2 0,0 1 2 0,3-1-5 0,-3-1-1 16,-1 1 1-16,-1 0-3 0,-1 0 2 16,0 0-5-16,-1 0 2 0,-1 1 3 0,-2 1-3 15,1 2 5-15,-2 0-2 0,0 0 1 16,1 0 0-16,-2 0-2 0,3 2 1 0,2 0-2 15,-3-2-2-15,2-1 2 0,1 0 1 16,0 0 1-16,2-2-1 16,-3 1-1-16,1-1 0 0,-3-1-1 0,0-1 0 0,3 1-1 0,-4 0 2 15,0-2 2-15,-1 4 0 0,-1-2 3 0,-2 1-1 16,1 1-2-16,-1 1-2 0,-1 0 3 16,3 0 0-1,-4 1-2-15,1 2 1 0,2 0-1 0,-1-3-1 16,2 3-1-16,0 0-1 0,0 0-1 0,0-2-1 15,3 2 4-15,-3-1 2 0,-2 1 0 0,1-1 0 0,-1 1 1 16,2-2 0-16,-4 2-3 16,0 2-2-16,1-2 1 0,-4 2-1 0,1 3 2 15,0-3 0-15,-1 4 3 0,1-1 2 0,-4 1-1 16,2 0 1-16,0-2-4 0,-1 1 1 0,1 0-1 16,0 0-2-16,-2-1-1 0,1 0 0 0,-1 0 2 15,-2-3 1-15,1 0-3 16,-1 1 3-16,0-4 0 0,-4 1-1 0,-2 0-1 0,-1-1 1 0,-3 0 2 15,1 1-2-15,-4 1-2 0,0 0 4 16,-2 0 1-16,0 3-4 0,-3 0 0 0,0 2 1 16,0-1 2-16,-1 2-4 0,0-1 1 0,-1 4 3 15,1-3-2-15,-1 0-2 0,0 0 0 0,0-3 2 32,-1-1 1-32,0 2 1 0,-2-3 0 0,0-1 1 15,1 0 8-15,0-3 2 0,-2 0 2 0,1-1 0 16,-2-4 5-16,4 0-1 0,-2-3-6 0,1-2-5 15,0-1-5-15,0-2-1 0,2 1-3 0,-2-4-1 16,1 0 1-16,2-4 1 0,-2 1 1 0,2-2-1 16,-2-2 2-16,1-1 0 0,1-3-2 0,-2 1-1 15,-1-5 1-15,1 0-1 0,-1-1-2 16,0-4 1-16,1-1 2 0,-4-2 4 0,1-3-2 16,-1-3 0-16,-1-3 0 0,0-2-2 0,0-4-2 15,-1 2-1-15,-1-4 0 0,1 1 1 0,-4 1 4 16,1 0 0-16,1 1 4 0,-3 2 2 0,3 3 0 15,-2 1 4-15,0 1-2 0,1 3 0 0,0-1-3 16,1 2 0-16,0 1-1 16,-1-3-4-16,2 0-1 0,1-1 0 15,1-2-1-15,0 1-1 0,0-2-3 0,0 0 4 0,0 0-1 0,0 2 5 16,-4 2 6-16,1 2 3 0,-2 5 8 0,0 4 2 16,-4 1 2-1,0 5-2-15,-3 4-3 0,0 1-4 16,-2 3-5-16,0 0-1 0,1 4 1 0,-2 2-1 15,-2 0 1-15,3 2 1 0,-4-1 1 0,0 1-3 16,2 1-3-16,-1 0-1 0,-1-1-2 0,1 1 0 16,-1-2 0-16,1 3 3 0,-4-1 0 0,4 2 2 15,-4 0 0-15,4 2 1 0,-4 1 0 0,1 2-2 16,-1 1-1-16,1 0-2 0,-2 2 0 16,1 0-2-16,-1 2-2 0,-2-1 2 0,1 1-1 0,2 1-1 15,-1 0 1 1,-2 0-1-16,0 1 1 0,0 1-1 0,1-1-1 15,-4-1 3-15,2 2 1 0,-4-1-1 0,2 0 0 16,1 1 0-16,-2 1 0 0,0-1 0 0,-1-2 0 0,-1 5 0 0,0-4 1 16,-1 0-1-16,-1 3 0 0,-1-2-1 0,0 0-3 15,-2 1 0-15,2-2-2 0,-2 1 1 0,0 1-1 32,1-2 0-32,-1 2 2 0,-2 0 2 0,1-1-1 15,1 1 2-15,-1 0 0 0,0 0 1 0,-3-2 0 16,-1 2-1-16,2 0 1 0,-2 0-1 15,-1 0 0-15,-2 2 0 0,2-2-1 0,-3 0 0 0,0 1-1 16,-2-1-1-16,1 1 0 0,-1 0-2 0,2 1 0 16,0-3 0-16,0 2 1 0,-1-3 1 15,1 2 1-15,2-3 1 0,-1 1 2 0,-1-1 0 16,1 0-1-16,0 0 1 0,0-1 1 0,2 1-1 16,-3-2 0-16,1 2-1 0,-1 0-1 0,-2 0-1 15,2 0-3-15,-2 0 0 0,2 2-1 0,-4-2 1 16,4 1-1-16,-2 1 2 0,0 1 1 0,2-2 2 15,-2 2 0-15,1 2 1 0,0-2 2 16,-2 0-2-16,1 1 0 16,-1 0 1-16,0 0-1 0,0 0-2 0,1-1 0 0,1 2-1 0,-1-3 1 15,-2 1-2-15,5 1 0 0,-1-2 1 16,2 1-1-16,0-1 0 0,3-1-1 0,-1 2 0 0,2-1 2 31,4 0 1-31,-4 0 0 0,3-1 3 0,0 0 1 16,0 1-1-16,2 1 0 0,2-2-2 0,-3 2 1 15,4 0-2-15,-1 0 0 0,-1 1-1 0,2 0 1 0,0 0 0 16,0-1-1-16,0 2 1 0,1-3-1 0,1 3 1 16,1-2-1-16,0 0 0 0,3 0 0 15,1-2-1-15,-2 3 0 0,3-4 0 0,-2 2 1 16,3 1 0-16,1-2 0 0,-2 0 1 0,2-1-1 16,2 0 1-16,-2 1 0 0,2-1-1 15,-1 3 1-15,3-3-1 16,0 0 1-16,2 2 0 0,-2-2 0 0,5 2 0 0,1 0 0 0,-2-1 0 15,4-1 0-15,-2 1-1 0,3-1 1 0,2 2-1 16,0-2 1-16,0 1 0 0,4-1 0 16,-3 2 1-16,1-2-2 0,1 0 1 0,1 1 1 0,-1-1-1 15,0 0 0-15,2 0-1 0,-4 2 1 0,3-2 0 16,-1 1 0 0,1-1 0-16,-3 0 0 15,1 2 0-15,-2-1 1 0,2-1-1 0,0 2 0 16,-3-1 0-16,1 1 0 0,2-2 0 0,0 0 0 15,-2 2 0-15,2-2 1 0,-2 1-1 0,2-1 0 16,-3 1 0-16,1-1 1 0,2 2 0 0,-4-2-1 16,4 0 1-16,-2 1 0 0,-1-1-1 15,3 0 0-15,-2 2 0 0,0-2 0 0,1 1 0 16,-1-1 1-16,0 1-1 0,-1-1 0 0,1 2 1 16,0-2-1-16,2 1 0 0,0-1 0 0,-2 2 0 15,4 0-2-15,-4 0 0 0,4 2 0 0,-3 0 0 16,1 2 0-16,2 1-1 0,-3 2 0 15,1 2 1-15,2 0 0 0,-3 1 0 0,1 3-2 0,2-2 3 16,-3 2-1-16,0 0-1 16,1 2-6-16,0 1-24 0,-4-1-64 0,2-1-79 0,-1 2-156 0,-2-2-283 15,0 2-324-15,-1-1-372 0,-7 1-260 16,0-1 48 0,-8 3 689-16</inkml:trace>
  <inkml:trace contextRef="#ctx0" brushRef="#br1" timeOffset="108019.91">22386 4976 195 0,'3'1'423'0,"1"-1"198"0,-1 1 156 0,-1-1-177 0,-1 0-104 15,-1 1-52-15,2-1-28 0,-2 0-30 16,-2 0-39-16,1 0-52 0,-1-1-61 0,0 1-51 16,-1 0-31-16,-2-1-10 0,4 1 11 0,-4-1 23 15,0-2 22-15,-1 2 8 0,0 1-13 0,-2-1-27 16,-5 2-38-16,0 0-36 0,-4 3-36 0,1 0-19 16,-4 1-8-16,-3 1-5 0,0 0-3 0,-3 1-2 15,0 2-2 1,-3-1-5-16,-1-1-3 0,-1 2-1 15,-1-1-2-15,-3-1-2 0,3 1 1 0,-2-1 1 16,-1-1-2-16,0 2-2 0,-1-1 2 16,0 1-1-16,-3-2 0 0,1 1 2 0,0-1 1 15,-2 1 0-15,-3-1 1 0,-3 1 0 0,2 2 1 16,-4-1-4-16,-1-2 1 0,-1 1-1 0,-6 0-3 0,2 2 0 16,-3-3-1-16,1 2-2 0,-1-2-1 15,-2-2 3-15,4 1 0 0,-1 1 0 0,1-3 3 16,-2 0 0-16,0-2-1 0,-1 3-1 0,-2-3 2 15,-2 2-3-15,1 0-2 0,-3 0-1 0,-1 1 1 16,1-1 0-16,-1 2-2 0,0-1 4 16,-2 2-1-16,1-3 3 0,1 1-1 0,1 0 1 0,-3-2-1 15,2 2-2-15,-1-3 1 0,-2 0 0 16,0 1-2-16,0 1 1 0,0-3 0 0,1 2 1 16,2-2 2-16,-1 0-2 0,0 3 3 0,1-3-2 15,2 0 1-15,0 0-1 0,-4-3 0 0,2 3 1 16,0 0-1-16,-1-2 0 0,-2 2-3 0,3 0-1 15,1-3 0 1,-1 1 3-16,1 1 0 0,1 0 0 16,1 0 1-16,-1-3 2 0,2 1 0 0,-3 0-3 15,3-2 2-15,-3 1 0 0,1 0-2 0,0-1-1 16,-1 2-1-16,3-1 0 0,-1-1 0 16,2 1 1-16,-2 0 1 0,2-1 0 0,0 0 4 15,0 1 1-15,0-1-3 0,0 2 2 0,-2 0-2 16,1 1 0-16,-2-1-2 0,-1 3-4 0,3 0 0 15,-3 0 1-15,4 3-1 0,-1-2 0 0,1 0 3 16,-2 2 2-16,0 0 2 0,2-1 1 0,-1 2-1 16,0-1-1-16,-2 1 1 0,2-2-3 0,-1 2-3 15,0-3 1-15,1 2-1 0,-3-1 0 0,4-1 1 16,0 0 2-16,0 1 0 0,-2-2 2 0,2 1 2 16,0-1-1-16,-1 0-1 0,-1 0 1 0,0-1-2 15,-3 1 0-15,2-2-4 0,0 1 0 0,0 0 1 16,-1-1-1-16,3-1 3 0,-1 2 0 31,0-3 2-31,2 2 2 0,-1 0 1 0,-1-1-1 16,2-3 0-16,-2 4 0 0,-1-3 0 0,1 2-1 0,-1-2 0 15,1 0-2-15,1 0 0 0,-1 1-1 16,2-2 0-16,2 0 0 0,-1 2 2 0,1-2 1 16,-1 1 1-16,2-1 2 0,0 2-1 0,0-2 1 15,0-2-1-15,-1 4-2 0,-1-2 0 0,1 0-5 16,1 0 1-16,3 0-3 0,0 1-1 0,-1-1 1 15,2 0 2-15,2 0 2 0,0 0 1 16,1 0 2-16,0-1 3 0,3 2 1 0,0-3-1 16,-1 1 0-16,4 1-1 0,-2 0 0 0,2 0-2 15,-2-1-3-15,2 1 0 0,0-1-2 0,1 1 0 16,1 1-1-16,0-1-1 0,4-1 2 0,0 1-1 16,2 0 1-16,-2 0 1 0,3 2 1 15,0-2 0-15,2 2 2 0,1-2 1 0,1 1-1 16,-1-1 2-16,2 2-1 0,0 0 0 0,3-1 1 0,-1-1-2 15,1 4 0 1,1-3 1-16,-1 2-8 16,2-1 3-16,0 1-3 0,0 0 3 0,1 0 3 15,3 1 1-15,-2 0 8 0,1 0-3 0,1-1 5 16,-1 2-3-16,3-2-2 0,1 1-1 0,0 1 0 16,2-1 0-16,-2-1 0 0,4 2 1 0,-2-1 0 15,4 1 0-15,-2-1-1 0,2 1 1 0,0-2 0 16,2 1 1-16,2 1 0 0,0 0 0 0,1-3 1 15,2 3-1-15,0 0 0 0,0-1-3 0,2 2 0 16,1-2-2-16,1 2 0 0,-1-1-2 16,1 1 1-16,-2 0-1 0,3-2-1 0,0 2 0 15,-2-1-1-15,2 1 0 0,0 0-1 0,0 0 2 16,0 0-1-16,0 0 2 0,0 0 2 0,0-3 0 16,-1 3 0-1,1 0 3-15,-2 0 4 0,-1-2 0 0,1 2 1 0,1-3 0 0,-3 1 1 0,1 0-4 16,-2-2-1-16,-1 2-1 0,-1-3-2 0,0 0-1 31,-1 0 0-31,-3-1 0 0,0-2-2 16,0 1-1-16,-3-2 0 0,1-2 2 0,-3 0-1 15,2-1 1-15,-3 1 1 0,-1-4 2 0,-1 2-1 16,-1-4 0-16,-1 2 1 0,-1 0 0 0,0-2 3 16,0 2 2-16,-2 0 0 0,-1-3 0 0,-2 2 1 15,0 0-1-15,-3-1-3 0,0 1-2 0,-3-1-1 16,-2 0-1-16,0 3-1 0,-3-3 0 0,0 2-1 15,0 0-1-15,-1-2-1 0,-1 2 1 0,-1 2-1 16,2-2 1-16,-1 1 0 0,0-1 2 16,0 2 1-16,0-2 0 0,-1 2-3 0,-2-3-3 0,2 1-2 15,0 2-2-15,-2-2 0 0,0-1-1 0,-2 0 3 16,0 1 4-16,1 0 6 0,0 0 2 16,-1-2 1-16,3 3 2 0,-1-2-2 0,1 1 0 15,2 0-5-15,2-2-3 0,1 0 0 0,3 1-1 0,-1-1 1 16,0-1 0-16,4 0 1 0,-1 1 2 15,1-2-2 1,2 2 1-16,1 0-1 0,2-2 0 16,-1 3 0-16,2 0 0 0,1-2 1 0,2 4 0 15,1-1 0-15,1 2 0 0,0-1 0 16,2 2 0-16,1 0 0 0,2 2-1 0,0 0 1 0,2 2 1 16,3 0-7-16,-2 2 3 0,4 0-5 15,0 1-2-15,0 1-1 0,2-1-2 0,4 3 10 16,-1-2-5-16,0 2 2 0,1 2 2 0,1-2 0 0,-1 2 0 15,2-2-5-15,0 2 2 0,0 0 2 16,0 0 0-16,0 0-1 0,0 0 2 0,0 0 1 16,2 0 0-16,-2 0 0 0,1 2 0 0,1-2 1 15,-2 2 1-15,2-2-2 0,-1 0 1 0,-1 0 0 16,0 0 1-16,0 0-1 0,2 0 1 0,-2 0-1 16,0 0 1-1,0 0-1-15,0 0 1 0,0 0 1 0,0 0-1 0,1 0 1 0,-1 0-1 0,0 0 1 16,0 0-1-16,0 0 0 0,0 0 0 31,0 0 1-31,0 0-2 0,0 0 1 0,0 0-1 16,0 0 1-16,0 0-1 0,0 0 1 0,0 0-1 15,0 0 1-15,0 0 0 0,0 2-1 0,0-2 0 16,0 0 0-16,0 0 0 0,0 3 0 0,2-2 0 16,0 1 7-16,2 5 2 0,2 0 4 0,-1 4 0 15,3 1-1-15,0 4 0 0,3 3-5 0,0 0-2 16,0 3-1-16,3 1-2 0,-1 1 2 15,1 3 0-15,1-2-1 0,-1 1-5 0,0 0 1 16,-1-2 1-16,1 1 1 0,-3-3-1 0,0-1 0 16,-1-3 5-16,-1-1-3 0,-2-5 1 0,-1-1-1 15,-2-1 0-15,1-3 5 0,-3-2 6 0,-1-3 3 16,-1-2 3-16,-3-1 0 0,-2-6 0 0,-3-2-5 16,-1-6-5-16,-2 0-3 0,0-7-2 0,-5 0-2 15,-1-5-1-15,-1-1-2 0,-2-5 1 16,-1-4 1-16,-1-1-5 0,-2-2-1 0,-1 1-2 0,4-3 2 15,-1 4-2 1,2 0-2-16,4 2 5 16,-1 2 2-16,2 2 0 0,3 2 1 0,2 3 0 15,1 4 1-15,-1 0-1 0,4 3 0 0,1 4 1 16,0 2 0-16,2 2-1 0,2 2 0 0,-3 3-2 16,4 1 1-16,0 1 0 0,2 3 0 0,1 2 0 15,4 0 1-15,2 2 1 0,2 4 1 16,3-1-1-16,2 3 0 0,0 1 0 0,3 1 0 0,0-2 1 15,0 2-1-15,3 1 1 0,-1-3-1 0,1 3 0 16,0-3 0-16,0 0 0 0,0-1 0 0,2 1 0 16,-1-4 1-16,-2 0 4 0,1 0 1 15,-3-2 1-15,0 0 1 0,0 0 0 0,-3-2 0 16,-2 1-5-16,-1-1-1 0,-2 0-1 0,-3 0-1 16,-2 0 1-1,-1 2 0-15,-2-1 0 0,-1 1 1 0,-2 0 0 0,-3 3 0 0,-2 3-1 0,-3 1 0 16,-2 4 0-16,-2 4-1 0,-1 1-1 0,-1 5 1 15,0-1-1-15,-2 3-1 0,2 3 1 32,-2 0 0-32,3 3 1 0,2-1 0 0,0 0 1 15,0 1 0-15,3-3 0 0,0-3-1 0,2-3-1 0,4-1-1 16,1-7 0-16,1-2-1 0,1-3 1 16,3-3 0-16,0-4 0 0,4-7 2 0,0-4-2 15,2-5 0-15,2-3 0 0,-1-5 0 0,0-1 2 16,0-3 0-16,0-1 1 0,-3 0 2 0,2 0 1 15,-4 1-1-15,-3 3 0 0,0-1 0 0,-3 5 0 16,-1 0-1-16,-2 4-1 0,-2 3 1 0,-3 2 0 16,0 4-2-16,-1 1 1 0,-1 4-1 15,-2 1 0-15,0 4 0 0,0 2-1 0,-1 4 0 16,2 1 0-16,-1 0-1 0,2 0 2 0,3 0-2 16,-2 1-1-16,5-3 1 0,0-3 0 0,1-1-1 15,3-2 0-15,0-3 1 0,3-6 2 0,2-5 1 16,4-3-4-16,-1-8-1 0,2-4-1 15,2-5-1 1,-2-2-2-16,1 1 1 0,0-2 3 0,-3 3 2 0,-2 4 1 16,-1 2 2-16,-2 6 0 0,-1 3 0 15,-4 3 0-15,-1 6 0 0,-2 3-1 0,-3 4-1 16,0 4-2-16,-2 6-1 0,-2 4-7 16,0 3-14-16,-1 3-20 0,0 1-37 0,1 1-79 15,-1 0-150-15,1-1-261 0,2 2-307 0,2 0-380 16,0 0-408-16,-3 2-43 0,3-2 700 0</inkml:trace>
  <inkml:trace contextRef="#ctx0" brushRef="#br1" timeOffset="134983.88">23238 11144 91 0,'0'-5'343'16,"-2"-2"198"-16,0 1 182 16,0 2-41-16,-1 0-142 0,3 1-58 0,-1 0-24 0,-3 0-30 0,3 1-47 15,-1 1-68 1,1 1-68-16,-3 0-68 0,3 0-57 0,-1 1-42 16,0 2-22-16,1 3-12 0,-2 3 1 15,0 0 19-15,1 4 28 0,1 2 38 0,-1-1 33 16,2 3 24-16,0 1 3 0,0 2-17 0,0-1-25 15,0 2-30-15,0 2-30 0,2 2-24 0,-1 0-13 16,-1 2-8-16,0 0-4 0,0 1-3 0,0 3-7 16,0-1-3-16,0 0-5 0,0 1-3 0,-1-1-5 15,-1-1-4-15,2-1-3 0,0-1-2 0,-1-2-1 16,1-3-1-16,0-1 0 0,-2-2-1 16,2-1 0-16,-2-1 1 0,1-4-1 0,-1-1-1 0,1-1 0 15,1-3 0-15,-2 1 0 0,0-5 0 16,1 3 0-16,1-2 1 0,-2-2-2 0,0-1-3 15,2 0 0-15,-1 0-10 0,-1-2-18 0,2-2-42 16,-1 0-62-16,1-3-55 0,0 0-71 0,-3-2-105 16,1-1-131-16,1-1-116 0,-1-1-148 15,1 1-229-15,-1 0-163 0,0 0 70 0,1-2 307 16,-3 2 354 0</inkml:trace>
  <inkml:trace contextRef="#ctx0" brushRef="#br1" timeOffset="135350.17">22987 11681 9 0,'-1'0'302'15,"-1"0"213"-15,1 0 182 0,1 0 55 0,-2 2-218 16,2-1-118-16,2 6-40 0,-2-1-10 0,1 3-8 15,2 1-19-15,2 2-41 0,-1 3-52 16,1 1-56 0,0 3-28-16,3 1 2 0,0 4 19 0,1 1 17 0,1 1 2 0,0 0-13 0,0 0-27 15,2-1-35-15,0-3-43 0,-1 1-35 0,2-2-22 32,1-1-11-32,-3-4-3 0,5-2-8 0,-3 1-1 15,1-5 0-15,-1 1-3 0,-1-4 3 0,1-1-1 16,-4-3-2-16,3-1 2 0,-3-2 0 0,0-4 1 15,1-1-6-15,-1-4-2 0,1-2-2 16,-1-2-25-16,1-1-55 0,-2-1-53 0,-2-1-55 0,1-2-106 16,0 1-149-16,-2 0-180 0,0 0-235 15,-1 3-220-15,1 1-148 0,0 2 164 0,0 1 408 16</inkml:trace>
  <inkml:trace contextRef="#ctx0" brushRef="#br1" timeOffset="136401.04">22639 13050 191 0,'4'-6'471'16,"-4"-2"247"-16,0 2 196 0,0 0-130 0,-2 0-158 0,0 0-107 0,-1 0-80 0,0-2-56 16,-2 3-33-16,0-1-19 0,-2 0-21 0,0 2-27 31,-1-1-30-31,0 2-33 0,-2-2-47 16,-2 0-55-16,3 4-44 0,-4-1-26 0,2 2-15 0,-3 1-12 15,3 1-5-15,-2 3-4 0,1 0-1 0,0 3-2 16,2-1-2-16,-2 3 1 0,4 2-2 0,0 3-1 15,-1 3-1-15,4 2 0 0,1 2 0 16,0 5-1-16,3 4-1 0,1 0 1 0,1 2 1 16,1 1-4-16,3-1 0 0,1 0 1 0,3-3 1 15,-1-3-1-15,4-3 0 0,0-3 1 0,1-4 0 0,0-4 1 16,2-2-1-16,0-5 1 0,0-3-2 16,1-5 1-16,1-5 0 0,1-2 0 0,-4-5-1 15,2-4-1-15,-3-1 2 0,-2-5 0 0,1 1 0 16,-4-4-1-16,-1 0-1 0,-1 0 1 0,-2 0 1 15,-2 2-1-15,-2-1 0 0,-2 2 1 16,0 3 0-16,-5 0 0 16,2 3 0-16,-1 2 2 0,-1 1 0 15,0 2 2-15,1 2 3 0,-1 2 2 0,2 1-1 0,0 4 0 0,2 0-1 0,2 4-3 32,-2 2-3-32,1 2-1 0,4 4 0 0,1 1-2 15,0 2 1-15,2 1 0 0,0 1 0 0,1 2 0 16,2 2-1-16,1-1 0 0,2 2 1 15,1 2 0-15,0 1 0 0,1-1 0 0,-1 1 1 0,3 1-1 16,0-1-1-16,0-2 1 0,2 1-1 16,1-4 0-16,-1 2 0 0,-1-5 0 0,1 0 0 15,1-1 1-15,-3-2-2 0,0-2-1 0,-1-1 0 16,-1 0-7-16,-3 0-21 0,-2-1-53 0,0-1-67 16,-3-1-73-16,-2 0-127 0,0 0-177 0,-3 0-288 15,-3-1-254 1,3 1-198-16,-3 1-84 0,2-4 330 0,-1 2 506 0</inkml:trace>
  <inkml:trace contextRef="#ctx0" brushRef="#br1" timeOffset="136648.57">23199 13356 256 0,'2'13'762'0,"-4"2"336"0,1 0 62 16,-3 5-192-16,0-2-377 0,0 4-210 16,-1-1-104-16,2 5-53 0,-3-1-40 0,3 1-31 15,-2 1-25-15,2 1-33 0,0 1-42 0,1-1-26 16,1 0-18-16,1-1-13 0,0 2-43 0,1-2-49 16,1-1-119-16,3-2-189 0,-2-3-289 0,2-2-287 15,2-2-243-15,0-2-99 0,1-3 381 0,1-4 519 16</inkml:trace>
  <inkml:trace contextRef="#ctx0" brushRef="#br1" timeOffset="137449.63">23610 12627 74 0,'1'-6'342'0,"-1"0"193"0,0 0 163 16,0 0-30-16,0 1-169 0,0-2-55 0,0 5-7 16,2-3-1-16,-2 3-29 0,0 1-51 0,-2-2-67 15,2 2-76-15,-3 2-75 0,2 3-46 0,-2 3-23 16,0-1-19-16,0 7 2 0,-1 0 11 0,0 6 12 15,0 5 12-15,3 1 12 0,-3 6 5 16,4 3 17-16,0 3 13 16,4 7 2-16,-1 3-14 0,0 2-19 0,4 3-10 15,2-1-29-15,-1 2-28 0,1-1-15 16,5-5-11-16,-1-2-6 0,2-6 0 16,0-6-2-16,1-6 0 0,1-5-1 0,1-5 0 15,-2-5 0-15,-1-6 0 0,0-3 3 0,-1-4-1 16,-1-5-1-16,-4-5 2 0,0-2-2 0,-1-5-2 15,-1-2 1-15,-2-3-1 0,-4-2 4 0,1-1-2 16,-4 0 2-16,-1-1-1 0,-3-2-3 16,-2 3 3-16,-6-2-2 0,1 1-1 0,-3 1-1 0,-2 0 1 15,1 3 1-15,0 3-2 0,-1 3 1 16,1 3-1-16,1 5 3 0,1 1 0 0,0 7-1 16,4 1 0-16,-1 3 0 0,4 3-1 15,-1 4-2-15,2 3-1 0,2 0-3 16,0 2-1-16,4 1 3 0,-1 2-2 0,2 1-5 0,3-1-44 0,-1 1-54 15,1 0-49-15,0 1-81 0,3-1-127 0,2-1-168 16,-1 2-230-16,1-2-225 0,3 0-211 16,-2-1-25-16,4-3 319 0,-1-1 436 0</inkml:trace>
  <inkml:trace contextRef="#ctx0" brushRef="#br1" timeOffset="137733.51">24140 13230 317 0,'0'1'624'0,"0"4"223"0,0 0 95 15,0 5-234-15,-2 0-215 0,0 4-121 0,1 2-74 16,-1 2-37-16,1 3-46 0,-4 1-51 15,2 6-60-15,2-3-46 0,-3 5-29 0,4 0-19 16,-1 2-10-16,1-1-8 16,1 0 0-16,1-1-34 15,1-3-91-15,0-2-139 0,2-4-226 0,-1-3-268 0,1-1-251 0,3-3-111 0,-1-2 203 16,0-2 404 0</inkml:trace>
  <inkml:trace contextRef="#ctx0" brushRef="#br1" timeOffset="138298.29">24786 12862 110 0,'-3'-6'557'15,"-3"0"371"-15,-2 2 181 16,0-2-75-16,0 0-348 0,-3 1-227 16,3 1-124-16,-1-1-31 0,-2 4-3 0,1-2-16 15,1 3-21-15,-4 0-26 0,4 4-38 0,-3 1-48 0,0 1-46 0,1 4-35 16,1 1-19-16,-1 3-13 0,2 4-3 0,2 6-2 15,1-1 0-15,2 5 1 0,2 3-1 16,2 1-3-16,4 5-5 0,1-1-5 16,2 0-7-16,2-2-4 0,5 1-5 15,1-2-2-15,3-2-1 0,2-4-3 16,2-2 1-16,1-2-2 0,2-8-1 16,4-1 0-16,-1-7 1 0,1-2-1 0,4-7-2 15,-4-3-11-15,4-3-36 0,-8-5-73 0,2 2-72 16,-2-3-124-16,-3-1-196 0,-4 1-315 0,-4 3-301 15,-3-1-202-15,-4 1-79 0,-1 2 374 16,-6 1 567-16</inkml:trace>
  <inkml:trace contextRef="#ctx0" brushRef="#br1" timeOffset="139535.51">26133 12698 287 0,'7'4'560'0,"-2"-3"199"0,3 1 79 16,2-2-248-16,3 0-279 0,3 0-139 0,5 0-75 0,1 0-37 0,0-2-22 15,-1 1-18-15,2 1-10 0,-1-2-12 32,-3 2-3-32,3 2-3 0,-3-2-8 0,-3 1-39 0,1 1-83 0,-4-1-152 0,0 2-255 15,-7 2-165 1,-3 1-61-16,-3-2 113 0,-1 5 235 0</inkml:trace>
  <inkml:trace contextRef="#ctx0" brushRef="#br1" timeOffset="139684.98">26205 13014 363 0,'9'4'642'0,"-1"-2"198"0,1-1 47 0,3 0-292 15,2-1-303-15,0-1-150 0,3 0-66 16,-1-1-45-16,3 0-31 0,0 0-57 0,3-1-72 15,0 0-96-15,-1 1-212 0,5 2-221 0,-1 0-115 16,2 0 48-16,-1 0 188 0,3 3 226 16</inkml:trace>
  <inkml:trace contextRef="#ctx0" brushRef="#br1" timeOffset="139998.67">27753 13218 30 0,'-4'7'391'0,"0"-1"271"0,2-3 180 16,0-3 36-16,4-1-359 0,0-2-242 0,2-2-128 0,1 1-66 0,2-2-38 15,-1 0-15-15,2 0-13 0,-2 0-4 16,1 0-7-16,2 4-6 0,-3-4-1 0,0 5-4 0,1-1-4 16,-1 0-33-16,0 4-54 0,1 0-69 15,-2 0-81-15,1 5-138 0,0-3-225 0,0 4-113 32,1-2 27-32,-2 0 155 0,3 0 197 0</inkml:trace>
  <inkml:trace contextRef="#ctx0" brushRef="#br1" timeOffset="140150.35">28200 13237 226 0,'35'-6'518'0,"-4"-2"238"0,3 0 147 0,-4-1-194 0,1-2-187 15,1 2-98-15,-2 0-89 0,-2 0-60 16,1 0-58-16,-4 3-57 0,-2 0-56 0,-2 2-52 0,-3 2-62 16,-4 1-105-16,-3 2-143 0,-2 2-219 0,-5 1-275 15,-3 4-232-15,-2 2-102 0,-6 1 203 0,0 1 374 16</inkml:trace>
  <inkml:trace contextRef="#ctx0" brushRef="#br1" timeOffset="140316.67">28670 13362 147 0,'30'-8'654'0,"-2"2"355"0,-4-1 92 0,-2 2-98 15,0-1-443-15,0 0-291 0,-3 0-139 0,2 2-65 16,1-1-34-16,-5-1-14 0,5 1-34 15,-1 0-68-15,-2-1-96 0,2 0-119 0,-1 2-173 16,-2-1-277-16,0 2-183 0,0 0-10 0,-1 3 206 16,-2-2 295-16</inkml:trace>
  <inkml:trace contextRef="#ctx0" brushRef="#br1" timeOffset="140483.94">29568 13212 654 0,'43'-14'1382'15,"-3"0"165"-15,-3 1-252 0,-6 0-342 0,0 1-462 16,-3 1-241-16,-3 3-139 0,-2-3-64 0,0 4-52 16,-1-1-68-16,-1 0-56 0,-5-1-100 0,1 2-161 31,-4-1-262-31,-4 1-283 0,0 1-230 0,-5 2-152 16,-4 0 218-16,-8 1 506 0</inkml:trace>
  <inkml:trace contextRef="#ctx0" brushRef="#br1" timeOffset="147981.87">21395 12077 161 0,'5'2'454'15,"-5"4"222"-15,0 2 133 0,-4 2-138 0,0 1-235 16,-1 2-111-16,1 4-39 0,0 3 0 0,-1 0 4 16,1 4-1-16,-1 2-29 0,0 2-37 0,-1 5-49 15,1 3-41-15,0 2-45 0,2 4-25 0,0 1-19 16,-2 4-8-16,2 0-9 15,-1 7-9-15,0-3-5 0,1 5-13 0,0 0 7 16,0 1 4-16,0 2 8 0,-1 0 0 0,1 3 9 16,0 1 5-16,0 1-8 0,-3 1-10 0,1 0-7 15,0 2-6-15,0-3-5 0,4 1 1 16,-3-4 1-16,3 0 6 0,-1-5 0 16,4-2 8-16,-1-1 2 0,3-4-8 15,-1-4-3-15,0-2-4 0,4-4 0 0,-1-3 0 0,3-1-4 0,-1-3 4 16,2-4 2-16,1-1 1 0,0-3-4 0,0 0-3 15,1-3 2-15,3 0-2 0,-1-1-1 0,0-2 0 16,3 0-3-16,0 1 1 0,0-2 3 0,0-1 23 16,2 2 18-16,2-1 16 15,-4-1 16-15,2 2 11 0,0-1 3 0,2-3-16 0,-1 3-13 16,-1-2-11-16,3 0-8 0,0 0-6 0,0-3-7 16,1 0-1-1,2-2-3-15,0-1-4 0,2-1-2 16,1-2-3-16,2 0-1 0,0-3-1 0,4-1-1 15,1-2 4-15,-1 0-2 0,1-2 4 0,3-1-1 16,3 0 3-16,0-1 4 0,1-1 8 0,2-1 10 16,0 1 6-16,3 2 10 0,0-2-2 0,1 0 0 15,2 1-10-15,2-1-11 0,1 2-9 0,2 0-8 16,4 2-3-16,-3-3-4 0,2 3 1 16,1 0-2-16,1-1 1 0,0 1-2 0,-2-1 1 0,2-1 0 15,0 2-2-15,0-1 2 0,0 1-4 16,4-2 1-16,1 0 0 0,-1-2 0 15,3 3-1-15,-1-3 0 0,4-2-1 0,-4 1 1 0,1-1 0 16,1-2 2-16,0 1-1 0,2 0 3 0,-1-1 2 16,2-2 0-16,1 1-3 0,0-1-3 0,1-1 3 15,1 2-3-15,-2-1-3 0,0-1-1 0,0 2 1 16,0 0 1-16,-1-1 0 0,0 3 3 0,-2-3 1 31,3 3 2-31,-3 0 0 0,4 1 0 16,-4 1-3-16,1-2 0 0,2 2-1 0,-3-2 0 15,-1 4 0-15,-2 0 2 0,1-1 0 0,-1 0 1 16,-3 4 2-16,0-2 1 0,2 0 1 0,-2 2-2 16,1 1-1-16,-1-2 0 0,-1 0-1 0,-2 2-1 15,0 0-3-15,-2 0 0 0,1 0 3 16,-4 2 0-16,1 0 0 0,0-2-1 16,0 1 1-16,-3 2 0 0,1 0-1 0,0 0 0 0,0 2 1 15,-1-2-1-15,0 1 1 0,0 0-2 0,-1 3-2 0,-1-4-1 16,0 1 1-16,-2 1-2 0,-2-2 3 0,2 0 2 15,-3 1 1-15,1-1 2 0,-2 0 1 0,0 0 0 16,0-2-1-16,1 3-2 0,-2-2 0 16,3 0 0-16,-2 0 0 0,2-2-1 15,-1 0 1-15,1 0 2 0,-1 0-1 16,-3 0-3-16,4-2-1 0,-4 2 1 0,1 0 0 16,-2 2-1-16,2-1 0 15,-5 2 3-15,1 1 1 0,-2 1-2 0,1 2 1 16,-2-1 0-16,-1-2 0 0,1 4-2 0,-1-4 0 15,2 0-2-15,-4 1 2 0,3-2-1 0,-1 1 1 16,1-1-1-16,0 0 1 0,0-2-1 0,-2 3 1 16,1 0-1-16,1-1 1 0,-3 2 0 0,4-1 1 15,-2 1 1-15,-1 1-1 0,0-1 2 16,0 1 0-16,-2 0-1 0,4-1 3 0,-1 0-1 16,-3 1 0-16,2-2 0 0,0 1-2 0,1-3 1 15,1 2-3-15,0-2 1 0,-1-2-1 0,3 0-1 16,0 0 3-16,2-2-2 15,-1-2 2-15,-1 0-3 0,1 0 1 0,1-2-1 0,-3 0 0 0,2-1 0 16,-1-1 1-16,0 0 3 0,-1 1-1 0,1-1 1 16,0 1 1-16,-1 1 0 0,-2 0 0 0,1 1 2 15,-2 4 3-15,-2-1 2 0,0 4-1 0,1-1 0 32,-4 4-1-32,0 1-1 0,-1 1-2 0,-2 0-1 15,-2 2 1-15,1 0 0 0,-3 1-1 0,-4 0-1 16,3-2 0-16,-4-1-2 0,-1 1 1 15,0-2-1-15,0-2-1 0,-2 0 1 0,0 1-1 0,-2-3 0 16,0-2-1-16,0 0 0 0,0 0 1 0,-1-2 1 16,1-3 1-16,0 1 1 0,-1 0 0 0,1-2 0 15,-2-2 2-15,1 1-2 0,1-1-2 0,0-2 0 16,-2 0 0-16,2 1-1 16,-3-1 0-16,2-2 1 0,-1 0-1 0,0 0 0 0,0-2 0 0,1-3-2 15,0 2 1-15,-1-3 0 0,0 0 0 0,-2-3 1 16,2 1 0-16,0-2 0 0,0 1 1 0,1-2 0 15,-2 1 0-15,2 0-1 0,-3-1 1 0,4 2 0 16,-4 0 0-16,4 1-1 0,-4-1 0 0,1 3-1 16,2-3 0-16,-2 4 0 0,1-3 0 15,2 0 0-15,-4-1 0 0,2 2 1 0,2-2 0 16,-4 0-2-16,3 0 1 0,-2-2-1 16,0-1 1-16,0 1-2 0,0-5 0 15,2 1 2-15,-3-3-1 0,4-2 1 16,-4 0 0-16,1-3 0 0,1-1 1 0,-2 0-1 0,4-3 0 15,-4 2 0-15,1-2-2 0,-2-2 1 16,1 3-1-16,-2-2-1 0,-1 1 3 0,0 0 0 0,-1 1 1 0,1-2 2 0,-3 3-1 16,1-1-1-16,-1 3 0 0,-3-2 1 0,0 5-1 15,0-1 0-15,-3-1 0 16,-1 3 0-16,1 5 0 0,-3 0-2 16,0 1 1-16,-1 1-2 0,-1 3 1 0,0 4 0 15,-2-1-2-15,-2 4 1 0,3 2 1 0,-5 0-1 0,-1 3 0 16,0 0 1-16,-1 0 0 15,-2 1 1-15,0 0 0 0,2 1-1 0,-5 0 1 0,4-2 1 16,-2 0 1-16,-3 0-2 0,2-1 0 0,0-3 0 0,0-2 0 16,0 2-2-16,-2-2-1 0,4 0 1 0,-3 0 2 15,0-2-1-15,1 2 2 0,1 0-1 0,-2 0 1 16,-1 2-1-16,3-1 1 0,-3 1-2 0,2-1 0 31,-1 3 2-31,0-3-1 0,-1 3 0 0,1-4 1 16,1 3-2-16,-2-2 0 0,0 1 0 0,-2 0 0 15,-1-2 0-15,0-1 1 0,-2 2 0 0,0-1 0 16,0-2 0-16,-2-1-2 0,1 2 1 0,-4-2 0 16,2 1 0-16,-1 3-1 0,-3-2 1 0,0 4 1 15,1 0 0-15,-4 4-2 0,-1 0 2 0,2 2 0 16,-5 1 0-16,1 1 0 0,-1 4 1 16,-1 3 1-16,-1-2-2 0,-2 4-1 0,0-2-2 15,-1 3-1-15,0-1 1 0,1 0 1 0,0-1 0 0,2 3-1 16,-1-3 3-16,3-1 1 0,-1 0-1 15,0 0 0-15,2-1 1 0,1-2 0 0,-2-2-1 0,1 0-2 16,2 0 1-16,2 0 1 0,-1-2-2 16,1 1 2-16,0-4-1 0,1 3 2 15,-1-1-1-15,1 0 1 0,-2-1 0 16,1 1-1-16,2-2 0 0,0 0 0 0,1 1-2 16,1 0 0-16,1 0 0 15,-3 1 0-15,3 0 3 0,-1-1-1 0,-1 2 3 16,1-1-3-16,-3 3 0 0,2-2-1 15,-3 0 0-15,1 2 0 0,1 1 0 0,-4-1-1 0,3 2 3 16,-3 0 0-16,0 0 0 0,2 2-1 16,-2-2 2-16,-1 0-1 0,-1 0-3 0,2 0 1 15,1-2-2-15,-1 1 1 0,2-1-2 0,-2-1 1 16,2-1 2-16,1 0-1 0,2-1 2 0,-2-3 1 16,3 2 1-16,-1-1 0 0,1-1-2 0,1 1 0 15,-1 1 1-15,0-1-1 0,1-3 0 0,1 3 0 16,-5 0 1-16,4-1-1 0,-1 3 0 15,0-1 0-15,-2 0 0 0,-1 2 0 0,-2 0 1 16,1 1-1-16,-2 1-1 0,0 0 1 0,2 2-4 0,-2 0 2 16,1 0 0-16,1 0-1 0,-2 2 2 0,2-1 1 31,-1 2 1-31,1 0-1 0,-1 2 0 0,1-1 3 0,-2 1-1 0,3 0-2 0,-3-1 1 16,4 3 0-16,-6-3-1 0,4 1 0 15,-1 0 0-15,-1 1-1 0,0-3 1 0,-1 1 0 16,1 0 0-1,2-2-1-15,-1 1 0 0,0 0 1 0,2-2-2 16,0 2 0-16,2 1 1 0,-2 0-1 0,2-1 1 16,-1 3 1-16,3 0-1 0,-3 1 3 0,1-1 0 15,2 2 1-15,-4 1-1 0,2 1 0 0,1-2-1 16,-1 1-1-16,0 1 0 0,0 0-1 16,1 1-1-16,0-3 1 0,1 1 0 0,-2 1 1 15,-1-1 0-15,3-1 0 0,-3 1 2 0,3 0-3 16,1 1 0-16,-2 0 1 0,2-1-1 0,-2 2 0 15,4-2-2-15,-2 2 1 0,2-2 2 0,-1 1-2 16,1 1 5-16,-1-2-2 0,1 2 2 0,-1-2 0 16,1 0-1-16,2 0 0 0,-2-2-2 15,-1 1-1-15,3-2-1 0,0-1 1 0,0 2-1 0,-1-3 1 16,3 1-2-16,-2 1 2 0,0-1 1 0,-1-1-1 31,2 0 0-31,-4 1 0 0,2 1 1 16,1 1 0-16,0-1 0 0,-3 0 0 0,3 0 0 15,-3 2 0-15,2-2 0 0,2 0 0 0,-2 0 0 16,3-1 0-16,1 0-1 0,-3-1 0 0,3 0 2 0,-1 0 0 0,2-1 0 0,-2 0 1 16,2 0 2-1,1-2-2-15,-2 3-2 0,1-4 0 16,-2 1 0-16,3 0-1 0,-1-1-1 0,-1 0-1 0,1 0 2 16,1 0 0-16,-3 0 1 0,2 0 0 15,0 0 2-15,0 0-1 0,0 0 1 0,0 0 0 0,-1 0-1 16,1 0 0-16,0 0-1 15,0 0 0-15,0 0 0 0,0 2-1 0,-2-2 1 16,2 0-2-16,0 2 2 0,0-2 0 0,0 1 0 16,1-1-3-16,-3 0 1 0,4 1 2 0,0-1-2 0,-2 3 2 15,2-3-2-15,2 0 2 0,0 0 1 0,-2 0-1 16,3-3 2-16,-2 2-1 0,5 0-1 0,-3-1 1 31,2-1 0-31,0 0-1 0,0 0-1 0,1 0 2 16,1 0 1-16,1 0-1 0,-4 0 0 15,3 2-1-15,-1 1 0 0,1 0-1 0,-1 0 1 0,2 1 1 16,0 1-1-16,-2-1-1 0,3 1 3 0,-3 1 0 16,4 0-2-16,-2-1 0 0,-1 2 1 15,4-2 2-15,-1 2-3 0,-1-3 1 0,3 3 0 16,0-4 0-16,-3 1-1 0,5 0 0 16,-2-1 0-16,2-1 0 0,-4 0 0 0,4-2 0 15,0 2 0-15,-3-2 0 0,2 1 0 0,-1 0 2 0,0-2 0 16,0 0-2-16,-1 1 0 0,1 0 0 0,0-1 2 15,-2 0-3-15,-1 0 2 0,2 1 0 0,-1 1 2 16,-1-3 0-16,0 2-1 0,-1 0 0 16,0-2-2-16,0 2 1 0,-2-1-3 15,2 2 1-15,-3-3 0 0,4 3 1 0,-5-3 0 16,3 0-1-16,0-1 2 0,-2 2-1 0,0-3-1 16,1-1 1-1,-2 1 0-15,1-2 0 0,-1 0 1 0,-2-1 0 16,2 0-1-16,-2-1-1 0,-3 1 0 15,0-2-1-15,1 2 2 0,0-1-3 0,-1 2 2 0,-5-2 1 16,4 3 0-16,-3 0 1 0,-2 2 1 0,3 1 1 0,-1 1-2 0,1 1-1 16,-1 0 0-1,2 2 0-15,0 0-1 0,1 1 1 0,0 0-2 16,3-2 2-16,-3 2-2 0,2 0 2 0,-1-2-1 16,-1 2 0-16,0-1-1 0,-2 1 1 0,1 0 0 15,-2-1-1-15,3-1 2 0,-1 0 0 16,3 1 1-16,0-1-1 0,1 1 0 0,5-1 1 15,1 1-1-15,1-1 1 0,2 2-3 0,0 0 0 16,0 2-2-16,2 1-2 0,-2 3-11 0,-1 0-53 16,0 3-70-16,-3 1-114 0,1 0-207 0,-1 1-303 15,-5 1-344-15,-2-1-288 0,1-1-114 0,-7 1 381 16,-2 1 654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11:40.36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1826 1437 114 0,'-10'-1'330'15,"1"1"175"-15,-2 0 156 0,4 0-141 0,3 1-122 16,-1-1-43-16,3 1-22 0,-1 0-24 0,3-1-34 16,0 2-30-16,0 1-39 0,3-1-8 0,0 1-17 0,1 1-2 15,2 2-4-15,2 2 5 0,3 1 8 0,3 1 4 0,5 4 0 16,3 0-15-16,4 4 31 0,4 2 4 0,3 3-12 0,3 1-32 16,2 4-26-16,3 2-18 0,3 5-38 15,1 2-23-15,2 3-11 0,2 1-6 0,0 2-2 0,-1 3 0 16,-1-1-8-16,-1 1-6 0,-2-1 1 0,-1 0-2 15,-3-1-5-15,-1-4-2 0,-3 1-1 0,-3-4 0 16,-1-4-9-16,-2 0-2 0,-3-3-3 0,-2-1-3 16,-1-4-3-16,-3-3-1 0,-1 0 0 0,-4-4 0 31,0-2-1-31,-5-3-2 0,1 0 0 0,-4-2 0 0,-1-4 0 16,-1-1 0-16,-3-2 1 0,-1 1-2 15,-4-5-5-15,1 0-13 0,-4-2-25 0,-5-2-55 0,1 0-63 16,-4-4-87-16,-3-1-155 0,-1 1-225 0,-2-4-302 15,0 0-251-15,-1 2-204 0,-4-2 72 0,3 0 531 16</inkml:trace>
  <inkml:trace contextRef="#ctx0" brushRef="#br0" timeOffset="383.13">2208 2558 421 0,'0'13'812'16,"0"-2"243"-16,0-4 5 0,0 0-307 0,0-1-253 16,-1-1-172-16,-1-1-92 0,2-2-45 0,0-1 0 15,0 1 30-15,3-4 21 0,2 1 6 0,0-7-13 0,3-1-16 16,1-5-24-16,1-6-42 0,1-6-31 0,3-6-18 15,0-6-12-15,2-7-4 0,3-5-3 0,3-7-6 16,3-6-15-16,4-5-8 0,-1-5-6 0,4-2-9 16,-1-4-9-16,1-1-6 0,1-1-6 0,-1 0-7 15,0 2-3-15,-1 1-3 0,1 3-2 0,-4 3-1 0,-1 7-3 16,-2 8 0-16,-4 7-2 0,-4 7 1 0,-2 7-1 16,-3 8 0-16,-4 4-1 0,0 6-1 0,-3 3-1 0,1 4-2 15,-3 4-1-15,0 2-6 0,-1 6-16 0,0 4-25 16,-4 2-52-16,2 4-82 0,-3 3-160 0,-2 0-277 15,2 4-311-15,0 0-375 0,0 4-324 0,0 2 39 0,1-2 716 16</inkml:trace>
  <inkml:trace contextRef="#ctx0" brushRef="#br0" timeOffset="2636.89">20103 1707 342 0,'2'-4'727'0,"-2"3"318"0,0-2 91 0,-2 0-272 15,2 2-273-15,0 0-120 0,-2-1-51 16,2 0-40-16,2 2-50 0,-2 0-48 0,0 2-44 16,2-2-51-16,-1 0-66 0,-1 2-46 0,2-2-18 15,0 2-10-15,1 1 1 0,0 1 5 0,0 6 5 16,5 2 6-16,-2 4-4 0,1 7-3 0,-1 2-1 15,0 7-7-15,2 5-2 0,-3 4-6 0,0 1-5 16,-1 3-6-16,1 1-9 0,-3 0-5 0,-1 1-5 16,1-2-4-16,0 0-3 0,-1-3-1 0,2-3 0 0,-3-3 0 0,2-1-2 15,-2-6-1-15,0-4-1 0,0-1 0 0,0-6-2 16,0-4-2-16,0-2-7 0,-2-2-14 0,-2-5-18 16,0-2-21-16,0-3-45 0,-3-4-72 15,1-3-73-15,-3-4-124 0,1-1-182 16,-4-3-303-16,0-3-290 0,1-1-208 0,-4-6-68 15,1 0 405-15,-2-2 560 16</inkml:trace>
  <inkml:trace contextRef="#ctx0" brushRef="#br0" timeOffset="3050.97">19847 1371 29 0,'6'-5'437'0,"-3"0"360"0,1 0 240 16,-3 1 27-16,2 2-330 15,-1 0-226-15,1 0-140 0,1 2-76 0,-1 0-5 16,3 4 2-16,2 2-11 0,0 1-28 0,1 4-29 0,2 1-20 16,0 4-47-16,5 3-33 15,-2 4-29-15,4 3-17 0,-2 2-1 0,2 4-11 0,0 1-3 0,4 0-11 16,2 4-9-16,-2-1-12 0,-3 2-13 0,3-1-9 15,0-3-6-15,-3 1-2 0,2-3 3 0,-4-4 7 16,2-2 4-16,0-4 0 0,-1-2 1 0,-3-4 0 16,0-2-4-16,-2-5-3 0,0-3 0 0,1-4 3 31,-2-4 3-31,0-6 2 0,2-6 1 0,-1-2-1 16,0-6 0-16,1-5-4 0,0-3-5 0,-1-5-4 15,1-4-2-15,-1-3-2 0,0-4 1 0,0-5 2 16,-3-3 0-16,1-4-4 0,0-3-3 0,0-2 0 15,-3 0-2-15,5 2 2 0,-4 4 1 0,-1 6 6 16,2 7 2-16,-6 8 1 0,-2 8 0 0,-4 9-6 0,-1 3-17 16,-3 9-37-16,-3 5-74 0,-1 4-116 0,-4 2-189 15,1 5-300-15,0 2-345 0,-4 2-362 0,3 1-175 16,-3 0 351-16,-1 3 687 0</inkml:trace>
  <inkml:trace contextRef="#ctx0" brushRef="#br0" timeOffset="5648.68">5681 1727 419 0,'-7'-7'831'0,"-2"1"306"0,-3-1 32 15,0 1-305-15,1 0-258 0,-2 1-98 0,-1 1-92 16,3 0-71-16,-3-1-56 0,-1 2-42 0,-2 0-55 16,1 1-62-16,0-1-34 0,0 1-24 0,-1 2-14 0,0 2-15 15,1 1-10-15,-1-1-16 0,2 5-12 16,-2 1-8 0,3 2-3-16,0 2-3 0,1 1-2 15,3 4 4-15,1 0 2 0,4-1 2 0,2 2-1 0,3 1 0 16,3 1 1-16,2 0 0 0,4-1 2 0,1-1 6 15,1 0 4-15,5 0 0 0,0-1 0 16,1-1-1-16,3-1 1 0,-2 0-4 0,4-1-3 0,-2-2 1 16,1-1 0-16,0 3 2 0,-4-3-2 15,2 2-1-15,-2-2 0 0,-1 1 0 0,-2 1-1 16,-2-1-1-16,-3 5-1 0,0-2-1 0,-4 3 1 16,-2 1-2-16,-3 1 0 0,-1 4 0 0,-3 1 2 15,0 1 0-15,-4 2 1 0,0 0 0 0,0 2 1 0,-3 1-3 16,2-3-1-16,-1 0-6 0,1-5-19 15,1-2-45-15,0-5-69 0,1-5-83 0,1-5-137 16,2-7-193-16,-1-6-311 0,5-10-280 0,0-4-200 0,3-8-6 16,0-7 423-16,3-5 506 0</inkml:trace>
  <inkml:trace contextRef="#ctx0" brushRef="#br0" timeOffset="5882.86">5965 1171 79 0,'6'-10'566'16,"-3"7"399"-16,1 4 176 0,-3 4-40 0,-1 4-347 16,2 4-204-16,1 7-98 0,-1 6-65 0,1 3-45 0,1 6-45 15,-1 5-50-15,2 6-76 0,0 3-58 0,2 5-36 16,-3 5-22-16,4 2-21 0,-2 3-16 0,2 2 1 16,-1 1-4-16,4-2-1 0,-2-2-3 0,2-4-2 15,3-4-3-15,-1-8-7 0,1-4-4 0,-1-7-14 16,1-4-43-16,-1-7-66 0,-3-2-59 0,0-7-86 15,-5-3-148-15,-2-2-193 0,-3-3-269 0,-1-4-209 16,-4-4-189-16,-3-1 33 0,-1-5 419 0</inkml:trace>
  <inkml:trace contextRef="#ctx0" brushRef="#br0" timeOffset="6102.92">5840 1834 467 0,'-2'-9'926'0,"2"5"242"15,0-3-48-15,0 3-334 16,2 1-292-16,1-2-205 0,0-1-112 16,4 2-47-16,-1 0-29 0,5-1-15 0,-1 0-32 15,1 1-24-15,4-1-11 0,0 1-9 0,0 2-8 16,2 0-1-16,0 2-1 0,-1 2-2 0,1 0-4 16,-3 2-4-16,2 1-19 0,-3 1-109 0,1 0-152 15,-3 3-272-15,-3-2-269 0,1 1-270 0,-2 1-168 0,-4-3 260 16,2 2 480-16</inkml:trace>
  <inkml:trace contextRef="#ctx0" brushRef="#br0" timeOffset="6417.11">6211 1788 250 0,'9'7'624'0,"0"2"325"0,0 3 169 0,1 4-194 16,1 1-266-1,3 4-129-15,-1 3-59 0,3 2-56 16,-2-1-73-16,2 1-67 0,0-1-52 0,-1 0-62 15,1 0-62-15,1-4-41 0,-2-2-25 0,2-1-11 16,-4-3 1-16,1-2 5 0,-3-1 3 0,-1-5 1 0,-1-1 9 16,-3-2 9-16,-1-4 3 0,-2-1-4 15,1-6-1-15,-3 0-4 0,1-5-9 0,-2-3-10 16,0-6-9-16,-2 0-6 0,1-3-5 0,-3-2-1 16,1 1-1-16,-2-3-2 0,1-1 0 0,-2 1 0 15,2 0-1-15,1 6-2 0,0 1-1 0,1 5-1 16,2 5-3-16,-1-1 0 0,1 7 1 0,1 3 0 0,3 3-7 15,0 5-12-15,4 1-34 0,0 4-59 0,3 4-59 16,0-2-86-16,3 4-157 0,2-2-238 16,3 0-284-16,3-1-232 0,2-1-203 0,4-1 69 15,0-3 533-15</inkml:trace>
  <inkml:trace contextRef="#ctx0" brushRef="#br0" timeOffset="6751.42">7024 1778 562 0,'-9'-7'1187'16,"-5"1"356"-16,-4 2-131 0,-1 2-359 16,-3 2-402-16,1 4-224 0,-2 3-134 0,-1 3-97 0,-1 6-57 0,1 2-39 15,2 7-22-15,3-1-14 0,1 4-16 0,5 2-12 16,3-1-11-16,3 3-6 0,4-4-9 0,5 0-5 16,3-5-3-16,4-2-2 0,5-5-1 0,2-6-2 15,3-4 0-15,2-7-1 0,4-5-2 0,0-6-8 16,2-6-6-16,-2-4-7 0,-2-6-7 15,2 2-4-15,-3-4-1 0,-3 3 7 0,-1 2 8 0,-3 2 8 16,-2 2 9-16,-5 6 6 0,1 1 6 0,-2 7 2 16,-4 0 3-16,-2 5 0 0,1 5 2 0,-4 3-1 31,1 6-1-31,-1 3 1 0,-1 4-2 0,0 3-1 16,0 3-2-16,1 1-1 0,-1 0-3 0,3 1-3 15,3 0-1-15,-1-1-3 0,2-4-1 0,1 0-7 16,3-2-22-16,0-4-69 0,1-5-75 0,-1-2-148 15,2-3-237-15,-1-3-323 0,1-5-368 0,0 0-243 16,0-6-26-16,-2-1 577 0</inkml:trace>
  <inkml:trace contextRef="#ctx0" brushRef="#br0" timeOffset="6966.76">7453 1638 256 0,'5'3'876'15,"-2"2"414"-15,-2 5 114 0,3 5-166 0,-3 3-422 16,2 4-287-16,0 2-153 0,-3 5-94 0,0 1-91 0,2 1-74 0,-1 5-46 16,1-1-30-16,0 1-18 0,-1 1-13 0,4-4-8 31,-2-2-13-31,2-1-39 0,1-5-75 0,0-6-93 16,-2-2-162-16,-3-3-295 0,1-6-335 0,-2-2-337 15,-2-3-180-15,-1-3 175 0,0-3 658 0</inkml:trace>
  <inkml:trace contextRef="#ctx0" brushRef="#br0" timeOffset="7115.99">7451 1528 153 0,'-15'-22'795'16,"0"5"455"-16,-4 5 45 0,3 2-187 16,-2 4-416-16,3 2-347 0,1 0-170 0,3 4-86 0,1 0-42 0,1 4-26 15,4-3-24-15,5 4-36 0,0-1-131 0,2 0-209 16,4 2-285-16,2-3-270 0,0 2-259 0,3-1-108 15,3 1 396-15</inkml:trace>
  <inkml:trace contextRef="#ctx0" brushRef="#br0" timeOffset="7866.43">7938 2221 97 0,'2'5'562'16,"-4"-4"385"-16,2 0 171 0,0-2-45 0,0-3-355 16,0-4-222-16,3-2-97 0,1-6-35 0,0 0-26 15,1-6-47-15,4-5-42 0,-1-3-40 0,2-5-57 16,0-4-41-16,2 1-30 0,1-5-14 0,2 3-6 16,-3 1-9-16,0 3-2 0,-4 3-4 0,0 6 0 0,0 4 1 15,-2 7 0-15,-3 2-3 0,0 5-4 16,-3 6-8-16,0 6-5 0,0 6-9 0,-3 7-7 0,2 6-4 15,-4 3-3-15,4 7 0 0,-1 1-2 0,-1 1 0 16,3 2-1-16,3 0-1 0,0-1 0 16,3-2 0-1,-1-2-1-15,3-5-1 0,0-2 1 0,1-5 1 0,1-4 0 0,1-4 2 0,3-4-1 0,-3-5 2 32,5-6 0-32,-2-6 0 0,2-5 1 0,0-8-1 15,1 0-1-15,-1-6 1 0,3-1-2 0,-3-2 0 16,0 1 0-16,-2 3-1 0,0 1 0 0,-3 6 1 15,-3 3-1-15,1 5 0 0,-2 2 1 0,-2 5 0 16,0 4 1-16,-2 5 0 0,0 7 4 0,1 3 3 16,-2 5 2-16,0 7 2 0,-1 0 1 15,-1 4-1-15,2 5-3 0,1-2-2 0,0 3-3 0,0-2-4 16,4-1-1-16,-1 3-1 0,3-3-2 0,-1-4 0 16,2-1-2-16,2-3 0 0,1-2-10 15,1-2-18-15,-1-5-37 0,3-3-81 0,-3-3-130 0,-1-3-249 16,4-4-306-16,-2-2-372 0,2-2-397 0,-2-3-80 15,2-2 563-15</inkml:trace>
  <inkml:trace contextRef="#ctx0" brushRef="#br0" timeOffset="8519.83">10446 1350 83 0,'-8'-12'620'0,"-6"1"469"0,-1 1 177 16,-2 0-61-1,1-3-308-15,-3 2-285 0,0 1-172 0,-3-2-101 16,0 3-66-16,-3-1-58 0,2 1-68 0,0 1-45 16,-1 2-21-16,1 0-14 0,2 4-8 0,0-2-11 15,1 4-11-15,4 0-9 0,0 4-8 0,2-2-6 16,3 4-5-16,0 0-2 0,1 2-4 0,4 1 0 16,0 2 0-16,1 3-2 0,4 0-2 0,1 4 7 15,1 2 2-15,4 0 0 0,1 4 1 0,2 5 0 0,0-1 1 16,4 5-1-16,1 2-3 0,0 2-5 0,4 5-2 15,-4 4-1-15,4 1-3 0,-4 6-1 0,1 3 2 16,-1 2 7-16,-1 3 4 0,-2 3 0 0,-2 3 12 16,-2-1 10-16,3-2 2 0,-4 1 1 0,0-2 1 15,0-3 0-15,1-3-9 0,2-5-9 0,-2-4-5 32,2-4-4-32,0-8-2 0,3-5-2 0,2-5 0 15,1-7-1-15,0-5 0 0,4-7 0 0,-1-7-1 16,4-6 0-16,-1-6-2 0,3-4-1 0,0-4-2 15,-1-3-6-15,3-2-13 0,-4-2-20 0,1-1-46 16,0 1-83-16,-4-3-153 0,2 1-271 0,-2-1-313 16,2 1-386-16,-1-5-370 0,0 0 12 0,-3-4 720 15</inkml:trace>
  <inkml:trace contextRef="#ctx0" brushRef="#br0" timeOffset="8833.61">10857 1469 343 0,'-11'-10'1275'15,"0"6"429"-15,-3 2-205 0,-1 4-330 0,-2 2-461 16,1 6-282-16,-1-1-164 0,4 5-77 0,-1 1-44 16,3 3-31-16,1 2-26 0,1 1-24 0,6-1-20 15,1-3-14-15,4-1-10 0,3-5-6 0,5-3-4 16,0-4-3-16,7-5-1 0,-1-4-2 0,3-5-1 16,0-3-1-16,0-4 0 0,1-2 1 0,-2-1 1 15,-2 1 0-15,-3 0 0 0,-3-2 1 0,-2 3 1 16,-4 2 0-1,-3 2 0-15,-2 1 0 0,-3 1 0 0,0 4 0 16,-4 1-2-16,0 4 0 0,-2 1 0 0,1 4-2 16,-2 4-1-16,3 1-1 0,1 4-1 0,3 2-6 15,-1 2-13-15,5 3-19 0,0 0-35 0,6 3-74 16,-1 1-94-16,3 1-162 0,3 2-285 0,3 0-332 16,2 3-358-16,3 2-203 0,0 3 124 0,2 0 681 15</inkml:trace>
  <inkml:trace contextRef="#ctx0" brushRef="#br0" timeOffset="9064.82">11508 2264 80 0,'13'10'746'16,"-3"-2"740"-16,-1-4 136 0,-3-1-272 16,-3-3-439-16,-1-5-352 0,0-2-198 0,-2-4-145 0,-2-1-70 15,0-4-40-15,-1-2-26 0,0-3-17 16,-2-1-18-16,-1-3-13 0,2 1-12 0,-3 2-8 0,2 1-4 15,-1 3-5-15,1 1-2 0,-1 5-3 16,1 5 0-16,0 1-2 0,1 6-2 0,-1 2 0 0,2 6-4 16,-1 3-11-16,0 4-17 0,2-2-45 0,1 4-73 15,-1-2-92-15,-1 0-158 0,1 0-255 0,-1-2-320 16,0 2-311-16,0-3-190 0,-1 0 91 0,-3-1 583 16</inkml:trace>
  <inkml:trace contextRef="#ctx0" brushRef="#br0" timeOffset="9282.44">11029 2406 407 0,'-13'-4'1107'0,"0"0"371"31,1-5-64-31,3-1-261 0,3-5-474 0,3-5-227 16,4-7-134-16,2-2-76 0,8-7-59 0,0-2-41 15,5-5-31-15,0-3-28 0,4-2-22 0,0-2-18 16,3-2-15-16,1 1-11 0,1-2-10 0,0 3-6 15,-1 2-4-15,3 0-3 0,-2 3-7 0,-1 1-20 16,-2 4-38-16,-1 2-81 0,-2 1-134 0,-3 5-258 16,1 1-316-16,-3 4-376 0,0 1-394 0,-1 3-60 0,-1 3 618 15</inkml:trace>
  <inkml:trace contextRef="#ctx0" brushRef="#br0" timeOffset="9899.01">11709 986 99 0,'-5'-3'725'16,"4"2"589"-16,-2 1 131 16,1 0-205-16,2 1-362 0,0 2-344 0,0-1-165 15,3-1-117-15,0 1-69 0,2 1-38 0,2-1-45 16,3 1-36-16,3 1-24 0,1 0-22 0,4-2-6 15,2 3-1-15,2-2-4 0,1 0-1 0,2 0-2 16,3 0 3-16,2-2-3 0,0 0-2 0,1 3-3 16,0-3-3-16,2 1 0 0,1-1 1 0,1 1-1 15,-4-1-1-15,2-1 0 0,-3 2 4 0,2-2-1 0,-4 1 1 16,-2-1 1-16,-3 0 1 0,-2 2 1 0,-4-1-2 16,-1 0 1-16,-5-1-1 0,0 2 2 0,-2 0 0 15,-2-1 1-15,-2 0-1 0,-2 3 1 0,0 1 0 16,0-3-1-16,-1 4-2 0,-2 2 0 0,4 1 2 15,-4 1-1-15,2 2 0 0,0 1-1 0,-1 4 3 16,1 2-3-16,-1 0 0 0,3 1 0 0,0 3 0 0,0 2-2 16,2 0 1-16,2 2-1 0,-2 1 0 0,2 0-1 15,2 4 2-15,2 1 2 0,-1 0 0 0,3 2-1 32,-1 1 1-32,3 3 1 0,-2 0 0 0,-1 1-2 15,4 1 0-15,-4 0 2 0,4 5-2 0,-4-3 1 16,1 4 1-16,-1-2 0 0,-1-1 0 0,-4 2 2 15,2-3 1-15,-4 0-3 0,0 0 1 0,-4-3 2 16,-1-5 12-16,-2 1 11 0,-4-4 16 0,-1-1 12 16,-2-3 10-16,-3-2 6 0,-3-4-5 0,-4-2-8 15,-1-3-8-15,-3-1-8 0,-2-1-6 0,-3-3-6 16,-1-3-6-16,-2-2-5 0,2-1-4 0,-2-3-5 16,1-2-3-16,2-2-3 0,-1 0-1 0,4-3-2 15,3 0-1-15,3 0 0 0,2 1-2 0,0-2-1 16,6 1-3-16,4-1-7 0,0 1-17 0,6 0-23 0,0-2-50 15,4-2-86-15,1 3-161 0,2-4-273 0,2 3-326 16,5 0-399-16,1 2-351 0,3-1 33 16,-1 4 764-16</inkml:trace>
  <inkml:trace contextRef="#ctx0" brushRef="#br0" timeOffset="12650.4">22231 1795 173 0,'4'-9'764'0,"-8"1"431"15,-1 3 80-15,-4-1-73 0,0 0-377 0,-3 0-277 16,-1 1-153-16,-5 1-84 0,-3 2-58 0,-1-1-75 0,-2 3-70 0,-4 3-37 16,-1-1-22-16,-1 1-12 0,2 3-6 0,0 0-6 15,2 0-4-15,4 1-5 0,3 1-4 0,2-2-4 32,2 2-6-32,5 0 0 0,3 1-2 0,3-1-1 15,4 4-1-15,0-1-1 0,4-2 0 0,1 2 2 16,7-2 0-16,0 1 1 0,3 1 1 0,5-5 0 15,2 1 1-15,4 0-2 0,1-1 0 0,-1 0-1 16,2 0-1-16,-1-2 1 0,2 2-1 0,-4 2 1 16,-2-1-1-16,-2 2 1 0,0 2 1 0,-4 0-1 15,-4 0 1-15,-2 3 0 0,-2-1 0 16,-4 5 2-16,-3-3-1 0,-2 3 1 0,-4 0-1 0,-1 1 2 16,-4 1-1-16,1-2-2 0,-1 1 0 0,-4-1 0 15,2 2 1-15,-2-5-2 0,1 0 0 0,1 0 1 16,-2-5 0-16,4 0-5 0,1-5-26 0,0 0-56 15,-2-5-69-15,4-6-106 0,1-1-173 0,4-4-305 16,2-4-317-16,2-3-266 0,4-2-151 16,2-4 262-16,1-1 600 0</inkml:trace>
  <inkml:trace contextRef="#ctx0" brushRef="#br0" timeOffset="12825.81">22508 1932 394 0,'11'20'948'15,"-3"5"298"-15,-2 1-31 0,-1 3-190 0,-3 3-331 16,-1 0-214-16,-1 4-117 0,-1-2-68 0,-3-1-51 16,1 0-70-16,2-2-73 0,-4-2-42 0,4-4-29 0,2-4-16 15,4-6-9-15,-4-1-27 0,6-7-68 0,-3-5-68 16,1-5-116-16,0-5-185 0,1-4-313 0,-1-4-319 16,0-5-238-16,-2-1-114 0,0-6 354 15,-1-2 583-15</inkml:trace>
  <inkml:trace contextRef="#ctx0" brushRef="#br0" timeOffset="12997.46">22518 1656 6 0,'-2'-26'476'0,"-1"4"456"15,0 3 261-15,-4 5-36 0,2 3-330 0,-1 0-332 16,3 4-200-16,2 1-119 0,-3 4-67 16,4 0-43-16,0 2-24 0,0 2-20 0,4 0-7 15,-1 4-4-15,2 0-1 0,4 2-5 0,0 1-10 16,1 1-21-16,2 0-91 0,0 0-142 0,2 0-233 15,-2 1-279-15,1 1-264 0,3 0-197 0,-2 0 151 16,4 1 445-16</inkml:trace>
  <inkml:trace contextRef="#ctx0" brushRef="#br0" timeOffset="13514.92">22933 1741 198 0,'13'0'549'0,"-5"0"316"0,1 3 206 0,-1-1-151 16,-1 1-241-16,-1 3-139 0,2 0-57 0,-5 2-24 0,2 0-65 0,-4 4-66 0,-1 1-51 15,-1 4-53-15,-3 2-61 0,1 0-60 0,-6 3-33 16,3 1-20-16,-2 1-16 16,0 0-8-16,-3 1-7 0,3-1-7 0,0-2-4 0,0 3-4 15,4-6-1-15,0 1-2 0,3-4-3 0,1-1 0 0,1-1 0 32,3-4-2-32,0-2 1 0,4-4 0 15,1-1 0-15,0-1 2 0,3-4-2 0,1 0 1 16,1 1 0-16,-1-2 0 0,1 0 0 0,2 2-1 15,2 0 0-15,-2-1 3 0,3 4 0 0,0-2-1 0,0 2 2 16,2 3 0-16,-4-1 1 0,4 2-1 16,-2 0-1-16,1 2 1 0,1-1-1 0,-4 0 0 0,4 0-1 15,-1 0 1-15,0-3-1 0,1-2 0 0,1-2 1 16,-1-4 0-16,1-2 0 0,0-5 0 0,2 0 0 16,-3-3-1-16,-1-4 0 0,1 0 1 15,-4-3 0-15,2 1 1 0,-4-2 0 16,-2 2 2-16,-3-1-1 0,-2 1 2 0,-3 3-2 15,-2 0 1-15,-3 2 2 0,-5 3-2 0,1 2 2 0,-3 2-3 16,-4 5 0-16,-1 3-1 0,-5 5 7 0,0 2 6 0,1 5 8 16,-3 3 5-16,2 3 4 0,0 5 1 0,-1 1-6 15,2 1-6-15,2 3-6 0,2 1-4 0,0 3-2 16,2 0-2-16,2 0 0 16,3 0-1-16,0-3 0 15,5 2-2-15,3-5-2 0,4-1-2 0,2-4-2 16,8-3-14-16,-1-3-29 0,8-3-79 0,0-5-100 15,4-1-184-15,4-3-297 0,-1-3-342 0,4-1-383 16,2-5-175-16,2-1 252 0,0 0 718 0</inkml:trace>
  <inkml:trace contextRef="#ctx0" brushRef="#br0" timeOffset="19653.32">25014 1855 41 0,'2'-6'433'16,"-1"2"369"-16,-1-2 284 0,-1 0 38 15,-1-2-349-15,-3 4-215 0,1-3-115 0,-3 3-57 16,0 0-46-16,-1 2-45 0,-4 2-45 0,-2 3-38 16,2 2-47-16,-1 4-52 0,-5 3-38 0,0 4-27 15,2 4-12-15,-1 5-10 0,2 5-5 0,1 3-6 16,1 4-9-16,4 2-4 0,1 2-2 0,3-1-4 16,4-2 2-16,2-2-1 0,2-3 1 0,5-4 0 15,2-4-2-15,-1-4 0 0,5-4-2 0,1-5 1 16,2-5-15-16,-1-2-38 0,3-7-67 0,-5-2-66 15,3-4-120-15,-1-4-167 0,-2-3-267 0,-1-2-278 16,1 1-208-16,-4-2-113 0,-1-3 277 0,-1 2 491 16</inkml:trace>
  <inkml:trace contextRef="#ctx0" brushRef="#br0" timeOffset="19997.97">25142 1871 217 0,'5'4'550'0,"-2"0"264"0,-2 4 156 16,4 1-161-16,-1 4-213 0,0 2-142 16,1 3-91-16,-2 3-57 0,3 0-62 0,1 3-56 0,-2 0-46 15,-1 3-40-15,4-1-34 0,0-1-21 0,0 1-10 16,0-4-12-16,2 1-9 0,-1-5-11 0,2 0-2 16,-1-3 4-16,0-3 37 0,2-4 56 0,-3 0 29 15,2-4 41-15,-1-4 14 0,-2-1-5 0,1-5-35 16,1-1-40-16,-4-7-28 0,0 1-32 0,3-5-9 15,-4-2-1-15,0-2-3 0,-2-1 3 0,1-1 2 16,-4 0-1-16,0-1-7 0,-2 2-6 0,0-2-2 16,-1 2-8-16,2 2-5 0,-3 3-2 0,3 3-1 15,-3 3-2-15,1 2-2 0,2 1 0 0,-2 1-3 16,1 4-1-16,2 1-1 0,-1 3-3 0,1 3 2 16,1 1-2-1,1 2 1-15,1 4-8 0,1-2-43 16,0 3-61-16,1 1-62 0,1-2-103 0,0 1-156 15,4-2-244-15,-2-1-274 0,1-1-221 0,5 0-174 0,-3-2 162 16,5-2 483-16</inkml:trace>
  <inkml:trace contextRef="#ctx0" brushRef="#br0" timeOffset="20367.41">25643 1935 4 0,'2'-2'456'0,"-2"4"477"16,-3 1 286-16,-3 3-23 0,-2 2-308 15,-2 3-234-15,-1 4-158 0,0 2-121 0,0 4-72 0,-3 1-54 16,3 3-57-16,-1 0-64 0,2 1-55 15,0 2-30-15,3-3-19 0,3-1-9 0,-1-1-8 16,5-4-3-16,5-1 0 0,-1-5-1 0,5 0 0 16,2-6-3-16,3-3 1 15,2-6 0-15,3-5-1 0,3-3-1 0,-1-5-1 0,2-3 0 0,1-4-2 16,2-3 0 0,-3 0-2-16,1 0 2 0,-2-1 2 0,0 1 1 15,-5 1 3-15,-1 4 1 0,-3-1-1 0,-4 5 3 16,0 1-1-16,-4 5 0 0,-3-1-2 0,-1 9 1 15,-2-1 0-15,-2 6-3 0,-2 3 0 0,0 5-1 16,-2 2 2-16,-2 4 0 0,3 4 0 16,0 3 0-16,-4 1 0 0,4 3 3 0,1 4-3 0,0 1 3 15,-1 3 1-15,0 1 1 0,1 5 0 0,-1-1-2 16,-1 3 0-16,3 2-3 0,-2 0-1 0,-1 2 0 16,6-5-1-16,-4-1-3 0,3-7-27 0,2-3-69 15,0-5-62-15,2-9-111 0,-1-5-174 0,4-4-298 16,-2-8-307-16,5-6-218 15,2-5-144-15,-1-8 283 0,4-5 554 0</inkml:trace>
  <inkml:trace contextRef="#ctx0" brushRef="#br0" timeOffset="20664.54">26153 1814 138 0,'4'-23'703'15,"-4"6"446"-15,-4 4 112 0,-3 5-115 0,1 5-365 16,-2 6-238-16,0 3-142 0,0 4-88 0,2 1-57 15,-2 3-46-15,0 0-64 0,5 2-59 0,1 2-34 16,2 0-21-16,4-1-11 0,-1 5-8 0,4-1-6 16,1 1-3-16,2 0-1 0,2 3-1 0,0-3-1 15,-1 2-1-15,3 0 2 0,-3-1-2 0,-1-1-2 16,-1 1 2-16,-3-2 1 0,-3 1 0 0,-1 2 1 16,-4-1 4-16,-2-1 1 0,-3 2 6 0,-4 2 5 15,0-2 4-15,-2 1 2 0,-2 0-2 0,0-2 1 16,0-2-7-16,0-1-4 0,3-3-4 0,2-4-5 15,4-4-4-15,3-5-5 0,0-5-18 0,7-7-52 16,3-4-67-16,2-8-77 0,4-3-127 0,4-6-195 16,0-4-313-16,4-4-262 15,3-4-199-15,0-2-41 0,-1-5 388 0,0-3 523 0</inkml:trace>
  <inkml:trace contextRef="#ctx0" brushRef="#br0" timeOffset="20881.81">26649 1356 389 0,'12'-14'802'0,"0"5"326"0,-6 4 54 0,-3 5-303 16,2 7-185-16,-4 3-127 0,1 6-116 0,-4 3-86 16,1 4-63-16,-4 5-53 0,1 0-71 0,-3 7-53 0,1 3-30 15,-2 3-23-15,-1 5-15 0,-1 4-12 16,0 1-14-16,0 5-11 0,1 1-9 0,1-1-6 16,-1 0-4-16,3-2-3 0,1-3-5 0,2-6-16 15,1-4-33-15,4-7-73 0,-1-8-74 0,-1-3-123 16,4-7-186-16,-3-6-284 15,2-5-314-15,1-5-208 0,-3-8-103 0,4-4 321 16,-2-4 553-16</inkml:trace>
  <inkml:trace contextRef="#ctx0" brushRef="#br0" timeOffset="21067.84">26429 1729 265 0,'-8'-6'719'0,"-1"3"368"16,0 3 88-16,0 0-251 0,3 1-318 0,3 1-206 0,0 0-135 15,4 0-74-15,2 0-8 0,4 0-16 0,3-2-13 16,0 0-12-16,5-2-17 0,2-1-24 0,2 0-47 16,2 0-26-16,0 0-15 0,0 0-12 0,3 2-11 15,0 1-51-15,-2 1-45 0,-1 2-109 0,0 0-175 16,1 2-295-16,-2 1-303 0,3 1-238 0,-1 1-131 16,0-1 328-16,1 3 541 0</inkml:trace>
  <inkml:trace contextRef="#ctx0" brushRef="#br0" timeOffset="21814.32">26973 1871 118 0,'-12'17'761'0,"-1"2"640"0,-4 0 155 15,1 1-230-15,-5 3-432 0,2 2-346 0,0 0-176 0,0 0-137 0,2 0-86 16,1-2-49-16,3-2-36 0,4-2-25 0,-1-5-18 31,7-2-10-31,3-1-3 0,5-5-5 0,6-4 0 16,0-3-1-16,5-4-1 0,1-2-4 0,5-5-10 15,3-1-13-15,-2-1-23 0,2-1-29 0,-1 3-38 16,-1 0-36-16,-3 4-22 0,0 1-8 0,-3 5 12 16,-1 2 28-16,-2 1 39 0,-2 3 42 0,-3 4 30 15,-1 1 16-15,-4 2 10 0,0 3 8 0,-3 2 9 16,-1 0 30-16,0 2 33 0,0-1 28 0,0 3 16 16,0-3 3-16,-1-1-2 0,1 0-27 0,1-2-27 15,-1-3-26-15,4-2-18 0,-1-3-9 0,2-4-5 0,-1-2-2 16,6-4-2-16,-2-2 2 15,1-4-2-15,4-2 0 0,-4-2-3 0,4-2-1 0,-1-2-1 16,1-2-1-16,1-4-2 0,-1-1 1 0,0-4-1 16,3-2 0-16,-4-5 0 0,6-5 3 0,-2-3-1 0,1-3-2 15,2-6 1-15,-2-3 0 0,4 1 3 0,-1-3 8 16,-1 2 9-16,5 3 12 0,-1 1 9 0,-3 6 3 16,2 7-1-16,-7 4-9 15,-2 10-1-15,-2 5-6 16,-1 3 0-16,-6 7-1 0,1 6 7 0,-3 5 2 15,-1 5-2-15,-4 5 1 0,2 4-5 0,-3 8-4 16,0 0-3-16,-2 6-1 0,-2 7-2 0,0 3 0 16,-2 6 1-16,-2 4-1 0,-1 5-2 0,-3 3 0 15,3 2-2-15,-1 0-4 0,5-3-4 0,-3 1-1 16,5-6-2-16,4-4-2 0,0-7-1 0,4-5-1 16,2-7 1-16,3-5-1 0,2-8 0 0,2-6 0 15,2-7 2-15,1-7 0 0,2-8 0 0,0-5 1 16,2-5 0-16,-1-6 0 0,2-4 1 0,-1-4-1 0,2-4 1 15,-1-4-2-15,-3-1 1 0,3-5-1 0,1-1-2 16,-1-1 1-16,0-1 1 0,3 3 1 0,-4 0 1 16,0 4 1-16,1 3 0 15,-4 4 1-15,2 5-1 0,-4 4-1 0,0 5-1 0,-2 1 0 0,-1 7-2 16,-1 3 1-16,-2 6 0 0,-2 5 1 0,-1 4-1 16,-3 6 2-1,-3 5-1-15,-1 6 0 0,-1 7 0 0,-3 3 0 16,-2 6 2-16,0 5 0 0,-5 7 1 0,0 4 2 15,-1 7 0-15,-3 5-1 0,3 0-2 0,0 2-1 16,3-4-1-16,5 0-2 0,2-8 0 0,5-2-1 0,2-5-2 16,5-6-2-16,1-4-17 0,1-7-43 0,-2-5-81 15,2-4-119-15,0-4-204 0,1-7-311 16,-2-4-352-16,2-4-349 0,-3-6-118 16,-1-3 400-16,2-3 694 0</inkml:trace>
  <inkml:trace contextRef="#ctx0" brushRef="#br0" timeOffset="22364.22">28189 1844 260 0,'5'0'880'0,"-1"1"389"0,-4 0 14 16,0 5-95-16,-1 2-435 0,-5 3-256 16,-1 6-133-16,1 2-79 0,-4 2-56 0,0 5-76 15,-3 2-62-15,-1 0-36 0,-1 1-24 0,0 2-15 16,3-1-7-16,0-2-5 0,1-4-4 0,4-1-3 16,3-4-13-16,0-6-54 0,4-3-69 0,0-6-120 15,4-4-198-15,0-4-304 0,3-6-343 0,2-3-283 16,-3-6-125-16,4-5 387 15,0-2 637-15</inkml:trace>
  <inkml:trace contextRef="#ctx0" brushRef="#br0" timeOffset="22514.86">28258 1576 79 0,'0'-9'646'0,"-4"3"468"0,-2 2 139 0,-1 0-125 15,-3 6-371-15,-2 1-362 0,1 3-177 0,0 1-96 16,-3 4-45-16,2 1-33 0,2 1-23 15,2-3-9-15,1 0-6 0,4 1-25 0,3-4-91 16,2-2-158-16,2-3-293 0,5-2-271 0,1-1-274 0,3-2-180 16,4-3 212-16,1-4 528 0</inkml:trace>
  <inkml:trace contextRef="#ctx0" brushRef="#br0" timeOffset="22756.95">28654 1317 158 0,'4'-2'766'0,"-2"6"438"0,-4 3 68 0,-2 3-100 15,2 6-340-15,-1 6-291 0,2 2-147 0,-3 3-70 16,0 5-43-16,-1 2-51 0,-3 7-60 0,0 2-36 16,2 6-22-16,-4 7-23 15,-1 2-18-15,3 5-17 0,0 0-20 0,2 0-13 0,3-2-12 0,-2-3-5 32,4-2-4-32,2-1-3 0,4-5-13 0,-1-5-17 15,0-1-27-15,-3-7-53 0,2-1-72 0,-3-7-82 16,0-3-128-16,-1-5-180 0,-2-3-298 0,-1-5-261 15,0-2-199-15,-2-4-58 0,-1-5 401 0,-1-2 524 16</inkml:trace>
  <inkml:trace contextRef="#ctx0" brushRef="#br0" timeOffset="22964.1">28515 1896 36 0,'0'-15'524'0,"0"3"462"0,-2 3 224 0,0 1-73 0,2 2-349 15,0 2-309-15,0 1-152 0,5 2-57 0,2-1-23 0,1 2-22 16,6 0-25-16,-1 0-4 0,4 0-29 0,5 0-46 16,-1-2-38-16,5 1-17 0,1 0-12 0,2-3-27 15,1 1-15-15,-4 2-9 0,3 1-19 0,-2-3-64 16,-3 3-65 0,-1 0-122-16,-2 3-200 0,-5-2-306 15,1 2-327-15,-4 1-242 0,-2 0-105 0,-3-1 407 16,-4 2 590-16</inkml:trace>
  <inkml:trace contextRef="#ctx0" brushRef="#br0" timeOffset="23297.3">28867 2050 253 0,'-1'24'574'0,"-1"0"238"16,4-1 133-16,1-2-183 16,5 0-191-16,0-3-139 0,1-3-86 0,7 2-49 0,-3-6-52 0,5 0-64 15,2-5-64-15,2-2-32 0,0-5-22 0,1-4-9 16,3-2 3-16,-1-4 19 0,2-1 25 0,0-3 30 15,-2-3 34-15,0 0 25 0,-4 0-6 0,0-1-18 16,-5-1-19-16,-2 2-30 0,-5 0-26 0,-1 2-24 16,-5-2-13-16,-6 3-10 0,-2 0-5 15,-3 0-4-15,-4 3-4 0,-6 1-5 0,-4 2-2 16,-2 3 1-16,-4 4 2 0,-2 6 7 0,-3 3 9 0,-1 5 6 16,4 3 2-16,0 6-2 0,3 5-9 0,4 2-12 15,4 4-11 1,5 4-10-16,1 1-4 0,7 2-2 15,4 2-2-15,5-1 1 0,7-1-1 0,1-3-2 16,8-1-11-16,2-5-18 0,5-5-28 0,3-4-62 16,2-4-75-16,1-4-90 0,1-2-165 0,1-3-295 0,-3-3-317 15,1 0-246-15,-5-2-154 0,-1-3 155 16,-5 1 638-16</inkml:trace>
  <inkml:trace contextRef="#ctx0" brushRef="#br0" timeOffset="24580.4">26007 3235 161 0,'-6'-12'703'16,"-5"3"415"-16,-10 5 114 0,0 1-92 0,-2 6-393 15,-2 4-209-15,-2 5-122 16,0 5-76-16,-2 8-50 0,3 6-48 15,2 6-55-15,-2 9-53 0,3 7-30 0,-1 7-17 16,3 6-13-16,-1 8-9 0,4 3-9 0,1 7-9 16,0 2-11-16,4 2-10 0,3-1-10 0,6-5-9 15,4-7-6-15,10-7-6 0,2-10-13 0,9-6-26 16,4-9-78-16,2-8-105 0,3-5-193 0,5-7-293 16,-4-7-344-16,3-3-405 0,-3-4-188 15,-1-3 299-15,-1-1 747 0</inkml:trace>
  <inkml:trace contextRef="#ctx0" brushRef="#br0" timeOffset="27563.93">26611 3846 137 0,'2'-11'644'15,"-6"1"408"-15,1 2 147 16,-3 2-97-16,-5 2-426 0,1 2-216 0,-2 6-118 0,-2 1-58 0,-2 4-36 16,-3 5-29-16,3 2-34 0,-5 4-32 0,1 3-32 31,2 7-28-31,-1 1-25 0,2 3-16 0,3 4-6 15,3 0-15-15,0 2-13 0,4-3-9 0,4-2-6 16,3-5-2-16,5-5-3 0,1-5 1 0,7-7 0 16,0-5 3-16,4-5-1 0,1-8 2 0,0-5-2 15,4-8 0-15,-1-6-3 0,3-5-1 16,-1-2 0-16,1-5-1 0,-3-1 2 0,-1-1-1 16,-1 2 2-16,-5 3 2 0,-1 0 1 0,-2 4 0 0,-4 3 0 15,-3 4 0-15,-2 3 0 0,-2 2 0 0,-3 5-1 16,0 3-1-16,-2 4 0 0,-2 3 0 15,1 4 0-15,-2 2-1 0,3 3 2 0,1 5 0 0,-1 2 1 0,2 4-2 16,-2 2 2-16,4 2-1 16,1 4-1-16,1 5 0 0,2 0-1 0,0 4-1 15,0 3 0-15,1 5-2 0,-3 1 4 0,2 3 2 16,-3 1 2-16,-1 1 2 0,-2 3 0 0,-2-3 2 16,-3 0 4-16,-1 1 2 0,-3-3 0 0,-2-1 2 31,2-2 1-31,-4-3-2 0,2-4-3 0,-5-4-4 15,3-3-1-15,-3-6-3 0,1-7-1 0,1-3-1 16,-2-5-3-16,3-6-1 0,-1-6-2 16,3-6 1-16,1-5-3 0,5-5-20 0,2-3-50 0,3-6-63 15,3-3-69-15,3-2-124 0,3-1-189 16,5-2-299-16,0 0-250 0,5 0-205 16,1 0-59-16,2-2 360 0,-1 1 511 0</inkml:trace>
  <inkml:trace contextRef="#ctx0" brushRef="#br0" timeOffset="27914.14">26746 4003 85 0,'4'0'574'0,"-2"1"399"15,1 2 180 1,-2 3-45-16,3 1-390 0,-3 1-248 0,2 3-105 0,4 1-33 0,-1 3-20 0,2 3-35 16,-2 1-36-16,2-1-37 0,-1 3-53 0,2 2-46 31,-1 0-40-31,0-4-25 0,3 1-9 0,-3-4-14 15,1-2-6-15,4-4-6 0,-4-2 0 0,4-7 0 16,-1-2-1-16,0-7 1 0,-1-5 0 16,1-5-1-16,0-3-1 0,2-6-1 0,-2-2 8 0,0-2 3 15,-2-1 2-15,-2-1 1 0,-1 0 3 16,-2 1-1-16,1 2-4 0,-6 4-4 0,1 0-3 16,-1 5-3-16,-1 4-1 0,-2 2 1 0,1 4-4 15,1 5-3-15,-2 2 0 0,-1 4 1 0,3 6-2 16,1 3 1-16,-2 4-1 0,4 2 1 0,-1 3-24 15,3 0-57-15,-1 4-62 0,4-1-68 16,0 2-124-16,2-1-181 0,1 1-282 0,2-2-237 0,1-3-211 16,3 3-94-16,-2-8 319 0,3-1 505 15</inkml:trace>
  <inkml:trace contextRef="#ctx0" brushRef="#br0" timeOffset="28246.63">27338 3955 32 0,'-1'-15'562'0,"-5"3"487"15,-2 1 223-15,-4 3-8 0,-2 5-284 0,-2 1-319 16,-2 5-199-16,-2 5-108 0,-2 3-69 0,0 2-79 16,-1 7-74-16,2 0-49 0,0 4-28 0,3 3-20 15,2 0-13-15,4 0-11 0,5 0-2 16,4-3-4-16,4 0-1 0,4-5-2 0,6-5-2 16,2-3 0-16,5-8-2 0,3-5 0 0,8-7-2 0,-1-7-2 15,4-4-10-15,-1-5-6 0,5-5-4 16,-2-3-3-16,-1 1 1 0,-5 0 3 0,1 1 10 15,-7 4 7-15,-1 4 5 0,-7 3 3 0,-2 5 1 16,-5 3 3-16,-4 6-1 0,-3 1 1 0,-3 7 2 16,-4 4 5-16,-3 3 2 0,-2 2 4 0,-1 6 0 15,-2 2 1 1,0 3-1-16,2 0-6 0,0 3-3 16,3 0-4-16,-1 2-1 0,6-2-3 0,1 2-2 15,2-1 0-15,4 0-5 0,-1-4-30 0,6-1-74 16,1-4-76-16,-1-2-148 0,3-1-251 15,1-6-322-15,1-2-336 0,1-3-203 0,1-3 17 16,1-3 570-16</inkml:trace>
  <inkml:trace contextRef="#ctx0" brushRef="#br0" timeOffset="28431.16">27791 3903 76 0,'-2'7'639'15,"-1"6"465"-15,0 4 137 0,-4 3-132 16,2 4-372-16,-1 3-334 0,-1 3-185 0,0 2-93 0,1 2-44 0,1 0-24 16,-3-1-21-16,5 0-37 0,-2-6-91 15,4-1-181-15,-3-7-296 0,4-6-267 0,0-3-275 16,4-5-176-16,-1-9 215 0,2-5 548 0</inkml:trace>
  <inkml:trace contextRef="#ctx0" brushRef="#br0" timeOffset="28599.86">27813 3736 281 0,'-8'-47'928'0,"-3"4"460"16,1 3 57-16,1 4-208 0,-4 5-499 15,5 8-274-15,-1 3-146 0,-1 6-106 0,1 5-86 16,2 5-56-16,1 3-33 0,1 4-19 0,2 4-13 16,1 3-3-16,2 1-24 0,0 4-72 0,0 0-78 15,4 2-156-15,-1 0-285 0,0 2-324 0,2 0-351 16,1 3-206-16,7 1 91 0,-4 1 646 0</inkml:trace>
  <inkml:trace contextRef="#ctx0" brushRef="#br0" timeOffset="29230.06">28143 4359 241 0,'-3'1'837'0,"-6"-1"371"0,2-1 7 0,-1-2-166 16,2-3-469-16,-3-3-263 0,5-4-93 0,1-4-34 0,3-3-17 0,2-5-15 15,3-5 10-15,4 0 1 0,-1-5-18 0,3-2-23 16,3-1-7-16,1-1-7 0,-2 3-24 0,0 3-26 16,3 4-23-16,-3 2-12 0,-4 5-11 0,2 7-8 31,-3 2 1-31,0 5 3 0,0 5 2 0,-4 5 6 15,1 4 3-15,-1 3 2 0,-3 6-3 0,1 3 1 16,-2 3 1-16,0 1-4 0,0 5 0 16,-2 2 0-16,1-1 0 0,-3 2-4 0,4-1-3 15,-1-2-3-15,1-2-2 0,1-4-5 0,1-3-2 16,3-5-2-16,0-3-1 0,3-8 0 16,1-4 1-16,2-6 0 0,3-5-1 0,0-7 1 0,2-6 0 15,0 0 0-15,1-6-2 0,1-1 2 0,1 0-1 16,-5 4 0-16,2-1 0 0,-5 5 0 15,1 5 0-15,-4 1 5 0,-1 7 2 0,-2 3 4 16,-4 5 3-16,2 4 4 0,-3 4 2 0,-1 5-2 16,-2 6-1-16,-2 3-3 0,-2 3-3 0,1 5-2 15,-3 1-3-15,1 1-2 16,0 4-2-16,0-2-1 0,0 1-2 0,3-2-2 16,1-1-9-16,4-2-17 0,0-4-50 0,1-2-84 0,4-5-155 0,1-3-274 31,3-2-320-31,4-4-394 0,-1-1-337 0,3-5 23 15,0 0 722-15</inkml:trace>
  <inkml:trace contextRef="#ctx0" brushRef="#br0" timeOffset="29796.41">29005 3968 154 0,'-4'2'730'0,"-3"-1"425"15,1 1 93 1,-1 0-132-16,2 1-410 0,2 0-243 0,1 0-125 0,2 1-69 0,4 0-48 16,-3 0-31-16,6 2-26 0,-2-1-47 0,4-1-36 31,0 0-21-31,3 1-12 0,1-4-9 15,2 1-20-15,1-2-9 0,0-2-5 0,1 1-4 16,-3-2-2-16,3 0 0 0,0-2 0 0,-2-1-18 16,0 1-64-16,-2-2-64 0,-1 0-105 0,-3-1-174 15,0 0-312-15,-5 1-312 0,-1 1-230 0,-1 0-131 16,-4 2 296-16,-3-1 574 0</inkml:trace>
  <inkml:trace contextRef="#ctx0" brushRef="#br0" timeOffset="30080.86">29153 3853 96 0,'7'0'610'0,"-3"0"405"0,1 1 140 16,2 2-68-16,0-3-394 0,1 2-267 0,4 2-112 16,1-2-40-16,0 1-23 0,5 0-31 0,-1 2-11 0,4-2-16 0,1 0-45 15,-1 0-40 1,0 1-23-16,1 2-15 0,-1 0-23 0,1 3-20 15,-4 2-10-15,-2 0-6 0,-2 3-4 16,-3 3-2-16,-5 1 0 0,-1 2-1 0,-3 0-3 16,-6 2 1-16,0 2-2 0,-6 1-2 0,-2 0-21 15,-4-1-52-15,-3-1-53 0,-1-1-60 16,0-1-114-16,0-5-169 0,0 1-265 0,2-4-241 0,2-5-216 16,2-2-117-16,1-3 276 0,2-3 494 0</inkml:trace>
  <inkml:trace contextRef="#ctx0" brushRef="#br0" timeOffset="31112.79">30317 4278 407 0,'-1'6'1293'16,"-2"-2"378"-16,-2 0-228 0,1 0-323 15,0 3-503-15,0-3-235 0,3 0-179 16,-2 2-82-16,3-3-39 0,0 1-22 0,3-2-17 0,0 0-15 16,2-2-3-16,1-2-2 0,4-3 1 0,1 1-4 15,0-4-2-15,3-3-2 0,-1 1-5 0,1-3-5 16,-1 1-2-16,-4 0-2 0,0 0 9 0,-1 1 9 16,-4 4 7-16,-1-1 9 0,-5 2 5 0,-3 2 3 15,1 1-4-15,-7 3-4 0,0 1-2 16,-2 4-3-1,-3-1 0-15,-1 3 0 0,1 4 0 0,-1 0-3 16,1 1-4-16,-1 0-3 0,4 1-6 0,-1 2-3 16,4-2-4-16,2 1-4 0,2 0-1 0,0-3-2 15,4 2-1-15,2-3-1 0,4 0 0 0,0-4-1 16,2-2 0-16,4 2-6 0,-1-6-9 0,2 0-18 16,0-3-26-16,2-4-51 0,-4 1-82 15,3-5-125-15,0-1-202 0,-4-2-299 0,2 1-348 16,-1-2-322-16,-3-2-117 0,1 1 402 0,-3-3 681 0</inkml:trace>
  <inkml:trace contextRef="#ctx0" brushRef="#br0" timeOffset="31879.6">30021 3145 18 0,'-1'-13'460'0,"1"2"432"0,0 4 268 0,0 0-12 16,-2-2-353-16,2 5-290 0,0-1-149 0,0 4-47 15,2 2-11-15,-1 4-13 0,3 2-13 0,-1 3-24 16,2 5-35-16,-1 3-57 0,4 2-42 0,-2 8-25 16,2 1-15-16,1 4-7 0,1 5-7 0,-2 4-5 15,4 1-7-15,0 4-10 0,-3 0-7 0,3-1-8 16,-2 2-5-16,2-1-5 0,2-2-3 0,-1-4-2 15,-1-3-1-15,2-3-3 0,1-3-1 16,2-7 2-16,-3-2-3 0,4-6 0 0,-2-1 0 16,-1-8 0-16,1-4-1 0,2-2 0 0,-1-5-1 15,-1-4-1-15,1-5 0 0,1-5 1 0,-1-1 0 0,-1-5 0 16,3-2 0-16,-2-4 2 0,2 0-1 0,0-4-1 16,-1-2-3-16,0-3-4 0,3 0-3 0,-4-2-3 15,4-1-4-15,-4-1-3 0,2 1 2 16,-3 2 2-16,0 2 3 15,-3 2 4-15,-3 4 2 0,-2 3 2 16,-3 3 4-16,0 4 0 0,-3 4 0 0,-4 1 1 0,-3 4 2 16,0 3-1-16,-4 4 0 0,-3 3 0 15,-5 2 0-15,-3 4 0 0,-4 2 1 0,-2 3-1 16,-3 4 0-16,-6 0 0 0,1 2 1 0,-5 2-1 0,0 2-1 16,-2 2 1-16,0 0-1 15,1 3-1-15,-1 0 1 0,3 0 0 0,3 1 2 0,4-3-1 0,2 0 1 16,6-5-1-16,3-1-1 0,7-2-1 15,3-6-1-15,7-2 1 0,3-3 0 0,4-3 0 16,8-4 3-16,3-6-1 0,6-1 1 0,4-5 0 16,5-1-1-16,6-4 1 0,2 1-1 0,0-1-1 0,4 3-1 15,-5 2 0-15,-2 3 0 16,-3 3 0-16,-10 3 0 0,-1 4 0 0,-6 4 2 16,-7 4 1-16,-6 4 0 0,-5 4 1 0,-7 5 0 0,-6 1 0 0,-6 6-1 15,-2 2 0-15,-6 1 1 0,-1 3 3 16,-4 0 0-1,4 0 3-15,-1-1 1 0,4 0 3 16,4-2-3-16,2-5-2 0,4-1-1 0,9-5-1 0,1-2-2 16,8-3-1-16,3-3 0 0,7-4 1 0,3-4 0 15,7-3-1-15,3-3 1 0,6-3-2 16,2-2 0-16,3 0 0 0,-1-2-2 0,2 2-1 0,-4 1-2 16,-1 0 0-16,-3 3-1 0,-2 3-9 0,-3 2-12 15,-2 1-25-15,-6 3-56 0,-5 3-72 0,-2 1-101 16,-6 3-162-16,-1 2-273 0,-1 2-316 0,-4 1-271 15,0-1-169-15,-1-1 167 0,1-1 597 16</inkml:trace>
  <inkml:trace contextRef="#ctx0" brushRef="#br0" timeOffset="32197.38">30787 2706 365 0,'8'0'764'15,"0"4"305"-15,-2 5 69 0,3 6-298 0,-1 3-274 16,0 5-150-16,0 3-52 0,5 3-20 0,-5 4-24 0,1 3-27 16,0 2-26-16,-1 2-33 0,1 4-59 15,-5 4-47-15,4 2-29 0,-3 4-24 0,-2 4-17 16,-1 3-13-16,1 2-12 0,-3 2-11 0,1 3-9 0,-1-2-4 15,0 1-3-15,-1 1-3 0,1 0 0 0,-2 1 1 16,1 1 0-16,-3 1-1 0,-1 0-3 0,-4-2-2 0,3-2-2 16,-4-1-2-16,1-3-9 0,-5-3-24 15,-1-6-63-15,-4-4-78 0,1-7-151 16,-2-4-258-16,0-4-319 0,1-5-364 0,-3-6-257 16,-2-6 9-16,1-3 625 0</inkml:trace>
  <inkml:trace contextRef="#ctx0" brushRef="#br0" timeOffset="33413.42">26739 4594 8 0,'-9'8'374'0,"1"-1"292"0,2-2 204 0,2-4 60 16,8-2-268-16,6-4-211 0,3-7-105 0,9-3-49 16,7-6-14-16,5-4-23 0,6-8-34 0,12-6-5 15,7-8 4-15,5-4-10 0,8-8-23 0,3-2-19 16,5-6-27-16,3-1-34 0,3-1-45 0,-1-2-23 15,1 3-18-15,-1 0-9 0,-5 4-8 0,-8 6-33 16,-7 2-61-16,-12 8-84 0,-8 4-146 0,-9 10-243 16,-14 2-303-16,-5 6-303 0,-7 4-200 0,-8 3 77 15,-7 2 529-15</inkml:trace>
  <inkml:trace contextRef="#ctx0" brushRef="#br0" timeOffset="33746.23">27033 3259 33 0,'3'27'378'16,"4"6"277"-16,1 2 238 0,6 7 107 0,3 7-341 15,7 7-210-15,6 4-89 0,7 2-67 16,5 4-68-16,6 2-64 0,4 3-42 0,3-3-13 0,2 3-34 0,2 0-19 16,5-5-16-16,2 0-15 0,1-4-12 0,1-2-13 15,0-2-12-15,-1-4-53 0,-1-5-106 0,-6-2-148 31,-1-2-285-31,-4-4-257 0,-3 2-230 0,-3-3-32 16,-6 1 304-16,-5-3 413 0</inkml:trace>
  <inkml:trace contextRef="#ctx0" brushRef="#br0" timeOffset="36645.69">31296 973 304 0,'2'-2'640'0,"-2"1"286"0,-4 0 124 16,1-2-235-16,-2 0-250 0,-1 0-139 0,-3-4-89 16,1 3-27-16,-4 0-22 0,2 1-11 0,0 3-13 15,-1-2-24-15,-5 1-24 0,3-2-42 0,-4 1-37 0,1 0-38 0,-3 0-25 16,2 0-14-16,-4 1-7 0,-1-1-9 16,0 1-7-16,0 1-7 0,-3 1-6 0,-1 1-3 15,0 3-7-15,0-1-1 0,1 2-3 0,-1 1-2 0,3 1 0 16,-1 1-4-16,5 0 0 0,-1 3-2 0,1-3 2 15,4 4-1-15,0 1-3 0,4-1 2 0,-1 1-1 16,3 2 0-16,3 1-1 0,-1 1 0 0,6 0 0 0,-1 2 0 0,2 2 1 16,2 2 0-16,-1-1-1 0,2 5 1 15,1-3 0-15,1 3-2 0,-2 2 1 0,3-3-1 0,-2 2 5 16,0-1 5-16,1 2-4 0,-2 0 1 0,-2-2-1 16,-1 2 0-16,0 1-5 0,0-1-5 0,-1 2 3 15,-2-1 2-15,-1 2 1 0,1-1-1 0,0 2 4 31,0-4 5-31,-2 3 4 0,4-1 2 0,1-1-1 0,0-1 0 0,0-2-2 16,1 1-5-16,1-2-2 0,4 0-2 16,-1-3 5-16,1 0 3 0,1-1 0 0,2-4 0 15,0 1 1-15,3-2 3 0,0-4-3 0,1 0-1 16,4-4 0-16,1-2 2 0,0-4 1 0,3 1 0 16,5-10-2-16,-1 1-1 0,2-5 0 0,3-1-8 0,0-4-3 15,1 0-3-15,1-3-3 0,-4 2 0 0,2-2-3 16,-1 2 2-16,-2 0-3 0,-5 0-8 0,-2 2-14 15,-1 2-20-15,-4 1-37 0,-4-1-68 0,-2 4-79 16,-4-1-147-16,-2 2-242 0,-1-1-305 0,-4 5-313 16,-1-4-210-16,0 3 32 0,-2-1 580 0</inkml:trace>
  <inkml:trace contextRef="#ctx0" brushRef="#br0" timeOffset="39561.71">31332 1621 102 0,'-1'3'317'0,"-2"-1"152"0,-2-1 122 0,2 0-123 15,-2 3-119-15,1-3-54 0,0 1-4 16,-1-1 20-16,2 1 28 0,-2-1 9 0,2 2-10 16,0-3-20-16,0 2-37 0,-1-2-46 0,3 0-46 15,-2 0-26-15,-2 0-25 0,4 0-27 0,-1 0-18 16,2-2-20-16,0 2-12 0,0-1-23 0,2-2-15 0,-1 0-8 16,4-2-6-16,-1-1 3 0,1 1 14 15,3-3 11-15,-1 0 8 0,3 1 5 0,-1-2 37 16,-1-1 13-16,2 2-17 0,-2-1-11 0,4-2-8 0,-4 1-6 15,2-1-32-15,0-1-21 0,0 2-1 0,-1-1-2 16,-1 1-1-16,-2 2 3 0,1 0 29 0,0 2 17 0,-4 0 13 16,1 1 13-16,-1 2 6 0,-2 0-4 0,1 1-23 15,0-1-13-15,-2 1-8 0,0 2-13 0,0 0-6 0,0 2-3 16,-2 1-5-16,0 2-3 0,1 1-1 16,-2 2-1-16,-1 2-2 0,3 0 1 0,-1 2 1 0,1 0-1 0,-4 2-1 15,4 1 0-15,1 0 3 0,0 0-1 0,-2 0 1 16,2 0-1-16,0 2 0 0,2-3-2 0,-2 1 0 31,0 0 0-31,1-1-2 0,-1-2 2 0,5-1 0 16,-2-2 0-16,-2-1 1 0,3 0-1 0,0-4 1 0,0 0 0 15,1-2 1-15,2-2-1 0,-1-2 0 0,1 0 1 16,1-4 1-16,0-2-1 0,3 0-1 0,-3 0-1 16,0-1 1-16,1-2-1 0,-3 0 0 0,1 3 1 15,1-3 0-15,-3 1-1 0,1-1-2 0,-2 2 2 16,0 1 0-16,-1-3 0 0,0 2 0 0,-1-1 2 15,1 3-1-15,-2-2 1 0,-1 1-1 0,0 1-1 16,0 1 1-16,0 0-1 0,0 0 0 0,-1 2 1 16,1-1 0-16,0 0 0 0,0 3 0 0,-2-2-2 15,2 2 1-15,0 2-1 0,0-2-3 0,2 2-1 16,-2 0-1-16,1 2 1 0,-1 3-2 0,4-2 3 0,-3 7 0 0,2-1 3 0,-1 2 1 16,1 2 1-16,-2 0 1 0,3 3 2 0,-1-2 1 15,0 3 0-15,0-2-1 0,2-1-1 0,1 0-1 31,-1 0-3-31,0-4-1 0,1 1 1 0,-1-3 0 16,1 2 1-16,2-4 0 0,-3 0 0 0,1-4-4 16,1 2-9-16,-1-3-38 0,1-2-54 0,0-1-50 15,-1-1-57-15,1-2-109 0,-1 1-148 0,-3-2-168 16,2 0-237-16,-4 0-228 0,3 3-161 0,-4-1 157 16,3 0 430-16</inkml:trace>
  <inkml:trace contextRef="#ctx0" brushRef="#br0" timeOffset="40630.42">31905 1731 91 0,'0'-4'387'0,"0"0"231"0,0 0 172 16,0-1-54 0,0-2-185-16,3-1-101 0,0-1-59 0,2 1-30 0,1-5-8 15,-2 0-38-15,5-4-54 0,-3 1-56 0,2 0-31 16,3-4-25-16,0 0-38 0,0 1-1 0,5-1 4 15,-2-1-2-15,2 2 2 0,-3 1-3 0,1 1 0 0,-5 2-18 16,4 0-20-16,-5 3-13 0,0 3-21 0,-2 2-16 16,-1 1-10-16,1 0-8 0,-3 3-2 0,0 1 0 0,-1 1-1 15,0 2 0-15,1 1 2 0,-3 2 7 0,0 4 7 16,0-1 2-16,0 4 4 0,0-1-3 0,-3 3-1 16,1 0-5-16,0 4-6 0,1-2-3 0,-3 3-1 15,3-1-2-15,1 2 2 0,-2-2-3 0,1 0 0 0,1-1 1 16,-3-2-3-16,1 3 1 0,2-6-2 0,2 1 1 15,1-3-2 1,-3 0 0-16,3-3 1 0,-2-2 0 16,3 1 1-16,-1-5 2 0,2 0 2 0,0-3 0 0,1-1 0 15,3-4 2-15,-1-1-2 0,2 0 0 16,-1-3-2-16,1 1 0 0,-2-2 0 0,0 2-1 0,-1-1 3 16,0 4-2-16,-3-1-1 0,1 1-1 0,-1 2 1 0,0 2-4 15,-1 1-2-15,-1 2 2 0,-2-1 0 0,1 4 1 16,-1 2-1-16,-1 0 2 0,1 3 1 0,-5 3 0 15,4-2 0-15,-1 4 0 0,1 1-1 0,-3-1 2 0,3 0-1 16,-3 1 2-16,4-1-2 0,-1-1 1 16,-1-1 0-16,2-1-1 0,-1-1 0 0,1-2 0 15,1-1-1-15,-1-3 1 0,2 1 0 0,-1-3 1 0,4-1 2 16,-1-3 0-16,3-1-1 0,-1-2 0 0,2-4-1 16,1 0 0-16,1 1-1 0,0-4-1 0,0 2 2 0,2-1-1 15,-2 1-1-15,-2-1 0 0,2 0 1 0,-2 3 0 16,0 0-1-16,0 3 0 0,0 0 0 15,-3 2-1 1,-2 3-1-16,2 0-2 0,-4 2 1 0,3 2 1 16,-3 0 0-16,1 4 2 0,-2 0-1 0,0 3 4 0,0 2-2 15,1-1 1-15,-1 3 0 0,4 1 1 0,-3 0 0 16,4 1 1-16,-2-2-2 0,0 0 0 0,2 3 1 16,0-4-2-16,0 1 2 0,-1-2-3 0,4-1 0 15,-3 1 1-15,1-4-24 0,1-1-59 0,2-4-68 16,-3 1-119-16,2-3-169 0,0-3-287 0,0 1-306 15,1-4-243-15,1 1-109 0,0-2 305 0,0 0 525 0</inkml:trace>
  <inkml:trace contextRef="#ctx0" brushRef="#br0" timeOffset="41529.99">32692 1196 345 0,'1'0'651'16,"-1"-1"276"-16,0 1 94 0,0 0-245 0,0 0-204 0,-1-1-128 16,1-1-71-16,0-1-37 0,0 3-29 0,1-1-38 0,1-1-39 15,-1 1-41-15,3-1-44 0,1-3-43 0,-1 3-38 0,3-3-6 16,0 3-6-16,0-3 0 0,1 2-2 0,0-1-3 15,3-1-6-15,-3 2-17 0,1 0-13 0,2-2-3 0,-1 2-2 16,-1 1-2-16,4-2-1 0,-2 1 1 0,-1 0 0 16,-1 0-3-16,0 1 1 0,-1 0 2 0,0 0 4 0,1-1 9 15,-4 0 6-15,2 2 5 0,-2-2 3 0,-2 3 2 16,-2-2 2-16,3 0-6 0,-2 2 1 0,0-1-1 0,-2 1 2 16,0 0 1-16,0 0-1 0,0 0-1 0,0 1-2 15,-2 3 3-15,0 0-3 0,0 1-1 0,0 0-4 0,1 5-2 16,-2-3-2-16,-1 4-4 0,3-1-4 0,-1 1-1 15,1 1-3-15,-1-2-1 0,0 2-2 0,2-2 0 0,0 4-2 32,0-3 0-32,0 2 0 0,2-1-1 0,0 0 1 0,1 1-1 15,0 1 0-15,2 2-1 0,-2-2 2 0,3 1-2 0,-1 1 1 16,0 0 0-16,1 0-1 0,0 2 0 0,2 0 0 16,-2 0 0-16,2 2 1 0,0-1 0 0,3 0 1 15,-1 3 0-15,-2-1 0 0,3-1 0 0,-3 3-1 0,0-3 0 16,0 1 0-16,1 0-1 0,1-2 1 0,-4 1 0 15,2-1 0-15,-1-2 0 0,0 1 0 0,-1-2 0 0,1-1 0 16,-2 0-1-16,-1-2 0 0,1 0 0 0,-4 0 0 16,1-1 0-16,0-1 0 0,1-1 1 0,-3 0 0 0,0 1 0 15,0-3-1-15,0 3 0 0,-2-4 0 0,1 2 0 16,1-2 0-16,-2 2 0 0,2 0 0 0,-2 3 0 16,2-1 1-16,0 0-1 0,0 1 0 0,0-1 0 0,2 1 0 15,0 0 0-15,-2 3-1 0,3-2 1 0,-3 0 0 16,1 0 0-16,1-1-1 0,0-1 0 0,1 2 1 0,-2-4-2 31,1 3 1-31,0 0 0 0,0 0 1 0,0-3-1 16,0 0 2-16,-2-2 0 0,1 3-1 0,1-4 1 0,-2 0 0 15,0-2 0-15,0 1 0 0,-2-1 0 0,1-1 0 16,-1 0 0-16,0 0 1 0,-2-1 0 0,1 1-1 16,0-2 1-16,-2 2-1 0,-2 0 1 0,1-2 0 15,-2 3-2-15,0-2 0 0,2 2 1 0,-2 0-1 0,-1-1 1 16,1 3 0-16,-2-4 1 0,-1 4-1 0,2-1 0 15,-3 2 0-15,-1-2 1 0,1 2 1 0,-2-1 0 16,1 1 0-16,-1 0 0 0,-2 1 2 0,4 0-1 0,-6-1 0 16,5 1 2-16,-2-1 0 0,2-1 1 0,-1 0-1 15,3-1 0-15,0-2 0 0,0 1 0 0,3-2-1 0,-2 1 0 16,3-3 0-16,-1 1 0 0,3-1-1 0,-2-1-1 16,4 1 0-16,-3-3-1 0,5 1 0 0,-3 1-1 0,3-2-1 15,-1 1-1-15,1-1-1 0,1 0-1 0,0 2 0 31,0 0-2-31,0-1-5 0,1 2-8 0,1-2-12 0,-1 2-17 0,3 0-35 0,2 2-63 0,-5-2-77 0,1 0-119 32,-1 2-190-32,-1-2-301 0,0 0-314 0,2 2-245 0,0 1-82 15,-2 0 385-15,-2 0 598 0</inkml:trace>
  <inkml:trace contextRef="#ctx0" brushRef="#br1" timeOffset="51693.71">12947 4030 153 0,'9'-16'396'0,"0"3"187"0,-3 0 142 16,-3 3-144-16,2 0-119 0,-1 3-24 15,-2 1-2-15,-1 2-2 0,1-1-22 0,0 2-55 16,-2 0-61-16,1 1-66 0,-1 0-41 0,0 2-2 15,2 0 12-15,-2 0 15 0,0 0-4 0,2 2-15 16,-2-1-23-16,1-1-34 0,-1 0-31 0,0 1-26 16,0-1-14-16,0 2-10 0,0-1-8 0,0 1-8 15,2 1-9-15,-2 3-6 0,0 1-2 16,1 2-3-16,-1 5-1 0,0 0-1 0,2 5 1 16,-2 3 0-16,0 2-2 0,3 5-2 0,-3 2-1 15,0 3 0-15,2 4-1 0,-1 1 1 0,1 3-2 16,-2 3 2-16,4 1 0 0,-2 3 2 0,1 0-1 15,0 2 1 1,2 0-1-16,0 2 0 0,0-4-3 16,0 0-3-16,2 0-2 0,0-5-3 0,-1-1-2 15,2-5-1-15,1-2-2 0,-1-7 1 0,0-2-1 16,3-2 0-16,-3-5 0 0,2-3 1 0,-1-2-1 16,2-2 1-16,0-2-1 0,2-4 1 15,-2 1-1-15,0-5 2 0,3-2-2 0,-1-1 2 16,1-1-1-16,0-4 1 0,2-1-1 0,2-1 0 15,0 0 0-15,0-4-1 0,3 0 0 0,0-1 0 0,2-1-2 16,1-1 0-16,1 1-4 0,0-2-12 0,0-1-15 16,-1 0-30-16,2 1-64 15,-3-1-69-15,1-1-100 0,-1 0-153 0,-2 1-232 0,1 0-313 16,0 1-234-16,-1-2-190 0,1 0 117 16,-2 1 522-16</inkml:trace>
  <inkml:trace contextRef="#ctx0" brushRef="#br1" timeOffset="51996.07">13877 4586 13 0,'-5'-1'497'16,"2"4"478"-16,-2 1 264 0,-1 5-14 0,1 4-257 15,0 2-260-15,2 4-199 0,0 2-123 0,2 7-74 16,2 0-60-16,4 6-79 0,-1 5-56 0,4-1-33 16,1 4-21-16,3 0-16 0,2-5-13 15,2 1-11-15,2-7-11 0,4-4-4 0,1-6-1 16,2-6-2-16,1-7 1 0,3-7 0 0,1-10 0 15,-2-4-1-15,0-9-2 0,1-6 0 0,-4-5-1 16,0-6-1-16,-5-1-1 0,-5-4 0 0,-4 2 0 16,-4 3 1-16,-6 1-1 0,-5 3 1 0,-8 3 1 15,-6 4 0-15,-3 1 0 0,-8 5-1 0,-1 1-1 16,-2 7 0-16,-1 1-1 0,-3 5-2 16,1 5 1-16,2 3-2 0,3 5 0 0,3 3-7 15,5 4-14-15,1 3-39 0,7 1-75 0,0 4-84 16,6-2-156-16,3 3-263 0,2 0-325 0,6-1-326 15,2-1-191-15,3-1 73 0,3 0 599 0</inkml:trace>
  <inkml:trace contextRef="#ctx0" brushRef="#br1" timeOffset="52595.37">14293 4585 434 0,'5'-10'1009'0,"-4"-1"376"15,-1 2 31-15,0 3-289 0,0 2-407 0,0 1-246 0,0 1-136 16,0 4-106-16,0 1-85 0,2 5-53 0,-1 2-32 16,1 3-18-16,4 3-9 0,-3 3-3 15,2 5-6-15,0 1-7 0,1 1-4 0,-1 2-6 0,4-1-2 16,-2 2-1-16,1-2-3 0,0-2 0 16,2-2-2-16,0-2-1 0,-2-5-1 0,4-1-1 0,-4-3 2 15,2-7-1 1,1-5 2-16,-2-5 1 0,0-6 1 0,0-5-1 0,0-3-2 0,-1-8 0 15,2 1-2-15,-1-4 1 0,-1 1-1 0,0-2-1 16,0 3 3-16,-2-1 1 0,1 5 1 0,-3 2-1 31,1 3 0-31,0 3 0 0,1 4-2 0,-3 2-1 16,4 3-1-16,-3 1 1 0,1 4-1 0,2 4 2 16,0 4 0-16,0 1 1 0,-1 3 1 0,2 4 0 15,1 3 1-15,1 0-1 0,0 3 0 16,2-1 0-16,1 1-1 0,1-2-1 0,0-2 0 0,3-2-1 15,1-3-1-15,1-3 0 0,0-4-5 0,3-4-7 16,0-2-5-16,2-6-4 0,0-4-7 16,1-3-5-16,0-1-1 0,2-6 2 0,-2 2 1 15,-1-4 3-15,0 2 6 0,-4-3 5 0,1 2 5 0,-5 0 4 0,-1 2 5 16,-3-1 3-16,-3 3 1 16,-4 2 6-16,-1 0 1 0,-4 2 8 0,-1 1 11 15,-5 2 12-15,-1 5 6 0,-2 1 5 0,-4 6 4 31,0 3-1-31,-1 6-2 0,-3 6-4 0,0 3-1 16,1 4-6-16,0 4-2 0,3 2-5 0,0 5-7 16,4 2-5-16,3 1-6 0,1 6-2 0,0 0-3 15,5-1-3-15,0 2-1 0,7-5-3 16,-1-2-6-16,6-7-16 0,1-5-27 0,3-4-79 16,1-7-101-16,5-2-181 0,2-7-290 0,0-2-342 15,6-4-401-15,3-4-192 0,2-3 240 0,4-2 721 16</inkml:trace>
  <inkml:trace contextRef="#ctx0" brushRef="#br1" timeOffset="53261.24">15426 4956 203 0,'-3'9'831'0,"0"3"454"0,0-3 95 16,-5 3-130-16,7-5-441 0,-3 1-303 0,3-4-155 15,-1 1-97 1,2-4-78-16,0-4-73 0,2-3-46 0,3-4-25 16,2-5-14-16,1-8-11 0,3-4-3 0,3-3-1 0,2-6-3 0,1-1-3 15,0-4-1-15,1 3 2 0,0-2 2 0,-2 7 0 16,-2 0 0-16,-2 6 1 0,-2 6 12 0,-3 4 10 31,-3 6 7-31,2 3 4 0,-3 4 2 0,-3 4 1 16,0 7-9-16,0 7-9 0,-3 4-3 0,2 4-1 15,-1 5-1-15,-1 1 1 0,6 4-2 16,-1 1-1-16,1 1-3 0,0-3-4 0,3-1-1 16,3-3-2-16,-3-2-2 0,6-5 1 0,0-3 0 15,0-6 1-15,2-7 1 0,3-5 0 0,0-7 1 16,3-9-1-16,-1-6-1 0,3-4-1 0,0-6-1 15,3-3 0-15,-2-1-1 0,4-1 1 0,-2-1 1 0,3 5-1 16,-4 2 1-16,1 5-1 0,-5 4 0 0,-2 6-1 16,-2 5 0-16,0 5 1 0,-5 7 4 0,3 4 5 15,-4 7 7-15,-1 5 4 0,1 3 5 16,-2 8 2-16,-2 2-3 0,0 2-3 16,0 4-6-16,-1 2-6 0,2-2-4 0,-1-1-5 15,2-4-3-15,4-3-13 16,-2-6-20-16,4-5-49 0,-1-3-76 0,-2-8-123 0,3-4-207 0,-1-6-301 31,1-4-348-31,-1-8-321 0,2-5-125 0,-2-6 412 16,0-7 674-16</inkml:trace>
  <inkml:trace contextRef="#ctx0" brushRef="#br1" timeOffset="53478.03">16565 3848 46 0,'11'-50'581'15,"0"9"482"-15,-3 10 219 0,-2 9 25 16,-3 12-309-16,1 8-320 0,-3 13-198 15,-1 7-108-15,0 9-70 0,0 7-88 0,-1 9-66 16,-3 6-38-16,3 5-22 0,-3 6-16 0,1 5-16 16,0 5-12-16,1 3-13 0,-1 4-8 0,2 1-7 15,1 3-5-15,1 0-4 16,1 0-2-16,1 1-2 0,3-5-7 0,-1-2-13 0,3-5-20 0,1-8-31 16,0-6-72-16,-1-11-76 0,-2-6-127 15,1-10-184-15,0-4-306 0,-4-7-328 0,2-6-221 0,-5-8-113 16,-2-7 373-16,-1-4 593 0</inkml:trace>
  <inkml:trace contextRef="#ctx0" brushRef="#br1" timeOffset="53701.61">16378 4448 118 0,'-6'-13'746'0,"-2"6"590"0,2-1 173 0,-1 4-205 0,4 1-434 16,1 0-360-16,1 0-167 15,2 1-121-15,3 2-79 0,2-1-47 16,5 1-26-16,3 0-14 0,2-1-17 0,5-3-9 16,1 0-11-16,4-1-8 0,1 1-2 0,-1-3-4 15,6 1-3-15,-1 0-15 0,4 2-55 0,-2-2-74 16,-1 5-127-16,-1-1-226 0,1 4-310 0,-2-1-353 16,-2 5-290-16,1-2-96 0,-4 5 476 15,-1-3 656-15</inkml:trace>
  <inkml:trace contextRef="#ctx0" brushRef="#br1" timeOffset="54060.51">17018 4409 95 0,'-6'4'783'0,"0"1"726"15,-4 2 100-15,-2 3-271 0,1 1-432 0,-1 0-354 16,2 0-199-16,0 1-143 0,4 0-72 0,1 0-45 16,3 0-32-16,2-1-22 0,5-2-16 0,3 0-9 0,3-3-7 0,3-2-3 15,4-2-1-15,2-2-1 16,4-2-1-16,1 0 0 0,4-3-1 15,-1 0 0-15,-1 1-1 0,3-1-2 0,-3 3 1 0,0-1 0 16,-3 6-1-16,-4-1 2 0,-4 4 1 16,-2 3 1-16,-4 5 2 0,-6 1 2 0,-4 4 11 15,-3 6 14-15,-3 1 14 16,-5 5 17-16,-2 4 12 0,0 3 8 0,-2 2-1 16,-1 2-12-16,-1 2-68 0,1 0 0 0,1-3 0 0,4 0 0 0,1-4 0 15,5-4 0-15,1-3 0 0,6-6 0 0,5-3 0 16,3-4 0-16,5-5 0 0,3-4 0 0,3-3 0 31,3-5 0-31,3-1 0 0,1-3 0 0,2-1 0 16,0-1-69-16,-1-2-92 0,-1 1-81 15,1 0-144-15,-1-1-202 0,-1 2-308 0,3 1-364 16,-3 0-260-16,-3 3-49 0,-4-2 535 0,-4 3 595 16</inkml:trace>
  <inkml:trace contextRef="#ctx0" brushRef="#br1" timeOffset="54994.73">12541 6039 63 0,'12'-11'441'16,"-4"5"275"-16,2 0 158 0,1 0 21 0,0 0-335 15,3 0-181-15,5 0-66 0,-2 0-13 16,3 2-3-16,0 0-9 0,2-2-10 0,2 2-1 16,3 1 5-16,3 2-18 0,5-2-12 0,4 6-17 15,5-2-37-15,8 2-43 0,9 1-39 0,7 3-22 16,9-1-22-16,10-2-8 0,10 2-7 16,10-3-5-16,7-1-3 0,9-1-4 0,8-1-3 0,9-1-10 15,10-4-8-15,10 2-3 16,7-3-7-16,6 0-6 0,5 2 3 0,7-2 9 0,3 0 11 15,8-2 3-15,7-2 6 0,-1-1 6 0,2-2 3 16,0-2-5-16,-2 0-5 0,-1 0 3 0,-2-2 1 31,-6 2-8-31,-6 0-35 0,-4 2 0 0,-3 2 0 16,-5 2 0-16,-6 3 0 0,-6 3 0 0,-7 1 0 16,-6 4 0-16,-8 2 0 0,-12 4 0 0,-7 1 0 15,-10 2 0-15,-9 1 0 0,-7 1 0 0,-9-2 0 16,-9 0 0-16,-9 0 0 0,-12 0 0 15,-7-3 0-15,-9 0 0 0,-8-2 0 0,-8 0 0 0,-5-3 0 16,-7 0 0-16,-6-1 0 0,-3-1 0 16,-6-2 0-16,-3-1 0 0,-4-1 0 0,-1 0 0 15,-4-3 0-15,0 0 0 16,0 0 0-16,1-1 0 0,-2-1 0 0,3-1 0 16,1 0 0-16,0 0 0 0,3 2 0 0,4-4 0 0,1 2 0 0,2 1 0 15,0-3 0-15,0 0-98 0,4 2-285 0,-3 0-278 16,1 3-355-16,-1 0-435 0,-1 0-408 0,-4 2 106 31,-3 3 959-31</inkml:trace>
  <inkml:trace contextRef="#ctx0" brushRef="#br1" timeOffset="63042.93">11511 12214 91 0,'2'0'391'0,"-2"0"228"0,0-2 162 16,2-1-77-16,-1 3-243 0,-1 0-141 0,0 0-69 0,3 3-19 15,-1-3-3-15,0 2 8 16,1-2-5-16,0 2-17 0,3-2-19 0,0 0-26 15,-1 3-27-15,2-2-27 0,-1-1-18 16,3 2-20-16,-1-2-10 0,2 1-12 0,2-1-11 0,0 0-5 16,0 2 1-16,2 0 24 15,-1-2 4-15,4 0 0 0,-4 0 0 0,4 1 2 16,1-1 33-16,-1 0 0 0,2 0 1 0,-1 0-3 16,2 0-2-16,-2 0 9 0,1 0-28 0,1 0-17 15,-2 0-13-15,0 0-3 0,0-1-7 16,1 1-17-16,0 0-11 0,-2 0-9 0,2-2 1 15,-1 0-3-15,1 2 0 0,-1-1 0 0,0-1 1 16,1 2 0-16,-2-1-2 0,2-2 0 16,0 3 0-16,-1-2 0 0,0 0 1 0,0-1-1 15,1 1 1-15,-3 1-3 0,4-3 2 16,-1 1 2-16,-1 1-2 0,1 0 2 0,-2-2 0 0,4 0 1 16,-1 1-2-16,-1-1-3 0,3 1 0 15,-1-2 2-15,-2 1 0 0,3 0 0 0,2 0 2 16,-2 0 1-16,0 0-1 0,2-3-3 15,-1 3 0-15,1 0 1 0,-2 0-1 0,2-1 0 16,0 1 1-16,-1 1 1 0,-2 0 0 16,1-1-2-16,0 1 0 0,-1 0 1 0,1 0-1 15,0-2 1-15,2 2-1 0,-4 0 2 16,2-1 0-16,0-1-1 0,-2 1 1 0,0 0 0 16,2-3 0-16,-1-1-2 0,-1 2-1 0,1-3 0 15,-2 2 3-15,3-2-3 0,0 0 0 0,0-1 2 16,-3-1 1-16,3 1 0 0,0-5-1 0,-1 5 2 15,1-1 1-15,-1-3 0 0,-1 1-4 16,-1 1 1-16,2-3-1 0,0 1 0 0,-3-1 2 16,0 1-1-16,-1-3 2 0,2 2 0 0,-3-2 1 15,3 2-3-15,-2-1 0 0,1-3-1 0,-1 3 0 16,0-2 0-16,1 1 0 0,-1-4 2 0,0 2-4 16,1-1 2-16,-1 0 0 15,1-1 2-15,1 0-2 0,0-1 0 0,-3 1 1 16,2-2-1-16,-1 1 0 0,0 2-1 15,-1 0 1-15,-1 1 1 0,1-1 0 0,-2 2-1 0,1-1 0 16,0-1 2-16,-2 2 0 16,1-1-2-16,1 0 2 0,-1-3 0 0,-2 3 0 15,4-3 0-15,-3 0-3 0,0-1 1 16,-1 0-1-16,1-1-1 0,1-1 3 0,-3 0 0 16,0-2 1-16,2 0 1 0,-2 0 0 0,-1-1-1 15,0 0-2-15,0 1 0 0,0-3-1 0,-1 4 0 16,-1 1-1-16,0-3 2 0,-2 3 2 0,3-2-1 15,-2 2 0-15,-1 0 0 0,2 0-2 16,0-1 1-16,-2 1 0 0,2-1 0 0,0-1 0 0,0 0 1 16,0 0 1-16,0 0 0 15,-2 0 0-15,3 0-2 0,0-1 1 0,-3 0-1 16,2-3 0-16,1 1-1 0,1 2-1 0,-1-2 1 16,1 1 1-16,-4 1-2 0,2-1 3 0,2 2-3 15,-3 2 1-15,1 0 1 0,0 0 0 16,-1 0-1-16,0 1 0 0,-2 0 1 0,1 1-1 15,-1-1 0-15,0 2 0 0,0-3 2 0,2 3-1 0,-2-1 0 16,2-1 0-16,-1 2 0 16,-1-1 0-16,2 1 0 0,2 0 0 0,-5 1 2 0,4-2-2 15,0 2 0-15,-2 0 1 16,2 2-2-16,-1-1-1 0,-1 2 2 0,3-1 1 16,-2 1 0-16,-1 0-1 0,2 1 2 15,0 1-1-15,-2-1-1 0,2 3 0 0,-1-2-1 0,0 0 0 16,1 2-1-16,-3-2 0 0,2 3 2 15,-1-3 0-15,3 1-1 0,-1 0 1 0,0-1-1 0,1 1-1 16,-1-2-1-16,2 0-1 0,0 3 0 16,0-1 2-16,0 0-1 0,0 0 2 0,0 1 1 15,-2 1-2-15,0 1 1 0,2 2 0 0,-6 0 1 16,3 3 0-16,-4 0 0 0,2 1 0 0,-2 2 0 16,0 1-1-16,0 2 0 0,0-1-3 15,-1 0 4-15,-1 1 0 16,1 1 0-16,1 0 3 0,-1 0-3 0,-1 1 2 15,1 1-2-15,0 0-1 0,-1-1-1 0,3 0 0 0,-3 1-1 0,1 1 1 16,-1-2 1-16,1 3 1 0,2-2 0 0,-1 3 0 31,1-3 0-31,-1 2 1 0,0 1-1 0,2 1-1 16,-2-2 1-16,0 4 2 0,2-3 2 0,-4 3 0 16,2 0 0-16,-1 0 1 0,1 2 5 15,-1-1 1-15,0 0 3 0,-2 0-2 0,1 0 3 0,-1 0-1 16,0 1-3-16,2 0-4 15,-2 0-4-15,1-1 0 0,-1 3-1 0,0-1-2 0,2 0 0 16,-2 0 0-16,2 0 2 0,-1 1-2 16,-1 2 1-16,2-2 0 0,-1 3 1 0,1-1 3 15,-2-1 4-15,4 1 2 0,-4 3 0 16,0-3 2-16,0 3 0 0,0-3-3 0,0 5-3 16,0-2 0-16,-1-3-1 0,-2 4 0 0,1 0 0 0,2-1 0 15,-1-1 0-15,-1 2-2 16,1-1-1-16,1-1-1 0,-2 2 0 0,2-3 0 0,0 1 1 15,0 1-2-15,0-2 0 16,0 0 0-16,0-1-1 0,0-1-1 0,0 0 0 0,2 1 1 16,-2-2 1-16,1 0 0 15,-1 0 0-15,0 0 1 0,2-1 2 0,-2 2-2 16,1-2-1-16,-1 1 1 0,0 1-1 16,0-1 1-16,0 0-1 0,0-1-1 0,0 4 1 0,0-3 0 15,0 1 1-15,0 1-2 0,0-2 0 16,0 1 0-16,0 1 0 0,2-2 1 0,-2 1-1 15,0 0-1-15,4-1 2 0,-4 2-1 16,3 2 0-16,-1-5 0 0,0 3 0 0,-1 0 1 0,3-1 0 16,-3 2-1-16,2 0 0 0,1-2 0 0,-1 0 1 15,0 4-1-15,1-4 0 0,0 0 1 16,0 2-1-16,0-2 0 0,0 2 0 16,-2-1 0-16,4-1-1 0,-2 2 1 0,2-1 0 15,-2-1 0-15,1 1 0 0,0 1 0 0,2-3 0 0,-3 3 0 16,2-2 0-16,2-1 0 15,-3 2 0-15,3-1 0 0,0 1-1 0,-2 1-1 0,2-3 1 16,0 1 1-16,1 0-1 0,-2 1 2 16,1-2 1-16,0 1 0 0,1-1-1 0,-1 1 1 15,-2 2-1-15,2-2-1 0,2 1 0 16,-2-1 1-16,-2 0 0 0,2 1 0 16,1 0 2-16,-1 1-2 0,2-2 0 0,-4 2 1 15,3-2-1-15,-1 2-1 0,1-1 0 0,-2 0 1 16,1-1 0-16,0 2-2 0,-1-2 1 15,2 1-1-15,-1 0 0 0,-2 1 1 0,2-3-1 16,1 3 1-16,-1-2 0 0,0-1 0 0,0 2 0 0,2-1 0 16,-2 1-1-16,0 0 1 15,0 0 1-15,2 0-1 0,-2 1 2 0,2-2-1 0,-1 2 2 16,1 0-2-16,0-1 0 16,-1-1 2-16,0 2-1 0,-1-2-2 0,2 2 0 0,-1-2 0 15,-1 0 0-15,0 0-1 16,3 1-1-16,-3-2 2 0,0 0 0 0,0 2-2 0,1-2 1 15,-1-1 1-15,0 1-1 0,1 0-1 16,-1-2 3-16,2 0 1 0,-2 1-1 0,1-2 0 16,-1 1 1-16,0-1-1 0,0 0-1 0,1 1-1 0,-1 0 1 15,1-1 0-15,0 0-1 16,-1 1 1-16,0-1 1 0,0 0-1 16,-1 0 2-16,3 0 0 0,-2 1-1 0,0-2 0 15,1 1-1-15,-1 0 0 0,0 2 1 0,3-2 8 16,-1-1 4-16,-4 3 3 0,5 1 1 0,-2-1 0 15,3 1 1-15,-3 0-8 0,2 0-4 0,2-1-2 16,-1 2-1-16,-1-1 0 0,2 1-2 0,0-1 3 16,0 0-1-16,0-1 1 0,0 2 0 0,1-2-1 15,1 1 1-15,-1-3-2 0,0 1 0 16,1 0-1-16,0 0 0 0,0-2-1 0,0 2 1 0,1-1-1 16,0 0 1-16,-2-2 1 0,4 0-1 15,-6 0 0-15,6 0 0 0,-6-1 1 0,6 1-1 16,-4-1-1-16,3 1 3 0,-1 0 5 0,1-1 3 15,-2 2 3-15,4-1-1 0,-2 0 2 0,-1 1-2 16,1-1-5-16,1 1-3 0,-1 1-1 0,-1-1-1 16,1-1-1-16,2-1-1 0,-3 2 1 0,1-4-2 31,-1 2 0-31,1 0 1 0,0-1 0 16,0-1 0-16,-3 0-1 0,3 1 0 0,-1-2 1 15,-2 1-1-15,1 1-1 0,0-1 0 0,-2 0 1 16,1 2 0-16,-1-1-1 0,0 1 2 0,-1-2 5 15,1 2 3-15,-1-1 3 0,1 3 1 0,-1-2 1 16,0 2 0-16,-1-2-4 0,3 1-3 0,-1-1-2 16,1 2-2-16,-3-2 0 0,2 0-1 0,1 0 1 15,-1 0 0-15,1 0-1 0,-3-2 0 0,2 2 0 16,-1-2-2-16,0 0 1 16,-2 0-1-16,-2-1 0 0,-1-2 0 0,-1 2 1 0,-3-2 0 15,1-1-1-15,-2-1 1 16,-2 1-1-16,0-4 1 0,0 1-1 0,0 1 0 0,-2 0-1 15,0 0 0-15,0-1-3 16,-1 2-9-16,2-1-14 0,-3 2-24 0,1-1-57 0,-2 1-80 16,-3 0-143-16,2 1-218 0,0 1-304 15,0 0-356-15,-3 2-292 0,0 0-71 16,1 0 530-16,0 1 627 0</inkml:trace>
  <inkml:trace contextRef="#ctx0" brushRef="#br2" timeOffset="69563.38">11314 12195 154 0,'-6'-4'297'0,"-1"3"123"0,2 0 13 0,-1-1-101 31,0 1-82-31,1-2-42 0,0 1-20 0,1 1-13 16,0-1-8-16,1 1-1 0,0-3 7 0,0 4 25 16,0-1 26-16,1 0 15 0,-1 1 13 15,3-2 2-15,-3 2-6 0,3 0-14 0,0 0-23 16,-2 0-22-16,2 0-29 0,0 0-27 0,0 0-32 15,2 0-30-15,-2 0-21 0,0 0-19 0,3 0-13 16,-3 0 10-16,3 0 10 0,3-1 6 0,-3 1-1 16,1 0 4-16,1 0 37 0,1-2 28 0,-1 2 9 15,2 0 3-15,1 0 1 0,0 0-3 0,0 0-4 16,3 0-20-16,-3 2-13 0,2-2-7 16,-1 1-5-16,1-1-4 0,-1 2-27 0,-1-2-18 15,3 0-10-15,-3 1-6 0,3-1-3 0,-2 1-2 16,3-1 9-16,-3 0 5 0,2 2 6 0,0-2 0 15,-1 2 1-15,2-1 0 0,1 1-10 0,-2-1-3 16,2 1-5 0,-2-1-1-16,3 2-2 0,-1 0 0 0,2-2 0 0,-2 3-2 0,1-2 1 0,-1 0 0 31,0 1 0-31,1-2 0 0,-1 3-1 0,1-3 1 16,-3 0-2-16,3 2 2 0,0-1 1 0,-2-2 0 15,2 0-1-15,-1 2 3 0,0-2-1 0,0 0-2 16,1-2-1-16,-1 2 1 0,3 0-1 0,-3 0-1 15,-1-2 1-15,2-1 0 0,-1 3 0 16,1-1 1-16,-3 0 1 0,2 0 1 0,0 1-2 16,0 0 0-16,-3-3-2 0,1 3 1 0,-1-1 0 15,2 1-1-15,-2 0 0 0,1-1 3 0,0 1 0 16,0-2-1-16,2 0-2 0,-4 2 1 0,4-1 2 16,0 0-3-16,-2-1 4 0,2 0 3 15,1 2 2-15,-1-1 1 0,0 1 1 0,0-1 0 0,1 1 0 0,-1 0-3 16,-2 0-1-16,3 0-2 0,-2 0 0 15,1 0-3-15,-3 1-1 0,1-1-1 0,0 0 0 32,0 0 0-32,-1 1 0 0,-1-1-1 0,1 0 1 15,0 0 2-15,-1 0-2 0,-1 0 0 0,1 2 1 16,-1-2 0-16,3 0 0 0,-3 0 0 0,2 0 0 16,0 0 1-16,0 0-1 0,0 0 1 0,0 2-2 15,2-2 0-15,-1 0 3 0,1 0-2 0,1 0 0 16,0 0 0-16,-1 0 0 0,1 0-2 0,1 0 0 15,-1 0 0-15,1 0 0 0,1 0 1 0,-2 0 0 16,0-2 1-16,3 2-1 0,-5-2 1 0,2 2 0 16,1 0 0-16,-1-1-1 0,-1 1 3 0,1 0-2 15,-2-1-1-15,2 1 1 0,0-2 1 0,-3 1-2 16,3-1 0-16,-2 1 0 0,0-1-1 16,2 2 1-16,-1-1-1 0,0-1 0 0,-1 1 0 15,1-1-1-15,1 0 1 0,-1 0-1 0,1 0 2 16,-2-1 1-16,3 1-1 0,-2-2 1 0,0 0 2 15,1 0-2-15,-2 0 1 0,3-3 0 0,-3 3 0 16,3 0 0 0,-2-1 0-16,0-1-1 0,-1 2 0 0,0-2 0 15,-1 0 0-15,1 0 1 0,-2-1 0 16,-1-1 0-16,2 1 0 0,-1-2 0 16,-2-2-2-16,1 2 0 0,-1-3 1 0,0 1 1 15,-1-1-1-15,1-1 0 0,-3-1 1 0,4 1-2 16,-3-2 1-16,1 2-1 0,-1-2 0 0,3 0 0 15,-1-2 0-15,-2 2 0 0,0-1 0 0,2-2 0 0,-1 1 1 16,1-2-2-16,-2 1 1 0,0 0 2 16,2-1-1-16,-3 0-1 0,4 0 0 0,-2 1 1 15,-1-2-1-15,0 1-1 0,1 1 1 0,0-2 1 16,-1 2 0-16,-2 0 0 0,2 1 0 16,-2 0 1-16,2 0-1 0,-2 0-1 0,2 1 0 0,-2 1-1 15,0 0 1-15,0 1-1 0,2-1 0 16,-2 2 0-16,1 0 2 0,-1-2-1 0,0 3 1 15,3-1-1-15,-3-1 0 0,2 2 0 0,-2-2-3 16,2 2 2-16,-2-1 0 0,2 0 1 16,-2 0 0-16,3-1 1 0,-1 0 2 0,-2 0-2 0,2-2 0 15,-2 1 1-15,-1-2-1 0,1 1 1 16,0 0-1 0,2-3 1-16,-4 1-2 0,2 1 0 0,-1 0 2 15,0 1-1-15,-1-1-1 0,-1 0 1 16,4 1 0-16,-4 1 1 0,1 0-4 0,2 0 0 15,-1 1 1-15,-2 1 0 0,3 1 0 0,0-1-1 16,-1 3 1-16,2-2 0 0,-1 1 1 0,-1 0-1 16,1-1 0-16,2 0 0 0,-2-3-2 0,2 3 2 15,0-2-1-15,3-1 1 0,-2 0 1 0,0-2-1 16,1 3 0-16,-1-3 1 0,3 1 0 0,-1 1 0 16,1-2 1-16,0 2 0 0,0 0 2 0,-1 0-3 15,0 2 0-15,1-2 1 0,-1 1-1 16,1-1 2-16,0 2-1 0,-1-2 1 0,1 2 0 15,-1-3-1-15,3 1 2 0,-3 0-1 0,3-1 0 16,-1-2-1 0,1 3 1-16,-2-2 1 0,4-1-3 0,-2 1 0 0,3 1-1 0,-3-2 0 0,2 2-1 15,-1-2 0-15,1 1 0 0,0 0 0 0,0 1 1 32,-1 1 0-32,2-2-1 0,-1 1 0 0,1 1 1 15,-1 0 0-15,1 1-2 0,-1-3 2 0,0 3-2 16,1 1 0-16,-1-1 0 0,0 1 1 0,-1 1 0 15,-1 0 1-15,1 0 1 0,1 2 1 16,-1 2-1-16,-2-1 0 0,0 1 1 0,1 1-2 16,-2 1 1-16,2-1 0 0,0 2 0 0,0-1 1 15,-1 4-1-15,1-4 1 0,-2 3 0 0,3 0 0 16,0 0 1-16,-1 0 0 0,3 0 1 0,-2-1 0 16,2 1 0-16,2 0 1 0,-4 0-1 0,6 1 0 15,-6-1 4-15,4 3 4 0,-2 0 3 0,2 2 2 16,-1-1 1-16,0 2 0 0,0 2-5 15,0-2-4-15,0 1-4 0,0 2-2 0,-2-2 0 16,2 2 0 0,0 1 0-16,1 0 1 0,-4 1 6 0,1-2 4 15,1 1 1-15,-2 1 4 0,1-1 3 16,-1 2 0-16,0-1-3 0,-1 0 1 0,-1 3 0 16,1 0 0-16,0-1-2 0,-3 1-2 0,3 1 0 15,-2 0-6-15,-1 1-3 0,0 0-1 0,2 0-2 16,-4-1-1-16,0 1 0 0,-1 0 1 15,0 0-2-15,1 2 0 0,-3-2 0 0,0 1 0 16,1-1-1-16,-1 0 0 0,-2 2 0 0,1 0 1 16,-2-1-1-16,2 3 1 0,-1-3-1 0,-1 4 7 15,0-2 2-15,0 2 2 0,0-2 0 0,2 1 0 16,-2-1 1-16,1-1-6 0,1 1-2 0,0 1-3 16,2-1 0-16,-1 1-1 0,2-2 0 0,0 0 0 15,0 3-1-15,1-5 2 0,2 3-1 0,0-1 1 16,0 1 0-16,0-1 0 0,2 0-1 0,-1 0 0 15,0 0 1-15,2 2-1 0,-1-2 0 0,-1 0 1 16,3 1-1 0,-2-1 0-16,-2 2 1 0,5 0 0 0,-5-1 1 0,1 1-2 0,-1-1 2 15,1 3 0-15,1-2-1 0,-2-1 1 0,0 2-1 16,0 0 0-16,-2 1 1 0,2 0-2 0,-3-2 1 31,2 2 0-31,0-2 0 0,-1 2-1 0,-1-1 1 16,0 1 0-16,1-1-1 0,-1 2 1 0,1-1 0 15,-1 1-1-15,1 0 1 0,0 0-1 0,2-1 0 16,-3 2-1-16,2 0 0 0,-1-2 0 0,3 0 1 16,-2 1 1-16,1-2-1 0,-2 2 1 0,3-3 1 15,-1 1 0-15,2 2 0 0,-1-2-1 16,-1 0 1-16,2-1 0 0,-1 0-1 0,2 0 0 16,-3 0 0-16,3 0 0 0,-2-1 0 0,1 0-1 15,-2 1 2-15,3-3 0 0,-1 1-1 0,-1 0 1 16,2 2-1-16,-1-3 0 0,-1 0 0 0,4 1-1 15,-4 0 1-15,2-1-1 0,0 1 0 16,0-2 0 0,-1 1-1-16,2-2 1 0,-2 3 0 0,1-3 1 15,0 1-2-15,-1-3 1 0,-1 3 0 0,2-3 0 16,-3 0-1-16,3 1 1 0,-1-2-1 16,-1 1 0-16,2-2 1 0,2 0 0 0,-2-1-1 0,0 1 0 15,3-2 1-15,-2 1 0 0,3-1-1 16,0 0 1-16,-2-1-1 0,2-2 1 0,0 2-1 15,2-1 1-15,1-1-1 0,-2 0 0 0,2-2-1 16,-1 2 0-16,2-2 1 0,0 2 0 0,-1-3 0 16,2 2 1-16,-1 0 1 0,0-2 0 0,1 0 1 15,-2 1-1-15,2-1 1 0,2 0 0 16,-2 0 1-16,0 0-1 0,2 0-1 0,-3 0 0 16,3 0 1-16,-1 0-1 0,0 2 0 0,1-2 0 15,0 1 1-15,0-1-2 0,0 3 0 16,0-1 1-16,3-1 0 0,-1 2-1 0,-2 0 0 0,2 0 1 15,1-1-1-15,-1 0 0 0,1 1 0 16,-1-1 0-16,1-1 0 16,1 2-1-16,-1-1 1 0,2 0 0 0,-3 1 0 0,3 0 0 0,-1 0 0 15,-1 1 2 1,2 1 0-16,0 0 0 0,2 0-1 16,-4 1 1-16,2 2 0 0,2-2-1 0,-1 0-1 15,0 1 1-15,-1-1-1 0,3 0 1 0,-1 0-2 16,-1 1 1-16,0-3 1 0,2-1-1 0,-1 0 0 15,-1 0 1-15,-2-2 0 0,1 2-1 0,-2-3 0 16,0 2 0-16,0-2 1 0,-2 1-1 0,-1-1 0 16,0 1 1-16,0-1 0 0,-3 2-1 15,2 0 1-15,-4 1-1 0,2-2 0 0,1 2 0 0,-2 0 0 16,-1 1 2-16,1 0-2 0,2 0 2 16,-1 0 0-16,0 1-1 0,0-1 1 0,0 0 0 0,0-4 0 15,0 4-1 1,0-1 0-16,0-3-1 0,0 2 1 0,-1-2-1 0,-3-2 0 0,1 1 0 15,-2-1 0-15,-1-2 0 0,-3 4 0 0,-1-2-2 16,-4-3-6-16,-5 3-10 0,-2-3-18 0,-4 2-23 16,-4-3-47-16,-2 0-83 0,-6-1-132 0,2-1-224 31,-2 0-296-31,-2-4-359 0,2-6-340 0,-3 0-76 16,5-2 511-16,-1-4 687 0</inkml:trace>
  <inkml:trace contextRef="#ctx0" brushRef="#br2" timeOffset="72675.41">18729 10049 72 0,'8'-10'358'0,"0"1"256"15,-2 0 264-15,-2 1 29 16,-1 1-150-16,-2 0-125 0,-1 1-23 0,0-2-18 16,-3 1-80-16,2-1-97 0,-4 0-73 0,-2-3-58 15,-3 0-77-15,-2 1-63 0,-2-1-36 16,-3 1-21-16,-5-2-14 0,-2 2-9 0,-2-1-10 15,-4 2-9-15,0 1-7 0,0 4-6 0,-1 2-7 16,-4 2-5-16,2 3-5 0,1 4-3 0,2 4-7 16,-1 4-1-16,2 5-1 0,4 3 0 0,-2 7 1 15,3 7 0-15,4 5 2 0,2 4-1 16,3 4-3-16,3 4 0 0,4 1-3 0,4 2-1 16,7-1-2-16,1-1-1 0,5-2 2 0,3-1 1 0,6-5 1 15,-2-2 2-15,6-5 2 0,0-3 0 16,1-1 0-16,1-9 0 0,3-2-2 0,0-1 1 0,0-8-1 15,0-2 0-15,-1-4 1 0,-2-4 0 16,-3-3 0-16,-1-3 0 0,-4 0 1 0,0-9 0 0,-3 0 0 16,-3-3-1-16,-1-1 1 0,-3-4-1 0,-3 2 1 31,-3-3 0-31,-1 0 0 0,-4 2 1 0,-3-3-1 16,-3 2 1-16,-2-1-1 0,-1 1 0 15,-2-1 0-15,0 3-1 0,0 2-1 0,-1 2 0 16,4 2-1-16,1 5-1 0,-1-1-1 0,4 5 0 15,-1 0-1-15,2 3-1 0,5 3 0 16,0 0 1-16,3 4-4 0,2 0-8 0,2 0-16 0,4 1-23 16,2 0-61-16,1-1-81 0,4-3-123 15,1 2-202-15,5-3-301 0,2 0-350 16,4-3-267-16,2 0-92 0,-2-2 402 0,3 1 642 16</inkml:trace>
  <inkml:trace contextRef="#ctx0" brushRef="#br2" timeOffset="73010.83">19034 10536 285 0,'-1'-4'919'0,"-6"4"592"0,-3 2 25 16,-3 2-326-16,-4 2-414 0,-1 6-286 0,-2 0-155 0,-4 1-135 31,1 5-74-31,1 2-44 0,0 4-29 0,3-2-20 16,4 3-16-16,0-1-13 0,4 0-8 0,5 0-8 15,4-3-5-15,2-3-2 0,5-3-3 0,4-5 0 16,4-4-1-16,6-6 1 0,0-6-1 0,5-6 1 15,3-7-1-15,-1-2-1 0,1-6-1 16,-1 0 1-16,-1 1 0 0,0 1 2 0,-3 1 1 16,-4 3 1-16,-1 2 1 0,-4 4 0 0,-1 4 0 15,-5 4-1-15,-2 3 1 0,-4 4 0 0,-1 2 0 16,-3 6 0-16,0 2-2 0,-4 3 1 0,0 3 0 16,1 4 0-16,-1-1 0 0,1 1 1 0,-1 3 0 15,4 0 0-15,0-1-1 0,2 2 0 16,1-3-4-16,1 0-13 0,4-5-30 0,-1 1-76 0,1-4-88 15,3-7-161-15,0 2-276 0,3-4-330 0,-1-4-374 16,4-2-204-16,-1-2 94 0,1-5 660 16</inkml:trace>
  <inkml:trace contextRef="#ctx0" brushRef="#br2" timeOffset="73341.35">19386 10597 44 0,'2'-10'606'16,"-2"4"601"-16,-2 3 333 0,-2 3-135 15,1 4-419-15,-3 2-371 0,-1 5-207 0,-1 3-136 0,-1 4-108 16,1 4-63-16,-2 1-33 0,3 2-19 0,1 5-12 16,1 0-11-16,3-2-6 0,2-1-7 15,2-1-5-15,3-6-3 0,4-1-3 16,-1-6-2-16,3-6-2 0,4-2-4 0,0-6-9 0,2-7-12 16,1-4-11-16,1-5-17 0,-3-2-10 0,1-5-4 15,-3 0 5-15,0-1 11 0,-1 0 14 0,-2 5 20 16,-1-2 10-16,-6 5 14 0,1 0 12 0,-2 4 12 15,2 2 6-15,-4 4 3 0,-1 0 2 0,-1 7-7 16,-2 0-8-16,0 4-10 0,0 4-7 16,-1 2-5-16,1 2-2 0,3 4-1 0,-1 4-1 0,1 1-4 15,1 2-21-15,-1 2-62 0,3 2-64 16,1 0-92 0,-3-4-162-16,7 2-265 0,-4-6-313 15,6-2-244-15,-2-5-178 0,5-5 151 0,-1-6 552 16</inkml:trace>
  <inkml:trace contextRef="#ctx0" brushRef="#br2" timeOffset="73525.37">19751 10624 437 0,'0'-21'927'0,"-3"3"289"0,-1 3-6 16,-2 2-265-16,-1 2-248 0,3 3-195 0,-4 6-118 0,0 3-77 16,0 4-63-16,2 2-73 0,-3 6-65 0,2 0-50 15,1 2-26-15,2 2-16 0,0 2-5 16,2 0-4-16,-1 2-7 0,2 0-31 0,1 0-71 0,0 2-64 15,-2-4-129-15,4 0-203 0,-2-1-317 0,4-5-301 16,-1-1-214-16,2-3-88 0,1-4 415 16,3 0 568-16</inkml:trace>
  <inkml:trace contextRef="#ctx0" brushRef="#br2" timeOffset="73839.57">19939 10506 456 0,'3'-12'1250'16,"-3"2"418"-16,-5 2-180 0,2 6-404 0,2-1-404 0,-4 3-240 16,0 3-183-16,2-1-101 0,-1 5-56 0,1 1-32 15,-1 0-21-15,2 0-17 0,1 3-10 16,1-1-7-16,1 0-6 0,-1 3-2 0,2 0-3 0,1 1 0 16,-2 1-1-16,2 1 0 0,-1 1-1 15,0 1 1-15,-1 1 0 0,3 0-1 0,-3 2 1 0,2 1 0 16,1-1 1-16,-3 2-2 0,-1-1 0 15,3 2 1-15,-3-2-2 0,2 0 1 0,-4 0-2 16,2-2 2-16,-3 3 0 0,2-4 0 16,-4-2-2-16,0-1 2 0,0-2 0 0,2-3-2 0,-3 0-6 15,1-3-12-15,0-3-18 0,0-2-38 0,2-3-79 32,-2-2-88-32,2-4-157 0,3-2-250 15,0-1-321-15,3-1-326 0,4-2-182 0,-1 0 82 0,2-1 597 16</inkml:trace>
  <inkml:trace contextRef="#ctx0" brushRef="#br2" timeOffset="74175.28">20223 10499 722 0,'-1'-20'1566'16,"-7"0"160"-16,3 5-311 0,-3 2-406 0,0 1-410 15,1 2-249-15,0 2-141 0,1 6-73 16,-1-4-44-16,3 5-29 0,0 2-22 0,2 5-14 15,0-4-11-15,2 6-7 0,2 3-4 0,4 0-3 16,-2 2-2-16,4-1-1 0,0 3-1 0,3 1-1 16,0 0 0-16,1 2-4 0,2-1-3 0,-1 2-5 15,0 0-1-15,-1-1 1 0,-1 1 0 0,1 1 4 32,-4 3 5-32,0-3 5 0,-2 3 1 0,-1 2 2 15,-3-2 1-15,-1 4 0 0,-2-4-1 0,-1 2 0 16,-1 2 1-16,0-1 0 0,-5 0-2 15,3 4-1-15,-3-2 0 0,0 0-1 0,-1 1-1 16,-1-1-14-16,-1-3-20 0,-3 3-51 0,1-4-78 16,-4-1-136-16,0 1-244 0,-1-3-309 0,-2-3-370 15,2 1-334-15,0 0-81 0,1 1 560 16,0-3 691-16</inkml:trace>
  <inkml:trace contextRef="#ctx0" brushRef="#br0" timeOffset="86675.12">2635 3388 19 0,'-9'3'222'0,"1"0"110"16,-2-1 100-16,1 3-84 15,1-4-139-15,3 0-81 0,0 0-36 16,2 2-9-16,0-3 9 0,1 0 24 0,-2 0 17 0,4 2 12 0,-3-2 7 16,3 0 3-16,-2 0 2 0,2 0 11 0,0 0 26 31,0 0 41-31,-1 0 45 0,-1 0 30 15,2 0 14-15,0 0-15 0,-2 0-32 0,2 0-47 0,-1 0-47 16,1 0-39-16,0 0-37 0,-2 0-21 0,2 0-19 16,0 2-13-16,0-2-17 0,0 0-7 15,0 0-12-15,0 0-6 0,0 0-11 0,0 0-4 0,0 0 3 16,2 0-4-16,-2 0-3 0,0 0-2 0,1 0 4 16,1 0 0-16,-2 0-4 0,3 0 0 15,-1 0 4-15,1 2 0 0,3-2 3 0,-1 1 2 0,0-1 0 16,1 1 0-16,2 1 0 0,0-1 3 15,1-1-5-15,-1 3 2 0,0-3 3 16,3 3 4-16,0-1-4 0,0-1 0 0,2 1 5 0,-2 1-1 0,3-1-3 16,-1-1 1-16,1 2 1 0,0-2-5 0,2 2-1 15,-2 0 0-15,4-2 29 0,-4 1 23 0,5 0 7 16,-3-1 7-16,3 0 10 0,-2 3-6 16,2-3-14-1,0 2-14-15,0 0-14 0,0 0-6 0,1-1-7 16,-2-1 0-16,4 1-5 0,-3-2-15 0,3 0 7 15,0 0 5-15,2 2-2 0,-2-2 2 0,2 0 1 16,1 0 7-16,0 0 30 0,2-2 11 0,-3 2 13 16,2 0 1-16,0-2-4 0,-2 1-3 0,1 1-23 15,0-2-13-15,-2 0-12 0,2 0-3 0,0 0-1 16,-1 1 1-16,0-1-3 0,1 1-3 0,0-1 2 16,1 0 0-16,-1 2-1 0,0 0-1 15,-1 0 0-15,3 0 0 0,-2 0 1 0,0 2-2 0,1 0 3 16,-1-1-3-16,-1 1 2 0,3-1-2 0,-2 2 2 15,0-2 1-15,0 1 0 0,-2-2 0 0,2 2-1 16,-1-1 1-16,1-1-3 0,-3 2 1 16,4-2 2-16,-3 0 0 0,2 0 4 0,-1 2 5 0,-2 1 4 15,2-3 1-15,0 1 0 16,-1 0 1-16,-2 0-2 0,3 2-6 0,-1-3-3 0,1 2-3 0,0 0-3 16,1 0-1-16,-1-1 10 0,3 0 4 15,-2 1 3-15,3 1 0 0,-2-2 2 0,1 2-1 16,3-1-10-16,-2-1-3 0,2-1-4 0,2 0 1 31,1 0 0-31,2-1 1 0,4-1 0 0,1 1-1 16,4-1 1-16,2 1 0 0,0-1 8 0,1 1 5 15,1 1 2-15,2 0 2 0,1 0-2 0,-2 1-1 16,3 1-9-16,2-1 1 0,-2 2 0 0,4 0-4 16,-1 0-1-16,2 2-1 0,1-2 0 15,0 1-5-15,2 0-6 0,1 2 3 0,-1-1 2 16,-3 1-1-16,0-2 0 0,1 2 5 0,-4-1 4 15,-2-1-1-15,-3 0 0 0,-3 0 1 16,-2-1-1-16,-4 2-3 0,-1-2-1 0,-4-2-1 0,-2 2 1 16,-4-1 1-16,-4 0 5 0,-1 0 2 0,-4 0 1 15,-2-2 0-15,-4 1 0 0,-3-1-1 0,0 2-4 16,-3-2 4-16,-3 0 1 0,1 0 2 0,-3 0 2 31,0 0 3-31,0 0 1 0,-3 0-5 0,0 0-3 16,-1-2-4-16,-1 1-3 0,-1 1-4 0,-3-2-2 15,1 1-3-15,0 0-3 0,1 1-7 16,-3 0-16-16,1 1-25 0,0 2-50 0,-1-2-80 16,1 5-147-16,1-1-272 0,0 2-311 0,1 0-377 15,1 0-337-15,-2-2-21 0,3-2 678 0</inkml:trace>
  <inkml:trace contextRef="#ctx0" brushRef="#br0" timeOffset="88473.22">19985 3216 264 0,'-24'1'575'0,"0"2"235"16,3-3 152-16,-2 1-149 0,3 1-246 16,3 0-131-16,2-2-73 15,4 0-54-15,3 1-69 0,-2-1-75 16,6 1-66-16,0-1-30 0,4 4-7 0,4 0 17 15,2 2 22-15,6 1 36 0,3 4 21 0,4 1 0 0,3 3 12 16,3 0-15-16,5 3-22 16,6-1-31-16,6 2-9 0,2-1-9 0,10 3-22 0,4-4-16 15,5 2-7-15,6-1-1 0,5 0-9 16,0-2-3-16,5 0-4 0,0-3 1 0,5-3-2 0,1 0-4 16,4-3-4-16,-2-1-5 15,0-2-3-15,-2 0-3 0,-3-3-1 16,-2 0 0-16,-5 2 10 0,-2-3 8 0,-5 0 2 15,-1-3 3-15,-1 2 0 0,-5 1-2 0,-2-2-9 16,0-1-6-16,-4 1-2 0,-5-2-2 0,-2 1-1 16,-6 2-1-16,-3-2-1 0,-6 0 0 0,-5 2-1 15,-3 1-1-15,-7-2 0 0,-2 0 1 0,-5 4-2 16,0 0-10-16,-7-1-16 0,-2 2-35 0,-4 0-69 16,-1 0-67-16,-3 0-122 0,2-1-176 0,-3 0-307 15,-1 1-294-15,0-2-219 0,-1 0-119 0,1 0 340 16,-2 2 573-16</inkml:trace>
  <inkml:trace contextRef="#ctx0" brushRef="#br0" timeOffset="102721.22">4548 14173 121 0,'-1'-18'365'0,"-4"-1"206"0,2-1 185 15,-2 2-66-15,0 2-92 0,1 0-35 16,0 0-36-16,-2 3-34 0,2-1 0 15,-1 2-21-15,2 3-77 0,-1 0-81 0,1 0-58 16,-2 2-46-16,2-1-63 0,-2 1-53 0,1 1-29 16,1-1-6-16,1 2-4 15,-1 0-2-15,1-1-3 0,-1 3-4 16,3 0-4-16,-1 0-6 0,-1 1-5 0,2 1-4 0,0 0-6 0,0 1-3 0,0 0-3 16,0 2-3-16,0 3-2 0,0 7-3 0,3 7-1 15,0 7-2-15,4 10 3 0,2 9 0 16,1 8 6-1,1 8 0-15,4 8 4 0,0 5 2 0,4 2-2 16,-2 3-3-16,2 2-4 0,-2-4-1 0,1-3-5 16,2-6-2-16,-2-6-2 0,-1-10 0 0,2-6 0 15,0-9 0-15,0-7 0 0,0-9 1 16,2-5 1-16,-1-6 1 0,-1-9-4 0,0-6-3 16,1-4-1-16,0-5-2 0,0-2-1 0,-1-6-1 15,0 1 5-15,2 0 1 0,-1 4 2 0,3-1-1 16,0 6 1-16,1 5 1 0,1 5 0 0,-1 5 1 15,3 7 0-15,0 2 2 0,-2 6 6 0,0 5 3 16,2 0 1-16,-3 4 0 0,0 0 0 0,-1 1 0 16,1 0-7-16,-3-6-2 0,-1 1-2 0,-1-6-1 15,0-1 0-15,-2-6 2 0,-4-4 2 16,3-4 4-16,-5-6 5 0,1-7 3 0,-4-9 4 16,-3-6 3-16,-2-6 4 15,-3-11 1-15,0-6-2 0,-6-9 1 0,-1-7-4 0,-5-6 0 0,-2-9-3 16,-5-5-3-16,-3-6-7 0,-2-2-1 15,-5-1-2-15,1 1-3 0,0 6-3 0,-1 8 0 32,4 10 2-32,1 8-2 0,2 13-2 0,3 9 0 0,3 9 0 15,0 9-1-15,5 8-2 0,0 7 0 16,5 10 1-16,4 7-4 0,4 8-6 0,3 6-12 0,6 6-20 0,0 5-34 16,6 1-79-16,2 4-143 15,5 2-260-15,1 1-311 0,3-1-385 0,1-1-438 16,4 1-79-16,-1-2 713 0</inkml:trace>
  <inkml:trace contextRef="#ctx0" brushRef="#br0" timeOffset="102921.97">6055 14627 45 0,'19'20'974'0,"-5"3"777"15,-6 0-87-15,-3 8-370 0,-2 2-365 0,-3 7-433 0,-1 4-237 0,-4 5-104 0,0 4-52 31,-1 2-28-31,-2-2-26 0,0-4-21 0,3-3-14 16,0-6-8-16,4-8-6 0,-1-4-12 0,4-8-25 16,-1-6-70-16,1-8-99 0,0-6-209 15,-2-9-289-15,1-6-355 0,-2-7-425 0,-1-9-232 0,-3-3 284 16,0-7 848-16</inkml:trace>
  <inkml:trace contextRef="#ctx0" brushRef="#br0" timeOffset="103103.81">5932 14254 553 0,'-13'-45'1457'0,"0"7"250"0,-1 7-282 16,2 6-332 0,0 5-482-16,0 5-268 0,2 3-147 0,1 5-74 0,0 1-43 0,2 3-29 15,2 3-28-15,2 3-13 0,1 3-6 0,4 1-3 0,1 3-2 16,4 3-5-16,2 2-12 0,4 0-48 16,-2-2-79-16,5 2-150 15,-2 0-270-15,3-2-313 0,1 1-389 0,-1 1-343 0,2 0-18 0,-3 0 690 31</inkml:trace>
  <inkml:trace contextRef="#ctx0" brushRef="#br0" timeOffset="103406.86">6341 13962 531 0,'2'-18'1448'0,"-4"4"265"0,-1 4-285 15,1 5-346-15,-1 2-469 0,0 6-265 0,-1 4-142 16,2 5-64-16,1 10-33 0,1 5-20 0,1 6-16 16,2 12-10-16,2 3-11 15,1 9-10-15,2 3-8 0,0 4-5 0,4 5-6 0,1 2-7 16,3-1-4-16,3 1-4 0,0-2-4 0,5-7-2 16,0 0-2-16,3-11-2 0,-1-6-1 0,4-4 0 15,-1-7 0-15,-1-6 0 0,-1-4-3 0,-2-3-4 16,-1-7-6-16,-2-3-10 0,-3-4-12 0,-1-4-19 31,-3-5-29-31,-2-3-62 0,-4-6-68 0,-1-4-104 16,-3-6-166-16,-2-3-275 0,-1-7-317 0,-2-4-234 15,-2-5-165-15,-1-5 245 0,-2-5 588 0</inkml:trace>
  <inkml:trace contextRef="#ctx0" brushRef="#br0" timeOffset="103654.33">6683 13945 368 0,'-10'-45'895'0,"-2"9"340"0,5 6 59 0,-1 6-188 15,2 5-328-15,0 6-232 0,1 3-148 0,2 6-87 16,1 2-80-16,1 5-82 0,1 6-49 0,1 3-21 16,4 6-12-16,0 8-7 0,4 2-5 0,1 8-6 15,1 4-8-15,3 6-12 0,0 5-6 0,2 4-7 16,0 6-8-16,1 4-3 0,1 4-2 0,-1 5 0 16,2-1-2-16,-1 2 0 15,2-1 1-15,0-2-1 0,-2-6-2 0,2-4-2 0,1-9-2 16,0-4-9-16,-1-10-12 0,-1-5-28 0,0-6-71 31,-2-6-77-31,-2-9-146 0,0-3-243 0,-2-5-319 16,0-5-359-16,1-6-236 0,-3-3-22 0,-3-4 578 15</inkml:trace>
  <inkml:trace contextRef="#ctx0" brushRef="#br0" timeOffset="104054.31">7583 14490 207 0,'1'-3'902'0,"-1"3"515"0,0 2 1 16,3 3-203-16,-1 3-434 15,4 4-292-15,0 2-160 0,1 6-97 0,1 3-45 16,1 2-49-16,2 6-38 0,-1 1-26 0,2 6-20 0,1 1-16 0,-2 2-8 15,0 2-3-15,-1 0-6 0,-1-1-5 0,2-3-5 16,-3-1-3-16,0-5-15 16,1-5-23-16,-1-5-62 0,-3-2-75 15,0-6-144-15,-5-5-236 0,0-7-315 0,-2-6-362 16,-2-5-284-16,-5-9-64 0,-1-8 568 0</inkml:trace>
  <inkml:trace contextRef="#ctx0" brushRef="#br0" timeOffset="104238.91">7518 14230 56 0,'-2'-24'622'0,"0"7"484"0,1 2 157 0,-1 7-128 15,1 6-360-15,2 4-364 0,1 9-192 0,3 1-102 16,1 5-47-16,5 4-28 0,0 1-16 16,6 6-15-16,3-2-6 0,3 2-17 0,2 0-63 15,4 2-149-15,-1-4-282 0,5-1-269 0,2 1-273 16,3-2-217-16,4-2 96 0,0 0 519 0</inkml:trace>
  <inkml:trace contextRef="#ctx0" brushRef="#br0" timeOffset="104554.68">8518 14446 58 0,'-4'-15'867'0,"-1"3"744"0,-8 3 25 0,-2 1-314 15,-3 5-403-15,-4 6-374 0,-2 1-237 0,2 5-116 0,-2 6-59 0,-1 2-38 16,0 7-26-16,1 2-23 0,5 4-14 0,0 3-11 31,3 2-6-31,4-3-6 0,5 0-3 0,4 0-3 0,3-5-3 0,3-5-1 16,4-3-1-16,5-5-1 0,4-6 1 15,3-10 0-15,2-6 1 0,3-9 1 16,1-8-2-16,0-7 0 0,-1-4-1 0,-2-1 0 16,0 3 1-16,-5 2 1 0,-1 2 2 0,-6 8 3 15,1 5 2-15,-5 5 1 0,-1 1-3 0,-2 9 0 16,-3 4-1-16,0 5-2 0,-1 7 1 0,-1 5 0 0,0 7 0 15,1 6 0-15,1 5 1 16,1 3-1-16,4 3-4 0,4 3-3 0,1-3-15 16,4 0-34-16,2-3-82 0,4-3-131 0,-2-3-260 15,6-6-316-15,-1-4-388 0,0-5-431 0,0-5-74 16,1-5 634-16</inkml:trace>
  <inkml:trace contextRef="#ctx0" brushRef="#br0" timeOffset="105305.05">9179 15034 363 0,'5'17'943'16,"0"-6"306"-16,-2-2-48 0,2-3-234 0,-1-4-381 0,1-4-173 0,3-4-87 0,-1-7-45 15,2-5-23-15,-1-6-25 0,0-5-54 16,4-6-68-16,-2-6-41 0,1-4-23 0,1-1-17 31,-2-1-8-31,1 1 2 0,0 2 1 0,-3 7 4 0,-3 5 8 0,0 4 14 0,-2 7 8 16,1 5-3-16,-2 6-2 0,-2 1-5 15,0 9-10-15,0 4-15 16,-2 11-10-16,2 7-5 0,0 6-4 0,2 7-1 16,3 3 0-16,1 4-2 0,2 2 0 0,3 2-1 15,0-2-1-15,4-1-2 0,0 0 0 0,1-6-1 16,3-2 0-16,-2-8 0 15,1-5 1-15,2-6 0 0,0-10 0 0,0-6 1 0,2-6 1 16,0-10 1-16,-3-8 0 0,2-5 0 0,-2-10 0 0,0-2 0 16,-1-4-1-16,-3-3 0 0,0 3 0 0,-3 1 1 15,-3 3 1-15,-1 8 6 0,-2 6 6 16,-4 4 6-16,0 6 3 0,-2 5 1 0,-2 6 0 16,0 6-5-16,-2 9-6 0,0 6-4 15,-2 7-4-15,3 7-1 0,0 6-1 0,1 3-2 0,4 1 0 16,1 2-1-16,2-1-1 0,4-1 1 15,2-3-2 1,2-2 0-16,4-8-1 0,4-4 1 0,0-9 0 16,2-8 0-16,3-8 1 0,0-9 2 15,3-13 1-15,-2-4-1 0,1-10 0 0,-2-5-1 0,-1-2-1 16,-3-3-1-16,1 3 0 0,-6 4 0 0,-2 3 1 0,-4 5 1 0,-1 8 1 16,-1 5 2-16,-4 4 0 0,-2 6-1 15,0 3 0-15,-3 8 1 0,0 6-1 0,0 3 0 16,0 9 1-16,-3 6-1 15,3 2 0-15,0 8-1 0,3 2-2 0,2 3-3 16,3 0-14-16,6 2-22 0,-1-5-55 0,4 0-81 16,4-6-157-16,0-3-276 15,4-3-323-15,2-8-388 0,1-6-321 0,0-3 9 16,2-11 728-16</inkml:trace>
  <inkml:trace contextRef="#ctx0" brushRef="#br0" timeOffset="105601.84">10642 14362 59 0,'-11'-35'960'0,"-4"3"764"0,-2 8-63 16,-2 5-357-16,0 8-388 0,-1 4-412 0,2 6-235 15,1 7-110-15,4-1-54 0,2 5-33 0,3 2-27 16,5 3-17-16,3 0-14 0,3 3-6 0,7-1-4 16,2 1-3-16,6-1-2 0,2 6-1 0,2-3 2 15,2 1-1-15,0 0 2 0,3 0 0 0,-2 0 2 16,0 0 0-16,-3-2 0 15,-1 2 0-15,-2 0-1 0,-4 0 2 0,-2 1-2 0,-3 1 2 16,-5 2-1-16,-2 5 1 0,-4 1 0 0,-4 1 3 16,-5 6 2-16,-2-1 0 0,-3 1 0 15,-2 3 0-15,-2-4-2 0,-2-1-4 0,4-3-2 0,-2-5-3 16,3-4-3-16,5-7-13 0,3-6-21 0,2-8-49 16,1-6-81-16,5-8-136 15,2-5-230-15,7-5-308 0,-1-8-364 0,5-2-341 0,4-5-78 16,0-3 528-16,1 2 679 0</inkml:trace>
  <inkml:trace contextRef="#ctx0" brushRef="#br0" timeOffset="105870.91">11009 14587 475 0,'16'14'1372'0,"-4"3"281"0,-1 8-246 0,-1 4-303 16,-1 5-479-16,1 5-276 0,-4 1-151 15,4 2-68-15,0 0-39 0,-2-4-31 0,4-4-26 0,0-4-16 16,2-5-9-16,-1-9-5 0,1-4-3 15,-1-9 0-15,1-6-2 0,-4-6 0 0,-1-8 0 16,0-7 0-16,-5-6-1 0,-3-3-1 0,-1-4 2 16,-5-3 1-16,-4-1 1 15,-2-3-1-15,-2 3 2 0,-4-2 0 0,-2 5 1 16,0 2-1-16,-3 7-2 0,0 3 1 0,0 6-1 0,0 7-3 16,1 6 0-16,3 4-6 0,3 6-17 0,5 4-54 15,2 5-72-15,2 3-111 0,6 3-190 0,5 3-302 16,1 1-337-16,5 1-287 0,6 2-136 0,1-2 331 31,4-1 637-31</inkml:trace>
  <inkml:trace contextRef="#ctx0" brushRef="#br0" timeOffset="106402.89">11594 15058 98 0,'0'13'686'0,"0"-3"463"0,0-6 109 16,0-4-126-16,0-4-322 0,4-9-279 0,-1-3-140 0,2-6-72 0,2-6-44 31,-1-8-35-31,3-1-54 0,1-5-61 0,0-2-38 16,0 1-25-16,3 1-16 0,-2 3-12 15,2 3-13-15,-4 7-7 0,1 2-4 0,1 8 2 0,-3 7 1 16,0 6 3-16,-2 6 1 0,2 7 4 0,-2 10 3 0,-1 3-3 0,2 7-2 16,-1 5-3-16,1 5-1 0,2-1-5 15,0 3-5-15,0-1-3 0,3-1-1 0,-1-6-1 16,1-1 0-16,3-6-1 15,0-6 0-15,0-8 1 0,2-5-1 0,1-10 2 16,2-6-1-16,0-9 0 0,1-8-1 0,1-7 1 16,0-2-2-16,-1-5 0 15,1 1 0-15,0 2 1 0,-3 5 1 0,-2 4-1 0,1 3 1 16,-6 9 0-16,1 5 1 0,-2 9 2 0,-1 6 4 16,-1 6 3-16,-3 9 2 0,1 6 2 0,-2 4-1 15,-1 7-2-15,1 5-4 0,2-1-4 0,2 1-3 16,0 1-3-16,1-5-14 0,4-2-37 0,1-5-86 31,0-3-151-31,1-9-265 0,1-4-317 0,4-8-390 16,-4-5-402-16,2-7-5 0,0-5 715 15</inkml:trace>
  <inkml:trace contextRef="#ctx0" brushRef="#br0" timeOffset="106555.12">12643 14477 171 0,'5'-13'1098'0,"-2"8"607"0,-1 4-146 15,0 2-352-15,1 4-441 0,2 2-343 0,1-1-225 0,6 1-99 0,1 0-47 16,3-1-25-16,3-1-15 0,2-2-26 16,2-3-81-16,2 0-114 0,-1-3-187 0,3-2-287 0,0 1-339 15,1-2-383-15,-1-2-168 0,3 1 312 0,2-1 685 16</inkml:trace>
  <inkml:trace contextRef="#ctx0" brushRef="#br0" timeOffset="106963.99">13915 13777 20 0,'-8'-15'494'0,"0"3"425"0,3 3 211 15,2 5-35-15,3 2-287 0,3 6-325 0,2 4-81 0,7 7-27 0,1 6-22 16,6 2-26-16,0 7-36 0,3 3-45 0,4 4-65 31,0 5-50-31,1 3-27 0,-1 6-19 0,1 3-17 16,-2 5-13-16,0 0-13 0,-3 5-11 0,-1-3-10 15,-1 0-8-15,-1 1-5 0,-1-5-1 16,-3-3-6-16,0-2-13 0,-3-8-23 0,-2-3-63 16,-4-6-71-16,-1-5-129 0,-6-1-219 0,-3-5-307 15,-4-2-344-15,-1-3-273 0,-7-4-106 0,-1-4 445 16,-2-1 653-16</inkml:trace>
  <inkml:trace contextRef="#ctx0" brushRef="#br0" timeOffset="107153.6">14149 14658 323 0,'20'-14'895'0,"-1"1"311"16,-1 0-27-16,1 3-159 16,3 1-503-16,-1 0-221 0,2 0-84 0,1 2-44 0,-1-2-24 15,0 0-25-15,0-4-25 0,1 2-31 0,1-3-29 0,-2-2-16 16,2-2-13-16,0-2-20 0,0-3-40 0,-3 1-81 31,-1-4-150-31,-2 3-239 0,-3-3-288 0,-2 0-278 16,-3 1-202-16,-3-2 107 0,-2 2 499 0</inkml:trace>
  <inkml:trace contextRef="#ctx0" brushRef="#br0" timeOffset="107380.7">14590 14016 273 0,'-16'-26'709'0,"3"1"368"0,-1 4 98 16,2-1-249-16,0 6-288 15,3 3-154-15,4 3-106 16,2 4-54-16,2 1-29 0,1 5-30 0,1 5-34 0,2 1-42 15,2 4-40-15,4 5-34 0,1 1-27 0,0 4-12 16,2 2-9-16,-1 5-13 0,2 3-7 16,1 2-11-16,-1 2-10 0,1 2-10 15,-3 3-7-15,3 2-4 0,-3 0-4 0,1 2-1 0,-2-1 0 16,2 3 1-16,-3-2-1 0,0 2 0 0,3 2 0 16,-4 0-10-16,2-3-20 0,-2-2-51 0,0-2-77 15,0-5-101-15,2-5-178 0,-2-5-298 0,1-5-333 16,4-5-296-16,-2-4-144 0,2-7 237 0,1-4 643 31</inkml:trace>
  <inkml:trace contextRef="#ctx0" brushRef="#br0" timeOffset="108086.23">15227 14374 25 0,'6'-15'911'0,"-6"5"807"0,-6 4-34 0,-3 4-365 16,-3 7-375-16,0 4-426 0,1 4-247 15,0 8-110-15,-3-1-52 0,2 5-31 0,4 2-22 0,-1 3-18 16,4 3-14-16,1-1-6 0,4 1-5 16,4-4-4-16,1 2-3 0,6-6-3 0,0-3-1 0,4-4-2 15,2-7-1-15,2-5 0 0,-2-6-1 16,2-4 0-16,-1-7 1 0,2-3-1 0,-1-6-1 16,-3-4 0-16,1-1-1 0,-4-3 1 15,3 0 0-15,-4 0 2 0,-2 3 1 0,2 3 0 16,-4 1 0-16,1 4 1 15,-5 0-1-15,2 7 0 0,-1 1-1 16,-2 3 2-16,2 5 0 0,0 2-1 0,0 4 1 16,1 4-1-16,-2 2 2 0,3 6-1 0,-1 0-1 15,2 2 1-15,3 2 1 0,-1 1 0 0,-1 1-1 16,2 1 0-16,0-3-1 0,-1 1 0 0,1-3-2 16,-2-5 1-16,1-1-2 0,-1-8 1 15,1-3-2-15,-2-8-2 0,-2-8-1 0,2-5-1 16,-3-7 1-16,-1-9-1 0,-2-4 4 0,1-6 2 15,-3-6 3-15,0-7 1 0,-1-6 1 0,-1-6-1 16,0-6-2-16,-1-5-1 0,3-5 2 0,-1 2 0 16,1 1 1-16,1 8 3 0,-1 9 0 15,0 8 1-15,2 10-1 0,-2 10-1 16,0 8-1-16,1 8-1 0,1 8-1 0,0 11 0 0,-1 8 2 16,3 9 0-16,0 9 1 0,-2 6 1 0,5 10 1 15,-2 6 0-15,0 7 0 0,3 7 7 0,1 7 6 16,-1 9 4-16,2 4 1 0,2 8 1 0,1 2 0 15,4-2-5-15,-1-7-6 0,6-5-4 16,2-10-3 0,0-14-2-16,5-10-4 0,-1-11-2 0,0-12-4 15,1-13-5-15,-2-7-7 0,-2-14-7 0,-4-7-8 16,-1-11-2-16,-4-6 0 0,-3-7 4 16,-5-4 8-16,-4-8 9 0,2-1 8 0,-6-5 5 0,0 2 7 15,-4 3 10-15,2 6 8 0,-2 8 8 16,-1 6 6-16,0 7 1 0,0 8-3 0,0 7-7 15,1 6-8-15,2 6-6 0,2 9-6 0,2 8-3 16,1 9-2-16,1 7-1 0,5 9-1 0,-1 11-2 16,4 9-1-16,-1 7-2 0,6 9 0 0,-1 7-2 15,2 7-1-15,2 0-14 0,2 5-28 16,2-7-79-16,1-3-152 0,-1-10-252 0,2-10-336 0,-1-10-435 16,-3-13-504-16,-3-7-54 0,1-10 820 15</inkml:trace>
  <inkml:trace contextRef="#ctx0" brushRef="#br0" timeOffset="109203.96">17703 14829 6 0,'-8'23'559'16,"-3"-4"498"-16,-2-4 208 0,-2-6-102 0,0-3-279 16,3-8-393-16,-1-7-148 0,5-6-52 0,-3-11-34 0,5-7-13 15,1-6-24-15,4-11-40 0,1-6-39 0,3-7-36 16,2-2-17-16,5-1-16 0,0 1-13 0,1 3-9 16,3 7-12-16,-3 8-7 0,-1 8-6 15,1 9-1-15,-2 10 1 0,1 10 3 0,2 10 0 0,0 10-2 16,2 12-5-16,-3 8-6 0,0 8-7 15,3 6-3 1,-1 4-2-16,1 2-1 0,0 0 1 0,0 3 1 16,2-1 0-16,2-3-1 0,-1-4-2 15,0-5-1-15,0-4-1 0,1-7-1 0,-2-8-2 0,1-6 2 16,1-11-1-16,-2-8 1 16,-1-11 1-16,1-6-1 0,-2-10 0 0,-1-7-1 15,0-5 2-15,1-3 0 0,-3 0 1 0,-3 2 1 16,0 5 4-16,-2 5 1 0,-3 6 5 15,1 3 3-15,-4 9 1 0,0 5 0 0,-2 7-1 0,-3 8-2 0,2 8-7 16,-2 6-3-16,-1 7-1 0,1 6 0 16,2 3 1-16,2 2-1 0,2 3 1 0,2-1-1 15,2 1 0-15,4-5-3 0,1-1 0 0,4-4-1 16,0-5-1-16,4-5 1 0,-1-8 1 0,4-9 0 0,0-6 0 16,2-8 2-16,2-9-1 0,1-8 1 15,-3-5-3-15,1-1 3 0,-2-5 0 0,-1 3-1 16,-4 3 2-16,-1 3 1 0,-3 6 0 0,-2 5 1 31,-3 4 0-31,-4 5 0 0,1 4 0 0,-3 7-2 16,-1 3 0-16,-1 6-2 0,0 6 0 0,0 3 1 15,2 2 0-15,0 6 0 0,4 1 0 16,0 1 1-16,2-2-1 0,6 1-4 0,0-1-7 16,5-4-8-16,1 1-14 0,3-3-17 0,2-3-32 15,1-2-44-15,-1-2-54 0,2-1-53 0,2-3-44 16,-3-3-35-16,3-3-5 0,-1-1 38 0,-1-4 66 15,-2-2 66-15,-1-1 48 0,2-4 40 0,-5-3 33 16,1-1 30-16,-1-5 23 0,-2-5 11 0,1-4 12 16,-2-2 26-16,-1-7 44 0,1-3 44 15,-1-5 44-15,-2-2 32 0,0-4 6 0,-3-4-12 0,-2 0-35 16,-2-1-39-16,-4 1-40 0,-3 1-29 0,-1 3-16 16,-5 4-12-16,0 4-4 0,-4 3-2 15,0 5 0-15,-3 7-2 0,0 6-7 0,-2 7-5 16,-4 9-6-16,2 10-10 0,-2 10-5 15,1 9-5-15,2 10-3 0,2 5-2 0,7 9-3 16,-2 4-1 0,8 2-7-16,8 6-2 0,-2 1-1 0,9 4 0 15,0 2-1-15,4 1 0 0,3 0-6 0,2-5-18 16,3-4-44-16,3-7-83 0,1-9-142 16,4-9-269-16,2-7-322 0,-1-12-393 0,5-8-391 0,-3-9-22 15,2-10 675-15</inkml:trace>
  <inkml:trace contextRef="#ctx0" brushRef="#br0" timeOffset="109470.32">19395 13408 338 0,'5'-13'1028'0,"-2"8"400"0,3 5-1 0,5 5-214 16,2 3-497-16,0 8-247 15,4 4-137-15,2 3-77 0,-2 9-68 0,0 7-45 16,3 5-29-16,-1 12-22 0,-1 8-18 16,-2 9-18-16,0 9-15 0,-2 10-13 0,-2 4-10 15,2 5-8-15,-3 5-5 0,1-1-4 0,-1-4-2 16,-1-2-14-16,4-12-25 0,-3-11-58 0,-3-10-82 16,1-14-155-16,-2-8-259 0,-4-14-322 15,0-10-386-15,-6-12-314 0,-3-12-3 0,-5-11 672 0</inkml:trace>
  <inkml:trace contextRef="#ctx0" brushRef="#br0" timeOffset="109655.33">19463 14102 313 0,'3'-28'1259'0,"0"6"443"0,2 4-222 16,-2 4-347-16,5 3-455 0,0 1-326 0,3 2-175 16,3 1-81-16,2 3-29 0,3-2-16 15,1 3-7-15,3 0-8 0,4 1-9 0,-1 2-5 0,3 0-10 16,1 0-6-16,2 2-8 0,-4-1-46 15,0 2-87 1,-2-1-154-16,-4-1-270 0,0 1-309 16,0-2-391-16,-6-2-349 0,3-1 28 0,-5-3 691 15</inkml:trace>
  <inkml:trace contextRef="#ctx0" brushRef="#br0" timeOffset="110020.3">19939 13446 365 0,'-6'-32'928'15,"-2"-1"369"-15,-1 8 66 0,5 3-190 0,-4 6-411 0,5 4-248 0,0 4-133 16,-1 6-90-16,4 3-80 0,0 7-70 0,0 3-38 16,4 6-20-16,-1 6-12 0,2 2-11 15,2 8-10-15,-2 5-8 0,3 4-8 0,0 7-2 16,4 8-5-16,-2 7 1 0,0 7-3 0,1 6-2 16,0 5-3-16,-2 4-5 0,5-1-5 15,-2-3-4-15,3-3-2 0,1-12-2 0,1-8-2 16,3-14 1-16,0-11-1 0,2-14-1 0,-3-13-1 0,3-12 1 15,-1-11 0-15,-2-12 1 0,0-11 0 16,0-8 1 0,-3-4 1-16,-1-3-1 0,-2 2-1 0,-3 8 0 15,-3 4 0-15,-2 7 2 0,-2 8-2 16,-1 6 2-16,-2 5-1 0,-2 9 0 0,-1 6 0 16,1 7-1-16,-1 5 0 0,-1 10 0 0,1 4-1 15,0 6-2-15,3 3-6 0,0 3-10 0,1 3-14 16,2-1-18-16,5 1-18 0,0 2-33 0,2-1-63 15,4 1-68-15,-2 0-121 0,6-4-186 0,-2 0-303 16,4-5-323-16,2-5-240 0,1-4-95 0,-1-7 438 16,3-7 592-16</inkml:trace>
  <inkml:trace contextRef="#ctx0" brushRef="#br0" timeOffset="110271.74">20846 14722 417 0,'18'21'833'16,"-2"2"252"-16,-2 2-3 0,0 0-320 0,-3 0-295 0,3-4-212 0,-3-6-117 0,-3-5-80 31,3-7-68-31,-3-9-55 0,-1-6-40 16,-3-8-23-16,0-6-15 0,0-4 19 0,-2-8 59 0,-2-2 78 15,-5-4 83-15,2-3 66 0,-3-5 44 16,-2 1 36-16,-2-1 63 0,-2 2 54 0,0 5-1 16,-2 9-27-16,2 9-39 0,-1 4-47 0,-1 13-69 15,2 7-70-15,2 8-46 0,2 5-31 0,1 8-16 16,6 5-9-16,-3 5-5 0,6 3-20 0,0 3-64 15,2 3-73-15,1-2-150 0,2 5-240 0,3 1-318 16,3 1-357-16,4 1-266 0,1 0-25 0,4-4 588 16</inkml:trace>
  <inkml:trace contextRef="#ctx0" brushRef="#br0" timeOffset="110668.37">21547 14322 550 0,'6'-23'1499'0,"-4"8"260"0,-4 9-301 0,-3 8-370 16,-6 7-460-16,0 7-277 0,-2 6-151 0,1 7-75 16,-1 6-43-16,-1 1-27 0,5 1-20 15,0 2-13-15,5 1-9 0,-1 0-6 0,5-1-4 16,6-2-3-16,1 0-3 0,2-4-4 0,4-4-15 16,1-4-23-16,1-6-53 0,2-7-74 0,0-6-68 15,-1-6-99-15,0-9-151 0,-4-6-179 0,1-8-148 16,1-7-55-16,-4-5-13 0,1-8 140 0,-5-6 357 15,-3-3 417-15,-3-10 403 0,-5-6 233 0,-2-5 48 16,-3-7 61-16,-3-7-48 0,-4-3-117 0,1-5-132 16,-1-2-96-16,-2 1-70 0,3 3-89 15,-3 9-58-15,5 11-33 0,-2 13-26 0,4 10-19 0,-1 14-19 16,2 9-17-16,3 12-14 0,1 10-10 0,3 13-6 16,-2 10-4-16,3 10-3 0,1 10-2 15,2 9-1-15,2 10-2 0,-1 7-3 0,7 8 0 16,-4 9-3-16,4 6 0 0,1 6-2 0,3 3-2 31,1 0-1-31,2-2-1 0,5-5-2 0,0-2-7 16,4-6-15-16,0-7-32 0,3-5-78 0,-4-11-127 15,4-7-255-15,-4-7-317 0,0-10-398 0,1-7-461 16,-4-9-114-16,-2-7 615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17:38.13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4258 2477 33 0,'3'-2'281'0,"-3"0"167"0,1 0 151 0,-1 1-7 0,2 2-129 15,-2 1-10-15,0 2 16 0,3 1 14 0,-2 1-7 0,1 2-39 0,1 0-61 0,2 5-56 31,0 0-24-31,1 3-12 0,3 4-26 0,-2 3-27 16,-1 2-22-16,2 5-31 0,3 3-47 0,-3 6-42 16,2 5-20-16,-1 3-12 0,0 6-6 0,-2 3-5 15,1 5-5-15,-2 4-3 0,2 4-3 0,0 4-2 16,-3 4-6-16,1 4-5 0,0 4 0 0,-1 1 5 16,-2 3 4-16,0 3 3 0,-1 3 1 0,1 4 1 15,0 3-7-15,-1 1-5 0,1 0-5 0,-1 3-5 16,5 1-4-16,-4 1-3 0,2 4 0 0,0 1-5 15,2 2 2-15,-1 1-2 0,0 2 1 0,2 2 0 16,-2 4-1-16,-1 4-1 0,0 2 0 16,3 4 0-16,-2 0-1 0,-1 8 0 0,1 0-1 15,1 1 4-15,2-1 0 0,-1 2 2 16,3-2 0-16,0-2 2 0,3 1 2 0,0 0 2 0,1-3-3 16,2 0-2-16,-3 2-2 0,5-3-1 0,-3 0 2 31,3-2-1-31,1 1-1 0,-4-2 1 0,3 1-1 15,-1-2 0-15,-1-1-1 0,-1-2 0 0,0-1 0 16,-2-3 0-16,0-3 1 0,-1-2-1 16,-1-2-1-16,0-7-1 0,-1-1 2 0,1-4 0 15,-2-4 0-15,1-1 2 0,0-6-3 0,-2-1-2 16,1-5-2-16,1-6 1 0,-3-5 1 0,3-4 0 0,-2-4 1 16,-1-7 1-16,0-8 1 0,-1-2-2 15,0-10-3-15,-2-9-3 0,0-10-2 0,-2-3-5 16,0-10-14-16,-1-8-20 0,-4-5-39 0,-1-6-77 15,-5-7-120-15,-3-5-194 0,-2-9-295 16,-4-3-345-16,-2-9-349 0,-6-8-145 0,-4-5 375 0,-4-12 681 16</inkml:trace>
  <inkml:trace contextRef="#ctx0" brushRef="#br0" timeOffset="833.13">3932 2496 197 0,'1'6'747'0,"-1"-4"411"0,-1 1 86 0,1-3-171 0,0 0-274 16,1 0-209-16,2-4-147 16,-1-3-90-16,1-1-56 0,2-4-50 0,-2-4-80 15,2-5-53-15,1-2-32 0,0-4-16 0,-1-3-11 16,3-2-17-16,3-1-12 0,-3-4-10 0,3 1-7 15,0 3-1-15,0 2-2 0,-3 2 5 0,0 7 1 0,3 4 3 16,-4 4 1-16,1 5-3 0,2 7-1 16,0 3-2-16,1 6-1 0,3 5 0 0,-1 5 1 0,1 4 1 15,-1 4-1-15,0 4-1 0,2 3 0 16,-2-1-1-16,4 2-10 0,-2 4-19 0,-1 1-39 16,0-1-80-16,0 1-156 0,-3 1-265 0,3-3-317 15,-4 3-399-15,0-3-417 16,-2 3-37-16,1-3 752 0</inkml:trace>
  <inkml:trace contextRef="#ctx0" brushRef="#br0" timeOffset="2299.98">4621 9869 26 0,'0'7'257'16,"-3"-3"138"-16,3 0 118 0,-2-1-49 0,2 1-194 0,0-1-102 0,0-2-45 15,0 3-6-15,2-3 1 0,-1 0 5 0,1 1 65 31,1-1 22-31,2 1 61 0,0-1 47 0,1 1 6 16,2-2 0-16,0 0-10 0,4 0-14 0,-2 0-58 16,3 0-37-16,2-2-18 0,3 2-13 0,1-1-46 15,4 1 21-15,-2 0 28 0,5 0-7 0,2 0-14 16,0 0-12-16,6 0-8 0,0 0-48 0,6-2-37 16,-1-1-20-16,3 2-13 0,3 0 17 15,1-3 5-15,5 0 3 0,2 0 2 0,0-1 2 0,2-1-1 16,4 1-19-16,1-1-9 0,3 2-4 15,3-1-5-15,4 0-4 16,4 0 0-16,1 2-2 0,3-2 0 0,0 2-1 0,4-1 3 0,3 1 2 16,4 0 3-16,3-2 11 0,2 1 4 0,6 0 1 15,3 0-3-15,1 0-2 0,2-1-1 0,5 0-8 16,3-1-5-16,6 2 0 0,2-2-4 16,3 2 0-16,3-1 0 0,3 1 0 0,2-1-2 0,6 2 0 15,0-1 1-15,3 1-2 16,4 0 0-16,1-1 1 15,3-2-1-15,3 2 1 0,2 0 0 0,0-1 5 16,0-2-2-16,2 1-2 0,0 0-1 16,2-2-1-16,2 2 3 0,2 0-2 0,0 2 0 15,4-1-1-15,0 3 1 0,-3-2 3 0,2 2-1 16,-3-2-1-16,3 2-1 0,0 2-1 0,0-2 3 0,1 0-1 16,1-1 0-16,1 2-2 0,-1-2 1 15,-1 1 2-15,-2 2-3 0,0-3-2 0,0 1 1 16,-2 0-2-16,2-2 6 0,1 3-3 0,-3 1 1 15,0-1 1-15,1-1 0 0,-1 2-1 0,-2 0 1 16,0 0 0-16,0 0 0 0,-1 0 0 0,0-2 6 16,-4 2 9-16,-1-1 1 0,-1 0 2 0,-2-3-1 15,1 2 0-15,-3-3-6 16,0 1-4-16,-4-1-3 0,1 1-1 0,-3-1 0 0,-2 3-2 0,2-3 0 16,-4 4-2-16,-3-1-1 0,-2 0 2 0,0 4-2 15,0-2 1-15,-1 2 0 0,-5 0-4 16,-1 2 2-1,-1 0 2-15,0 0 0 0,-4 2 1 16,-1 0 1-16,-1 0 0 0,-4-1-2 0,-2 1-1 16,-7-2 1-16,1 0 0 0,-6 1-1 0,0 0 2 15,1 1 1-15,-4-2-2 0,-4 0-2 0,-1 0 0 16,-5 0-1-16,-1 1 1 0,-6-3 1 0,-3 3 2 16,-1 1-1-16,-5-1 2 0,0-1 1 0,-3-1-2 15,-2 2-2-15,-5-1 0 0,-2-1 1 0,-2 3-1 16,-5-4-1-16,-1 1 1 0,-6 0 0 0,-3 2 0 15,-3-1 0-15,-6-1-1 16,0 2 1-16,-7-3-1 0,-4 1-1 0,-3 1 0 0,-5 0 0 0,-5 0 0 16,-3 1-1-16,-4-2-3 0,-3 1-15 15,-2-1-34-15,-5-2-77 0,-2 1-95 0,-4-5-166 16,0 0-294-16,-3-1-329 0,-2-4-346 0,2-1-179 16,-3-3 188-16,1-1 651 0</inkml:trace>
  <inkml:trace contextRef="#ctx0" brushRef="#br0" timeOffset="2549.84">20506 9559 27 0,'2'-3'497'0,"1"3"400"0,4-3 262 15,-3 3-2-15,4-2-289 0,2 1-233 16,-1 0-144-16,5 1-83 0,2-3-67 0,1 1-52 16,3-1-64-16,2 2-71 0,1-2-51 0,2 1-25 15,1 0-26-15,-4 2-11 0,3 4-7 0,1 0-5 16,-3 2-3-16,-3 2-4 0,-2 2-2 0,-2 4-6 15,-2 0-6-15,-4 0-3 0,-4 4-1 0,-1 1-4 16,-5 3 1-16,-8 0-3 0,2 3-1 0,-6 3-1 16,-1 0-1-16,-4 2 1 0,-3 2-2 0,1-1-12 15,0 0-26-15,-1 0-73 16,0-1-87-16,2-5-171 0,0-1-291 0,6-6-325 0,2-2-361 16,2-8-201-16,8 0 159 0,2-5 686 0</inkml:trace>
  <inkml:trace contextRef="#ctx0" brushRef="#br0" timeOffset="3383.18">20910 10412 135 0,'-21'-4'415'0,"5"0"250"0,-1-1 220 0,6 2-65 0,-2-1-181 16,5 0-123-16,3 2-85 15,1-3-67-15,4 0-61 0,1 1-15 0,4-2 2 16,5 0 4-16,4-1-17 0,2-2-15 0,4-1-33 16,5 0-45-16,5-1-50 0,4-2-31 0,2 1-19 15,4 0-16-15,2 0-8 0,-1 3-8 0,-1 3-7 16,-2-1 0-16,-2 7 2 0,-4 1 5 16,-4 5 1-16,-3 4 0 0,-7 7 4 0,-2 1-4 15,-8 5-6-15,-7 4-7 0,-4 4-7 0,-5 6-4 16,-8 2-7-16,-2 5-4 0,-7 3-3 0,-3 2-1 15,-4 3-2-15,1-2-3 0,-1 1 0 0,1 0-3 16,2 3-1-16,6-7-1 0,2-2-3 0,7-4 0 16,1-3-1-16,10-3-1 0,3-7-1 0,8-4-1 15,5-3 1-15,5-7 0 16,6-5-1-16,6-3-2 0,5-7-3 0,6-6-10 0,2-3-14 16,6-6-17-16,2-4-19 0,4-7-21 0,0 1-29 15,4-5-40-15,-3-1-53 0,1-1-42 0,1 3-37 31,-2-3-26-31,-4 4-1 0,-3 1 46 0,-7 6 78 16,-6 3 67-16,-6 2 54 0,-6 6 44 0,-7 5 40 16,-3 3 50-16,-4 8 93 0,-4 3 82 15,-1 6 42-15,-4 4 5 0,-1 5-16 0,-1 2-33 0,-4 4-59 16,5 2-58-16,0 1-36 0,5 2-22 16,-1-1-16-16,5-2-11 0,0-2-10 0,5-2-6 15,2-6-5-15,3-6-5 0,3-4-3 0,2-7-2 16,1-7-1-16,4-6-1 0,1-7 0 0,1-7-1 15,-1-5-2-15,0-5 1 16,0-7 0-16,-3 0 0 0,0-5 1 0,-2 0 0 0,-4-3 3 0,0 1 0 16,-7 2 0-16,-2-1 1 0,-4 1 1 0,-6 3-2 15,-4 2 0-15,-4-1-1 0,-6 2 0 16,-3 0 0-16,-4 1 1 0,-3 3 0 0,-3 2 0 0,-2 8 0 16,-2 6-1-16,-4 7 0 0,2 8-1 15,-4 8 0-15,0 7-2 0,0 7 0 16,1 7-1-16,2 2-2 0,2 6-2 0,4 3-13 0,3 3-32 31,6 1-74-31,0-3-76 0,5-1-142 0,4-2-245 16,2-3-318-16,2-2-335 0,4-2-202 0,2-2-19 15,1-5 538-15</inkml:trace>
  <inkml:trace contextRef="#ctx0" brushRef="#br0" timeOffset="3584.64">22193 10735 331 0,'13'0'1150'0,"-3"3"407"0,0 0-104 0,0 2-266 16,0 0-484-16,4 0-264 0,-3 1-176 0,5-1-79 16,0 2-57-16,2-5-45 0,0 0-32 0,6 2-17 15,1-4-14-15,2 1-8 16,3-2-6-16,0 0-2 0,3-4-3 0,2 3-26 0,1 2-84 0,-1-6-129 16,-2 2-240-16,3 1-295 0,-2-2-378 0,0 2-435 15,-2-1-106-15,-2-2 547 0,-2 0 761 0</inkml:trace>
  <inkml:trace contextRef="#ctx0" brushRef="#br0" timeOffset="9618.91">5764 8324 124 0,'0'2'342'16,"-3"1"155"-16,1 0 121 0,1 0-154 0,-1 0-143 16,1-1-42-16,1 1-11 15,0 0 6-15,0 0 5 0,1-1 6 0,1 2-14 16,3-2-43-16,0 2 5 0,2-2-11 0,-1 2-15 16,4-2-38-16,-2 1-3 0,4-1 12 15,1 0-37-15,1-2-25 0,1 3-15 0,2-3-11 0,-1 0-20 16,1 0 46-16,1-3 43 0,2 3 18 0,2-4 0 15,-4 0-6-15,4-1-9 0,-2-1-60 16,1-1-49-16,1-2-21 0,-1 0-16 0,-2-1-4 0,3-4 9 16,0 0 8-16,-3-2 1 0,2 0 0 15,-1-3 3-15,-1-2-1 0,2-1-12 16,-3-2-8-16,2-1-5 0,-2 2-1 0,0-4 0 0,1 2-2 16,-3-2-1-16,3-2-1 0,-2 1-1 0,2-3 0 15,-2 2-1-15,1 0-1 0,-1 0 0 0,2-2 0 16,-3 1 0-16,3 2 1 0,-3-4 0 0,1 3 3 31,-1-2-1-31,1 1 1 0,-2-3 2 0,0 2-1 16,-2-4 1-16,3 0-1 0,-5 1 3 0,3 0 3 15,-1-2 5-15,-2-3 3 0,1 3 0 0,0-3 0 16,-3 3-1-16,2-3-5 0,-1-2-6 16,-1 2-4-16,-1-3-2 0,0 0-3 0,0-1 1 15,-2-2 1-15,2-3 2 0,-2 1-1 0,-1-1 2 16,0 0 4-16,0 0-3 0,-2 0 0 15,1 0-2-15,0 2 2 0,-3-3-2 0,2 4-1 16,-3-1-1-16,2 1-2 0,0 2 0 0,-1-1-2 16,-1 1 1-16,2 1 1 0,-1-1 1 0,-1 0 3 0,2 2 3 15,0 0 1-15,-1-1 1 0,1-1-2 16,-1 2-1-16,1-1-1 0,2-1 0 0,-2 2-3 16,0-1 0-16,-1 1 0 0,1 1 0 0,-1 1-2 15,1 0 0-15,1 0-1 0,-1 1 1 0,-1 1 0 16,3 1 1-16,-1-3 2 0,0 4 1 0,0-1 0 31,2 0 1-31,-2 0-1 0,0 2 2 0,2-1 0 16,0-1-1-16,-2 2-5 0,2 1 2 0,1-2 1 15,-2 2-1-15,1 0 0 0,-2-1-1 0,2 2 6 16,-1 1-3-16,0-1-1 0,1 2-2 0,-2 0 0 16,2 0-1-16,-2 1 0 0,3-1-1 15,-2 2 1-15,0 0 3 0,2 2-1 0,-1 0 0 16,0-1 2-16,1-1 2 0,-1 2 0 0,0-1 0 15,1-2 0-15,0 0 1 0,1 1-2 0,-1 1-1 16,1-2-1-16,0 1-1 0,1 1-1 0,-1 0 0 16,-1 0 0-16,3 1 0 0,-2 3-1 15,-1-2 1-15,2 3 0 0,0 2 0 0,-2-1-1 16,2 3 1-16,-1 1-1 0,-1 0 1 0,3 0-1 0,-1 2-1 16,0 0 1-16,3 0-1 0,-3 0 2 15,0 2 2-15,3 1-2 0,-2-1 1 0,-1 5 0 16,-1 0 2-16,2 2-3 0,-3 2 1 0,1 1 2 15,-1 3-1-15,1 0 1 0,0 0-1 0,0 3 1 32,-1 0 0-32,-1 0-1 0,4 1 1 0,-3 1 0 15,1-1 1-15,-1 0 0 0,2 3 1 0,0-1-1 16,0 1 0-16,0 1 1 0,0-1 1 0,3 1 0 16,-2 1-1-16,-1 1 0 0,3 2 2 0,-1 0-1 15,-1 1-8-15,2 4-4 0,-3 2-1 0,0 1-2 16,0 3 5-16,1 2 4 0,-2 0 8 15,-1 5 4-15,1-1 1 0,0 1 0 0,0 2-6 16,-1-1-4-16,2 3-2 0,0-2-2 0,0 0 1 16,-2 0 2-16,2 0 0 0,0 1 2 0,-2 2 2 15,-1-2 2-15,1 3 0 0,-1 1 0 0,3-1-1 16,-4 3-1-16,3 0-1 0,-2-1 0 0,0 5-2 16,-1 0-2-16,2-2 2 0,-1 1-2 0,-2 0-1 15,2 0-2-15,0 0 0 0,0 0 2 16,0-1 2-16,1-2 0 0,0 0 2 0,0 1 2 15,-1 0 0 1,0-2 0-16,3 1 0 0,-4 2-1 16,3-2-2-16,-1-1 1 0,2 2 0 0,0 0-2 15,-2-1-1-15,2-2-1 0,-3 3 1 16,4-1-2-16,-4-2-1 0,0 1 1 0,1-1 0 16,-2 1 3-16,0-1 0 0,2-1 0 0,-3 0 3 15,2 0-1-15,-1 1 2 0,0-2-3 0,-2 1 0 0,4-1 1 16,-1-1-1-16,-1 1 1 0,1 0-2 0,0 0 0 15,-2 0 0-15,2-1 0 0,0-1 0 16,-1 0-2-16,1 0 1 0,0 0 0 0,1 0-2 16,-1-2 0-16,0 0 0 0,1 0 1 0,2 1 1 15,-2-4 1-15,1 0 1 0,2 1 0 0,-1 0 1 16,2-3-2-16,-2 2 1 0,2-3-1 0,0 3 2 16,-2-2-2-16,3 0 0 0,0 1 1 0,0-2-1 15,0 0 0-15,0 3 0 0,1-3 0 0,-2 1-1 16,2-1 0-16,0 0 0 0,-1 0 0 0,-1-3-1 31,2 2 1-31,-2-1 1 0,3-2 0 16,-1 0 0-16,-1 0 1 0,-1-1-1 0,2 2 0 15,-2-3-1-15,2 0 0 0,0 1 1 0,-3 0-1 16,4-3 0-16,-4 0 0 0,1 2 1 0,2-3 0 16,-2-1 1-16,-1 1 0 0,2-1 1 0,-1 0 0 15,0 2-1-15,0-4-1 0,0 2 1 16,-2 0-1-16,4-2 0 0,-4 3 0 0,2-3 1 0,1 1-1 15,-2 1 0-15,1-2 0 0,1 1-1 16,-2 1 2-16,1-2-1 0,2 2 0 0,-2-2 1 0,1 3-1 16,0-2 1-16,0-1 0 0,1 0-1 15,-2 0 1-15,3 2 0 0,-2-4-1 0,2 5 0 16,-2-5 0-16,1 1 0 0,1 0-2 16,-2 1 0-16,3 0 0 0,-2-1 0 0,0 1 2 0,2-1 0 15,-1 0 0-15,0 1 0 0,1-3 0 0,0 2 1 16,-1-2-2-16,2 2 1 0,-2-3-1 0,1 0 1 31,-1 0 0-31,3-1-1 0,-2 1 0 16,-1-1 0-16,3-2 1 0,-2-1-1 0,0-1 0 15,0 3-1-15,2-3 1 0,-3 1 1 0,2-1-1 16,0-1 1-16,0 2 0 0,-2-3 1 0,3 2-2 16,-2-2 1-16,0 1 1 0,1 1 1 0,0-4-1 15,0 4 0-15,-1-4 0 0,2 2 0 16,1-2-1-16,-3 0 1 0,4-2-1 0,-1 2 0 15,0-4 0-15,0 4 0 0,1-4 0 0,0 4-1 0,2-4 0 16,-1 3 2-16,1 0 0 0,1-2 1 0,0 3 0 16,-2 0-1-16,3 0 0 0,-2 3-1 15,1-2 0-15,1 0 0 0,2 0-1 0,-2 2 0 16,1-1 1-16,0 0 0 0,2-2-1 0,0 0-1 16,0 0 1-16,0 0 0 0,0 0-2 0,0-2 2 15,2 0 1-15,-2-1 1 0,-1 2-1 0,3-1 1 16,-2-1 2-16,2 1-2 0,-2 0 1 15,1-1-2 1,-1 0 0-16,1 1 0 0,0 1 1 0,0 0-1 16,0-1 1-16,1 1-1 0,0-1 0 15,-1 1 1-15,2 1-1 0,-1-2 0 0,-2 1 1 0,2-1-1 16,-2-1 0-16,-1 1 0 0,2 0 0 16,-3-1-1-16,1 0-1 0,-1 0 2 0,-2 0 0 15,1 2 0-15,0-3 0 0,-1 3 0 16,-1-1 1-16,1 1-1 0,-2 1 0 0,0 0-1 15,1 0 0-15,-2 1 1 0,2 1-3 0,-2-2 2 0,2 1-1 16,-1 1 1-16,-3 0 1 0,3-2 0 0,0 0 2 16,0 0 0-16,-2 0 0 0,1-2-1 15,1 0 0-15,-2 1 0 0,1-1 0 0,-1 1 1 16,0-2-1-16,2 1 1 0,-3 1-1 0,1-2 0 16,1 3 0-16,-1 0-1 0,1 0 0 0,-1 0-1 15,2 0 1-15,-1 3-1 0,2-3 1 0,-2 1 0 31,0-1 0-31,1 0-1 0,-1 0 1 0,2 0 0 16,-2 0-1-16,-1-1 0 0,4 1 1 0,-4-3 1 16,2 3-1-16,0 0 0 0,0 0 1 0,0 0-1 15,0-2 0-15,2 2 0 0,-1-2 0 16,-1 2 1-16,2 0-2 0,-1 0 1 0,1 0-1 16,-1-3 0-16,2 3 0 0,-1-1 0 0,1 0 1 15,2 0 1-15,-1-2 0 0,-2 1 0 0,4 0 0 16,-1-2 0-16,1 0-1 0,-2-1 1 0,0-1 1 15,4-1-1-15,-2-1-2 0,1 1 2 0,-4-3-1 16,5-1 0-16,-2 0-1 0,0-3 0 16,0 0 2-16,1 0-2 0,-4-4 1 0,2 3 0 0,-4-3-1 15,1 0 0-15,-1-2 0 0,1-1 0 16,-3 0 0-16,-1-1 1 0,-1-1 0 0,-1 1 0 16,-2-2-2-16,-1-1 1 0,-3 3-1 0,0-2-2 15,-2 2 3-15,-1-2-1 0,-2 1 2 0,-2 1 1 16,1-2 1-16,-3 1 2 0,2-1-2 15,-2-2 1-15,-2-1-1 0,2 1-1 0,0-3 2 16,0 1-3 0,0-3 1-16,0 0-1 0,0 1 0 0,2 0 0 15,-1 0 0-15,3 1 0 0,-1-2 0 16,0 1-1-16,3 0-2 0,0 2 2 0,1-3-1 16,-1 1-1-16,5 2 1 0,-3-2 1 0,3 2 1 15,0 0 0-15,0-2 0 0,2 2 0 0,1 1 1 16,2 0 1-16,1 0-3 0,-1-1 2 0,2 3 2 15,-1 0-1-15,2 0-1 0,1-1 0 0,0 1 2 16,0 1-3-16,2 1 0 0,-1-1 0 0,1 4 1 16,2-1-2-16,-2 2 1 0,0 1 0 0,0 1 1 15,0 2-1-15,-1 1 0 0,3 2 1 0,-2 0-1 16,-1 0-1-16,0 2 1 0,0 0-1 0,-1 3 1 16,-2-3-1-16,1 4 0 0,-2 1 1 0,2-1-1 31,-2 1 1-31,-1 1 0 0,1-1 0 0,1 1 0 15,-1 0 0-15,1 0 0 0,1 2 1 16,0-3 0-16,-2 3 0 0,2 1 0 0,-1-2-1 16,1 3-1-16,-1 0 1 0,0 3-1 0,2-2-1 15,-2 3 2-15,2 1 1 0,-1 0 2 0,-1 2-1 16,1 1 1-16,-2 1 0 0,2 1 1 0,0 2-1 16,-1 2-2-16,0 0 1 0,0 2-1 0,-1-1-1 15,2 1 1-15,-1 1 1 0,2 1 0 0,-2-2 1 16,2 0 1-16,0 3 0 0,0-1-1 0,0 0 0 15,1 1 0-15,-1 1 1 0,2-1-2 16,-1 1 1-16,-2 1 0 0,3 0-2 0,-2 0-1 16,-2 0 1-16,3-1 0 0,-3 2-1 0,0 0 0 15,2-3 1-15,-3 2 1 0,1 2-1 0,-2 0 1 16,1-1-1-16,-2 0 2 0,2 0-1 0,-1 0 0 16,-2 0 0-16,-1 1-1 0,1 0-1 0,0-2 1 15,0 3-1-15,-2-2 0 0,0 0 1 0,-1 2-1 16,1-2 0-16,-2 0 0 0,-2 0 0 15,2 1-2 1,-2-2 0-16,1 0 1 0,-1 0 0 0,2-1 0 16,-1-1-1-16,-1 3 2 0,0-3 1 15,0 0-1-15,1-1 1 0,-2 2-2 0,-1-2 1 16,2 1-1-16,1-2 0 0,-1 0-1 0,0 0 0 16,-1-2 2-16,2 1 1 0,0 0-1 0,0-1 3 15,-2 0-2-15,3 0 1 0,-1-1-1 0,-1 0 0 16,3-1 1-16,0 3 0 0,-1-2 0 0,1-3-1 15,-2 3 0-15,4-2 0 0,-2 0-1 0,0-1-1 16,2 0 0-16,-2-1 1 0,0-1 0 0,3-1 0 16,1 3 0-16,-3-4 0 0,1 1 1 0,1 1-1 15,0 0 1-15,-1-1 0 0,3 0 0 16,-2-1-1-16,2 3 0 0,-4-3 1 0,2 2 0 16,1-1-1-16,0-3 1 0,-2 3-1 0,3-2 0 15,-2 1 0-15,0-1 0 0,2-1 0 0,-2 1 0 16,2-1 0-16,-2-2-1 0,2 1 0 0,2-1 0 31,-4 0 1-31,2 1 0 0,0 0-1 0,-1 1 1 16,1-2 0-16,0 0-1 0,0 1 1 15,1 2-1-15,-1 0 0 0,1-1-1 0,-1-1 0 0,2 0 2 16,-2 1 0-16,2-1 0 0,0-1 1 16,-2 0 0-16,1-1 1 0,1 1-1 0,-1-3-1 15,0 1 0-15,2-1 0 0,1 0 0 0,-3 0 0 16,3 0 0-16,-2 0 1 0,2 0-1 0,0 0 1 15,0 0 0-15,2 2 0 0,0-2 0 0,0 1 0 16,-1 0 0-16,2-1-1 0,-1 2 0 16,2 0 0-16,0-1 0 0,-1-1 0 0,1-1 0 0,1-1 0 15,-2 0-1-15,2 1 1 0,0-2 1 16,0 0-2-16,1 0 1 0,-2 0-2 0,3-2 0 16,-2 3 0-16,2-3-1 0,-2 1 2 0,2 0-1 15,-2-1 3-15,2-1 1 0,2 0 0 16,-3-1-1-16,3 1 2 0,-1-1-1 0,2 0-1 0,0-2 0 31,-1 1-1-31,1 0 0 0,0 0 0 0,1 0 0 16,-1 1-1-16,2-1 0 0,-2 1 1 0,0 2 1 15,0-1-1-15,0 2 0 0,-1-1 0 16,1 0 0-16,-2 2 0 0,-1 1-1 0,0-1-1 16,2 0 1-16,-3 2-1 0,3-3 2 0,-1 2-2 15,-1 0 1-15,1-3 0 0,-1 2 1 0,-1 0-1 16,1-1 0-16,0 0 1 0,1-1 2 0,0 1-1 15,1 0 1-15,-1 0-1 0,1-1 1 0,1 1-1 16,0-1 0-16,1 0-1 0,-1 1 0 0,2 0-1 16,1 0 1-16,-1-2 0 0,0 1 0 0,-1 0 0 15,-1 0 0-15,2-1 0 0,0 1 0 16,-2-1-2-16,0-2 1 0,0 2-1 0,0-1 0 16,0-1 1-16,0 1 0 0,-2 1-1 0,2-2 2 15,-3 2 0-15,-1-2 1 0,1 3 0 0,-1-3-1 16,0 2 0-1,-1 0-2-15,-2-1 1 0,1-1 0 16,-2 1 0-16,2 0 1 0,-2-3 2 0,-3 1 0 16,3-4 0-16,-4 2 0 0,2-3 0 0,-1 0 0 15,-3-3 0-15,1-2 0 0,-1-1 0 16,0-1-1-16,-1-2 0 0,-3-2-1 0,-3-2 1 0,1-1-2 16,-1-3 0-16,-2 0 0 0,-1-2 0 15,-1 0 0-15,-2-2 0 0,0 1 0 0,2 0 1 16,-4 4 0-16,2-2 0 0,-3 4 0 0,2-1-2 15,0 3-1-15,-1-2 1 0,1 4 0 0,0 1 1 16,-1-1 1-16,2 2 1 0,2-1 0 0,0 1 1 16,2 0-1-16,2-1 0 0,-1-1 0 0,2 0 0 15,2 1-1-15,0-2 1 0,2-2-1 0,3 0 0 16,1-1 1-16,3-1-1 0,0 0 0 0,2 2 0 16,2-1 0-16,1 3 0 0,2-1-3 0,-1 2 2 15,3 2-1-15,0-1 1 0,5 2 1 16,0 1 1-16,-1 1 1 0,4-2-1 0,1 3 1 15,3 1-1 1,-1-2 0-16,2 2-2 0,3 1 1 16,-3 0 0-16,2 0-1 0,0 1 0 0,0 2 0 15,-2 1 0-15,3 0-1 0,-2 4 0 0,-1 0 1 16,-1 1 0-16,-2 3 1 0,1 0 1 0,0 4 1 16,0 0 1-16,-1 0 1 0,2 4-2 0,-2 0 0 15,1 3 1-15,2 1-1 0,-2 0 0 0,0 3 0 16,0-1 0-16,-1 4 1 0,0-1-1 0,0 4 2 15,-2-2 0-15,0 3 1 0,0 1-2 0,0 0 1 16,-2-2-1-16,-1 4-1 0,0-1-1 0,-2 4 2 16,1-2 0-16,-3 0-1 0,-1 3 1 0,0 0 0 15,0 0-1-15,-3 1-1 0,2 1 0 16,-4 0 0-16,-3 2-1 0,2 0-1 0,0 1 0 0,-6 1 1 16,2 0-1-16,-2-2-1 0,-2 0 3 15,-2 3 0-15,-1-2 1 0,0 2 0 0,-2 1 1 16,-1 0 0-1,0 0-1-15,-2 1 0 0,0 1-1 16,-1-1-1-16,0 2 6 0,0 0 3 0,-1 1 1 16,1 0 2-16,-1 1 0 0,0-2 0 15,-1 3-5-15,0 0-3 0,-1 1-2 0,0-1-2 16,0 0 2-16,2-1-2 0,-1 0 2 0,0-1-1 0,0 1 2 16,0 0 0-16,1-2-2 0,3-2 2 15,-2 2-2-15,1-2 1 0,0 1-2 0,2 0 1 16,0-2 0-16,0-1-1 0,2-1 0 0,-1 0-1 15,2-1 0-15,0-4 0 0,-1 4 0 0,6-5-1 16,-6 0 1-16,6-3 0 0,0-2-1 0,-2 0-1 16,3-1 1-16,1-3 0 0,-2-1 0 0,3-2 0 15,0-1 1-15,1-3 2 0,-1 1-1 0,2-6 1 16,1 2 1-16,1-1 0 0,2-3-1 0,-1-2 1 16,1 0-1-16,3-2 0 0,-2 0 0 0,4-3-1 15,-3 1 1-15,6 0 1 0,-2-2-1 16,0-3 0-16,2 2 1 0,-2 0-1 0,2-3-1 15,0 3 0-15,-2 0 0 0,5 0 0 0,-3-4-1 32,-1 4 1-32,1-1 0 0,2 2-1 0,-1-2 1 15,-1 1 1-15,3-1 0 0,-4 1 2 0,1 0 0 16,2-1 2-16,-1-1-2 0,1 2 0 0,-1-1-1 16,0 2 0-16,-1 0-1 0,0-2 0 0,0 2 1 15,-2 0 0-15,0 1 0 0,-3 0 0 16,0 2 1-16,0 0-1 0,-1 0-1 0,-3 1 1 15,0 1-1-15,-1 1 0 0,-3-2 0 0,4 2 1 16,-3 0-1-16,1 0 1 0,-1 0 1 0,-2 0 0 16,1 0 1-16,0-1 0 0,-1 1-1 0,1-3 1 15,-2 3 1-15,-2 0-2 0,3 0 1 0,-1 0-1 16,-1 0 0-16,2 0 0 0,-4 0-2 0,4 0 1 16,1 0 0-16,-3 0-1 0,1 0 0 0,2 3 0 15,-1-3 1-15,0 1-1 0,1 1-1 0,1-1 2 16,0 1-1-1,0-1 0-15,2 2 0 0,-1-1 0 16,0 0 0-16,-2-1-1 0,2 0 0 0,-1 1 0 16,3-2-1-16,-4 2 1 0,2-2-1 15,-2 0 1-15,1 0 0 0,0 0-1 0,0 0 1 16,-1 1-1-16,-1-1 0 0,1 1 1 0,2 1-2 16,-1 1 0-16,-2-2 1 0,1 2-1 0,0 0 2 15,0-1 1-15,1 1 1 0,-1-2 0 0,1 2 1 16,-2-1 0-16,1-1-2 0,2 0 1 0,-1 1-1 15,-2 1 0-15,1-2 0 0,4 1-1 0,-4 0 0 16,0 0 0-16,2 2 0 0,-2-3 0 16,1 3 0-16,-2-4 0 0,3 4 2 0,-2-1-2 0,-1 0 0 15,1 0 1-15,-2 0-1 0,-1 0 0 16,0 0-1-16,1 0 0 0,-2-1 1 0,3 0-1 16,-5 0 1-16,1-1 0 0,0-1-2 0,-3 2 0 15,-2-2-1-15,-2-2-2 0,-2 2-2 16,-3 0-8-16,-1 0-19 0,-4 0-47 0,-4 0-83 15,-4-1-151-15,-1 1-273 0,-5-2-320 0,-2 0-392 16,-3-2-362 0,-5-2 10-16,-3-1 711 0</inkml:trace>
  <inkml:trace contextRef="#ctx0" brushRef="#br0" timeOffset="11017.79">5932 9646 81 0,'-2'-9'525'0,"-1"0"373"0,0 2 226 16,0-1-2-16,0 2-401 0,1 2-186 16,0 2-68-16,1 1-47 0,2 1-62 0,1 3-59 15,-2 4-49-15,3 5-60 0,-1 3-73 0,1 5-47 16,3 2-30-16,-3 4-19 0,2 1-11 0,0 1-5 15,-2 2-2-15,2 0-6 0,0-1-1 0,-1-2-41 16,1 3-70-16,-2-2-106 0,0 0-184 16,0 1-290-16,-3-1-346 0,-1 4-314 0,-2 1-152 0,-2 1 290 15,-6 3 649-15</inkml:trace>
  <inkml:trace contextRef="#ctx0" brushRef="#br0" timeOffset="12265.16">5681 10787 16 0,'2'-11'383'0,"-2"4"287"16,2-1 196-16,-2-2 88 0,3 3-247 0,0-2-177 0,1 2-117 0,-1-2-72 15,3-2-42-15,2 2 8 0,1 2-28 16,1-4-39-16,4 2-31 0,-1 0 12 0,1-1-7 16,0 0-53-16,1 0-48 0,2 1-28 0,-4 2-17 15,4-1-28-15,-4 4-6 0,2 0 5 0,-3 3 8 16,0 4 6-16,-2 3 6 15,-2 3 0-15,-4 5-7 0,0 5-11 0,-3 4-8 0,-4 4-7 0,-2 4-5 16,-1 4-6-16,-2 1-3 0,-3 3-3 16,3 1-3-1,0 2-3-15,0-2 0 0,0-3-2 16,5 1-2-16,-2-3 0 0,5 0-1 0,0-4 0 16,0-2-2-16,5-4 0 0,-2-4 0 0,5-3-1 0,0-3-1 15,3-4 1-15,3-4 0 0,1-5-1 16,0-5-3-16,3-6-11 0,1-4-20 0,-2-4-45 15,2-4-64-15,1-5-54 0,0-2-63 0,0 0-76 16,-1-2-69-16,0-1-19 0,2 1 39 0,-4 1 33 16,2 4 46-16,-2 3 82 0,-2 5 85 15,-1 2 66-15,-1 6 58 0,-1 3 67 0,2 6 76 0,-1 5 74 16,1 5 46 0,1 0 28-16,2 7 16 0,-1 6 19 0,4 2-1 0,-2 4-29 0,4 2-20 0,0 1-28 15,0 0-36-15,0 1-54 0,2-4-49 16,1-2-32-16,0-5-25 0,1-3-16 0,-1-7-8 15,1-6-4-15,0-5 0 0,-2-5 0 16,-2-7 0 0,-3-3 1-16,0-7 1 0,-6-3 1 0,-2-1 1 15,-5-4 0-15,-3-1 10 0,-3-1 9 0,-5-1 8 16,-1 3 6-16,-5-1 5 0,-3 2 4 0,-5-2-5 16,-1 5-8-16,-3 0-7 0,-4 0-7 15,-1 2-8-15,1 2-4 0,-1 1-5 0,-1 6-2 16,4 0-3-16,1 6 1 0,2 5 0 0,0 6-3 15,6 6 1-15,2 6-2 0,4 5-3 0,2 5-11 16,7 4-43-16,2 4-69 16,7 1-88-16,2 2-160 0,7 3-297 0,4-4-328 0,4 0-322 0,7 0-188 15,7-2 137-15,5-2 654 0</inkml:trace>
  <inkml:trace contextRef="#ctx0" brushRef="#br0" timeOffset="13449.54">19894 9445 308 0,'-1'-4'648'16,"-2"1"259"-16,-1 3 147 0,1 3-233 0,-1 3-226 15,1 5-119-15,0 5-42 0,-1 3-1 0,1 7-64 0,0 4-64 0,0 6-44 16,-2 3-44 0,2 5-66-16,-3 3-56 0,1 3-29 15,0 3-19-15,0 0-17 0,0 4-11 0,1 2-5 16,-4-1-10-16,2 1-5 0,-2-1-22 16,1-1-74-16,0-2-82 0,-1-5-157 0,0-5-275 0,-4-2-317 15,2-2-357-15,-2-3-193 0,-2-4 96 0,-2-2 624 16</inkml:trace>
  <inkml:trace contextRef="#ctx0" brushRef="#br0" timeOffset="13916.38">19030 11689 103 0,'-4'-6'482'0,"0"-3"286"0,0 0 146 16,0 0-26-16,4-3-326 15,0-3-143-15,4-2-95 0,1-2-42 0,2-3-21 16,1-2-14-16,1-5-23 0,4 0-22 15,0-4-27-15,0-5-18 0,4-4 39 0,1 1 0 16,0-2-28-16,1-1-27 0,-1 2-18 16,0 2-15-16,-2 4-49 0,-3 4-25 0,-4 7 0 0,2 3 1 0,-6 8 3 15,-2 5-1-15,0 6-2 0,-3 6 1 16,-1 8-14-16,-1 3-9 0,-1 7-7 16,0 6-1-16,-1 4-2 0,1 5-3 0,0 2-1 15,-1 4-1-15,2 2 3 0,0-1 0 0,1 3 1 16,-1-2 0-16,2 1 1 0,0-3 0 15,0-1-3-15,3-4 0 0,-1-4-4 0,1-6-1 0,3-3-4 16,-3-7-17 0,2-5-54-16,0-5-59 0,-2-5-61 0,2-8-100 15,1-5-148-15,-3-3-166 0,0-8-198 16,2-2-218-16,0-3-181 0,0-3 63 0,1-3 346 16,0 0 385-16</inkml:trace>
  <inkml:trace contextRef="#ctx0" brushRef="#br0" timeOffset="14451.76">19384 11243 193 0,'12'-17'436'0,"-2"3"232"0,1 3 198 0,2 3-138 16,-2 4-126-16,1 0-71 0,1 3-61 0,1 2-62 0,-1 3-55 16,1 3-40-16,2 0-29 0,0 4-16 0,1-1-23 15,0 3-30-15,-1 0-40 0,3 1-44 0,-3 0-28 0,-2 4-34 16,1 0-17-16,-3 3-10 16,-2 1 5-16,-4 4 2 0,-1 3-9 0,-3 2-8 0,-2 2-3 15,-7 3-2-15,2 3-6 0,-4-1-2 0,0 1-5 16,-3 0-2-16,1-3-1 0,0-2-2 0,2-5-6 15,-1-2-2-15,2-6-3 0,2-3 0 16,1-6-1 0,4-3-3-16,1-6-9 0,1-6-34 0,2-3-68 15,2-7-58-15,4-1-72 0,-1-8-105 16,4 0-115-16,0-3-86 0,1 0-9 0,1 0-21 16,3 0 10-16,1 5 75 0,-2 1 106 0,2 2 112 15,-1 3 95-15,1 3 99 0,-2 2 102 0,3 4 98 16,0 5 108-16,-3 3 107 0,1 5 92 15,-1 1 48-15,3 8-10 0,-3 2-40 0,3 2-28 0,0 4-19 16,2 2-37-16,-1 2-52 16,4 1-41-16,-3-1-39 0,2-1-51 0,4-3-57 0,1-3-41 15,1-6-26-15,2-4-11 0,-1-7-9 0,4-8-7 16,-4-5-1-16,-4-6-2 0,1-3 0 0,-4-8-2 16,-3-2 4-16,-1-4 1 0,-5-3 3 0,-4 1 13 15,-2-5 17-15,-5 5 14 0,-5-2 11 0,-4 0 7 31,-3-1 4-31,-7 0-10 0,-3 3-9 0,-3-2-10 0,-1 2-8 0,-2 5-4 0,-2 4-4 16,-3 7-2 0,2 5-7-16,-4 9-4 0,4 5-7 15,-1 6-5-15,1 7-3 0,3 3-3 0,4 5-5 16,4 1-32-16,1 3-79 0,3-1-98 0,5 0-178 16,3 1-294-16,5-2-341 0,2 2-363 0,1-4-162 15,4-2 244-15,-3 2 681 0</inkml:trace>
  <inkml:trace contextRef="#ctx0" brushRef="#br0" timeOffset="16014.46">2215 1613 89 0,'1'6'480'0,"1"2"315"0,-1 3 226 15,3 1 10-15,-1 1-281 16,3 4-157-16,2 1-45 0,-2 3-57 0,4 1-72 16,-1 4-85-16,1 2-62 0,-1-2-70 0,-2 5-78 15,2 0-43-15,-1 3-26 0,-2-5-19 0,-1 5-6 16,0-3-6-16,-1-1-5 0,-1-2-5 0,1-2-2 15,-1 0-3-15,-1-5-10 0,-1-2-26 0,1-3-58 0,-2-2-66 16,0-2-120-16,-2-1-197 0,-1-4-306 0,-2-2-325 16,-1-4-274-16,-3-2-131 0,0-4 382 0,0-3 620 15</inkml:trace>
  <inkml:trace contextRef="#ctx0" brushRef="#br0" timeOffset="16215.05">1996 1482 185 0,'-3'-13'797'0,"-2"2"429"0,-2 3 35 0,4 2-176 0,-1 1-446 16,3 3-309-1,1 1-161-15,1 1-81 0,4 1-43 0,4 1-18 16,-1 3-16-16,5 0-10 0,3 1-1 0,0 0-5 0,4 0 1 16,1 0 1-16,1-1 1 0,5 0 5 0,0 1-3 15,1-1 4-15,1 1-13 0,-1-2-77 0,-1 3-147 0,-2-2-212 16,-4 0-278-16,1 2-283 0,-3 1-233 15,-5 1 78-15,-3 1 453 0</inkml:trace>
  <inkml:trace contextRef="#ctx0" brushRef="#br0" timeOffset="16432.34">2006 2233 514 0,'-6'25'1023'0,"-1"-1"225"16,2-1-91-16,1-2-312 0,2-1-382 0,4-3-197 15,2-1-111-15,4 0-47 0,2-3-25 0,2 0-13 0,3-5-19 16,5-1-21 0,1-3-9-16,6-2-11 0,1-4-4 0,4 0 0 15,1-4-4-15,5-1-2 0,3 1-2 0,0-1-1 16,3 1-25-16,-1 0-76 0,-3 1-153 0,1 5-299 16,-3 0-271-16,-2 3-284 0,-1 1-204 0,-3 4 163 15,-4 3 545-15</inkml:trace>
  <inkml:trace contextRef="#ctx0" brushRef="#br1" timeOffset="20855.32">15812 621 36 0,'3'-7'372'0,"-1"1"293"0,-2 0 278 0,0 4 108 15,0-3-242-15,0 4-114 0,0-1-52 0,0 1-81 16,0 1-96-16,-2 1-103 0,-1 2-68 16,0 4-75-16,-2 4-70 15,0 4-37-15,1 8-22 0,-1 3-8 0,2 8-9 16,-2 5-8-16,4 3-5 0,-1 3-5 0,4 4-7 0,-1 4-8 16,2 2-7-16,0 1-8 15,2-3-8-15,1 1-6 0,1-5-5 0,4-6-3 0,0-4-3 0,2-7-1 16,2-7 0-16,3-6 0 0,1-6 1 0,1-7 1 15,1-6 0-15,3-6 1 0,-1-8-1 0,2-7 0 16,-2-4 0 0,2-6-1-16,-3-7-1 0,0-3 0 0,-1-1-1 15,-2-2-1-15,-5 0 0 0,2 0-2 16,-5 0 1-16,0 4 1 0,-5 2 1 0,-3 1 3 0,1 2-1 16,-3 7 2-16,-2 1 0 0,-1 5 1 0,0 2-2 15,-1 5 0-15,2 3 0 0,-1 2 0 16,0 4 0-16,1 1-2 0,-1 3 1 0,2 6-1 15,0 2-1-15,0 6-1 0,0 2 2 16,2 4 1-16,-1 7 1 0,1 0 4 0,0 5 4 0,-1 5 2 16,-1 4 1-16,2 3 0 15,-2 2-1-15,1 2-4 0,-1 0-3 0,2-3-4 0,0 0-1 0,3-5-2 0,-1-4-2 16,2-3 0-16,2-4-1 0,4-4 0 0,-2-5-3 16,3-3-8-16,0-3-15 0,3-3-27 0,-4-6-59 15,2-2-84-15,1-2-159 0,0-2-275 0,0-2-326 16,2 0-387-16,-2 0-296 0,0-3 40 0,0 1 715 15</inkml:trace>
  <inkml:trace contextRef="#ctx0" brushRef="#br1" timeOffset="21713.99">16884 664 112 0,'-3'-1'321'0,"-2"-1"161"0,0 2 145 15,2-1-122-15,0 1-62 0,1-2-1 0,-2 2 7 0,2 2 4 0,1-2-15 16,-1 0-44-16,2 0-69 0,-1 0-65 15,1-2-45-15,-2 2-13 0,2 0 11 16,2 0 19 0,-2 0 0-16,0 2-4 0,1-2-20 15,-1 0-39-15,0 0-37 0,2 0-39 0,-1 0-31 0,1 0-17 16,1 1-9-16,0 2 3 0,0 3 3 16,4 0 1-16,-1 5 8 0,4 2 2 0,0 4 0 15,2 2-4-15,2 6-4 0,-2 0-1 0,4 2-9 16,-2 4-3-16,4 3-3 0,-4 1-4 0,2 3-3 15,-2-1-3-15,3-1 1 0,-4-2-1 0,2-2-6 16,0-2-1-16,-2-4-5 0,1-3-5 0,-3-3 0 0,3-2-2 16,-4-4 0-16,0 1-1 0,0-5 0 0,-2-3 1 15,0 1 0-15,-3-2 2 0,0-2 0 0,1-2 4 16,-3 0 3-16,0-4 3 0,1-1 0 0,-3-6 1 16,2 0-1-16,-1-5-3 0,0-5-2 15,-1-4-3-15,2-2-1 0,-1-5-2 0,1-4-1 0,-2-2-1 16,2-5 0-16,-1-2-2 0,1-2 2 0,1-1 1 0,-1-1 4 15,2 1 4-15,-1 1 1 0,2 4 2 16,-1 1-1-16,-2 7-1 0,2 2-2 0,-3 6-3 16,1 4-2-16,-1 4-1 0,-1 4 0 31,-1 1-1-31,0 4-2 0,0 2-1 0,0 3 0 0,2 1-1 0,-1 2-6 0,-1 4-14 16,2-1-22-16,-2 1-40 0,0 0-75 15,0 4-125-15,0 0-217 0,0-1-297 16,0 2-359-16,0 2-375 0,-2-1-154 15,-1 1 438-15,0-1 740 0</inkml:trace>
  <inkml:trace contextRef="#ctx0" brushRef="#br1" timeOffset="22281.74">17588 586 28 0,'8'-8'616'0,"1"3"601"0,-4 1 189 16,0-1-140-16,-1 4-295 15,1 1-358-15,0 1-188 0,-1 4-119 0,-1 3-56 16,-1 6-46-16,-2 3-53 0,2 8-40 16,-2 5-24-16,-2 6-16 0,0 1-13 0,-1 5-10 0,2 3-9 15,-4 1-9-15,2-1-10 0,3 2-8 0,0-1-5 16,0-7-4-16,3-2-3 0,5-7-1 0,-2-5-2 15,6-5 1-15,-2-5-1 0,5-6 1 0,-1-6 0 16,3-6 1-16,2-6 0 0,-1-5 0 0,1-1 1 16,3-8-2-16,-5 1 0 0,2-2 0 0,0 1 0 15,0 1 1-15,0 0-2 0,-1 2 1 0,0 2 1 16,-1 1 0-16,0 6 0 0,0-1-1 0,1 3 1 16,-4 7 0-16,2 0 1 0,-2 4 1 15,2 4 0-15,-2 3 1 0,0 5 0 0,-1 2 0 0,1 2-1 0,-1 3-1 16,1 3 0-16,-2 1-1 0,1 3 0 0,1-1 0 0,-1-3 1 15,-1-2 1-15,0-1-1 0,-1-4 0 0,1-6-1 16,0 0 0-16,0-5 1 0,-1-6 0 0,-1-5 1 31,1-2-1-31,-2-5 1 0,1-5 0 0,-1-3 0 16,-3-5-1-16,1-1 1 0,-1-4 0 0,-1-3 3 16,-2-3 5-16,3-2 2 0,-1 0 2 0,-2-5 4 15,-1 0 1-15,1-1-1 0,-1-1-2 0,1-1-3 16,-1 1-2-16,-1 3-4 0,2 4-3 15,-3 4-1-15,0 5-1 0,-3 7-1 0,2 2-1 16,-1 6-2-16,-1 5-7 0,0 3-15 0,-2 6-23 16,0 2-50-16,-1 5-76 0,0-1-127 15,1 7-203-15,1 2-300 0,1 1-353 0,3-1-329 16,2 1-142-16,-1-2 411 0,3 3 687 0</inkml:trace>
  <inkml:trace contextRef="#ctx0" brushRef="#br1" timeOffset="23197.43">20176 882 56 0,'-13'6'478'0,"-1"0"394"0,3 0 266 0,0-2 10 15,-2-1-382-15,5 1-272 0,0-4-138 0,2 0-99 0,3 0-81 0,0-3-59 16,3 6 17-16,3-1 48 0,5 4 11 0,0-4-9 0,5 5-8 15,2-2-9-15,4 1-52 0,3-1-51 0,4 0-34 16,0-1-20-16,3 0-2 0,-1 0-3 0,2-1 3 16,-2-1-3-16,0-1 1 0,0 1 3 0,1-1-6 31,-4-1-7-31,0 0-4 0,-3-1-32 0,-2-1-66 0,-5-1-81 16,-2-1-159-16,-1-3-268 0,-5 0-321 0,-2-3-308 15,-5-1-199-15,-2-1 116 0,-4-5 595 0</inkml:trace>
  <inkml:trace contextRef="#ctx0" brushRef="#br1" timeOffset="23460.23">20407 707 134 0,'0'1'591'0,"1"5"320"16,2-1 117-16,4-1-38 0,3 0-383 16,5-3-238-16,1 3-92 0,5-1-40 0,-1-2-26 15,4 1-11-15,1-1-22 0,4 2-16 0,2 0-24 16,-1 2-16-16,0 2 40 0,-1 0-1 0,-2 4-28 0,-1-3-14 15,-5 3-11-15,0-3-10 0,-4 3-42 16,-6 1-22 0,0 1-6-16,-3 1-9 0,-5 3-2 0,-5 0-4 15,-1 3-1-15,-4 1-3 0,-5 1-9 0,0 0-3 16,-6 3-11-16,0 0-51 0,0-1-57 0,-1 0-68 16,0-1-120-16,2-2-183 0,1-3-313 0,0 0-245 15,6-3-225-15,-2-3-60 0,6 0 367 0,1-4 513 16</inkml:trace>
  <inkml:trace contextRef="#ctx0" brushRef="#br1" timeOffset="24932.51">21722 778 38 0,'-11'-4'335'0,"2"1"241"0,-4 1 243 16,5 2 84-16,0 0-219 0,3-2-109 0,-1 2-81 0,2-3-78 31,-1 3-85-31,2-1-82 0,1 1-80 0,2 0-61 16,2 0-46-16,-1 0-25 0,6 1-22 16,3 4-6-16,3-3 3 0,2 1-3 0,3 1 81 0,4 2 47 15,2 0 22-15,-1 3 3 0,3-1-5 0,-2-4-7 16,-1 2-64-16,0-2-39 0,-1 0-19 0,-2-3-11 15,-4 0-5-15,2 1-2 0,-5 0 18 0,-3-1 14 16,-2 0 6-16,0-1 14 0,-3 3 7 0,-2-3 8 16,2 0-12-16,-4 0-8 0,-1 0-5 0,0 1-11 15,-1 1-8-15,-4 3-16 0,-1 0-11 0,-2 1-6 16,-2 3-3-16,0 1-4 0,-2 1-2 0,-2 4 4 0,0-2 4 16,-1 4 1-16,0-1-1 0,0 1 2 0,1-1 1 15,1 1-1-15,0-2 0 0,0 1-1 0,2-1 0 16,1-1 0-16,2-1-1 0,2-4 1 0,1-1-3 15,-1 0 0-15,5-3 2 0,-3-1-2 0,4 1 0 0,0-2 2 16,2 2-1-16,0-2 1 0,2-2 0 0,2 2 0 31,1-1-1-31,-1-1 0 0,4 0-2 0,0-1-5 16,3 2-34-16,0-2-62 0,1-2-64 0,2 1-108 16,0-4-163-16,3 1-253 0,-2-3-296 0,4-1-237 15,1 0-167-15,-1-3 191 0,1-1 515 0</inkml:trace>
  <inkml:trace contextRef="#ctx0" brushRef="#br1" timeOffset="25980.34">22350 763 189 0,'3'-7'767'0,"-3"3"413"0,-2 3 77 0,-2 0-106 16,-4 1-383-16,0 4-241 0,-2 4-144 16,-2 1-82-16,-1 6-50 0,0 0-58 0,-1 1-66 0,1 0-41 15,0 1-28-15,1 2-18 0,4-2-15 0,-1-1-11 16,4 1-13-16,2-3-2 0,3-1-1 0,0-2-2 0,3-1 1 15,2-2 2-15,3-1 6 0,0-2-1 0,1-4-4 16,4-1 1-16,0-5-2 0,1-1-4 0,2-2 0 16,0-3-2-16,-1-1 1 0,1-1-1 0,1-1 1 31,-1-3 0-31,-2 4 1 0,-2 1 2 0,2 0-1 16,-6 4 0-16,0 0 4 0,-1 3-1 0,-2-1 0 15,-2 1 1-15,1 4 2 0,-1 1 1 0,-2 4-2 16,3-2-1-16,-4 6 3 0,1-1-1 0,-1 4 1 0,-1-1-1 15,1 2 1-15,-2 2 0 0,0-1-1 0,2-1-2 16,0 2-1-16,4-4 0 0,-4 1 1 0,1-1-1 16,2-3 2-16,3 2 0 0,-2-7 1 0,2 1 0 15,0-5-1-15,2 0 0 0,3-6-1 0,0-2-2 0,1-4-3 16,2-2 0-16,0-4-2 0,2-4 3 0,-2-2-1 16,2-4 3-16,-2 2 4 0,2 0 3 15,-2-3 0-15,2 3 1 0,-3 0-6 0,-1-1-6 16,-2 2-3-16,-1 1-2 0,-1 6 0 0,0 2-2 15,-3 3 8-15,-4 4 1 0,-1 5 4 0,0 4-2 16,-3 2 2-16,-2 7 6 0,-2 5 5 16,-1 4 1-1,-2 3 1-15,0 6-2 0,1 0-2 0,1 6-3 16,3 5-3-16,0-1 2 0,2 1 0 0,2 0 2 16,1-3 4-16,1-1-3 0,2-4-3 0,4-2-2 15,1-5 0-15,2-2-2 0,4-4-1 0,0-2-1 16,3-6 1-16,4-2 0 0,-4-4 0 0,5-4-1 15,2-3 1-15,-3-2-3 0,2-1 0 0,-1-3-1 16,-1 0 2-16,1-1 0 0,-3 0-1 0,-3 1 2 16,1 1-2-16,-4 1 2 0,-1 1 0 0,-3 3-1 0,-1 1 1 15,-2 0 1-15,-2 2 1 0,-1 0 1 0,1 1 1 16,-3 1 1-16,1 1-1 0,0 0 0 0,-2 1 1 16,-2 3-3-16,0 0 1 0,1-1 0 0,1 2 1 15,0-1-1-15,0 0 1 0,0 1-1 0,0 1-2 16,1 0 0-16,3-1 0 0,-3 1 0 0,2-2 0 15,1 2-2-15,0 0 0 0,6-1-1 0,-4-3-1 0,4 2 2 16,-1-1 1-16,2-2-1 0,0-1 1 0,5 0 1 16,-2-1-2-16,2-2-2 0,2-2-3 0,-1 1 1 31,0 0 0-31,1-2-1 0,0 0 4 0,-2-1 3 16,2 3 0-16,-2-3 1 0,-1 4-1 0,0-2 0 15,-3 1-1-15,-2 3-1 0,-1 1 2 0,-1 0 1 16,0 1 2-16,-3 3 1 0,1 1 0 0,-3-2 0 0,1 4 0 15,-1-3-1-15,3 3-2 0,-5 0 1 16,2-2 0-16,1 0-1 0,-1 1-2 0,0-1 2 0,4-1 1 16,-3 1-2-16,5-3 1 0,-2 2-1 0,3 0 0 15,0-2 0-15,0-1-1 0,1 3-2 0,2-4 2 0,-4 1 0 16,4 0 0-16,-1 0 0 0,0-1 1 0,-1 2 0 16,1 1-1-16,0-3 2 0,-2 2 0 0,2 1 0 15,-4 0 2-15,1 2 1 0,-1-3-2 0,-3 3 1 16,-1 2 1-16,0-1 1 0,-3 2-2 0,-1 1 2 15,-1-1 1-15,-3 4-2 0,0 2-2 0,-5 2-1 16,-1 0 0 0,-1-1-2-16,-5 4 2 0,-2 1-1 0,0 1 0 15,-2 0 8-15,-3 1 6 0,-3 2 2 0,3 0 1 16,0-1 2-16,0-1 0 0,-1-1-8 0,2-2-5 16,4-5-5-16,0 0-2 0,3-4-2 0,1-4-4 15,5-3-10-15,1-4-37 0,2-4-66 0,2-3-65 16,4-6-115-16,4-3-184 0,2-1-310 0,3-4-291 15,4-2-220-15,3 0-118 0,0-2 322 0,2 2 577 0</inkml:trace>
  <inkml:trace contextRef="#ctx0" brushRef="#br1" timeOffset="26497.4">24424 836 264 0,'0'1'498'0,"-3"1"219"16,2 3 116-16,-3 1-153 0,1 2-108 0,-2 3-65 15,-1-2-55-15,2 4-50 0,-1 2-28 0,2 3-26 0,-1 3-39 16,1 3-46-16,1 1-41 0,1 1-35 0,1-2-50 16,1 1-51-16,4-6-37 0,0 0-23 0,5-6-11 15,2-1-6-15,3-5-3 0,0-2 1 0,4-5-5 16,0-7-1-16,3-3 0 0,-2-3 2 0,2-5-1 15,-1-3-5-15,-3-2 1 0,-1-1 2 0,-2 3 12 16,-3-4 13 0,-4 4 13-16,-1 0 12 0,-6 2 5 0,-2 2 1 15,-4 2-9-15,-2 2-13 0,-3 2-8 0,-5 3-9 16,0 0-2-16,-1 3-3 0,-5 5-2 0,3 0 0 16,0 2-2-16,-3 7-1 0,4 0-3 0,-2 4-1 15,3 1 0-15,0 2-2 0,5 4-3 0,1-1 1 16,1 2-3-16,6 1 1 0,1 0-5 0,4 0-31 15,1-1-62-15,6-1-63 0,-1-2-91 0,4-3-155 0,3-3-240 16,1-2-296-16,5-2-230 0,1-1-181 0,0-5 101 16,2-4 497-16</inkml:trace>
  <inkml:trace contextRef="#ctx0" brushRef="#br1" timeOffset="26846.38">24910 885 44 0,'4'-14'624'0,"0"2"633"0,-4 2 292 16,-2 3-170-1,-3 3-411-15,0 3-372 0,-4 1-209 0,0 2-140 0,-3 8-98 0,-1 2-57 0,-2 3-30 16,-1 4-18-16,4 5-9 0,-2 2-9 0,2 0-6 31,4 6-3-31,2 0-8 0,3 2-2 0,3-2-7 16,1-1-4-16,6-2-2 0,1-5-2 0,5-5-1 16,2-4-3-16,4-9-3 0,0-4-11 0,3-8-20 0,3-3-27 15,1-8-36-15,-4-7-32 0,2-3-20 0,1-6-5 16,-1-3 15-16,-3-3 29 0,0-1 41 0,-2 1 41 15,-3-1 52-15,-2-1 57 0,-4 3 43 0,-2 2 29 16,-5 3 15-16,-1 3 6 0,-4 5-15 0,-1 3-34 16,-3 5-29-16,-3 5-22 0,-3 6-14 0,-1 7-17 15,-1 5-12-15,1 9-7 0,1 5-6 0,-2 5 0 16,2 5-3-16,2 2-1 0,3 3-1 16,2 2 1-16,1 1-2 0,4 5-2 0,0 0-7 0,1 2-16 15,6-1-49-15,1 2-71 0,6-5-107 0,2-4-172 16,6 0-296-16,4-8-333 0,8-1-296 0,5-2-161 15,7-5 268-15,3-1 619 0</inkml:trace>
  <inkml:trace contextRef="#ctx0" brushRef="#br1" timeOffset="27528.2">26576 796 91 0,'7'-8'338'0,"1"0"207"0,-1-1 226 15,1 1-30-15,4 1-118 0,-2 1-58 0,5 0-61 16,0 1-56-16,1-1-67 0,3 0-65 0,0 2-40 16,7 0-12-16,0 0-10 0,4 2-33 0,-1 0-36 15,1-1-27-15,-2 3-22 0,2 0-33 16,-3 1-24-16,-3 3-10 0,-2 0 6 0,-1 2 8 15,-8 3-9-15,-4 4-9 0,-5 3-3 0,-5 3-10 0,-7 3-14 16,-3 2-10 0,-5 2-6-16,-4 2-6 0,-2 3 7 15,-5 0 11-15,0 2 2 0,1 0-1 0,-1 3-3 16,2-2-3-16,3 2-11 0,5-1-7 0,-1-1-4 16,6-1-3-16,2-1-2 0,4-4-2 0,3-1 0 15,4-3 0-15,3-1 0 0,2-4 0 0,5-5 0 16,2 1-1-16,4-5 2 0,1-4-1 0,5-1 0 15,2-5 0-15,5-3 0 0,4-3 0 0,-3-2-3 0,6-2-10 16,-4-2-16-16,-1 1-30 0,-2-1-70 0,-2 0-76 16,-4 0-132-16,-1 2-189 0,-3-2-310 0,-3 0-329 15,-1 1-226-15,-1 0-96 0,-3 0 402 0,1-3 586 16</inkml:trace>
  <inkml:trace contextRef="#ctx0" brushRef="#br1" timeOffset="27899.05">27452 961 81 0,'6'3'535'0,"-3"3"436"0,-3 1 230 0,0 4-83 16,0 3-298-16,0 1-174 0,4 4-149 0,-4 2-102 15,1 4-77-15,1-2-49 0,1 1-66 16,0 2-71-16,2-3-43 0,2 3-32 0,2-3-18 16,-1-1-16-16,3-4-9 0,3-2-5 0,0-3-3 0,5-1 0 15,2-7 0-15,0-4-3 0,2-6 2 0,2-4-1 16,2-3 2-16,0-6-8 0,-1-1-4 0,1-4-2 15,-2-3-3-15,-2 1 0 0,-2-2 2 0,-5-2 10 16,-5 2 17-16,0-1 15 0,-5 0 7 0,-3-2 5 16,-3 1 3-16,-4-1-1 0,-3 0-7 0,-5-1-8 15,-4 1 0-15,-3 3-2 0,-5 1-2 0,2 4-5 16,-5 2-5-16,0 7-3 0,-1 2-7 0,-1 5-5 16,3 5-2-16,-1 7-2 0,3 4 0 0,2 4 1 15,1 2 0-15,5 4 0 0,1 1 0 0,3 2 0 16,2 2-1-16,2 0-7 0,4 2-14 0,3 2-20 15,-1-2-42-15,4-2-73 0,3 1-95 0,-1-4-154 16,4-1-287-16,2-4-325 16,-1-1-323-16,4-1-193 0,-1-5 141 0,1 0 637 15</inkml:trace>
  <inkml:trace contextRef="#ctx0" brushRef="#br1" timeOffset="28115.5">27518 970 64 0,'-10'5'607'15,"2"2"471"-15,-1-1 158 0,0 0-114 0,6-1-362 16,3 1-285-16,2 0-152 0,5 0-81 0,1 1-41 16,4 1-23-16,2-2-27 0,0-2-50 0,5 0-38 15,2 1-25-15,1-2-12 0,1 0-8 0,2 1-8 0,1-3-7 16,-1 0-6-16,2 0-49 0,-2 4-55 0,2-3-155 15,-3 2-270-15,-2-1-282 0,2 2-325 0,0 2-241 16,-2 1-11-16,-2-1 586 0</inkml:trace>
  <inkml:trace contextRef="#ctx0" brushRef="#br1" timeOffset="28544.79">28790 1396 18 0,'-7'-4'561'0,"0"1"531"0,0 0 311 16,-1 1-44-16,3 1-360 16,2 1-359-16,-3 1-215 0,5 1-118 0,-2 1-98 0,3 2-76 0,0-1-41 0,0 0-26 31,1 2-17-31,1 0-13 0,2 0-7 0,1 0-4 16,0-1-10-16,1 0-4 0,1-3-4 0,-1 1 1 15,3 0 5-15,-2-3 3 0,1-3 0 0,2 1 1 16,-2 0 0-16,0-2 0 0,0 2-8 0,2-3-3 15,-4 0-1-15,0 1-2 0,-1 0 0 0,-2 1 0 0,1-2 0 16,-2 2 0-16,-2-1-1 0,-2 1-1 0,-2 0-1 16,1 0-2-16,-2-2-2 0,-1 3-4 0,0 0-18 15,-4-1-47-15,1 1-71 0,-1-2-101 0,-1-1-172 16,2 0-300-16,-1-4-328 0,4 1-306 0,-2-3-176 16,2-1 235-16,1-2 639 0</inkml:trace>
  <inkml:trace contextRef="#ctx0" brushRef="#br1" timeOffset="28829.49">28776 488 424 0,'1'-21'845'0,"4"5"302"15,-5 1 60-15,0 5-258 0,0 1-252 16,0 0-183-16,0 4-135 0,1 2-74 0,-1 3-64 15,0 6-64-15,2 3-53 0,-1 4-27 16,-1 4-13-16,0 5-17 0,0 7-13 0,0 1-11 16,0 7-2-16,-1 1-1 0,-1 5-4 0,2-1-7 15,0-1-9-15,-1 1-8 0,1-4-9 0,1-1-7 16,1-3-6-16,-1 1 3 0,3-4-10 0,-3-4-32 16,-1 1-74-16,0-4-119 0,-1-2-204 0,-3-1-297 15,0-3-342-15,-2 0-364 0,-1-4-152 0,-1-1 399 0,-1-1 698 16</inkml:trace>
  <inkml:trace contextRef="#ctx0" brushRef="#br2" timeOffset="33381.06">16976 2782 326 0,'-10'12'627'16,"1"1"253"-16,0-3 135 0,0-1-247 0,3 0-185 16,1-3-131-16,-1-1-82 15,5-1-1-15,1-3 8 0,6-1-46 0,-2-3-35 16,4-3-35-16,2-3-26 0,4-3-50 0,1-6-54 15,2-2-28-15,2-3-19 0,5-5-10 0,-1-6-8 16,4 0-10-16,1-4-11 0,-1 1-8 0,3-4-3 16,0 2-4-16,0-1-7 0,-2 0-4 0,0 3-1 15,-1 2-2-15,-2-2-4 0,0 5-4 0,-3 0-1 16,-1 3-2-16,0 2-2 0,-7 3-1 0,3 3-1 16,-6 4-1-16,0 0-1 0,-3 4-1 0,-3 3-1 15,0 1-1-15,-2 3-5 0,-3 1-11 0,0 3-16 16,-2 0-22-16,-4 2-48 0,-2 3-69 0,-2 2-77 15,-2-1-114-15,-1 1-158 0,-1-1-244 0,0 1-272 16,-2-1-210-16,3-1-109 0,-1-2 254 0,1 1 497 16</inkml:trace>
  <inkml:trace contextRef="#ctx0" brushRef="#br2" timeOffset="33646.97">16928 2139 25 0,'0'10'371'0,"3"-1"302"0,1 2 278 16,0 1 128-16,5 1-304 0,0 0-212 0,3 4-66 0,1 0-21 16,6 0-63-16,0 2-66 0,0 0-49 0,5 2-43 15,-1-1-60-15,3 0-69 0,-1 0-41 0,2-1-29 16,2-1-26-16,-1 2-12 0,0-2-7 0,1-1-5 15,-1-1-3-15,1-1 0 0,-1 2-1 0,-1-2-3 0,0-1-3 16,-2 0-21-16,1 0-71 0,-3 0-78 0,1-3-151 16,-3 0-287-16,-1-1-318 0,2-3-346 0,-1 1-204 31,3-2 86-31,-2-3 620 0</inkml:trace>
  <inkml:trace contextRef="#ctx0" brushRef="#br2" timeOffset="34279.92">19716 2241 256 0,'-5'5'606'0,"-1"-1"324"0,1-2 132 15,2 2-250 1,-2-3-246-16,4 0-128 0,1 1-103 0,1 1-77 16,4-2-25-16,1 4-29 0,2-3-31 0,2 1 25 15,2-2 13-15,4 2-13 0,1 1-32 0,-1-2-21 16,5-2-11-16,1 2-51 0,-1-2-41 0,1-2-20 15,1 0-9-15,-1-1-1 0,-1 1-5 0,0-1-3 16,1-2-1-16,-5 0 0 0,4 1-2 0,-7 0-10 16,2-1-54-16,-3 0-58 0,-4 1-85 0,-1 1-153 15,-4 0-265-15,-2 2-319 0,0-2-258 0,-4 1-190 16,0 0 118-16,-4 1 545 0</inkml:trace>
  <inkml:trace contextRef="#ctx0" brushRef="#br2" timeOffset="34595.87">19916 2100 30 0,'9'0'402'16,"-1"2"324"-16,1 0 263 0,4 1 103 0,-1 3-339 16,7 0-208-16,-3 0-132 0,6 1-78 0,0 1-42 15,2 1-62-15,3 0-14 16,-2 3 9-16,2-1-11 0,3-1-25 0,-1 2-38 15,-1-1-9-15,-1 1-30 0,-2 0-39 0,0 1-18 16,-4 0-9-16,0 1-8 0,-5 0-14 0,-1 1-7 16,-4 1 2-16,-1 0-1 0,-7 2 0 0,-2 1 0 15,-4 0 0-15,-4 2 0 0,-3 1-8 0,-3-2-2 16,-2-1-4-16,-3 3-3 0,-2-4-2 0,-2-2-2 16,1-3-2-16,-1 1-16 0,-2-3-41 0,2 0-66 15,4-3-78-15,0-2-143 0,3-1-242 16,4-2-314-16,3-2-298 0,5 1-208 0,3-2 13 0,5-3 513 15</inkml:trace>
  <inkml:trace contextRef="#ctx0" brushRef="#br3" timeOffset="41013.07">17534 3803 127 0,'-1'-2'438'0,"-1"-1"286"15,0 1 248-15,-1 1-60 0,3-1-201 16,-2 1-138-16,2 1-51 0,0-2-25 0,0 4-59 0,0-1-70 0,0 2-57 15,-1 2-43-15,-1 1-60 0,2 3-60 16,0 3-37-16,-1 2-21 0,1 3-13 0,0 4-8 16,0 5-6-16,0 0-6 0,0 6-6 0,0 2-9 15,0 3-7-15,0-1-7 0,0 3-9 16,0-1-6 0,1 0-4-16,-1-3-5 0,3-1-2 0,-1-3-3 15,1-2-1-15,-1-3 0 0,1-4-1 16,-1-3-2-16,-1-3 1 0,2-4-2 0,-1-4-5 0,-2-1-11 15,0-4-16-15,-2-3-27 0,-2-5-63 16,1-4-72-16,-4-2-99 0,1-6-151 0,-2 2-230 16,-2-5-312-16,1-1-239 0,-1-2-178 0,-2-2 121 15,1-3 514-15</inkml:trace>
  <inkml:trace contextRef="#ctx0" brushRef="#br3" timeOffset="41361.51">17243 3579 142 0,'3'-3'499'0,"-1"0"266"0,1 1 209 16,0 1-37-16,2 2-234 0,4 4-175 0,-1 3-58 15,0 1 0-15,5 5-54 0,-1 2-67 0,1 4-62 32,3 3-38-32,-2 2-48 0,3 1-54 15,-4 2-29-15,5 0-27 0,-6 3-16 0,4-3-16 16,-3 1-18-16,1-4-11 0,-3-1-12 0,3-2-7 0,-3-5-5 15,0-2-3-15,0-3-1 0,0-3 1 16,-1-4-1-16,-1-5 0 0,1-3 0 0,0-6-1 16,-1-3 1-16,0-5-2 0,-1-3-1 0,0-3 1 15,1-3 0-15,-2-1 1 0,-2-5-1 0,0 3 0 16,-4-4 0-16,-1-2-1 0,2 0-1 0,-2 0 0 16,0 0-1-16,0 2-1 0,1 1 0 15,1 4-2-15,2 1-7 0,-1 5-21 0,4 2-46 0,1 5-71 16,0 2-73-16,4 4-132 0,1 3-181 0,4 5-305 15,0 2-273-15,1 2-201 0,3 4-70 16,0 3 382-16,1-1 524 0</inkml:trace>
  <inkml:trace contextRef="#ctx0" brushRef="#br3" timeOffset="41961.21">19477 3942 170 0,'5'3'776'0,"-2"-2"431"16,-2 2 50-16,3-1-61 0,-1 1-376 0,0 0-274 15,5 0-146-15,0 0-81 0,0 0-40 0,1-1-78 0,5 3-66 16,-1 0-44-16,4-2-29 0,3 1-18 16,2-2-15-16,1-1-10 0,6 1-6 0,-4-4-4 15,5 1-4 1,0-2-2-16,2-2-2 0,0-1-1 16,-1 0 0-16,-1 0-1 0,-3 0-3 0,2 0-2 15,-7 2-24-15,0-1-76 0,-6 3-86 0,-2-2-163 16,-6 2-284-16,-4-1-337 0,0 1-377 0,-6 1-213 15,-3-4 122-15,-1 3 691 0</inkml:trace>
  <inkml:trace contextRef="#ctx0" brushRef="#br3" timeOffset="42279.16">19731 3738 27 0,'9'1'411'16,"-1"1"334"-16,2-1 274 0,5 0 71 0,0 1-323 15,5-1-220-15,2 3-87 0,1-3-76 16,6 2-81-16,-4-1-3 0,7 1-28 0,-2 0-41 16,2 1-44-1,-1-1-28-15,2 4-14 0,-1-1-53 0,-2 0-27 0,-3 2-12 0,0 1-12 0,-2 0-7 16,-1 3-6-16,-4 0-1 0,-4 2-3 0,0-1-3 16,-7 2-7-16,1 0-5 0,-5-1-3 15,-4 0 0 1,-2 2-1-16,-2-2-2 0,-5 0-1 0,-2 0 1 15,-6 1-2-15,2 0-3 0,-7 2 0 0,1-3-3 16,-2 1-4-16,0-1-31 0,0 3-68 0,-2-4-74 16,3-1-141-16,1-2-245 0,4-1-319 0,0-1-335 15,6-2-224-15,1-1-15 0,5-2 547 16</inkml:trace>
  <inkml:trace contextRef="#ctx0" brushRef="#br1" timeOffset="48712.25">6950 6569 116 0,'-2'-1'265'0,"-2"0"79"0,2 0 6 16,2-1-61-16,-3 2-91 0,2 0-60 0,-1-3-42 0,0 3-22 0,1 0-5 0,-1 0-2 31,2 0-4-31,-2 0-6 0,2 0 2 0,-1 0 5 16,1 0 6-16,0 0 6 0,-2 0 11 0,2 0 9 15,0 0 11-15,-1-2 6 0,-1 2 9 16,2 0 9-16,0 0 9 0,0 0 17 0,-2-3 18 16,1 3 17-16,-1 0 18 0,1 0 13 15,-1-2 9-15,-1 2 1 0,0 0-3 0,2 0-21 0,-1 0-24 16,0 0-28-16,1 0-26 0,-1 0-27 0,-1 0-21 16,3 0-19-16,-2 2-13 0,2-2-7 0,0 0-10 15,0 0-11-15,0 3-8 0,0-3-3 0,2 0-2 16,-2 0-6-16,1 0-1 0,1 0 1 15,0 2-3-15,-1-2-3 0,3 0 2 16,-1 0 53-16,1 0 27 0,-1 0 14 0,2 0 8 0,0 0 3 16,-2 0-5-16,2 0-43 0,1-2-24 0,0 2-13 15,-1 0-4-15,0 0 40 0,1 0 19 0,-1 0 8 16,0 0 1 0,1-3-3-16,-1 3-5 0,1 0-38 15,-1 0-17-15,0 0-10 0,1 0-4 16,-2-2-2-16,1 2-1 0,0 0 0 0,0 0-1 0,0 0-2 0,2-1 0 0,-2 1-1 15,0 0-1-15,0 0 1 0,0 0 0 0,1 0 0 16,0 0-1 0,0 0 4-16,1 0-2 0,-1 1 2 0,1-1 0 15,0 2-1-15,-2-2 0 0,3 0-2 0,-3 0 2 16,1 0-3-16,2 3 1 0,-2-3 0 0,1 0 0 16,-1 0 0-16,2 0-1 15,-2 2 1-15,1-2-2 0,-1 0 1 0,0 0 1 0,2 3-1 16,-2-3 1-16,2 0 1 0,-1 2-1 0,0-2 1 15,-2 0 1-15,3 0 1 0,-3-2 1 0,0 2-2 16,1 0 2-16,0-3-1 0,-1 3-2 0,-2 0 1 16,0 0-3-16,1-2 1 0,-3 2 2 0,1 0 1 15,1 0-1-15,-1 0-2 0,-1-3 4 16,-1 3 7-16,3 0 10 0,-3 0 7 0,0-2 5 16,0 2 3-1,0-1 0-15,0 1-6 0,-3-1-12 0,3-1-6 16,0 0 1-16,-1 2 1 0,-1 0 2 15,2 0 3-15,0 0 0 0,-1 0 4 0,1 0-3 16,-2 0-2-16,0 0-2 0,2 0-3 0,-1 0-1 16,-1 0-4-16,-1 0-3 0,1 0-2 15,1 2 0-15,-1-2-1 0,2 2-1 0,-2-2 0 0,1 0 0 16,-1 0 0-16,2 0 0 0,-3 0 0 0,3 0 1 16,-3 0 0-16,0 0 5 0,1 1 4 15,1-1 1-15,-2 0 2 0,-1 0 1 0,0 1 3 0,0-1-3 16,-2 2-1-16,0 1 1 0,-2-3-1 15,0 0-2-15,1 2-2 0,-2 1-3 16,0-1-2-16,1-1-2 0,-3 1-1 0,3 1 0 16,-2-3 0-16,2 2 0 0,-1 0 0 0,1 0 0 0,0-1 0 15,0 0 1-15,-1-1 4 0,2 0 1 0,1 2 1 16,-2-2 0-16,2 0-1 0,0 0-1 0,-1 0-2 31,1 0-3-31,-1 0 0 0,1 0 0 0,0-2-2 16,1 2 1-16,0 0 1 0,2 0-2 0,0 0 0 15,0 0 0-15,-2 0 1 0,4 0-1 16,-1 2 1-16,1-2 0 0,-1 0-1 0,2 0 0 16,0 0-1-16,-2 0 0 0,2-2 0 0,0 2-1 15,0 0 1-15,0 0 1 0,0 0 1 0,0 0 0 16,0 0 0-16,0 0 0 0,0 0 0 0,0 0-1 16,0 0-1-16,0 0 0 0,0 0 0 15,2 0 0-15,-2 0-2 0,2 0 0 16,-1 0 1-16,-1 0-1 0,3 0 1 0,2 0-1 0,-1 0 2 0,1 0 1 15,3 0 0-15,0 0-1 0,3-1 0 16,0 1 0-16,1 0 0 0,2-1 0 0,-1 1-1 16,2 0 1-16,-2-2-1 0,4 2 2 0,-4-2-1 15,2 2-1-15,0-2 2 0,-1 2 0 16,0-3 0 0,0 3 1-16,-1-1 1 0,0 0-1 0,1 0 1 15,-3-1 0-15,0-1 0 0,0 1-2 0,-3 2 2 16,0-3-1-16,1 1-1 0,-4 1 1 15,0 0-1-15,-2 1 1 0,1-2 1 0,-3 2 0 16,1-2 0-16,-1 2 1 0,-1 0 1 0,0 0 0 16,0 0-2-16,-3 0 7 0,2 0 5 15,-3 0 2-15,-2 0 2 0,1 0-1 0,-3 2 0 0,-3-2-5 16,0 2-5-16,-3-2-4 0,0 1-1 0,-4 0 0 16,1 1 0-16,-4 1-1 0,1-3 1 0,-1 0 0 15,1 2 0-15,-1-2 0 0,0 3-1 0,3-3 1 16,0 2-2-16,1-2 1 0,2 1 0 15,1-1-1-15,3 0 0 0,0 0 0 0,2 0 0 16,1 0 0-16,1 0-1 0,1 0 1 16,0 0-2-16,3 0 1 0,-2 0-1 0,2 0 1 0,-2 0-1 15,3 0-2-15,-2 0-1 0,2 0-9 0,1 0-15 32,1-1-21-32,1 1-40 0,1 0-78 0,2-2-116 15,1 4-192-15,3-2-292 0,0 1-345 0,1-1-356 16,1 1-156-16,1 0 336 0,1-1 713 0</inkml:trace>
  <inkml:trace contextRef="#ctx0" brushRef="#br1" timeOffset="50828.21">12236 7270 6 0,'-3'0'214'16,"-1"2"122"-16,1-2 110 0,0 0-42 0,0 0-104 15,-1 0-83-15,1-2-42 0,-1 2-16 0,2 0 0 16,-1-1 16-16,0 1 9 0,1-2 30 0,1 2 34 31,-1-1 28-31,1 1 14 0,-1-2-3 0,2 2-12 16,-2 0-29-16,2 0-40 0,0 0-28 0,0 2-31 15,0-1-18-15,2 1-19 0,0-1-14 16,-2 3-11-16,1 0-18 0,2-1-16 0,-1-1-7 0,1 1 29 16,0 1 6-16,3-2 4 0,-1 2 40 15,-2-1 36-15,2 0 5 0,0-2-28 0,1 0-15 16,0 1-10-16,-1 0-40 0,0-1-27 0,0 1 3 16,0-2 1-16,1 0 3 0,0 0-2 0,0 2 1 15,2-2-5-15,-1 0-19 0,-1 3-12 0,3-3-6 16,-1 1-2-16,1-1-2 0,-2 0-2 0,1 0 0 15,0 1 2-15,0-1-2 0,1 0 2 0,1 0-2 16,-2 0 0-16,3 1 0 0,-2-1 0 0,-1 0 2 16,2 0-1-16,1 0 0 0,-2 0 1 15,1 0-2-15,1 0-2 0,-2 0 2 0,1 0-1 16,2-1 2-16,-2 1-1 0,0 0 1 0,0-1 0 31,0 1-2-31,0 0 1 0,0 0 0 0,-1 0 1 16,-3 0-3-16,2-1 1 0,1 1-1 0,-1 0 0 15,0-3-1-15,0 3 0 0,0 0 2 0,0 0 0 16,-2-2 1-16,3 2-1 0,-1 0 1 0,0-2-2 16,2 1 1-16,-1-1-1 0,1-1 2 15,0 2-2-15,-1-2 1 0,0 0 0 0,-1-2-1 16,0 2 2-16,3 0-2 0,-3 1 2 0,0 0-2 16,1-1 0-16,-1 0 1 0,-1 2-2 0,-1-1 1 15,-1 0-1-15,2 1 0 0,-2-1 0 0,-1 2-1 16,-1-1 0-16,0 1 1 0,0 0 1 0,-1 0 0 15,-1 0 1-15,1 0 0 0,-2 0 1 16,2 0 2-16,-2 0 0 0,0 0 10 0,0 0 6 16,0 0 7-16,-2 0 1 0,2 1 1 0,-2-1 0 15,-1 0-10-15,0 2-7 0,1-2 0 0,-1 1 1 16,0 1 1-16,-2 0-1 0,0-2 2 0,-4 1 0 31,3 0-5-31,-2 1-2 0,-3 1-1 0,1-1-3 16,-3 0-1-16,0 1 0 0,-2 0 0 0,0 2-3 15,0-2 2-15,1 1-2 0,0-1 1 16,-2 0 0-16,3-1 0 0,0-2 1 0,-1 2-1 16,1 1 1-16,-2-2 0 0,2-1 6 0,-1 0 1 15,0 0 1-15,-2 0 2 0,2 0 0 0,-2 0-1 16,0 0-5-16,0 0-2 0,0 0-2 0,-1 0-1 16,3 0-1-16,-2 0 0 0,2 0 0 0,0 1 0 15,2-1 1-15,1 1-1 0,-1-1 2 0,2 0 0 16,-1 3-1-16,2-3 1 0,1 0 0 0,0 0 0 15,-1 0-2-15,2 0 1 0,1 0-1 0,-1 0 0 16,3-3 1-16,-4 3-2 0,3 0 2 0,2 0 0 16,1 0-1-16,-1-1 1 0,2 1-1 0,-1 0-1 15,2 0-2-15,-2 0 1 0,2 0 0 16,0 0 0 0,2 0-1-16,1 0 2 0,0 0 0 15,2 0 0-15,2 1 0 0,2-1 0 0,0 0 1 16,1 3 0-16,2-3 1 0,1 0 0 0,4 0 0 15,0 0 0-15,1 0 1 0,0 0 0 0,4 0-2 16,0-3 2-16,2 3 0 0,-2-1 0 16,2 0-1-16,-1-3 1 0,4 2 0 0,-2-1-1 15,-1-1 0-15,0 0 0 0,0 0 1 0,-1-1-1 0,-4 0-1 16,0 1 1-16,0 1-1 0,-5 0 0 16,-1 1 0-16,0-2 0 0,-4 3 0 0,-1-1 1 15,-2 2 0-15,-1-1 1 0,-2 1 1 0,-1 1 1 16,-2 1-1-16,-2-1 6 0,-1 4 4 0,0-2 1 15,-3 1 2-15,0-1-1 0,-2 2 3 0,-1 1-2 16,-3-3-1-16,-1 1-3 0,-2 1 0 0,-3-2-1 16,-1-1-3-16,-2 2-4 0,-1-2-2 0,-3 1-1 15,0-1-1-15,-2 2-1 0,0-3 0 0,0 0-1 16,0 1 0-16,0-1 0 0,4 1 0 31,2-1 1-31,2 1 0 0,4-1 0 0,2 1 0 16,3-1 0-16,1-1 1 0,2 0-2 0,3 2 0 15,0-2-1-15,4 0 0 0,0 0 1 0,2 0 0 16,4 0 1-16,3 0 1 0,1 0 1 16,1-2 0-16,4 2 0 0,2-1 0 0,3-2 0 0,-2 1-1 15,6-2 0-15,-1 1 0 0,4-2-2 16,0 0 0-16,0 2-2 0,0-2-13 0,3 2-24 0,-3-2-64 16,-2 4-80-16,0-2-154 0,-1 1-283 15,-3 2-322-15,3 0-387 0,-3 2-277 0,-1-2 32 16,0 3 690-16</inkml:trace>
  <inkml:trace contextRef="#ctx0" brushRef="#br1" timeOffset="52810.95">17877 7024 96 0,'3'0'327'0,"-3"0"175"0,2 0 164 0,-2 0-100 16,0 0-120-16,0 2-62 0,0 0-11 15,0-1 0-15,0 0-1 0,0 1-23 0,0 1-32 16,0-2-43-16,0 1-47 0,0-1-44 0,0 2-22 16,0 0 1-16,1 1 12 0,2-2 6 0,-3 1-4 15,4 0 10-15,-1 0-17 0,0 0-29 0,4 0-32 16,-3-2-14-16,5 3-9 0,-2-3-21 16,3 1-13-16,0-1 1 0,1-1 2 0,2 2-11 15,5-2-7-15,-4 0-4 0,5 0-1 0,0-2-12 16,1 2 6-16,2 0 2 0,2 0-1 0,0 2 2 15,1-2 0-15,1 1 5 0,2 2-4 0,0 0-2 16,2-1 0-16,0 4-2 0,2-4-2 0,-2 3-5 16,0-1-8-16,0 0-3 0,0 0-3 0,0-1-1 15,-3 0-1-15,0 2-1 0,-3-2 0 0,0 0 0 32,-2 0-1-32,-2 0 0 0,-2-2 0 0,-1-1-1 15,-3 1 1-15,0 1 0 0,-1-2 0 0,-2-2 0 16,-2 1 1-16,-1 0 0 0,1-1-1 0,-3-2 1 15,0 1 0-15,-3 0 0 0,0 0 0 0,1-2 1 16,-3 2-1-16,-1 1 1 0,-1-2-1 16,-3 2 1-16,-1-2-1 0,-2 2 0 0,-1-1 0 15,-2 3 0-15,-4 0 1 0,-2 3-2 0,-4-1 0 16,-1 2 0-16,-6 0 0 0,0 0 0 0,-3-1-2 16,-3 2 0-16,1 0 0 0,-2-4 0 0,-4 2 0 15,3-3-1-15,-3 0 2 0,2 0 1 0,-1-3 0 16,2 0 0-16,-1-2 1 0,3 1 1 15,2-2-1-15,2 2 0 0,5-2-1 0,2 1 0 16,3-1 0-16,5 4 0 0,1-1 0 0,4 0-2 16,2 2 1-16,2-1 0 0,1 1 0 0,1 1-1 15,3-2-1-15,3 1 3 0,0-1-1 0,0 0 1 32,0 2 0-32,2 0-1 0,-2-1 2 0,2 1-2 15,2 0 1-15,0 0-1 0,1 1 0 16,0 1 1-16,5 1-1 0,-4 2 0 0,6-1 1 15,0 1-1-15,1 3 1 0,5 1 0 0,-1-2 1 16,1 2 2-16,3-2 0 0,-1 1 0 16,2-1 0-16,1-2-1 0,-1-1 0 0,1-1-1 0,0-3 1 15,1 0-2-15,2-1 1 0,-3-2 0 0,0 0-1 16,-4-3 1-16,0 1-1 0,0-1 0 16,-6 1 1-16,-2 0 1 0,-1 0 1 0,-5 2 0 0,-1 1 7 15,-5 0 6-15,-4-1 1 0,-1 2 2 16,-6-1-1-16,-2 2 0 0,-5 0-8 0,-1 2-4 15,-4-1-2-15,-1 0-3 0,-2 1-1 0,-3 1 0 16,1-3-1-16,-3 1 0 0,-1-1 0 0,0-1 1 16,0 1-1-16,-2-1 1 0,2-1 1 0,0 0 0 15,0 0 0-15,0 0 0 0,5 0 1 0,3 2-1 16,1-2-1-16,4 2 1 0,4 0-2 0,4 0 0 31,-1 0-2-31,7 2 1 0,2 2 0 0,2-2-1 16,4 4 0-16,7 0 2 0,1 1-1 0,4 0 0 15,4 0 0-15,3-1 1 0,3 0 0 0,1 0 2 16,1-3 0-16,2-1 1 0,2 3 0 0,1-4 0 16,-1-1 0-16,0-1-2 0,0-2-2 0,-1 1-1 15,-2 2-4-15,-1-2-18 0,-3-1-36 16,-1 1-81-16,-4 1-120 0,-3 1-222 0,-3-1-309 16,0 1-372-16,-3 0-404 0,-2 0-122 0,-2 1 458 15,-4-1 760-15</inkml:trace>
  <inkml:trace contextRef="#ctx0" brushRef="#br2" timeOffset="59309.47">7399 6526 85 0,'0'2'280'0,"0"-1"131"0,0 1 74 0,0-1-83 16,-1 1-116-16,-1-1-78 0,2-1-36 0,0 0-25 0,-2 0-9 16,2 0-7-16,0 0 4 0,0 0 1 0,0 0 9 15,0 0 9-15,0 0 12 0,0 0 17 16,0 0 10 0,0 0 1-16,2 0 0 0,-2 0-3 0,0 0-8 0,2 0-14 0,-1 0-17 0,-1 0-18 31,0 0-24-31,0 0-22 0,2 0-21 0,-2 0-27 15,0 0-16-15,1 0-7 0,1 0-5 0,-2 0-9 16,0 0-1-16,0 0 4 0,0 0 0 16,4 0 16-16,-4-1 12 0,2 1 7 0,0 0 3 15,-1 0 1-15,1 0-2 0,-1 0-16 0,1 0-11 16,1 0-7-16,0 0-4 0,-1-2-1 0,0 2-3 16,1 0-1-16,-2 0 1 0,3-1 1 0,-3 1 1 15,4 0 1-15,-2 0-1 0,0 0-1 0,0 0-1 16,0 0 2-16,1 0-2 0,-1 0 1 15,2 0 2-15,-1 0-2 0,-1 0-2 0,0 0-2 16,1-2 1-16,-1 2-1 0,0 0 0 0,-1-1 2 16,1 1 0-16,-1 0 0 0,-1 0 1 0,2 0-2 15,0-2 0-15,-3 2-2 0,3 0 3 0,-3-1-1 16,2 1 0-16,-1 0 1 0,1-2 0 0,0 2 0 31,-1 0 0-31,1-1 3 0,1 1 1 0,-1 0-4 0,-1-2 0 0,3 2 2 0,-1 0 3 16,-2-1-5-1,4 1-2-15,-2-2 2 0,0 2 2 0,0 0-4 16,-1 0-1-16,1 0 4 0,0-1 1 0,-1 1 0 16,1 0 0-16,-1 0 3 0,-1-2-5 15,-1 2-1-15,2 0 2 0,-2 0-5 0,3 0 2 16,-3 0-1-16,0 0 13 0,0-1 20 0,0 1 51 16,0 0 63-16,-3 0 28 0,3 0 10 15,-2 0-9-15,-1 0-20 0,0 0-40 0,-2 0-49 0,2 0-27 16,-2 0-15-16,0 0-12 0,-2 0-2 15,0 0-7-15,2 0 1 0,-1 1-3 0,1-1 4 16,-1 0-2-16,0 0 1 0,1 0 0 0,0 2 0 16,0-2 1-16,-1 1-3 0,2-1 2 0,0 0 1 15,1 0 1-15,0 0 3 0,1 0-1 0,-1 0-3 16,0 0 0-16,1 0-2 0,2 0-1 0,-3 0 0 31,2 0 11-31,-1 0 5 0,-1 0 4 0,0 0 2 16,3 0-1-16,-3 0 0 0,3 0-10 0,0 2-3 15,-2-2-5-15,2 1-4 0,0-1-2 16,0 0-1-16,0 0-1 0,0 2 0 0,2-2 2 0,-2 1-1 16,5-1 4-16,-1 2-1 0,1-1-2 15,0 1-1-15,1 1-3 0,0 0-38 0,4-2-57 16,-1 2-48-16,-1-1-73 0,5 0-125 0,-2 0-172 16,0 1-239-16,3 0-226 0,-1-1-220 0,1 0-47 15,-1 0 308-15,-2 1 452 0</inkml:trace>
  <inkml:trace contextRef="#ctx0" brushRef="#br2" timeOffset="61009">12879 7281 167 0,'2'0'326'15,"0"0"127"-15,-2 0 15 0,0 0-151 16,1 1-117-16,-1-1-58 0,3 0-42 0,0 0-20 16,0 0-12-16,-1 0 22 0,1 0 8 0,0-1-2 15,0 1 50-15,2-2 23 0,-1 1 30 0,0 1 46 16,1 0 20-16,-1-2 25 0,1 2 2 15,0-1-4-15,0 1-8 0,1 0-50 0,0 0-30 16,1 0-38-16,-1 1-53 0,1 1-20 0,-1-2-27 16,3 1-16-16,-1 1-11 0,0-1-9 0,-3 0-2 15,4-1-9-15,-2 2-4 0,-1-2-4 0,2 1 0 16,-2-1-2-16,0 2-1 0,-1-2-3 0,0 0-2 16,0 2-2-1,0-2-1-15,1 1 10 0,-2-1 34 0,1 0 17 0,0 0 12 0,2 1 4 16,-3-1 2-1,2 0-11-15,-1 2-29 0,0 0-13 0,1-2-6 16,-1 0-7-16,0 1-5 0,1 1 4 0,-1-1 2 16,1 1-4-16,-1-2-2 0,-2 0 4 15,2 1-1-15,1-1-5 0,-3 0-4 0,2 0 1 16,-2 0 1-16,0 0-2 0,-1 0 1 0,1 0 3 0,-1 0 1 16,1 0-5-16,1 0 1 0,-2 0 0 15,1 0 1-15,0 0 2 0,1 0-1 0,0 0 5 16,0 0-2-16,0 0 0 0,0-1 3 15,2 1-2-15,-2 0-4 0,0-2-5 0,0 1 1 0,1-1 0 16,0 1-2-16,-2-3 1 0,3 4 1 16,-3-1 3-16,1 0 4 0,-3-1 3 0,2 2 2 15,1 0-3-15,-3-2-3 0,1 2-3 0,0-1-4 16,-1 1-1-16,-1 0 3 0,2-2-4 0,-1 2 4 16,2 0 3-16,-3 0 4 0,2 0-5 0,-1 0-3 31,-1-1 2-31,0 1 0 0,2 0 1 0,-2 0-4 15,0 0 6-15,0 0-1 0,0 0 5 16,0 0 3-16,0 0 23 0,0 0 49 0,-2 0 26 0,2 0 9 16,-1 0 0-16,-4-1-2 0,2 1-17 15,-2 0-36-15,0-2-19 0,-3 2-10 0,-1-1-7 16,0 1-5-16,-1-2-6 0,-2 2-6 0,0-1-3 16,1 1 0-16,-3 0 7 0,1 0 4 0,-1 0 2 15,3 0 0-15,0 1 0 0,-1-1 1 0,2 2-7 16,0-2-5-16,0 0-3 0,1 1-1 15,1-1 0-15,-1 2-1 0,1-2 1 0,-1-2-1 16,1 1 3-16,-3 1 5 0,1-3 4 0,2 2 1 16,-3-3 0-16,3 3 3 0,2-1 4 0,-1 1-3 15,3-1-3-15,-1 1 0 0,2 1-1 0,0 0-3 16,3 0-5-16,-2 0-2 0,4 0-3 0,0 1-2 16,1-1 0-1,-2 2 0-15,4-1 1 0,-4-1-1 0,4 2 0 0,-2-1 0 0,1-1 0 16,-1 2-1-1,2 0-2-15,-1-2-1 0,2 0-12 0,-1 0-50 16,-2 0-81-16,2 0-153 0,0 0-271 0,-2 0-316 16,2 0-385-16,3 0-322 0,-4 0 13 15,1 0 690-15</inkml:trace>
  <inkml:trace contextRef="#ctx0" brushRef="#br2" timeOffset="63449.26">18835 7105 111 0,'2'2'336'0,"-2"1"156"15,1-3 117-15,1 1-135 0,-1 1-134 16,1-1-63-16,0-1-12 0,-1 2 18 0,2-1 18 16,-3 1 5-16,2-1-12 0,1-1-9 0,0 2-19 15,-1 0-23-15,1-2-26 0,2 1-27 0,-4-1-33 16,2 0-14-16,2 1 1 0,0-1 10 15,0 2-3-15,0-2 21 0,2 0 15 0,0 1-17 16,-1-1-29-16,2 2-32 0,1-2-20 0,-1 0-32 16,2 0-22-16,1 0-11 15,-3 0-6-15,1 0-4 0,1 0-1 0,1 0-1 16,-2 0 11-16,1 0 5 0,2 1 2 0,0-1 0 0,-3 2 4 0,2-1-3 16,-1-1-12-16,-1 3-8 0,0-3-1 15,1 2-5 1,-2-1-1-16,3-1-1 0,-3 0-1 0,0 0-1 15,3 0 0-15,-5-1 0 0,2-1-1 16,0-1 1-16,3 2 2 0,-5-1-2 0,2-1-1 16,0 2 1-16,-2-1-1 0,2 1 1 0,-3 1-1 15,2-1 0-15,-3 1 0 0,1 0 1 16,1-2 0-16,-1 2-1 0,-2-2-1 0,2 2 1 0,-2-1 0 16,2-1-1-16,-2 1 1 0,3-1 0 15,-3 1 0-15,2-2-1 0,-2 2 1 0,2-3 1 0,-1 3-1 16,0 0 0-16,1-1 0 0,-1 0 0 0,0 0-2 0,0 2 1 15,-2 0 0-15,1 0 0 0,1 0 1 0,-3 0 1 16,1 0 0-16,-1 0-1 16,-1 0 3-16,2 0 0 0,1 0-1 0,-3 0 0 15,0 0 2-15,-3 0-1 0,1 0-2 0,2 0-2 16,0 0 1-16,-1 0 0 0,1 0 0 0,-2 0 0 16,2 0 0-16,0 0 1 15,0 2-1-15,0 0 0 0,0 0 0 0,0-2 0 0,0 2-1 16,0 0 1-1,2-2 0-15,-2 2-1 0,1-1-1 16,-1-1-1-16,0 1 2 0,2-1 0 0,1 2 1 16,-3-2 1-16,0 0 0 0,0 0-1 0,0 0 2 15,0 0-1-15,0 0 1 0,0 0 0 0,0 0 2 16,0 0-1-16,0 0 1 0,0 0-1 0,-3 0-2 16,1 0 2-16,1 0 2 0,-2 0 6 15,-1-2 1-15,1 2 2 0,-2-1 0 0,0 1 2 16,-1 0-4-16,-1-1-5 0,-2-1-2 0,0 2-3 15,-2-2 0-15,1 2-1 0,-1-1 4 0,-1 0 3 16,1 1 2-16,-1-2 1 0,0 2 0 0,-1 0 2 16,2 0-5-16,0 0-2 15,1 0-3-15,-2 0 1 0,1 0-1 0,1 0 1 16,0 0-1-16,-2 2 1 0,3-2 0 0,-2 0 1 0,0 0-1 16,1-2 0-16,-1 2-2 0,2-2 0 0,-3 2 0 0,3 0 0 15,0-2 0-15,0 2 1 0,0 0 4 16,5 0 2-1,-3 0 1-15,2 0 1 0,2 0 0 0,0 0-3 16,1 0-3-16,1 0-2 0,1 0-3 0,1 2 0 0,1 0 0 16,1 0 0-16,2 0-1 15,0 0 1-15,1 1 1 0,-1-2-3 0,4 2 1 16,-1-1 0-16,2-1 0 0,1 1-1 0,-2-1 2 16,1 1 0-16,2 0 1 0,-1-2 1 0,-1 1 0 15,2 0 0-15,1-1 0 0,0 2 0 16,0-2-1-16,-1 0 0 0,1 1 1 15,1-1 0-15,0 0-1 0,1 0 0 0,-1 0 1 0,0 0-2 16,2 0 0-16,-2-1 0 0,2-1 1 0,-4 1-1 16,4 0 1-16,-2-1 0 0,-1 0 0 0,1-1 0 15,-2 2 0-15,0-1 0 0,-2 2-1 0,-1-1 0 16,2 1 1-16,-1 0-1 0,-2 0 1 16,0 1-1-16,-1 1 1 0,1-1 1 15,-1 1-1-15,-1-1-1 0,2 3 0 0,-4-3 0 0,1-1 0 16,0 1 0-1,-2 1 0-15,2-1 0 0,-2-1 1 0,2 2 0 16,-2-2-1-16,0 0-1 0,0 0 1 16,-1 0-1-16,1 0 1 0,0-2 0 0,-3 2 0 15,4-1 0-15,-3 1 0 0,-1 0 0 0,2 0 0 16,-2 0 1-16,1 0-1 0,-1-2 0 0,0 2 0 16,2-1 0-16,-2 1 0 0,3 0 0 0,-3-1 0 15,0 1 0-15,1 0 0 0,-1-2 1 16,2 2-2-16,-1-2 0 0,1 2 1 0,-2 0 0 15,3-1 0-15,-3 1 0 0,4-2 0 0,-4 2 0 16,1 0 1-16,-1 0-1 0,0 0 0 0,0 0 1 16,0 0 0-16,0 0 1 15,0 0 0-15,0 0 1 0,-1 0 0 0,-1 0-1 16,-1 0-1-16,-1 0 0 0,1-1 0 16,-3 1-1-16,2-2 0 0,-3 2 0 15,2 0 0-15,-3-1 0 0,-1-1-1 0,-1 1 2 0,-1 0-1 0,0-1-1 0,0 0 1 16,-3 0 0-16,1 0-2 0,1 0 0 0,-2 2 1 15,-3-2 0 1,2 2-1-16,0 2 1 0,-2-2 0 16,1 4 0-16,-3-3 1 0,2 2 0 0,1 0 0 15,-1 0-1-15,3-2 1 0,-2 4 0 0,2-2-1 16,1 0 0-16,-3 0 1 0,5 0-1 16,-3-2 0-16,1 1 0 0,-1-2 1 0,1 1 0 0,-1-1 0 15,1-1 1-15,-1 1 0 0,-2-3 0 0,2 1 0 16,-2 1-1-16,2-2 0 15,-2 2 0-15,2-1 2 0,-2 0-2 0,3 1 0 0,0-1 0 16,0 2 0-16,0 0 1 0,4-1-2 0,1 1 0 16,1-2 1-16,1 2-2 0,1 0-1 0,2 0 0 15,2 0-2-15,-1 2-1 0,2-1-2 0,0 1-4 16,2-1-18-16,-1 3-57 0,-1-3-73 0,0 2-131 16,0 0-228-16,0 1-311 15,-1-1-354-15,-1 1-297 0,0 1-83 0,-2 0 500 16,-1-1 655-16</inkml:trace>
  <inkml:trace contextRef="#ctx0" brushRef="#br3" timeOffset="69207.73">7630 6528 205 0,'0'1'368'16,"-2"1"142"-16,2-2 25 0,0 0-135 15,-1 1-106-15,-1-1-47 0,2 0-18 0,-2 0 1 16,0 0 2-16,0 0-5 0,2 0 0 0,0 0-11 31,-2 0-3-31,1 0-8 0,1 0-6 0,0 0-16 16,0 0-21-16,1 0-23 0,1 0-31 0,-2 0-31 15,0 0-26-15,4 0 0 0,-2 0 5 16,1 2 2-16,0-2 1 0,2 0-6 0,-2 0 0 0,2 1-18 16,0-1-19-16,1 0-8 0,0 0-5 15,-1 1 4-15,0-1-3 0,0 2-3 0,-2-2 1 16,0 0-2-16,2 0-1 0,-2 0-1 0,-2 0 0 15,1 0 2-15,-2 0 12 0,0 0 10 0,0 0 18 16,0 0 19-16,0 0 38 0,0-2 21 16,0 2 1-16,0-1 5 0,-2 1 7 0,1-1 1 15,-1-1-23-15,-1 1-13 0,0 1-12 0,0-2-13 16,0 1-20-16,0 1-20 0,-1 0-13 0,1 0-7 16,0 0-5-16,1 0-5 0,-1 0 0 0,2 1-2 15,-1 1 0 1,-1-1-3-16,3 1-1 0,0 0 0 0,0 2 1 15,3-2-2-15,0 3 2 0,0-2-1 16,-1 0 4-16,3 3 0 0,-2-4-2 16,2 1 2-16,0-3 1 0,-1 2 1 0,2-2-1 15,-2-2 3-15,0 2-2 0,0-3 2 0,-1 3 0 0,0-2 1 16,0 2 2-16,-1-3 13 0,-2 1 6 16,3 1 4-16,-3 0 3 0,-3-1 2 0,1 0-2 15,2 0-12-15,-3-2-6 0,0 3-4 0,-2-2-3 16,2 0-3-16,-2 2-3 0,0-2 3 0,-1 0-4 15,2 0 2-15,0 0-2 0,1 0 0 16,0 1 0-16,1 1-2 0,1-1 0 0,-1 2-1 16,2-1-1-16,2 1-1 0,-1 0 0 0,1 0 1 15,3 0 0-15,0 0 1 0,2 0 3 0,1 0-2 16,0 0 0-16,0-2 0 0,4 1-4 0,-2 0-45 16,3-1-66-16,-1-1-92 0,1 0-165 0,1-1-295 15,-1-1-329-15,3-1-287 0,-2 4-176 0,0-4 212 16,-1 1 610-16</inkml:trace>
  <inkml:trace contextRef="#ctx0" brushRef="#br3" timeOffset="70773.89">13426 7260 66 0,'2'0'337'0,"-2"1"194"16,0 1 145-16,0-1-60 0,0-1-197 15,0 2-101-15,0-1-56 0,0-1-39 0,1 0 15 16,-1 0 28-16,2 0 0 0,1 0-6 0,0 0-14 16,1 0 2-16,2-1-23 0,-3-1-29 0,2 2-27 15,1 0-7-15,1-1 15 0,0 1-8 0,1 0-16 16,0-2-12-16,2 2 15 0,2-1-15 0,-2 1-31 16,1 0-15-16,3-2-9 0,-3 2-11 15,5-1-34-15,-3 1-17 16,1 0-10-16,0 0-7 0,0 0-2 0,-1 0-4 0,1-2 1 0,0 2 1 15,-1 0-2-15,1 0 1 0,-3 0-1 0,2-1 1 16,-2 0 1-16,-1 1 0 0,0 0-2 31,-3 0-1-31,-1 0 2 0,-1-2-1 0,0 2-1 0,-2 0 2 16,1 0 2-16,-2 0 2 0,0 0 7 16,-2 0 9-16,0 0 5 0,0 0 2 0,-2 0 0 0,-2 0-1 15,0 0-8-15,-2 0-8 0,1 0-6 16,-3 0-3-16,-3 0 0 0,0 0-2 0,-2 2-1 15,-2-2-1-15,-1 1 1 0,-2 0-2 0,-2 1 1 16,1-2 0-16,-2 1 0 0,1-1 0 0,2 2 1 16,1-2 0-16,1 0 3 0,2 1-2 0,3 1 1 15,1-2-1 1,3 1-1-16,0 1-2 0,4-1-1 0,1 1 2 0,2-1 0 0,0 3 0 16,2-2 2-16,1 1 0 0,1 0 0 0,0 0 0 15,4-2-1-15,0 1 1 0,0-2-1 0,4 0 0 16,-2-2 2-16,1-1-3 0,3 1 0 0,1-3-2 31,0 1-3-31,1-1-15 0,3-1-69 0,-3 0-75 16,1-2-148-16,-1 3-268 0,1-3-314 0,1 2-367 15,-1-1-229-15,0-1 38 0,-2 2 612 0</inkml:trace>
  <inkml:trace contextRef="#ctx0" brushRef="#br3" timeOffset="72008.95">19757 7110 150 0,'-8'-1'378'16,"2"-1"192"-16,-1 2 167 0,-1-2-146 0,1 2-117 16,0 0-57-16,1 0-19 0,1 0-12 0,0 0-34 0,-1 0-44 0,3-1-47 15,0 1-51-15,0 0-49 16,1 0-51-16,2 0-36 0,0 0-25 0,0 0-7 0,3 0 0 16,1 1 31-16,5-1 63 0,-3 2 27 0,5-2 36 15,3 3 3-15,-1-2-11 0,4 2-32 0,-1 0-38 16,3 2-23-16,0-1-30 0,0 2-16 0,2-2-11 31,0 2-4-31,-1 1-15 0,0-3-7 0,0 2-4 16,-2-2-6-16,0 2-1 0,-1-1-1 0,-1-1-1 15,-2-2-1-15,-1 2 2 0,-1-3-1 16,-4 2 2-16,1-3 12 0,-5 1 13 0,1-1 9 16,-4 0 4-16,-1 0 0 0,-1 0 1 0,-5 0-13 15,-1-1-12-15,-1 1-7 0,-3-2-6 0,-1 1-1 16,-4 1-4-16,-2 0 0 0,0-1 1 0,-2 1-1 15,2-2 0-15,-2 2 1 16,0-2 0-16,1 2 0 0,5 0 1 0,0 0-2 16,2 0 1-16,3 0-1 0,1 0-1 0,3 2-1 0,1 0-1 15,4 0 2-15,1 1-2 0,2 2 1 0,2-2 1 16,3 0 0-16,1 0 2 0,1 0-2 0,2-2 1 16,1 1 0-16,1-2 1 0,2-2 0 0,1-1 0 15,1 0-1-15,1 1-1 16,-1-3 0-16,2 0-2 0,0 2-1 15,-2-1-16-15,2 0-67 0,-2 0-83 16,-1 2-168-16,-1-1-278 0,-2 3-333 0,0 0-397 16,-1 3-260-16,0-3 97 0,-1 2 732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19:44.12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25243 6672 169 0,'0'-2'391'15,"-1"2"183"-15,1-1 143 0,0-1-181 0,-2 2-118 16,2-1-44-1,0 1-14-15,0-2-11 0,0 2-14 16,2 0-32-16,-2-1-44 0,0 1-48 0,1 0-49 16,-1 0-31-16,0 1-24 0,2-1-18 0,-1 2-12 15,1-1-7-15,0 1 3 0,-1-1 1 16,2 2 19-16,-1-1 23 0,1 1 19 0,-1 0 16 16,0 0 7-16,1-1 2 0,-3 2-20 0,1-3-22 15,4 2-22-15,-4-1-19 0,-1 0-14 0,3 0-16 16,-3 0-9-16,2-1-6 0,0-1-5 0,-1 1-2 15,-1-1-3-15,2 0-1 0,-1 0 3 0,3 0 1 16,-3 0 2-16,3-1-1 0,0 0 3 0,1-3-1 16,-1 3-3-16,3-4-1 0,-1 3 0 0,1-3 0 15,2 1-2-15,-1-1 0 0,2 1-2 0,-1-1-1 16,0 1-1-16,1 0-3 0,0-1 0 16,0 2-1-16,-2-1-1 0,2 4-2 0,-1-3-1 15,-1 3 1-15,0 3-1 0,0 1 0 0,0 0 1 16,-2 4-1-1,2 1 2-15,-1 1-1 0,0 0-1 16,0 4 0-16,-2-2-2 0,-1 0-1 0,3 0 0 16,0-1-2-16,0-1-1 0,-2 0-1 0,3-2-1 15,-2-1-1-15,3-1 0 0,-2-1-1 0,2-1 0 16,0-2 0-16,-1 0 2 0,4-2 0 0,-3-2 1 16,5 0-1-16,-2-2 0 0,1-1 2 15,0-1-2-15,1 2 0 0,1-2 0 0,-1 1-2 0,-1-1 0 16,-1 2 0-16,2 1 0 0,-1 0 1 15,0 2-1-15,-2-1 1 0,0 4 0 0,1-2 1 16,0 3-1-16,-3-1 1 0,2 4 0 0,-1 0 0 16,-2 2 0-16,2-1 1 0,-2 2-1 0,2 3 0 15,-1-4-1-15,-1 3 1 0,2-3-1 0,1 2 0 16,-2-3 0-16,1 1 0 0,2-3 1 16,0-3-1-16,0-1-1 0,2-1 2 0,-1-2-1 0,3-4 0 31,0 4 0-31,-1-5 1 0,2-3 0 0,0 3-1 15,-1-2 1-15,3 2-1 0,-5-1 0 16,3 2 1-16,0 0-1 0,-2 1 1 0,-1 2-1 16,2-2 1-16,-2 3-1 0,0 2 0 0,1 0-1 15,-1 0 2-15,-1 2-1 0,0-2 0 0,-1 6-1 16,2-4 1-16,-1 5 0 0,-1-1 1 0,2 0-1 16,-1 1 2-16,1 1-2 0,-1 0 0 0,1 0 1 15,0 1-2-15,-1-1 0 0,3-2 0 0,0-1 1 16,1-1-1-16,0-1 0 0,3-3-1 0,-2-1 1 15,2-3 0-15,-2 2 1 0,3-4 0 0,-3-1 3 16,-1 1 1-16,-1-1 1 0,-1 1 1 0,1 0 3 16,-2 0 2-16,1 1 1 0,-1 1 1 0,-1 1 0 15,-3 0 0-15,2 1-1 0,-4 1-1 0,0 2-1 16,1 1 1-16,-3-1-1 0,2 4 1 16,0-1-1-16,1 1-1 0,-2-1-2 0,-1 0-1 15,1 2-3-15,0 0-1 0,0 0-1 0,-2 1 0 31,-1-1-1-31,3-1 0 0,0 2 0 0,0-1-1 16,-1-2 1-16,2 2-1 0,1-3 0 0,3-1 1 16,-1-2-1-16,4-3 0 0,1-2 0 0,3-3 1 15,2-4 0-15,1-1 0 0,3-5 0 0,-1 0 1 16,-1 0 0-16,0-1-1 0,-1 2-1 0,-3 1 0 16,-3 2 0-16,-2 3-2 0,-3 0-4 15,-3 3-7-15,0 2-9 0,-5 5-17 0,-2 1-28 16,-1 1-62-16,-3 2-84 0,0 2-167 0,-3 1-276 15,1-1-333-15,0 3-397 0,2-2-277 0,0 0 69 16,1 0 757-16</inkml:trace>
  <inkml:trace contextRef="#ctx0" brushRef="#br1" timeOffset="8548.32">27762 6673 201 0,'0'5'469'0,"0"-2"229"0,0 1 138 0,-1-3-197 0,1 1-164 15,1 1-53-15,-1-3-31 0,5 1-28 16,-2 1-25-16,-2-2-26 0,4 2-29 16,-2-2-35-16,2 1-24 0,2 0-10 0,0-1 4 15,0 2-11-15,1-2-27 0,-2 0-27 0,2 2-27 31,0-2-29-31,0 0-29 0,0 1-18 0,1 0-7 16,1-1-7-16,-1 2-8 0,4-2-4 0,-1 0-3 16,0 0 0-16,3-2-1 0,0 1-2 0,0 0 3 15,1-3-1-15,3 2 1 0,-2-2-2 0,1 3 1 16,1-2-1-16,-2 0-1 0,2 2-1 16,-3 1 1-16,1 0 1 0,1 1 0 0,-4 0 3 15,2 4 1-15,-5 2 1 0,2 1 1 0,-1 3-1 16,-2 1-3-16,-1 0-3 0,0 3-3 0,1 0-2 15,-2 0-3-15,1-2-3 0,-1 2-2 0,2-1-3 16,0-4 1-16,-1 0-2 0,0 1 0 0,3-4 0 16,2-4 2-16,-3 2-1 0,3-1 1 0,-1-4 1 15,2-2-1-15,1 0 0 0,1-3 1 0,0 3-1 16,0-4 0-16,0 1 1 0,1 1-1 0,-1-2 0 16,0 1-1-1,1 0 0-15,-2 1-1 0,1 0 0 0,-3 1-2 0,3 0 1 0,-2 0 0 16,0 0 0-16,0 1 1 0,1 1 0 0,-2-2 2 15,3 3-2-15,-2 0-1 0,0 0 1 16,0 1-1 0,-1 2-1-16,-2 2 0 0,1 1 1 0,1 0 0 15,-2 3 0-15,0-1 1 0,-2 3 1 0,1-1-1 16,1 3 1-16,-2-3 0 0,-1 1-1 16,4-3 0-16,-4 0 0 0,3 0-1 0,-2-1 0 15,2-5 0-15,2-2 0 0,-2 0 0 0,6-5-1 16,-4 1 1-16,3-4-1 0,-1-1 0 0,1 2 0 15,0-2 0-15,-2 0-1 0,0 2 1 0,-1-2 0 16,0 3 1-16,0 2-1 0,-3-1 1 0,1 3 0 16,0-2-1-16,-3 4 1 0,3-1 0 0,-3 2 0 15,1 1 1-15,-2 0-1 0,-2 2 0 0,1 1 1 16,2 0-1-16,-5 1 0 0,3 0 0 0,0 0 1 16,0 1 0-16,-1-1-1 0,1 0 0 15,1 0 1-15,1 0 0 0,-1-2 0 0,0 0 0 0,3 0 0 31,-2-3 0-31,1 0-1 0,4-2 0 16,-3-2 0-16,5-1-1 0,-3-4 1 0,4 1 0 0,0-4 0 0,1 1 1 16,-1-3 0-16,0 2 0 0,-1-2-1 15,0 3 2-15,-5 1-1 0,2 2-1 16,-4 1 1-16,-1 1-1 0,0 4 0 0,0 0 0 16,-3 2 1-16,1 2-1 0,-1 1 0 0,1 4 0 15,0 1 0-15,1-1 1 0,1 6 0 0,-2-3 1 16,1 2-1-16,2-1 1 0,-1 0-1 15,0 0 0-15,3-1-1 0,-2-2-2 0,1-1-1 16,1-3-3-16,0 1-11 0,-1-2-16 0,-1-3-25 16,-1-1-54-16,0 0-78 0,-2 0-106 0,-1-1-177 15,1-1-294-15,-1 0-328 0,-4 2-287 0,3 0-140 16,-4 2 261-16,0 0 651 0</inkml:trace>
  <inkml:trace contextRef="#ctx0" brushRef="#br2" timeOffset="24414.12">5794 3154 196 0,'-3'-6'358'0,"0"0"141"0,0 2 43 0,-1-2-188 0,3 1-146 0,-1-1-44 16,1 2-24-16,-1 0-8 0,2-2-1 15,-3 2 6-15,3-1 23 16,0 1-15-16,-1 1-21 0,1 1-17 0,0 0-21 16,0 0-18-16,0 2-13 0,0 0 0 0,1 2 9 15,-1 0 6-15,5 5-13 0,-2 1-11 0,0 5-5 16,2 0-17-16,-2 3-16 16,2 1-18-16,0 4 7 0,1-1 5 0,-3 1-2 0,2 0 3 15,-2 4-2-15,0-2 6 0,-1 2-4 0,-1-4 5 16,-1 2-5-16,0-1-8 0,-1 0-28 0,-1 0-40 15,-1-3-48-15,1 1-56 0,-1-4-63 0,0-2-80 16,1-2-143-16,1-5-159 0,-2-3-39 0,1-4 75 31,1-3 156-31</inkml:trace>
  <inkml:trace contextRef="#ctx0" brushRef="#br2" timeOffset="24629.65">5623 3445 169 0,'0'9'359'0,"0"0"150"0,5-1 123 0,0 3-205 15,3-1-120-15,4-3-46 0,0 3 19 0,2-3 20 0,3-2 8 0,-1 1-7 16,1-1-28-16,4-2-34 0,-2-1-53 16,1-4-53-16,2-1-45 0,-1-3-29 0,1-2-20 15,-1 0-17-15,-2-4-7 0,-2 0-35 0,-1-1-70 16,-2-1-114-16,-1-2-168 0,-2 2-282 15,-3-1-230 1,-2-1-117-16,-1 3 112 0,-5-1 314 0</inkml:trace>
  <inkml:trace contextRef="#ctx0" brushRef="#br2" timeOffset="44811.27">12863 987 27 0,'0'2'392'0,"-3"3"307"0,3-3 207 0,-3 1 29 16,3-2-371-16,0 2-237 0,0-3-110 16,3 4-30-16,0-4 13 0,2 1 41 0,1-1 21 15,3-1 23-15,1-1 0 0,1 2-37 0,2 0-24 16,3 2-34-16,-2-2-7 0,5-2-14 0,-2 0-30 15,4-1-25-15,-2-1-26 0,0 2-23 0,3-4-25 16,-3 0-17-16,3 1-10 0,-4-1-2 0,0 2-4 16,-1-2 1-16,-2 2-3 0,0-1-4 0,-1 1-2 0,-5 0-41 15,-2-1-54-15,-1 0-65 0,-4 3-135 0,0-3-248 16,-6 2-309-16,-1 0-279 0,-3 3-231 0,0 0-26 16,-6 3 507-16</inkml:trace>
  <inkml:trace contextRef="#ctx0" brushRef="#br2" timeOffset="45094.2">13083 811 28 0,'8'-1'427'0,"0"1"305"0,1 1 183 0,-1-1 21 16,2 0-295-16,2 2-213 0,1 1-92 16,3-2-28-16,1-1-5 0,2 0 22 0,2 3-5 15,1 2-21-15,6 1-33 0,-1 1-37 0,3 1-31 16,0 1-43-16,0 0-45 0,2 1-47 0,-2 1-30 0,-2-1-16 15,-1 1-15-15,-3 0-4 0,0-1-3 0,0 2 3 16,-6-2 6-16,0 1 3 0,-2-1 9 0,-5 1 2 16,-1-1 2-16,-3 1 2 0,-1 0-1 0,-4 0-2 15,-4 3-3-15,-1-1-3 0,-3 2-5 0,-3 1-2 0,-1-2-4 16,-4 4-2-16,0-1-7 0,-2 1-19 16,-2-3-52-16,1-1-56 0,-1 2-90 0,0-6-167 0,3 0-292 15,3-3-303-15,2 0-259 0,7-2-187 0,6-2 175 16,2-1 610-16</inkml:trace>
  <inkml:trace contextRef="#ctx0" brushRef="#br2" timeOffset="49143.88">31593 5059 133 0,'-2'0'334'0,"2"0"157"0,-1-3 103 16,-1 1-144-16,1 0-121 0,-4 1-61 0,4-2-30 0,-3 2-3 16,3 0-1-16,-4-3 2 0,2 3 29 0,-2 1 9 15,0-1-7-15,0-1-14 0,-2 0-13 0,0 1-17 16,1 1-44-16,-1 0-27 0,-2-1-28 0,3 1-21 16,-4-2-17-16,4 2-4 0,-5 0 7 0,1 0 12 15,1 0 19-15,0 0 21 0,-3-1 10 0,3 1 2 16,-2 0-10-16,1 0-31 0,1 0-24 0,-4 0-23 15,4 0-18-15,-1 1-18 0,-2 1-13 16,1-1 2-16,-1 0-3 0,0 1-7 0,1 0-4 0,-3-1-1 16,2 2 7-16,0-1 5 0,-1 0 0 0,2 2 1 15,-1-2 0-15,0 3 1 0,1-3-6 0,0 1-6 16,2 0-1-16,-2 2 0 0,1-3-2 0,1 3-1 31,-1 0-3-31,-1 0-2 0,2 3 1 0,1-2 1 16,0 1 2-16,-3 0-1 0,3 3-2 0,1-1 1 15,-2 0 0-15,1 0-4 0,2 0 1 0,-2 1 1 16,0 1 3-16,4 1 0 0,-1-2-2 0,-2 2 1 16,2 0 2-16,1 0-4 0,-2 2 1 0,2-1 2 15,1-1 1-15,2 2 0 0,-1 0-2 0,0-3 4 16,4 1-2-16,0 2 1 0,-1-1 0 0,2-2 1 16,2 1 0-16,1 1-1 0,1-1 2 0,1 0-1 15,-2 0 0-15,5 0 1 0,-3 0-1 16,0 1 2-16,3 0-1 0,-2-2-2 0,3 1 2 0,0 1-2 0,-2-1 2 15,2-2 0-15,1 1 1 0,0-1-1 16,1 1 1-16,0-3 1 0,2 2 0 0,-2-1-4 16,2 0 1-16,0-2 1 0,1 2-1 0,1-1 0 15,-1-1-2-15,-1 1 2 0,1-1 1 0,-1-1-1 16,1 2-2-16,-1-2 2 0,1 0-1 0,1-1-1 16,-2-1-2-1,1-1 0-15,-1 1 1 0,3-2 0 0,-3-1-1 16,3 1 1-16,-1-4-2 0,0 1 2 15,1-4 0-15,-2 1-2 0,1-2 0 0,-2-2 2 0,2-1-2 16,0-3 0-16,-2 0-1 0,-1-1 1 0,1-2 1 16,1-1 0-16,1-3 2 0,-1 0 3 15,-1-2-2-15,2-2 1 0,-2-1 0 0,-1 0-2 0,0 0 1 16,0-2 0-16,0 1 3 0,-3 0 0 0,-2-1-1 16,-1 2 2-16,-1-1 2 0,-5 0-3 0,-1 1 0 15,-6 3-1-15,0-3-4 0,-5 4-17 0,-4-3-43 16,-3 4-47-16,-2 2-52 0,-5 2-45 0,-2 0-83 15,-2 4-116-15,-3 1-117 0,0 3-181 0,-2 2-237 16,1 1-225-16,1 3-30 0,-1-2 300 0,5 3 411 16</inkml:trace>
  <inkml:trace contextRef="#ctx0" brushRef="#br2" timeOffset="61208.9">21061 5289 216 0,'-1'3'479'0,"-4"-3"240"0,2 1 134 15,-2 1-240 1,4-2-208-16,-1 2-111 0,2-2-68 0,-1 1-49 16,1-1-26-16,0 0-18 0,1 0-9 0,1 0 45 15,1 0 6-15,3-1-12 0,0 1 14 16,2-2 5-16,2 2-6 0,2 0-30 0,1-2-8 0,1 2-19 15,1-1-27-15,2 1-18 0,-3 0-11 0,3 0-27 16,-2-2-18-16,2 2-6 0,-2 0-6 16,-2 0-2-16,0 0 5 0,1 0-1 0,-1 0-7 15,-3 0-3-15,-1 0-5 0,-3 2-1 0,1-2-15 16,-2 1-24-16,-4 1-33 0,1 0-98 16,-4 0-152-1,-1 2-278-15,-3 0-268 0,-3 2-245 0,0-2-143 16,-2 2 257-16,1-1 482 0</inkml:trace>
  <inkml:trace contextRef="#ctx0" brushRef="#br2" timeOffset="61541.56">21298 5202 172 0,'13'-4'498'0,"-5"3"231"0,3 0 111 16,-1 1-114-16,-2 0-270 0,4 0-121 0,-2 1-38 0,3 0 1 0,-1 3 12 15,-1 0-22-15,5 1-36 0,-5 2-57 16,2-1-25-16,1 2-22 0,-1-2-32 0,-1 1-19 16,-1 1-10-16,-1 0 40 0,1-2 8 0,-3 3 8 15,-4-1 11-15,1-3 3 0,-2 4-3 0,-1-2-38 16,-2 2-26-16,-3 2-27 0,-2-1-19 0,-3 2-15 16,-2 0-11-16,-2 1-5 0,-1 0-4 15,-1 0-3-15,0-1-2 0,-3 1 0 0,2 0-2 16,0-2 0-16,0-1-1 0,1-1-3 0,4-2-1 15,1 1-19-15,1-4-50 0,2 1-62 0,3-3-69 32,-1 3-117-32,4 1-185 0,4 0-304 0,-1-4-252 15,3 2-208-15,3 1-79 0,3-3 338 16,0-1 527-16</inkml:trace>
  <inkml:trace contextRef="#ctx0" brushRef="#br2" timeOffset="64541.61">26448 10587 241 0,'3'-23'524'16,"0"3"255"-16,-3 6 150 0,-1 0-202 0,-1 4-202 16,-3 4-96-16,1 3-64 0,-2 1-53 15,-2 7-41-15,0 4-17 0,-2 6 29 0,-1 7 11 16,2 8-7-16,-1 11-20 0,-2 7-25 0,0 11-43 16,0 10-60-1,-1 12-48-15,-1 9-33 0,0 8-16 0,-2 10-11 0,-3 8-5 0,-1 8-7 0,0 9-5 31,-3 5-2-31,1 3-4 0,0 2-3 0,1 0 1 16,-1-5 5-16,6-7 3 0,-1-11 0 0,5-13-2 16,5-15 1-16,2-17-3 0,7-19-5 0,2-18-3 15,9-19 0-15,1-20 0 0,8-21 1 0,3-20-2 16,4-18 1-16,1-18-2 0,5-20-1 0,3-14 1 16,3-16-1-16,5-13-2 0,-3-10 3 15,4-5 2-15,-4 1-2 0,1 4-1 0,-3 4 1 16,-1 6 1-16,-1 13 0 0,-5 6 1 0,0 14-1 15,-7 14 2-15,-7 13 7 0,-2 14 3 0,-7 17 0 16,-6 12 0-16,-5 15-1 0,-3 12-1 0,-7 14-8 16,-1 12-2-16,-7 12-2 0,0 8 1 0,-2 9 2 15,-2 9 0-15,-3 6 2 0,3 4-2 0,-2 3 0 16,0-1-3-16,6-1-1 0,-2-6 0 0,6-5-1 16,3-11-1-16,5-3 0 0,3-12-1 15,3-7-3-15,3-10-2 0,2-9-5 0,3-8-7 16,4-8-10-16,-1-8-15 0,4-7-25 0,-1-4-42 15,2-4-52 1,-2-1-43-16,0 0-48 0,-2 2-78 16,-2 2-94-16,-3 2-90 0,-3 6-130 0,-2 4-246 15,1 4-200-15,-8 4-17 0,1 2 237 0,-4 4 356 16</inkml:trace>
  <inkml:trace contextRef="#ctx0" brushRef="#br2" timeOffset="66107.2">26678 10716 279 0,'10'9'1217'0,"-5"4"480"0,-5 6-203 0,-5 8-340 16,-5 10-451-16,-3 11-343 0,-4 9-186 16,-3 13-89-16,-3 8-37 15,-3 10-22-15,-2 9-10 0,-2 6-5 16,-2 8-3-16,-3 9 0 0,1 5 1 0,-1 1 6 15,2 1 3-15,1-4 6 0,5-9 3 0,7-10-1 16,5-19-3-16,9-18-4 0,11-22-5 0,8-20-4 16,5-22-3-16,8-24-2 0,4-18-4 15,8-22 1-15,1-16-1 0,6-18-2 0,4-16 1 16,3-8-1-16,2-8 5 0,-1-2-2 0,6-6 0 16,-2 1 0-16,-1 0-2 0,1 5 2 0,-4 12 0 15,-3 7 0-15,-5 16-2 0,-8 15 4 0,-5 17 5 16,-10 18 2-16,-3 18 1 0,-11 20 2 15,-3 19 2-15,-6 21 1 0,-8 15-4 0,-3 18-4 0,-9 14-3 16,-1 13-1-16,-5 12-1 0,-3 15 2 0,-4 13 4 16,-1 10 1-16,-2 3 6 0,2 1 1 0,0-6 1 0,5-8-5 15,5-9-4-15,3-16-1 0,8-18-4 16,5-21-2-16,9-23-1 0,6-21 1 0,3-24 0 16,7-22-1-16,5-21-1 0,4-22 0 15,5-19 1 1,5-20-1-16,1-18-3 0,7-15 4 15,3-12 1-15,2-3-2 0,0 2-3 0,-1 5 0 16,-2 11 2-16,-4 15-2 0,-8 14 2 0,-6 21 4 16,-6 19 4-16,-6 17 3 0,-8 19 4 0,-6 22-2 15,-6 18-1-15,-5 22-4 0,-6 18-4 16,-6 18-4-16,-4 12 0 0,-4 14 0 0,-4 17 0 0,-6 16-1 16,-6 12 1-16,-1 11 2 0,-2 9-2 0,-1 5-1 15,2 1-3-15,6-12 3 0,7-12 0 0,5-19 0 16,10-20-1-16,7-23 1 0,10-26 2 0,6-27-3 0,8-24 2 15,7-26-1-15,3-23 2 0,5-25-1 16,8-27-2-16,5-24 5 0,7-25-2 0,7-15-3 16,4-15-3-16,7-2 4 0,-3 7 2 15,1 14-1-15,-8 21 1 0,-7 18 2 0,-7 25 6 16,-10 22 2-16,-6 21 0 0,-10 23 1 0,-5 21-2 16,-7 19 0-16,-5 21-6 15,-8 19 0-15,-2 16-1 0,-7 22-1 0,-6 19-2 0,-5 23 4 0,-7 20 1 31,-4 19-3-31,-5 14-4 0,-1 11 3 0,0 0 1 16,3-5-2-16,8-17-1 0,9-20 0 0,6-19 2 16,8-26-3-16,13-24-2 0,2-28 2 15,12-24 1-15,4-24 1 0,5-27 1 0,5-22-1 0,3-24-1 16,7-22 0-16,2-24 0 0,9-22-2 0,7-20-2 16,8-15 5-16,7-6 2 0,3 1 0 0,2 9-1 15,-3 18 1-15,-7 19 1 0,-9 20-2 0,-9 21-1 16,-8 24 2-16,-9 24 1 0,-8 20 0 15,-8 22 1-15,-4 20-1 0,-6 16-1 0,-4 18-3 0,-4 12 0 16,-4 11 0-16,-5 11 1 0,-3 12 0 16,-3 11-1-16,-3 9 3 15,-2 7 0-15,2 3 1 0,3-3-1 0,2-5-1 0,6-12 3 0,4-16-2 16,7-20-2-16,5-21 0 0,6-23-1 0,6-23-2 16,3-20-2-16,3-23-1 0,4-20-3 0,2-17 1 15,2-18 2-15,2-18 1 0,6-14 1 31,-1-10-1-31,4-6 4 0,-1 3-1 0,2 4 1 0,-4 8 1 16,-2 7 1-16,-7 16 4 0,-3 15-2 16,-10 20-1-16,-1 16 0 0,-5 18-1 0,-2 16 0 15,-6 12 0-15,1 13-1 0,-4 11-2 0,-4 9 0 16,1 9 2-16,-4 6 0 0,-3 6 2 0,-1 8 1 0,-5 4 1 16,-1 4 0-16,-4 4-1 0,-1-2-1 15,1-4 0-15,1-9-1 0,1-14-1 0,5-12 1 16,1-15-1-16,5-17 1 0,3-17-1 0,4-16-2 0,2-18-1 15,1-16-1-15,1-15 1 0,4-13 1 16,-1-16-2-16,0-11 0 0,1-13 3 0,1-7 1 16,-2-2-2-16,1 3 1 0,-3 7 1 15,-4 13 3-15,-5 18-2 0,-4 20 0 0,-2 17 2 0,-7 19-1 16,-3 18 1-16,-4 18-1 0,-3 13 0 16,-5 15-2-16,-2 14-2 15,-8 10-3-15,-3 11 2 0,-3 9 0 0,-3 10 0 0,-3 9 0 0,-5 7 1 31,1 6 3-31,-1 0-2 0,2-1 0 0,2-5 2 16,5-11 2-16,8-14-1 0,4-18-1 0,6-18-1 16,8-23-1-16,7-17 0 0,4-23 0 0,10-19 0 15,4-19-2-15,3-19 1 0,3-15 1 0,8-10 0 16,2-12-2-16,6-6-1 0,2-1 3 0,1 4 3 16,-1 12-3-16,-3 13 2 0,-7 18 1 0,-7 18 1 15,-7 21-1-15,-10 21 1 0,-10 15-1 0,-5 18 1 16,-6 19 0-16,-7 11-1 0,-6 18 0 0,-6 16-1 15,-7 20-3-15,-7 12 0 0,-6 19-2 16,-6 13 2-16,-1 9-1 0,-2 9 3 0,-2 6 4 16,3 2-1-16,4-7 0 15,10-16-1-15,5-16 0 0,8-24-2 0,9-22-1 0,9-27 0 0,6-26-1 16,11-29 1-16,9-29-2 0,12-28 1 0,8-29 1 16,11-31-2-16,12-26-4 0,11-20 3 0,12-16 3 15,9-8-2-15,8 3-1 0,-1 18 4 0,-5 23 4 31,-8 21 0-31,-12 27 1 0,-13 23 1 0,-14 21 2 16,-11 25-4-16,-12 24-3 0,-12 18 1 0,-10 23-2 16,-4 19-2-16,-11 22-1 0,-8 23-2 15,-5 18 6-15,-3 17-2 0,-8 19-1 0,-2 12-1 0,-5 14 2 16,-3 4-2-16,2 5-8 0,4-14-10 16,5-13-11-16,8-18-9 0,10-22-27 0,11-24-68 15,6-26-75-15,12-25-149 0,6-23-273 0,9-25-322 16,6-21-367-16,3-20-234 0,8-15 55 0,1-14 673 15</inkml:trace>
  <inkml:trace contextRef="#ctx0" brushRef="#br2" timeOffset="67173">26718 11206 107 0,'-48'53'684'0,"-3"0"443"0,-1-1 117 0,-4 0-122 16,4-4-384-16,8-6-346 0,6-9-161 0,11-10-86 16,11-14-54-16,12-14-33 0,12-13-23 15,12-15-21-15,13-13-12 0,16-14-2 0,13-10 4 0,11-12-3 16,13-9 32-16,9-8 52 0,10-3 30 0,4-1 24 15,-5 3 16-15,-1 6 6 0,-4 5-25 16,-8 10-26-16,-14 11-20 0,-9 12-8 0,-12 13-5 16,-12 13-5-16,-14 15-3 15,-11 14-13-15,-13 14-7 0,-7 13-16 0,-12 14-15 0,-9 12-5 0,-8 11-6 16,-8 7 0-16,-7 16-4 0,-10 12 0 0,-8 16-1 16,-8 6 0-1,-3 12-2-15,-5 8 3 0,1 6 2 0,7-5 2 0,5-5 3 0,13-13 0 0,9-19-1 31,16-17-2-31,12-20-2 0,12-23-4 0,16-22 0 16,10-24-7-16,13-22-7 0,9-20-5 0,11-21-3 0,10-14-2 16,8-15-2-16,4-9 5 0,5-2 11 15,-1 0 6-15,0 4 3 0,-6 6 3 0,-3 8 1 16,-7 11 0-16,-9 12-1 0,-11 16 0 16,-13 16 4-16,-11 17 1 0,-12 19 2 0,-13 19 0 15,-7 15-3-15,-11 16-3 0,-6 13-2 0,-10 16-1 16,-5 13 0-16,-8 12 0 0,-4 13-2 0,-3 6 6 15,-2 11 4-15,-4 7 10 0,4 5 6 0,3-2 3 16,6-7 4-16,11-12-1 0,6-15-6 0,14-19-10 16,10-21-7-16,10-20-4 0,14-23-5 0,6-21-5 15,7-20-4-15,6-19-3 0,9-17-2 0,4-18 0 16,9-11 1-16,2-8 3 0,8-5 8 0,2-5 3 16,2 0 3-16,4 7 2 15,-8 4 0-15,-4 12-1 0,-9 14-3 0,-9 15-1 0,-10 18-1 0,-6 16 1 31,-11 18 0-31,-7 14-1 0,-9 15 1 0,-4 13 2 16,-9 8 0-16,-1 13-1 0,-7 8 1 16,-1 7 1-16,-2 6-3 0,1 2 2 0,-4-2 2 15,3 0 0-15,4-6 0 0,4-12 1 0,5-12-1 16,6-17-3-16,10-17-1 0,4-18-2 0,7-20-3 0,6-12 2 0,7-18 0 16,1-14 1-16,1-12 1 15,6-14 0-15,2-7 1 0,1-5-1 0,-1-3 0 16,-1 3-2-16,2 3 2 0,-7 11 0 0,-5 10 2 15,-5 11 1-15,-6 13 0 0,-7 12-1 16,-4 12 1-16,-3 13 1 0,-11 15-1 0,0 10 1 16,-6 12 1-16,-3 9-1 15,-7 11 1-15,-1 8-2 0,-5 8-2 0,-4 5-1 0,1 2-1 0,-2 4 1 16,0-3 1-16,2-2 1 0,2-3 0 0,4-12 0 0,3-10 1 16,6-14-3-16,6-15-2 0,6-16-1 15,3-17-1-15,6-17 1 0,2-17 2 0,4-11 0 16,0-17 2-16,3-11 0 0,-2-12-1 0,-2-8 1 15,-4-7 1-15,-3-5-1 16,-6-3 0-16,-3-1 1 16,-9 2 2-16,-6 8-3 0,-9 9-1 0,-8 11-1 15,-9 14 3-15,-6 14 0 0,-10 18-1 0,-4 14-1 16,-4 17 0-16,-3 15 3 0,-2 15-2 0,1 11 0 16,-1 10 0-16,1 11-1 0,4 6 2 0,4 8-1 15,1 2-2-15,11 3-1 0,1 5 3 0,9 1 1 16,12-3-1-16,9 1 0 0,11-5 0 0,13-5 0 0,14-9 0 15,13-6 0-15,15-9-2 0,13-8 2 16,15-9-2-16,14-6-13 0,8-5-37 0,5-3-78 16,7 0-90-16,1 2-180 0,2 1-295 0,1 5-336 15,-3 3-349-15,-7 8-178 0,-4 4 190 16,-7 7 697-16</inkml:trace>
  <inkml:trace contextRef="#ctx0" brushRef="#br0" timeOffset="79588.58">29716 11805 152 0,'0'0'359'0,"-1"-2"149"0,-1 0 120 0,0 2-186 16,1 0-159 0,-1 0-81-16,1 2-38 0,-1 0-7 0,-1-1-16 15,2 2-16-15,-1 2-17 0,1 2-5 0,1-2-3 16,0 6 2-16,0-3 13 0,0 3 20 0,0-1 19 16,0 0 14-16,3 3 25 0,-3-1 8 0,1-1 15 15,2 3 0-15,-1 1-22 0,-2 0-21 16,0 0-24-16,0 1-27 0,0 1-38 0,0 2-32 15,0-1-2-15,0 3 0 0,-2 2 3 0,-1 0 9 16,2 0 11-16,1-1 6 0,-3 2-9 0,3 0-6 16,-4 0-14-16,4-1-16 0,-1 1-13 0,1 1-1 15,0-1-3-15,0 0-3 0,0 1 13 0,0 1 21 16,0-2 0-16,1 1 6 0,-1-1-3 0,4-2-10 16,-4 3-3-16,3-2-24 0,-2-1 5 15,2-1-6 1,-1 1 3-16,-1 1 2 0,1-1-5 0,-1 1-1 0,-1 1-3 0,2 0-5 0,0 0-2 15,-1 0-2 1,1-1 1-16,-1 2-2 0,3-1-3 16,-3 0 0-16,3-2 4 0,-1 0 4 0,-2 0-1 15,4-3 3-15,-2 1 3 0,-2-2-1 0,3 0-3 16,-3-2 1-16,3 2 0 0,-3-3-2 0,1 2-1 16,-1-1 2-16,-1 2 0 0,2-1-1 15,-2 1 2-15,0-2-1 0,0 2 1 0,0-1 9 16,0 1 11-16,0-4 2 0,0 3 2 0,0-2-1 15,0-1 1-15,2 0-13 0,-2-3-9 0,1 1-5 16,1-3-2-16,-2 0 1 0,1 0 0 0,4-3 0 16,-5 0-2-16,1-1 3 0,2-1-4 0,1 0 0 15,-3-2 0-15,3 2 1 0,-1-2 0 16,2 1-1-16,-1-1 1 0,2 0 0 0,-1 0-1 0,2 1-1 16,1-1 2-16,-2 1 1 0,3-2-1 0,1 2 0 15,-1 0 1-15,4 0-1 0,-2 0-1 16,0 0 8-16,3 0 2 0,1-2 3 0,-1 3 3 15,2-2-2-15,-1 0 2 0,0 1-7 0,2-1-6 16,1-2-2-16,-1 3 0 0,2-2 1 0,-2 1-1 31,2-1 2-31,-1 1 4 0,2 0 1 0,0-2-7 16,1 0-3-16,0 0-1 0,1 0 0 0,-1 0 0 16,-1 0 1-16,0 0 6 0,1 0 5 0,1 0 2 15,-1 0-1-15,1 0-1 0,-1 0-2 0,-1 0 0 16,0 0-2-16,1 0 0 0,0 0 1 0,1 0-1 15,-5 0 1-15,4 0 0 0,-4 0 0 0,4 0-1 16,-3 0 0-16,-1 0 8 0,1 0 6 0,-2 0 2 0,3 0 1 16,-4 0 0-16,2 0 2 0,-3 0-10 15,2 0-5-15,-2 0-3 0,2 0-1 0,-2 0-2 0,0 0 0 16,1 0-2-16,-1 0 0 0,-1 0 2 0,1 0 5 16,-2 0 2-16,1 0 1 0,1-2 3 15,-1 2-2-15,1-2 2 0,-3 2-5 0,5-1-3 16,-3-1-1-16,-2 1-8 0,1 1-2 0,1-3-3 15,0 3-2-15,-2 0 0 0,2-2 0 0,-1 2 6 16,-1 0 2-16,3 0 2 0,-3 0 2 16,2 0-1-16,3 2 2 0,-5-2 0 0,3 0 0 15,-3 0-1-15,5 0 0 0,-3 0 1 0,1 0-2 16,-1 0 0-16,3 0 1 0,-1-2 0 0,0 2 0 0,0 0-1 16,1-3 0-1,0 1 0-15,0 1 1 0,1 1-1 0,0 0 1 16,-1 0 1-16,0 0-2 0,-2 0 1 0,4 1 1 15,-4 1-1-15,2 1 0 0,-4-3-1 0,1 0 1 16,3 2 0-16,-3-2-1 0,-1 0 0 0,-1 0 0 16,3 0 0-16,-1 0 0 0,-2 0 0 0,2-2 0 15,-2 2 0-15,1 0 1 0,0-3-1 0,0 1 1 16,-1 1-1-16,0-2 0 0,1 0 0 0,-2 2-1 16,2-3 1-16,-3 2 0 0,4-3 1 0,-4 2 0 15,-1-1-1-15,1 1 0 0,-4-2 1 0,2 1 1 16,-2-2-1-16,-2 0 0 0,0-1 1 0,0 3 1 15,-2-3-2 1,1 0 0-16,-2 1 0 0,0-1 0 16,1 0-1-16,-1-1 0 0,2 2 0 0,0-1 0 15,-1-1 0-15,1 0-1 0,0 0 0 0,1-2 0 16,0 0 0-16,0 1 6 0,0-1 4 0,1-1 1 16,0 1 0-16,-1-4 2 0,0 3 0 0,-1-1-6 15,1-1-4-15,-1 1 0 0,-1 0-1 0,1 0 0 16,0-2-2-16,1 2 0 0,-2-2 0 0,1-1-2 15,0 0 0-15,0-2-2 0,2 1 2 0,-1-2 2 16,-2 0 1-16,3-2 2 0,-1-1 1 0,2-1 1 0,-2-1-6 16,2-3-4-16,1 0-3 0,-2-1-1 0,4-5 0 15,-3 3-2-15,2-5 6 0,2 3 3 0,-4-3 1 16,1 3 1-16,-1 1-1 0,-2-2 1 0,0 5 0 16,2 2 0-16,-5-2 0 0,1 4 1 0,-1 0-1 15,-1 2 1-15,1-1 0 0,0 3 2 16,-5-1 3-1,5 0 5-15,0-1 0 0,0-2 1 0,0 0-5 16,5-1-2-16,-5-1-8 0,3-1-4 0,0 0-3 16,0 0 0-16,2-3 5 0,-2 2 2 15,1 0 1-15,0 1 3 0,1 0 2 0,-4 3-2 0,1 2 1 16,-2 3 0-16,0 1 1 0,0 2-2 0,-2 0 0 16,1 3-1-16,-4-1 0 0,5 3 0 0,-1 0 1 15,-2 1 0-15,-1-1 1 0,3-1 0 16,-2 5 0-16,1-5-1 0,-1 3 0 0,-1 0 0 0,1-1 0 15,-1 0 0-15,1 0-1 0,0 1-1 0,-1 1 1 16,1-1-1-16,0 2 1 0,0 0 0 0,-2 0 1 16,2 2 1-16,-3-1-1 0,3 1 1 0,-2 1-1 15,0-2 0-15,0 2-1 0,2 2 0 0,-5-2 0 16,5 1 1-16,-3 0 0 0,1 0 0 0,0 0 0 16,0 0 0-16,0 2 0 0,-1-3 0 0,2 2-1 15,-1-1 1-15,-2-1 0 0,2 1 1 0,0 0-1 16,0-1 0-16,-2 2 1 0,3-2-1 0,-3 1 0 15,1 1-1-15,-3 1 2 0,1 0-1 0,-1 0 1 16,-1 1-1-16,0 1-1 0,0 1 2 0,0-2-1 16,-2 2-1-1,0-1 1-15,-1 4 1 0,2-4-1 16,-1 3 0-16,-1 0 0 0,2-1 0 0,0 1 0 16,-2-2 0-16,2 1 0 0,-2 0 0 0,4-2 0 0,-4 3 0 15,2-3 1-15,1 1-1 0,0 1-1 0,-2-1 1 16,3 0-1-16,0 0 1 0,-3-2 0 15,4 2-1-15,-4-1 2 0,2-1-2 0,1 0 1 16,-4 1 0-16,4 0-1 0,-3-2 1 0,-1 0 0 0,1 0 0 16,3 2-1-16,-5-2-1 0,2 0 2 0,2 0-1 15,-2 0 1-15,3 0 0 0,-3 0 0 0,2 0 0 16,0 0-1-16,-2 0 0 0,2 0-1 0,-1 0 0 16,-1 0 1-16,0 0 0 0,3 0 1 0,-4 0 0 15,4 3 0-15,-2-3 0 0,1 0 0 0,1 1 0 16,-4 0 0-16,4 0-1 0,-3-1 1 0,2 3-1 31,0-3-1-31,0 4 1 0,0-3-1 0,0 1 0 16,0-1 1-16,2 1 1 0,1-1 0 0,-3 1 0 15,2-1 0-15,-1 1 1 0,1-2-1 0,0 1 0 16,0 1 0-16,-1-2 0 0,1 0 0 0,-2 2 0 16,-1-2 0-16,3 1 0 0,0-1 0 0,2 0 0 15,-3 1-1-15,-1-1 1 0,0 2 1 0,0-2 1 16,0 2-2-16,0-1 0 0,0-1 1 0,2 1-2 15,-4-1-1-15,4 0 0 0,-2 2 1 0,0-2 1 16,0 0-2-16,0 0 2 0,2 0 0 0,-2 0 2 16,1 0-2-16,1 0 0 0,-2 0 1 0,2 0-1 15,-3 0 0-15,5-2-1 0,-2 2 1 0,-1-1 0 16,2 0-1-16,1 1 2 0,-2-2 0 0,0-1 0 16,2 2-1-16,-1-1 1 0,1-1 1 0,0 1-2 15,-4-1 0-15,2 2 0 0,2-1 0 0,-2 1 0 16,0-1-2-16,-1 2 2 0,1 0-2 0,0 0 1 15,-3 0 1-15,1 2-1 0,1-1 0 0,0 1 0 16,-3-1 1-16,4 1-1 0,-2 1-1 0,0-2 1 16,0 1 0-1,-1 0 0-15,2-1 0 0,1 2 1 0,-1-3 1 16,1 2-1-16,0-2 0 0,-2 0-1 16,1 0 0-16,1 0 1 0,-2-2-1 0,-1 2-1 0,2-2 1 15,1 1 1-15,-5 0-1 0,5-1 1 0,-1 0 0 16,-4 1-1-16,4-1 0 0,-1 1 1 15,-1-1-1-15,2 2-1 0,1 0 1 0,0-1-1 16,-2 1 2-16,4-2 0 0,0 2-1 0,-1-1 1 0,0-1 1 16,2 2 0-16,0-1-1 0,-1-1-1 0,1 0 0 15,-2-1 0-15,0 2 1 0,-1-1 0 16,1-1 6-16,1 1 4 0,-2 2 1 0,0-2-1 0,0 2 2 16,2 0-1-16,-3 0-12 0,-1 0-5 0,2 2-2 15,0-2-2-15,-1 2-1 0,1 1-2 16,1-3 6-1,1 1 3-15,-2 0 2 0,4-1 0 0,-1 1 1 16,2-1 0-16,-2 0 1 0,2 3 1 16,-1-3-1-16,-2 0 1 0,5 0 0 0,-4 0 1 15,2 0-1-15,0 0-1 0,-1 2 1 0,-1-2-2 16,2 0 0-16,-1 0-1 0,1 0 2 0,1 0 0 16,-1 0 0-16,0 0 0 0,0 0 2 0,-1 0 0 15,1 0-2-15,0 0 1 0,-3 0-1 0,1 0 0 16,-1 2 0-16,-1-2-2 0,2 0 1 0,-1 0 0 15,-1 0 1-15,-2 1-1 0,5-1 1 16,-4 0 0-16,2 0 1 0,-2 0-2 0,3 0 1 16,-2 2-2-16,-2-2 2 0,3 1 0 0,-1-1 0 15,-1 2 1-15,2-1 0 0,-2-1 0 0,4 2 0 16,-1-1 0-16,-2 1 0 0,2-1-1 0,2 1 0 16,-3-2 1-16,3 2 0 0,0-1-2 0,0-1 0 15,0 0-1-15,-1 1 1 0,1-1 0 16,0 2 1-16,0-2 0 0,-2 2 0 0,2-2 1 15,-2 1 1-15,1 0-2 0,-1-1-1 0,0 2 1 32,-1-1 0-32,1 1-1 0,0-2 0 0,0 1 1 15,2 0-1-15,-2-1 0 0,1 0 0 0,-4 0 1 16,2-1-3-16,1 0-9 0,-2-1-36 0,1-1-69 16,-2-1-87-16,0-2-161 0,4 0-293 0,-4-2-322 15,0-1-321-15,0 0-203 0,-2 2 147 0,0-2 639 16</inkml:trace>
  <inkml:trace contextRef="#ctx0" brushRef="#br1" timeOffset="140715.09">29664 10543 197 0,'7'0'419'15,"-6"0"172"1,4 0 100-16,-4 0-233 0,1 0-154 0,-1 0-56 15,-1 0 5-15,2 1 38 0,0-1 43 0,-2 0 16 16,0 2-15-16,1-2-45 0,-1 3-50 0,2-3-54 16,-2 0-45-16,0 0-32 0,0 0-18 0,0 0-12 0,0 2 8 15,0-2 22-15,0 6 26 0,0-4 30 16,0 5 15-16,-2 1 0 0,1-1-8 0,-1 3-23 16,-1 4-31-16,1-2-32 0,-1 3-22 0,-1 3-8 15,0 0-14-15,1 2-10 0,2 1-5 16,-3 2-2-16,3 0-4 0,-2 3-4 0,-1-1-4 15,4-1-2 1,-1 3-3-16,-2 0 6 0,-1 0 4 16,2-1-1-16,-2 3 0 0,1-1 1 0,-2 2 0 15,1-3-6-15,0 3-5 0,-1-4-2 0,0 3-2 16,1-3 0-16,0 2 0 0,-1-1-2 0,0-3-1 16,2 1 1-16,-1-1 1 0,0-2 0 0,-1 0-1 15,1-1 2-15,0 0 1 0,0-2 2 0,-1 2-1 16,0-3 0-16,-3 1 0 0,2 1 2 0,1-2-3 15,-1 0 0-15,1-1 1 0,-3 2 0 0,4-2 0 16,-1 1-1-16,0-3 0 0,0-1-1 16,2 2 0-16,0-2-1 0,1-3-1 0,-1 1-1 0,2-2 1 15,1 1-1-15,-2 0 0 0,2-2 1 16,2 0 0-16,-2-2 0 0,1 0 0 0,2 0 1 16,0 0 0-16,-1-1 0 0,1-1-1 15,0 2 6-15,4-3 3 0,-2 1 2 0,-1-2 2 16,4 2 1-16,0-1 2 0,2 0-4 0,0-2 0 15,2 2-1 1,-1-3-1-16,3 2 1 0,-1 0-1 16,0-1 0-16,2 1-2 0,1 1 0 0,-4-1-2 15,4 1 1-15,-2-1 0 0,2 2 0 0,-2-1 0 16,1-2 2-16,1 3 0 0,1-3-1 0,-1 2-1 16,-1-2 0-16,1 0-1 0,2-2-1 0,-2 4-1 15,1-2-2-15,-3-1 0 0,3-1 0 16,-4 2-1-16,4-1 1 0,-4-1 0 0,3 2-1 0,-2-1 1 15,0 1-2-15,1-2 1 0,0 2-1 16,-2 0 0-16,2 0 1 0,-1 0 1 0,-1-1 0 0,0 0 0 16,0 1 1-16,3-2 0 0,-3 0 1 0,2 0-1 15,0 0 0-15,0-2 0 0,1 1 0 16,0-2 0-16,-2 0-1 0,4 0 0 0,-2-2 1 16,1 1 0-16,-3-2-1 0,2 2 0 0,-2 1 0 15,2 0 0-15,-2-2-2 0,0 1 1 0,-1 2 1 16,-2 0-1-16,2-1-1 0,0 2 1 15,-3-1 0-15,2 2-1 16,-3 0 0-16,2 0 0 0,-1 0 1 0,-2 2-1 16,1-2 1-16,0 0 0 0,1 1 0 0,0-1 0 15,-1 0 1-15,1-1-1 0,-2 1 0 16,1-2 1-16,0 2-2 0,-1-3 0 0,2 2 0 0,1-1 0 16,-2 2-1-16,1-1 0 0,1-1 0 0,-3 0 0 15,1 2 0-15,2-1 0 0,-1-1 0 0,1 1 1 16,1 0-1-16,0 1 1 0,0-2-1 0,-1-1 0 15,4 1-1-15,-1-2 1 0,2 0-1 0,-1 1 0 16,0-3 0-16,0 1 1 0,1 0-2 16,2 1 1-16,-2-3 0 0,1 5 0 0,-4-2 0 0,2 1 1 15,0 0 0-15,-1 0 1 0,-1 1-1 0,-1 1 2 16,1-1-1-16,-4 2-1 0,5-1 1 0,-4 1 0 16,2 0-1-16,0 1 0 0,-3-1 1 0,2 0 0 15,-1 2-1-15,-1-1 1 0,4 1 1 0,-4-1-1 16,1 1-1-16,1-1 1 0,-2 1 0 15,1-2 0 1,1 1-1-16,0-1 1 0,0 0 0 0,0 0-1 16,2 0 0-16,-4-1 0 0,5-1 0 0,-2-1 1 15,-3 0-1-15,5 2 1 0,-2-2 0 0,0-1-1 16,-3 1 0-16,3 1-1 0,-2-1 1 0,2 1-1 16,-3 0 1-16,0 0-1 0,1-1 0 0,0 3 0 15,0 0 0-15,-1 0 0 0,2 0 0 16,-2 1 1-16,1 1-1 0,-2 0 0 0,0-2 0 0,1 2 0 15,-1 0-1-15,2 1 1 0,0-1 0 0,0 1 0 16,-2 1 0-16,3-1 1 0,-2 1 0 0,3 1 1 16,-2-1-1-16,2-1 1 0,-3 1-2 0,3 0 1 15,0-2 0-15,-1 1-1 0,1 1 0 0,0-3 0 16,0 1 1-16,-2-2-1 0,1 0 0 0,0 0 0 16,-2 0 0-16,1-2 1 0,1 1-1 0,-3-3 0 0,-2 1 1 15,1 2 0-15,2-1-1 0,-3-3 0 16,-1 1 1-16,1 0 0 0,-1 0-1 0,0-1 1 15,1 1 0-15,-1-1 0 0,-2-1 0 0,2 2-1 16,-2-2 1-16,2 0 0 0,-2 0 0 0,1-2-1 16,1 2 1-16,-2-1 0 0,2-1-1 0,-2-1 1 31,1 1 0-31,-1 0-1 0,-2-1 1 0,5-2 0 0,-2 0-1 16,-1-2 0-16,0 1 0 0,2-2-1 0,0 1 1 15,-1-2-1-15,1 1 0 0,3-3 0 0,-3 1 1 16,-1 1-1-16,3-2 2 0,-1 0-1 0,2 1 2 15,-3-1 0-15,1-2-1 0,1-2 0 16,2 1 0-16,-3-1 1 0,2-2-1 0,2 0 1 16,0-2 1-16,0-2-1 0,0-1-1 0,0 3 1 0,2-2-1 15,-4 0-1-15,1 1 0 0,-1-2 0 0,-2 3 1 16,2 0-1-16,0-2-2 0,-2 0 1 0,2 0-1 16,-1 0-1-16,-1 2 1 0,2 0 0 0,-3-1 1 15,-1 2 0-15,0 1 0 0,-1 2 1 0,0-2-1 31,0 3 2-31,2-2 0 0,-1 0 0 0,0 1 1 0,2-1 1 0,-1 2 0 0,1-3 0 0,2 3 0 16,-3 1-1-16,0-1 0 0,-2 2 0 0,0 1 0 16,-1 3 0-16,-1-3 0 0,1 3 1 0,-2 1-2 15,1 1 1-15,-1 0 0 0,0 1 0 16,-1 3-1-16,1-2 1 0,-3 1 0 0,1 3-1 16,0 0 1-16,1 0 0 0,-2 2 0 0,-1 1-1 15,3 0 0-15,-3 0 0 16,1 0 0-16,-1 1 0 0,1 0 0 15,0 2 0-15,-2-2 0 0,1 0 0 0,0 2 0 16,0-1-1-16,0 1 1 0,-2-1 0 0,3 1 0 16,-2 0 0-16,0-2 0 0,0 2 1 0,0 0-1 15,-1 0 0-15,2-2 0 0,-1 2 0 0,0-2 0 0,0 2 0 16,-1 0 0-16,0 0 1 0,-1 0 0 0,1 0 0 16,-1 0-1-16,-1 0 0 0,1 0 1 0,-1 0-1 15,0 0 0-15,0 0 0 0,-1 0 1 16,1 0 1-16,-2 0-1 0,1 0 0 0,1 0 1 15,-2 0-1-15,1 0 1 0,-1 0 0 0,2 0-1 16,-1 0 1-16,0-3-1 0,-1 3 0 0,0 0 1 16,-1-1-1-1,2 0 1-15,1 0 0 0,-5 1 0 0,5-2 1 16,-1-1-1-16,-2 3 0 0,1-2 1 16,1 2-2-16,-4 0 1 0,4-3 0 0,-3 1-1 0,2 2 0 15,-2-1 1-15,3 1-1 0,-5 0 0 0,3 0 1 16,-2 0-2-16,2 1 1 0,0-1-1 15,-3 2 1-15,3 1-1 0,-3-3 0 0,1 2 1 0,0 1-1 16,-3 0 0-16,3-1 0 0,0 1 0 0,0-1 1 16,-1 0 0-16,2 0-1 0,1 0 0 15,-3-2 0-15,5 2 0 0,-4 0 0 0,4-2-1 16,-3 1 2-16,2-1-1 0,-2 0 0 0,3-1 0 16,-2 1 0-16,1 0 0 0,1-2-1 0,1 2 1 15,-3-2-1-15,1 2 1 0,2-1 0 0,-2 0 0 0,0-1 0 31,2 2 0-31,-1 0 0 0,-3-2 0 0,4 2 0 16,-2 0-1-16,2 0 1 0,-4 0-1 0,4 0 0 16,-2 2 0-16,-2-2 0 0,3 2-1 0,-4-1 0 15,2 0 1-15,0-1 0 0,0 2-1 0,0 0 1 16,-1-1 0-16,0 0 0 0,-2 1 1 0,1-2-2 16,1 1 2-16,-2 1-1 0,1-1 0 0,-1 1-1 15,-1-2 1-15,3 1 1 0,1 1-1 0,-1-2 1 0,0 1 1 16,3-1 0-16,-1 2 0 0,-2-2-1 15,2 1 1-15,2-1-1 0,-1 0 1 0,1 2-1 16,1-2 0-16,1 1 1 0,-2-1-1 0,2 0 0 16,-1 0 0-16,3 0 0 0,-1 0 1 15,-3 0 0-15,2-1-1 0,-2 1 1 0,0-2 0 0,-3 2 0 0,1 0 0 16,-3-1-1-16,1 1 1 0,-1-2-1 0,-2 2 0 16,0 0 0-16,-3-1 0 0,1 1 0 0,-1 0 0 15,-3 0 0-15,0 0 0 0,-1 0 0 16,0 0 0-16,0-2 0 0,-2 2-1 0,1 0 1 15,-1-1-1 1,3-1-1-16,-1 1 1 0,0-1-1 0,3 1 1 16,2-2-1-16,-2 2 1 0,5-3 1 15,-2 3 0-15,3 0 0 0,2-1-1 0,-1 0 1 0,2 0 0 16,-1-1-1-16,0 1 0 0,3 1 0 0,0-4 0 16,-1 3 0-16,-1 2 0 0,2-5 0 0,0 3 0 15,-1-2 0-15,1 2 0 0,0-2 0 16,0 2 0-16,-1-2 1 0,-1 2-1 0,2-1 0 0,-1 0-1 15,1 0 1-15,-2 0 0 0,-1 0 0 0,3 0 1 16,-1 0 0-16,-1 1 0 0,-1 0 1 16,2 0 0-16,1-1-1 0,-2 2 0 0,1-1 0 15,1-2 1-15,-1 4-1 0,1-3 1 0,0 3 0 16,-1-1 0-16,2 0 0 0,1 1-1 0,-1 0 1 16,1 0-1-16,-1 0 0 0,1 0 1 0,2 0 0 15,-1 0-1-15,-2 0 1 0,2 0 0 0,1 0-1 31,-2 0 0-31,-1 0 0 0,2 0 0 0,-1 0 0 0,1 0 0 0,-2 0 0 0,2 0 0 0,0 0 0 16,0 0 0-16,0 0 0 0,1 0 1 16,-1 0-1-16,0 1-1 0,2-1 1 0,0 1 0 15,0-1-1 1,0 0 0-16,-1 3 1 0,1-3-1 0,0 2 0 16,1 0 1-16,-2-2-1 0,2 2 1 15,1 0 0-15,-2-2 0 0,1 2 0 0,0 0 1 16,1-1 0-16,-2 0 0 0,-1-1-1 0,3 2 1 15,-3-2 0-15,0 1-1 0,-1-1 0 16,1 2 1-16,-1-2-1 0,-2 1 0 0,2 1 0 16,1-2-1-16,-4 1 1 0,3 2-2 0,-1-1 1 15,-1-1 0-15,3 2 0 0,-2-1 1 16,1 1-1-16,2-1 1 0,-4 2 0 0,4-2 0 0,-2 3 0 16,-1-2 0-16,2 1 0 0,0 1 0 0,-1 0-1 15,1 0 0-15,0 2 1 0,0-3 0 0,-2 4 1 16,1-2-1-16,2 1 1 0,-2 1-1 0,0-1 0 15,2 0-1-15,-4 4 0 0,1-3 0 16,2 1 0-16,-1 1 0 0,-2 2 0 16,2 0-1-16,-2 1-1 15,1 3-1-15,-2-1-3 0,-1 0-7 0,0 1-10 16,1-1-14-16,0 2-25 0,0-4-49 16,-1-1-71-16,3 0-95 0,-2-3-169 0,3 0-293 15,-3-4-321-15,0 2-297 0,0-5-167 0,-1 0 216 16,-5 2 662-16</inkml:trace>
  <inkml:trace contextRef="#ctx0" brushRef="#br1" timeOffset="180476.94">19003 6732 30 0,'-3'0'272'16,"-4"0"162"-16,2 0 153 0,-2 0-28 0,0 0-178 15,-1 0-114 1,0 0-44-16,-1 0-4 0,0 0 16 0,0 0 27 0,-3 0 22 16,2 0 13-16,-2-2-3 0,-1 2-23 0,0-1-33 15,-2 0-37-15,0-1-30 0,-3 2-26 16,2-2-20-16,-5 2-18 0,1-2-16 0,0 2-8 15,-2 2-12-15,1 0-10 0,-2 0-3 0,-1 0-10 16,-1 3-9-16,2-1-8 0,-3 4-5 16,4-1-12-16,-2 2-3 0,-1 1-5 0,3 1-7 0,0 2-3 15,0 0-2 1,1 2 3-16,2 1 2 0,-1 2 5 0,2-3 4 0,2 5 0 0,-1-1 0 0,4 4-2 31,-1 0-2-31,1 0-1 0,4 1-4 16,-2 2 3-16,3 1-1 0,2-2 0 0,-1 1-4 15,2 2-2-15,1-3 1 0,2 4-1 0,2 0 2 16,2-1 5-16,2 2 0 0,1 0-2 0,3 2 6 16,5-1-1-16,1 2-7 0,4-2-4 0,4 2 0 15,3-1 7-15,3-1-4 0,4 0 3 16,3-3 4-16,1-1 8 0,4-1-5 0,2-2-1 16,1-6-3-16,1 0-2 0,2-4-5 0,0-6-8 0,-2-2 3 15,-1-5-4-15,1-3 8 0,-1-3 1 16,-1-3 5-16,0-6 5 0,-3-4 6 0,-1 0-4 15,-2-6 1-15,-1-4 0 0,0-5-4 0,-2-3 2 16,1-3 2-16,-3-3 3 0,-4-4-2 0,2-3-1 16,-8-3-1-16,-3 0-7 0,-4-2-5 0,-7 0-4 0,-6-1 3 15,-4-2 0-15,-7 1 2 0,-7 1 3 32,-5-1-3-32,-6 4-7 0,-4 2-27 0,-6 7-25 15,-2 4-26-15,-4 6-81 0,-5 6-105 0,-1 7-114 16,0 8-129-16,-2 6-275 0,2 6-240 0,2 6-55 15,4 3 176-15,5 1 322 0</inkml:trace>
  <inkml:trace contextRef="#ctx0" brushRef="#br1" timeOffset="181842.27">12634 6897 105 0,'-3'-2'302'0,"-2"-1"137"16,0 2 116-16,-3-1-156 0,1 1-138 16,0-2-65-16,-2 2-9 0,-2-1-3 0,1 0 14 0,1 0 16 15,-2 2 10-15,1-2 5 0,-1 0-23 16,0 2-17-16,0-2-22 0,1 2-23 0,0 0-10 0,-2 0-16 16,1-3 2-16,0 3-3 0,-1 3-4 0,0-3-12 15,-2 0-12-15,1 4-11 0,-2-1-20 0,-1 2-14 16,0 0-9-16,-3 3-5 0,2 1-8 15,-2 1-3-15,1 2 2 0,-2 3-4 0,2 2-3 16,-2 1 0-16,1 3-2 0,1 2 1 0,-2-1-5 16,4 3-5-16,-1 0 2 0,0 5-5 0,1-2 0 15,0 2-3-15,3 1 0 0,-2 3 1 0,3 0 3 16,1 1-1-16,0 2-6 0,3 2-2 16,4 0-2-16,0-1 3 0,3 3 0 0,2 0-1 15,6-1 6-15,2 1 4 0,5-2 3 16,4 0-6-1,6-5-3-15,2-4-4 0,6-3-3 0,3-4 1 16,7-6 7-16,1-7 3 0,6-4 6 0,2-8 4 16,4-6 6-16,2-5-8 0,3-8-7 0,0-6-6 15,0-6-3-15,-3-4 1 0,-4-4 0 0,-5-1 0 16,-5 0-14-16,-9-2-19 0,-6 1-38 16,-8 0-58-16,-8 2-74 0,-8-1-78 0,-7 3-84 15,-5 2-126-15,-8-1-235 0,-8 2-122 0,-4 2 15 16,-7 1 168-16,-7 0 243 0</inkml:trace>
  <inkml:trace contextRef="#ctx0" brushRef="#br1" timeOffset="183993.6">6555 6329 154 0,'-8'0'353'0,"-3"2"151"0,1 1 115 0,1-3-208 0,-2 5-140 16,0-2-72-16,-2 2-39 0,2 2-13 15,-2 0-11-15,1 2-14 0,1 0-12 0,-1 3-13 16,3 0-8-16,0 4-13 0,2 3-11 0,2 2-9 16,-1 4-7-16,6 0-11 0,0 4-12 0,0 5-4 15,6 0-4-15,-1 2-8 0,3 1-5 0,3 2 6 16,3-1 1-16,1-2-3 0,0 0 6 0,3-5 3 15,1-2 3-15,1-4-29 0,-2-4-15 0,2-6-8 16,1-3-3-16,-2-4 16 0,3-7 13 0,0-4 26 16,-3-5 15-16,3-8 6 0,-1-4 7 0,-4-2-36 15,0-5-25-15,-2-5-10 0,-1 1-6 16,-3-3-2-16,-4-2-6 0,-3 1 14 0,-2-1 14 16,-4 2 7-1,-4-1 1-15,-4 2 0 0,-5-1 0 0,-5 1-2 0,-3-1-21 16,-2 5-15-16,-5 0-33 0,-2 2-66 15,0 4-105-15,-3 3-215 0,2 4-177 0,0 8-83 16,1 3 55-16,2 8 185 0</inkml:trace>
  <inkml:trace contextRef="#ctx0" brushRef="#br1" timeOffset="-179243.16">29556 10507 39 0,'0'0'249'0,"-1"2"131"0,1-2 113 16,0 0-92-16,-2 1-136 0,1 1-82 0,1-1-44 15,0 1-15-15,0-1 0 0,-5 1 3 0,5-1 5 16,-1 1-5-16,1 1-2 0,-2-1-1 15,2 0-1-15,-1 1 2 0,1 0-1 0,0 0 4 0,0-2 4 0,0 3-1 16,1 0 4-16,-1-1 0 0,2 4 2 16,-1-1 12-16,-1 0-3 0,5 2-1 0,-5 1-16 15,0 2-9-15,1 2-15 0,1 2-27 16,-2-2-14-16,0 3-16 0,-3 2-7 0,3-1-11 16,-5 2-5-16,4 2-8 0,-2-2-3 0,-1 1-3 15,3 0-3 1,-4 0-1-16,2-1-4 0,-2-1-11 0,2 0-40 0,-2-4-76 15,1-1-118-15,0-5-158 0,1 0-291 0,0-1-242 16,0-2-126-16,1-3 105 0,-1-2 333 16</inkml:trace>
  <inkml:trace contextRef="#ctx0" brushRef="#br1" timeOffset="-168929.94">31397 10632 173 0,'0'-1'353'0,"0"-2"140"0,0 1 65 0,-1 2-184 15,1-2-131-15,0 2-63 0,0 0-31 0,-2-3-4 0,2 1 16 16,-2 2 15-16,1-1 14 0,1 0 6 0,-3-1 6 16,1 0-3-16,0 2-6 0,1-1-11 15,1 1-5 1,-3-1-12-16,3-1-6 0,-4 2-13 0,3-2-8 15,1 1-16-15,-2 0-18 0,1 1-16 0,-3-4-7 16,2 3-10-16,0 0-16 0,0-1-8 0,1 1-3 16,-1-2-2-16,1 1-11 0,-3-1-3 0,3 2 0 15,1-1-3-15,-3 1-4 0,1-1-1 0,0 1 2 16,-1-2 1-16,1 1-3 0,-1 1 2 0,2-2 4 16,-4 1 21-16,4 0 3 0,-2 0 6 0,-1-2 1 15,3 1-2-15,-2 2-3 0,-1-1-22 0,1-3-8 0,1 5-11 16,-1-2 23-16,2-1 25 0,-4 1 9 15,2 1 6-15,0 0-1 0,0-3 1 0,-1 3-17 16,1 0-27-16,2-1-11 0,-4 0-1 0,2 1 17 16,-2 1 4-16,4-1 2 0,-2 1 0 0,-1 0-2 15,3-2-5-15,-4 2-14 0,3-2-9 16,-1 2-2-16,0 0-5 0,0-1 0 0,-3 1 0 16,3-1-1-16,-2 1-1 15,0 0-3-15,2 0 3 0,-2 0 1 16,0 0-2-16,1 0 1 0,-3 0 1 0,4 0 0 15,-2 0-2-15,0 0 1 0,1 0 0 0,-2 0-4 16,1 0 0-16,-2 1 0 0,3-1 1 0,0 1-2 16,-1 1-1-16,1-2 3 0,-1 2-1 0,1-1 1 15,-1-1-3-15,0 3 3 0,2-1 1 0,-2-1 1 16,2 0-1-16,-2 3-1 0,2-2 2 0,0 0 1 16,0 1-4-16,0-1 0 0,-1 0 1 0,3 2 1 15,-3-2 0-15,3 1-1 0,-2 1 2 0,-2-2 1 16,2 2-2-16,0-1 1 0,0 1-2 0,-1 1-1 15,1-1 2-15,-2 1-1 0,2-1 2 0,-3 2-1 16,3-2 0-16,0 2 2 0,0-1-3 0,-2 1 0 16,0-2 1-16,2 2 1 0,0 1-1 0,-3-1 0 15,2 0 0-15,0 0 1 0,-1 1-1 0,0-1 0 16,2 2 1-16,0-1-1 0,-3-1-1 0,2 2 1 16,0-1 0-16,0 1 0 0,1 1 1 0,-2-2-1 15,2 1 2 1,-2 1-2-16,3-2 2 0,-2 2-2 0,1 0-1 15,2-2 1-15,-1-1 2 0,0 2-2 16,1 0 0-16,1-1 0 0,0 1 0 0,0-1 2 0,0 0-4 16,0 1 2-16,1 1-2 0,1-5 1 0,0 5 2 15,1-3-2-15,-2 1 1 0,1 0 0 16,2 1 3-16,0-1-1 0,-1 1 1 0,2-2-1 16,-2 0-2-16,2 1 3 0,-2 0-3 0,4-1 0 15,-2 1 0-15,0-1 2 0,0 0 0 0,0 2-3 16,-1-3 3-16,1 1 0 0,3 0 0 0,-3 0-2 15,-1-1 1-15,1 2 1 0,0-3-1 0,1 1 0 0,-1 1 0 16,0-1 0-16,-1 0 3 0,1-1-3 0,2 0 0 16,-1-1 0-16,-2 2 0 0,1-2 3 15,2 0-2-15,-1-1-1 0,2 0 2 0,0-1-2 16,0 1 2-16,0 0-3 0,2-2 0 0,-1 0 2 16,2 1-2-16,0-1 1 0,0 0 0 0,-2 0 1 0,5 0 2 15,-2-1 0-15,0 1 0 0,1 0 0 0,-2-2-2 31,1 0 1-31,1 2-1 0,1-3 0 0,-1 2-2 16,-2-2 1-16,3 0 1 0,-1-1 2 0,0 1-3 16,-1-3 0-16,0 2 2 0,-2-2-2 0,2 0 4 15,-3 0-4-15,4-4 1 0,-5 3 6 0,1-1 5 16,0-2 4-16,-1-1 0 0,1 1 1 0,-3-3-1 16,1 2-7-16,2-4-5 0,-5 0-1 0,0-2-4 15,-1 0 0-15,-2-1 2 0,-1-1-2 0,-1 0 0 16,-2-3-1-16,-2 2 2 0,-2-1 0 0,1 0-1 15,-5 0 2-15,1 2 1 0,1 3 0 0,-3 0-3 16,0 0 0-16,-2 6 0 0,3-3-3 0,0 2-1 16,-3 2-5-16,3 3-27 0,-3 0-55 0,2 2-57 15,-1-1-73-15,0 1-142 0,1 0-247 0,-2 0-290 16,5 2-235-16,1-3-207 0,-5 3 33 0,5-3 492 16</inkml:trace>
  <inkml:trace contextRef="#ctx0" brushRef="#br1" timeOffset="-167079.5">31449 10337 42 0,'2'0'258'0,"0"-3"132"0,-2 1 122 0,0-1-67 0,1 0-143 15,-1 1-70-15,0-4-26 16,0 1 8-16,0 3 5 0,-1-3 4 0,1 0-7 16,0 1-4-16,0 0-12 0,0-1-8 0,1-1-4 15,1-1 2-15,-1-2-5 0,4 0-11 0,-2-2 19 16,0-1-7-16,0-3-18 0,4-1-16 0,-2-3-17 0,1-2-15 15,1-1-44-15,2-3-24 0,-1-4-14 0,2-1-16 16,0-3-9-16,0-1-4 0,0-5 15 0,-2 4 24 16,2-5 17-16,-2 2 3 0,0-1 5 0,0 0-6 15,-4 3-15-15,3-3-22 0,-1 5 18 16,2-1 18-16,-3 2 9 0,1 1 5 0,-1 1-3 16,1 4-2-16,2 2-28 0,-3 0-23 0,-1 1-16 15,3 4-6-15,-1 0-1 16,0 1-4-16,-1 1-4 0,2 1 3 15,-3 2 2-15,1 2-3 0,0-1 0 16,1 2 4-16,-3 3-3 0,-1 0-2 0,-1 2-29 16,-1 2-41-16,0 1-41 0,-1 0-78 0,-4 3-124 15,-3 1-167-15,0 1-282 0,0 1-235 0,0 3-210 16,-4-1 18-16,1 1 362 0,-3-1 429 0</inkml:trace>
  <inkml:trace contextRef="#ctx0" brushRef="#br1" timeOffset="-166763.02">31573 9158 201 0,'9'-9'432'16,"0"-5"185"-16,-1 0 153 0,2 0-162 0,1 0-162 0,0-3-32 0,0 1-9 0,5-2-11 15,-3 0-40-15,2-2-39 0,0 3-62 0,0-2-59 0,0 1-40 31,0 1-21-31,0 0-19 0,0 2-18 16,-3 1-17-16,2 2-6 0,-5 2-20 0,-1 1-17 0,0 2-18 16,0-1-11-16,-3 5 48 0,-1 0 39 0,0 3 20 15,1 2 4-15,-2 2 5 0,-2 2 0 16,-1 3-44-16,0 1-37 0,0 4-19 0,-1 2-12 16,-2 1-7-16,-1 1-6 0,1 1-3 0,0 2-4 0,-2-1-19 15,2 2-54-15,-5-1-50 0,5 0-75 0,-2-1-125 16,0-1-204-16,1-1-295 0,-1 0-230 15,2 1-209-15,-3-5 22 0,2 4 404 0</inkml:trace>
  <inkml:trace contextRef="#ctx0" brushRef="#br1" timeOffset="-165172.06">31501 7591 265 0,'-14'-6'505'0,"0"2"225"0,-3 1 144 16,1 3-241-16,0 3-174 0,2 2-40 0,-2 6-34 0,2 3-32 0,0 3-42 15,1 4-44-15,-2 4-62 0,3 4-69 0,2 0-32 0,1 5-36 31,3-1-27-31,4-1-12 0,4-2 4 0,4-1-2 16,0-3-19-16,5-6-1 0,3 0-8 0,2-7 3 16,3-4-1-16,2-5-1 0,3-5 15 0,2-6 4 15,1-7 7-15,2-3-6 0,-3-8-1 0,3-3 3 16,-3-5-18-16,0-3 54 0,-2-2 39 0,-2-1 24 16,-4 0 8-16,-4-1 1 0,-5-1 12 0,-4-1-43 15,-6 2-34-15,-4-2-19 0,-5 1-11 0,-5 4-6 16,-3 1-18-16,-4 6-9 0,-3 3-4 0,-1 6 0 15,0 4-2-15,0 7 0 16,-3 4 3-16,4 6 0 0,2 6 0 0,1 3-3 0,6 4 2 0,-2 3 0 16,6 4-1-16,4 2 2 0,0 3 0 0,5 3-3 15,3 0 2-15,3 2-13 0,3 1-62 0,2 0-58 16,2-1-89-16,-1-2-175 0,4 2-302 0,-2-3-319 16,3-2-238-16,-1-2-165 0,1-1 226 0,-5-3 605 15</inkml:trace>
  <inkml:trace contextRef="#ctx0" brushRef="#br1" timeOffset="-164979.61">31672 7936 8 0,'8'0'420'16,"-3"0"413"-16,-4-1 272 0,-1-1 24 15,0 1-324-15,0-1-290 0,0 0-165 0,-1-2-128 0,1 2-67 16,-2 2-50-16,0-3-39 0,2 2-24 0,0 0-21 15,0 1-14-15,0 1-53 0,2-1-137 0,1 0-241 16,1 0-277-16,0 0-269 0,1 0-250 0,3-1 0 16,-4 0 451-16</inkml:trace>
  <inkml:trace contextRef="#ctx0" brushRef="#br1" timeOffset="-164632.81">31949 7869 347 0,'4'-11'646'0,"3"0"222"0,-2-4 104 15,1-1-290-15,4-1-170 16,0-4-116-16,2-1-64 0,2-3-39 0,-2-1-75 0,6-1-45 16,-2-2-74-16,1-2-20 0,1 1-29 15,-1-1-14-15,-1 1 2 0,-1 0 8 0,1 0 60 16,-2 1 15-16,-2 4 9 0,0 0 37 0,-2 4 19 15,-4 4-2-15,1 2-50 0,-3 2-29 16,2 2-20-16,-3 4-36 0,-1 3-17 0,0 3-7 0,-2 2-3 0,0 5-3 16,-4 5 0-16,1 4-3 0,-3 4-5 0,0 7-3 15,-2 1-4-15,0 4 0 0,-3 3-1 0,1 4 0 16,1-1 1-16,-2 1-2 0,3-1 2 0,2 1 0 16,1-2-1-16,2-1-7 0,-1-4-49 15,4-2-56-15,0-6-72 0,2 0-121 16,0-6-180-16,1-2-317 0,-2-5-263 0,4-4-237 0,0-3-77 0,1-5 349 15,2-5 533-15</inkml:trace>
  <inkml:trace contextRef="#ctx0" brushRef="#br1" timeOffset="-164378.74">32343 7420 289 0,'3'-17'562'0,"-3"0"225"15,0 6 113-15,0 1-249 16,1 3-136-16,1 3-100 0,0 3-50 0,2 2-41 15,1 5-40-15,0 3-26 0,-1 3-34 0,4 4-29 16,2 1-19-16,-2 4-4 0,0 1-6 0,1 3-26 16,2 0-29-16,-1 0-25 0,-1 3-23 0,4 0-27 15,-4-3-13-15,1 5-12 0,1-5-1 16,-3 1-2-16,-2-1-1 0,-1-1 2 0,1-1-2 0,-5-3-2 16,-1-2 4-16,0-1-5 0,-3-2-6 0,-3-4-42 15,0-1-46-15,-4-4-56 0,1 0-107 0,-4-5-162 16,-1-1-294-16,-3-2-256 0,1-5-238 0,-2 1-117 31,1-2 268-31,3-3 515 0</inkml:trace>
  <inkml:trace contextRef="#ctx0" brushRef="#br1" timeOffset="-164231.93">32295 7468 211 0,'5'-12'428'0,"3"2"200"0,0 2 123 16,3 1-248-16,0 1-187 0,2 0-95 0,4 1-63 0,-3 2-63 15,5 2-34-15,0 1-19 0,-1 0-11 16,2 1-19-16,0 2-78 0,0 0-138 0,-2 0-272 0,2 2-178 16,-2-2-86-16,3 0 61 0,-3-1 212 0</inkml:trace>
  <inkml:trace contextRef="#ctx0" brushRef="#br1" timeOffset="-163881.56">32803 7236 301 0,'-4'-5'657'16,"0"-1"310"-16,-1 2 131 0,0 0-272 16,-1 4-205-16,1 2-93 0,0 3-64 0,1 2-49 15,-1 3-58-15,-3 2-57 0,3 2-49 0,1 4-69 16,-1 3-59-16,-2 3-47 0,1 2-29 0,0-1-14 16,3-1-10-16,1 2-10 0,2-4-4 0,3 1-4 0,1-4-2 0,5 1-2 0,-1-4-1 15,0-3 3 1,4 0-2-16,-1-3 1 0,5-2 0 0,-2-2 2 0,1-2 0 15,2-4-1-15,-1 0 1 0,0-2-1 16,-1 0 0-16,0-3-1 0,-6 1 0 0,2-1-1 16,-1 1 2-16,-5-1 0 0,-1 2-1 0,0 2 0 15,-3 0-1-15,-1 2 0 0,-1 2-2 0,-3 1-2 16,0 5 0-16,-1 2 0 0,-3 4 1 0,-1 0-1 16,2 4 1-16,-1 2 1 0,0 2 1 0,-1 0-2 15,3 2-5-15,-1 0-20 0,1 2-45 0,1-1-65 0,-3 1-78 0,4-5-140 31,-1 1-221-31,1-2-301 0,4-1-271 0,0-1-203 16,0-1 8-16,0-2 472 0</inkml:trace>
  <inkml:trace contextRef="#ctx0" brushRef="#br1" timeOffset="-163353.68">32980 8066 7 0,'1'-10'425'0,"1"3"408"0,-2-2 260 15,0-2 32-15,0 0-326 0,1-3-246 0,1-2-151 0,1 2-67 16,4-2-47-16,-1 1-49 15,0 0-41-15,0 0-36 0,-1 1-48 0,3 0-50 16,-2 4-27-16,1-1-13 0,-4 2-10 0,0 3-8 0,-1 0-4 16,-1 4-3-16,1-3-2 0,0 5 0 15,-2 2 2-15,0 2 0 0,-2 1 5 0,0 1-1 16,1 1-1-16,-1 3-1 0,-1-1 3 0,0 0-4 16,1 0-2-16,0 1 3 0,1 0 0 0,-2-3 0 15,3 1-2-15,-3-2 1 0,6 0 0 0,-3-1-5 16,3-3 5-16,0 0 0 0,2-2 1 0,0-2 3 0,3 0 1 15,1-4 2-15,1-2-5 0,1 1 0 0,0-3-3 16,0-1 2-16,2 1-2 0,-3-1 2 0,-2 3 4 16,2-1 1-16,-2 1 25 0,-4 2 23 0,1 0 14 0,-2 4 8 15,-1-2-1-15,0 3 1 0,-2 1-23 16,-2 1-22-16,0 3-11 0,-1 2-9 0,-2 1-4 0,2 2-3 16,-3 0-2-16,3 1-1 0,0 1-4 0,0 1 0 15,-1-1 0-15,3 2-20 0,1-3-47 0,-2 1-59 0,2-2-67 31,0-2-108-31,2-1-166 0,-2 0-239 0,0-2-261 16,1 1-215-16,1-1-125 0,0-2 215 0,1 0 475 16</inkml:trace>
  <inkml:trace contextRef="#ctx0" brushRef="#br1" timeOffset="-162781.96">33217 8004 207 0,'3'-5'468'0,"0"-1"231"0,2-1 153 16,0-1-189-16,0-1-155 0,-1-2-87 0,4 2-61 0,-2-2-50 0,2-1-26 15,-1-1-39-15,2 2-41 0,-3 0-41 0,1 1-32 16,-2 1-22-16,-1 0-33 0,4 1-21 0,-5 2-10 0,0 1-6 31,1 3-8-31,-3-2 0 0,1 4-7 0,-2 0-1 16,1 3-3-16,-1-1-5 0,0 2 2 0,-1 3-10 15,1-1 4-15,-2 2-5 0,1-1-3 0,1 1-3 16,-2 0-1-16,0 0 3 0,2 0-3 0,0-2 3 16,0 0-2-16,2 1 0 0,0-3-2 0,-1-1 1 15,2 0-1-15,1-1 0 0,0-2 6 16,1 0-1-16,3-3 6 0,-3 0 9 0,-1 0 5 0,1-2 2 0,0 0 1 15,1-1 5-15,0 2-2 0,1-2 22 0,-2 2 16 16,0-1 5-16,-1 1 12 0,4 0 4 0,-5 1 2 16,0 1-25-16,0 0-18 0,1 1-9 0,-3-1-18 15,1 2-8-15,1 0 13 0,0 2 7 0,2 1 6 16,-2-1 3-16,0 3 1 0,0 0-1 0,1-1-19 16,0 1-9-16,3-1-8 0,2-1-2 15,-3-1 1-15,4-2-1 0,0 2 2 0,0 1-1 16,2-3-2-1,-3 0 3-15,4 0-2 0,0 0 0 0,-1-3-3 16,-1 3-2-16,0 0 1 0,3 0-1 0,-4 0 4 16,1 0-2-16,-3 0-2 0,-2 0-1 0,1 0 1 0,-3 3 1 0,2-2-3 15,-3 1 2-15,1 1 1 16,-1-1 1-16,0 2-2 0,-1-2-14 0,-1 1-41 16,3 2-50-16,-4-2-51 0,1 0-79 0,1 0-130 15,-2-1-213-15,1-1-259 0,-1 2-237 16,4 0-202-16,-2-1 43 0,0 1 411 0</inkml:trace>
  <inkml:trace contextRef="#ctx0" brushRef="#br1" timeOffset="-161079.11">23599 11144 261 0,'2'0'586'0,"-1"0"326"0,-1 0 172 15,2 0-225-15,-2 0-206 0,0 0-147 16,0 0-123-16,0 2-95 16,3 1-69-16,-3-1-24 0,1 5 1 15,2 3 10-15,-1-2-10 0,1 5-17 0,-1-1-25 16,1 4-36-16,0-2-39 0,2-1-33 0,-2 2-20 15,3-5-10-15,-1 1-8 0,2-2-3 0,-3-4-2 16,1 2-2-16,3-5 3 0,0 1 0 0,-2-8 6 0,4 3-1 16,1-5 1-16,0-4 0 0,0-1-2 15,5-4 0-15,-3-3-4 0,4 2-1 0,-3-3-1 16,2 1-1-16,0-1-1 0,-1 1 0 16,-3 2 0-16,2 4 0 0,-6-1 1 0,0 6-1 15,-2-3 3-15,-3 8 3 0,2-3-1 0,-2 4 4 16,-2 2 1-16,-1 3 5 0,0 5 1 0,-3 3 1 31,2 5 0-31,-4 3 0 0,2 3-3 0,-2 2-2 16,4 1-4-16,-1 0-2 0,0 0-3 0,2 0-2 15,2-3-2-15,0-3 0 0,-1-2-1 0,2-2-1 16,1-5 2-16,0 0 1 0,1-6 0 0,1-2 4 16,2-5 2-16,3-5 2 0,0-4-1 0,1-6 0 15,3-2-2-15,-2-6-1 0,2-1 0 0,-2 0-3 16,1-2 0-16,-2 2 2 0,-3 3 7 0,-2 1 11 15,0 6 10-15,-4 2 13 0,2 0 6 16,-3 8 1-16,-2 0-6 0,-2 4-9 0,-3 3-12 16,1 5-9-16,-4 4-7 0,0 2-5 0,-2 3-1 15,1 4 0-15,0 3-2 0,-1 1 0 0,0 3-2 16,1 0 0-16,1-1 1 0,0 2 0 0,2-1-1 16,-2-1 0-16,3-3 0 0,0-2 0 0,2-3 0 31,2-2-1-31,-3-3 0 0,3-3 1 0,-1-2-1 0,2-3 1 0,0 0 1 0,0-4 1 0,0-1 0 31,0-3 0-31,0-1-9 0,0 0-13 0,0 0-25 16,0-1-65-16,-1-1-74 0,1 2-148 15,-2-1-267-15,2 0-312 0,2 3-360 0,2-1-268 16,1 0-13-16,5 0 629 0</inkml:trace>
  <inkml:trace contextRef="#ctx0" brushRef="#br1" timeOffset="-160048.21">24372 11367 285 0,'-3'1'649'0,"0"0"329"0,1 1 142 0,-1-2-256 16,2 1-233 0,-3-1-101-16,4 0-60 0,-1 0-51 0,1 2-64 15,0-2-57-15,0 0-49 0,0 0-65 0,0-2-63 16,0 2-50-16,0-3-29 0,0 1-15 0,0-1-10 15,1-4-8-15,3 1-4 0,-3-4-3 16,2 0 2-16,2-3-3 0,0-2 2 0,2 1 1 16,0-4 7-16,-1 0 4 0,1-1 1 0,0 3 2 15,1-1 6-15,-3 3 5 0,2 0-4 0,-4 0 4 16,2 4 2-16,-4 3 3 0,4 1-6 0,-4 1-4 16,-1 0-3-16,2 2-7 0,-1 2-6 0,-1 0-3 15,0 1-3-15,2 2 0 0,0 5-1 0,-1 0-1 16,2 2 1-16,-3 3 0 0,4 3-1 15,-1 2 0 1,-2 0 0-16,3 2 1 0,-3-1-1 0,4 2 0 16,-4-4 1-16,2 1-1 0,1-2 0 0,-3 1-2 15,4-3 2-15,-2-1-1 0,-1-1 1 16,1-3 1-16,-1 1-1 0,4-6 1 0,-5 4-1 0,2-4 0 16,1 0 0-16,0 0 0 0,0-2-1 15,-1 1 1-15,0-2 0 0,0 0 1 0,3-2 0 16,-3-1 1-16,1 0 1 0,1-1-1 15,-1-4 1-15,1-1 0 0,3-3 0 0,-4-2 0 0,1 0-1 16,2-2 0-16,-1-3-1 0,-1 1 1 0,3 1-1 16,-4-2-1-16,0 2 1 0,0 3 0 15,-2 0 1-15,1 3 0 0,-1 3-1 0,-1 0 1 16,-1 4 0-16,2-1-1 0,0 3 0 0,-2-1-2 16,0 2 0-16,0 1 1 0,0 0-3 0,0 4 1 15,0 2 1-15,0-1 0 0,0 4 1 0,0 2-2 16,2 1 1-16,-2 2-1 0,0 1 1 0,0 2 0 31,2 1 0-31,0 0-1 0,-2 1 1 0,1-3-2 16,-1 1-1-16,3-5 0 0,-1 2-3 15,1-3-13-15,-1 0-36 0,1-4-81 0,-1-1-99 16,-1-3-181-16,2 0-300 0,-1-3-342 0,0 0-356 16,-1-3-154-16,4 0 250 0,-4-2 689 0</inkml:trace>
  <inkml:trace contextRef="#ctx0" brushRef="#br1" timeOffset="-159180.64">24850 11394 210 0,'1'1'574'0,"-1"-1"328"0,-1 0 167 16,1-1-191-16,0 0-238 0,-2-3-166 0,2-1-122 15,-2 2-71-15,2-4-22 0,2 0-23 0,0-3-16 16,-1 0 4-16,1 0-14 0,-1-4-17 0,3 0-39 16,1-1-34-16,-2-1-24 0,3 0-27 0,-3-1-18 15,2 0-14-15,-1 1-9 0,1 0 1 0,0 2-3 16,0 1-4-16,-1 1-1 0,1 1-4 16,-2 2-2-16,0 2-6 0,-1 2-3 0,0 1-3 15,-1 1 0-15,1 0-3 0,-2 2 2 0,2-1 1 16,-2 0 0-1,0 2 2-15,1 2 6 0,-1 1 5 16,2 1 1-16,-1 3 2 0,1 3 1 0,1 0-1 16,-3 2-1-16,1 3-2 0,-1 1 0 0,0 0 0 15,3 1-3-15,-3 2-1 0,0 0-3 0,2-1-3 16,0 0-3-16,-1-2-1 0,-1 0-1 0,2-3 0 16,0-3-2-16,1 0 0 0,-2-3-1 15,1 1 1-15,0-3 0 0,1-3 0 0,0-1 1 0,1-2 1 16,3-1 0-16,-2-3 2 0,1-3-1 15,0-1 0-15,2-2 0 0,-2 2 0 0,-1-2 0 16,2 1-1-16,-3 1 0 0,1 1 0 0,0 1 1 16,-4 3 0-16,2 0-2 0,-1 0 0 0,0 2-1 15,-1 0 0-15,-1 2-2 0,2 0 0 0,-1 2 1 16,1-1 0-16,0 2 1 0,-1 3 1 0,1 1-1 16,0 2 1-16,1-1 1 0,-2 3-1 0,4 1 2 15,-4-1-1-15,2 2 0 0,1-2 0 16,-3-1-1-16,2-1 0 0,1-2-1 0,-3-1 0 15,3 0 0-15,-1-1 0 0,1-4 0 0,-1 1 1 32,2-4 1-32,1 0 1 0,1-6 0 0,1-1 1 15,3-4-2-15,-2-2 1 0,1-1-1 0,1-2 0 16,0 1 1-16,-1-2 0 0,0 1 0 0,-2 3 0 16,0 2 1-16,-3 1 0 0,1 4-2 0,-3 1 0 15,1 0-1-15,-1 5-1 0,-2-1-1 16,3 1 0-16,-4 2 0 0,1 2 0 0,1 1 0 15,-1 2 2-15,1 4-2 0,0 1 1 0,-2 0 0 16,0 4 0-16,0-1 0 0,0 2-2 0,0 0 2 16,1 0-3-16,-1 1-1 0,5-5-13 0,-4 1-30 15,1-3-68-15,1-4-70 0,-1 2-100 0,-1-6-170 16,4-1-260-16,0-2-310 0,1-6-225 0,3-1-163 16,-1-5 168-16,1 0 548 0</inkml:trace>
  <inkml:trace contextRef="#ctx0" brushRef="#br1" timeOffset="-158730.52">25354 11076 28 0,'0'-17'424'0,"0"2"387"0,-1 2 306 0,-1 2 8 15,0 0-308-15,2 3-211 0,-1 3-138 0,1 1-94 16,0 1-83-16,0 0-62 0,0 1-48 0,0 0-52 16,0 2-47-16,1 0-40 0,1 0-22 15,1 2-11-15,0 1-2 0,2-1 0 0,-1 2-1 0,0-1 4 16,1 0 1-16,-1 1 1 0,1 1 14 15,0-1 23-15,-1-2 12 0,3 2 3 0,-4-2-1 16,2 0 0-16,0 0-15 0,-4 0-22 0,4 0-11 16,-2-2-9-16,2 1-2 0,-4 1 0 0,2-1 7 15,1 1 8-15,0-1 3 0,0 3 1 0,-1-2 1 16,2 1 1-16,-1 1-9 0,-1 4-4 0,0 0-5 16,1 1-1-16,-3 1 1 0,4 2-3 0,-2 2 0 15,1-1-3-15,-1 4 1 0,0 0-2 16,1 0-1-16,1 1-1 0,-2 0 0 0,1 1-1 15,-1 1 3-15,-2 0 1 0,3-2-1 0,-4 2 2 32,1-1 2-32,-2 0-1 0,-1-1-1 0,-1 3 0 15,0-1 0-15,-4-1 1 0,1 1-1 0,-3 0 2 0,-3 1 6 16,3-3 4-16,-4 2 3 0,2-2 2 16,-1-3 0-16,-3-1-1 0,2-2-5 0,1-3-7 15,-1-1-2-15,-1-4-4 0,0 1 0 16,-2-5-2-16,2 0-1 0,-2-5-4 0,3 0-15 15,-2-2-40-15,0-1-74 0,1-2-77 0,1-1-149 16,1 1-263-16,-2-1-315 0,1 0-310 0,-1 1-193 16,3 0 38-16,-2-1 572 0</inkml:trace>
  <inkml:trace contextRef="#ctx0" brushRef="#br1" timeOffset="-157800.43">24333 10999 96 0,'3'-3'308'0,"0"3"167"0,0-2 133 0,-1 1-91 16,1 0-77-16,-2 1-15 15,1-3 14-15,-1 1 17 0,-1 1-5 0,0-1-31 16,-1-1-38-16,-1 2-5 0,2-3-14 0,-1 2-29 16,-2 0-35-16,0 1-33 0,0-2-37 0,-1 1-57 15,-1 1-53-15,2 0-37 0,-2-3-25 0,2 4-16 16,-3 0-11-1,2 0-9-15,-3 0-5 0,2 2-5 16,-1 1-5-16,-2 0-3 0,2 1-2 0,-1 2-2 16,1 2 0-16,0-1-1 0,-4 1 1 15,4 3 0-15,0-3 0 0,-1 3 0 0,2-1 0 16,-2 2 0-16,2 0 0 0,0 1 1 0,0 2-2 16,0-1 1-16,1 1 1 0,-1 0-1 15,1 1 1-15,0 1 0 0,0 2 2 0,0-2 0 0,3 1-2 16,-4 1 0-16,2 0 2 0,-3 0-3 0,3-1 0 15,-1 2-1-15,0-2 1 0,0 0 0 0,1-1 0 16,0 2 1-16,0-4 1 0,-2 0-1 0,2 0 0 16,2-2 0-16,-3 0 1 0,4 1-1 0,-1-1 0 15,1-2 1-15,0 0-1 0,0-1 0 16,1 0 0-16,1-2 1 16,1 0 0-16,0-1-2 0,3 1 1 0,1-1 1 15,-1 0 1-15,1 0 1 0,3-1 1 0,0 1 8 0,0-2 4 0,3 1 1 16,-1-1 0-16,3 1 2 0,0-1-1 0,-1-2-6 31,3 0-4-31,2 1-3 0,-3-3-1 0,1 0-1 16,1-1-1-16,1 0-2 0,0-1 0 0,-3 0-1 15,1-3-1-15,-3 1 0 0,4 0-2 0,-6 2-11 16,1-2-49-16,-2 0-82 0,-3 1-153 16,-1 0-272-16,-4 2-314 0,1 0-388 0,-7 4-334 15,2 0 17-15,-6 1 695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47:43.4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9213 13202 233 0,'1'2'394'0,"1"2"155"0,-2-3 16 0,2 0-112 15,-2 1-63-15,1 0-26 0,1-2 24 0,-1 1 3 16,-1 0-13-16,3-1-27 0,-3 2-38 16,0-2-45-16,0-2-56 0,0 2-41 0,0-1-18 15,0 0-2 1,0 1 11-16,0 1 21 0,2-1 13 0,-1 1 7 0,-1-1-11 0,0 0-24 0,0 2-36 16,0-2-37-16,0 0-38 0,2 0-19 15,-1 0-14-15,-1 0-16 0,0 0-10 0,2-2-3 16,-2 2 4-16,3-1 4 0,-1 0 2 0,-1-3 8 31,3 2 8-31,-1-4 7 0,3-1 4 0,0 1-3 0,-1-3 1 16,1 0 2-16,1-1 0 0,1-3-3 15,1-1 7-15,-1-1 2 0,2-3-4 0,-1 0-2 16,2-3 1-16,-1 0-1 0,1 0-8 0,-2-2-3 16,1 3-2-16,2-4-2 0,-4 5-8 15,0-1-6-15,0 3-3 0,0 1-2 0,-2 1 0 16,-1 4 1-16,-2 0 5 0,1 1 3 0,-1 3 0 15,-2 0 0-15,2 3-1 0,-1 2-2 0,-1-3-1 0,-1 4-1 0,0-1 0 16,0-1 4-16,0 2 2 16,0 1-3-16,2-1 1 0,-1 1 2 0,-1-2 0 15,0 2-6-15,0 0-3 0,-3 0 2 0,3 0-4 16,-1 0-10-16,1 0-9 0,-2 0-16 16,2 0-20-16,-3 0-36 0,2 2-66 0,-1-1-58 0,-1 3-84 15,0-2-139 1,-1 1-161-16,-2 2-276 0,1-1-215 15,-2 1-201-15,2-1 19 0,-2 1 412 16,3-2 438-16</inkml:trace>
  <inkml:trace contextRef="#ctx0" brushRef="#br0" timeOffset="383.22">9191 12898 266 0,'0'2'585'0,"0"0"254"0,1-2 108 0,-1 1-248 16,3-1-222-16,-1 0-160 0,-1 1-108 0,2 1-15 0,1 0 8 0,0-1-2 15,1 2-2-15,3 1 23 0,1 1 26 0,-1 1-27 31,2 0-15-31,2 1-21 0,1 0-17 0,-3 2 7 16,4 1-21-16,-3-3-14 0,3 4-29 0,-3-2-18 16,1 0-15-16,0 1-31 0,-1-1-21 0,2 0-10 15,-4 2-5-15,1-2-2 0,1 0-1 0,-2 0-5 16,-1-2 1-16,-1 2-3 0,0-2 2 16,1 1-1-16,-1 0-4 0,-2-1 2 0,-1-2-2 15,2-1-2-15,-1 1-14 0,-2-2-51 0,-1-1-56 16,1-2-56-16,-1-2-101 0,-1-1-168 0,-1 0-253 15,2-3-246-15,-2 1-223 0,0-2-163 0,-2 1 199 16,2-2 508-16</inkml:trace>
  <inkml:trace contextRef="#ctx0" brushRef="#br0" timeOffset="782.82">9538 13020 118 0,'3'0'436'0,"-1"1"271"15,0-1 203-15,-1 1-76 0,1-1-190 16,-1 0-141-16,-1 2-105 0,2-2-81 16,0 0-70-16,-1 0-69 0,-1 0-65 0,2 0-47 15,-1 0-16-15,3-2-6 16,0 2 7-16,1-1 8 0,0 1 8 0,1-1 2 0,-1-1-16 0,4 0-8 16,-1 2-12-16,-2-1-14 0,3 1-10 0,0-1-5 15,0-1-5-15,-2 1-1 0,1-1-1 0,-1 1-2 16,1-1-3-16,0 1 1 0,-1-2-10 0,0 3-25 31,-2-4-65-31,-2 2-133 0,-1 0-184 16,-2-1-293-16,2 2-261 0,-2 0-215 0,0-3 32 15,-2 2 405-15</inkml:trace>
  <inkml:trace contextRef="#ctx0" brushRef="#br0" timeOffset="1116.99">9652 12910 115 0,'5'0'346'0,"-1"0"161"0,1 0 155 0,-1 0-105 15,0 0-126-15,1-1-77 0,3 1-29 0,-2 0 7 0,-1-1-36 0,3 1-27 16,0-2-17-16,1 2-25 0,-1 0-29 0,2-2-42 16,1 2-7-16,-2 0-14 0,1 2-21 0,-1-2-5 31,1 2 5-31,-2-1 16 0,0 2-9 0,1 0 14 0,-1 1 29 0,-2-1 20 0,1 2-4 31,-1-1-9-31,-3 2-8 0,0-2-31 0,-1 4-32 16,-2-1-30-16,0 1-19 0,-2 0-14 0,-1-1-8 15,0 1-8-15,-3-1-9 0,1 1-4 0,0-1-4 16,0 0-4-16,-1-1-1 0,1 0-2 16,-2 0-4-16,0 1-23 0,1-3-49 0,-1 3-64 0,0-3-94 0,0 2-167 0,1 0-287 15,-1-1-306-15,4 2-273 16,-2 0-177-16,1 1 192 0,1 0 597 0</inkml:trace>
  <inkml:trace contextRef="#ctx0" brushRef="#br1" timeOffset="5598.92">9263 13624 12 0,'0'-2'267'0,"2"0"182"16,-1-2 170-1,-1 3 3-15,0-2-134 0,2 0-75 0,-2 0-23 16,0 2-4-16,1 1-2 0,-1-2-13 16,2 1-29-16,-2 1-53 0,0-2-53 0,-2 2-47 15,2 0-21-15,0 0 12 0,2 0 16 0,-2 0 14 16,0 2 8-16,0-2-9 0,0 0-21 15,0 0-39-15,0 1-35 0,0-1-31 0,0 2-26 0,0-2-16 16,0 1-12-16,0 2-8 0,0 3-7 0,0-1-7 16,-2-1-1-16,2 4-4 0,0 1 2 0,0 0-2 15,2 1 0-15,-2 2 1 0,0-1-2 16,2 2 3-16,-1-1-1 0,-1 2 0 0,0-1 1 16,0-1 0-16,0 0 1 0,2 0-1 0,-2 0-2 15,0-1 1-15,0-3-3 0,0 2 2 0,0-3-1 31,-2-1 0-31,2 0 0 0,0-3-1 0,0 2-1 16,0-4 0-16,0 0-1 0,-1 3 1 0,-1-4 0 16,2 1 1-16,0-1-2 0,-2 1 0 15,2-1-6-15,-1 0-13 0,1 0-28 0,-2 0-47 16,1-1-53-16,-1 0-45 0,0-1-46 0,-1 0-69 16,-1 0-81-16,-1-3-75 0,2 1-94 0,1-2-203 15,-1 0-238-15,0 0-110 0,0 0 118 0,1-2 319 16,0-1 326-16</inkml:trace>
  <inkml:trace contextRef="#ctx0" brushRef="#br1" timeOffset="6082.85">9206 13515 243 0,'-1'-1'457'15,"-1"-1"213"-15,2-1 131 0,0 2-105 0,0-1-106 16,2 2-73 0,-1-2-65-16,-1 2-65 0,0 0-92 15,0 0-81-15,0 0-60 0,0 2-49 0,0 0-35 16,0-1-22-16,0 4-9 0,3-1-3 0,-1 1 2 16,1 3 7-16,1 1 5 0,0 0-2 0,2 0-2 15,-1 2-7-15,1-3-13 0,1 2 0 0,-1 0 21 16,2-2 12-16,-2 1 11 0,2-1 2 15,-3 0 3-15,4 1-6 0,-4-4-24 0,0 3-16 16,0-4-12-16,-2 2-3 0,2-3-5 0,-2 0-7 0,0-2 2 16,-2 2-1-16,1-3 29 0,1 0 30 15,-1 0 20-15,1-3 13 0,-3-1 1 0,3-2 0 16,-1-1-23-16,-1-4-25 0,1 2-17 0,0-2-12 16,-1-1-4-16,-1 0-4 0,2 0-3 0,-2 0-1 15,1 0-8-15,-1 0-6 0,2 2-5 0,-2-2 0 31,0 1-3-31,2 3-2 0,0-2 6 0,-2 3 5 16,2-1 2-16,0 2 1 0,-1 0 1 0,1 1 0 16,-1 0 2-16,1 0 7 0,0 1 3 15,1-2-4-15,-2 1-33 0,3 1-52 0,-3 0-51 16,1 0-56-16,1 2-81 0,-3-5-138 0,0 3-138 16,3 2-202-16,-3-4-229 0,5 1-217 0,-2 3-42 15,0-2 333-15,0 3 437 0</inkml:trace>
  <inkml:trace contextRef="#ctx0" brushRef="#br1" timeOffset="6699.65">9608 13620 4 0,'-3'0'301'15,"1"1"236"-15,0-1 243 0,1 1 96 0,-1-1-156 16,1 0-138-16,-1 0-101 0,2 0-83 16,0 0-79-16,0 0-79 0,0 0-71 0,0 0-58 15,0 0-42-15,2 2-25 0,-1-2-12 0,-1 0-14 16,2 0-10-16,-1 2 13 0,1-1 11 0,1-1 10 16,2 1 6-16,-2 1 3 0,4 0 3 15,-1-1-17-15,0-1-11 0,-1 1-12 0,3 1-7 0,0-2-6 16,1 3 0-16,-1-3-1 0,0 0-5 0,1 0 0 15,1 0 2-15,-2 0 0 0,0-3 1 16,1 3-3-16,-2-2 6 0,-1 1 1 0,0 1-3 16,2-1-18-16,-3 1-17 0,-2-2-39 0,0 2-99 15,-3-2-145-15,0 1-233 0,-3 1-262 0,1-1-255 16,-1 1-140-16,0 0 199 0,-1-2 438 0</inkml:trace>
  <inkml:trace contextRef="#ctx0" brushRef="#br1" timeOffset="7047.95">9661 13557 24 0,'2'0'311'0,"3"0"193"0,0 0 194 0,0-2 73 15,-1 2-171-15,4-2-110 0,-2 1-65 16,1 1-46-16,2-1-63 0,0-1-74 0,3 0-52 0,-1 2-55 15,3 0-36-15,-1 0-18 0,2 0-7 16,0 2 5-16,0 0-9 0,0 0-4 0,0 3-7 16,-2-2-4-16,1 2-6 0,-1 1-9 0,0-1-4 15,-1 1 12-15,-2 0 32 0,-2-1 23 0,1 1 34 16,-2 0 30-16,-3 2 15 0,-2-2-6 0,1 1-25 16,-3 0-22-16,-3 0-28 0,0 0-29 0,-4 3-27 15,1-3-15-15,-3 1-11 0,-1 0-5 16,2 0-7-16,-3-1-3 15,2 0-2-15,-1-1-4 0,-1 1 0 16,3-3-3-16,0 3-10 0,0-3-42 16,-1 2-63-16,1-2-62 0,2-1-117 0,1 2-178 15,0-2-310-15,-1 1-270 0,5-1-213 0,1 2-109 16,0-1 331-16,0 0 542 0</inkml:trace>
  <inkml:trace contextRef="#ctx0" brushRef="#br0" timeOffset="16631.14">4583 16084 76 0,'0'8'311'0,"-3"1"159"0,1-2 125 0,-1 1-90 0,0-1-141 16,0 1-46-1,0-2 0-15,3 0 12 0,-2 0 12 0,-1-1 0 0,3-3-24 16,-2 1-41-16,2 0-24 0,-1-2-24 0,1 1-26 15,0-2-25-15,0 0-17 0,0 0-12 16,0 0-24-16,0 0-20 0,0 0-12 0,0 0-15 0,1 0-20 16,1-2 51-16,1 1 21 15,2-3 8-15,1-4 9 0,-1-2-3 0,3-1-4 16,2-6-55-16,0-2-33 0,1-1-16 0,2-7-15 0,1-1-4 0,2-3-3 16,2-2-1-16,0-2-1 0,2-1-1 0,0 1-2 15,-1-1-2-15,2 1-1 0,-1 1-1 16,-2 3 0-16,1 3-1 0,-1 0-3 0,-5 5-1 15,0 2 0-15,-1 2-1 0,-2 3-1 16,-4 4 2 0,2 2 1-16,-2 3-1 0,-4 0 0 0,3 1-1 15,-4 2 0-15,3 0-1 0,-3 1 1 0,1 1 1 16,-1-2-2-16,1 2 2 0,1 0-1 0,0-1 0 16,0 0 0-16,0 0-1 0,-1 0 0 0,1-1-5 15,0 1-24-15,-1-1-43 0,0 1-58 0,-1 2-64 16,-1 0-110-16,-1 1-168 15,-3 1-275-15,1 0-259 0,0 2-225 0,-2 4-118 16,-2-4 268-16,-1 1 527 0</inkml:trace>
  <inkml:trace contextRef="#ctx0" brushRef="#br0" timeOffset="16980.91">4566 15685 371 0,'0'3'743'16,"3"0"243"-16,-3-1 24 0,2-1-310 16,-1 1-278-16,2 1-153 0,0 0-44 0,0 1-14 15,2 2-6-15,3 2-2 0,0-1 6 0,3 3-16 16,-1 1-46-16,4 0 22 0,0 3 6 15,3-3-4-15,-1 3-22 0,3 0-21 0,-1 1-14 16,4 1-49-16,-2-1-26 0,1 0-14 0,1-2-9 16,2 3-9-16,-1-5-1 0,-2 1-3 15,4 1-1-15,-3 0-2 0,-1-3 0 0,1 1 0 0,0 1 2 16,-4-2-1-16,2 1 0 0,-3-1 3 0,0 1-12 16,-2-2-55-16,-2-2-49 0,-1 0-66 0,-2 0-135 15,-2-1-190-15,0-1-309 0,-2-3-237 0,0 0-226 16,-1 0-41-16,0-6 407 0,0 2 494 0</inkml:trace>
  <inkml:trace contextRef="#ctx0" brushRef="#br0" timeOffset="17748.62">5666 15516 169 0,'0'0'385'0,"0"0"170"0,0 0 95 0,0 2-140 15,3-2-108 1,-3 0-46-16,2 3-26 0,-2-2-24 0,3-1-30 16,-1 1-6-16,-1-1 4 0,3 0-10 0,0 0-14 15,-1-1 1-15,2 1 23 0,3 1-13 16,0-1-49-16,4 4-23 0,0-4-11 0,2 2-19 15,0 2-34-15,2-3-30 0,0 2-17 0,1-2-22 16,1-1-23-16,0 2-13 0,0-1-9 0,2-1-4 16,-1 0-1-16,-1-1-2 0,2-1 0 0,-1 1-1 15,-3-1 1-15,1 1-2 0,-1-2 0 0,0 1-3 16,-3 0-2-16,-2 2 8 0,1-4 3 0,-4 4 1 16,0-1-9-16,0 1-39 0,-5-1-48 15,0 2-53-15,-1-1-89 0,-2 1-139 0,-2 0-179 0,-2 2-268 16,-2 1-234-16,-1-1-217 0,1 0 34 0,-1 0 401 15,-3 0 449-15</inkml:trace>
  <inkml:trace contextRef="#ctx0" brushRef="#br0" timeOffset="18046.46">5685 15648 233 0,'-2'6'586'0,"0"-2"281"0,0 0 118 16,2 0-206-16,0-2-198 15,0 3-138-15,2-1-99 0,0 0-53 0,0 0-41 0,3 1-36 16,1-1-44-16,1 1-42 0,2 0-30 0,4-3-20 16,0 1-14-16,2-3-16 0,1 2-18 0,1-2-7 15,1-2-8-15,4 2-9 0,0-1-4 0,0-1 1 16,-1 0-2-16,1 0-1 0,1-1-1 15,1 2 1-15,0-3-1 0,1 3-20 0,-1-1-27 32,-2 1-68-32,0-1-162 0,-1 1-297 0,1 2-277 15,-3 2-272-15,1 2-205 0,1-1 146 0,-5 2 570 16</inkml:trace>
  <inkml:trace contextRef="#ctx0" brushRef="#br0" timeOffset="19614.07">7533 14806 298 0,'2'-6'564'0,"-1"0"272"16,1 2 136-16,-2 1-161 0,2 0-164 0,-2 0-111 15,0 1-56-15,0 0-39 0,1 2-73 0,-1 0-76 16,2 0-54-16,-2 2-38 0,3 2-50 0,-3-2-44 15,3 6-27-15,-1 1-20 0,-2 4-12 0,2 2-10 16,-2 3-9 0,0 3-11-16,0 1-5 0,0 3-5 15,-2 2-3-15,2 0-3 0,0 1-1 0,-2-1 6 16,2-1 2-16,0 0 1 0,0-4 2 0,2 0-5 16,-2-2-5-16,2-3-37 0,-1-3-60 0,1-2-56 15,-1-1-55-15,1-4-87 0,-2-4-133 16,3-1-151-16,-3-5-233 0,1-3-220 0,1-2-192 15,-1-2 31-15,4-5 368 0,-3-3 432 0</inkml:trace>
  <inkml:trace contextRef="#ctx0" brushRef="#br0" timeOffset="19830.63">7698 14794 285 0,'3'-1'589'15,"0"1"219"-15,1 0 92 0,-1 3-223 0,0 1-186 16,1 2-105-16,1 3-35 0,0 2-21 0,1 1-23 15,-1 4-32-15,3 1-33 0,-4 2-32 0,3 2-52 16,-2 3-21-16,-2 0-25 0,3 0-32 0,-1 2-32 31,-2-4-31-31,0 2-14 0,0-2-27 0,1-3-33 16,-1-3-32-16,-2-1-72 0,-2-3-124 0,-1-2-186 16,-1 0-286-16,0-3-248 0,-2-2-217 0,-3-2 32 15,2-5 393-15</inkml:trace>
  <inkml:trace contextRef="#ctx0" brushRef="#br0" timeOffset="20097.06">7364 14739 251 0,'2'4'475'0,"3"0"194"0,2 1 144 16,1 0-192-16,5-1-154 0,1 1-92 0,2 0 4 0,3-2-26 15,3 0-53-15,1 1-27 0,3-4-41 0,1 2-27 32,3-4-54-32,0 2-31 0,0-4-21 0,0 4-47 15,0-3-25-15,0 2-15 0,0 0-7 0,-1 0-5 16,-1 2-2-16,-4 0-9 0,0 3-30 16,-2 4-99-16,-2 1-157 0,-5 2-295 0,-4 0-273 15,1 3-257-15,-7 2-141 0,-2 0 270 0,-3 1 492 16</inkml:trace>
  <inkml:trace contextRef="#ctx0" brushRef="#br0" timeOffset="20381.43">7291 15504 134 0,'2'7'386'16,"3"-2"192"-16,1 0 183 0,2-3-78 15,6 2-153-15,1-2-85 0,4 0 21 0,1-2-3 0,4-2-33 16,3-3-37-16,4 2-61 0,4-2-47 16,1-3-35-1,2 1-36-15,0-3-30 0,2 2-37 16,-1-4-23-16,-1 1-17 0,2 0-43 0,-4 1-27 16,2 1-20-16,-5 0-14 0,0 3-6 0,-1 2-4 15,-5 1-1-15,-1 1-22 0,-4 2-57 0,-2 3-49 16,-7 1-92-16,-1 3-154 0,-7 0-266 0,-2 2-291 15,-3 2-229-15,-5 1-188 0,-1 0 166 0,-5 1 516 16</inkml:trace>
  <inkml:trace contextRef="#ctx0" brushRef="#br0" timeOffset="20796.72">7385 16018 241 0,'3'6'791'0,"-1"-1"368"0,-1-3 35 15,-1 0-215-15,2-2-365 0,-1-3-244 0,1-3-99 16,1-3-15-16,2-2-5 0,3-5-14 0,0-5-24 15,1-4-26-15,2-4-47 0,0-3-50 0,0 0-31 16,3-1-13-16,-2 1-7 0,0 0-9 0,-1 4-6 16,-1 4 0-16,-2 3 3 0,-2 4-2 0,-1 4 0 15,-2 2-1-15,0 4-2 0,-3 3-1 0,3 1-7 16,-3 3-5-16,-1 3-1 0,-1 3-4 16,1 2-1-16,-3 6 0 0,1 2-1 0,-2 0-3 15,-1 2 1-15,3 1-1 0,-2 0-1 0,0 0 2 0,2 0-1 16,0-1 0-16,1-1-1 0,-1 2 1 15,2-2-1-15,-1-1 3 0,-1 1-7 0,3-3-24 32,-3 0-59-32,2-2-59 0,-3-1-81 0,3-2-158 15,-1 0-263-15,-1-2-300 0,1 0-244 0,2-1-199 16,0 1 79-16,0-3 538 0</inkml:trace>
  <inkml:trace contextRef="#ctx0" brushRef="#br0" timeOffset="21029.42">7793 16083 389 0,'3'1'1293'0,"0"-1"410"16,-1 0-208-16,-2 0-334 0,-2 0-491 0,2 0-255 16,-1-1-178-16,-1 1-88 0,0 0-49 0,1-2-33 15,-1 2-25-15,2-1-18 0,-1 1-13 0,-1-1-7 16,2 1-5-16,0-2-4 0,0 2-11 15,0-2-17 1,0 1-46-16,2 0-73 0,-1-3-92 0,-1 2-169 16,2-2-293-16,-1 3-331 0,1-2-312 0,0-2-180 15,-1 3 170-15,2-3 657 0</inkml:trace>
  <inkml:trace contextRef="#ctx0" brushRef="#br0" timeOffset="21546.44">7911 15749 67 0,'-5'-3'674'16,"1"0"558"-16,-1 1 216 0,1-2-114 0,0 3-389 15,3 0-371-15,-1-1-202 0,-1 2-120 0,3-2-91 0,0 2-70 0,1-1-43 16,3 2-28-16,1 1-11 0,2 0-4 16,1 0 4-16,0 4 2 0,3-1 1 0,3 3 0 15,-1-1 1-15,3 4-3 0,0 1-6 0,1 0-3 0,2 0-1 16,0 1 0-16,1 1-2 0,0 1 0 15,0 0 2-15,-3-1-1 0,1 3 0 0,-3 2 2 32,-2-2 1-32,1 4 3 0,-6 1 1 0,-1-1 0 15,-4-1 1-15,-3 3-1 0,0-1 1 0,-5 1 0 16,-1-1-2-16,-5-1 4 0,3-1 3 0,-3-2 0 16,-2-2-2-16,1-2 1 0,-1-2 0 0,0-3-2 15,0 0-3-15,1-3 0 0,1-3-3 0,1-1 0 16,0-2-1-16,3-1-3 0,1-3-3 0,2-2-1 15,1-4 0-15,3-3-2 0,3-4-2 0,-1-2 2 16,4-1 0-16,-1-6 2 0,3-1 1 0,3 0 3 16,-1-5 1-16,2 1 1 0,-1-3 1 0,-1 0 0 15,2 1 1-15,-2 2 0 0,-2 1 1 0,-2 3 2 0,0 1 1 16,-4 5-2-16,-2 1 0 0,-3 4-2 16,-5 3 0-16,0 2-3 0,-2 4 0 0,-5 3 3 15,0 4 1-15,-2 1 1 0,1 5 0 0,-3 1 2 16,2 4 0-16,1-1-4 0,1 3 0 0,3-3-2 15,1 3-4-15,2-1-2 0,3-2-4 16,2 1-21 0,1-3-59-16,5-2-64 0,-1 0-95 0,4-4-167 15,3 1-306-15,0-3-316 0,1-4-258 16,3 2-173-16,3-5 216 0,0-2 614 0</inkml:trace>
  <inkml:trace contextRef="#ctx0" brushRef="#br0" timeOffset="22115.12">8936 15391 173 0,'-2'5'1066'0,"-1"-1"614"16,-2 1-115-16,2-1-328 16,-2 0-438-16,-1-1-313 0,0 2-221 15,3-2-102-15,0-1-52 0,1-1-34 0,0 1-29 16,1-1-24-16,1-1-12 0,1-1-8 16,1-1-5-16,1 1-2 0,0-2-12 0,2 1-27 0,3-1-75 15,-4 1-86-15,1-1-166 0,-1 2-291 16,0 0-331-16,0 1-376 0,-1 1-211 0,-2 3 127 0,1 1 697 15</inkml:trace>
  <inkml:trace contextRef="#ctx0" brushRef="#br0" timeOffset="22929.27">9878 15276 210 0,'-2'-6'702'0,"-2"1"402"0,-2 2 108 0,1 0-179 0,0 2-288 16,-1-1-177-16,-1 4-127 0,1-1-94 16,0 3-64-16,-1 1-53 0,1 3-70 0,1 1-64 0,-1 4-36 15,2 2-18-15,2 6-13 0,2 5 0 16,2 5-1-16,2 5 1 0,2 3-6 0,2 3-1 16,0 2-4-16,6-3-12 0,-1-1-9 0,3-5-6 15,1-1-3 1,2-9-1-16,2-4 0 0,3-4 5 0,-1-7 4 0,4-5 4 0,-2-5 2 0,-2-6 0 15,0-6 3-15,-4-3 0 0,0-5 0 16,-3-3-2-16,-5-4 1 0,0-2 0 0,-6-3-1 16,-2 1-1-16,-5-2 2 0,-1 2 10 0,-6 0 6 31,-2 0 4-31,-4 2 0 0,-3 1 4 0,-3 0 3 16,2 5-4-16,-3 2-2 0,2 1 1 0,0 6 4 15,-2 1-4-15,3 3-4 0,2 2-6 0,0 4-4 16,4 2-7-16,-1 2-5 0,4 2-1 0,0 2-1 15,3 5-2-15,2 2 0 0,2 3 0 0,3 5 0 16,2 0-7-16,2 4-16 0,2 1-39 0,4 1-73 16,-2-1-100-16,3 3-197 0,0 0-296 15,3-2-339-15,2 3-341 0,0-3-170 0,3 1 268 16,0-1 726-16</inkml:trace>
  <inkml:trace contextRef="#ctx0" brushRef="#br0" timeOffset="23131.04">10501 15754 152 0,'2'2'1059'0,"-4"1"626"0,-1 0-117 0,-2 0-338 16,-4 1-430-16,1 1-338 0,0 0-228 16,1-1-101-16,-2-1-50 0,3-1-30 0,3 0-24 15,1-1-17-15,1-1-10 0,2 0-15 0,2-1-51 16,1-2-74-16,2 0-117 0,1 0-222 0,0 1-304 15,3-3-357-15,0 2-312 0,0-2-122 0,1-1 432 16,0 2 695-16</inkml:trace>
  <inkml:trace contextRef="#ctx0" brushRef="#br0" timeOffset="24198.4">10852 15316 36 0,'-1'-1'529'0,"1"2"450"0,0-1 205 0,1 0-72 16,-1-1-352-16,2-1-289 0,1-1-173 0,1-1-63 16,3 0-31-16,3-2-12 0,2-1 28 15,2 0-4-15,4-1-20 0,1 0-38 0,1 1-14 16,2 0-15-16,1 1-47 0,-1 1-21 0,0 2-7 15,-3 3-7-15,0 3-6 0,-2 4 0 0,-3-1 4 16,-1 2-1-16,-2 3 0 0,-5 3-1 0,-1 3-11 16,-3 2-8-16,-2-1-10 0,-5 5-6 0,0-2-7 15,0 2-5-15,-4-2 3 0,1-2 1 0,-1-1 0 16,-1 0 1-16,2-3-1 0,0-2 0 16,0-2 0-16,0 0 0 0,2-4 0 0,2 0-1 0,0-3-2 15,1 0-2-15,2-1-1 0,1 0-1 16,1 0-1-16,2 2 2 0,2-2 0 0,2 0 2 15,2-2 0-15,0 2-1 0,5-3 0 0,-1 2 1 16,0-2 0-16,4-2 1 16,-1 2 2-16,0-1 0 15,-2 1 1-15,-1 0 1 0,-2 1 1 0,-3 1 1 16,-1 1 0-16,-2-1 2 0,-3 4 1 16,-2 3-1-16,-3 1 1 0,-2 1-1 0,-3 0-1 0,-3 3-1 15,1 0 0-15,-5 1-1 0,2 2-1 16,-4 0-1-16,2-2 0 0,0 0 0 0,0 0 0 15,0-3-1-15,2-1-1 0,3-3 1 0,-2 0-2 16,6-4-4-16,-1 1-11 0,2-4-13 0,1 0-40 16,2-1-62-16,2-1-58 0,0-2-73 0,2-1-121 15,2-3-176-15,-1 0-268 0,1 0-215 0,2-1-216 16,2 1-68-16,3-3 355 0,-1 4 502 16</inkml:trace>
  <inkml:trace contextRef="#ctx0" brushRef="#br0" timeOffset="24745.43">11682 15289 412 0,'0'-13'1063'0,"-4"2"408"15,-3 1-23-15,1 1-318 16,-5 0-412-16,0-1-245 0,-2 4-145 0,-3-3-97 15,3 5-73-15,-2 0-45 0,2 2-33 0,-1 2-25 16,3 2-18-16,0 2-12 0,0 4-12 0,1 3-6 16,4 0-3-16,1 5-1 0,1 1-1 0,2 3-1 15,4-1 0-15,2 1 0 16,2-1-1-16,2-2-2 0,2 0 0 0,4-6-1 0,-1 0 1 0,2-5-1 16,0-5 1-16,2-2 2 0,1-5-1 15,-1-3 0-15,-3-3 0 0,2-4-2 0,-2-1 1 0,-1-3-1 16,-4-1 2-16,1 2 1 0,-2-2 1 15,-4 3 1-15,1 0 1 0,-5 0 1 0,2 4-1 16,-2 2 0-16,-2 2-1 16,2 2 0-16,0 1-1 0,0 2-2 0,0 1 0 15,0 2-2-15,2 2 0 16,1 2-1-16,0 4 1 0,1 1 1 0,3 3 0 16,-1-1 2-16,2 5 1 0,1 0 0 0,1 4 0 15,2 0 1-15,-1 3 1 0,1-1-1 16,-1 3 0-16,1 2 0 0,0 0-5 0,-1 3-2 15,0-1-3-15,-3 4-1 0,0-3 1 0,0 3 0 16,-2 1 8-16,-4 1 7 0,-1-3 2 0,-4 4 2 16,-1-1 1-16,-3 2-2 0,-2-2-4 0,-3 3-3 15,-2-3-1-15,1-1-2 0,-4-4-1 0,3-2-1 16,-2-3 1-16,2-4-2 0,0-3 0 0,1-4-4 0,2-1-11 16,2-7-25-16,1-4-69 0,0-2-78 15,2-6-161-15,2-5-279 16,4-3-326-16,2-3-376 0,4-2-239 0,0-4 40 15,2 2 694-15</inkml:trace>
  <inkml:trace contextRef="#ctx0" brushRef="#br0" timeOffset="25230.75">12741 15293 29 0,'-9'4'556'0,"6"1"500"0,-2-3 209 15,2 2-107-15,1-2-326 16,2 1-250-16,4 2-153 0,2 1-93 0,3-1-60 15,4 0-22-15,4-1-40 0,1-1-64 0,6 1-49 16,2-4-30-16,3 0-14 0,2 0-17 0,1-4-14 16,3 0-11-16,-2 0-6 0,0-2-5 0,-3-2-3 15,0 2-2-15,-3 1 0 0,-2-1-9 0,-5 1-47 16,-3 1-73-16,-6 2-102 0,-2 2-194 0,-5 2-301 16,-8 3-346-16,-2 3-315 0,-5 2-158 15,-8 3 305-15,-2-1 686 0</inkml:trace>
  <inkml:trace contextRef="#ctx0" brushRef="#br0" timeOffset="25379.68">12797 15619 305 0,'-3'12'913'16,"3"-5"334"-16,3 1-31 0,1-2-185 0,3 2-501 16,3-2-275-16,4-1-125 0,2 1-62 0,4-2-33 15,5-1-18-15,2 0-9 0,5-2-8 16,1 1-33-16,2-1-147 0,1 2-312 0,2 2-260 15,2 1-259-15,-1 1-235 0,-1 2 22 0,-3 3 536 16</inkml:trace>
  <inkml:trace contextRef="#ctx0" brushRef="#br0" timeOffset="54025.93">14084 15237 184 0,'0'-4'416'16,"-1"-2"219"-16,1 1 203 0,-4 1-145 16,4 0-85-16,-3 2-57 15,1-1-62-15,-1 3-77 0,-2-1-78 16,-1 2-63-16,0 1-36 0,1 1-3 0,0 1-5 16,1 1-4-16,-3 1-17 0,1 3-30 0,0 2-39 0,-1-1-38 15,-1 4-32-15,2 0-20 0,-2 3-11 0,2 3-7 16,3 1-5-16,0 5-8 0,1-1-1 15,2 5-4-15,3 3 0 0,2 3 1 0,1 3 2 16,4 1 2-16,-2 4-1 0,3-1 2 0,3 1-3 16,0-2-1-16,2-5-3 0,2-3-4 0,-1-4 0 15,2-10-3-15,3-5 2 0,2-7 0 16,-1-8 0-16,0-8 2 0,0-7 0 0,1-7 2 0,-2-6 0 16,-4-6 1-16,0-4-3 0,-5-3-1 15,-2-2 4 1,-5 0 0-16,-2 1 5 0,-4 3 2 15,-5 2 4-15,-3 2 2 0,-5 2-4 0,0 4-2 16,-5 2-4-16,-3-1-2 0,-1 6-4 0,-3-1-1 16,-1 4-2-16,1 0-1 0,0 7-2 0,1 1-1 15,0 3 0-15,2 4 0 0,0 4-1 0,6 4 1 16,-1 2 0-16,3 5 0 0,4 0-1 0,-1 5 1 16,5 2 1-16,3 1-1 0,1 2-1 0,2 2-2 15,3-2 1-15,0 0-1 0,5 0-2 0,2-1-4 16,1 0-15-16,0 0-37 0,3-1-67 0,-1 0-68 15,2-2-120-15,-2 0-178 0,1-1-305 16,1-1-296-16,0 1-220 0,0-2-124 0,0 0 338 0,1-1 564 16</inkml:trace>
  <inkml:trace contextRef="#ctx0" brushRef="#br0" timeOffset="54257.81">14653 15859 268 0,'0'4'958'0,"-5"4"487"0,-1-2 42 15,2 2-229-15,-3-4-487 0,2 0-286 16,-1 0-161-16,3-3-106 0,-3 0-82 0,2-2-56 16,3 0-36-16,-1-3-20 0,4 0-12 0,-1 0-7 15,3-4-5-15,2 1-10 0,-2-1-34 0,1 1-75 16,0-4-86-16,2 4-164 0,-3-1-293 0,2 0-330 15,-1-1-343-15,0 3-195 0,0 1 145 0,0-1 664 16</inkml:trace>
  <inkml:trace contextRef="#ctx0" brushRef="#br0" timeOffset="55043.22">15064 15246 196 0,'7'-12'460'0,"0"0"245"0,-4 1 207 16,2 2-124-16,-1-2-124 0,-1 4-105 0,0 0-72 15,0 1-9-15,-3 1-7 0,3 1-60 0,-3 0-64 16,0 0-49-16,0 2-43 0,-3-2-64 0,0 3-67 16,0 0-35-16,-2 1-23 0,-2 1-13 0,0 0-11 15,-1 3-7-15,0 2-8 0,-2-1-7 16,0 4-6-16,-2 2-3 0,3 1-2 0,-4 1-2 15,2 2 0-15,0 0-2 0,2 3-1 0,1 2-1 16,0 1 1-16,0 1-2 0,3 0 0 0,4 3 1 16,-1 0-1-16,5 2-1 0,0 2 0 0,5 1 0 15,0 1-1-15,2 1 0 0,4 1 0 0,0-2 1 16,3 2 0-16,1-4 0 0,2-1-1 0,2-2 0 16,-1-5 0-16,1-6 0 0,3 0 0 0,-4-6 0 31,3-5 2-31,-2-4-2 0,-2-1 2 15,-2-7-1-15,-1-1 1 0,-4-3-2 0,-1-1 1 16,-4-2-1-16,-3-2 0 0,-2 2 1 0,-1-2 1 16,-4 1 0-16,-2 1-1 0,-3 2 2 0,-4-1-1 15,-1 4-1-15,-4-1-1 0,0 4 1 0,-3 1 0 16,1 3-1-16,-2 0 1 0,0 3 0 0,0 1-2 16,3 2 0-16,1 1 0 0,2 2-1 15,1 3-1-15,1 1 1 0,6 2-1 0,-1 0 1 0,2 1 1 16,2 0-2-16,3 2 1 0,0-2-1 15,0 1 0-15,5-3-2 0,-2 1-11 0,4 2-15 0,-1-3-37 16,3-3-72-16,1 1-70 0,-1 1-120 16,2-5-169-16,0-1-308 0,3-2-298 0,1-2-213 15,2-2-131-15,-1-3 314 0,3-4 572 0</inkml:trace>
  <inkml:trace contextRef="#ctx0" brushRef="#br0" timeOffset="55625.7">15619 15156 178 0,'-1'-15'716'0,"-6"3"420"0,-1 1 94 16,-1 5-116-16,-1 2-315 0,1 2-220 0,-2 4-151 0,0 1-94 16,1 1-61-16,-1 3-64 0,2 1-80 0,1 3-56 15,1 0-30-15,0 0-18 0,2 5-10 0,3-2-3 16,2 2-5-16,0-1 0 0,4 2-3 15,0 0-1-15,5-1-2 0,0 1-2 0,2 0-1 16,3-1 0-16,0-2 2 0,3 0 0 0,1 0 2 16,2-1 2-16,2-2-3 0,1 1 1 0,1-2 0 15,1 1 0-15,2-1-2 0,-2 3 0 0,2-3 1 16,-5 3-1-16,2 1-1 0,-4 1 2 16,-1-1 1-16,-1 5-1 0,-6-1 2 0,-2 1 1 15,-4 2 0 1,-3 2-1-16,-4-2 1 0,-3 2-1 0,-4 0-2 15,-4 2-1-15,-1-2 6 0,-2 2 3 16,-3-3 3-16,-3-1 1 0,1 0 2 0,2-3-1 16,-2-3-5-16,1-2-3 0,3-2-3 0,-1-5 0 15,4-2-2-15,0-2-1 0,1-4 0 0,2-2-2 16,4-5-1-16,0-3-2 0,4-3 0 16,2-5 0-16,0-2 1 0,5-2-1 0,-1-5 3 0,5-3 1 15,-1 0 1-15,1-3 0 0,2-1 0 0,0-3 1 16,3 0-1-16,-3 0 0 0,2 1-1 0,0-2 1 15,-4 5 0-15,2 0 2 0,-5 2 2 0,-1 3 1 16,-5 4 2-16,0 2 1 0,-5 3-1 16,-1 2 0-16,-5 4 2 0,0 3-1 0,-5 0 1 15,0 4 1-15,-1 3-1 0,-1 3 0 0,0 2-4 16,-1 5 0-16,1 1-4 0,0 4-1 0,1 2-3 16,4 1-2-16,1 1-3 0,4-3-13 0,1 0-55 15,5 0-72 1,2-4-114-16,3 0-197 0,6-1-304 15,-1-4-348-15,5 0-287 0,4-2-130 0,2-2 366 16,2 0 650-16</inkml:trace>
  <inkml:trace contextRef="#ctx0" brushRef="#br0" timeOffset="56091.6">16848 14991 132 0,'-2'-4'628'0,"1"1"449"15,-3 1 169-15,3 0-59 0,-1 2-273 0,0 3-238 31,-1 3-179-31,2 3-118 0,-2 2-75 0,3-1-84 16,0 4-83-16,0 0-46 0,4 0-28 0,-1 2-18 16,2-3-14-16,2-1-11 0,1-2-7 0,2-1-7 15,0-1-2-15,1-4-2 0,3-3-1 16,-4-1 0-16,1-1 0 0,2-5 0 0,-5-1 0 0,-2-2 1 16,2-2 0-16,-4-1 1 0,-4 1-1 15,0-2 1-15,-3 1 1 0,0 1 0 0,-4 3 5 16,0 2 0-16,1 0 1 0,-2 3 1 0,-3 1-1 15,1 2 0-15,2 2-4 0,-3 1-2 16,3 3-2-16,2 0-2 0,-1 2 1 0,4 2-2 0,-1 0-1 16,2 1 1-16,2 2-2 0,2-1 0 15,2 2-2-15,1 1-3 0,2-4-9 0,1 4-19 16,2-1-42-16,2 0-76 0,-3-3-81 0,4 3-151 16,-1-3-265-16,1 2-320 0,1 1-306 0,1-2-186 15,0 1 49 1,1 2 584-16</inkml:trace>
  <inkml:trace contextRef="#ctx0" brushRef="#br0" timeOffset="56407.66">17439 15733 313 0,'3'26'1004'0,"-1"-1"430"15,0 3-33-15,0 2-200 0,2-2-490 16,0-1-261-16,1-1-153 0,2-6-92 0,1-3-63 15,2-3-56-15,2-4-35 0,2-6-21 0,-2-4-9 16,6-4-5-16,-4-3-5 0,2-8-2 0,-3 2-1 16,-1-3-3-16,1-2-1 0,-5 1-1 0,-2 0 6 15,-1 3 9-15,-1 1 6 0,-4-1 5 0,-4 5 6 16,-1 0 3-16,0 3-5 0,-3 0-6 0,-4 2-6 16,2 3-5-16,-1 2-5 0,-3 3-5 15,3 0-4 1,0 3-3-16,-2-1-1 0,4 2-4 15,-1 1-5-15,2 3-15 0,0-1-32 0,4-1-75 16,-3 2-75-16,2 1-137 0,-1-2-214 0,0 0-313 16,3-1-322-16,0 1-205 0,-4-1-50 0,4-1 466 15,-3 1 573-15</inkml:trace>
  <inkml:trace contextRef="#ctx0" brushRef="#br0" timeOffset="56924.95">16778 16281 308 0,'-3'0'626'0,"0"3"275"16,1-3 123-16,-1 0-235 0,3-3-202 0,0 1-139 16,3-1-88-16,0-2-33 0,2-4-13 0,1-1-11 15,4-2-23-15,1-3-21 0,0-4-26 0,2-1-42 16,4-7-43-16,0-1-44 0,4-5-26 0,1-6-18 15,0-3-12-15,5-3-8 0,-1-4-7 0,2-4-7 16,1-5-9-16,1-2-5 0,1-1-3 16,-1 0-5-16,2-4-3 0,0 2-1 0,-4 0 2 0,0 1-2 15,1 1 2-15,-2 4-1 0,-4 3 4 16,-2 1-2-16,-1 6-2 0,-1 1 1 0,-3 6-2 0,0 1 0 16,-5 5 0-16,0 2 0 0,0 4 0 15,-3 2-1-15,0 4 2 0,-1 2-1 0,-1 4-1 31,-2 3-1-31,0 1-3 0,-3 3 2 0,2 2-4 0,-3 4 0 16,2 0-15-16,-2 5-36 0,-2 0-72 16,1 5-73-16,-4 1-140 0,0 5-245 0,0 0-313 15,-4 2-311-15,4 2-200 0,-3-1-14 0,-2-1 520 16</inkml:trace>
  <inkml:trace contextRef="#ctx0" brushRef="#br1" timeOffset="62020.03">4839 17530 79 0,'0'0'328'0,"0"-1"197"0,0 1 227 0,0 1 6 16,0-1-84-16,0 1-61 0,2 1-60 0,-2-2-64 0,0 3-81 0,0-2-47 16,0 4-27-16,3 0-34 0,-1 2-27 0,1 2-37 15,1 2-33-15,-2 1-47 0,-1 3-51 0,3 2-33 31,-3 3-24-31,1 3-6 0,0 2-6 0,-1 1-6 16,1 4-6-16,-1 0-5 0,-1 0-3 0,0 3-3 16,2 1-4-16,-2-1-3 0,0 3-2 15,0-1 0-15,0-2-3 0,0 3 0 0,0-4 0 0,-2-1 0 16,2-5 0-16,0-1-2 0,-1-7 1 0,1-2 0 16,-2-5-3-16,2-2-1 0,0-3 0 0,-1-5 0 15,1-6 0-15,-2-5-1 0,2-3-6 0,-2-7-11 16,1-4-29-16,-1-1-49 0,-1-3-56 0,1-2-71 15,-4 2-122-15,3 0-171 0,0 2-282 0,0 1-249 16,-2-1-228-16,2-1-72 0,-2 2 353 0,-1-3 511 16</inkml:trace>
  <inkml:trace contextRef="#ctx0" brushRef="#br1" timeOffset="62441.74">4706 17299 238 0,'0'-4'532'0,"0"-1"248"16,0 1 156-16,0 1-156 15,0 0-162-15,0 0-119 0,2 1-93 16,-2 2-25-16,3 0-3 0,2 2-37 0,0 1-42 16,2 0-35-16,3 2-28 0,0 5-40 0,2-2-55 15,-1 6-44-15,2 0-32 0,1 2-13 0,-1 4-7 0,1-3-9 16,0 5-8-16,0-1 2 0,-1 0-4 0,0-2-8 15,-1 3-7-15,0-3-5 0,0 0-2 0,-4-1-6 16,2 1 1-16,-4-6 0 0,3 0 0 16,-4-2 1-16,-2-3 1 0,0-2 0 0,-1-4 1 0,0-2 0 15,-2-3 1-15,0-6-1 0,-2-4 0 0,0-5-1 16,1-3 0-16,-1-5 0 0,-1-2-1 16,1-4 2-16,1-1-1 0,-1 0 1 0,1 0 0 0,-1-1 0 31,-1 2-1-31,3 1 1 0,-1 2-1 0,-1 1-1 15,2 3 0-15,0 1 0 0,0 5-1 0,0 4 0 16,0 2 0-16,0 2-2 0,3 5-1 0,0-1-2 16,0 3 2-16,2 3-7 0,0 1-22 0,0 1-57 15,0 4-60-15,2 1-119 0,-1-1-179 0,2 4-305 16,2 0-320-16,1 1-260 0,2 1-166 16,2 2 341-16,1 0 602 0</inkml:trace>
  <inkml:trace contextRef="#ctx0" brushRef="#br1" timeOffset="62908.04">5976 17554 73 0,'-3'2'419'0,"1"-2"330"0,-1 3 288 0,0-3-9 16,1 1-270-16,1 1-187 0,1-2-103 0,1 1-62 0,1 0-48 16,3 2-51-16,1 1-40 0,2-2-34 0,3 0-47 15,0 0-52-15,2 0-42 0,4-1-26 0,0-1-17 16,1 0-4-16,2 0-4 0,1 0-3 0,1-1-10 16,2-1-5-16,-2-1-4 0,2 2-10 0,-2-5-5 15,2 3-2-15,-1-1-2 0,-4 0-2 0,2 2-2 16,-2-3 0-1,-2 4-2-15,-3-2-1 0,-1 3-26 16,-2 0-66-16,-3 2-68 0,-2 0-132 0,-4 3-221 16,-2 1-319-16,-2 1-327 0,-1 3-231 0,-2-1-73 15,-4 3 475-15,1 0 601 0</inkml:trace>
  <inkml:trace contextRef="#ctx0" brushRef="#br1" timeOffset="63158.34">5984 17833 231 0,'-1'3'608'0,"1"-2"265"0,1 1 151 0,2 0-146 15,5-2-242-15,0 0-162 0,3-2-90 0,3 0-57 16,2 2-70-16,1-1-21 0,1-2-16 0,4 0-51 0,0 0-12 16,0-1-15-16,2-2-12 0,1 0-44 0,-1-1-37 31,-1 1-18-31,0 0-21 0,1 1-9 0,-1-1-2 15,-2 4-9-15,-2-1-51 0,-2 0-54 16,-1 3-121-16,-2 0-199 0,-3 3-299 0,3 0-322 0,-4-1-254 16,1 4-126-16,2-1 392 0,-4 1 591 0</inkml:trace>
  <inkml:trace contextRef="#ctx0" brushRef="#br1" timeOffset="65724.21">7442 17280 122 0,'-5'3'323'0,"0"-2"157"0,2 1 141 0,0-1-135 0,1-1-80 16,-1-1-11-16,3 1 15 0,-1-2 1 0,1 1-10 0,0 1-16 0,-2-3-44 31,2 0-48-31,0 1-59 0,-2 0-31 0,2-2 2 16,2 0 0-16,1-2 11 0,0 1-7 0,2-4-2 15,-2 0-19-15,2-1-36 0,1-4-35 0,-1 1-34 0,3-5-19 0,-3-1-19 16,4-1-9-16,-3-3-2 16,2-3-6-16,1 0-4 0,1-3-2 0,-2 1-3 0,0-2-2 15,2 4-6-15,-3-2 3 0,0 2 0 0,1 5 2 16,-3-2 0-16,1 7 0 0,-3 0 2 0,0 4-1 15,-1 4 2-15,-1 0 2 0,1-1 1 0,-2 5 1 16,0 1 0-16,0 0-6 0,0 2-5 0,-2-1-3 0,2 2-3 16,-3 2-2-16,3-2-2 0,-2 1-1 15,1 2-1-15,-1 0 1 0,2 1-6 0,-1 1-3 16,1 0-1-16,-3 2-1 0,3-1-2 16,0 2 1-16,0 1 6 0,0 2 2 0,3 3 2 0,-3 0 0 15,1 4 2-15,-1 0-1 0,0 1 1 16,0 2 0-1,0 2 0-15,-1-1 1 0,1 2-1 0,0 2-1 16,0-4 0-16,0 0 0 0,1 1-1 16,1-4 0-16,-1-2 0 0,1-1-1 0,1-2 1 0,-1 0-2 15,3-4 1-15,-2 0-1 0,0-3-2 16,0-1-5-16,3-2-12 0,-3 1-22 0,2-5-43 0,-1 0-63 16,-1-2-78-16,-2-2-134 0,3-1-187 0,-1-2-296 15,0-2-279-15,1 0-226 0,-2-2-35 0,0-2 420 16,1-2 526-16</inkml:trace>
  <inkml:trace contextRef="#ctx0" brushRef="#br1" timeOffset="66289.67">7712 16804 104 0,'5'-3'398'0,"-4"1"209"0,2 1 137 15,-1 1-28-15,1 0-151 0,-1 1-96 0,4 1-55 16,-1 1-21-16,0-1-27 0,4 4-83 0,-1-3-62 16,2 1-59-16,0 2-47 0,2 0-37 0,-1 1-18 15,3 1 11-15,-1 1-7 0,2 0-10 0,0 3 4 16,-1 0-3-16,0 0-3 0,0 3-21 0,-1-1-15 16,0 0-5-16,1 2 4 0,-3-1 47 0,0-1 27 15,-3 3 13-15,0 0 2 0,-2 1 5 0,0-2-13 16,-2 1-39-16,-3 1-26 0,-1-3-11 15,0 3-7-15,-1-4-6 0,-3 0-2 0,0 0 0 0,1-1-1 16,-2-4 0-16,-1 1 1 0,-1-3 1 0,1-1-1 16,-2-2 1-16,0-2 1 0,0-2-2 0,-3-2-2 15,3-1 0-15,0-1 0 0,2-4-4 0,-2 0-2 16,2-3 3-16,1-2 0 0,0 0-3 0,4-2-2 16,-1 0 0-16,2-1 1 0,0-2-2 15,3 0 2-15,-1-1 0 0,3-4-2 0,0 4 2 16,-1-1-2-16,5-1 2 0,-4-1 0 15,3 2-1-15,-1-1 1 0,0 0-2 16,1-2 4-16,-3 4 0 0,3-2 1 16,-3 3 1-16,-1-1 33 0,-1 3 21 0,-1 1 12 15,0 2 12-15,-4 1 5 0,-1 3 3 0,-3 1-18 16,1 2-13-16,-4 0-12 0,-1 5-10 0,-2-1-8 16,-1 2-4-16,-1 2-9 0,-1 1-5 0,1 1-3 15,1 2-2-15,-1 1-2 0,2 1 0 0,2-2-3 16,0 1 1-16,1-1-2 0,4 1-1 0,2-1-1 0,0 0-1 15,3 0-12-15,0-2-49 0,3 0-65 0,-1 1-72 16,1 0-137-16,3 0-223 0,2-3-315 0,0 1-274 16,0 2-208-16,0-2-33 0,3 1 467 15,-2 1 546-15</inkml:trace>
  <inkml:trace contextRef="#ctx0" brushRef="#br1" timeOffset="66672">8236 16868 17 0,'0'11'447'15,"0"4"412"-15,0 0 294 16,0 5 14-16,-2 0-335 0,4 5-216 0,-1 3-123 0,4 4-89 16,-1 1-82-16,3 4-58 0,-1 1-52 0,2-1-65 15,3-1-63-15,0-4-41 0,3-5-19 0,-1-6-13 16,6-6-5-16,-1-5-1 0,0-7-1 0,0-4-8 15,2-7-5-15,-1-4-4 0,-3-4-2 0,0-5-2 16,-3-5 1-16,-4-4 10 0,2 0 12 0,-6-4 7 16,-2-2 3-16,-3 3 1 0,-3-1 13 15,-2 2 5-15,-6 2-2 0,-3 1 1 0,-3 4 2 0,-3 1 4 16,-2 3-8-16,-3 1-5 0,0 4-6 0,1 2-1 16,0 4 0-16,-1 2-2 0,3 4-2 0,4 1-3 15,0 6-1-15,2 1 0 0,2 2-5 0,2 4-3 31,4-1-3-31,2 2-1 0,2 1-2 0,2 1-1 16,2 1 0-16,3 0-17 0,2-1-52 0,1-1-65 16,0 2-85-16,1-1-166 0,1 0-304 0,3 0-320 15,0-1-284-15,0 1-193 0,3 0 158 0,-1 0 637 16</inkml:trace>
  <inkml:trace contextRef="#ctx0" brushRef="#br1" timeOffset="66890.86">8912 17110 185 0,'-3'2'949'0,"0"-2"535"16,-2 1-34-16,-3 3-227 0,2-2-432 15,-3 0-317-15,2 0-195 0,-1-1-99 0,2-1-53 0,0-1-49 0,1-3-37 0,3 2-24 16,1-3-33-16,2-1-73 0,-1 1-73 0,2 1-140 15,1-1-246 1,0 0-314-16,3 3-339 0,-1-2-229 16,0 2-21-16,1-1 536 0</inkml:trace>
  <inkml:trace contextRef="#ctx0" brushRef="#br1" timeOffset="68089.95">9246 16860 61 0,'0'-5'295'0,"-2"-1"176"15,-1 2 175-15,1 1 9 0,1-1-72 16,-1 3-34-16,1-2-19 16,-1 2-33-16,2 1-60 0,-2-2-96 0,2 1-82 0,-1 0-72 0,-1 1-55 15,4 0-16-15,-1 0 37 0,1 2 39 0,1 1 17 0,-1 1-2 16,1 3-4-16,0 0-22 0,-1 2-50 16,1 2-52-16,0 1-31 0,2 2-16 0,-2 1-8 15,-2 2-7-15,3 1-2 0,-3 3 4 0,2 0-1 0,-1 1 2 16,1 3-8-16,-1-1-4 15,-2 0-2 1,3 0-2-16,-3 0 1 0,2 1-1 0,-1-2-2 16,-1 4-1-16,0-5 2 0,2 2 0 0,1-5-2 0,-2-2-1 15,-1-2 0-15,2-2 0 0,-1-2-1 0,1-3-1 16,0-3 2-16,1-1 1 0,0-2 3 16,0-6-1-16,-1-2 1 0,3-3 0 0,-2-3 0 15,3-3-4-15,2 0 0 0,-2-5 0 0,2 0 0 0,2-4-2 16,-1 0 2-16,1-2 0 0,2-1-1 0,-1 0 1 15,1 0 0-15,0 0 0 0,1 0 8 16,-1 1 2-16,-1 1 1 0,-1 3 0 0,2-2 0 0,-2 3 1 16,1 0-9-16,-2 3-3 0,1 1 0 0,-2 2 1 15,-1 2-1-15,0 1 0 0,-2 1 0 0,1 4 1 16,-2-1 0-16,-1 3-1 16,-2-1 9-16,1 4 4 0,-2 0 4 0,2 0 2 0,-4 4 0 0,2 0 0 15,-2 0-6-15,-1 4-4 0,0 0-2 0,-2 1-2 16,0 4 1-16,-1 1-1 0,-2-1-7 0,0 4-4 15,0 0-2-15,0 2-1 0,-1 1-1 0,0 0-2 32,-1 1 5-32,-1 2 3 0,3-1 2 0,0 1 0 15,0-2 0-15,1 1 1 0,0-2 1 0,2-2-1 16,2 0 1-16,0 0 0 0,1-2 0 0,1-3-1 16,1 1 1-16,1 0 0 0,1-2-1 0,-1 1 1 15,4-5 0-15,-2 1 0 0,2 1-1 0,2 0-1 16,0-4 2-16,1 2 0 0,0-1 0 0,2-2 0 15,1 0 1-15,-2-1 1 0,1 2-1 0,2-2-1 16,-2 2 0-16,0-3-1 16,2 2 1-16,-2 0 3 0,-1 0 4 0,4 2-1 0,-4 1 2 0,-1-1-1 15,3 1-9-15,-5 1-29 0,1-1-62 0,2 0-66 16,-4 0-91-16,-2-2-160 0,0 0-258 0,2 0-310 16,-2-2-249-16,-1 0-196 0,0-4 109 0,-1 1 554 15</inkml:trace>
  <inkml:trace contextRef="#ctx0" brushRef="#br1" timeOffset="68390.17">9957 17130 96 0,'-1'-3'730'0,"-1"0"529"16,-1 2 104-16,1-1-106 16,-1 2-345-16,0 0-355 0,1 0-190 0,2 0-103 0,-1 0-63 15,-1 0-71-15,2-2-59 0,0 2-36 0,2 0-20 0,-1-2-37 16,3 0-73-16,0-1-84 0,-2 0-181 31,4-2-287-31,-1 0-325 0,4 1-351 0,-1 1-192 0,2 0 155 16,2 0 696-16</inkml:trace>
  <inkml:trace contextRef="#ctx0" brushRef="#br1" timeOffset="69473.12">10506 16845 124 0,'-2'-3'380'0,"-1"-1"223"0,0 2 213 0,-2-1-62 16,2 1-118-16,-3 1-64 15,1 1-69-15,0 0-66 0,1 0-89 0,-3 1-77 16,2 1-71-16,-2 2-54 0,0 1-1 0,1 2 5 16,1 0 2-16,-1 4-3 0,1 1 13 0,1 2-2 15,2 2-35-15,2 2-34 0,0 3-24 16,3 2-14-16,2 2-30 0,2 1-17 0,0 1-1 15,4 1 8-15,3-1 2 0,-1 2-1 16,1-4 1-16,2-2 0 0,1-2-9 0,-1-3-6 0,3-5 0 0,-3-3 2 16,4-6 2-16,1-4 0 0,-2-6 3 0,0-5 2 15,1-4-2-15,-2-4 0 0,-1-5-3 0,-4-3 0 16,1-1 1-16,-4-3-1 0,-2 0 11 16,-3-2 7-16,-4 3 9 0,1 0 4 0,-4 3 1 0,-3 1 1 15,-3 4-10-15,0 1-6 0,-4 3-9 0,-1 3-5 16,-3 1-3-1,-1 1-1-15,-2 5-2 0,1 2-1 16,1 1 2-16,-2 4-2 0,3 1 2 0,-1 5-1 0,3 1 1 16,-2 1-1-16,6 4 2 0,-1 1 0 0,2 1 1 15,3 2-1-15,2 0-3 0,1 2 0 0,2 0-2 16,2-1-1-16,2 0-2 0,1 2-3 16,2-3-24-16,2 2-61 0,0-1-63 0,0 0-100 0,1 1-171 15,2 2-308-15,-1-3-311 0,2 1-253 0,-1 0-167 16,2 0 234-16,-1-2 609 0</inkml:trace>
  <inkml:trace contextRef="#ctx0" brushRef="#br1" timeOffset="69691.38">10986 17269 148 0,'-3'2'793'16,"0"0"503"-16,-4 0 145 0,0 2-163 0,2-2-426 0,-1 0-344 0,1-1-170 0,1 2-102 15,0-3-89 1,3 1-60-16,1-1-41 0,1-1-22 0,1 0-13 16,4-2-10-16,-3 0-20 0,5 0-63 15,-3 0-62-15,2-2-134 0,0 3-204 0,-4-3-308 16,2-1-329-16,0 4-240 0,-2-3-105 0,0 3 447 16,-1-2 588-16</inkml:trace>
  <inkml:trace contextRef="#ctx0" brushRef="#br1" timeOffset="70057.42">11111 17227 181 0,'2'-7'568'16,"0"-1"322"-16,-2-2 186 0,1-2-100 0,2-2-281 15,1-1-194-15,0-4-101 0,1 0-33 0,3-5-40 0,0 2-53 16,0-3-35-16,1-3-29 0,-1 2-35 0,0-1-46 31,-1-1-31-31,-1 3-26 0,3 1-12 0,-4 3-12 16,0 2-2-16,-2 3 2 0,0 3 2 0,0 3 1 15,-3 1-6-15,0 2-2 0,0 4-7 0,0 0-9 16,-3 3-9-16,0 4-8 0,1 0-3 0,-1 1-2 16,2 6-1-16,-3-1-2 0,1 3 1 0,1-1-6 15,-1 4-3-15,2 1-2 0,-2 2-1 0,1 0 0 16,2 3-2-16,-1 2 5 0,1 2 2 15,0-1 1-15,0 1 1 0,1-2-2 0,1-1-1 0,2-1-1 16,1-4-13-16,0-5-20 0,0-1-55 16,1-4-65-16,2-2-86 0,-2-5-167 0,2-1-239 15,-1-5-317-15,-1-1-261 0,3-4-200 0,-4-2 87 0,3-4 569 16</inkml:trace>
  <inkml:trace contextRef="#ctx0" brushRef="#br1" timeOffset="70289.75">11343 16834 313 0,'0'-1'657'16,"0"2"269"0,0 2 128-16,1 2-228 0,2-1-231 0,0 2-173 15,2 0-98-15,0 2-72 0,1-1-64 0,2 1-47 16,1 4 3-16,-1-1 1 0,4 2 12 0,-2 0 20 16,2 0-3-16,-3 6-19 0,3-2-37 0,-3 0-26 15,-1 3-27-15,-2-1-28 0,3 1-14 16,-4-2-9-16,-2 1-5 0,0 1-4 0,-1-2-3 15,1 0-2-15,-3 0-3 0,-3 0-2 0,1-2-5 0,-1 1-16 0,-2-4-51 16,-1 2-44-16,-2-4-53 0,0 0-102 0,0-5-151 16,0-2-227-16,-2-1-240 0,2-3-231 15,-1-5-161-15,0-1 186 0,1-3 456 0</inkml:trace>
  <inkml:trace contextRef="#ctx0" brushRef="#br1" timeOffset="70525.5">11306 16924 30 0,'2'-7'479'0,"-1"2"399"0,1 1 211 16,-1 1 14-16,1 0-333 0,0 0-257 0,2 0-172 15,2-1-90-15,-1 2-15 0,2-3-38 0,2 1-40 16,0 2-34-16,1-3-25 0,1 3-21 0,2-3-32 16,-2 2-19-16,4 0-12 0,-2 0-4 0,1 0-6 0,-1 0-4 15,0 2 0-15,1 1-7 0,0-2 1 0,0 4-38 16,-1-1-35-16,-2 1-80 0,0-1-157 0,-1 4-255 15,1-3-295-15,-2 4-252 0,1 0-200 0,2-1 152 16,-2 0 513-16</inkml:trace>
  <inkml:trace contextRef="#ctx0" brushRef="#br1" timeOffset="70906.88">11774 16754 33 0,'-3'-5'520'0,"-2"2"462"0,-1 1 241 0,-1 2-40 16,1 0-290-16,0 2-227 0,3 1-184 0,-1 3-115 16,1-2-70-16,3 4-50 0,-1 1-74 0,1 2-61 15,1 3-34-15,-1 2-13 0,0 3-11 0,3 1-11 16,-1 3-7-16,0 2-14 0,1-2-9 0,0 1-11 16,3-2-6-16,0-2-4 0,-1-3-2 0,2-3 5 15,1-1 3-15,1-4 1 0,-1-3 1 0,0-2 0 16,3-2 0-16,-3-4-3 0,1-2 2 0,1-4 6 15,-1-1 4-15,1-3 1 0,-2 0-1 0,1-1 4 16,-1-1-2-16,-2 1-6 0,1 1-3 0,-1 0-2 16,0 2 0-16,-1 2-1 0,1 2 1 0,-4 3 2 15,3 0-1-15,-2 4 2 0,-1 2 1 0,-1 3-2 16,2 3 1-16,-1 2-3 0,-1 4-4 16,1 2-4-16,-2 0-1 0,1 3-2 0,-1 2-1 0,0 1 0 15,2-1 5-15,0 1 2 0,-1 0 0 0,2-3 7 16,-1-1-9-16,0 0-35 0,-1-2-68 0,1-4-74 31,-2-3-157-31,0 0-290 0,0-2-325 0,-2-2-326 16,1-1-213-16,-3-5 54 0,1 3 654 0</inkml:trace>
  <inkml:trace contextRef="#ctx0" brushRef="#br1" timeOffset="73589.42">7566 17511 24 0,'0'0'232'16,"0"1"127"-16,-1-1 118 0,1 0-77 0,0 0-124 16,0 0-79-16,0 0-36 0,0 0-18 0,0 0-11 0,0 0-9 0,0 1-12 15,1-1 7-15,1 2 7 0,-2-2-5 16,3 3 19-16,-1-1 32 0,1-1 10 0,2 2-17 15,-2-1-27-15,2 1-12 0,1-1-34 0,0 3 61 16,-1-2 15-16,2 1 0 0,-1 0-3 16,2 0-7-16,-2 1-6 15,0-1-84-15,1 0-33 0,2 1-17 0,-3 0-4 16,4-2 11-16,-2 1 46 0,4-1 19 16,-2 0 9-16,1-1 4 0,3-1-1 0,-1 1-15 0,1-1-43 15,-1 1-21-15,1-2-9 0,0 0-6 16,0 1-5-16,1-1 9 0,-1 0 42 0,3 0 26 15,-4-1 11-15,3 1 7 0,1 0 0 0,-1-2-14 16,1 2-38-16,-1 0-25 0,1-1-13 0,1 1-8 0,-1-2 0 16,-1 2 6-16,3 0-1 0,-3-1 2 15,3 1 0-15,0-2 5 0,-1 2 0 0,0 0-8 16,0-1 3-16,2 1-1 0,-1 0 1 0,0 0 1 16,2 0-4-16,-1 0 9 0,-2 0-3 0,2 0-3 15,2 0 3-15,-2 0-6 0,0 0 0 0,0 0-3 0,-2 1 4 16,2-1 4-16,0 0-2 0,-2 2 56 0,1-2 31 31,-3 1 19-31,3-1 4 0,-3 0-1 0,0 0 0 16,0 0-48-16,-1 0-25 0,-2 2-19 0,3-2-9 15,-2 0-5-15,0 0-5 0,1 0-1 0,0 0-2 16,-2 0-1-16,3 0 0 0,-2 0-2 0,-1 1 2 16,3-1-3-16,-2 0 2 0,2 2 0 0,-2-1-2 15,3 1 1-15,-4-2-1 0,4 1 2 0,-4 1-4 16,4-1 1-16,-2-1 2 0,0 3 2 0,1-3 1 15,2 1 1-15,-1-1 2 0,-1 2 3 0,1-2-1 16,-1 0-2-16,1 0-1 0,-1-2-1 0,1 2 2 16,-2 0-3-16,2 0-1 0,-2 2 0 15,0-2 2-15,-2 0 0 0,2 2 0 0,0-1 0 0,0 0 2 16,0 1-1-16,-1 0-1 0,0 0-5 0,2 3-5 16,-2-2-3-16,2 2 0 0,-2-1-3 0,1 0 0 15,0 1 5-15,0 0 5 0,2-2 3 0,-4 1 2 16,1-1-1-16,0 0 3 0,0 0-3 0,-1 0 0 15,3-1-1-15,-5-2-1 0,3 1 2 0,0-1 1 16,-2 2 0-16,2-2 0 0,-1 0 7 0,0 0 6 31,0 1 0-31,1-1 0 0,-2 2 0 0,0-2 0 16,2 1-6-16,1 1-5 0,-1-1-1 0,-1 2-1 16,2 0 10-16,-4 0 5 0,5 0 4 0,-3 0 0 15,0-1 2-15,1 0-1 0,-1 0-9 0,2 1-6 16,-2-1-3-16,1-2-2 0,0 0 0 0,-2 3 2 15,3-3 0-15,-2 0-1 0,1 0 0 0,-1 0 1 0,2-3-1 16,-2 3 0-16,1 0 2 0,-1 0-1 16,3 0 1-16,-3 0-2 0,-1 3-6 0,2-2-3 15,-1 2-2-15,0 1-2 0,-1-2 1 0,0 2 0 16,0 0 6-16,-1 0 3 0,3 1 1 0,-3-1 0 16,-1-1 0-16,4 0 0 0,-3 0 0 0,2 0 1 15,-2-1-1-15,2-1 1 0,-1 2-1 0,1-3 1 0,1 2-2 16,-1-1 0-16,0-1 0 0,1 0 1 0,-1 0 1 31,0 0 0-31,2 1 0 0,0-1 1 0,-2 0 0 16,3 2 0-16,-3-2 0 0,2 2-1 15,-2-1-1-15,2 0-1 0,0 1 1 0,-2-2 0 0,3 2-2 16,-2-1 2-16,0-1 7 0,1 1 3 0,0-1 3 16,0 0-1-16,0 0 1 0,0-1-2 0,0 1-5 15,0 0-2-15,0-1-4 0,0 1 0 16,0 0-1-16,0 0 1 0,0 0 0 0,0 0 1 0,2 1-1 15,-3-1 2-15,3 1 1 0,-2 1-1 0,2 1 1 16,-1-3 0-16,1 2-6 0,-1 1-3 0,0-2-2 16,0 1-2-16,1-1-1 0,-1 0-1 0,1 2 7 15,2-3 1-15,-3 2 3 0,1 0 0 0,1-2 1 16,1 0 1-16,1 0 0 0,-2 0 0 0,4-2 1 16,0 0 0-16,-3 2-1 0,3-3 0 0,2 2-1 15,-2-2 1-15,2 2-1 0,-2-2 0 0,3-2 1 16,-1 2-1-16,3 0 8 0,-2-1 2 0,2 0 0 31,-2 0 0-31,2 1-1 0,0 0 0 0,-1 0-8 16,1 2-1-16,1-2 0 0,0 1 1 0,-1-1 1 15,2 2 1-15,-1-1 2 0,0 2 0 0,2-1 0 16,-1-1-1-16,1 1-7 0,1-1-4 0,1 1-2 16,0-2-3-16,-1 0 1 0,1 0-1 0,1-1 14 15,-3 1 7-15,0 1 3 0,0-4 2 0,0 4-1 16,-3-1 1-16,-1-1-8 0,-2 0-3 0,-1 2-2 15,-3-2-2-15,-5 2 1 0,1 0-2 16,-4 0 1-16,-4 2 0 0,0 0 1 0,-5 2 0 0,0 1 0 16,-3 0 0-16,0 0 1 0,-3 2 0 0,-4-1-1 15,2 1-1-15,-2 1-2 0,-1-1-4 0,0 2-18 16,-4-2-51-16,4-1-69 0,-2 0-99 0,-2-1-191 16,4 2-301-16,-2-2-330 0,1-2-288 0,1 1-171 15,0-1 267-15,-1-1 677 0</inkml:trace>
  <inkml:trace contextRef="#ctx0" brushRef="#br1" timeOffset="75538.47">8586 18060 18 0,'0'-4'205'0,"2"2"106"0,-2-1 82 16,0 0-48-16,0 0-73 15,0 0-40-15,-2 0 12 0,1-2 50 0,-1 2 73 0,-1 1 79 0,1 0 50 16,0-1 1-16,0 3-42 0,0-1-68 0,2 2-74 31,0-1-72-31,-1 3-42 0,-1-1-11 0,1 0 6 16,-1 3 2-16,-1 1-10 0,1 3-19 0,-1 1-33 15,1 1-37-15,1 3-24 0,-1 2-21 0,0 0-14 0,1 3-5 16,1 0-5-16,0 5-3 0,0-2-10 0,0 2-7 0,0 0-2 16,0 2-3-16,0-3 2 0,-2 2 1 15,2 0-2-15,0-2-1 0,-1-3-2 0,1-3-1 16,0 0-2-16,1-4 0 0,-1-3-3 0,0-1 1 15,2 0-1-15,-2-2 2 0,1-4-3 0,1 0-26 16,-2-4-45-16,3-1-56 0,-3-2-61 0,2-2-103 16,-2-3-149-16,0 0-154 0,2-1-256 15,-1 0-217-15,-1 0-161 0,0-3 108 0,0 1 391 0</inkml:trace>
  <inkml:trace contextRef="#ctx0" brushRef="#br1" timeOffset="75788.58">8721 18034 19 0,'6'2'358'0,"-1"-1"297"0,-2 4 286 0,-2 1 118 15,1 2-289-15,0 3-169 0,-1 3-117 0,1 1-88 16,1 1-47-16,0 3-47 0,-1 4-31 16,1-2-47-16,0 3-36 0,-1 0-28 0,2 2-56 15,0 1-41-15,-1-4-35 0,0 2-16 0,0-4-12 0,-1-2-8 16,1-2 2-16,-1 0 2 0,1-6 0 0,-2 0 0 15,1-2-38-15,0-2-47 0,-2-2-40 0,0-1-84 16,-2-2-130-16,0-1-173 0,-1-1-227 0,0-1-245 16,-2-2-232-16,-1-2-16 0,-1-1 340 0,-2-3 427 15</inkml:trace>
  <inkml:trace contextRef="#ctx0" brushRef="#br1" timeOffset="76039.6">8500 18023 161 0,'-2'-6'468'0,"-1"0"247"15,1 1 167-15,0 0-83 0,2 2-160 0,2-2-124 16,3 1-93-16,0 1-60 0,1-2-59 0,5 1-91 16,0-2-77-16,0-1-48 0,5 1-30 0,0-3-24 15,1 2-12-15,2 1-8 0,0-1-3 0,2-2-10 0,-1 5 0 16,-1-1 14-16,3 2 4 0,-4 0 3 15,2 0-1-15,-1 3 2 0,-1 0-3 0,1 2-21 16,-2 0-23-16,-3 2-67 0,1-2-137 0,-3 2-174 16,-1 0-290-16,-1 2-272 0,2 4-239 15,-4-2 10-15,0 3 406 0</inkml:trace>
  <inkml:trace contextRef="#ctx0" brushRef="#br1" timeOffset="76273.5">9186 18252 499 0,'3'3'993'0,"-3"0"249"16,0-2-68-16,0-1-327 0,-2 0-310 15,1 0-205-15,1 0-109 0,0-1-56 0,0-2-33 0,0 2-33 16,0-3-30-16,3 2-37 0,-1-2-16 0,-1 2-9 15,2-1-28-15,0 1-36 0,0 1-89 0,-1-2-153 16,1 1-248-16,0 2-298 0,-1 0-273 16,1 0-212-16,1 2 138 0,-1 2 522 0</inkml:trace>
  <inkml:trace contextRef="#ctx0" brushRef="#br1" timeOffset="77954.84">10009 18273 37 0,'-6'-11'274'15,"0"-1"162"-15,-2 4 166 0,3-3 10 16,0 3-116-16,1 1-40 0,0-1 2 0,0 4 16 16,-2-1-16-16,2 2-56 0,-2 0-64 15,1 3-72-15,-1 0-59 0,-1 2-58 0,1 2-17 16,2 2-14-16,0 1 31 0,1 3 19 0,2 1 15 16,-1 2-3-16,4 2-23 0,-1 1-26 0,4 4-35 15,1 0-25-15,2 3-23 0,2 3-17 0,2 0-9 16,2 2 0-16,1 1-8 0,2 2-4 0,-1-1-3 15,3-3-4-15,0-3 0 0,-2-5-1 0,2-1-1 0,0-5-1 16,0-7 0-16,0 0 0 0,-3-6 1 0,1-4 1 16,-1-3 0-16,-2-6 1 0,-3-1 0 0,-1-6-2 15,-1 1 0-15,-2-5-1 0,-2 0 2 0,-4-1-1 0,-1-1-1 16,-1-1 1-16,-3 1 2 0,-1 2 1 0,-4 2-3 16,0 1 3-16,-3 0 0 0,-3 2 0 15,0 3 6-15,-3 3 4 0,0-1 3 0,-2 1 0 0,-1 5 0 16,3 2 0-16,-2 1-8 0,3 4-3 0,1 1-3 15,2 1-3-15,3 5 1 0,1 0-2 0,5 3 0 32,-2 0-1-32,4 3-1 0,1-1 0 0,4 1 1 15,-1 2-1-15,2-1-1 0,3 0 1 0,2 0-6 0,0 0-36 16,0 0-62-16,3 0-81 0,-3-1-147 0,2 1-268 16,0 1-318-16,2-2-314 0,-1-1-221 0,1 2 60 15,1-1 579-15</inkml:trace>
  <inkml:trace contextRef="#ctx0" brushRef="#br1" timeOffset="78172.21">10433 18583 436 0,'0'2'1010'0,"-2"-1"312"0,-2 0 11 15,-1 3-255-15,2-4-398 0,0 1-239 0,-2 1-136 0,3-2-79 0,-1 0-81 16,3-2-65-16,-1 1-39 0,1-4-20 0,1 2-13 31,2-3-6-31,-1 0-6 0,3-1-41 0,-2 1-63 16,2-2-92-16,-1 0-151 0,1 3-236 0,-2-1-325 15,2 1-287-15,-2 2-206 0,-1 0 107 0,1 0 533 16</inkml:trace>
  <inkml:trace contextRef="#ctx0" brushRef="#br1" timeOffset="78633.5">10609 18542 122 0,'4'0'570'0,"-1"0"383"0,-1 0 170 0,1 0-118 15,-3-3-300-15,0 1-219 16,0-2-151-16,2 0-62 0,0-3-20 0,1-3-7 16,0 0-15-16,2-3-18 0,1-2-31 0,-2-5-29 15,1 1-31-15,2-4-41 0,-1-2-24 0,2-1-15 16,0-2-7-16,0-1-10 0,-2-1-14 0,3 0 1 0,-1 3-1 0,0 0-2 0,-3 1-3 16,2 4 1-1,-1 3 6-15,-2 4-3 0,-2 1 0 0,1 1 3 16,0 6 2-16,-3 1 0 0,2 4 1 0,-2 2-1 15,0 2-4-15,-2 3-3 0,2 3-2 0,0 3 0 16,0 5-3-16,0-1 1 0,0 3 4 0,0 2 3 0,2-1 0 16,-2 2 2-16,2-2 0 0,-1 0-6 15,-1 3-9-15,2-3-5 0,1 2-2 0,-1-1-2 16,-1 1-2-16,2-1 7 0,-1 1 1 0,-1 0 1 0,2-2 0 16,-1-1-1-16,1-3-5 0,0 3-22 0,-1-5-60 15,1 2-68-15,-1-3-126 0,-2 0-202 0,0-1-306 16,0 0-328-16,0-3-253 0,-2 0-108 0,2-2 418 0,-3 0 600 15</inkml:trace>
  <inkml:trace contextRef="#ctx0" brushRef="#br1" timeOffset="79405.14">10947 18073 144 0,'3'-1'376'0,"-3"-4"205"0,0 2 181 0,2 0-72 15,-2 2-68-15,1-3-59 0,-1 3-38 0,0 0-64 0,-1 1-83 16,1 0-85-16,0 0-41 0,0 0 1 0,1 0-12 15,2 1-4-15,-1 0-14 0,1 3-12 0,0 0-39 16,-1 4-46-16,0-1-35 0,-1 3-23 0,1 5-13 31,-2-1-10-31,2 5-4 0,-1 0-7 0,1 5-5 16,-1 0-4-16,2 1-5 0,0 1-3 0,0 0-6 16,2 1 0-16,-2-1-5 0,2-2-1 0,0-1-3 0,0-5-1 15,2-2-1-15,-2-1 0 0,3-4 0 0,0-4 0 16,0-1 1-16,0-4-1 0,0-2 0 0,2-5-1 15,0-2 1-15,0-2 0 0,2-3 0 0,-2-2 0 0,0-1 6 16,-1 0 3-16,2 0 1 0,0 0-1 0,-3 0 1 16,1 4 1-16,-1 0-6 0,-1 0-2 0,-1 3-3 15,0 1 1-15,-1 4 1 0,-2 0-1 0,1 3 0 16,-1 3 0-16,0 0 1 0,-1 4-5 0,-1 4-4 16,2-1-2-16,-3 3 0 0,0 3-1 0,2 1-1 15,-2-1 5-15,4 4 3 0,-4-1 0 0,2 2-1 0,-1-1 0 16,1-1-3-16,1 1-13 0,-1-3-34 0,1 2-70 15,0-4-110-15,2-2-182 0,0-1-297 0,-1-3-334 32,1 0-350-32,0-1-185 0,1-4 298 0,1 1 682 15</inkml:trace>
  <inkml:trace contextRef="#ctx0" brushRef="#br1" timeOffset="80188.5">13374 17487 271 0,'-5'-3'601'0,"1"0"309"0,-1 3 113 0,3-2-215 16,0 2-183-16,2-3-116 0,4 3-109 0,1-2-91 0,3 2 4 15,5 0-25-15,0-1-40 0,6 1-44 0,0-3-34 16,3 1-21-16,0 1-48 0,-1-2-47 15,3 0-23 1,1-2-14-16,-1 1-6 0,-1 0-5 0,-2-2-2 16,1 1-7-16,0 1-3 0,-4 0-4 0,-1 0-56 15,-2 3-55-15,-5 1-95 0,-2 3-173 16,-3 1-294-16,-5 2-324 0,-1 2-248 0,-6 2-175 16,-2 2 234-16,-4 2 612 0</inkml:trace>
  <inkml:trace contextRef="#ctx0" brushRef="#br1" timeOffset="80354.5">13404 17756 18 0,'0'5'463'0,"3"-4"362"0,3 1 206 0,-1-2-13 15,3-2-328-15,3 0-328 0,2-3-178 0,1 1-84 16,2-2-48-16,2-2-23 0,0 1-13 0,3 0-7 16,0-2-8-16,1 1-87 0,1 3-177 15,-2-1-291-15,1 3-234 0,0 2-189 0,-6 1-59 0,1 2 287 16</inkml:trace>
  <inkml:trace contextRef="#ctx0" brushRef="#br1" timeOffset="110934.95">14903 17287 44 0,'3'-4'283'0,"-1"-2"165"0,-1 2 155 16,1-2 15-16,-2 1-116 0,2-1-19 0,-1-2 17 15,1 2 8-15,-1 0-22 0,-1 0-73 0,-1 0-73 16,-1 0-62-16,1 0-22 0,-1 2-12 15,0-2-12-15,1 0-9 0,-2 2-14 0,-1-1-22 16,-1-1-45-16,-2 4-37 0,1-4-29 16,-2 1-16-16,-1 3-15 0,0-2-6 0,-2 2-6 0,1-2-3 15,-3 2-2-15,1 0 0 0,-2-1 0 16,3 2-8-16,-2-1-3 0,1 1-2 0,1 1-3 0,-1 0-4 16,0 0-3-16,2 0 4 0,1 1 0 0,-2 1 0 15,1 1-2-15,2 0-2 0,-1 3-2 0,-1 0 0 16,4 1-1-16,-2 1-2 15,1 5 0-15,2 2 0 0,0 0 0 0,0 4 0 0,2 3-2 0,1 0 0 16,1 3 7-16,2 5 1 0,-1-1 1 0,5 4 3 16,-2 0-4-16,4 3-2 0,-1 2-7 0,3 2-2 15,1 2-3-15,1 2-1 0,1-1 4 0,1 2 1 16,3 0 1-16,-2-3 1 0,3 0 7 0,0-9 2 31,0-2 3-31,0-5 2 0,2-5-6 0,0-6-2 16,-1-3-7-16,2-6-3 0,-4-3-3 0,3-3-1 15,-3-3 4-15,0-3 3 0,-4-3 2 0,1-1 1 16,-4-2 0-16,-1-1 2 0,0-1-1 0,-5-2 0 16,0 0-1-16,-1 1 1 0,-2 1 0 0,-2 0-1 15,-2 0 1-15,-4 2-2 0,0 0 7 0,-2 3 3 16,-4-1 1-16,2 2 0 0,-7 1 1 0,1 1 1 16,-1 1-6-16,-1 3-3 0,1 1-6 0,-2 2-3 15,-1 4-2-15,1 0 0 0,1 3-3 0,2 2-1 16,0 2 6-16,0 1 1 0,6 3 1 0,0 1 1 15,2 0 0-15,3-1 2 0,2 1-2 0,4-3 2 16,1 1-1-16,3 0-3 0,3-4-8 0,2 0-18 16,3-4-42-16,2-3-68 0,2 0-88 15,-2-4-151-15,6 0-290 0,-3-4-315 0,6-2-305 0,0-1-198 0,-1-5 120 16,1-1 609-16</inkml:trace>
  <inkml:trace contextRef="#ctx0" brushRef="#br1" timeOffset="111518.21">15314 17202 334 0,'-5'0'684'0,"-3"0"282"0,3 0 130 0,-2 0-235 16,2 0-276-16,4-2-159 0,-3 2-95 0,4-1-59 0,4-2-35 0,-3-1-22 16,4-1-7-16,4-1-4 0,-1-3-11 15,3-1-23-15,3 0-37 0,1 0-35 0,2-1-21 16,-1 1-22 0,4-2-14-16,-1 2-9 0,1 3-5 0,-2 0-4 15,0 2-2-15,1 2-2 0,-2 3 2 16,-3 3-1-16,2 2 2 0,-5 2 3 0,0 5-5 0,-3 1-2 15,-2 1-2-15,-2 3-1 0,-3 3-1 0,-1 2-2 16,-1 0-4-16,-3 1-2 0,0 2 0 0,-2 1-2 16,1-1-2-16,-2 1-2 0,3-1 0 0,-1 0-2 15,2 1-1-15,-1-3 1 0,0-3 0 0,4 0 0 16,0-4 1-16,4 0 1 16,1-3 0-16,2-1-1 0,-3-3-2 0,6-3 0 0,1 0 1 15,0-1-1-15,5-2 2 0,-2-2-1 0,3 0 2 0,-1-1-1 16,3 0 1-16,-1 0 0 0,2 0 0 0,1 3 0 15,-4-3 0-15,2 4 2 0,-1-1 1 0,-3 3 1 16,0 1 0-16,-3 1-1 0,-4 3 0 0,-1 1 1 16,-4 1-1-16,-3 4 0 0,-3-3 1 15,-2 3 0-15,-5-1 0 0,-2 3 0 0,-3 0 5 0,-2 0 4 16,-4 2 2-16,-2 0 2 0,-3 0-5 0,1-1-3 31,-3-1-7-31,-1-6-4 0,4 0-6 0,-1-3-2 16,0-5 3-16,2-2 1 0,6-5 1 0,0 1-2 15,2-4-8-15,6-1-20 0,2-1-60 0,3-1-68 16,5-2-135-16,2 2-242 0,6-2-306 0,2 0-347 0,4 2-268 0,2-3-81 0,4 1 529 16</inkml:trace>
  <inkml:trace contextRef="#ctx0" brushRef="#br1" timeOffset="112350.9">16625 17809 32 0,'0'0'393'0,"-2"-1"316"0,2-1 259 0,0 1 55 16,0-2-250-16,0-1-180 0,0-5-154 0,0 1-62 0,0-1-19 0,3-3-42 31,1-2-43-31,-3-2-36 0,4-2-24 0,-2-3-35 16,2-3-47-16,-1-1-30 0,1-1-21 0,0 0-9 15,-2 3-13-15,4-2-7 0,-4 3-9 16,0 4-5-16,-1 3-5 0,0 1-1 0,2 3-2 0,-4 4-2 16,0 3-3-16,1-1-3 0,-1 4-4 0,0 2-4 15,0 4-6-15,0 2-2 0,3 3-1 0,-3 3-1 16,4 5 0-16,0 1 1 0,0 4 2 0,2 0-3 16,2 3-1-16,0 1-1 0,1 4-1 0,4-3 0 15,-2 0-1-15,0-1 4 0,1-3 1 0,1 0-1 16,1-5-2-16,1-3-1 0,0-4 1 15,0-3-1-15,0-5 0 0,1-2 0 16,-2-4 1-16,-1-2 2 0,0-4-1 0,-1-2-1 0,-2-5 1 0,-2 0-1 16,1-2 0-16,-2-2 4 0,-1 1 4 0,-3-3 0 15,2 0 0-15,-3 0 0 0,-1 0-1 0,-1 1-4 16,0 1-3-16,0-1 1 0,-1 4-1 0,-1-2 1 31,1 5 0-31,1 3 0 0,-4 1-1 0,4 3 1 16,0 3-2-16,-1 1 0 0,1 6 1 0,1 2 0 15,1 2 1-15,1 4 2 0,0 5-4 0,2 3-1 16,-1 1-2-16,3 2 0 0,-1 5-1 0,2-1-2 16,3 0 4-16,-1 1 3 0,1-2 0 0,1-1-1 0,0-4 0 15,3-1-1-15,-2-5 0 0,3-2-1 16,-2-4 4-16,3-5-1 0,-4 0-8 16,3-6-22-16,-4 0-53 0,0-3-72 0,-2-3-129 0,0 1-211 0,-3-1-305 15,-3 0-352-15,2 3-303 0,-3-3-138 0,-3 2 418 16,0-1 679-16</inkml:trace>
  <inkml:trace contextRef="#ctx0" brushRef="#br1" timeOffset="113417.11">17408 17967 234 0,'1'1'458'0,"-1"-1"182"0,0-1 185 0,3-2-179 15,-1 0-92-15,4-3-51 0,-3 0-33 0,0-4-33 0,2-3-80 0,-2-1-65 16,2-2-28-16,2-3-6 0,2-2-9 0,-1-2-17 16,0-2-10-16,1-2-24 0,-1-2-40 15,-2 1-43-15,2-1-32 0,0-1-18 0,-2 3-16 0,-1 1-9 16,0 4-9-16,2 3-7 0,-3 2-5 0,1 2-1 16,-4 3-4-1,2 3-3-15,-1 3-1 0,0 2 1 16,-1 2-3-16,1 4 1 0,-1 2 1 0,1 4 1 15,1 2 0-15,1 2 2 0,-1 2 0 0,3 5 1 16,0 1-4-16,1 1-5 0,-1 2 0 0,2 2-2 16,3 0-2-16,-2 0 0 0,1 1 4 15,1 0 2-15,-2 0 0 0,1-3-1 0,2-2-1 16,-2-1-2-16,1-5-1 0,2-2-2 0,-4-2 1 0,4-4-1 16,-4-3 0-16,3-2 0 0,-2-4 0 0,-2-3 2 0,4-3-1 15,-3-4-1-15,-1-2 2 0,0 1-1 16,0-5 0-16,-1 2 0 0,0-2 0 0,-1 1 0 15,1 2-1-15,-3 1 1 0,0 4-1 16,2 1-1-16,-3 5 1 0,2 0 0 0,-4 4 1 0,4 1 0 0,0 3-1 16,0 4 2-16,1 2 0 0,0 4-1 15,0 1 0-15,1 2 1 0,-1 0-2 0,3 1 1 16,-1 3-1-16,1-2 0 0,1-2 1 0,0-1-3 16,0-2 2-16,0 0-1 0,2-4 0 0,-3-2 0 15,2-2 0 1,-1-3 1-16,-1-3 5 0,4-3 3 15,-5-3 2-15,1-4 0 0,-1-1 1 0,1-3 0 16,-1-1-5-16,-1-3-3 0,-1 1-1 0,0-3-1 16,2 2-1-16,-3-2-1 0,2 3 0 0,0 1-1 0,-1 1 0 15,-1 5-1-15,0-1 1 0,0 5 2 0,0 2 0 16,1 3 0-16,0 1 1 0,1 4 0 16,-3 0 0-16,4 5-1 0,0 1 2 0,-2 4-1 0,2 1-1 15,0 2 1-15,2 1 0 0,-1-1 0 0,2 2 0 16,0-1 0-16,0 1-2 0,1-4-1 0,2 0-3 15,-3 0-6-15,1-4-12 0,1-1-27 0,-2-4-53 16,0 2-66-16,-3-5-71 0,-1-2-113 0,-3 1-162 16,2-4-200-16,-3 1-252 0,1-4-208 0,-3 1-151 15,3-2 186-15,-4 0 468 0</inkml:trace>
  <inkml:trace contextRef="#ctx0" brushRef="#br2" timeOffset="118982.96">4308 14591 320 0,'-5'-1'588'0,"-1"-2"268"0,-2 0 112 15,0 0-200-15,0 1-151 0,-1-3-128 16,-1 0-97-16,-1 1-75 0,-1-1-38 0,0 1-27 15,1 0-33 1,-3 0-4-16,0-1-11 0,0 3-16 0,-1 0-33 0,1-1-40 0,0 1-24 0,0 1-29 16,0 1-10-16,-2 0-9 0,3 0-5 15,-1 1-8-15,0 1-2 0,1 1-4 16,-3 1-6-16,2 1-7 0,0-1-4 0,1 4-2 16,-1-2-2-16,1 3-1 0,0-1 0 0,-1 0-1 15,3 3 1 1,-1-2 1-16,2 2-1 0,0 1-1 0,0-3-1 15,3 2 1-15,-1-1-1 0,2 2 0 0,1 1 3 16,-1-3 0-16,1 5-1 0,2-2 0 0,-2 1 0 16,2 4-1-16,0 0 0 0,0 5-1 0,1-1 1 15,-2 4 0-15,2 1-1 0,-1 2 0 0,1 2 0 16,-1 0-2-16,0 5 1 0,1-4-1 16,1 2-1-16,-1 2-1 0,0-3 2 0,2 2 1 0,-1-2 1 15,-1 2 2-15,2-1 3 0,-3 1 0 0,0-3 0 16,0 4 0-16,0-1-6 0,1 0-3 0,-1 1 1 15,-2-1-3-15,2 3-3 0,-2-1 5 0,0 1 8 16,-2-1 7-16,2 0-7 0,0-1 5 0,-1 3 3 16,-1-1-8-16,-2-1-1 0,1 0 1 0,0 0-6 15,-3-2-2-15,3 0-1 16,-3 1-1-16,0-2 0 0,2-1-2 0,-1 0 5 0,-2-1 2 0,2-1 2 16,-1-2 1-1,0-1-1-15,1-2-1 0,1-2 0 0,-2-2 0 16,0-1 0-16,3-2 0 0,-3-2 0 0,1-2 0 15,1-2 2-15,-2-1-2 0,3-2-1 0,-2-1 0 0,2-3 1 16,-1 0-1-16,3-2 1 0,-1-1 0 0,2 0-1 16,2-3 0-16,-3 0 0 0,3 0 1 0,0-2-1 15,0 0 1-15,1-1-1 0,0 0 3 0,1-2-1 16,-1 3-2-16,2-4 0 0,0 1 1 0,0-1 1 16,0-1-2-16,0 1 2 0,0-1-1 0,2 1 0 15,-1-1 0-15,1-1-1 0,0 1 0 0,-1-2 0 16,3 2 2-16,-3-1-1 0,5 0 0 0,-3 0 1 0,-1 1-1 15,3 0 0-15,-2 2 0 16,2 1-1-16,0-1 0 0,-1 3 0 0,4 1 1 0,-3 1-1 0,1 1 0 16,1 1 2-16,-1 1-1 0,1 2 0 0,0-1 1 15,1 2 0-15,-2 0 0 0,2 2-1 0,-3 1-1 16,0 0 3-16,-2 3 0 0,2 1 0 0,-2 1 1 0,-2 3 1 16,1 2-1-16,-2 0 1 0,0 5 3 0,-3 2 0 15,1-1 3-15,-1 3 0 16,-2 4 1-16,2-2 0 15,-4 2-2-15,0-1-3 0,1 3 0 0,-2-1-1 16,-1-1 0-16,-1 3-2 0,0-1 0 0,-1 1-1 0,0-2 1 16,-2 3-2-16,-1-2-1 0,1 2 0 0,-1-2-1 15,-2 2 1-15,2 1 0 0,-2 0-1 0,2 1 0 16,0 0-1-16,1 1 0 0,1 2 0 0,1 1-1 16,1 0 2-16,1 0 2 0,2 1-1 0,1-4 2 15,1 4 1-15,2-1 0 0,1 0-1 0,2-2-1 16,0 1-1-16,0 1 2 0,3-3-3 0,2 2-1 0,0-2-1 15,3 3 0-15,3-4 1 0,-1 0-1 0,1-4 0 16,4 0 0-16,-2-5 0 0,4-2 3 0,1-2 0 16,1-5 0-16,0-2 0 0,0-3 1 0,3-2 0 15,0-3-2-15,0-4 0 0,4-3-2 16,-1-3 3-16,2-6 0 0,-1-2-1 0,3-3 0 0,-1-4-1 0,1-2-11 16,-4-4-62-16,1-5-82 0,-3-1-181 0,-1-1-275 15,-4-4-320 1,-1 1-399-16,-6-1-277 0,-6-1 106 15,-5 4 762-15</inkml:trace>
  <inkml:trace contextRef="#ctx0" brushRef="#br2" timeOffset="120250.36">850 16193 161 0,'0'0'343'0,"-8"3"172"0,2-2 105 0,-2 0-78 16,0 3-52-16,2-2 9 0,3 3 7 16,3-5-25-16,0 4-51 0,-2 2-61 0,-1 0-36 15,0 2-51-15,1 2-27 0,4 1-21 16,1 3-28-16,2-1-21 0,2 5-35 0,0 0-27 15,-1 0-35-15,4 3-27 0,-1 3-3 0,-1 1-8 16,2 4-8-16,-2 2-8 0,1 1-1 0,-1 2-5 16,-2 1-12-16,1-1-5 0,0 2-5 15,-2-3 0-15,0 0-1 0,-2-4-1 0,0-1 0 16,-1-4 3-16,-2-3 7 0,0-6 4 0,0-1 1 16,0-5 3-16,-2-2-2 0,-1-4-1 15,3-3-7-15,-6-4-6 0,-1-6-4 0,-2-3-2 0,1-3 1 16,0-4-1-16,-3-4 0 0,2-1 1 0,-1-4 0 15,0-1 2-15,1-2-3 0,0 0 0 0,2 0 0 16,1 1 0-16,-2 0 0 0,5 0-1 0,0 1 0 16,1 2 1-16,2-1 0 0,0-1 1 0,2 1 0 15,1 0-3-15,0-1 2 16,5 3 0-16,-2 0 0 0,1 0-1 0,-1 6-3 0,4-1 2 16,-1 5 0-16,-1 0-2 0,0 4 1 0,1 1 2 15,-3 3 1 1,1 1 0-16,-1 4 1 0,1 0 0 15,0 2 3-15,-7 2 0 0,7 2 1 0,-1 2 0 16,1 1-1-16,0 5 3 0,-2 0 0 0,-2 3-1 16,2 0 0-16,-2 2-2 0,2 3 3 0,-2 0-4 0,-1 1 0 0,1 1-2 15,0-1 2-15,0 0 0 16,-2 3-2-16,3-2 2 0,-1-1-1 16,-1 1 1-16,1 2-2 0,-2-1 1 0,3-1-2 15,-1 3 2-15,0-2-1 0,1 2 0 0,-2 0-1 16,3-2-3-16,-2-2 3 0,0-1-1 0,-1-1 0 15,3-4-1-15,-2 1 0 16,0-3 1-16,3-2 0 0,-1 0-1 0,1-3 0 0,-1-2 1 0,3 0 2 16,1-4 0-16,1-4 1 0,-1-2 0 0,4-2 1 15,0-6 0-15,-1 1-2 0,2-4 0 16,-1-2 1-16,1-1-1 0,-1 1-1 0,1-3 1 16,-4 4-2-16,-1 2-8 0,-1 0-26 0,-3 4-65 15,-4 4-73 1,1-3-159-16,-2 9-276 0,-2-2-312 15,1 8-345-15,-6 1-227 0,0 3 42 0,2 3 643 16</inkml:trace>
  <inkml:trace contextRef="#ctx0" brushRef="#br2" timeOffset="120685.99">1426 16834 26 0,'12'-3'494'0,"1"-1"450"0,-5 0 258 0,-2-4-26 16,-1-1-331-16,-2 1-194 0,0-4-165 0,2-1-104 0,0-2-81 16,-2-3-55-16,-3-1-54 0,0-4-69 0,0-1-44 15,-3-3-25-15,-2 0-8 16,0-3-6-16,-1-2-7 0,-2-1-3 0,0-1-7 0,-1-2-6 0,-1-2-3 16,1 0-4-16,1 0-2 0,1 1-1 0,-1 0 8 0,1 3 5 31,2 0 3-31,0 5-1 0,0 2 1 0,2 2-2 15,1 5-8-15,1 2-5 0,-1 5-4 0,2 0-2 0,-1 5 1 16,1 1-1-16,0 3-1 0,0 0 1 0,1 3 1 16,2 2 1-16,1 3-5 0,2 2-4 0,-1 2-1 15,1 3-3-15,2 2 1 0,0-2-1 0,2 6 4 0,0-1 5 16,0 4 1-16,1 1 1 0,2 0 0 0,-2 4 0 16,2-2 0-16,-1 2-1 0,1 2 0 0,-1-1-1 15,1-1 1-15,0 1-1 0,1 1 1 0,-3-4-1 0,3 2 1 16,-1-2-1-16,-1-3 0 0,0-1 0 0,-1 0 1 15,0-4-1-15,-2 0 0 0,-1-2-6 16,-1-2-8-16,2-1-14 0,-1-1-22 0,-2-1-33 0,-2-2-62 0,-1-1-55 16,-3-3-95-16,0 1-140 0,-2-3-190 0,-3 0-285 0,2 0-223 15,0-1-202-15,-2-1 109 0,-3-2 457 0</inkml:trace>
  <inkml:trace contextRef="#ctx0" brushRef="#br2" timeOffset="120927.62">1388 16546 273 0,'8'2'554'0,"1"1"204"0,-1-3 135 16,2 1-160-16,0-1-142 0,0 2-106 0,-2-2-57 0,0 0-44 0,0-2-63 16,1 2-66-16,4-1-71 0,4-2-46 15,-1 0-30-15,3-2-24 0,0 2-17 0,-3-1-30 16,4 0-21-16,-2-2-12 0,1 1-7 0,0-1 5 0,-3 0 3 0,1 1 9 15,-1 1 8-15,-1-1-3 0,-2 0-2 0,1 3-37 16,-4-2-48-16,1 2-99 0,-2-1-153 0,-4 1-214 0,0 1-303 16,0 1-263-16,0 0-182 0,-2-3 139 0,0 1 458 15</inkml:trace>
  <inkml:trace contextRef="#ctx0" brushRef="#br2" timeOffset="121584.37">1816 16123 64 0,'0'-6'442'0,"0"0"356"0,2 1 291 0,-2 1-27 0,-2 0-266 16,1 1-159 0,1-2-79-16,0 2-85 0,0 2-93 0,0-1-71 0,0-1-49 15,-2 2-62-15,2-2-67 0,-2 1-33 0,1 1-18 16,-1 0-12-16,2-3-6 0,-1 4-6 0,1-1-6 0,0 0-5 15,0 1-7-15,0 0-3 0,1 0-7 16,-1 0-4-16,0 2-7 0,0 2-5 0,2 0-3 0,-2 3-3 16,0 4-2-16,1 2 0 0,1 3-1 0,0 4 0 0,-1 1 0 15,4 5 0-15,-2 1-1 0,2 4 0 0,3 1 0 16,-2 4 0-16,4 1-1 0,-1-3-1 0,5 1 0 0,-2-2 0 16,1-2 0-16,0-3 0 0,1-6 0 0,-1-1-1 31,3-7 1-31,-5-5 0 0,2 0 5 0,1-7 2 15,-3-4 2-15,1-4 1 0,-2-5 0 0,0-2 0 16,-1-5-4-16,-1-1-3 0,-2-5-1 0,2 2-1 0,-1-1-1 16,-1 0-1-16,0 0 0 0,-3 2 1 0,2 1 0 15,0 2 0-15,-2 4 0 0,0 0 0 0,3 4 0 0,-3 3-1 16,2 1 1-16,-1 1-1 0,0 4 2 0,3 2-1 16,2 2 1-16,-3 3 0 0,4 3-3 15,1 1-3-15,-2 2-2 0,3 3 0 0,0 0 0 0,1 2-2 16,1 1 4-16,0-2 2 0,1 1 2 0,0 0 1 0,-2-3 0 15,3 0 0-15,-3-4 1 0,0 0-1 0,-1-5 0 16,2 0-1-16,-5-2 1 0,1-3-1 0,-2-3 1 16,1 1 1-16,-4-4-1 0,0-3 2 0,-2-1 0 15,0-2-1-15,-1-3 1 0,-2-3-1 0,0 0 1 16,0-3-1-16,0 0 1 0,0-2-1 0,-2-1 1 0,1 2 0 16,-3-2-1-16,1-2 6 0,0 1 6 0,0-1 6 31,-2-2 3-31,-1 1 5 0,1 1 4 0,-1 1-2 15,-1 1-5-15,1 2-3 0,0 0-3 0,-2 4-4 16,3 2-2-16,0 1-4 0,-1 2-2 0,0 5-2 16,3 0-1-16,0 2-3 0,1 2-1 0,-1 0-1 15,1 2-4-15,0 0-10 0,2 1-15 0,0 1-24 16,2 0-42-16,1 1-81 0,-1-1-127 0,1 3-261 16,0 0-306-16,2 0-372 0,-2 2-376 0,-3 1-77 15,0 1 576-15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8:58:18.7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18930 18751 160 0,'0'-15'374'0,"-2"-1"163"0,1-2 137 0,-2-1-158 16,1 0-117-16,-1 0-25 0,3-1 30 0,-1 1 16 16,1-1-14-16,-4-1-39 0,4 0-55 0,0-1-62 0,-1-2-65 15,1 1-48-15,1-3-39 0,-1 3-24 0,4-4-23 16,-4 0-1-16,1 0-6 0,2-1-3 0,2-2 12 16,-4 2 9-16,2 0 14 0,-1-2 6 0,1-2 18 15,1 0 9-15,-1 1-9 0,0-3-8 0,0-1-12 16,0-1-15-16,2-1-24 0,-4-3-18 0,2 0-9 15,2-2-8-15,0-1-1 0,-2-1 14 0,2-1 16 16,2 0 9-16,-2 0 7 0,2 2 2 0,-2-1-1 16,1 0-18-16,-1 3-14 0,3-1-9 0,-4-1-5 15,1 2-3-15,0-1 0 0,0-2 0 0,-2 2-1 16,5 0-2-16,-5-1 3 0,2 1-1 0,-1-1 0 16,1 2-2-1,-1-3 1-15,-1 3 4 0,1-2-2 0,-1 3 1 16,-1-1 1-16,-1 2 2 0,1 2-4 0,0-2-1 15,-2 3 2-15,1-2-4 0,-1 1 0 0,0 1 0 16,0-3 1-16,2 1-2 0,-1 1 0 16,-1-1 0-16,0 2 2 0,2-1-1 0,-2 1-2 15,0 2 2-15,2-2-2 0,-1 3 4 0,1-3-1 0,0 3-2 16,1-3 2-16,-2 2 1 0,4 2 1 16,-1-5-3-16,-2 1 0 0,3 0 1 0,-2-1 0 0,2 1 1 15,-2 0-3-15,0-2 1 0,2 1 1 16,-4 1-2-16,2 0 1 0,-3 0-1 0,2 1-2 15,-2 2 2-15,0-1 0 0,-2 1 1 0,2 4 0 16,-1-2 0-16,-1 2 1 0,2 1 0 0,-1 0-1 16,-2-2 1-16,1 5 1 0,2 0 1 0,-1-1 0 15,-1 1-2-15,2 1 2 0,0-2-2 0,0 4-1 16,0-3-2-16,2 3-2 0,-1 0 2 0,-1 0-1 31,5 0 2-31,-5 0 1 0,1 1-2 16,1 0 4-16,-1-2-2 0,-1 2 0 0,2 1 0 15,-2 1 0-15,2 0 0 0,-1-1-3 0,-1-1 1 16,2 2 2-16,0-2-1 0,-1 0-2 0,1 0 1 16,1-2 0-16,0 1 1 0,0-3-2 0,3 0 2 15,-1 0 1-15,0 0 2 0,0-1-2 0,0 0 4 16,-1 3-2-16,2-3-2 0,-1 2 0 0,0 1 1 16,0-1-1-16,0 2 0 0,-1 1 0 15,0-1 2-15,2 3-1 0,-5 1-1 0,2-2 0 0,1 4 2 16,-1-2-1-16,0 0-2 0,0-1 1 15,2-1 1-15,-2-1 1 0,3 0-2 0,-1-3-2 16,0 0 3-16,0-1-1 0,0 1 0 0,-1-2 0 16,2 2-1-16,-1 0 1 0,1 0-1 0,-1 2 1 15,-1-1 0-15,-1 2-2 0,3-1 1 0,-5 2 1 16,2-1-2-16,2 3 3 0,-1-1 0 0,-3 2 0 16,2-1 1-16,2 2 1 0,-2-1-2 15,3 0 0 1,-1 2 1-16,-2-4-2 0,2 0 1 0,2-1-1 15,-3 1 0-15,4-1 0 0,-2 0 0 16,2 2 3-16,-3 3-3 0,2-2 3 0,-1 3 0 16,-2 2-3-16,0 2 0 0,-1 1-2 0,0 3 2 15,-1 1-1-15,-1 1 0 0,1 0 1 0,-1 4 0 16,-1-4 0-16,2 4-3 0,0-1 0 0,-1 1 3 16,4 0-1-16,-4 0 2 0,4 1-1 15,-2 1 3-15,2 0-1 0,-2-2 0 0,2 0-2 0,3 4 0 16,-4-4 2-16,1 2 0 0,0-1-1 15,2 0-1-15,-1-1 1 0,0 2-1 0,0-2-1 16,-1 0 2-16,0 0 0 0,0 0 1 0,1 0-1 16,-2 0 1-16,1 0 0 0,-1 0-2 0,0-2 1 15,1 2-1-15,-2-1 2 0,3 1-1 0,-1 0-1 16,0-1 0-16,-2 1-1 0,0-2 2 0,2 2-1 31,0 0 1-31,-1 0 1 0,1 0-2 0,-2 0 1 16,1 0-1-16,0 2 1 0,0-2 1 15,0 1-1-15,0-1 1 0,0 0 0 0,-1 1-2 16,2-1 0-16,-2 2 2 0,2-2-1 0,-2 0 0 16,1 2 1-16,0-1 0 0,1 0 2 0,-1-1-4 15,0 0 0-15,-3 2 1 0,2-1 1 0,1-1-2 16,1 2 0-16,-4-1 1 0,4 0-1 0,-1 1 0 16,1 0 1-16,-2-1-1 0,2 1 0 0,2-1-1 15,-3 2 1-15,2-1 3 0,-1-1-4 0,2 2 2 16,-3-2-1-16,3 3-1 0,0-3 2 15,-2 2-1-15,3-1 0 0,-1-1-1 0,-1 0 3 0,3 1-1 16,-2 1-1-16,1-2 0 0,-2 1-1 16,3 1 4-16,-1-1-4 0,0 1-1 0,-1 0 3 15,2-2 0-15,0 3-1 0,0-4-1 0,0 4 1 16,0-1 2-16,3-2-1 0,-2 3-1 0,2-3 2 16,0 0-2-16,2 1 2 0,-1-2-2 0,1 1 0 31,2-1 1-31,0 0 0 0,2 0 1 15,-1-1 2-15,0 1 0 0,4-2-2 0,-1 2-1 0,4-1 1 16,-2 0-1-16,3-1-1 0,1 2 0 16,0-3 2-16,1 2-1 0,2-1 2 0,1-2 1 15,-1 4-2-15,-1-4-1 0,2 1 0 0,0-1-1 16,3 2 0-16,-3-3-2 0,2 4 0 0,0-2 2 16,-1 0 0-16,2 0-1 0,-1 0 1 0,-1 2 1 15,-1-3 1-15,0 4-1 0,-1-1-1 0,1 1 1 0,0-1 1 16,2 1 0-16,1-2 1 0,-4 2 0 15,1 0 0-15,1 0-2 0,2 0 0 16,-1 0 0-16,-2 0-1 0,1 0-1 0,-1 0 2 0,-1 0-1 16,0 0-2-16,1 0 1 0,-2 0-1 0,2-1-1 15,-1 1 0-15,-1-2 1 0,0 2 1 0,-1 0 1 16,3-1 0-16,-1-1 0 0,-3 1 1 16,1-1-1-1,-1 1-1-15,2-1 1 0,-1-1-1 16,0 0 2-16,0 0-1 0,0 1 1 0,0 0-1 15,1-1 0-15,-2 2 0 0,2-3-1 0,1 2 3 16,1 2 0-16,-2-4 1 0,2 3 0 0,-2-1-2 16,4 1 0-16,-4-2-3 0,3 3 3 15,-1-2-2-15,0 2 1 0,-2-3 1 0,2 1-1 0,0 2-1 16,0 0 0-16,0 0-1 0,0 0 2 16,-1 2-3-16,1-2 2 0,0 3 3 0,-2-3-1 15,-1 2-1-15,0-2-1 0,2 3 2 0,-3-2-1 16,1 2-2-16,0 1 0 0,0-4 4 0,0 4-1 15,-3-1-1-15,3 2 2 0,-1-3-1 0,0 1 1 16,0 0-2-16,1 0 3 0,2 0-3 0,-4 0-2 16,2 0 2-16,0 0-1 0,-2 0 1 0,2-2-1 15,-2 3 1-15,4-3 1 0,-5 0-1 16,3 1 1-16,-1 0-1 0,1-1 1 0,0-1-1 0,0 1-2 31,1-1 2-31,1 0-2 0,-4 0 0 16,2-1 2-16,2 1-1 0,-3-1 2 0,3-1 0 15,-1 2 0-15,1-2 1 0,1 1-1 0,-2 0-1 16,1 1-1-16,1-2 3 0,0 2-1 0,1-2-1 16,-1 2 0-16,3 0 0 0,-1 0 0 0,0 0-1 15,-1 0 0-15,1 0 1 0,0 2-1 0,-1-2 0 16,1 2 0-16,0-1 2 0,1 0-3 0,0-1-1 16,0 2 1-16,1 1 2 0,-1-2 1 0,0 1-1 15,0 0 3-15,3-1-1 0,1 0 2 16,-2-1-3-16,1 2 0 0,2-2 0 0,1 3 1 15,1-3 0-15,1 0 0 0,2 0-1 0,-2 2-1 16,0-2 0-16,3 0-1 0,-3 0-3 0,2 0 0 16,1 0 1-16,-1 0 0 0,-1 0 2 0,1 0 1 15,0 0 1-15,1 3 2 0,-1-3-3 0,1 1 1 16,1 1-1-16,-1-1-1 0,0-1 1 0,1 2 2 16,2 0 1-1,2-2-1-15,-3 0-1 0,-1 2-1 16,1-2-1-16,2 2-3 0,-4-2 0 15,3 2 0-15,-2-1 0 0,-1 0 4 0,0 1 0 0,-1 0 2 16,1-1 1-16,-3 2 1 0,2-2-1 16,0 2 0-16,-2 0-2 0,1 2 0 0,1-2 1 0,-1 1-2 15,1 0 1-15,-1 1-3 0,-1 0 0 16,0-1 1-16,-1 0-3 0,-1 1 3 0,2 0-1 16,-1 1 0-16,-2-2 1 0,0 1-3 0,-1 0 4 15,1-1 0-15,0 0 1 0,1 1 2 16,0-1 0-16,-1 2-1 0,0-2-1 0,1 0-1 0,2 0 1 15,-1-1-1-15,1 2 0 0,3-3-1 16,-1 3 1-16,3-5 0 0,-3 2-2 0,-1 1 2 16,2-3 0-16,1 1 0 0,0-1-1 0,2 0 0 0,-3 0 1 15,2-1 0-15,-1 1 1 0,0-3 2 16,2 3-2-16,-1-2-1 0,3 2 0 0,-1-5 2 16,2 5-1-16,-1-1-2 0,3 0 1 0,-1-1 2 31,0 2-2-31,-3 0 0 0,4-2-2 0,-2 2-1 15,0-1 2-15,2 1 2 0,-2 0-1 0,0 0-1 16,2 0 3-16,-3-1-1 0,3 1 0 0,0 0-3 16,3 0 2-16,-2 0-1 0,1 0 1 15,-2 0 1-15,2 1-1 0,0-1 0 0,-1 1 0 16,0 1-1-16,-1 0-1 0,0-1 1 0,-1 0 1 16,1 4 1-16,0-5 0 0,0 2 1 0,-1 1 1 15,2-2-2-15,1 2 0 0,-2-1 0 0,4 0 1 16,-3-2-2-16,1 4 0 0,-2-2-2 0,0-1-1 15,2 0 1-15,-3 1 1 0,1 0 2 16,0-1 2-16,-3 0-3 0,3 2 3 0,-1-1-2 0,-2-1 0 16,2 0-2-16,1 3 1 0,-3-3 3 0,1 2-1 15,2-1-1-15,-1 1-1 0,1-2 0 0,-1 2-2 16,0 0-2-16,1 0 2 0,-5 0 0 0,5 0 2 16,-3 0 1-1,-1 1 3-15,1 1-2 0,-2 0 1 16,4-1 1-16,-2 0 0 0,-2 3-1 0,4-1-1 15,-2 0 0-15,0 0 0 0,0 0-1 0,-2 0 0 16,0 1 0-16,0 0 0 0,0-1 0 0,-3 1 0 16,3 1 0-16,0-1 6 0,-3 1 3 0,0-1 4 15,-1-1 1-15,3 0 4 0,-2 1 1 0,2-2-12 16,0 1-7-16,-1 0-4 0,5 1-4 0,-2-5-1 0,0 2-4 16,1 0 8-16,1-1 1 0,0-1 9 15,-1 0 2-15,3 0 2 0,-3-1-1 0,1 0 4 16,1 1-4-16,0-2-9 0,-1 2-5 0,-1-2 0 15,3 0-2-15,0 0-3 0,-1 0 5 0,3-2 4 16,0 2 0-16,-1-3 0 0,-2 2 0 0,1-1 6 0,-1 0 2 16,-4 0-2-16,13-2 0 0,-3 1 0 0,-2 2 1 15,-1-2-6-15,2 1-2 0,1-3 0 0,1 3-1 16,2-3 1-16,2 2 1 0,-1 1 0 0,3 0-2 16,-1-2-1-16,-47 2 0 0,-16-1-3 0,0 1 1 31,0-1-2-31,0 2 1 0,0 1-1 0,0-2 1 15,0 1-1-15,0-1 0 0,0 1-1 16,0 1 0-16,0-2-1 0,0 1 0 0,0-1-7 0,0-1-32 16,0 1-68-16,0-2-94 0,0 0-172 15,0-3-293-15,0-1-323 0,0 1-327 0,0 0-177 16,0-2 218-16,0 0 652 0</inkml:trace>
  <inkml:trace contextRef="#ctx0" brushRef="#br0" timeOffset="1215.53">29478 14035 49 0,'0'-2'342'16,"-4"-2"220"-16,3 2 199 0,-1-3 38 16,1-1-160-16,-3 4-94 0,3-4-55 0,-2 0-56 15,-2 0-57-15,0 0-70 0,1-1-72 0,0 1-51 16,0 0-21-16,0 0 13 0,3 1 22 0,-2-1 4 16,-3 1-8-16,2 1-21 0,3 0-31 15,-4-1-34-15,2 2-34 0,-2 0-23 0,0 0-17 0,-1 2-7 16,0 1-8-16,-2 0-7 0,0 1-5 15,0 2-1-15,-3 1-2 0,1 1-2 0,1 1 1 16,-4 1 1-16,4 1 0 0,-5 1 0 0,2 2 2 16,1-1-1-16,-3 3 0 15,1 0 1-15,-1 5-2 0,3-3 1 0,-2 1-1 0,3 2-1 0,-2-2 1 16,4 1 0-16,-2 1-3 0,1 0 0 0,3-1 0 31,1 1-1-31,-1-2 0 0,2 2-1 0,0 0-1 16,4-1 0-16,0 1 2 0,0-2-2 15,4 2 0-15,-1-2 1 0,3 1-1 0,-2-2 2 16,1 0 0-16,3-2 2 0,0 1 0 0,1-3 1 16,3-1 0-16,-3-2 0 0,4-1-1 0,-4-2 0 15,5-3 1-15,-1 2 0 0,0-4-1 0,-1 0-2 16,1-4 0-16,0 2 0 0,-1-3 0 16,-2-1 0-16,2 0 3 0,-4-2-1 0,2 0 0 0,-1-1 1 15,-2 1-2-15,-2-4 0 0,-2 3 1 0,-2-1 0 16,3 1 0-16,-6-3 0 0,-1 2 0 15,0-1-1-15,-4-2 1 0,1 0-2 0,-5 1 0 16,1 0 0-16,-1 2 0 0,-1 0 0 0,-1 0-1 16,1 4 1-16,-1 2-2 0,-1 0 2 0,1 3-2 15,0 2 2-15,1 4-1 0,0 1-1 0,0 2 0 16,2 3-1-16,1 1 1 0,2-1-2 0,0 3 0 16,0-1-1-1,6 1-1-15,-3 3-5 0,4-3-30 16,0 0-71-16,5-1-66 0,-1-1-126 0,5-1-205 15,-1-4-317-15,1 1-311 0,5-4-212 0,2-2-83 16,3-4 415-16,0 0 577 0</inkml:trace>
  <inkml:trace contextRef="#ctx0" brushRef="#br0" timeOffset="1566.92">29671 14248 323 0,'0'8'668'0,"-4"1"325"0,1 1 157 0,-2 4-273 16,2 2-203-16,-2 2-97 0,1 2-77 16,-2 1-99-16,2-1-92 15,1 2-63-15,3-1-65 0,2-3-71 0,1-4-50 0,3 0-26 0,2-3-15 16,2-4-8-16,4-4-5 0,0-3-4 0,3-3-1 16,-1-4-2-16,5-4 0 0,1-3-1 0,0-2 0 31,2 0 0-31,-1-5 2 0,-2-1 2 0,1 2-2 15,-1-3-2-15,-4 3 2 0,-1-2 0 0,-5 3-1 16,-3-1 1-16,-4 4 4 0,-4-2 0 0,-3 1-1 0,-4 2 1 16,-3-2 1-16,-1 6-2 15,-5-3-1-15,2 5 2 0,-5 0-2 0,0 3 0 0,2 3-2 16,-2 3 0-16,1 2 0 0,-1 2-4 16,3 5-2-16,1 2-1 0,-1-1-19 0,2 6-58 15,2-2-54-15,2 1-80 0,3 1-152 0,2-2-282 16,4 2-304-16,4-3-236 0,4-1-193 0,3 0 123 15,3-2 561-15</inkml:trace>
  <inkml:trace contextRef="#ctx0" brushRef="#br0" timeOffset="2867.48">30325 14380 169 0,'-6'3'447'0,"1"-2"237"0,0 1 181 15,2-2-100-15,1 3-144 0,-1-3-84 0,2 0-77 0,-1 0-65 0,0-3-61 0,1 3-76 31,1-2-59-31,0 1-40 0,0 0-8 0,0-1-3 0,0-2 2 16,0 0 4-16,1-2-11 0,3 1-15 0,0-3-20 16,0-1-16-16,1-1-21 0,-1 0-21 15,4 0-13-15,-2-3-7 0,1 2-11 0,1-2-5 0,1 0-3 16,-1 1-3-16,0-1-2 0,0 0-3 0,-1-1-1 16,2 4 0-16,-5-1 6 0,3 3 5 15,-4-1 4-15,1 4-5 0,-2 0 4 0,0 0-3 0,1 4-9 16,-2 0-7-16,-1-1 3 0,0 2 2 0,0 0-7 15,0 3 1-15,0 0 4 0,-1 2 3 0,1 2-8 16,-3 4 11-16,1-1 4 0,0 1 5 0,2 2-2 16,-2 2 2-16,2 0 1 15,-2 3-6-15,2 0-4 0,-2 0-2 0,2 1-1 0,0-1-2 0,0-2 0 16,2 0 0-16,0 2 0 0,0-5-1 16,2-1 0-1,-1-2 1-15,0 0-2 0,2-3 1 0,-2-1 0 16,2-1 0-16,0-2 1 0,2-1 2 0,-2-2 0 15,1-2 1-15,1-1 0 0,-1-2 0 0,2 1-1 16,-2-2-1-16,1 0 1 0,-2 0 0 0,-1-1 1 16,4 1 0-16,-5-2-1 0,0 1 0 0,2 1 1 15,-2-2-1-15,1 1 0 0,-3-1-2 0,2 2 1 16,-1 0 1-16,1 2-2 0,-3-1 0 0,3-1 1 16,-3 4 0-16,0 0-1 0,1 0-2 0,-1 1 0 15,0 1 0-15,0-1-2 0,0 1 0 0,2 1 2 16,0-1 1-16,-2 3-1 15,1-1 1-15,-1 0 2 0,0 1-1 0,2 0 0 16,-2 0-1-16,2 0 0 0,-1-1-1 16,1-1 0-16,-2 1 0 0,1-2 0 0,3 0 2 0,-1 0-1 0,-2-2 2 0,5 1 0 15,-3-2-1-15,2 0 1 0,2-2-2 0,-1 0 1 16,1 0-2-16,0 0 1 0,0 0 0 0,-3 2 0 16,4-2 0-1,0 3 0-15,-2-4 0 0,1 3 0 16,-1-1 0-16,-1 2 0 0,-2 0 0 0,2 1 0 0,-2 0-1 15,-2 2 0-15,3 0 0 0,-3 1 0 16,1 2 0-16,-1 1 2 0,-1 1 1 0,0 2 1 16,0 1 3-16,0 1 2 0,-1 1 1 0,1-1 0 15,0 2-1-15,-2-2-2 0,2 3-2 0,0-2 0 16,0-3-2-16,2 3-2 0,-2-4 0 0,0 0-1 0,1-1-2 0,-1 0-1 16,2-1 2-16,0 1 0 15,-1-4-1-15,3 3 0 0,-4-4 0 0,3 0-1 0,-2 0-3 16,2 2-14-16,-1-6-40 0,1 2-65 15,-2 0-61-15,3-3-82 0,-3 0-133 0,2-3-163 0,1-1-217 16,-3 0-212-16,3 1-203 0,0-3-59 0,2 1 290 16,1 0 435-1</inkml:trace>
  <inkml:trace contextRef="#ctx0" brushRef="#br0" timeOffset="3083.59">30911 14296 199 0,'2'11'494'0,"0"-2"278"0,-2 2 208 0,0 1-128 16,0-1-175-16,-2 3-132 0,0-1-71 0,1 1-35 15,-1 1-43-15,1 0-67 0,-4 1-51 0,4-2-48 16,-2 1-48-16,-1-4-55 0,3 2-50 0,-1-3-31 16,0-1-23-16,1-2-11 0,-1-1-7 0,2 0-5 15,0-1-6-15,-1 1-41 0,1-6-63 0,0 2-63 16,-2-2-129-16,2-2-196 15,-2-1-317-15,1 0-278 0,1-3-214 0,0 1-67 0,0-2 409 0,1-2 539 16</inkml:trace>
  <inkml:trace contextRef="#ctx0" brushRef="#br0" timeOffset="3282.5">30928 14239 264 0,'-4'-6'615'0,"3"3"327"15,-1 0 172-15,-1 0-231 0,1 1-244 0,-1 0-175 16,1 0-121-16,1 0-102 0,-2 2-88 0,3-1-63 16,-5 1-37-16,5 0-26 0,0-1-16 0,0 1-9 15,5 0-4-15,-4 1-1 0,2 0-11 0,2 1-18 16,2 0-58-16,-2 0-126 0,-1 2-172 0,2-3-294 16,1 4-263-16,-2-1-224 0,3 4 7 0,-4 0 379 15</inkml:trace>
  <inkml:trace contextRef="#ctx0" brushRef="#br0" timeOffset="3916.59">31041 14508 230 0,'0'1'559'16,"-1"1"274"-16,1-1 142 0,1-1-186 0,1 0-184 15,-2 0-138 1,1-1-97-16,-1-1-62 0,4-2-45 0,-3 1-31 0,4 0-25 16,1-2-9-16,0-2-2 0,1-1-10 0,1 0-12 15,3-4-33-15,-3 0-33 0,3-1-31 0,3-3-29 16,-1 0-15-16,1 0-12 15,-1 0 7-15,-1-1 2 0,1 3-1 0,-2-2 6 0,-1 2-4 0,0 4-2 16,-3 1-11-16,-2 3-4 0,0 0-5 0,-1 2-4 16,-1 2 0-16,-1 2-1 0,-1 0 5 0,-1 5 2 15,0-1 3-15,-1 5 1 0,-4 2 2 0,2 2 5 16,0 0-4-16,0 4-1 0,-1 0-3 0,1 0 0 16,2 2-4-16,-3-1-1 15,3 1-2-15,-1-2-2 0,1 0 0 0,1-2 0 0,0-2 0 0,1-1-3 16,2-2 0-16,1-2 0 0,-1-2-2 0,3-4 0 31,1 3 0-31,2-8 0 0,0 0 0 0,3-3-1 16,2-3 3-16,-1 0-1 0,0-3 0 0,0-1-1 15,1 0 1-15,-1-1 1 0,-2 0 0 0,0 2 0 16,-1-1-1-16,-2 3 3 0,-3 0-1 0,1 3 0 16,-2-1-1-16,0 5 0 0,-3 0 0 0,1 2-3 15,-2 2 0-15,-2 4 0 0,1 2 0 0,-1 1 0 16,0 1 5-16,-1 3 2 0,0 1 3 0,-1 2 2 15,0 0-1-15,3 1 4 0,-1 1-3 0,1-2-3 16,-1 0 0-16,0 0-2 0,2-2-1 0,2 0-2 16,0-3-2-16,1-1-1 0,-2-2-1 15,3-1-2-15,0-1-1 0,1-2-3 16,0 0-16-16,1-3-37 0,1-3-72 0,2 0-80 0,-3-3-160 0,0 0-283 0,3-1-318 16,1-1-324-16,-2 2-193 0,2-1 87 0,1 1 637 31</inkml:trace>
  <inkml:trace contextRef="#ctx0" brushRef="#br1" timeOffset="12598.94">27672 14869 18 0,'3'-4'289'0,"-2"1"182"16,-1 0 167-16,0 0 39 0,2-1-159 0,0 4-71 0,-2-3-14 0,0 2-4 15,0 0-11-15,0 0-36 16,0 1-63-16,0 0-75 0,-2-3-58 0,0 3-33 0,2 0-6 16,2 0 6-16,0 0 16 0,-2 0 5 0,0 3-1 15,1-3 2-15,-1 1-18 0,2 0-23 0,0 3-20 31,-1-2-14-31,1 2-12 0,-2 1-18 0,0 3-13 16,0 1-10-16,0 1-13 0,0 2-7 0,-2 2-5 16,1-1-7-16,1 2-5 0,-2 0-3 15,0 2-3-15,1-2-1 0,1 2-1 0,-4-3-1 16,4 1-2-16,-1-1 1 0,-1-1 1 16,2 0-1-16,0-3 0 0,-1-1-2 0,1-3-1 0,0 0-2 15,-3-2 0-15,3-1-5 0,3-2-20 16,-3-1-33-16,0-1-63 0,0-2-59 0,0-1-65 15,0-2-112-15,0-2-149 0,-3-1-204 0,3 1-217 16,0-3-213-16,0 3-134 0,0-1 199 0,0 0 463 16</inkml:trace>
  <inkml:trace contextRef="#ctx0" brushRef="#br1" timeOffset="13098.68">27680 14627 86 0,'1'-5'342'0,"-1"-1"186"16,2 4 154-1,-2-3-71-15,2 3-139 0,-2-1-68 0,1 1-19 0,1 1 14 16,-1 1 3-16,3 0-32 0,-3 0-51 15,1 0-40-15,1 3-14 0,1 1 1 0,0 2-13 16,-1 2-8-16,0 3-18 0,0-1-30 0,-1 2-35 16,-1 1-47-16,-1 2-32 0,4 0-24 0,-4 2-14 15,1-1-9-15,1 0-14 0,-1 1-7 16,3-2-7-16,-3 2 0 0,4-4-4 0,-2 0 0 16,0-2 1-16,0-1-1 0,0-1-1 0,-1-2-2 0,0-3 1 15,-1 1-2-15,1-2 0 0,0-2 1 0,-1-1 2 31,1-1-2-31,-2-4 2 0,1-1 0 16,4-2 0-16,-2-3 0 0,-2-1-2 0,3-2-1 0,-3-2 0 16,2-2-1-16,1 1 1 0,-1-6 0 15,0 4 0-15,0-4 1 0,3 3 0 0,-3-1-1 16,2 2 0-16,-2 2 0 0,1 2-2 0,-3 1 0 16,1 4 0-16,0 1 0 0,1 3 0 0,-2 2 0 15,-1 0-2-15,5 3 0 0,-4 1 0 0,2 1-2 16,2 3-19-16,-1-2-52 0,-1 4-58 0,2-1-58 15,-2 1-106-15,3 1-173 0,0 0-288 16,1 1-246-16,2 1-214 0,4-1-137 0,-4 3 255 16,2-1 540-16</inkml:trace>
  <inkml:trace contextRef="#ctx0" brushRef="#br1" timeOffset="14031.41">28373 14800 252 0,'0'2'532'0,"0"-4"215"0,0 2 125 16,0-1-176-16,0 1-162 0,3-2-91 0,-2 2-55 0,4-1-37 0,-1-1-41 15,1 2-62-15,2 0-47 0,-1 0-29 16,3 0-24-16,3 2-18 0,-3-1-14 0,3-1-15 16,1 2 6-16,1 1 0 0,1-1-7 0,-1 0-3 15,0 0-7-15,1 1-10 0,-1-2-29 0,-3 2-22 31,3-2-14-31,-5 3-9 0,3-2-4 0,-2 2 0 16,-1-1-2-16,0 0-2 0,-1-1-1 0,-2 3 1 16,-1-3-10-16,-2 3-33 0,0-3-46 15,-3 2-40-15,0-2-37 0,0 3-72 0,-4-2-103 0,0 1-104 16,-2-1-135-16,-2 0-257 0,2 2-231 16,0-1-96-16,-3-1 186 0,0 1 387 0</inkml:trace>
  <inkml:trace contextRef="#ctx0" brushRef="#br1" timeOffset="14365.1">28333 14972 28 0,'1'2'339'0,"-1"0"243"15,0-2 187-15,2 0 32 0,0 1-181 0,-2-1-111 16,1 0-72 0,3 2-51-16,-1-1-31 0,3-1-51 15,-2 2-58-15,1-1-53 0,3 0-40 0,0 1-29 16,3-1 22-16,0 3 15 0,2-4-9 0,0 2-18 16,-1 1-18-16,4-2-8 0,-2 0-43 0,2 0-29 15,0 2-17-15,0-3-7 0,0 2-6 0,1 0-4 16,-3 0-4-16,3-1 1 0,-4 2-2 0,1-2-28 15,-1 4-48-15,-2-1-43 0,-1-1-66 16,-2 2-129-16,-4-1-189 0,2 2-280 0,-2 0-231 16,-1 0-219-16,-2 1-14 0,1 0 388 0,0 1 467 15</inkml:trace>
  <inkml:trace contextRef="#ctx0" brushRef="#br1" timeOffset="19398">21223 16530 288 0,'-7'4'538'0,"2"2"196"0,-4-1 99 0,5-1-265 16,0-1-120-16,1 0-49 0,1 0-25 15,-1-1-15-15,3-1-31 0,-1-1-38 16,1 0-70-16,1-1-59 0,2-4-38 16,2 1-8-16,0-4 25 0,3-1 13 0,1-2 4 0,-1-3 24 0,5-3-2 15,0-1-24-15,-1-1-37 0,4-2-25 0,-2-2-20 16,5-1-31-16,-2-1-9 0,3-2-4 16,-3 0-3-16,1 0-1 0,0 1-3 0,-2 2-1 0,1-1-8 15,-4 5-5-15,1 1-2 0,-2 2-2 0,-2 2 7 16,-3 3 4-16,-1 3 3 15,-1 3-1-15,-2 0 1 16,0 2 0-16,-1 1-6 0,0 0-5 0,-2 3-2 16,0 1 0-16,0 4-1 0,0-1 1 0,-2 4-2 15,0 0 2-15,1 3 0 0,-1 2-1 0,1 0 0 16,-1 2-1-16,0 2-1 0,-1 2 0 16,2 0 0-16,-3 1 0 0,1 2-1 0,-2 3 3 0,1-2 0 15,-1 4 0-15,-1 0 0 0,-1 2 1 0,-1-1-2 16,-1 2-1-16,1 0 0 0,2-1-2 0,-2-1-3 15,-1 1 0-15,2-2 0 0,2-3-1 0,0 0-2 16,1-2 1-16,2-1 0 0,-1-1-1 0,2-4 0 16,1 0 0-16,0-3-12 0,1-3-34 0,4-1-59 15,-4-2-56-15,4-2-71 0,-2-5-123 0,4-5-166 16,-2 0-254-16,4-6-223 0,-1 0-216 16,0-6-86-16,1-2 295 0,4 0 490 0</inkml:trace>
  <inkml:trace contextRef="#ctx0" brushRef="#br1" timeOffset="19929.87">21646 16273 63 0,'0'-5'378'0,"-3"3"247"16,1-2 199-16,-1 3-3 0,2-2-242 0,1 3-131 16,0 0-82-16,0 3-53 0,0-2-60 15,1 4-25-15,4 0-34 16,0-1-37-16,3 4-43 0,3 0-27 0,-2-1 5 15,4 3-18-15,3 1-19 0,0 0 0 0,4 4 3 16,1-1 2-16,0 3-12 0,2 1-11 16,1-2-7-16,-1 4-7 0,1-2-4 0,-2 0 31 0,0 1 20 15,-2-1 7-15,-2 2 6 0,-2-2 0 0,-5 2-4 16,1-1-30-16,-8 2 13 0,2 0 12 0,-4-2 2 16,-4 1-2-16,-4-1 0 0,-2-1-4 0,0 0-30 15,-6-1-19-15,1-2-7 0,-1-2 3 0,-2 1 4 16,-2-5 2-16,2-1 1 0,-5-3-1 15,3-2-2-15,1 0-7 16,0-8-9-16,-1 2-5 0,1-7-2 0,3 0 2 16,3-4-1-16,-2-2 0 0,5-1 0 15,0-6 1-15,5 3-1 0,1-4-1 0,2-1 3 16,4-1 0-16,0-4 1 0,4 1 1 0,0-2-2 0,3-3-1 16,4 1-1-16,-1-3 1 0,0 2-2 0,3-2 2 15,-1 3 1-15,1-1 2 16,-2 5-1-16,-3 1-1 0,0 0 1 0,-3 3 0 0,-2 4 7 0,-3 2 8 15,-2 5 6-15,-2 2 6 0,-4 2 1 0,-2 2 2 16,-2 5-6-16,-1 2-5 0,-4 4-6 16,2 1-3-16,0 5-2 0,-3 2-4 0,3 2 0 15,-3 2-3-15,2 2 0 0,3-1-3 0,-2 2-1 0,6-1-1 16,0 2 0-16,4-2-1 0,1-3-8 16,3 1-34-16,4-2-66 0,2-3-61 0,-1-2-107 0,1-2-166 15,5-2-308-15,-1-3-293 0,6-1-215 0,-1-1-156 16,4-2 262-16,1 0 557 0</inkml:trace>
  <inkml:trace contextRef="#ctx0" brushRef="#br1" timeOffset="20280.96">22355 16315 57 0,'0'31'459'0,"-2"2"361"16,0 2 262-16,-1 5 32 0,2 2-358 0,-4 2-227 0,0 0-127 15,4 1-85-15,-1-1-83 0,2-6-74 0,3-5-43 16,2-1-32-16,3-9-37 0,1-3-31 16,3-5-8-16,3-6-5 0,0-4-3 0,2-5 0 0,-1-3 1 15,3-5-2-15,0-4 0 0,-2-1 4 0,2-6 2 16,-3-1 2-16,3-3-5 0,-5-4 9 0,2 0-6 16,-5-2-1-16,1-2 1 0,-3 1-5 0,-5-2 6 15,-2 1-3-15,-2 1 40 0,-5-2 31 0,0 0 9 16,-3 0 11-16,-6 2-3 0,1-1 0 15,0 2-33-15,-4 2-27 16,-1 6-14-16,2 0-9 0,-2 5-5 16,0 4-3-16,2 5-3 0,-2 3 0 0,2 6-2 15,2 1-4-15,1 4-1 0,4 2-27 0,0 3-48 16,2 2-47-16,6 1-81 0,1 0-155 0,0 1-278 0,5-1-275 16,-1 4-231-16,5-3-186 0,3-1 157 0,2 1 534 15</inkml:trace>
  <inkml:trace contextRef="#ctx0" brushRef="#br1" timeOffset="21096.11">22976 16499 15 0,'2'0'415'0,"-2"0"377"16,0 0 292-16,-2-1 45 15,0 1-320-15,1-1-270 0,-1 1-157 0,1 0-98 0,-3 0-75 16,1 1-50-16,2-1-43 0,-4 0-28 16,4 0-24-16,-2 1-25 0,1-1-14 0,0 2-16 15,1 1-9-15,-1-3-4 0,2 2-2 0,-2-2 2 16,2 4-9-16,2-2-20 0,0 1-23 0,-1-1-57 15,1-1-109-15,0 0-156 0,1 1-293 0,3 0-258 16,-2-2-235-16,3 1-46 0,-2-2 322 0,1 1 448 16</inkml:trace>
  <inkml:trace contextRef="#ctx0" brushRef="#br1" timeOffset="29396.4">23638 16266 70 0,'0'-2'253'15,"2"0"119"-15,0 1 51 0,-2-2-95 0,0 0-117 16,0 2-72 0,-2-2-35-16,0 0-14 0,2 0-11 0,-2 0 31 15,-2 1 13-15,3-1 11 0,-1 0 14 0,1 0 43 16,-1 2 44-16,0-2 26 0,1 1 44 0,-1 1 27 15,2 0 5-15,-1-1-28 0,1 2-38 0,-2 0-39 16,0 0-47-16,-1 2-38 0,0 2-30 0,0 0-28 0,-3 3-15 16,3 4-14-16,-1 2-11 0,1 4-15 15,0 2 1-15,1 3-2 0,1 4-3 0,1 1-2 16,0 2 0-16,0 0-3 0,5-1-9 16,-2 0-8-16,3-2-3 0,3-2-4 0,1-3-1 0,1-3 2 15,3-2-4-15,1-6 4 0,2-3 3 0,0-3 1 16,1-4 1-16,-2-2-5 0,2-4 2 0,1-5-4 15,-1-2-3-15,1-4 3 0,-3-2-4 0,-1-2 5 16,1-4 0-16,0 0-2 0,-5-1 0 0,3-4 1 31,-6 4-1-31,2-3 40 0,-4 3 50 0,-1 2 27 16,-4 1 13-16,-1 1-3 0,-6 2-2 0,2 1-33 16,-8 0-41-16,3 2-19 0,-5 1-15 0,-2 1 16 15,-2 3 8-15,2 4 1 0,-2-3 4 0,-1 9-6 16,1-3 1-16,-1 4-20 0,2 5-9 0,1-2-5 15,2 3-8-15,0 3 1 0,2 0 0 0,3 1-1 16,4 2-1-16,1 0 0 0,0 1 1 0,4 1 2 0,2 0-1 16,1 1-1-16,4-2-15 0,0 1-56 15,3 1-50-15,-1-1-61 0,4 0-126 0,-2 0-186 16,0-1-300-16,3 0-236 0,-2 1-222 0,1 1-95 16,0-2 373-16,1 0 514 0</inkml:trace>
  <inkml:trace contextRef="#ctx0" brushRef="#br1" timeOffset="29613.82">24106 16620 91 0,'0'1'658'0,"0"1"454"0,-3-2 126 0,-3 1-120 15,0-1-390-15,-1-1-318 0,3 1-157 0,-3 0-85 0,4-2-43 16,-1 1-30-16,0-1-21 0,4-1-23 0,0 0-27 15,4 0-18-15,0 0-21 0,1-1-25 16,1 1-30-16,1 0-79 0,-2-1-134 0,4 0-180 0,-5 0-284 16,4 1-251-16,-1 1-203 0,-1-3 60 0,3 4 405 15</inkml:trace>
  <inkml:trace contextRef="#ctx0" brushRef="#br1" timeOffset="29980.01">24251 16609 391 0,'0'2'710'16,"0"-2"219"-16,1-2 39 0,-1 1-252 31,5-5-222-31,-1 0-130 0,1-3-66 0,2-4-33 0,1 0-30 16,1-5-56-16,4-1-54 0,1-1-36 0,2-5-6 15,2-2 6-15,0-1-1 0,3 2 18 0,-3-3 30 16,2 2 15-16,0 2 0 0,-2 0-11 0,-1 1-10 15,-3 4-17-15,-1 1-26 0,-4 2-11 0,-1 3-13 16,0 3-9-16,-5 4-5 0,-1 0-6 0,-2 2-9 16,-2 4-11-16,-1 1-9 0,0 1-5 0,-5 4-4 15,3 1-1-15,-1 2-1 0,-1 3 1 0,-2 1-1 16,1 3-1-16,0 2 0 0,0 2 0 0,-1 1-2 16,1 4-1-16,0 0-1 0,0 3 0 0,-3 0 0 15,5 1-2-15,-1-1 0 0,3 2 0 0,0-4-2 16,2 0-4-16,2-6-25 0,0-1-42 0,2-4-58 15,3-3-53-15,0-2-68 0,1-3-113 0,2-2-138 16,0-4-178-16,0-4-225 0,2-2-222 0,2-1-121 16,-1-3 202-16,4-3 444 0</inkml:trace>
  <inkml:trace contextRef="#ctx0" brushRef="#br1" timeOffset="30262.26">24661 16243 161 0,'0'-7'537'0,"-1"1"319"0,-1 1 180 16,1 3-130-16,-4 0-257 0,4 0-177 0,-1 4-122 16,0 0-87-16,2 0-67 0,0 3-57 0,0 1-48 15,4 0-37-15,0 3-25 0,1 1-12 0,1 0-4 0,1 0-6 16,1 5 4-16,-1 0 2 0,1 0 2 16,0 2 0-16,0 2 1 0,1-1-1 0,0 1-2 15,-3 0-7-15,0 1-2 0,-1 1-1 0,-2 0-1 16,-2 0-3-16,1 1 0 0,-4-2-3 0,1 1 1 15,-2-1-4-15,-3 0 0 0,-1-3 0 0,3-1 1 16,-3 1-1 0,1-4-1-16,-3-1-8 0,2-4-8 0,1 0-38 15,-4-4-85-15,1-2-119 0,1-4-170 16,0-2-279-16,0-1-262 0,2-4-171 0,-1-1 99 16,3-5 358-16</inkml:trace>
  <inkml:trace contextRef="#ctx0" brushRef="#br1" timeOffset="30479">24636 16248 39 0,'3'-8'453'0,"1"2"344"0,-4 3 200 15,1-1-3-15,2 2-335 0,1 0-217 0,2 0-128 0,-3 0-75 16,3 0-38-16,1 0-27 0,1 0-43 0,1 2-47 16,2-1-36-16,-1 1-26 0,4 0-9 15,-3 0-9-15,3 0-3 0,-1 0-2 0,2 1 0 0,-2 1 0 16,2 1-3-16,0 0-11 0,0 0-37 0,-1 0-69 31,-1 0-105-31,-1 0-129 0,-3 1-203 0,1 1-275 16,1-2-190-16,-3 1-14 0,0-1 236 0,0 0 334 15</inkml:trace>
  <inkml:trace contextRef="#ctx0" brushRef="#br1" timeOffset="30864.31">25061 16156 19 0,'0'-2'409'15,"-3"-2"369"-15,3 3 281 0,-1 0 45 0,-4 1-316 16,2 0-231-16,0 1-146 0,0 2-56 0,1 1-37 16,0 2-24-16,2 2-29 0,0 1-26 0,-1 3-36 15,-1 1-47-15,2 4-40 0,-1 0-37 0,1 3-20 16,-4 3-18-16,4 2-8 0,-3-1-11 0,3 0-9 16,0-1-4-16,2-2-3 0,1-3-2 0,0-3-4 15,4-2 1-15,1-2-2 0,-1-5-1 16,3-2 0-16,0-4 1 0,2-3 1 0,-1-3 0 0,0-1 0 15,3-5 1-15,-1-1 0 0,-1-1-1 16,1-1 2 0,-1 0 0-16,-2 2 0 0,-2 0 0 0,2 2-1 15,-2 3 0-15,-4 0-1 0,1 4 2 0,0 1-2 16,-2 1 1-16,0 4 2 0,-1 4 0 0,0-1 1 16,-2 6 0-16,0 1-1 0,0 2-2 0,0 2 0 15,0 1-1-15,-2 0-2 0,0 3-2 0,1 0 0 16,-1 1-3-16,2-1 1 0,-1 4-1 0,-3-2-15 15,4 0-41-15,-3 1-61 0,2-1-57 0,-4 2-87 16,2-1-163-16,-2-2-213 0,0 0-266 0,1 0-219 16,0 0-186-16,0-2 85 0,0 2 490 0</inkml:trace>
  <inkml:trace contextRef="#ctx0" brushRef="#br1" timeOffset="32930.47">21278 16920 28 0,'-8'3'214'16,"-3"1"100"-16,3-1 95 0,2 0-107 16,-1 0-117-16,1-2-67 0,2 3-35 0,-3-2-9 15,4 0-5-15,0 1 3 0,1-2 5 0,0 1 8 0,-1 1-3 16,2-3-7-16,1 0-9 0,0 0-13 16,-2 0-16-16,2 2-14 0,0-2-5 0,2 0 26 15,-2 3 20-15,1-2 16 16,2 2 10-16,1 1-1 0,-3-2 4 0,4 3 7 0,2 0 19 0,-3-1 16 0,4 1 3 15,-2 2 0-15,4-1-1 0,1 1-31 16,2-1 34 0,-2 0 13-16,4 0 3 0,1-1 3 0,2 2 0 15,-1-2 13-15,5 0-30 0,0-4 3 16,2 2-3-16,-2-3-9 0,5 2-5 0,-2-2-19 0,2 0-39 16,0-2-33-16,0 2-15 0,0 0-9 0,3-2-2 15,-5 1-5-15,5 0 1 0,0-1-3 0,0 0-2 16,1 1 0-16,0 0 2 0,1-1-2 0,-1-1-1 15,-1 3 2-15,0-2 11 0,1 1 16 16,-1-2 4-16,0 3 4 0,-2 0-1 0,0 0-2 0,-1 0-13 16,2 0-13-16,-3 0-6 0,1 3-3 0,-3-2 0 15,3 1 0-15,-2 1 2 0,1-3-5 16,-3 2 2-16,4-2 1 0,-4 1-1 0,2-1 0 0,0 0-3 16,2 0 5-16,-2-1 2 0,1 1-1 0,2-2 3 15,1 0-2-15,-3 1 31 0,4-2 19 0,-1 0 13 16,2 1 4-16,-1 2 6 0,0-5 3 0,0 4-26 31,0-2-19-31,1 1-16 0,-5 1-9 0,3 0-8 16,-2-1 0-16,-2 0-3 0,1 1-5 0,-1 0 7 15,2-1-3-15,-2 2 1 0,-2-2-4 0,1 1 1 16,2 1 4-16,-3 0-5 0,2-1 6 0,1 1 1 16,-4-2 0-16,2 2 2 0,-1-1-1 0,1 1 0 15,0-3 0-15,0 3 0 0,1-2 41 0,0 1 51 16,0 1 18-16,-1 0 10 0,2 0 2 0,-3 0-3 15,2 0-36-15,-4 1-39 0,5 1-20 0,-3-2-8 16,1 3-8-16,-1-2-3 0,0 1-1 0,-1-1 0 16,1 2-3-16,-2 0-2 0,0 0 3 0,1 0-1 15,-3 0-1-15,1 0-2 0,1 0 0 0,0 0 1 16,-1-1-3-16,0-2 0 0,0 3 1 0,-2 0 2 16,3-3 0-16,-3 1-2 0,0 1-1 0,-2 0 0 15,2-2-1-15,-1 1-1 16,-3 0 1-16,3 1 0 0,-2 0 3 0,-2-2 0 15,2 1 4-15,-2 0 12 0,1 1 6 0,-3-2 2 0,3 0 2 0,-2 0 1 16,-3 0-2-16,3 0-9 0,-2 0-8 0,1 0 0 0,-2 0-3 16,1-2 0-16,1 2 6 0,-1-1 3 31,-1 1 1-31,2 0 1 0,-1 0 1 0,-1 0 1 16,3 0-8-16,-2 1-2 0,1 1-1 0,2-2-1 15,0 2-2-15,-4-1 0 0,5 0 0 0,-2 1-2 0,-1-1 1 16,3-1 1-16,-3 2-2 0,1-1 1 15,1 0-1-15,2-1 2 0,-1 2-3 0,-2-2-1 16,4 0 1-16,-1-2 0 0,0 2-1 0,0-1 1 0,0 0 1 16,-2-1-1-16,1-1 0 0,-1 2-1 15,0-2 1-15,1 0 0 0,-3 2-1 0,1-3 0 0,1 3 1 0,-2-2 0 16,2 1-1-16,0 1-2 0,-1-1 2 16,1-2-1-16,-2 4 0 0,1-2 0 0,0 2 1 15,1-3 0-15,-3 0-3 0,3 2 3 16,-1-1 0-16,0 0 0 0,0 1-1 0,-1 0 1 15,0-3-1-15,2 3 0 0,0 0 0 0,-4-1 0 0,4 0 1 16,-4 1-2 0,4 0 2-16,-4-1 0 0,4 2 1 15,-1 0-1-15,0-1 1 0,-1 1 0 0,1 0 1 16,0 0-2-16,0 0 0 0,-1 1 0 0,0-1-1 16,2 2 1-16,-2-1-1 0,-1 0 2 0,2 1-1 15,-1 1 1-15,2-2 0 0,-4 3-1 16,3-2-1-16,-2 2 1 0,2-2 0 0,-3 0 0 0,0 1-1 15,3-3 1-15,-4 2 0 0,2-2-1 0,-2-2-1 16,0 2 0-16,0-3 1 0,2 1-1 0,-4 0-1 16,0 0 1-16,2-1-2 0,-3 2-2 0,1-3-12 15,-1 3-23-15,-2 0-37 0,-3-1-60 0,3 2-57 16,-3 0-80-16,0 0-121 0,-3-2-152 0,2 2-252 16,-3 2-221-16,1-2-212 0,2 2-37 0,-4-2 340 15,0 0 458 1</inkml:trace>
  <inkml:trace contextRef="#ctx0" brushRef="#br1" timeOffset="33879.43">22034 17548 28 0,'4'-7'272'16,"-1"1"161"-16,1-2 159 0,-3 2 8 15,1 0-114-15,0 2-53 0,-2-1 33 0,1 3 26 16,-1 0-5-16,0-1-42 16,0 3-80-16,0 0-66 0,0 3-53 0,0 3-34 15,0 1-3-15,0 4-4 0,-1 0-6 16,1 3-11-16,0 2-27 0,-2 1-33 16,0 4-49-16,2 0-29 0,0 2-22 0,-1 1-16 15,1 1-11-15,-4 1-5 0,4-1 2 0,-1 0 2 16,-1 0 1-16,2-3-2 0,0-1 0 0,-1-1-2 15,1-2 1-15,0-2-2 0,0-1-1 0,0-3-3 0,0 2-9 16,0-5-35-16,1 0-51 0,-1-2-47 0,0-1-88 16,2-3-129-16,-2-1-169 0,1-4-239 0,1-1-237 15,0-3-220-15,-1-1 10 0,4-4 342 16,-2-2 435-16</inkml:trace>
  <inkml:trace contextRef="#ctx0" brushRef="#br1" timeOffset="34095.94">22213 17583 11 0,'4'-10'385'16,"1"1"360"-16,-5 1 287 0,0 3 69 0,0 2-322 15,-5 2-223-15,5 2-158 0,-3 2-114 0,0 5-79 16,1 0-64-16,-1 5-50 0,0 2-31 0,1 2-22 16,-1 2-14-16,0 6-13 0,0-1 1 0,1 2-2 15,-1 2-3-15,0 0-3 0,3 2-4 0,-1-1 2 16,2-3-9-16,-1-2-11 0,2-3-24 0,-1-5-69 15,2-2-86-15,-1-2-113 0,-2-4-130 0,1-2-220 16,-1-5-262-16,0-1-118 0,-1-3 63 0,-4-4 266 16,2-3 315-16</inkml:trace>
  <inkml:trace contextRef="#ctx0" brushRef="#br1" timeOffset="34346.14">21991 17445 277 0,'-2'-3'565'0,"-1"-1"219"0,3 2 116 16,2 0-176-16,-1 1-156 0,4-2-99 15,3 2-80-15,0-3-41 0,2 2-47 0,-1-2-80 16,7 2-59-16,-3-2-42 0,5 0-29 0,2 1-23 16,-2-2-15-16,4-1-16 0,-1 2-11 0,5-1-14 15,-3-1-4-15,2 2 1 0,0-2-7 0,-2 3-2 16,1-2-6-16,-1 4 1 0,-1-1-2 0,-1 2 1 15,-1 2-1-15,-1 2-19 0,-3 1-22 0,0 1-69 0,-3 1-127 0,-2 2-190 16,-2 3-291-16,-1-3-259 16,-1 2-225-16,-1 2 20 0,0 1 397 0</inkml:trace>
  <inkml:trace contextRef="#ctx0" brushRef="#br1" timeOffset="35397.19">22866 17662 87 0,'0'3'538'16,"-4"-1"414"-16,1-1 212 0,0-1-40 0,0 2-438 15,0-4-205-15,-1 2-150 0,3 0-84 16,-3 0-55-16,4 0-40 0,-1 0-24 0,-1 0-30 15,2 0-26-15,-1 0-32 0,1 0-16 0,1 0-16 16,-1 0-12-16,3 0 0 0,1 0-5 0,1 0-2 16,-2 0-29-16,2 2-24 0,-1-2-45 0,2 0-94 15,1 1-156-15,-2 1-261 0,3-2-257 0,-4 3-245 16,6-2-121-16,-6 2 229 0,4-2 477 0</inkml:trace>
  <inkml:trace contextRef="#ctx0" brushRef="#br1" timeOffset="36296.87">23362 17580 257 0,'-3'-3'479'16,"0"0"205"-16,1 2 96 0,1-1-210 16,-3 2-126-16,4 2-45 0,-1-1-23 0,1 2-10 0,0 1-25 0,-4 2-49 0,4 2-48 31,-1 2-54-31,1 1-39 0,0 4-27 0,1 3 5 16,3 1 22-16,-1 6 14 0,2 1 6 0,2 3-9 15,0-1-19-15,-1 1-33 0,2-3-36 0,1-1-30 16,3-2-17-16,0-4-11 0,2-5-5 0,-1-2-1 15,4-2-2-15,-1-7 2 0,2-2-4 0,-2-5-1 16,1-4-2-16,-1-4 0 0,1-3 2 0,-1-3-5 16,-2-4 0-16,-3-2 0 0,3-3-4 0,-6-2-2 15,0 1-2-15,-2 0 22 0,-1 0 12 0,-3 3 7 16,-4 3 3-16,-3 0 4 0,-4 2 0 16,1 3-17-16,-5 2-10 0,-1 0-5 0,-2 4-3 15,-1 0-2-15,-2 5 0 0,3 1-2 0,-2 2-2 0,-2 3 0 0,3 1 1 16,1 2 0-16,-1 3-2 0,2 0 1 0,1 2 1 15,1 1 0-15,1 2 0 0,4 1-1 0,2-1 0 16,-1 4 0-16,1-2-2 0,3 4-1 16,2 0 1-1,2-1 0-15,1 2-5 0,-1 0-40 0,5-1-49 16,-1 1-45-16,2-2-56 0,1-1-87 0,1-1-140 16,-1 0-125-16,1-3-204 0,-1 0-237 0,5-1-200 15,0-1 17-15,1-1 349 0,-2-1 406 0</inkml:trace>
  <inkml:trace contextRef="#ctx0" brushRef="#br1" timeOffset="36576.15">23841 17974 4 0,'2'0'475'0,"-1"2"477"0,-1-2 262 0,-1 0-43 16,1-2-346-1,0 2-286-15,-2 0-175 0,2-1-84 0,-2 1-46 16,2-2-34-16,-1 1-27 0,-1-1-29 0,2-1-43 16,0 2-41-16,2-1-31 0,-1 1-15 0,1-1-10 15,1 1-6-15,0-1-9 0,3 1-40 0,-1 1-41 16,0 0-44-16,1-1-102 0,-1-1-149 0,2 2-247 15,0-2-259-15,1 1-235 0,0 0-175 0,3-1 199 16,0 0 474-16</inkml:trace>
  <inkml:trace contextRef="#ctx0" brushRef="#br1" timeOffset="38727.75">25858 16931 343 0,'-1'0'664'0,"1"0"243"15,0 0 57-15,0 0-270 0,1 0-185 0,2 2-117 0,2 0-85 0,0-1-48 16,2 0-27-16,-1-1-52 0,5 2-57 16,-2 0-44-16,4-1-33 0,0 0-16 0,-1 1-11 0,4-2-7 15,-2 2-4-15,0-2-4 0,1 1-2 0,0-1-2 16,-2 0-2-16,0 1-1 0,-1 4-5 0,-3-3-22 15,0 1-58-15,-5 1-100 0,0 1-137 0,-4 1-210 16,0 0-286-16,-4 1-232 0,0 4-77 0,-2-3 215 16,-4 2 386-16</inkml:trace>
  <inkml:trace contextRef="#ctx0" brushRef="#br1" timeOffset="38895.15">25884 17113 168 0,'-2'6'464'15,"-1"0"227"-15,3 0 124 0,0 3-138 16,0-1-246-16,3 0-145 0,3 2-88 0,1-2-49 0,1 2-29 16,0-2-37-16,2 2-31 0,3-1-23 0,5-2-13 15,-2 2-7-15,2-1-34 0,2 0-87 0,2 3-132 16,0-3-292-16,1 3-209 0,1 0-126 0,2 3 43 16,-3-1 252-16</inkml:trace>
  <inkml:trace contextRef="#ctx0" brushRef="#br1" timeOffset="104970.25">24243 17567 37 0,'-4'0'336'0,"0"-4"235"16,-1 3 204-16,-2-1 57 15,3 1-178-15,-1 1-124 0,0 0-74 0,2 0-52 16,-2 0-60-16,-1 0-72 0,0 0-67 0,1 0-62 16,0 0-35-16,2 0-17 0,0 0 4 0,1 0 6 15,1 1 16-15,1 1 7 0,0-2-11 0,0 0-17 0,0 1-22 16,0-1-22-16,0 1-25 0,1-1-16 16,1 3-3-16,1-3-1 0,0 2-3 0,1 0 0 0,0 1 1 15,4 0 6-15,-2 1 1 0,2 2 0 16,2 0 34-16,1 0 20 0,-2 3 8 0,1 0 1 0,-1 3 0 15,-1-2-2-15,0 3-20 0,0 0-15 0,-2 1-4 16,-1 2-3-16,-2-1 0 0,-1 2 0 0,-1 1-6 16,-2-2-2-16,-1 2-3 0,1 1-4 0,-3-3-4 31,0 0-4-31,-2 1-2 0,-1-2 0 0,2 0-2 16,1-2-1-16,-3-2 0 0,0-1-3 0,2-3-2 15,-2 1-1-15,3-3-3 0,-1-5 0 16,-2 0-3-16,1-2-7 0,2-5-33 0,-3-3-66 0,2 0-60 15,0-6-105-15,1-1-161 0,-4-4-270 0,3-1-291 16,2-2-215-16,2-2-160 0,-3 1 209 16,4-1 523-16</inkml:trace>
  <inkml:trace contextRef="#ctx0" brushRef="#br1" timeOffset="105220.45">24141 17445 32 0,'-5'1'501'16,"1"2"426"-16,-2 0 233 0,1 0-29 0,2 0-355 0,-1 0-291 0,3-2-172 16,1 3-76-16,1-3-38 0,3 0-8 0,1 1-3 0,1-2-9 15,1 0-23-15,3 0-27 0,-2-2-24 0,4 0-36 32,0-2-26-32,2 0-18 0,-1 1-9 0,-1-1-9 0,1-1-7 15,0 2 0-15,1 0-4 0,-3 0 0 16,2 2-3-16,-3-1 1 0,2 2-1 0,0 0-12 15,-2 0-50-15,-1 3-41 0,1-2-44 0,1 4-88 16,-3-2-147-16,0 2-196 0,-1-1-244 0,1 1-232 16,-1 1-188-16,-1 0 104 0,1 1 432 15</inkml:trace>
  <inkml:trace contextRef="#ctx0" brushRef="#br1" timeOffset="105635.91">24571 17492 49 0,'4'-3'377'0,"0"3"254"0,0-1 198 0,-1 0 36 15,0-1-195-15,3 1-136 0,-1 1-90 0,0 0-63 0,-1-3-57 16,1 3-70-16,2 3-72 0,0-3-54 0,0 3-13 16,-1-1 16-16,0 1 32 0,2 4 24 15,-3 0 10-15,0 2-5 0,-1 2-27 0,0 0-29 16,-3 3-38-16,-1 2-25 0,2 0-19 0,-2 2-11 0,-2 1-8 16,2 3-7-16,-1 1-4 0,-3 3-4 15,3 0-4-15,-2 2-4 0,1-1-5 0,-1 0-7 16,1 0 0-16,-1-2-2 0,0-2 0 0,2-1-1 15,1-2 0-15,-2-2 6 0,2-3-5 0,-2-2-3 0,2-2-4 16,0-4-16-16,-1 0-32 0,-1-2-53 16,2-2-49-16,-1-3-50 0,-1-2-77 0,-1 0-118 0,0-6-138 31,-1 1-190-31,1-2-233 0,2-3-217 0,-3 1-42 16,2-2 324-16,-2-2 432 0</inkml:trace>
  <inkml:trace contextRef="#ctx0" brushRef="#br1" timeOffset="105937.87">24476 17754 189 0,'0'1'435'0,"-1"0"191"0,1-1 132 0,1 2-152 0,3-2-95 15,-1 0-52-15,3 2-19 0,1-2-13 0,2-2-34 0,0 2-78 16,1-3-72-16,4 2-61 0,1-2-44 0,-2 0-31 16,4-2-15-1,0 2-11-15,-3-1-12 0,2-1-10 16,-2 1-19-16,3 0-17 0,-2 0-12 0,0 2-1 16,-2-2-7-16,0 3-10 0,-2-2-5 0,-1 3 2 15,0-3-25-15,-2 6-31 0,0-3-68 0,-3 1-137 16,0 1-194-16,-1 0-294 0,-1 1-257 0,1-1-216 15,-3 0 54-15,3 1 438 0</inkml:trace>
  <inkml:trace contextRef="#ctx0" brushRef="#br1" timeOffset="107468.51">27063 17356 94 0,'2'2'398'0,"-4"-1"231"16,2-1 156-16,-2 0-59 0,2-1-201 0,2-1-103 16,0 0-23-16,-1-2-13 15,1 2-14-15,0-4-34 0,1 1-53 16,-2-1-60-16,4-1-26 0,0 0 0 0,2-2 22 16,-2-1-1-16,3-1-4 0,0-2-18 0,2-2-32 15,1-1-37-15,-2-1-39 0,5-1-19 0,-1-3-14 16,3-2-6-16,-2-1-7 0,3 1-4 0,0-3-6 15,0 0-3-15,-1-1-5 0,1 0 0 0,1 0 0 16,-1-1-1-16,-3 2 0 0,3 1-1 0,-1-1-1 16,-3 2-1-16,0 3 0 0,-3 2-1 0,-2 1 1 15,1 4 1-15,-5 2 3 0,2 3 1 0,-3 2-3 16,1 1-2-16,-4 1-4 0,0 3-4 0,0 2-6 16,0 0-3-16,-2 1-3 0,0 4-1 0,-1 1 1 15,2 2-1-15,1 1 1 0,-3 3 0 0,1 1 0 16,2 1 1-16,0 3 0 0,0-1-2 0,0 2 1 0,0 2 0 15,0-1 1-15,2 2 0 0,-2 1-1 16,0 2 1-16,0-3-1 0,0 3-1 0,-2 1 0 16,2-3-1-16,-1 2-1 0,-1-1 0 0,1 1 1 15,-3-2-1 1,3-1 0-16,-3 2 0 0,1-2 0 16,0-1-1-16,0 2 0 0,0-1-1 0,-3-2 0 15,1 0-1-15,0 0-2 0,0-4-9 0,2 1-11 16,0-4-16-16,-2 0-25 0,1-3-48 0,0-1-74 0,1-2-78 15,0-4-138-15,1 0-211 0,-1-2-310 16,3-2-283-16,0 0-196 0,0-4-4 0,2 1 487 0</inkml:trace>
  <inkml:trace contextRef="#ctx0" brushRef="#br1" timeOffset="109553.04">27983 16763 357 0,'2'-4'707'0,"-4"-1"282"15,1-1 111-15,-1 2-268 0,-1 0-260 16,-1 2-155-16,0 1-77 0,-1-1-32 0,-1 4-35 16,0-2-17-16,-3 3-12 0,0 0-24 0,1 2-32 15,-2-1-42-15,-2 2-37 0,0-1-37 0,-1 2-25 16,4 0-13-16,-4 2-7 15,0 1-5-15,4-2-2 0,1 1-2 0,-1 1-1 0,2 0-2 0,2-1-5 16,0 0-4-16,4 1-3 0,-1 1-1 0,4-2 2 16,-1 3-1-16,3-1-1 0,-1 0 2 0,2 0-2 31,3-1 2-31,-1 2-2 0,1 2 0 0,4-2 0 16,0 1-1-16,1 2 0 0,0 1 0 0,2 1 0 15,0 0 1-15,-1 1-1 0,-1 3 2 0,2-3 1 16,-4 3 0-16,3 0-2 0,-3-2 1 0,-2 3 0 15,0-1-2-15,-1 1 0 0,-3-1 6 0,-1 0 4 16,-2 0 0-16,-2 1 2 0,-2-2 0 0,1-1-2 16,-2 1-5-16,-2-4-4 0,-3 2-2 0,0-4 0 15,2-1-1-15,-2-2 0 0,-2-2-2 0,-1-3 0 16,3-4 0-16,-1 0-3 16,-4-4-7-16,2-4-26 0,-1-1-55 0,-1-3-62 0,0-5-81 0,-1-2-140 15,-1-3-216-15,2 0-301 0,0-3-241 0,0 2-210 0,0-6 13 16,2 0 454-16</inkml:trace>
  <inkml:trace contextRef="#ctx0" brushRef="#br1" timeOffset="109836.15">27767 16734 100 0,'8'-5'585'0,"-4"0"377"0,3 2 183 16,1-2-29-16,3 1-404 0,-2 0-240 0,7 0-83 0,0-1-10 0,3 1-35 16,0-1-53-16,1-1-35 0,2 2-48 15,-1-2-60-15,5 0-58 0,-3 0-36 0,1 0-18 16,1 1-14-16,-3 2-9 0,4-2-5 0,-4 3-5 16,1 0-3-16,-3 0-2 0,0 2-2 0,0 0-4 15,-4 2-24-15,1 0-70 0,-4 3-63 0,0-2-119 16,-5 4-182-16,0 0-316 15,-3 4-319-15,-2-1-212 0,2 1-120 0,-3 2 358 0,2 1 565 16</inkml:trace>
  <inkml:trace contextRef="#ctx0" brushRef="#br1" timeOffset="112952.33">28875 17406 16 0,'2'3'375'0,"-1"-2"291"0,-1 1 206 0,0-2 51 0,0 0-289 15,0 0-190-15,2-2-63 0,-2 1-50 0,1-2-30 16,-1-2-23-16,4-1-48 0,-1-2-50 0,2-2-28 15,-1 0 3-15,6-5 24 0,-2 0 19 0,1-2 8 16,2-1-11-16,-1-1-34 0,1 1-30 0,0-2-38 16,-2 4-28-16,-1 0-18 0,0 3-9 15,-2 1-2-15,-1 3-4 0,-2 3 0 0,1 0-2 0,-1 1-7 32,-3 4-2-32,0 1-3 0,0 0-6 0,-2 3-5 15,1 1-3-15,-1 4-1 0,0 1-1 0,1 2-1 16,-3 2-1-16,3 2 0 0,-1 2 0 0,1 1 0 15,1 2 0-15,0 0 0 0,0 1 0 0,0-1 3 16,0 1 4-16,1-3 1 0,2 0 2 0,2-3-2 16,-1-2 0-16,0-2-4 0,3-2-3 0,0-3-1 15,0-5-1-15,1 1 1 0,1-5 1 0,1-2 1 16,1-4 0-16,-2-3-1 0,5-3 1 0,-2-3-2 16,2-1 1-16,-2-2-1 0,1-2 0 0,1 0 1 0,-2 1 0 15,-2 3 0-15,-2 1 2 0,0 2 0 0,-3 5 1 16,-2 2-1-16,2 2 0 0,-4 1-1 0,1 2-1 15,-1 4-1-15,-1 4 0 0,-1 2 0 16,-1 2 0-16,2 3 0 0,0 2 0 0,0 5 1 0,0-3 1 16,2 4-3-16,-1 1-1 0,3 3 1 15,-1 0 0-15,0-1 0 0,2 0-2 0,0 1 1 0,2-1 1 32,0-3-1-32,-1 0 0 0,1-2-1 0,2-6-3 15,2 1 0-15,0-3-12 0,0-3-33 0,0-1-68 16,1-5-66-16,0-4-94 0,-3 0-163 0,1-3-246 15,-1-2-292-15,1-3-217 0,0 1-169 0,0-4 128 16,2 2 516-16</inkml:trace>
  <inkml:trace contextRef="#ctx0" brushRef="#br1" timeOffset="114319.13">29637 17513 53 0,'4'-1'343'0,"-2"-2"209"0,-2 2 157 0,2-2-19 15,0-2-202-15,1 1-112 0,0 0-33 0,2-1 6 16,-2-3 14-16,2 2-8 0,0-1-38 0,1-1-50 15,-2 1-54-15,3-2-46 0,-2 0-28 0,1-1 3 16,2 0 25-16,-2 1 17 0,0-4 15 0,3-1-1 16,-3 2-19-16,1-1-27 0,2-2-37 0,-3 1-27 31,0-1-24-31,3 0-16 0,-2 1-9 0,-1 0-5 16,1-2-4-16,0 3-6 0,0 0-5 0,-1 1-1 15,1 0 1-15,-3 0-4 0,2 4-3 0,-2-3 1 16,0 3 0-16,0 0-1 0,-1 1-1 0,-2 2-4 15,3 1 1-15,-3 1-2 0,-1 0-3 0,2 0-1 16,-1 1 1-16,-1 1-1 0,2 0 0 0,-2 1 1 16,2 0 0-16,-2 1 3 0,1 2 3 0,2 0 3 15,-1 1 2-15,-2 2-1 0,3 2 1 0,-3 0-5 16,1 3-3-16,-1 1-3 0,4 1 0 0,-3 1-1 16,1 0-1-16,-1 2 1 0,3 2 1 0,-3-3-2 15,3 3-1-15,-1 0 0 0,3 0-1 0,-3 1 0 16,0-3 0-16,2 0 0 0,0-1-1 0,0 0 1 15,-1-2-1-15,2-1 2 0,-1-3 0 0,0 1-1 16,0-3 1-16,0-1 0 0,-1-1 0 0,2-1 0 16,-3-2 0-16,2-1 0 0,0-1 1 0,0-1-1 15,0-1 0-15,-2-2 0 0,3-1 0 0,-1-1 0 32,0-1 2-32,-1-4-1 0,3 1 1 0,-2 0-1 15,1-3 0-15,-2 0 0 0,3-1-1 0,-2 0 1 16,-1 1-1-16,1 1 1 0,1 0-1 0,-3 2 1 0,1 2-1 15,-1 1-1-15,-2 1 2 0,-1 1-1 0,4 2 1 16,-4 0 0-16,1 2 1 0,-1 1-1 0,0 0 0 16,2 1-1-16,0 1 0 0,-2 0 1 0,1 3-1 15,1 1 3-15,-1 1 2 0,-1 3 3 0,5 0 1 16,-4 1 0-16,1 1 2 0,-1 2-3 0,3 0 0 16,0 1-4-16,0-1-1 0,-1 3 1 0,2-4-1 0,-1 2 0 15,1-2-2-15,-2-1 1 0,0 0 0 0,4-1-1 16,-2-4-1-16,-1-1 0 0,5 0 0 0,-2-3-1 15,-1-1 2-15,2-1-1 0,1-2 0 0,0-2 1 16,-3-2 0-16,2-1 2 0,3-3-1 0,-3 1-1 16,1-5 1-16,4-2-1 0,-4-1 1 0,3-1-1 0,0-1 0 31,-1 0 1-31,2 0 1 0,-4 0-1 0,3 1 1 16,-2 4-1-16,-2-2-1 0,-1 3 0 0,-1 3 0 15,-1 2-1-15,-1 1 0 0,-1 0 1 0,1 5 1 16,-3-1-1-16,3 2 0 0,-1 3 0 0,-3 0 0 15,1 3 1-15,3-1-2 0,-1 5 1 0,-2-2 4 0,4 3 2 16,-4 1 2-16,2-1-1 0,1 1-1 0,-1 1 2 16,2-1-4-16,-2 0-3 0,0 3 0 0,0-4-2 15,3 1 0-15,-2-2-1 0,0 2-1 0,0 0-2 16,-1-1-1-16,0-2-1 0,0 2 0 0,0-1-5 16,2-1-12-16,0-2-16 0,-2 2-37 0,2-3-69 15,-2 2-68-15,-2-4-116 0,3 0-175 0,-1 1-302 16,0-3-299-16,3 1-213 0,-1-2-146 0,0 1 316 0,-1-4 586 15</inkml:trace>
  <inkml:trace contextRef="#ctx0" brushRef="#br1" timeOffset="121100.16">20677 15606 49 0,'-3'6'375'16,"-2"-2"261"-16,-1 4 226 0,1-2 70 16,-1 2-225-16,0 2-149 0,3-2-98 15,-2 2-71-15,1 1-51 0,1 2-49 0,0 1-30 16,1 0-12-16,1 3-7 0,-1 2-19 0,1 1-27 15,-1 2-30-15,-1 3-40 0,0 2-40 0,2 2-29 16,-3 3-10-16,-1 2-4 0,2 2-10 0,-2 2-4 16,1 1-3-16,-4 3-1 0,3 2-9 0,0-1 1 15,-1 1-1-15,1 0 2 0,0 1-1 0,-1 0-1 16,2 0 1-16,-3-1-1 0,2 1 0 16,0-2-1-16,1 1 2 0,-4-1 0 0,3 1 3 0,1-3 0 15,-5 2-2-15,5-1-1 0,-5 1-1 0,1-2 0 16,1 2-4-16,-4 0-3 0,3 0-3 0,0 1 0 15,-1-3-2 1,-2 2 0-16,1 0-2 0,1-1-1 0,-2 0 0 0,1-2-2 0,2 1 0 0,-1-1 0 16,1-1 2-16,2 0 1 0,-1-1 2 0,2 1 0 15,-2 0 2-15,2-2 0 0,0 2 0 0,0-2-1 16,0 3-1 0,2-3 0-16,-3-1-1 0,3 0-1 15,-2-1 0-15,2-1-2 0,-2-1 0 0,0 0 0 16,2-1 0-16,-3 1-1 0,2-2 0 0,-3 1 0 15,1-1 0-15,1-3 0 0,-3 1 2 0,4-2-1 0,-3-1 2 16,2-1-1-16,4-3 2 0,-3-1-1 16,1-1 1-16,3 0-1 0,0-2 2 0,0-2-1 0,0 0-1 15,0-1 0-15,3-3 0 0,1 1 1 0,-3-1-6 16,2 1-2-16,2-2-1 0,-1 1-1 0,0-2-1 16,1 0-2-16,-1 1 5 0,1-1 3 0,0 1 1 0,0 0 1 0,0-2 1 15,1 0 0-15,0-2 1 0,1 0 0 0,-3 1 0 16,4-2 1-16,0-1-1 0,0 1 1 0,-2-1-2 15,2 1 0-15,2-2 0 0,-2-1 0 0,1 1 0 16,0 1-1-16,1 0 1 0,0-3 1 0,-1 3 0 16,4-1 1-16,-2-1-1 0,1 1 6 0,1 1 3 15,3-2 1 1,-3 0 1-16,1-2 1 0,3 3 3 16,0-3-4-16,-1 1-1 0,3-2 0 0,0 0-1 15,0 0 0-15,3 0-4 0,-2-2-2 0,1 2-1 16,3 0-1-16,0 0 2 0,-2 0-1 0,3 0 2 0,1 0 1 15,0 0-1-15,1 2 1 0,3-2-1 16,0 0 0-16,0 0 1 0,4 2-6 0,-3-2-3 0,6 0-2 16,-2 0-2-16,-1 0 1 0,1 0-2 0,0-2 9 15,3 2 6-15,-2 0 2 0,1 0 1 0,-1 0-1 16,0 2 1-16,2-2-5 0,-2 0-3 0,1 3 0 16,-1-2 0-16,-1-1-1 0,2 1 3 0,0 0 0 0,1 2-1 15,-1-3 0-15,2 0-1 0,2 2 1 0,-1-2-2 16,1 2-4-16,1-2 2 0,0 0 1 0,-1-2 1 15,1 2 0-15,1 0 0 16,-1-2 4-16,-2 2-3 0,2 0-2 0,-3 0-1 0,4 0-1 0,-5-3 0 0,1 2 1 16,1 0 2-16,-1 1 3 0,1-1 0 15,0-2 2 1,2 1-2-16,-1 2 0 0,2-2-1 0,0 1-6 16,1-1-3-16,0 0 2 0,1 1 2 0,-2-2 2 15,-1 2 0-15,1-2 6 0,1-1 1 0,-1 3-4 16,-1-2-2-16,-1 0-1 0,1 0 0 0,0 0 0 15,-1 0 1-15,0 1 0 0,3-2 2 0,-1 1 1 0,1 0-1 16,1-1-3-16,-1-1-4 0,5 1 4 0,-2 0 1 16,1-1 0-16,1-1 0 0,-1 4 5 0,0-4 1 15,0 3-4-15,-1 0-1 0,-1 0-3 0,2 0-1 16,-1 2 3-16,-3-1 0 0,2 0 1 0,2 1 0 16,0 0 1-16,-2-1 0 0,3 2-4 0,-1-1-4 0,2 1-1 0,-2 0-3 15,1 0 6-15,0 0 2 0,-3 0 4 0,1 1 4 16,-1 1 2-16,0-1-1 0,-2 2-4 15,-1 0-2-15,1-2 0 0,-3 3 0 0,2 0 0 16,-4-1 2-16,3 3 0 0,0-4 0 0,-1 4-6 0,1-1-4 16,2 1-2-16,-3-2 0 0,2 2-2 0,-3 0 0 15,2 0 5-15,-3 0 2 16,2 1 7-16,-3-1 4 0,0 0 1 0,0 0 0 0,2-1 1 0,-2 1-2 31,-2-1-5-31,1-1-1 0,2-1-1 0,-4 1 0 16,3-1 0-16,0-1 2 0,0-1 1 0,2 1 0 15,0-1-1-15,1-1 1 0,2 0-6 0,0 0-2 16,1 0 3-16,0 2 0 0,-1-2 1 0,1 1 0 0,-3-1 5 16,3 2 1-16,-1 0-4 0,-1-1-1 0,-2 2-2 15,2-2 1-15,-3 2 0 0,4-2 0 0,-5 2 2 16,1 1 1-16,3-2 1 0,-2 2 0 0,2-1 0 16,-1 0-1-16,1-1 0 0,1 0-2 0,1 1 0 15,-3-1 0-15,2 0 0 0,0 2 0 0,-2-3 0 0,0 3 0 16,2-4 0-16,-4 4-1 0,1-2 0 0,1 0 1 15,-5 0 1-15,2-1 2 16,0 1 0-16,-2 1-1 0,2-2 1 0,0 1 2 0,1-1-2 0,1 2 0 0,0-3 0 16,0 2 0-16,2 0 0 0,-1-2-1 0,1 0 0 31,-2 1 0-31,2-1-2 0,-3 0 0 0,4 1-1 16,-5-1 0-16,0 0-1 0,0 2-1 0,1-2 0 15,-3 0 1-15,1 1 0 0,-2 1 2 0,0-1 0 0,-2 0 1 16,2 1 0-16,1-1 1 0,-2 1 1 0,1-2 0 15,0 2-1-15,2-1 0 0,-1-1 0 0,2 0-1 16,0 1 0-16,-3-1-1 0,3 0 1 0,-3 0-1 16,-1 0-1-16,2 0 0 0,-1 0-1 0,-2 2 0 0,1-2 1 15,1 2 0-15,-4-2 0 0,2 1-1 0,-1 1 1 16,0-1-2-16,-2 2 2 0,1-2 0 0,-1 2 2 16,0 1 0-16,2-4 2 0,0 5 0 0,-1-4-1 15,1 1-1-15,0-2 0 0,1 3 1 0,0-3-1 16,0 0-5-16,2 0-3 0,-1-3-1 0,0 3 4 15,-1 0 0-15,0-1 2 0,0 1 7 0,1 0 2 16,-3-1 1-16,1 1-5 0,0 0-2 0,-2-1-1 0,1 1-1 16,-1-3 0-16,0 1-1 0,0 2 1 0,-1 0 2 15,-1-2-1-15,1 0 1 16,-3 1 1-16,4-2-1 0,-1 2 0 0,-2-1-4 16,0 1-2-16,1-2-2 0,2-1-1 15,-1 3 0-15,1-2-2 0,-2 1 5 0,2-1 3 16,-1 1 1-16,1-1 1 0,-3-1 0 0,1 0 0 15,-1 1 0-15,0 0 0 0,-2 0 0 0,2 0-1 0,-2 0-1 16,-1 2 2-16,1 0-1 0,-2 1 6 0,0 0 2 16,-1 0 3-16,0 0 0 0,-2 0 0 0,2 0-2 0,-2 0-5 15,-1 1-1-15,2-1-2 0,-4 1 0 0,2-1 0 16,1 2 3-16,-2-2-2 0,3 1 1 0,-3-1-5 0,2 0-3 16,0 0-2-16,-1 0 0 0,3-1 0 0,0-1-1 15,-1 1 4-15,0 0 3 0,2-3 1 0,-1 2 0 16,1-1 1-16,0 2 0 0,1-1 0 0,-2-3 0 0,0 3 0 15,0-3 0-15,0 0 0 16,0 0 0-16,-2-1 0 0,-2 0 0 0,2 0 0 0,0-1 0 0,-1-1 0 16,-1 0 2-16,-1-2-2 0,-1 1 0 0,-1-1 0 0,0-1 0 15,0 1 0-15,-3-1 0 0,2-1 1 0,-3 1-1 16,0 1 2-16,0-3-2 0,-3-1 0 0,0-1-1 16,1 2 0-16,-3-5 6 0,1 3 1 0,-1-3 2 0,1-1 2 15,-1-2-2-15,-3 0 1 16,2-1-5-16,-2-1-3 15,-2-3 0-15,3 2-1 0,-3-4 0 0,-1 1 1 0,2 1 1 16,-2-4 2-16,0 1-6 0,-2 0-3 0,2-2-2 16,-1 0 0-16,-1 1-1 0,-1-2-2 0,1 2 5 15,-1 0 3-15,0 0 1 0,0 0 0 0,-2 0 5 0,4 2 4 16,-2-1 1-16,-1 1 0 0,3-1 0 0,1 0 0 16,-2 3-5-16,2-5-4 0,2 3-1 0,-1-1-1 15,1-2 1-15,3 1 1 0,-4-3 1 0,7 2 1 16,-3-2-1-16,1-2 2 0,1-1-1 0,-1 0-2 15,3 1 1-15,-2-2-2 0,1 1 1 0,1 0-1 16,-1 2-1-16,0 1 2 0,0-2-1 0,-1 2 0 16,0 0 1-16,-1 2-1 0,1-1-1 0,1 3 0 15,1-2 1-15,-3 1-1 0,2 2 0 16,0-1 2-16,0 3 1 0,-2 1 1 16,1-2 1-16,-2 4-1 0,-1-2 2 15,1 1-3-15,-2 2 0 0,-2-2 0 0,3 2 1 0,-3 0-1 16,1 3 0-16,-2-3 1 0,0 4-1 0,0 0-1 15,-2 3 0-15,1-2 0 0,-1 4 0 0,-1 0 0 16,1 3 0-16,-1-1 0 0,0 2 0 0,0 1 0 16,2 0 0-16,-3 0-1 0,3-1 1 0,-3 3-1 15,3-1 0-15,1-1 0 0,-3 0 1 0,3 0-1 0,-2 1 1 16,2-3 0-16,0 1-1 0,2 1 1 0,-2-3 0 16,0 0-1-16,3 0 0 0,-3 3 0 0,1-3 0 15,-1 1 0-15,0 0 0 0,0 2 1 0,0-2-1 16,0 2 1-16,0 0 0 0,0-1 0 0,-1 1-1 15,1-2 1-15,-3 3-1 16,1-1 0-16,0 1 1 0,1-1 0 0,-2 1-1 0,-2 1 1 0,4-1-1 0,-3 2 0 16,0-1 0-16,0 0 1 0,0 0-1 15,0-3 1 1,1 5-2-16,-2-2 2 0,1 1-1 0,1-3 1 16,-2 2 0-16,0-1 0 0,0 0 1 0,0 0-1 15,0 0 1-15,-2 1-1 0,2-2 0 0,-1 2-1 16,-1-2 1-16,3 1 0 0,-4-1 0 0,2 3 1 0,-2-4 0 0,0 1 0 15,-1-1 0-15,0 2 1 0,0-2-1 16,-3 2 0-16,2-3 1 0,-1 3-1 0,-3-1 1 16,1 1-1-16,-1-1 1 0,-2 1-1 15,0 0 0-15,2-1 0 0,-3 2 0 0,-1-1 0 16,1 1 0-16,-1-1-1 0,-1 1 0 0,-1-1 1 16,1 1-2-16,-3-1 1 0,0 0 0 0,-2 0 0 0,1 1-1 15,-2 0 1-15,2-2-1 0,-2 2 0 16,-1-1-1-16,1 2 1 0,-1-1-1 0,0 2 1 0,-1-1-2 15,0 0 1-15,-1 1 0 0,1 0 0 0,-1 0 1 16,2-1 0-16,-1 0 2 0,-3 2-1 0,1-1 1 16,1 1 1-16,-2 0-1 0,-2-1 1 0,1 0-1 15,-3 2 0-15,1-3 0 16,0 3 0-16,-2-1 0 16,-1 2-1-16,0-3 1 0,-1 3-1 0,-1-2-1 15,2 2 0-15,-4-1-1 0,2 1-1 0,0-1 0 16,2 1 0-16,-3-1 0 0,2 0 1 0,2 1 1 15,-1-1 1-15,1 0 0 0,-1-1 2 0,0 0 0 16,1 0 1-16,-2-1-2 0,1 0 0 0,1-2 0 16,-1 2-1-16,0-1 0 0,-1-1 0 0,1 1 0 15,-2-1 0-15,1 0 0 0,0 1-1 16,-1-3 0-16,1 2 0 0,1 0 0 0,-1-1-1 16,0 1 1-16,2 0-1 0,-2 0 0 0,2-1 1 15,2 1 1-15,-2 2 0 0,2-2 1 0,-2 2 1 16,4-1-2-16,-4 1 1 0,1-1-1 15,0 2 0-15,3-1 1 0,-4 1-1 16,2 0 1-16,-1 0 0 0,-1 2-1 0,2-3 0 0,-2 3-1 0,-1-1 1 16,2-1 0-16,0 2 0 0,-1 1-1 15,1-2 0-15,0 1 0 0,3 0 0 0,-3-1-1 16,3 0 0 0,1 0 0-16,0-2 2 0,1 3 0 0,-1-3 0 15,4 2 1-15,-1 0 1 0,0-1-1 16,0 0 0-16,1 0 0 0,-1 0 0 0,2-1-1 15,-1 1 1-15,0-1 0 0,0 1-1 0,0 1 1 16,2-1-1-16,-3 0 0 0,4 0 0 0,-4 0 0 16,0 0 0-16,0 0 0 0,2 0 0 0,-2 1 0 15,2-1-1-15,-2 2 0 0,0-2 0 16,2 1 1-16,1 0 0 0,-3-1-1 0,2 2 1 0,-1 1-1 16,1 0-1-16,3 0 1 0,-4 0-1 0,1 0 2 15,2 0-1-15,-2 1 1 0,-1 2 1 0,4-3 1 16,-3 2-1-16,-1 0 0 0,0 0 1 15,0-1-1-15,2 2 1 0,-3-2-2 0,1 2 1 0,0 0 1 16,0 1-2-16,-1 0 0 0,0-1 1 16,1 0-1-16,-2 1 1 0,1-1-1 0,-1 0 1 15,-1 0-2-15,1 0 1 16,-2 0-1-16,1 0 1 16,1-1-2-16,-1 1 0 0,1-2 1 0,1 2 0 15,-2-1 0-15,2-2-1 0,1 2 1 0,-3 1 1 16,2-1 0-16,2-1 1 0,0 2 0 15,-1-1 1-15,3 0-1 0,-4 0 0 0,2-1 0 0,-2 2 1 16,2-2-2-16,1 2 1 0,-3 0-1 16,2 1 0-16,-1-3 1 0,0 2-1 0,0 1-1 15,1-1 1-15,-1 0 0 0,0 1 0 0,-1 0 0 16,0 0-1-16,0-1 1 0,0 0 0 0,2 2 0 16,-1-3 0-16,0 2-1 0,0-4 0 0,1 5 1 15,3-4 0-15,-4 0 0 0,1 0-1 0,3-1 1 16,-1 3-2-16,0-3 0 0,0 0 2 0,1 0-1 15,1 0 1-15,0-3 1 16,-1 2 0-16,0 1 1 0,3-1-1 0,-3 0 0 0,0-2-1 16,1 1 1-16,-2 0 0 0,-1 0 0 0,0 1 0 15,2 0 1-15,-2-1-1 0,-1-1 0 0,-2 3 0 16,2-1-1-16,-1-1 0 0,-4 1 1 0,2 1-1 31,-2-2 0-31,0 1-2 0,-2-1 1 0,0 2 0 16,1-1 0-16,-1 1-1 0,1-2 2 0,-4 0-1 0,4 1-1 15,-1 1 1-15,0-2 0 0,1 1 0 0,1-2 1 16,-2 2 0-16,0-1 2 0,2 1-1 0,-1 0 1 16,1-1-1-16,0-1 0 15,0 2-1-15,-2-1 1 0,2-1-1 0,0 1 1 16,0 1-1-16,1-1 0 0,-1 1 1 0,-2-2-1 16,2 3 0-16,-1-1-1 0,1-1 2 0,0 0-2 0,0 2 1 0,0-2 0 15,1 2-1-15,1 0 1 16,-1 0-1-16,1-3 0 0,1 3 0 0,-1 0 0 15,2 0 0-15,0 0 0 0,1 0 1 0,0 0 1 16,0 0-1-16,-2 3 3 0,4-3-1 16,-3 0 0-16,-1 0 0 0,4 2-1 0,-4-2 0 0,2 0-1 15,-2 2 1 1,3-2 0-16,-2 0-3 0,0 2 2 16,0-1 0-16,0 0 0 0,0 1 0 0,1-2 0 15,-4 1 0-15,2-1 0 0,1 2-1 16,-1-2 0-16,0 1 1 0,0-1-1 0,0 0 0 15,3 0 0-15,-3 0 1 0,2-1-2 0,-2 1 0 16,2-2 0-16,3 2 1 0,-4 0 0 0,1-1 1 16,2 1 1-16,-1 0 0 0,2 0-1 0,-4 0 2 15,4 0-1-15,-3 0 0 0,3 0 0 16,-2 0 0-16,0 0 0 0,1 0 0 0,-1 1 0 16,3-1 0-16,-2 2-1 0,-1-1 0 0,2-1 0 0,0 2 0 15,-2-1 0-15,1-1 0 0,0 2 0 16,-1 0 0-16,2-2 0 0,-1 1 0 0,0 0 0 15,0 1 0-15,-1 0 0 16,2-1-1-16,1 2 1 0,-1-2 0 0,0 1-1 0,3-1 0 0,-1 0 0 16,-2 1 1-16,2-1-2 0,0 1 1 0,0-2 1 31,0 2-2-31,-2-2 1 0,2 0 0 0,1 0 0 0,-2 0 1 0,-1 0 1 0,3 0 0 16,-3-2 1-16,0 2-1 0,-2-2 0 0,3 2 0 15,-2-1 0-15,-1 1 0 16,1 0 1-16,0 0-1 15,-2 0 0-15,1 1 0 0,-1 1 0 0,3 0-1 16,-4-2-1-16,1 1 0 0,2-1 1 16,-4 2 0-16,3-2-1 0,-2 0 1 0,0 1 0 0,0-1-1 15,1 0 0-15,2 0 0 0,-2 0 0 16,0 2 0-16,0-2 0 0,-2 1 1 0,2 1 0 16,3-1 0-16,-4 1 0 0,4-1-1 0,-3 2 1 0,4-2 0 0,-2 3-1 15,-1-2 1-15,2 1 0 16,1-2 2-16,1 0-1 0,-1 3 0 0,1-4 0 15,-1 2 0-15,2-2 0 0,2 2 0 0,-2-2 0 16,1 3 0-16,1-2 0 0,3-1-1 0,-4 2 0 16,4-2 0-16,-2 1 0 0,4-1 0 15,-2 0 0-15,2 0 0 0,-2 0 0 16,3 0 1-16,0-1-1 0,0 1 0 0,2 0-1 0,0-2 2 16,0 1-2-1,0-2 1-15,2 3 0 0,-1-2 0 16,-1 2 0-16,3-2 0 0,-2 2 1 0,1-4-1 15,0 3 0-15,2 0 1 0,-2-4-1 0,3 5 2 16,-1-4-2-16,2 2 1 0,-3 0 0 0,2 1 0 16,0-1 0-16,0-1-1 0,1 2 0 0,2-1 0 0,-3 1 0 0,1 1 0 15,1-3 1-15,-1 3-1 0,2-4 1 16,-5 3-1-16,3-1 0 16,-1 1 0-16,1 0 0 0,0-1 0 0,-2 1 0 15,3-2 0-15,-2 2 1 0,-2-1 0 0,1 0 0 16,0 1-1-16,-1 0 0 0,1-3 1 15,-3 3-1-15,4-1 0 0,-5 1 0 16,5-1 0-16,-3 1 0 0,-2-1 0 0,4 1 0 0,-3 1 0 0,2-1 0 16,-2-1 1-16,0 0 0 0,2 2-1 15,-2-2 0-15,-1 2 0 0,2-3 0 0,-1 2 0 16,3 0 0 0,-1 0 1-16,0 1 0 0,1 0-1 0,2-3 1 15,-2 3 0-15,4 0 0 0,-3-2-1 16,3 2 1-16,-1 0 0 0,0 0 0 0,-1 0 0 15,2 0 0-15,-2 0-1 0,1 0 0 0,-1 0 1 16,2 0 0-16,-3 0-1 0,1 2 0 0,2-2 0 16,-4 0 0-16,1 3 0 0,0-3 0 0,-1 0 0 15,1 1 0-15,-3 0 0 0,2 0 0 16,0 2 1-16,1-3 0 0,-2 2-1 0,3-2 1 0,-4 2-1 16,4-2 0-1,-2 0 0-15,0 2 0 0,2-2 0 0,-3 1-1 0,1-1 2 0,4 0-1 16,-4 0 0-16,2 0 0 0,-1 0 0 0,1 0 0 15,2 0 0-15,-1 0-1 0,-1 0 1 0,2 0 0 16,-1 1 0-16,0-1 0 0,2 2 0 0,-1-2 1 16,-1 0-1-16,2 1 0 0,0-1-1 15,-1 2 1-15,1-1 0 0,0-1 0 16,-2 3 0-16,2-1 1 0,-2 0 0 0,2-1 0 0,0 0 0 16,-1 1 0-16,-1 1-1 0,1 0 0 0,1-2 0 15,-4 2 0-15,3-2 0 0,-1 2 1 0,1 1-1 31,-3-3 1-31,2 2 0 0,0-1-1 0,0 1 1 16,1-2-1-16,-1 2 1 0,1-1-1 0,-1-1-1 16,0 0 2-16,2 1-1 0,-3 0-1 0,3 0 2 15,-1 1 0-15,1-2-1 0,0 0-1 0,-4 0 1 16,4 2 0-16,-1-1 0 0,-1 0 0 0,2-2 1 16,0 3 0-16,-2 0-1 0,2-2 0 15,0 1-1-15,-1-1 1 0,1 1-1 0,0-1 0 16,-2-1 1-16,2 2 0 0,0 0 0 0,0-1 0 15,-1 0 0-15,1 1 1 16,0 1 0-16,-3-2-1 0,1 2 0 0,2 0 1 16,-3 0 0-16,3 0-1 0,-1 0 1 0,1 2 0 0,-2-4-1 0,0 2-1 15,2 0 0-15,-1 0 1 0,1 0 0 0,-2 1 0 16,2 0 0-16,-1-2 1 0,1 3-1 16,-2-3 1-16,2 4-2 0,-2-2 1 0,2-1 0 31,-1 2 1-31,-1-2-1 0,2 1 0 0,-2-1 1 15,2 0 0-15,0 0-1 0,-1 0 1 0,1 0 0 16,0 0-2-16,0-1 1 0,0-1 0 0,0-1-2 16,0 2 2-16,0-1-1 0,0-1 1 0,0 0 0 15,1 1 0-15,-1-1 0 0,0 2-1 16,2-2 1-16,-2 0-1 0,0 2 0 0,2-2 1 16,-2 0-1-16,0 0 1 15,0 0-2-15,1 0 1 0,-1 0 1 0,0 0-2 0,0 0 1 0,0 0-1 16,0 0-1-16,0 0-1 0,0 0-3 0,0 0-13 15,0 0-21-15,0 0-63 0,0 0-80 0,0 0-159 16,0 0-279-16,0 0-325 0,0 0-389 0,-3 1-282 16,-2 2 33-16,-1 1 719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9:09:09.74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1573 1195 35 0,'0'-6'265'0,"-2"-1"150"0,1-1 142 0,1 3-41 0,0-1-115 16,1 0-37-16,2 2 35 0,2 1 46 16,-3-1 23-16,1 4-13 0,-5-2-51 15,-1-3-66-15,0 4-80 0,0 0-72 0,0 0-59 0,-1 1-38 0,3 1-15 16,1 3 20-16,1 4 19 0,4 2 5 0,3 4 6 15,0 2 0-15,-2 3 0 0,-1 5-16 0,3 1-17 0,-3 4-12 16,2 0-4-16,0 4-3 0,-2 1-7 0,-2 0-18 0,3 2-10 16,-3 0-5-16,1 0-10 0,0 0-7 0,-1 0-5 15,-1-4-3-15,1 2-2 0,-1-4-4 16,-1-2-1-16,1-4-1 0,-1-1-1 0,1-5-2 0,-2-2-2 16,2-3 0-1,-2-2-4-15,0-2-25 0,-2-3-43 0,0-2-58 0,1-3-63 0,-4-2-118 0,0-4-165 0,-1-6-203 16,1 2-265-1,2-6-213-15,0-3-118 0,-2 1 244 0,-3-6 451 16</inkml:trace>
  <inkml:trace contextRef="#ctx0" brushRef="#br0" timeOffset="268.38">1288 1098 386 0,'13'1'717'0,"-1"-1"221"0,-2 2 30 0,-2-2-319 16,0 1-268-16,1-1-97 0,-1 0-52 0,-1 0-7 0,-3-1 18 0,4-2 33 16,0 1-7-16,6 2-60 0,7 2 26 0,-1-1-6 15,3 1-27-15,0-2-36 0,1 1-24 0,1-1-16 0,-1 0-52 16,0-1-34-16,1 1-17 0,0-2-10 0,-1 1-2 0,1-1-5 16,-1 0-2-16,-2 0-1 0,3 0-2 0,-3 1 0 15,-1 0-4-15,-2-1 0 0,1 2-5 16,-5 0-31-16,-1 0-60 0,0 0-57 0,-6 3-91 0,-3 2-153 15,1 0-204 1,-6 4-282-16,-4 2-224 0,1 2-176 0,-4 4 106 0,-4 1 449 16</inkml:trace>
  <inkml:trace contextRef="#ctx0" brushRef="#br0" timeOffset="536.11">1277 1945 38 0,'11'18'428'0,"0"-3"293"0,2-1 198 16,-2-1 112-16,0-1-281 0,1 0-228 0,-2 0-117 0,-2-1-63 0,1 0-49 15,1-3-39-15,6 1-28 0,3-3-26 0,8-3-23 16,-1-1-20-16,1-2-13 0,2-2-43 0,-2-1-44 0,6 0-24 16,-4-3-15-16,2 0-7 0,2 0-1 0,-1 0-1 0,1-1-4 31,0 1-4-31,-1-2-3 0,-1 2 6 0,1 0-21 15,-2 1-60-15,0 3-58 0,-3-3-137 0,1 5-192 0,-4-1-315 16,2 1-306-16,-1 1-229 0,0 1-59 0,-1 1 448 16,-2-1 524-16</inkml:trace>
  <inkml:trace contextRef="#ctx0" brushRef="#br0" timeOffset="1900.87">4043 1225 147 0,'1'-11'356'0,"-2"3"176"0,1-3 143 0,-2 2-118 15,2 1-47-15,-2 1-6 16,1 0-1-16,-1 0-24 0,-1-1-47 0,1 0-50 16,-1 3-20-16,3 0-15 0,-2 0-35 15,4 4-33-15,-2-1-28 0,0 0-36 0,-2 2-50 0,2 0-54 16,0-1-31-16,0 1-21 0,0 0-11 0,-1 0-12 16,1 1-9-16,0 3-10 0,0 2-6 0,-2 1-3 15,2 5-3-15,0 5-2 0,0 1-1 0,0 4-2 0,0 5 1 16,0 3-1-16,0 2-1 0,2 4 0 0,-1-2 5 15,1 2 0-15,3-1-1 0,0-1-3 0,1-4 0 16,3 1 1-16,-1-5-7 0,2-2 2 0,2-1 2 16,0-4-1-16,2-2 2 0,0-2 1 0,2-2-1 15,3 0 0-15,0-5 1 0,0 1 0 0,1 0 0 16,2-1 0-16,-1-1 0 0,1 1 1 0,-2-1-1 0,0-1 1 16,2 0 1-16,-2 1 0 0,-2-1-1 15,-1-2-1-15,-2-1 1 0,0-2 0 0,-2 1 0 16,1-4 2-16,-3-2 1 0,0-2 2 0,0-5 3 15,0-1 9-15,-4-3 5 0,2-6 5 0,-1-1 4 32,-3-4 4-32,1-2 2 0,-1-2-11 0,-2-3-6 0,0-2-5 15,-3-1-4-15,-3 1-6 0,-2-5-5 0,-1 1 1 16,0-3 0-16,-4 2-1 0,-1 1-1 0,0 1-1 16,1 2-1-16,-2 5 1 0,2 4-1 0,2 4 0 15,-1 4-1-15,3 5 0 0,-1 1-1 0,2 3-2 16,2 6-1-16,0 1-2 0,3 6-5 0,0 1-14 15,0 6-15-15,3 3-41 0,0-2-70 0,2 4-69 0,3 0-106 16,-1 1-170-16,3 2-296 0,0 1-279 0,1 0-209 16,3 1-113-16,-1-1 282 0,4 2 563 0</inkml:trace>
  <inkml:trace contextRef="#ctx0" brushRef="#br0" timeOffset="2300.16">4911 1266 62 0,'-2'-20'568'0,"-3"2"451"16,-3 1 215-1,-2-2-67-15,-2 1-323 0,-1 3-235 0,1 2-154 0,-1 3-92 16,0-1-74-16,-1 3-53 0,0 4-65 0,-2 1-68 16,3 1-41-16,-1 4-27 0,3 1-16 0,0 1-8 15,0 2-6-15,3 3-4 0,3 3-2 0,1-3-2 16,2 5 0-16,2 1 2 0,0-1 1 0,3 4 6 15,2 2 3-15,1-1 2 0,2 1 3 0,3 1-2 16,-1-1-2-16,1-1-5 0,3 0-4 0,-1 0-2 16,1 0-2-16,0-2 1 0,0-1-1 0,-1 0 3 0,0 0 0 15,-1 0 0-15,-2-2 0 0,1 1 0 0,-5-1 2 16,1 4-2-16,-3-4-1 0,-4 4 1 0,0 0 0 16,-3 3-1-16,-3 0-3 0,-1 0-10 0,-5 3-22 15,1 1-32-15,-5-2-41 0,0 1-39 0,-1 2-35 16,-1-2-21-16,1-1-2 0,1 2 16 0,0-4 14 31,2-4-14-31,-2-3-54 0,4-5-84 0,-1-2-115 16,5-5-176-16,0-4-252 0,3-5-147 0,4-2 39 15,-2-5 239-15,6-3 312 0</inkml:trace>
  <inkml:trace contextRef="#ctx0" brushRef="#br0" timeOffset="2533.23">5068 1019 362 0,'8'-11'666'0,"0"3"218"0,-1 4 132 16,0 2-233-16,0 2-210 15,-1 2-90-15,-1 4-36 0,3 5 4 0,0 3-62 0,-2 4-67 0,0 3-53 16,1 3-70-16,-2 3-54 0,2 5-52 0,-2 4-35 16,0 0-24-16,-2 7-10 0,2 1-6 0,-2 0-2 15,3 5-2-15,-3-1 1 0,2-1-2 0,-2 2-6 0,2-3-3 31,2-2-27-31,-1-4-64 0,1-4-57 0,-2-3-62 16,2-7-110-16,-2-7-155 0,-2-2-157 0,0-4-196 16,0-7-230-16,-3 1-170 0,-3-7 98 0,0-4 365 15,0-3 374-15</inkml:trace>
  <inkml:trace contextRef="#ctx0" brushRef="#br0" timeOffset="2699.58">5056 1242 334 0,'-6'-23'638'15,"-1"5"225"-15,1 3 57 0,0 3-278 0,1 3-263 16,3 2-152-16,-1-1-90 0,3 4-47 0,2 2-29 16,1-3-24-16,2 4-18 0,4 2-9 0,-1 1-5 15,3 3-2-15,0-1-1 0,2 4-43 0,-2 1-86 16,3 2-128-16,-1 3-246 0,2 1-231 0,-3 5-154 0,0-1 24 16,-2 4 240-16,-1 2 290 0</inkml:trace>
  <inkml:trace contextRef="#ctx0" brushRef="#br0" timeOffset="3184.22">5353 1689 13 0,'11'13'344'0,"0"-2"274"15,0-4 248-15,-3-1 150 0,2-5-250 0,2-1-189 16,-2-4-97-16,2-3-71 0,-2-6-36 0,3 0-40 16,1-3-37-16,-1-4-39 0,-1-1-30 0,1-3-28 15,-4 1-39-15,2-2-40 0,-4 2-37 0,-3-2-22 0,1 3-9 16,-3 0-11-16,-2-1-3 0,-2 6-7 0,-1 1-2 15,-2 2-3-15,-1 4-6 0,-2 1-5 0,0 3-3 16,0 3-6-16,0 3-2 0,-1 3-1 0,1 3-1 16,0 3 0-16,3 1-2 0,0 2 0 0,-1 2-2 15,3 0-2-15,0 2-1 0,3 0 1 0,0 1 1 16,3-1-1-16,-1 1 3 0,1 0 1 0,3-2 0 16,0 1-1-16,-1-2 0 0,3 2 1 0,1-4-1 15,3 1 1-15,-3-1 1 0,4-2 0 0,-2 2 1 16,3-1 1-1,0 2-2-15,-1-5 0 0,1 3-1 0,1-2 2 16,-2 0-2-16,0-1 1 0,1 0 0 0,-2 1 0 16,-3 0 0-16,2-1 0 0,-5 1 0 15,1 1 0-15,-4 1 1 0,-1 0 2 0,-1 0-1 16,-2 1 2-16,-1 3-1 0,-1-2 0 0,0 4-1 0,-1 1-1 16,0 1 0-16,0 2-2 0,0 2-1 0,1 3 0 15,0-1 0-15,1 2 0 0,2 1-1 16,0 0 0-16,3-3 0 0,-1 1-2 0,1-2-1 0,3-3 0 15,0-2 0-15,2 0-2 0,0-5-1 0,3-1-19 16,-1-2-47-16,-2-4-68 0,1 0-74 0,-1-4-132 16,0-3-190-16,-3-3-304 0,1 1-270 0,2-3-199 15,-3-1-58-15,-2-1 394 0,2 0 511 0</inkml:trace>
  <inkml:trace contextRef="#ctx0" brushRef="#br0" timeOffset="3696.16">5956 1732 115 0,'4'0'632'0,"-1"3"401"0,-1 1 150 16,1 3-105-16,0 2-355 0,0 3-268 0,2 3-96 0,2 3-21 15,-1 1-27-15,0 6-42 0,1 1-32 0,-1 4-39 16,0 5-58-16,2 1-55 0,0 4-36 0,-2 4-20 15,1 1-8-15,0 1-12 0,0 2-5 0,-1-3-3 16,1 0 3-16,-1-2-1 0,0-5-2 0,-1-3 1 16,-2-7-1-16,2-4 0 0,-4-6-3 0,3-3 3 15,-3-6-1-15,1-4 2 0,-2-5-2 0,-2-5 2 16,1-8 0-16,-3-4 0 0,1-5-1 0,0-4 1 16,-3-5 0-16,-2-5 2 0,0-6-1 0,0-5 1 15,-2-4 1-15,1-6-2 0,1-4-3 0,3-5-4 16,0-2 0-1,5-1-3-15,2 2-1 0,1 3 3 16,2 3 3-16,0 7 2 0,1 6 1 0,2 0 3 0,0 9 2 16,2 5-2-16,0 2-2 0,2 5-1 0,2 3 1 15,0 5-3-15,2 2 0 0,1 2-1 0,-1 6 1 16,3 2-2-16,0 4 1 0,-3 2 0 0,1 3 0 16,-1 4-1-16,1 2 1 0,-4 3-1 0,1 5 0 15,-4 0 1-15,1 5 2 0,-3 0 1 0,-2 3 3 16,-3 3 0-16,-3 2 1 0,-1 1 4 0,-4 3-1 0,-3 0 1 15,0 4-1-15,-3-1 3 0,-3-3-1 0,1-2-2 16,-2 0-2-16,0-3-3 0,-2-1-3 16,-1-4-5-16,1-2-14 0,1-3-44 0,-1-3-67 0,2-4-86 15,2-3-167-15,1-2-298 0,3-4-317 16,1-4-296-16,3-2-184 0,2-4 170 0,1-2 643 16</inkml:trace>
  <inkml:trace contextRef="#ctx0" brushRef="#br0" timeOffset="4267.32">8658 846 26 0,'0'-15'437'0,"-5"0"399"0,0-2 289 0,-3 1 42 15,-3 0-329-15,2-1-177 0,-1 2-110 0,-2 0-106 0,2 4-84 16,-4 2-70-16,4 1-53 0,-3 5-87 0,1 3-52 16,-1 7-32-16,1 5-10 0,2 6-10 15,-1 8-3-15,2 10 0 0,3 3 2 0,-1 8 0 16,2 4-11-16,0 10-1 0,-1-1-9 0,2 8 1 0,2 0-7 16,2-1-3-16,2 1-2 0,4-3-1 15,0-6-2-15,5-4-6 0,3-2-2 0,2-6-10 16,3-4-19-1,0-5-40-15,3-5-75 0,0-4-115 0,2-1-199 16,0-6-300-16,0-3-348 0,1 0-354 0,-3-2-161 16,-3-3 353-16,3-1 710 0</inkml:trace>
  <inkml:trace contextRef="#ctx0" brushRef="#br0" timeOffset="5200.46">9096 1738 262 0,'-3'0'604'16,"-1"0"259"-16,1-1 106 0,3-4-186 0,0 0-205 15,0-2-138-15,0-3-82 0,3-2-44 0,2-3 0 16,0-5-18-16,4-1-23 0,2-2-17 0,2-2-21 16,-2-5-17-16,3 0-50 0,0-2-35 0,-1 1-39 15,1-1-31-15,-3 1-10 0,1 1-13 0,0 3 2 16,-4 2-3-1,-1 2 5-15,-1 3 5 0,0 6-2 16,-5 2-2-16,1 1-5 0,0 5-5 0,-4 4-9 0,2 0-9 16,-3 6-8-16,0 4-4 0,-2 4-2 15,1 4-3-15,0 4 1 0,3 5 5 0,-1 2 2 0,0 2 0 16,2 1 3-16,2 0 0 0,1 0 0 0,1-1-3 16,0 0-9-16,5-3-3 0,-2-2-2 0,1-3-2 15,4-4-3-15,-2-3 0 0,1-2 6 0,0-5 3 16,2-2 5-16,0-4 5 0,1-3 1 0,0-6 0 15,2-4 1-15,-2-3-1 0,3-4-5 0,-1-1-2 16,0-3 0-16,-2 2 1 0,2-3-1 0,-5 4-4 0,0 1 3 16,-3 0-6-16,0 5 4 0,-2-1-3 0,0 5-2 15,-4 1 5-15,1 3 5 0,0 2 10 0,-3 0-2 16,2 0 4-16,0 3 2 0,-1 2-1 0,-1 3-8 16,0 0-5-16,0 3-3 0,0 5-1 0,0 2-1 15,2 2-1-15,-1 2 1 0,1 1 1 0,0 3 0 16,1-1 1-16,0 0 2 0,3-2 0 0,-3 1-2 31,4-2 0-31,-3-3-1 0,3-3 0 0,2-2-2 16,-1-1 1-16,0-6-1 0,3-1 1 0,0-6-1 15,0-3 0-15,3-4-1 0,-2-3 1 0,0-4 0 0,1-3 1 16,-2-2 2-16,1 1 0 0,-4-1 2 0,0 1 0 16,-3 2 1-16,0 1 1 0,-1 4 1 0,-2 0 4 15,-2 2 2-15,0 5 0 0,0 1 0 0,-2 1-1 16,0 2-4-16,0 4-3 0,-1 2-3 0,-2 4-2 15,3 3-1-15,-2 3-1 0,0 1 0 0,1 4-1 16,0-1-2-16,3 2 1 0,0 0-5 0,1 0-9 0,4 0-13 16,0-3-19-16,3 0-41 0,1-3-70 0,1-2-69 15,3-4-95-15,2-1-163 0,0-5-268 0,4-2-282 16,3-3-211-16,0-5-163 0,2 0 189 0,1-5 559 16</inkml:trace>
  <inkml:trace contextRef="#ctx0" brushRef="#br0" timeOffset="5533.78">10188 1277 526 0,'0'-10'1049'0,"-3"1"269"0,-6 2-2 16,-1 2-276-16,-3 4-344 0,-2 2-227 0,-3 2-120 15,1 1-78-15,-2 4-70 0,1 2-68 0,1 5-38 16,1-2-28-16,1 5-17 0,3-2-13 0,1 3-15 16,4 3-10-16,3-2-6 0,1 0-3 0,5 2-2 15,1-5-1-15,6 1-1 0,1-4-1 0,3-3 1 16,5 0-1-16,0-5-1 0,4-5 0 0,2-1 3 0,-1-6-1 15,1-2-1-15,0-3 2 0,-1-4 1 16,-1-1-1-16,-4-4 1 0,1 1 0 0,-3-2 1 0,-2 1 0 16,-3 0-5-16,-2 4-1 0,-4 1-1 0,-2 2-1 15,-3 2 0-15,0 2 1 0,-3 3 3 0,0 4 3 16,-3 2 1-16,1 2-1 0,0 4 6 0,-1 3 1 16,-1 3 1-16,3 5 0 0,-4 1-1 0,5 3 0 0,-2 2-7 15,4 0-1-15,-1 1-3 0,4 2 0 16,-1-2 0-1,4-1 0-15,1 2-3 0,3-3-17 0,0-1-38 16,0 0-72-16,2-3-75 0,-3 0-152 0,3-3-252 16,0 0-318-16,0-2-316 0,0-3-207 0,2 0 3 15,-4-1 564-15</inkml:trace>
  <inkml:trace contextRef="#ctx0" brushRef="#br0" timeOffset="5752.16">10590 1696 174 0,'4'-1'763'0,"-2"-2"416"16,1-1 77-16,2-2-77 0,3-2-348 0,-2-3-275 0,5 0-152 16,-1-3-84-16,2-3-58 0,1-1-76 0,3-4-75 15,-2-1-49-15,5-1-22 0,0-2-18 0,0 1-10 16,3-1-4-16,0 0-3 0,-1-2-3 0,1 3-6 16,-2-1-35-16,-2 4-63 0,-2 1-66 0,-4 0-120 15,-2 4-200-15,-2 1-315 0,-4 1-303 0,-2 3-230 0,-2 0-111 31,-3 2 374-31,-5 0 597 0</inkml:trace>
  <inkml:trace contextRef="#ctx0" brushRef="#br0" timeOffset="5934.4">10678 1307 266 0,'-5'17'864'0,"1"4"343"0,2-2 3 15,-1 3-137-15,2-1-401 0,2 1-199 0,2 1-107 0,3-1-57 16,-1-1-45-16,3 3-45 0,0-4-76 0,5 1-67 15,-1-2-34-15,1 1-21 0,4-2-12 0,2 1-5 16,-1-1-4-16,4-1-27 0,1 2-69 0,3-2-68 16,-1 1-156-16,2 1-288 0,3-2-318 0,2-1-331 15,1 2-207-15,2-1 49 0,3-2 641 0</inkml:trace>
  <inkml:trace contextRef="#ctx0" brushRef="#br0" timeOffset="6565.76">12338 1282 389 0,'-3'12'817'0,"0"-6"279"0,0 2 16 16,2-1-291-16,-3-2-295 0,1-2-180 0,1 0-84 15,2-2 11-15,2-2 34 0,3-1-7 0,0-3-22 16,2-3-26-16,1-4-39 0,2-4-56 0,2-1-52 16,1-5-27-16,3-3-22 0,0-5-11 0,3 0-8 0,-3-2-5 15,2 1 4-15,0-2 2 0,1 0 7 0,-2-1-1 16,-1 4 1-16,1 0 0 0,-4 1-8 0,0 2-4 15,-1 4-4-15,-2 2 0 0,-2 2-3 0,-1 4-2 16,-2 2-2-16,0 4-4 0,-2 0-3 16,1 5-4-16,-1 0-2 0,0 5-5 0,3 6 1 15,0 5 0-15,-1 3-1 0,2 4-2 0,-1 3-2 0,3 8 1 16,-2 1 2-16,1 2 0 0,-2 5-1 0,2 2 4 16,-2 1 6-16,0 1 0 0,-2 1-3 0,-1-2 0 15,0 0-1-15,0-2-2 0,-1-1-4 0,1-2-3 16,-2-4-2-16,1-1 0 0,-1-5 0 0,1-1 0 15,-2-1-1 1,0-5-1-16,2-1-9 0,-1-4-13 16,-1-1-22-16,0-2-32 0,0-4-67 0,-1-4-79 15,-1-1-124-15,2-4-181 0,0-1-300 0,0-3-325 16,3 0-242-16,-1-1-120 0,0-2 379 0,2-2 603 16</inkml:trace>
  <inkml:trace contextRef="#ctx0" brushRef="#br0" timeOffset="6833.41">13124 1375 417 0,'4'0'915'0,"-1"0"277"15,0-1-22-15,0-2-311 0,1 1-268 0,0-5-170 16,2 1-82-16,2 0-45 15,3-5-41-15,-1 2-36 0,-1-2-52 16,4-1-57-16,-2-4-46 0,0 1-32 0,1 0-13 16,1 0-9-16,0 1-5 0,-1-4-5 0,-2 4-5 15,2 0-1-15,-4 1-17 0,1-1-44 0,-5 1-44 16,2 0-41-16,-3 3-60 0,-3 1-103 0,-1 0-133 16,-2 2-139-16,-2-1-251 0,1 4-233 0,-3 1-145 0,-1 2 154 15,-3-1 403-15</inkml:trace>
  <inkml:trace contextRef="#ctx0" brushRef="#br0" timeOffset="7017.15">13093 1255 254 0,'-2'12'748'16,"-1"-2"339"0,1 1 74-16,1 0-215 0,1-2-334 0,1 2-231 0,2-2-136 0,1 1-67 0,1 0-50 0,2 0-37 15,1 3-30-15,0-2-25 0,2 1-18 0,4-3-10 31,0 2-19-31,3 0-25 0,1 0-97 0,1-1-167 16,0-1-294-16,0 0-276 0,3 3-257 0,0-2-163 16,0 0 259-16,2 1 524 0</inkml:trace>
  <inkml:trace contextRef="#ctx0" brushRef="#br0" timeOffset="7666.47">14036 1609 108 0,'-3'-2'625'0,"0"-5"414"16,-3 1 159-16,0-2-86 0,-1-3-406 15,4 0-196-15,0-1-87 0,1-2-54 0,1-3-46 16,1-2-42-16,1-1-36 0,-1-7-68 0,3-3-59 0,1-3-35 16,0-5-22-16,3-3-8 0,-1-5-10 0,2-2-7 15,0-2-9-15,0-2-6 0,1-2-5 0,2-1-5 16,-1 2 1-16,2 2 3 0,0 5-3 0,-3 2-2 16,2 5 0-16,-1 6-1 0,-4 5-5 0,0 3-4 15,0 7 1-15,-1 4 2 0,2 5 4 0,-3 5 6 31,4 4 9-31,2 7 4 0,-2 5 9 0,1 4 4 16,4 8 1-16,-1 1 1 0,1 8-5 16,1-2-3-16,2 4-9 0,1 2-7 0,1 1-5 15,-2 2-7-15,2 0-4 0,-3-1-3 0,2 1 6 0,-2-2 3 16,0-1 1-16,-2-2 0 0,1-2 0 0,-3-1-1 16,1-2-4-16,-2-2-2 0,1-5-3 0,-1-1 0 15,-1 0-1-15,-1-3 0 0,-1-3-2 0,-1-1 1 16,-1-3-1-16,-1 1-2 0,1-5-8 0,-3-2-10 15,-1 1-15-15,1-5-20 0,-4 0-30 0,1-2-56 0,-3 0-63 16,-3-3-68-16,1-2-118 0,-2 1-171 0,-1-1-291 16,-3-2-246-16,-1 1-206 0,-1-4-82 0,-3 3 376 15,-2-2 532-15</inkml:trace>
  <inkml:trace contextRef="#ctx0" brushRef="#br0" timeOffset="7948.6">14060 1240 139 0,'-3'-1'710'0,"2"0"418"0,-2-1 86 0,1 0-123 0,0 0-410 15,4 0-236-15,0-1-68 0,2 1-37 16,5 1-25-16,-1-4-30 0,4 2-29 0,2-1-63 16,0-1-63-16,3 0-45 0,1 1-29 0,2 0-16 0,2-1-14 15,-1 1-11-15,3-3-9 0,-1 5-3 0,1-1 1 16,1 0-2-16,-1 2-2 0,-2-1 0 0,0 2 0 15,-1 0-1-15,0 0-1 0,-1 2 6 0,-2-2 1 16,0 1 1-16,-3 0-2 0,2 1-12 0,-4-2-39 16,1 1-76-16,-3-1-72 0,-2-1-128 0,-1-1-192 0,0 0-314 15,-3-3-300-15,0 0-210 0,3-1-102 0,-4-1 377 16,1-6 569 0</inkml:trace>
  <inkml:trace contextRef="#ctx0" brushRef="#br0" timeOffset="8348.95">14756 660 253 0,'3'-7'784'16,"-3"2"387"-16,0 1 66 0,-1 0-219 16,1 2-294-16,0 0-191 0,1 2-127 0,-1 2-72 0,2-1-51 15,-1 2-42-15,1 1-59 0,2 3-50 16,-2 3-32-16,0 0-21 0,-1 5-11 0,1 2-8 15,-2 1-7-15,1 4-4 0,-1 0-4 0,-1 3-5 0,-1 0-6 16,1 2-5-16,1-1-5 0,-2 0-5 0,2 2-5 16,0-1-5-16,2-3-2 0,1-3-3 0,2-2-2 15,1-1-2-15,0-5-1 0,4-1 1 0,-1-4-1 0,3-3 1 16,1-5 1-16,2-2 0 0,0-4 0 0,2-3 0 16,0-1-1-16,0-2 0 0,1-3 0 0,-4 1 0 15,0 0 1-15,0 2 0 0,-3 2-1 0,0 0 1 16,-2 1 0-1,0 3-1-15,-5-2 0 0,1 4 1 16,0 1-1-16,-2 1 1 0,1 2 0 0,-1 2 1 0,1 3 1 16,-2 1 0-16,-1 2 0 0,-1 3 0 15,0 2-1-15,0 4-1 0,-1 3-1 0,-1 0-1 0,-2 3-1 16,1 2-1-16,-1 1-2 0,1 0 0 0,1 4-10 16,-1-4-16-16,3 2-30 0,0 0-71 0,0 0-80 15,0-1-148-15,0 0-242 0,0-2-318 0,3 3-350 16,2-3-234-16,0-1-21 0,3 2 559 0</inkml:trace>
  <inkml:trace contextRef="#ctx0" brushRef="#br0" timeOffset="8949.89">15602 195 43 0,'3'-1'365'0,"0"2"296"15,3 0 302-15,-1 4 66 0,3 4-227 16,1 3-180-16,1 4-76 0,3 4-36 16,3 0-70-16,1 8-75 0,0 2-62 0,2 0-41 15,0 0-61-15,3 4-63 0,-1 0-41 0,0 1-30 16,-1 2-17-16,2 0-16 0,-3 1-7 16,0 0-8-16,2 1-5 0,-5 0-3 0,1 1 5 15,-3 0 0-15,0-1 1 0,-3 6-1 0,1 0-1 0,-2 5-3 0,-2-1-5 16,1 4-3-16,-3 0-3 0,1 1-3 0,-2 2-2 15,-3 1 3-15,-2 4 1 0,-3-3 0 16,-4 6 0-16,-2 0 0 0,-1 1 0 0,-1 1-9 16,-3-3-19-16,1 0-46 0,-1-5-74 0,0-1-95 15,-2-6-171-15,4-3-296 0,-4-4-330 0,2-6-314 16,2-2-170-16,-2-9 196 16,3-2 657-16</inkml:trace>
  <inkml:trace contextRef="#ctx0" brushRef="#br0" timeOffset="10916.18">3500 3571 279 0,'1'3'636'0,"-1"-1"274"15,0-2 81-15,0 1-253 0,2-1-216 0,-2 0-144 0,0 0-104 0,3 2-58 0,-3-2-30 32,2 0-33-32,0 0-28 0,1 1-6 0,2 1 73 15,4 0 57-15,0-1 13 0,1 2 4 0,4-2-24 16,0 1-23-16,2-1-69 0,0 2-49 0,1-2-27 16,1 1-20-16,2 0-12 0,1-2-14 0,-2 0-11 15,1 0-6-15,0 0-5 0,0 0-1 0,-1-2-3 16,0 0 1-16,-2 1 0 0,2-2-1 0,-1 2 0 15,-1-1-1-15,-1 1-1 0,1-1-4 0,-4 2-2 16,3 0-17-16,-5 2-47 0,4 1-67 0,-3 1-86 16,-3-1-157-16,5 1-300 0,-4 1-320 15,3 1-284-15,-1-2-190 0,1 0 146 0,1-2 618 0</inkml:trace>
  <inkml:trace contextRef="#ctx0" brushRef="#br0" timeOffset="14067.1">5008 3825 235 0,'-4'7'530'15,"-1"-2"232"-15,0-2 102 0,2-1-206 0,1 0-238 16,1-2-92 0,1 0-46-16,0-2-20 0,1-2-5 0,4-3-16 15,-1-4-32-15,2-4-46 0,1-2-26 0,3-5-28 16,0-2-28-16,0-3-17 0,3-3-12 16,0 0 11-16,-2 1-13 0,0-1 4 0,2 5 22 15,-4 0 34-15,-1 4 31 0,-3 5 21 0,1 0 18 16,-1 5-8-16,-4 2-22 0,1 2-34 0,1 3-29 15,-3 1-33-15,0 4-25 0,2 3-15 0,-2 3-7 16,0 6-3-16,0 4-2 0,3 3-2 0,-3 1 0 16,3 5 8-16,-1 1 3 0,1-1 0 0,0 1 2 15,3-2-1-15,-1-2 1 0,1 1-9 0,1-5-4 16,-1-1 1-16,2-4-3 0,0 1 0 0,0-5 1 16,0-3-1-16,3-3 1 0,-2-2-1 0,-1-4 4 15,3-2 2-15,0-6-2 0,-1-4 2 0,2 1 0 16,-2-5 0-16,1-1-1 0,0-1 0 15,0 0 3-15,0 1-4 0,-3 1 2 0,0 4-3 32,0-3-2-32,-2 6-2 0,-1 2 0 0,1 1 1 15,-1 4-1-15,-2 0 2 0,2 3 0 0,3 3 0 16,-2 1-1-16,-1 4 1 0,1 3 0 0,-1 0-1 16,4 2 1-16,-4 2 1 0,2-1-2 15,-1 2 1-15,0-1-2 0,2-2 0 0,-2-1 1 0,1 0-2 16,-1-3 1-16,3-2 0 0,-1-3 2 15,0-3 1-15,2-3 3 0,2-5 2 0,-2-5 2 16,4-7-1-16,-1-3 0 0,3-3 1 0,0-3-2 16,1-2 0-16,-1 0 2 0,-1 0-2 0,0 3-1 15,-4 4 0-15,1 1-3 0,-5 7 1 0,1 1 0 16,-5 4 3-16,0 4-1 0,0 5-1 0,-3 2 0 16,-3 4-1-16,2 7-2 0,-3 1-2 0,1 5 2 15,-2 2 0-15,2 3-1 0,2 4-1 16,-1 0-2-1,2 2-2-15,3-1-3 0,-1 0-2 0,3 0 2 16,1-3-3-16,3 0 1 0,-1-3-14 16,2-3-51-16,4-3-56 0,-3-1-60 0,5-4-110 15,-2-5-168-15,3-3-270 0,1-2-240 0,2-2-216 16,-2-3-130-16,4-2 256 0,-2-2 498 0</inkml:trace>
  <inkml:trace contextRef="#ctx0" brushRef="#br0" timeOffset="14414.84">6121 3523 18 0,'2'-12'457'16,"1"0"442"-16,-6 2 290 0,1-1-12 0,-2 2-334 16,-2 2-195-16,1 1-139 0,-3 1-109 0,1 4-87 15,1 1-56-15,-5 1-55 0,3 5-71 0,0 3-59 16,-1 3-32-16,1 3-9 0,0 5-8 0,3-1-4 16,0 3-3-16,-1 1-2 0,5-2-2 0,1-2-8 15,3-2-6-15,3-3-1 0,2-3-3 0,2-6 3 16,2-2-1-16,2-6 0 0,4-4 2 15,-4-5 0-15,5-5 4 0,-3-2-4 0,1-4 2 16,-1-2 0 0,1 1 0-16,-4 0 0 0,-1 1 1 15,-2 2 2-15,-2 4 2 0,-3 3 0 0,1 2 1 16,-3 3 0-16,0 1-3 0,-3 3 0 0,0 4-2 16,0 5-1-16,0 3 0 0,0 3 2 0,0 4-2 15,-1 0-1-15,-1 7 0 0,2 1-1 0,2 0-2 16,-1 2-2-16,1 2-3 0,3-2-6 15,0-2-44-15,-1 1-64 0,4-4-65 0,0-1-116 16,0-3-173-16,0-2-302 0,3-3-269 0,-2-3-209 16,3-4-106-16,-2-4 317 0,2-4 522 0</inkml:trace>
  <inkml:trace contextRef="#ctx0" brushRef="#br0" timeOffset="14664.27">6463 3081 203 0,'-5'-39'598'15,"0"5"358"-15,-1 6 185 0,2 5-186 0,0 5-293 16,-2 5-194 0,3 6-137-16,-1 2-102 0,3 8-61 15,1 5-27-15,0 5-15 0,3 6 32 0,2 3 25 16,3 6 8-16,-2 4-10 0,4 2-22 0,-1 6-19 0,-1-1-38 16,3 5-38-16,-1 1-21 0,-1 2-17 15,2-1-11-15,-3 1-7 0,2 1-5 0,-1-4-4 16,0 1-2-16,1 0-2 0,0-6-3 0,-1-1 0 15,-1-3 0-15,2-3-23 0,-1-3-57 0,-1-2-53 16,-2-4-64-16,-1-5-115 0,-2-2-171 0,-1-4-220 16,-2-3-233-16,0-4-220 0,-2-3-128 0,-3-4 236 15,1-4 460-15</inkml:trace>
  <inkml:trace contextRef="#ctx0" brushRef="#br0" timeOffset="14882.67">6323 3342 351 0,'-4'-8'663'16,"1"1"219"-16,0 1 48 0,1 4-296 0,2-1-284 31,0 1-115-31,5 1-59 0,0 1-27 0,4 0-15 16,2-1-7-16,2-1-7 0,4-1-36 16,1 2-35-16,4-1-17 0,0 0-10 0,3 0-8 15,-2 0-8-15,2 0-5 0,-2 2-1 0,1 0-1 16,0 2-17-16,-5 0-58 0,0 0-109 0,-5 2-117 15,0 0-273-15,-1 2-248 0,-5 1-170 0,1 2 39 16,-4-2 288-16,0 3 308 0</inkml:trace>
  <inkml:trace contextRef="#ctx0" brushRef="#br0" timeOffset="15265.02">6718 3546 305 0,'6'17'720'0,"-3"-4"267"0,3-1 42 16,-3-2-213-16,2-1-309 0,0 0-182 0,0-4-84 31,1 0-36-31,2-3-21 0,-2-2-34 0,4-2-33 16,-2-5-39-16,1 0-28 0,1-3-24 15,-1-1-11-15,2-3-4 0,-1 0-5 0,-2-3-4 0,3 3-1 16,-3-1 4-16,-2 2 4 0,-1 1 4 16,1 2 10-16,0-1 10 0,-3 4 7 0,-1 0 10 15,1 4 2-15,-1 0 40 0,1 3 42 0,0 1 32 16,1 4 10-16,0 1-11 0,1 2-12 0,1 0-38 15,-1 2-43-15,1 0-33 0,2 2-21 0,3 0-9 16,0 0-4-16,3-1-4 0,-1 0-4 0,3-1 1 16,1-3-2-16,2 1 0 0,-1-2 0 15,4-3 1-15,0-1 0 0,-1 0 0 0,-1-1 0 16,0-1 0-16,-2 2 0 0,-1-2-1 0,-2 2 2 0,-3-2 0 16,-1 1 0-16,-4 2 3 0,-1 0-1 15,-3 2-25-15,-1 0-51 0,-4 1-50 0,-1 0-49 16,-2 1-82-16,2-1-145 0,-2-2-158 0,1-1-236 31,-1-1-229-31,0-4-206 0,1-2 21 0,0-3 392 16,3-5 431-16</inkml:trace>
  <inkml:trace contextRef="#ctx0" brushRef="#br0" timeOffset="15433.07">7214 3229 205 0,'2'-25'732'0,"-4"5"402"15,-1 2 78-15,1 4-220 0,-1 4-351 0,2 1-266 16,-1 3-170-16,2 5-91 0,0 1-51 0,3 3-29 15,0 3-14-15,2 1-9 0,0 3-2 16,3 2-5-16,1 3-2 0,1 2-10 0,2 1-47 16,-1 2-108-16,2 0-152 0,0 5-270 0,0-2-271 15,2 3-255-15,-2 3-89 0,4-4 284 0,-1 2 437 16</inkml:trace>
  <inkml:trace contextRef="#ctx0" brushRef="#br0" timeOffset="15983.27">7581 3521 157 0,'-2'-5'780'0,"-4"0"474"0,1 1 143 16,-4 2-107-16,3 1-424 0,-1 1-322 15,-1 3-170-15,-1 0-96 0,1 3-87 0,3-1-76 16,0 5-48-16,0 0-31 0,4 2-17 0,-1 2-8 16,4-2-7-16,1 1-4 0,3 1-1 0,1-4-2 15,5 2-1-15,-2-2 0 0,4-3 2 0,0 0 0 16,1 0 1-16,0-3 0 0,1-3 0 15,2-1 1-15,-1-1-1 0,4-3 0 0,-3-1 2 16,2-3-1-16,-1 2 0 0,-1-2 0 0,0-1 0 16,-3 2 1-16,0 1-1 0,1 2-1 0,-4-1 2 15,0 0-1-15,-2 4 2 0,0 1-1 0,-2 1 0 16,1 1 1-16,-1 2-1 0,-3 3-1 0,2 0 2 16,0 3-1-16,-1-2-1 0,1 3 0 0,1-2 1 15,0 1-1-15,3-3-3 0,0 3-1 0,1-6-1 16,0 0 0-16,2-2-3 0,0-5-11 15,0-1-18 1,4-4-27-16,-4-4-28 0,3-1-24 16,2-6-22-16,-3-1-3 0,1-3 11 0,1-3 27 15,-1-3 40-15,-1-3 24 0,1-1 20 0,-2-1 15 16,0-5 19-16,-2 2 22 0,1-3 30 16,-1-3 43-16,1 1 28 0,-3 2 10 0,-3 3 0 0,0 4-9 15,-2 7-22-15,-3 4-32 0,-1 6-24 0,0 4-15 16,-2 6-12-16,0 3-13 0,0 6-8 0,0 3-5 15,0 6-2-15,0 4-3 0,1 6 0 0,-1 4-1 16,2 4-2-16,1 5 1 0,0 2-1 0,-1 4-1 16,1 2 1-16,0 1-2 0,3 3-2 15,2-5 1-15,0 3 0 0,2-6-3 0,4-2-17 16,-1-5-64-16,4-2-67 0,-4-7-76 0,-1-1-141 16,-1-5-189-16,-4-4-251 0,-1-3-236 0,0-6-204 15,-3-4-87-15,-1-4 329 0,-2-5 468 0</inkml:trace>
  <inkml:trace contextRef="#ctx0" brushRef="#br0" timeOffset="16216.91">8118 3067 130 0,'-14'-21'576'0,"0"2"406"0,0 0 195 0,1 3-146 15,2 3-330-15,3 1-245 0,3-1-153 16,2 5-75-16,3-3-22 0,2 2 25 0,4 0 8 0,5-1-7 15,2-1-17-15,6 1-36 0,0 0-45 16,3-2-53-16,5 2-34 0,1 0-19 0,5 1-13 0,2 0-6 16,2 0-4-16,2 1-5 0,4 1-4 0,-2 1-4 15,0 1-38-15,3 2-66 0,-2 3-65 0,0 0-116 16,-1 1-180-16,-1 4-319 0,-2 2-282 0,3-1-208 16,-2 4-96-16,-2 0 348 0,4 1 541 0</inkml:trace>
  <inkml:trace contextRef="#ctx0" brushRef="#br0" timeOffset="18297.68">10561 3354 305 0,'2'-3'566'0,"-2"-2"191"15,1-1 70-15,3 2-259 16,1-3-155-16,2 4-60 0,3-2-3 0,-1-2-8 16,5 3-19-16,-1-2-38 0,0 0-81 0,1 0-56 15,0 0-47-15,2-1-29 0,0-1-13 0,4 1-11 16,-1-4-5-16,4-1-11 0,0-2-17 15,2 0-5-15,2-3-5 16,2-1-6-16,-1-2-1 16,-1 1-5-16,-5-1-31 0,0-1-94 0,-4 0-151 15,-6 4-248-15,-2-1-274 0,-5-1-268 0,-5 3-162 16,-3 1 203-16,-7 0 468 0</inkml:trace>
  <inkml:trace contextRef="#ctx0" brushRef="#br0" timeOffset="18533.3">10830 2913 256 0,'6'-3'467'0,"2"0"159"16,2-2 84-16,4 1-262 15,4-2-139-15,2 0-65 0,2-2 4 0,3 1 40 0,-1 2 12 0,3-1-18 16,0 0 6-16,1 0 1 0,-1 3-39 0,2 2-50 16,-4 1-30-16,0 1-20 15,-4 0-64-15,-2 5-38 0,-3 0-23 0,-2 5-15 0,-6-1-5 0,-2 6-2 16,-6 0-2-16,-3 4-2 0,-3 2-2 0,-4 4 3 0,-4 1 3 15,-1 1-7-15,-2 1-49 0,1-1-130 32,-3 1-181-32,5-4-290 0,-2-1-272 0,7-4-243 15,0-7-24-15,4-2 390 0</inkml:trace>
  <inkml:trace contextRef="#ctx0" brushRef="#br0" timeOffset="19115.18">12120 2670 295 0,'3'-1'486'0,"0"-1"160"16,-1-1 43-16,3 2-250 0,1-3-144 15,2 2-80-15,1-2 58 0,4 3 33 0,1-2 10 16,1 0 13-16,3 3-6 0,0-2-19 0,1 2-68 16,0 0-45-16,0 2-26 15,1 1-45-15,-3 1-35 0,1 0 15 0,-2 2 23 0,-2 0 51 0,1-1 30 16,-3 4 6-16,-5 0-4 0,-3 3-34 0,-5 3-40 15,-4-2-52-15,-2 4-36 0,-5 3-16 0,-2 0-13 16,-5 5-4 0,0-1-7-16,-3 2-2 0,0 0 0 0,-2 1-3 15,3 0-1-15,1-1-1 0,1-1 1 0,6-4-1 16,0-1-1-16,6-4 0 0,2-2-2 16,5-4-3-16,3-4-3 0,6-3-34 0,4-6-55 0,4-2-52 15,1-5-61-15,6-5-109 0,2-5-158 0,1-2-192 16,5-2-234-16,1-1-219 0,2-4-134 15,0 1 197-15,1 0 439 0</inkml:trace>
  <inkml:trace contextRef="#ctx0" brushRef="#br0" timeOffset="19398.75">12726 2674 366 0,'3'-4'764'0,"-4"1"297"15,-6 5 70-15,-3 0-292 16,-2 4-273-16,-4 5-174 0,-3 1-106 0,0 2-30 0,-1 4-18 16,1 1-7-16,1 0-19 0,-1 2-16 15,5 2-28-15,0-1-42 0,4-1-44 0,5 0-38 16,1-1-21-16,5-4-10 0,4-3-9 0,3-1-3 0,5-5 1 31,4-2-2-31,5-5 4 0,3-5-3 0,3-3-1 16,3-3-1-16,2-2-1 0,-1 0 2 15,1-2-2-15,-2 0 0 0,-2 2-1 0,-5 1 1 0,0 4-2 16,-6 0 3-16,-3 2 1 0,-3 3-1 0,-5 3 2 16,-3 2 4-16,-4 2-3 0,-4 4 0 0,-3 2-3 15,-2 2-2-15,-4 2 1 0,2 3-5 0,-5-1-22 16,5 0-52-16,-1 1-46 0,2-2-53 0,2-3-114 15,3-5-162-15,3-1-253 0,4-3-234 0,2-4-223 16,2-5-130-16,4-3 262 0,2-7 478 0</inkml:trace>
  <inkml:trace contextRef="#ctx0" brushRef="#br0" timeOffset="19664.5">13150 2438 405 0,'1'-6'948'0,"-1"2"277"15,0 3-60-15,0 2-239 0,0 3-457 0,3 0-231 16,2 4-115-16,0 0-47 0,4 3-18 0,1-1-7 0,3 5-5 0,2-1 21 0,4 3 17 31,0-1-4-31,3 1-7 0,-1 2-6 0,1 2-1 16,0 0-26-16,-2-1-22 0,-2 4-3 0,-1-2-5 16,-4 0-2-16,0 3-6 0,-7-2-4 0,-3 3 1 15,-3 0-7-15,-3 0 0 0,-3 3-2 0,-5-3-5 16,-2 3-4-16,-1-1-12 0,0 2-15 15,-7-3-14-15,3 3-9 0,-2-4-15 0,1-1-37 16,0-1-65-16,2-5-87 0,2-4-106 0,3-5-120 0,4-4-150 16,5-5-161-16,1-5-113 0,5-5 69 15,4-4 211-15,4-6 241 0</inkml:trace>
  <inkml:trace contextRef="#ctx0" brushRef="#br0" timeOffset="19897.16">13641 2275 345 0,'12'-19'708'16,"-5"2"275"-16,-2 5 106 16,-4 6-251-16,1 5-262 0,-2 5-159 0,0 7-79 15,-2 4 0-15,1 6-9 0,-1 6-32 0,1 4-29 16,-1 5-22-16,-1 1-40 0,0 7-58 0,2 1-52 16,1 3-31-16,-2 1-23 0,0-2-18 0,2 3-11 15,0-3-9-15,2 0-6 0,0-3-5 0,1-4 0 0,1-2-5 16,2-4-33-16,-1-4-66 0,2-3-61 15,-2-6-94-15,-2-2-150 0,-2-6-202 0,2-4-275 16,-6-2-216-16,2-4-187 0,-2-3 78 0,-1-4 414 16,-2-4 425-16</inkml:trace>
  <inkml:trace contextRef="#ctx0" brushRef="#br0" timeOffset="20080.68">13518 2688 59 0,'-2'-31'392'0,"-1"5"248"16,3 2 179-16,0 5 22 0,5 2-256 0,-2 2-155 0,4 4-77 0,3 1-48 15,-2 1-42-15,2 2-52 0,4 1-61 0,0 0-52 16,2 1-45-16,2 2-27 0,0 0-11 0,2 3-10 31,0 0-2-31,2 0-6 0,-1 3-40 0,-1 0-79 16,1 2-118-16,-4-1-147 0,1 2-293 0,-2 1-249 16,-1 4-119-16,-2-2 116 0,1 1 325 0</inkml:trace>
  <inkml:trace contextRef="#ctx0" brushRef="#br0" timeOffset="20311.18">13958 2890 108 0,'4'36'426'0,"2"-1"236"16,-1-1 148-16,0-2-118 15,1-2-253-15,2-4-190 0,3-2-84 0,0-4-43 0,2-5-24 16,3-5 21-16,1-4 25 0,-1-4 16 16,1-6 10-16,-1-4 12 0,3-5 15 0,-3-2-11 15,-2-4-17-15,-1-1-12 0,-1-3-23 16,-4-1-24-16,-1 0-22 0,-4 2-26 0,0-3-12 15,-4 1-14-15,-1 1-11 0,-3 2-9 0,0 2-8 0,-3 1-1 16,-1 5-3-16,1 3-6 0,-2 4-1 16,0 4-2-16,0 2-4 0,2 5-12 15,-1 4-38-15,1 1-89 0,0 2-136 0,1 3-190 16,3-1-285-16,-1 2-254 0,5 1-150 0,2-3 147 16,5-1 398-16</inkml:trace>
  <inkml:trace contextRef="#ctx0" brushRef="#br0" timeOffset="20623.93">14402 2708 304 0,'-13'-6'870'0,"-3"0"332"16,-1 4-16-16,-1 2-209 0,-2 1-414 16,1 0-262-16,3 5-125 0,1-1-59 0,3 2-30 0,1 3-27 15,4-2-18-15,3 2-15 16,1 0-11-16,6-1-9 0,2 1-4 0,3 2-4 0,1-1-2 15,3 2-1-15,3-1 0 16,0-1-4-16,3 3-1 0,0-1-10 0,-1-1-12 0,2 1-9 0,-5 0-5 16,-4-1-3-16,-1 1 0 15,-2 2 13-15,-6 1 9 0,-1-2 9 0,-5 3 5 16,-4-3 9-16,-2 3 3 0,-3-1 2 0,-2 0 3 16,-2-1 4-16,0-2-1 0,0-1-1 0,2-3-6 15,1-1-4-15,3-3 0 0,1-1-5 16,4-4-34-16,0-2-90 0,4-4-130 0,3-3-163 15,3 0-281-15,2-3-265 0,4-1-167 0,2-1 129 16,2-3 367-16</inkml:trace>
  <inkml:trace contextRef="#ctx0" brushRef="#br0" timeOffset="20913.65">14549 2901 236 0,'9'9'701'15,"-2"1"333"-15,-1 2 69 0,-3 2-194 0,-1 1-312 16,1 1-230-16,-1-1-143 0,-1-1-72 0,4 1-34 0,-1-4-48 15,3 1-32-15,-1-4-19 0,2-3-13 16,3-2-8-16,0-3-16 0,3-3-13 0,-3-5-22 16,4 1-20-16,-1-6-9 0,-1 3-2 15,1-7 9-15,-3 1 18 0,1-1 24 0,-4 0 38 16,0-3 32-16,-4 2 26 0,-1 0 20 16,-3-2 11-16,-3 0 9 0,-2-1-5 0,-2 1-19 15,-1 1-16-15,-2 0-17 0,-2 5-11 0,-2 0-9 16,2 5-11-16,-6 5-4 0,4 2-6 0,-2 6-2 15,2 2-4-15,3 4-6 0,-3 2-14 16,4 3-69-16,-1 0-138 0,3 2-226 0,3-1-280 16,1 1-266-16,4 1-222 0,0 0 74 0,3-1 447 0</inkml:trace>
  <inkml:trace contextRef="#ctx0" brushRef="#br0" timeOffset="21914.63">14993 2685 78 0,'-2'-3'342'16,"1"1"203"-16,-1 1 170 0,1-1-54 0,-4 2-187 16,4 0-93-1,-1 0-26-15,2 2-21 0,0 1-16 0,0 0-19 16,0 0-29-16,0 1-35 0,0 0-38 0,0 2-37 15,-2 2-29-15,2 1-31 0,0 1-20 0,-3 5-19 16,3-1-21-16,-1 4-18 0,-1 0-7 0,0 2-3 16,1 1-6-16,-1 0-5 0,2 0-2 0,0 0-3 15,2-2 1-15,1 1-5 0,2-3 2 0,1 0 0 16,3-2 1-16,-1-3 7 0,4 0-2 0,2-3 4 16,0-2 1-16,3-4 1 0,-1 0-3 0,5-1 0 15,1-2 0-15,-1-2-1 0,1-2 0 0,1 2-3 16,-1-3 1-16,-2 3 0 0,-2-1 1 15,0-1-2-15,-1-1 0 0,-4 2 1 0,3 0 8 0,-7-2 21 16,4 3 41-16,-5-1 56 0,0-2 47 0,-2 1 30 31,0-1 1-31,-3-2-17 0,0-2-33 0,-1 0-40 16,0-2-39-16,-2-1-24 0,-2 0-15 0,2-3-10 16,-2 1-7-16,-2-3-4 0,0 2-3 0,-2-2-3 15,0 2-3-15,0 0-2 0,1 2-2 0,-2 0-2 16,1 3-3-16,3 1 0 0,-2 3-4 0,2 0 0 15,2 3-3-15,-1 0-6 0,2 2-32 0,0 2-55 16,2 1-53-16,-1 1-51 0,2 0-93 0,1 0-134 16,0 0-142-16,6 0-220 0,-2-2-225 0,3 1-200 15,3-2 35-15,2 0 359 0,3-2 423 0</inkml:trace>
  <inkml:trace contextRef="#ctx0" brushRef="#br0" timeOffset="22248.9">15676 2661 329 0,'5'-4'753'0,"-3"0"334"15,-4 3 76 1,-3-1-280-16,-3 4-287 0,-1 3-165 0,-1 1-64 16,-3 2-44-16,0 3-31 0,-2 3-30 0,0 3-30 15,-2 2-42-15,3 0-56 0,2 3-44 16,0 1-36-16,2 1-20 0,3-2-15 0,2 2-10 16,2-2-5-16,3-2-4 0,3-2-2 0,2-3-2 0,5-3 0 15,2-2 0-15,4-4 0 0,1-6 0 0,3-2 4 16,2-4-2-16,1-3 3 0,1-4-1 0,0-1 0 15,0-4-1-15,-1 0-1 0,1-2 2 0,-3-1 0 16,-1 3 4-16,-3 1 0 0,-2 0 1 0,-4 3 2 16,-2 2 4-16,-2 3-1 0,-4 3 2 0,-2 2 2 15,-2 2-1-15,-2 4 1 0,-2 1-2 0,-2 3-1 16,0 4-4-16,0 1-3 0,-1 2-4 0,3 2-3 16,1 3-1-16,-2-1-2 0,3 1-3 0,3-1-19 15,0 2-59-15,0-1-63 0,1-2-85 0,2 0-154 16,3 1-246-16,-1 0-309 0,1-4-242 0,3 2-186 15,0-2 82-15,0 0 529 0</inkml:trace>
  <inkml:trace contextRef="#ctx0" brushRef="#br0" timeOffset="22798.95">15983 3124 111 0,'-2'-4'700'16,"2"-1"454"-16,-1-1 132 0,1-2-42 0,1-2-338 15,4 0-325-15,2-2-165 0,2-3-91 0,-1 0-64 16,3-3-79-16,1-1-67 0,3-1-39 0,0-1-24 16,0 1-15-16,2-1-10 0,-3 3-8 0,0 0-6 15,1 3-5-15,-4-2-3 0,3 4-2 0,-4 3-1 16,-1 0 0-16,-1 2 0 0,-2 1 0 0,-1 4 4 16,2 1 6-16,-6-1 4 0,2 8 1 0,-3-2 3 15,0 7-2-15,-1 0-2 0,-1 4-4 0,-3 2-6 16,2 1-1-16,0 4-2 0,-2-2-1 0,3 1-3 15,1 0 0-15,1-2-2 0,1-1-1 0,1-2 0 32,4-3 1-32,1-2-1 0,1-4-1 0,4-3 0 15,3-3-1-15,4-5 0 0,-1-3 1 0,3-5-1 16,4-4 1-16,2-2 0 0,0-3 1 0,1-1 2 16,-1-3 1-16,-3 3 2 0,0-1 0 0,-2 5 2 15,-6 1 1-15,1 4 0 0,-4 0-1 0,-1 3 1 16,-4 2-1-16,1 3 2 0,-5 2 0 0,2 1 7 0,-1 3 5 15,-2 1 5-15,-1 4 2 0,1 2 0 16,-1 2-1-16,1 2-6 0,-1-2-7 0,2 4-5 16,-2 1-2-16,4-2-4 0,-3-1-1 0,4 1-1 0,-3 1-3 15,4-2-3-15,1-3-10 0,0 1-13 16,0-3-19-16,2-1-33 0,-1-1-54 0,-1-1-57 16,0 0-45-16,3-2-35 0,-3-1-17 0,4 2 17 15,-4-2 64-15,-1 0 69 0,0 0 53 0,0 0 35 0,-3 3 21 16,-1 0 15-16,-2 3 8 0,1 0 7 15,-3 1-3-15,0 4-1 0,0 0-11 0,-3 2-39 0,1 0-52 16,-4 3-107-16,3 0-143 0,-2 0-267 31,-1-2-259-31,5 1-175 0,-3 0-1 0,3 0 291 16,2-3 374-16</inkml:trace>
  <inkml:trace contextRef="#ctx0" brushRef="#br0" timeOffset="23181.09">17078 2744 478 0,'-9'10'1420'0,"0"0"308"0,-3 3-270 16,2 4-340-16,-5 2-488 0,3 1-264 0,-3 3-163 0,1 3-76 15,1-1-43-15,1 0-30 0,-1 2-22 0,4-3-16 16,1 0-11-16,0-2-9 0,5 0-21 0,0-3-45 16,1-1-79-16,0-3-130 0,1-3-222 15,2 0-307-15,1-3-360 0,1-1-347 0,0-6-102 16,2 0 495-16,1-4 686 0</inkml:trace>
  <inkml:trace contextRef="#ctx0" brushRef="#br0" timeOffset="23380.55">17099 2686 210 0,'-1'-22'831'31,"-3"4"420"-31,1 3 58 0,-2 4-121 0,2 2-417 16,2 2-288-16,-3 2-149 0,2 1-84 0,0 3-60 16,0 1-66-16,2 1-55 0,0 2-37 0,2 1-20 15,2 4-11-15,0-2-29 0,2 1-58 0,0 2-56 16,1 3-101-16,-1-3-176 0,3 3-306 0,-2 0-299 15,3 3-232-15,2 1-149 0,2 2 285 0,3-2 581 16</inkml:trace>
  <inkml:trace contextRef="#ctx0" brushRef="#br0" timeOffset="23714.84">17731 2809 550 0,'-9'-7'1495'16,"-7"-1"265"-1,-4 2-285-15,-3 1-356 0,-2 3-467 0,-2 0-264 16,2 4-150-16,-2-1-77 0,2 5-48 0,3 0-36 16,0 3-28-16,3 3-19 0,4 2-13 0,3-1-8 15,4 2-6-15,3 1-3 0,5 0-2 16,3 0-1-16,2-1-4 0,4 0-7 0,3-4-10 0,0 0-12 16,6-3-16-16,-2-2-16 0,2-4-15 0,1-2-5 15,-3-2 3-15,1 0 11 0,-4-2 18 16,1 0 22-16,-6 0 25 0,-1 0 19 0,-1 2 18 15,-3-3 13-15,2 5 10 0,-4-2 2 0,1 4-4 0,-2-2-6 16,-2 6-9-16,1-1-9 0,-4 3-10 0,2 3-5 16,2-1-5-16,-4 2-2 0,3 2-3 0,1 1-4 15,-1 0-9-15,0 0-19 0,2-2-45 0,0 2-81 16,-1-4-126-16,-1 2-210 0,2-1-306 16,-2 0-361-16,2 1-348 0,-1 1-109 0,-2-1 437 15,-2 2 691-15</inkml:trace>
  <inkml:trace contextRef="#ctx0" brushRef="#br0" timeOffset="24464.79">10710 4159 315 0,'-11'-6'607'0,"3"-1"267"16,2 3 152-16,-1 0-234 0,2 0-200 0,1 1-123 15,2 0-89-15,-1 0-60 0,0 1-59 0,3 0-68 16,0 2-41-16,3 2 56 0,2 0 10 0,4 1-15 15,1 1-26-15,3 4-12 0,2-2-27 0,4 5-70 16,2-3-36-16,2 1-20 0,4 2-9 0,0-3-10 16,3 2 5-16,2-3 0 0,-1-1 2 0,1-1 7 15,-2 1 1-15,2-1-1 0,-6-3-25 16,1 0-68-16,-6 1-61 0,-2-2-116 0,-3 1-192 16,-5-2-314-16,-5-2-313 0,-3 1-216 0,-3-2-133 15,-6-1 330-15,-2-1 591 0</inkml:trace>
  <inkml:trace contextRef="#ctx0" brushRef="#br0" timeOffset="24697.38">10980 4123 264 0,'-3'-6'520'0,"3"0"190"0,3 2 80 0,0 0-218 16,5 0-194-16,2 1-80 0,5 3 10 0,0 2 4 16,2-1 20-16,2 4-18 0,3-2-44 15,2 3-46-15,3 1-51 0,-2 1-30 0,1-1-32 16,-3 4 25-16,1 2 9 0,-4-1-1 0,-4 2-12 15,-2 1-12-15,-6 0-10 0,-3 2-48 0,-3 0-22 16,-5 4-20-16,-4 0-11 0,-5 2-8 0,-3 2-4 16,-2 1-4-16,-2-2-4 0,-3 1-12 15,0 1-43-15,3-5-43 0,-2 2-108 0,4-7-183 16,4-1-296-16,2-3-293 0,2-3-233 0,4-3-132 16,3-1 327-16,4-4 554 0</inkml:trace>
  <inkml:trace contextRef="#ctx0" brushRef="#br0" timeOffset="25448.65">12116 4307 28 0,'-5'2'405'15,"0"6"320"1,0 4 259-16,0 2 81 0,4 8-317 0,1 3-236 0,1 6-127 0,4 2-87 0,0 4-56 15,2 0-34-15,2-1-32 0,0 1-28 16,4-2-20-16,1-4-14 0,1-1-24 0,0-7-32 31,3-3 38-31,-1-7 25 0,3-2 10 0,-4-5 2 16,2-8 0-16,-4-5-5 0,0-6-44 0,-3-1-27 16,-3-7-12-16,-1-3-4 0,-3-2 0 0,-4 1 0 15,0-2-4-15,-7 2-2 0,-2 2-5 0,-5-1-7 16,-2 2-6-16,-4 3-3 0,1 0-3 0,-3 4-6 15,0 2-1-15,2 3-2 0,0 4-2 0,1 3-3 16,3 5-1-16,5 2-1 0,-1 6-1 0,5 3-3 16,2 4 0-16,2 2-6 0,5 0-22 15,1 4-52-15,2-1-63 0,3 1-68 0,1 0-124 0,2-2-179 0,2-2-299 16,1 0-251-16,1-1-209 16,0-3-89-16,1-1 343 0,3-4 528 0</inkml:trace>
  <inkml:trace contextRef="#ctx0" brushRef="#br0" timeOffset="25996.51">12618 4473 157 0,'5'-16'724'0,"-2"5"425"0,-4 0 83 0,-3 5-132 16,-1 3-424-16,-2 3-227 0,-1 5-124 15,2 2-72-15,-3 7-13 0,0 4-12 0,1 1-28 16,0 5-52-16,3 2-37 0,-2-1-21 0,5 3-34 15,2 2-23-15,0-4-14 0,6 2-9 0,1-5-4 16,2-2-6-16,5-3-1 0,1-3-4 0,3-7 1 16,3-2 0-16,1-6-2 0,2-6 2 15,0-4 0-15,-2-5 1 0,0-4-2 0,0-3 4 16,-3-6-1-16,0 0 3 0,-2-2 0 0,-2 0 2 16,-6 0 2-16,2 2 0 0,-6 0-1 0,-2 2 1 15,-3 3 0-15,-1 0 1 16,-3 6 0-16,1-1 0 0,-3 5 1 15,1 5-3-15,1 0 0 0,0 4-3 0,-2 4 1 0,1 4-4 0,2 5 0 16,-1 3 0-16,2 5 0 0,2 4-1 0,0 1 0 16,2 5 2-16,2 1 0 0,-1 2 1 0,2 2 1 31,0 1 4-31,0 1 8 0,-1-2 5 0,0 3 3 16,-3-1 6-16,2 0 6 0,-3 0 4 0,-3 1 0 0,0-4 2 0,-3 0 3 15,-2-2-4-15,-2-1-2 16,-2-4-7-16,-1 0-5 0,-3-3-7 0,-2-4-5 15,0-2-3-15,-3-2-4 0,2-5-1 16,0-3-3-16,2-5 0 0,-1-2-1 0,2-4-1 0,2-2-1 16,3-2 0-16,0-4-1 0,5-2 0 15,1-2-1-15,5-2-1 0,0-1 0 0,5-1-3 16,3-2-5-16,1 4-11 0,4-4-21 0,3 2-40 16,-2 0-62-16,5 0-56 0,-1 0-54 0,2 0-70 15,0-1-93-15,1-1-88 0,0 3-56 0,0-2-107 16,2 4-213-16,-1 0-156 0,0 2 31 0,0 2 238 15,1 3 295-15</inkml:trace>
  <inkml:trace contextRef="#ctx0" brushRef="#br0" timeOffset="26180.38">13063 4555 182 0,'9'6'380'0,"2"0"169"16,-1 0 99-16,-2-1-154 16,1 1-125-16,-3 0-69 0,2 0-20 0,0 0-28 0,1 1-37 15,0-2-44-15,-3 1-31 0,2-2-41 16,-1 1-11-16,2 1 5 0,-1-2 1 0,-2 2-1 15,3-1-3-15,-1 1-1 0,-1-3-27 0,-1 1-30 16,3-1-14-16,-4-2-9 0,1 3-9 0,1-3-23 16,-2-1-71-16,1 0-125 0,-2 0-217 0,0-1-261 15,0 1-203-15,0-2-85 0,1 2 173 0,-2-2 339 16</inkml:trace>
  <inkml:trace contextRef="#ctx0" brushRef="#br0" timeOffset="26599.27">13480 4526 521 0,'-5'3'1418'0,"-4"4"251"0,-2 2-272 16,-2 1-310-16,2 2-486 0,1 2-262 16,-2-1-141-16,4 2-64 0,0-1-31 0,3-1-26 15,3 2-21-15,-1-1-16 0,5-1-11 0,-1 1-7 16,4-2-8-16,2 1-4 0,1-1-4 0,3-1-3 15,-2-3-1-15,4 3-2 0,1-6 0 0,1 1 0 16,0-4-2-16,1-1 2 0,1-2 0 0,-1-3-1 16,2-3 1-16,0-1 0 0,-2-4 0 15,2-1 0-15,-4-2 0 0,0-3 1 0,-3-1-2 0,-1 0 2 0,-1 0 1 16,-4 1 3-16,-4-1 5 0,-1 0 3 16,-3 3 6-16,-6-1 2 0,1 0 2 15,-5 2-1-15,-4 1-3 0,-1 2-3 0,-4 0-3 16,-3 3-2-16,-2 0-3 0,1 7-3 0,-4 2-1 15,1 2-1-15,1 7-3 0,0 0-1 0,3 4-2 16,0 2 0-16,1 4 0 16,5-2 0-16,0 3 0 15,4-1 0-15,2 1-1 0,3 0-1 0,1-4-12 16,7 0-19-16,-1-4-37 0,6-1-76 0,-1-4-87 16,4-5-165-16,0-2-271 0,2-2-327 0,2-6-341 15,2-5-185-15,1-2 83 0,1-5 645 16</inkml:trace>
  <inkml:trace contextRef="#ctx0" brushRef="#br0" timeOffset="26763.57">13461 4260 110 0,'5'-24'706'15,"-3"4"468"-15,-2 0 144 0,-4 4-55 0,1 3-350 0,-2 3-337 0,0-1-176 16,1 6-101-16,-4-1-73 0,2 3-81 0,1 3-69 16,2 0-36-16,1 2-22 0,2 1-11 15,2 1-8-15,1 1-8 0,0 2-61 16,3 1-64-16,-1 1-96 0,4 0-163 0,-1 1-299 0,1 2-335 15,1 0-257-15,0 2-172 0,0 1 222 0,0 0 602 16</inkml:trace>
  <inkml:trace contextRef="#ctx0" brushRef="#br0" timeOffset="27096.32">13651 4654 84 0,'3'6'608'0,"3"-3"431"15,-3-3 180-15,0-3-81 0,2-4-324 16,3-4-229-16,3-3-132 0,0-5-78 0,2-4-59 0,4-2-48 16,-1-2-64-16,2-4-68 0,-4 0-41 0,6-6-25 15,-2 1-16 1,-1 0-11-16,2-4-7 0,-4-1-6 0,0 1-8 16,0-1-5-16,-5 1-2 0,-2 2-2 0,-3 3 1 0,0 3 2 0,-2 4 4 0,-3 4 3 15,0 7 1-15,-3 5-1 0,-2 3-3 16,0 7-4-16,0 5-6 0,-4 5-4 0,1 5 0 15,2 6-2-15,-2 4 0 0,0 6 0 0,2 4-2 16,-1 3 0-16,3 3-2 16,0 3 0-16,-2 3-2 15,2-1-2-15,2 3 0 0,0-2 0 0,1-1-1 16,2 0 0-16,1-5-6 0,4 3-14 0,0-5-31 16,2-1-79-16,1-2-88 0,1-3-173 0,-2-3-289 15,2-1-333-15,2-1-366 0,0-6-187 0,-3-1 143 16,5-2 702-16</inkml:trace>
  <inkml:trace contextRef="#ctx0" brushRef="#br0" timeOffset="28206.65">14220 4732 186 0,'-8'0'361'15,"3"2"152"-15,-3-1 86 0,4 0-156 0,-3 1-98 16,2-2-30-16,1 0-8 0,1 0 2 16,0 0-6-16,1-2 1 0,2 1 0 0,0-3-10 15,2-4-21-15,-1-1-30 0,4-1-29 0,3-4-29 16,-2-3 0-16,4 0 20 0,4-4 38 0,-2 0 9 15,1-2-7-15,1 0-22 0,-1 2-38 16,1-3-46-16,-3 5-50 0,-1 3-28 0,1 1-18 0,-5 3-7 16,-1 4-5-16,-2 3-3 0,0 4-3 15,-3 5-4-15,0 2-1 0,-3 7-6 16,2 3-4-16,-3 2-3 0,1 5-3 0,0 3 0 0,0-1-1 16,1 6 0-16,0-4-1 0,2 3-1 0,0-1-1 15,4-4 2-15,1 1-1 0,-1-5-1 0,6-3 1 16,-1-3-1-16,4-5 1 0,-1-3-2 0,4-3 0 15,2-8 1-15,-4-3-1 0,6-3-1 0,-2-5 0 16,2-5 0-16,-1-3 0 16,1 1 0-16,0-1 2 15,-4-2 0-15,1 3 2 0,-4 2 1 0,-1 1 0 16,-2 4 1-16,-4 3 3 0,-1 1 4 16,1 2 1-16,-4 5 1 0,-1 1 1 0,-1 3 1 15,0 3-2-15,0 1-2 0,-1 5-1 0,-1 0-1 16,2 1-1-16,2 1 0 0,-1 3-3 0,1-2-1 15,1 0-1-15,2 0-1 0,2-2-2 0,0 0 0 16,1 1 0-16,0-5 0 0,3 2-3 0,0-3 0 16,2-1 0-16,-1 0-3 0,0-2-5 0,0-2-14 15,2 0-31-15,-2-3-61 0,2 0-71 0,-3 0-87 16,0-3-142-16,1 1-179 0,-2-2-246 0,1 3-235 16,0-1-187-16,-1 0-37 0,-1 0 351 15,0 3 457-15</inkml:trace>
  <inkml:trace contextRef="#ctx0" brushRef="#br0" timeOffset="28496.53">14889 4653 36 0,'7'1'330'0,"-3"1"274"0,1 1 257 15,-4 1 72-15,4 2-192 0,1 2-181 0,3-1-133 16,0 1-87-16,-3-2-69 0,6 0-63 0,-2-3-54 16,4 0-45-16,2-3-24 0,2-1-17 0,2-4-7 31,2-2-6-31,-1-6 9 0,6 0 31 16,0-4 33-16,1-2 35 0,0-2 27 0,-2-2 10 0,-1-1-14 0,-4 2-28 15,-2 0-31-15,-7 2-30 16,1 2-24-16,-7 0-13 0,-4 3-6 0,-2 1-1 15,-5 2 1-15,-2 3-1 0,-6 2-4 0,-2 4-2 16,-4 3-5-16,0 6-5 0,-5 2-6 0,1 6-6 16,-1 3-5-16,3 3-7 0,-1 3-2 0,5-1-3 15,3 6-4-15,1 0-1 16,2 0 0-16,5 3-2 0,2 0-1 0,1 3 0 0,6-2-4 16,4 0-11-16,3 0-18 0,5-2-33 0,3 0-71 15,5-5-78-15,4-2-150 0,3-2-252 0,3-4-313 16,1-2-347-16,2-2-222 0,5 1-13 0,0-5 585 15</inkml:trace>
  <inkml:trace contextRef="#ctx0" brushRef="#br0" timeOffset="29047.38">16260 4459 147 0,'3'-2'659'0,"-2"4"403"0,-1 3 139 0,2 4-101 16,-2 4-420-16,2 5-193 0,-1 4-83 0,2 3-52 0,-1 3-50 15,2 2-39-15,-2 0-49 0,-1 3-64 0,1 0-58 16,1-2-40-16,1 1-26 0,-3-5-11 0,2 0-8 15,2-4-7-15,-2-2-8 0,1-5-49 0,0 0-62 16,-1-5-75-16,-1-5-141 0,-1-1-211 16,-1-5-323-1,0-6-266-15,0-4-210 0,0-3-10 0,-3-5 473 16</inkml:trace>
  <inkml:trace contextRef="#ctx0" brushRef="#br0" timeOffset="29229.76">16201 4334 101 0,'0'-17'597'0,"-2"7"413"16,-1-1 171-16,0 3-90 0,1 1-415 15,-1 1-285-15,3 2-146 0,0 1-87 0,2 2-59 0,1 0-29 0,2 1-18 16,1 1-22-16,1 0-12 0,3 4-12 0,0 0-7 16,1 2-13-16,0 2-52 0,0 1-105 15,-3 3-143-15,3 2-250 0,-3 1-275 16,0 2-246-16,-3 2-84 0,3 1 255 0,-7 1 418 0</inkml:trace>
  <inkml:trace contextRef="#ctx0" brushRef="#br0" timeOffset="29749.55">16423 4967 65 0,'10'4'478'0,"-3"-6"361"0,-1-2 253 0,2-4 13 16,3-4-356-1,-1-4-230-15,-1-4-87 0,5-1-28 0,-1-1-38 16,3-4-46-16,-2 1-38 0,2-2-39 0,-4 0-59 16,0 4-60-16,0 1-41 0,-4 3-27 0,0 1-15 15,1 5-5-15,-4 3-4 0,-2 2-2 16,-1 2-4-16,0 6-3 0,-2 5-2 0,-2 1-6 16,0 4-3-16,-1 5-2 0,1 2-3 0,1 2-1 0,-1 2-1 15,-2 3 0-15,4-3-2 0,0 2-1 16,4-3 0-16,-2 0-1 0,1-2-1 0,4-3-2 15,-3-1 0-15,4-6 0 0,3 0 1 0,-1-5 1 16,1-6 0-16,1-1 1 0,3-6 0 16,2-4-1-1,-1-1 2-15,3-6-3 0,1-2 1 0,0-1 0 16,2 1-2-16,-2-1 2 0,-2 4 0 0,-1-1 1 16,-3 6 1-16,0 0-1 0,-4 4 1 0,-2 2 1 15,-2 3 1-15,0 2 4 0,-3 2 0 16,1 2 3-16,-1 3 2 0,0 3 0 0,-1 0-2 15,-1 3-2-15,3 0-2 0,-3-1-2 16,5 4-2-16,-3-3-1 0,2 1-2 0,0 1-1 16,1-3-1-16,2 2 1 0,1-2 0 15,1 2 0-15,-2-1-1 0,4 0 0 0,-2 0-1 0,1-2-2 0,0 2-7 16,0-1-13-16,1-1-21 0,0-1-51 0,-1 0-66 16,0-1-65-16,-1-2-90 0,-1 0-153 15,2-1-213-15,-3-2-251 0,3-2-207 16,2-1-183-16,-2-3 102 0,2-1 473 0</inkml:trace>
  <inkml:trace contextRef="#ctx0" brushRef="#br0" timeOffset="30180.43">17572 4669 272 0,'11'-6'640'0,"-1"-1"330"15,-1-1 157-15,0-2-256 0,-1 0-242 0,2-4-141 0,-1 1-54 16,2-3-38-16,-3-1-47 0,3-2-39 0,-1-1-36 16,-2-2-49-16,3-1-64 0,-3-4-52 0,0-2-37 15,0-3-21-15,1-1-16 0,-1-2-8 16,-2-5-6-16,1 1-4 0,-1-1-2 0,-5-2-3 0,1 1 0 16,-2 1 1-16,-2 0 0 0,-4 3-1 0,0 4 1 15,-2 5 1-15,0 3 1 0,-3 5 1 0,1 5 0 16,1 5-2-16,-2 5-1 0,3 5-1 0,-2 5-2 15,4 5-2-15,-2 5 0 0,2 5 1 16,1 3 0-16,0 4-2 0,4 3 0 16,-1 3-1-16,0 2-1 0,1 4-1 0,-1-1-2 15,2 5 0-15,-1 0-2 0,-2 1-1 16,1 2 0-16,2-1 0 16,-3 2 0-16,3-2 1 0,-1 1 0 0,-3 1 2 15,3 0 0-15,-1-1 1 0,2 0-3 0,-1 1 0 16,1-2-1-16,-2-1-1 0,2-1-1 15,0-4-2-15,0 0-3 0,0-3-11 16,2-5-15-16,-2-1-30 0,0-4-55 0,0-4-70 16,0-2-71-16,0-6-122 0,0 0-176 0,0-4-275 0,0-6-248 15,1-2-196-15,1-4-80 0,1-2 352 0,0-4 515 16</inkml:trace>
  <inkml:trace contextRef="#ctx0" brushRef="#br0" timeOffset="30525.38">17441 4801 23 0,'-7'-1'504'0,"3"1"450"15,-5-3 242-15,0 1-34 0,0-1-281 16,1 2-239-1,1-1-141-15,0 1-93 0,2 1-69 0,0-2-59 16,3 1-70-16,1 1-80 0,1-1-50 0,3 1-28 16,2 0-17-16,1-2-8 0,7 2-1 0,1-2-5 15,2 1-1-15,1 0-6 0,5-1-3 16,2 0-1-16,1 0-3 0,2-3-1 0,0 2-1 16,3-2-2-16,2 0 0 0,0 2-2 0,-1-2 0 15,4 0-2-15,-5-1 0 0,1 3-1 0,-1-1-3 16,-2 1-11-16,-2 1-39 0,0 1-72 0,-4-1-70 15,-2 2-132-15,-4 2-205 0,1-2-317 0,-4 1-301 16,3-1-204-16,-3 2-78 0,-1-2 419 16,1-2 567-16</inkml:trace>
  <inkml:trace contextRef="#ctx0" brushRef="#br0" timeOffset="31329.58">18600 4539 124 0,'-7'-3'358'0,"1"1"176"16,-3 0 142 0,1-2-125-16,-1 2-132 0,0-1-56 0,1 1-2 0,0 0 4 15,0 0-2-15,-1 2-17 0,1 2-37 16,2 2-50-16,-1 2-55 0,1 1-35 0,2 5-22 15,0 1 9-15,1 5 26 0,3 1 27 0,0 7 17 16,2 3-3-16,1 0-19 0,0 3-42 0,6 0-45 16,-1 0-40-16,5-6-29 0,3-1-24 0,3-3-13 15,3-6-4-15,3-7-3 0,2-4-4 0,1-7 0 16,-1-5 0-16,2-5 2 0,-2-6-4 0,-2-3 1 16,0-5 2-16,-3 1 1 0,-4-5-2 15,-2 0 1-15,-4-1 10 0,-2 3 8 0,-6 0 6 16,0 1 7-16,-6 1 4 0,-3 3 0 0,-4-1-6 15,-2 4-8-15,-5 2-6 0,0 3-6 0,-4 2-5 16,-1 2-3-16,-4 3-2 0,-1 5-4 0,-2 3-9 31,1 6-26-31,-3 4-59 0,0 0-68 0,3 5-94 16,2 1-172-16,-1 2-304 0,4 1-307 0,2 1-247 16,6 1-154-16,0-1 228 0,1-1 608 15</inkml:trace>
  <inkml:trace contextRef="#ctx0" brushRef="#br0" timeOffset="38228.19">4053 7282 210 0,'-10'1'443'0,"-2"1"204"16,1-1 128-16,0 1-218 0,0 0-137 0,3-1-17 0,0-1-5 0,2 1-4 15,3-1-22-15,0 2-44 0,-1 0-58 16,4-2-81 0,-1 0-67-16,2 1-48 0,3 1-23 15,0 1-11-15,3-1-5 0,5 2-1 0,1-1 27 16,4 2 10-16,1-3 0 0,4 2-4 0,3-4-2 15,2 2 2-15,1 0-27 0,1-2-13 0,1-2-8 16,0 2 0-16,0-2-6 0,-1 2-6 0,-1-3 4 16,1 3-5-16,-4-1-2 0,0 1-2 15,-3 0-3-15,-1 1 3 0,-2 2-6 0,-2-3 1 0,-1 4 0 16,0-1 0-16,0 1-2 0,-4 1-28 0,2 1-25 16,-2-1-55-16,0 0-120 0,-1-1-168 15,-1 1-295-15,1-1-258 0,-2 0-235 0,1-1-65 16,2 0 347-16,-4-3 474 0</inkml:trace>
  <inkml:trace contextRef="#ctx0" brushRef="#br0" timeOffset="38828.83">5794 6982 256 0,'0'-1'517'16,"-3"-2"177"-16,3 3 76 0,-3 0-283 0,3 3-186 15,0 1-87-15,3 3 6 0,0 5 48 0,1 6 41 0,0-1 25 16,1 5-8-16,-1 3-46 0,1 6-72 15,-3 1-54-15,3 3-38 0,-2-2-37 0,-1 4-25 16,1-1-15-16,-2 0-11 0,1-2-8 0,2 0-12 16,-4-2-4-16,2-4-5 0,1 0-1 0,0-4-13 15,-1-5-47-15,-2-2-99 0,2-4-122 0,-2-4-187 16,0-4-291-16,0-5-251 0,-2-3-129 16,0-8 175-1,-1-3 365-15</inkml:trace>
  <inkml:trace contextRef="#ctx0" brushRef="#br0" timeOffset="39047.1">5810 6885 271 0,'1'-16'825'16,"-4"6"342"-16,-3-3 10 0,0 2-156 0,1 4-516 15,2 1-242-15,0 0-128 0,1 3-66 0,-1-1-35 0,3 0-16 16,-2 3-10-16,4 0-5 0,-1-1-3 15,4 2-3-15,0 2-18 0,3 0-59 0,1 2-101 16,1 1-132-16,0 1-259 0,2 3-270 0,-1 0-216 16,2 3-28-16,-2 1 257 0,-2 3 380 15</inkml:trace>
  <inkml:trace contextRef="#ctx0" brushRef="#br0" timeOffset="39529.66">6026 7596 268 0,'7'10'543'0,"-4"-5"200"15,0-3 85-15,1-4-238 0,-1-5-223 16,4-5-73-16,1-4-4 0,-1-5 10 0,1-6 13 0,4-1 0 16,-1-4-41-16,2-3-55 0,1 1-56 15,-2 1-40-15,0-1-37 0,1 5-23 0,-4 1-22 16,0 6-13-16,-2 3-12 0,-1 2-4 0,-1 6-3 15,-2 4 1-15,-1 2 3 0,1 5 2 0,-3 3 0 16,0 4-4-16,0 6 1 0,-3 3-3 0,1 4-3 16,2 2-3-16,-3 2 0 0,3 1 1 0,0 1-2 15,0-2-5-15,3-1-1 0,-1 0 4 16,4-3-4 0,-1-4-1-16,1-3 1 0,2-2 2 0,3-3 1 15,0-7 0-15,-1-2 0 0,5-7 2 16,-2-5 0-16,4-5 4 0,-2-5 2 0,2-4-1 15,1-1-2-15,1-1 2 0,-2 0-1 0,-1 2-2 16,-1 4 0-16,-2 2 4 0,-3 4 2 16,1 3-4-16,-5 4 3 0,0 3-2 0,-1 4 0 15,-2 3-1-15,1 3-4 0,0 3 3 0,-2 4-3 0,-1 2-1 16,-1 2-2-16,2 1 2 0,-1 1 4 16,1 0-3-16,0 1 1 0,-1 0-1 0,1-2 2 15,1 2-4-15,2-5 0 0,-2 4 3 0,3-5-2 16,0 4 3-16,1-4-12 0,1 0-18 0,-2-1-61 15,2-3-120-15,0 0-159 0,-2-3-298 0,2-1-267 16,3-2-235-16,-3-1-25 0,3-1 349 16,-3-2 442-16</inkml:trace>
  <inkml:trace contextRef="#ctx0" brushRef="#br0" timeOffset="39945.78">6928 7356 257 0,'10'0'492'0,"0"-2"182"0,-2 1 156 0,0-3-201 16,-1-3-116-16,2-3-61 0,-1 0-30 0,3-6-22 15,0-2-60-15,0-4-66 0,2-6-59 16,3 0-43-16,-2-2-17 0,2-4-8 0,0-2 11 16,-1 0 1-16,-2-3 2 0,1-4-7 0,-3 4-17 15,-1-5-20-15,-1 2-21 0,-6-2-20 0,-1 2-19 16,-2 0-9-16,-3 3-6 0,-4 2-5 0,-2 1-4 15,-1 4-1-15,-1 6-7 0,-1 3-6 0,1 5-6 16,-2 3-4-16,2 6-2 0,1 2-5 0,1 7 2 16,1 2-1-16,0 6 3 0,2 4-2 15,1 4-1-15,-1 3-1 0,4 7 7 0,1 4 1 0,2 4 0 32,1 3 1-32,2 4 1 0,1 2 1 15,2 3-4-15,-3 2-2 0,3 2 0 0,-1 2 0 16,2 0-2-16,-2 1-3 0,2-2 0 0,-1-1-3 15,0-2-2-15,3-3-2 0,0-3-1 16,0-3 0-16,1-2-2 0,-1-2-4 0,2-6-19 16,-2-2-40-16,-2-2-64 0,1-4-57 0,-2-4-65 15,-4-2-113-15,0-2-144 0,-4-3-196 0,-3-2-213 0,1-3-210 16,-3 0-131-16,-5-5 208 0,-2 0 449 16</inkml:trace>
  <inkml:trace contextRef="#ctx0" brushRef="#br0" timeOffset="40145.8">6871 7332 407 0,'0'-10'837'16,"-2"-1"266"-16,2 4-10 0,0 2-310 15,0-2-329 1,5 5-198-16,0-2-108 0,3 1-48 16,1 3-20-16,4-1-7 0,1 1-4 0,5 0-7 15,0 1-17-15,5-1-14 0,-1 0-13 0,3 2-8 16,1-2-7-16,3-2-17 0,-2 2-40 0,1-2-79 15,-1-1-111-15,-3 0-143 0,2 2-298 16,-3-3-251-16,0 3-153 0,-2-1 78 0,0 2 322 16</inkml:trace>
  <inkml:trace contextRef="#ctx0" brushRef="#br0" timeOffset="40378.75">7549 7324 177 0,'19'20'476'15,"-4"-1"224"-15,0 2 120 16,-2 0-156-16,1 3-195 0,-3-1-93 0,2-3-62 0,-1 0-23 0,0-4 1 0,0-3-5 15,-1-5-40-15,-1-1-28 0,2-5 13 0,-2-4 20 16,1-3 19-16,0-2-9 0,-3-7-14 16,-2-1-28-16,-1 0-41 0,-2-4-42 0,-1 2-43 15,-4-1-29-15,1 2-19 0,-4-1-14 0,0 2-10 32,-3 0-8-32,-1 2-5 0,-1-1-4 0,-1 2-5 15,-3 1-11-15,3 1-28 0,-2 1-53 0,2 1-58 16,2 3-60-16,1 0-101 0,0 3-166 0,5 3-243 15,1 2-244-15,4 1-222 0,3 5-162 0,1 0 204 16,0 2 525-16</inkml:trace>
  <inkml:trace contextRef="#ctx0" brushRef="#br0" timeOffset="41079.24">9033 7074 238 0,'0'-13'551'0,"-2"1"274"0,0-1 172 16,-1 1-180 0,-2-1-217-16,-3 1-143 0,-1-2-90 0,-2-1-70 15,-2 2-59-15,-3-1-31 0,2 2-12 0,-2 0-7 16,2 3 0-16,-2 2-9 0,0 1-16 0,-1 3-31 15,3 3-35-15,-2 1-30 0,3 4-22 0,-1 1-18 16,3 4-11-16,0 2-7 0,3 3-7 16,5 2-1-16,1 1-1 0,4 3-3 0,3-1 0 0,4 2 2 15,2 0 0-15,2-1 0 0,4 0 3 16,2 0 0-16,0-1 0 0,3 0 0 0,0-1-1 16,-1-1-1-16,3-2 1 0,-2-1-1 0,-3-2 0 15,1 1 4-15,-1-1 2 0,-3-4 2 0,-2 4-2 16,-4-3 1-16,0 1 1 0,-4 2 1 0,-2 1-3 15,-1-1-3-15,-4 2 3 0,-2 4-2 16,-3-2-4-16,-2 3-2 0,-2 1-1 0,-1 2-3 16,0-1-3-16,-2 1 1 0,-1 3-14 0,0-2-45 15,-2 0-47 1,3-2-41-16,1-2-71 0,-1-3-127 0,5-4-154 16,-1-4-194-16,4-4-236 0,2-5-224 15,1-6-45-15,4-7 296 0,3-6 425 0</inkml:trace>
  <inkml:trace contextRef="#ctx0" brushRef="#br0" timeOffset="41329.33">9241 6748 380 0,'16'-20'833'0,"-5"3"275"0,-3 3-5 0,0 3-306 16,-1 6-303-16,-2 3-197 0,0 7-105 0,0 2-41 15,1 8-6-15,2 3 23 0,0 6 13 0,0 5 5 16,0 3-4-16,4 1-18 0,-4 5-20 0,2 1-29 15,2 2-30-15,-2 2-34 0,1-1-23 16,2 1-10-16,-2 1-8 0,0-2-7 0,-2-1-6 0,1-2-14 16,1-2-47-16,-2-4-43 0,-2-1-42 15,-1-4-70-15,-1-4-116 0,-2-4-143 0,-3-4-177 32,-3-1-244-32,0-6-224 0,-2-1-60 0,-1-5 245 15,-3-4 409-15</inkml:trace>
  <inkml:trace contextRef="#ctx0" brushRef="#br0" timeOffset="41547.41">9216 7113 85 0,'0'-14'597'16,"-2"1"429"-16,2 5 149 0,0-1-95 0,0 3-413 16,0 0-292-16,2 2-176 0,0 0-90 0,1-1-40 15,4 0-17-15,-2 2-12 0,6-1-3 0,2 1-6 16,1-2-10-16,3 3-8 0,-1-1-4 0,3 2-2 15,0 0-4-15,0 2 2 0,0 0-1 0,0 2-6 16,-2 3-32-16,0-2-69 0,-2 2-110 16,-2 1-150-16,1 2-300 0,-4 0-262 0,-1 2-182 15,0-1 33 1,-2 3 320-16</inkml:trace>
  <inkml:trace contextRef="#ctx0" brushRef="#br0" timeOffset="41962.69">9576 7161 187 0,'2'2'790'0,"-1"-2"418"0,-1 3 35 0,-1-3-163 15,1 1-451-15,0-1-299 0,0 1-153 0,0 0-81 16,1 2-38-16,1-1-23 0,1 3-12 0,0 1-13 16,5 3-7-16,-2 3-2 0,2 1 0 0,-1 2 1 15,4 4-1-15,-2-2-1 0,1 1-2 0,1 0-4 16,0-2-2-16,0 0 0 0,3-4 3 15,-1-2 1-15,2-3 3 0,0-2 5 0,2-2 0 16,-2-3 1-16,2-3-5 0,-3-3 6 0,3-4 1 16,-2-2 0-16,0-3 1 0,-2-1-1 0,1 0 0 15,-4 0-2-15,0-1-4 0,0 4 0 32,-3 0 0-32,-2 3 1 0,-1 3-2 0,0 2 2 0,0-1 2 15,-2 5-3-15,0 1 12 0,0 1 12 16,0 6 19-16,1 3 14 0,-1-1 9 0,-1 8 14 0,1-1-5 15,0 1-11-15,1 3-18 0,0 0-14 16,0 1-12-16,0-2-12 0,2 1-5 0,1-1-3 16,-1 0 0-16,1-5-1 0,1 0 0 0,2-3-2 15,-1 0-1-15,2-5-9 0,-1-1-28 0,4-2-32 16,-2-3-27-16,1-5-53 0,1 0-105 0,-2-6-136 16,2 0-190-16,-2-1-258 0,3-1-242 15,-3-1-114-15,0-2 210 0,0-1 416 0</inkml:trace>
  <inkml:trace contextRef="#ctx0" brushRef="#br0" timeOffset="42378.5">10248 6805 45 0,'5'-19'514'16,"-3"5"421"-16,-1 3 208 0,-1 4-35 0,-1 3-365 15,1 2-274-15,-2 5-169 0,2 3-85 16,0 3-30-16,0 3-9 0,0 3-4 0,0 5-8 15,2 1-7-15,-1 1-14 0,1 4-21 0,-1 1-25 16,-1 2-27-16,2 0-20 0,0 1-16 16,-1 1-11-16,2-3-9 0,-1 0-5 0,2-2-3 0,1-4-2 0,0-2-4 15,1-4 0-15,-1-2-6 0,4-4 0 16,-1-3-1-16,0-5 0 0,0-3-2 16,3-5-4-16,-1-3-2 0,-1-4 1 0,2 0 1 15,-3-2 2-15,0 0 4 0,-1 3 5 0,0 0 4 16,-4 4 3-16,2-1-2 0,-2 5 2 0,-1-2-5 15,1 5 2-15,-3 2-2 0,2 5-3 0,-2 2 4 16,0 4 1-16,0 3-2 0,0 4 0 0,0 2 2 16,0 5-1-16,0 0-4 0,0 5 0 0,2 1 3 31,-1-3-3-31,2 3-11 0,2-4-43 0,1 1-46 16,1-7-39-16,1-1-51 0,2-4-83 0,-2-6-116 15,2-2-101-15,1-5-179 0,-2-6-250 16,3-3-183-16,0-3 9 0,-1-6 286 0,2-4 369 0</inkml:trace>
  <inkml:trace contextRef="#ctx0" brushRef="#br0" timeOffset="42578.78">10781 6639 39 0,'2'-26'511'0,"-1"7"435"0,-1 4 216 15,0 4-36-15,-1 4-357 0,-1 7-288 0,2 3-160 16,-2 5-62-16,4 4-20 0,0 2-14 0,-1 5-13 15,3 3-11-15,0 5-20 0,-1 3-45 0,0 2-32 16,0 1-27-16,1 5-26 0,-3 1-17 0,2 2-12 16,-1 2-6-16,0 2-6 0,-1-1-31 0,-1 2-59 15,2-2-57 1,-2-3-70-16,2-3-131 0,-2-3-183 16,0-6-284-16,-2 1-230 0,2-4-209 0,-2-4-53 15,-1-2 359-15,0-4 480 0</inkml:trace>
  <inkml:trace contextRef="#ctx0" brushRef="#br0" timeOffset="42795.86">10658 7126 309 0,'1'-6'691'16,"1"0"256"-16,0 2 47 0,1-1-256 0,0 1-316 15,4 0-165-15,-2-1-88 0,3-1-40 16,2 4-22-16,1-4-10 0,-2 2-9 0,4-3-31 15,1 3-23-15,1 0-14 16,0-2-6-16,1 0-6 0,1 1-30 0,-2-1-74 0,-1 2-119 0,0 1-181 16,0 0-282-16,-1 1-238 0,1 2-128 0,-3-2 119 31,2 2 345-31</inkml:trace>
  <inkml:trace contextRef="#ctx0" brushRef="#br0" timeOffset="43112.26">11089 6986 416 0,'0'11'899'16,"-1"1"297"-16,-4 1-15 0,3 1-305 16,-1 3-303-16,2-1-176 0,-3 3-93 15,2 3-61-15,2 0-43 0,0-1-34 0,0 0-36 0,2 0-51 16,2-1-36-16,-3-2-25 0,4-4-9 16,0 2-5-16,1-5-5 0,1-3 1 0,0-2-2 0,1-2 4 15,0 0 2-15,3-4 0 0,-3-4 0 0,3 0-2 16,0-5 0-16,0 0 2 0,-1-3-3 15,1 1 0-15,-2-2 0 0,-1 3 0 0,0-1 3 16,-2 4-2-16,1 1 0 0,-2 1 13 0,-1 4 6 16,1 4 5-16,-2 3 14 0,-1 2 11 0,1 6 5 15,-2 3-6 1,-1 4-6-16,2 2-6 16,-2 4-14-16,1 4-13 0,-1-1-16 0,0 3-39 15,0-2-63-15,0 3-56 0,0-5-106 0,0-2-167 16,0-1-282-16,2-4-278 0,0-1-220 0,-1-2-154 15,3-5 246-15,-3-1 541 0</inkml:trace>
  <inkml:trace contextRef="#ctx0" brushRef="#br0" timeOffset="43776.75">11531 7342 367 0,'0'-6'690'0,"0"0"251"16,-2 0 59-16,2 4-307 0,0-3-267 16,0 4-147-16,2-2-98 0,-2 1-50 0,1 2 5 15,5 0 9 1,-3 2 8-16,4 2-1 0,1 1 5 16,4 3-3-16,-1 1-12 0,4 3-18 0,2 0-1 15,-1 3-6-15,1 0-8 0,1-1-13 0,-1 1-26 16,0-2-16-16,-1-1-22 0,0-2-13 15,-1 0-6-15,-2-3 39 0,-1-2 35 0,-3-2 21 16,0-2 8-16,-2-2 2 0,-1-3-4 0,-1-5-37 16,-2-1-30-16,2-3-18 0,-4-2-11 0,-1-3-8 0,-1 2-5 15,-2-3-2-15,0-1-1 0,0 3-1 0,-1-2-1 16,1 3 0-16,2 0-1 0,-3 2 0 16,4 2-2-16,0 1-2 0,0 1 1 0,4 3-3 15,-1 2-1-15,2 2-16 0,1 2-29 16,3-1-46-16,-1 4-47 0,3-1-41 0,2 2-43 15,0 2-45-15,2-3-54 16,1 1-55-16,3-3-77 0,-1 0-152 0,2 0-257 0,0-3-183 0,1 1-8 16,-2-3 231-16,3 1 335 0</inkml:trace>
  <inkml:trace contextRef="#ctx0" brushRef="#br0" timeOffset="44545.09">12134 7174 334 0,'7'-5'735'0,"-5"3"349"0,-4-2 88 15,0 2-298-15,-3 2-232 0,-1 2-123 0,-2 2-83 16,-3 3-72-16,2 1-60 0,-4 1-47 0,4 3-53 15,-3 2-64-15,2 2-56 0,0 0-36 16,5 1-23-16,0 0-10 0,4 0-8 0,1 0-5 16,3-2-5-16,2-2 0 0,3-1-2 0,3-3 1 15,1-4-1-15,4-2 1 0,0-5 2 0,1-3 0 16,1-1 1-16,2-4 1 0,-2-2 1 0,1 1-1 16,-1-4 2-16,-3 2 0 0,2-2 1 0,-4 4-2 15,-2 0 1-15,0 1-1 0,-1 0 1 0,-2 3-2 16,-1 2 1-16,-2 1-1 0,-2 1-1 0,0 0 1 15,1 3-1-15,1 0 0 0,-4 3 2 16,2 1 1-16,2 1-1 0,-1 0 0 0,0 4 2 16,0 1-1-16,3 0-2 0,-1 2-1 0,2 0 2 15,2 0 1-15,-2-2-3 16,2 3 1-16,2-3-1 16,0-1 0-16,2 0 0 0,-1-3-1 0,4 0 1 15,-1-1 0-15,0-4-2 0,0-1-9 0,1-1-4 16,-1-3-11-16,-2-2-9 0,1-1-7 15,-1-3 1-15,-3-2 6 0,4-2 3 0,-5-1 13 0,1-3 11 16,0 0 5-16,-1-2 2 0,-1-5 1 16,-1 0 1-16,2-4-3 0,-2-1 2 0,0-3 3 15,1-5-2-15,-1 0 0 0,0-3 3 0,-2-3 1 16,3 0 0-16,-2-3-2 0,-1 3 16 0,1-2 15 16,0 7 7-16,-4 1 9 0,1 7 7 0,-1 4 5 15,-1 6-9-15,-2 3-11 0,0 5-9 0,0 3-8 16,-2 3-9-16,2 7-6 0,-2 2-5 0,2 5-3 15,0 5-1 1,0 3-1-16,0 3 0 0,0 5 1 0,0 4-3 0,0 2 0 0,0 7 2 16,0-1 1-16,-1 9 0 0,-1 1 2 0,0 4 2 15,-1 4-1-15,-1 2 1 0,4-1-2 0,3 0-2 32,1-4-1-32,3-2-1 0,3-6-1 0,3-8-1 15,5-3-3-15,1-4 3 0,3-9-2 16,2-3-8-16,3-5-14 0,-2-5-22 0,4-5-33 0,-3-5-34 15,0-6-35-15,-4-3-25 0,0-2-11 0,-2-3 6 16,-3-2 34-16,-4 0 34 0,-3-2 40 16,-2-1 49-16,-5 0 65 0,-1 0 62 0,-4-2 55 15,-1 3 35-15,-3-1 10 0,-4 1-14 0,-1-1-26 16,-2 3-31-16,2 1-29 0,-4 3-20 0,2 2-11 16,-1 5-10-16,1 4-12 0,3 6-10 0,0 5-10 15,2 6-10-15,1 5-9 0,2 4-3 0,1 5-2 16,4 5-3-16,4 1-1 0,1 1-2 0,2 3-1 15,4-2-1-15,3 0-1 0,3-4-1 0,4 2-12 16,2-3-34-16,4-4-79 0,-1-1-89 16,4-7-174-16,4 0-294 0,0-7-338 0,0-1-356 0,4-3-170 15,-1-5 169 1,1-2 691-16</inkml:trace>
  <inkml:trace contextRef="#ctx0" brushRef="#br0" timeOffset="45728.69">15319 6376 106 0,'-2'-7'553'0,"-4"2"383"0,0 5 175 0,-1 3-30 16,-4 6-401-16,3 6-224 15,0 5-96-15,0 10-42 0,1 6-18 0,2 6-17 16,-2 7-28-16,4 5-31 0,-2 6-43 0,2 3-47 16,3 5-39-16,-1 1-31 0,2 3-25 0,1 0-14 15,-1-1-12-15,4-1-8 0,2-4-6 16,1-3-4-16,4-3-6 0,-1-8-48 0,6-1-63 16,-2-7-77-16,2-5-146 0,2-3-265 0,2-5-322 15,-1-1-276-15,0-3-192 0,0-5 73 0,-1 0 548 16</inkml:trace>
  <inkml:trace contextRef="#ctx0" brushRef="#br0" timeOffset="46977.59">15698 7347 391 0,'0'3'739'0,"2"-3"241"0,-2 0 29 15,0-1-313-15,1-3-279 16,1 0-130-16,0-4-79 0,2-1-32 0,1-4-14 16,0-1-11-16,6-2-24 15,-2-5-25-15,1-1-16 0,2 0-24 0,-2-2-16 0,4 0-8 16,-3 3-4-16,-3 0-7 0,0 5 3 0,1 0 20 16,-4 6 42-16,0 0 50 0,0 3 41 15,-2 3 17-15,0 1-10 0,-3 2-26 0,0 1-36 0,0 2-42 16,-3 4-37-16,2 4-24 0,-1-1-12 0,-1 4-4 15,1 2-5-15,-1-1-3 16,1 2-2-16,2-1 2 0,0-2-2 0,0 1-1 0,2-1-1 16,1-3 1-16,0-2 0 0,1-1-2 0,2-2 4 15,1-1 0-15,2-4 5 0,0-4-2 0,3-1 3 32,0-4-1-32,1-3-3 0,1 0 3 0,-2-1-3 15,2-2-1-15,-1 4-2 0,0-1 1 0,-4 0 0 16,-1 4-3-16,-3 2-2 0,3 2 2 0,-5-1 2 15,0 4 2-15,0 2 4 0,2 1 1 16,-3 2 1-16,1 2 0 0,-1 3 0 0,-1 0-4 16,-1 3-2-16,2 0 1 0,-1 1-2 0,-1 1-2 15,2 0-1-15,1-1 0 0,-2 1-1 0,2 0-26 16,-1-2-48-16,3-1-53 0,0 0-51 0,1-4-91 16,-1-1-149-16,4-3-203 0,-1-3-244 15,3-1-221-15,0-4-186 0,-1-2 108 0,1-2 443 16</inkml:trace>
  <inkml:trace contextRef="#ctx0" brushRef="#br0" timeOffset="47228.16">16236 7117 136 0,'2'-3'600'0,"-2"2"382"0,-2 1 161 15,0 1-122-15,-1 1-337 0,2-1-238 16,-3 2-159 0,3 2-86-16,-1-1-56 0,0 2-46 0,2 0-33 15,-1 0-23-15,2 0-19 0,-1 0-11 0,4-2-7 16,-1 2-1-16,0-3-2 0,4 1-1 0,-1-4-1 15,5-2 1-15,-2-3 2 0,5-1-5 0,-2-3-1 16,0 1-1-16,1-3-1 0,-2 1 4 16,-1 2-1-16,0 1 1 0,-3 1 0 15,-1 1-1-15,-2 3 4 0,0 4-2 0,1 2 1 0,-4 4-2 16,-1 5 0-16,3 1 1 0,-3 4-1 0,2 4-3 16,-2 0-14-16,3 2-31 0,0-1-85 0,2-1-143 15,3 0-261-15,1-2-276 0,3-2-259 16,3-2-161-16,1-3 177 0,1 0 467 0</inkml:trace>
  <inkml:trace contextRef="#ctx0" brushRef="#br0" timeOffset="47975.8">17246 7054 269 0,'-3'-5'527'0,"-4"1"231"0,0 3 133 16,2-1-231-1,0 5-203-15,-1 1-86 0,1 1-47 0,0 4-38 16,1 2-29-16,2 3-24 0,2 3-26 0,2 3-30 16,2 4-20-16,-1 1-7 0,4 4-6 15,-1 1-16-15,2 1-11 0,1 1-12 0,0 0-16 0,-1-2-28 16,0 0-22-16,1 1-16 0,-1-4-10 16,-2-4-9-16,1 0-4 0,0-2 1 0,-2-5-2 15,-2 2 2-15,2-7 2 0,-2-2 3 0,0-1 4 16,-1-1 2-16,0-4 0 0,-1-3 2 0,2-4 3 15,-1-5-5-15,-1-5 2 0,1-3-5 0,1-7-1 16,0-4 1-16,-1-2-4 0,1-4 4 0,-1-3-4 16,-1-2 1-16,-1-2 0 0,2-3-1 15,0 2 1-15,-1 2 4 0,1-1 23 0,2 5 10 0,-1 5 4 32,2 2 3-32,-2 6-3 0,2 1-6 0,2 7-22 15,-3 2-9-15,2 2-9 0,1 4 2 0,1 2-4 16,1 3 2-16,0 2 3 0,1 4-1 0,1 2 0 15,0 1 1-15,0 3 0 0,-1 0-3 16,1 2-1-16,-2 1 2 0,1 2 3 0,-1-1-4 16,1 2 0-16,-2-1 2 0,1 2 0 0,-3-2-3 15,2 0-3-15,-3 0 0 0,2-4-10 0,0 0-47 16,-2-3-45-16,2-1-39 0,-1-1-50 0,0-4-89 16,3-4-125-16,-2-3-104 15,1-1-170-15,0-1-254 0,1 0-191 0,-1-1 9 0,0-1 299 16,1 1 369-16</inkml:trace>
  <inkml:trace contextRef="#ctx0" brushRef="#br0" timeOffset="48228.24">17701 7097 69 0,'7'2'359'0,"-2"4"236"0,0 2 188 0,-2 3-24 0,3-1-212 16,-2 0-158-16,1 2-98 0,3-1-66 0,0-2-45 15,1 0-19-15,1-3-11 0,1-2-15 16,2 0 1-16,0-6-8 0,2-3-4 0,0-2-30 16,2-6-1-1,-1-3 2-15,1-2-10 0,-1-3-2 16,0-2 12-16,-3 1 46 0,-3 1 55 0,-2 2 47 15,-3 0 7-15,-2 3-10 0,-6 1-21 0,-2 0-45 16,-3 3-63-16,-2 4-47 0,-5-1-28 0,0 5-15 16,-2 1-10-16,-3 6-4 0,2-1-5 15,0 9-1-15,0-1-2 0,2 5-1 16,1 1-1-16,2 2 0 0,2 4-1 0,2-1-25 16,2-1-49-16,4 3-59 0,1-2-57 0,1-2-102 0,2 1-169 15,4-5-261-15,3 0-244 0,1-5-216 0,4-2-155 16,-2-4 220-16,7-4 515 0</inkml:trace>
  <inkml:trace contextRef="#ctx0" brushRef="#br0" timeOffset="48494.13">18075 6916 201 0,'1'-10'699'0,"-2"2"381"0,-3 2 102 0,1 2-204 15,-3 1-328-15,0 2-263 0,-1 2-154 16,3 2-85-16,-1 0-52 0,2 3-31 0,-3 0-24 0,2 1-15 0,1 0-8 0,2 4-6 15,-1-1-3 1,0 1-6-16,2 0 2 0,-3 1-1 0,2 0-1 16,-3 0-1-16,-1 1 1 0,2 0 3 0,-3 0 0 15,0 2-2-15,0 0 2 0,-1-1 2 0,-2 1-4 16,3 2-2-16,-3-2-4 0,3 1-3 16,0 1-6-16,-2 2-9 0,5-5-16 0,0 1-43 15,-1-1-72-15,4-2-112 0,0-2-141 0,2 0-265 16,3-5-261-16,0 0-169 0,2-2 45 0,1-3 305 15,4-2 365-15</inkml:trace>
  <inkml:trace contextRef="#ctx0" brushRef="#br0" timeOffset="49243.79">18353 6909 366 0,'2'-8'819'16,"-2"-1"331"-16,-2 2 32 0,0-2-288 0,-1 1-201 16,3 1-130-16,-3 0-120 0,0 0-83 0,-2 0-57 15,1 1-47-15,-3-2-79 0,-1 2-61 0,2 0-31 16,-3 3-21-16,-3 1-13 0,3 0-14 0,-5 5-9 16,2 1-9-16,-3 4-7 0,2 2-5 0,-1 4 0 15,1 3-1-15,0 5-1 0,3 3 0 0,-2 1 1 16,4 5-2-16,-1 1-2 0,3 1 0 0,2 1-2 15,4-3-1-15,0-2-1 0,4-2-1 16,2-2-1-16,3-8 0 0,1-3 1 0,1-6 1 0,5-4 0 16,-2-6 1-16,3-7 1 0,-1-6 1 15,3-4 0-15,0-5-2 0,-3-6 1 0,1-4-1 16,-1 0 1-16,1-3 2 0,-5-1-1 0,-1 1 0 16,-2-1 1-1,-1 1 1-15,-1 1 0 0,-6-1-2 16,2 2 2-16,-3 2 0 0,0-1 0 0,-3 3-2 15,2 4 2-15,-3 2-1 0,0 4-1 0,0 5 1 16,1 3-2-16,-2 2-1 0,1 9 0 0,-1 3-1 16,0 6 0-16,1 8-2 0,-3 4 2 0,2 6 0 15,-2 5 0-15,2 3 0 0,0 4 1 0,0 3 2 16,0 4-1-16,2 0 1 0,-3 6-1 16,5 0-2-16,-1-1-15 0,2 0-38 0,2-4-76 15,4-3-79-15,-2-7-151 0,6-5-265 0,1-8-325 16,5-4-328-16,3-6-192 0,-3-8 27 0,2-4 592 15</inkml:trace>
  <inkml:trace contextRef="#ctx0" brushRef="#br0" timeOffset="49525.79">18656 6809 55 0,'-3'-25'634'0,"3"1"522"0,-3 6 254 15,-3 4-75-15,3 3-368 0,0 3-369 0,-1 2-205 16,0 5-114-16,0 2-95 0,3 5-76 15,-1-2-51-15,4 5-27 0,3 1-15 0,-1 2-6 16,4 1-5-16,2 1-1 0,2 1-2 0,0 2 0 16,3-1 0-16,-2 0 0 0,3 2 2 0,-3 1-1 15,0 0 0-15,0 0 1 0,-3 2 1 0,1 1-1 16,-3 1 1-16,-3 1 0 0,-2 4 0 0,-3-2 0 16,-2 1-1-16,-3 3-1 0,-1 0 0 0,-4 1-1 15,0 0 2-15,0-3-1 0,0-2 0 16,0-4-2-16,1-2-8 0,3-6-35 0,1-3-62 0,4-5-59 15,-1-6-80-15,4-6-142 0,1-5-198 16,2-6-282-16,1-4-220 0,2-7-204 0,3-2 18 16,0-2 422-16,-1-7 464 0</inkml:trace>
  <inkml:trace contextRef="#ctx0" brushRef="#br0" timeOffset="49726.48">18935 6536 279 0,'9'-23'723'0,"-1"4"314"0,-2 6 74 0,-1 3-213 15,-2 6-299-15,2 6-188 0,-2 6-63 0,1 4-11 0,-3 4-10 16,2 5-34-16,1 3-34 0,-2 4-42 16,1 1-62-16,-1 3-52 0,-2 4-38 0,2 0-28 15,-1 3-15-15,-1 3-8 0,-1-2-5 0,-1 2-5 16,2 0-2-16,0-1-2 0,0-1-36 0,0-2-68 16,0-2-60-16,0-4-110 0,0-4-181 0,0-5-318 15,-2-1-293-15,2-4-213 0,-1-5-132 0,-1-3 313 16,-2-3 571-16</inkml:trace>
  <inkml:trace contextRef="#ctx0" brushRef="#br0" timeOffset="49943.75">18845 6884 5 0,'-4'-17'423'16,"3"3"386"-1,-1 3 242-15,1 3-1 0,-1 0-330 16,4 2-287-16,-1 2-156 0,6 1-89 0,-1-1-37 15,4 0-21-15,4 2-11 0,-1-2-18 0,4 2-31 16,0-2-28-16,2 2-22 0,1-1-15 0,1 1-5 16,3 0-2-16,0 2-2 0,-1 0-16 0,-2-3-61 15,3 3-131-15,-4 3-187 0,-1-3-287 0,2 2-261 16,-3 4-203-16,0-1 48 0,-1 1 396 16</inkml:trace>
  <inkml:trace contextRef="#ctx0" brushRef="#br0" timeOffset="50328.88">19423 6872 114 0,'-9'-5'675'16,"-1"-1"442"-16,-1 4 127 0,0-4-71 0,-1 3-329 15,0 1-256-15,0 1-152 0,-1 2-89 0,1 3-58 16,-3 0-62-16,1 3-77 15,1 2-57-15,1 4-33 0,-1 3-21 16,2 0-13-16,0 5-7 0,3 1-6 0,3 2-4 16,2 1-3-16,2-2-1 0,1-1-2 0,1-2-3 15,4-1 1-15,1-2-3 0,4-5 0 0,-1-2 1 16,4-4-1-16,1-4 1 0,1-4-5 0,0-1-6 16,1-6-8-16,0 0-4 0,-2-3-1 0,2-1 0 15,-3-1 5-15,-3 2 7 0,0-1 9 16,-4 2 5-16,1 3 3 0,-4 2 0 0,-1 0-2 15,-1 3 2-15,-2 3-2 0,-1 3-2 0,0 4-1 16,-1 0 2-16,0 4-1 0,-2 1 0 0,4 1 0 16,1 1 0-16,1 4-1 0,2-2-25 0,1 2-69 15,0 0-67-15,4 0-134 0,-2 0-232 16,2-1-318-16,-1-2-332 0,4-3-225 0,-3-1-60 0,0 0 493 31</inkml:trace>
  <inkml:trace contextRef="#ctx0" brushRef="#br0" timeOffset="50677.41">19830 6929 342 0,'11'-13'743'16,"0"0"274"-16,-3 2 61 0,-4 1-256 0,3 4-267 15,-2 2-162-15,2 1-35 0,0 3 9 0,-1 5-8 0,1 3-34 16,-3 1-38-16,1 3-47 0,-4 2-69 16,1 5-58-1,-2 0-42-15,0 2-28 0,-2 2-15 16,1 0-11-16,-4 0-6 0,5 3-5 0,-3 0-3 0,0-3-1 15,1 3-1-15,1-3-2 0,-1 0-1 0,2-2-11 16,0-3-37-16,0-2-61 0,2-2-59 16,1-3-64-16,0-5-108 0,0-3-148 0,2-2-147 15,-1-2-185-15,1-5-223 0,3 0-162 0,0-3 99 16,3-4 374-16,0 0 371 0</inkml:trace>
  <inkml:trace contextRef="#ctx0" brushRef="#br0" timeOffset="51012.25">20091 7077 148 0,'10'-6'402'0,"-1"1"217"0,-1 2 169 0,1 3-136 0,-1 3-160 0,0 0-117 16,1 5-65-16,1-1-37 0,-1 6-29 0,1-1-29 16,1-1-26-16,-2 4-21 0,-1-1-26 0,5 0-36 15,-5 1-38-15,1-4-29 0,2 1-15 0,-1-3-6 16,-1-2 0-16,1-3 5 0,1-4 2 16,0-4 7-1,0-3 8-15,0-4 5 0,-1-3 4 16,2-4 0-16,-1 0 7 0,0-5 17 0,2 1 26 15,-2-3 28-15,-1 2 42 0,0-3 31 0,-2-1 4 16,1 2-14-16,-5 0-31 0,2 0-31 0,-3 3-39 16,1 0-37-16,-1-1-21 0,-2 4-16 15,3 2-7-15,-1 1-6 0,0-1-5 0,0 3 0 0,2 1-1 16,-4 1 0-16,2 3-3 0,1 0-3 16,-3 0-25-16,3 0-43 0,-3 1-49 0,2-3-39 15,1 3-36-15,-3-1-44 0,2 0-55 0,-1 0-67 16,-2 0-81-16,0-1-148 0,0 2-264 0,0 1-215 15,-2 3-28-15,-1 2 246 0,3 1 356 0</inkml:trace>
  <inkml:trace contextRef="#ctx0" brushRef="#br0" timeOffset="51160.49">20540 6698 266 0,'1'-1'448'0,"2"0"152"0,-1-3 9 0,0 2-211 16,-1-2-181-16,1 2-133 0,-1-1-107 0,-1 1-132 16,2 4-248-16,2-1-140 0,-4 3-31 0,4 2 84 15,-4 4 154-15</inkml:trace>
  <inkml:trace contextRef="#ctx0" brushRef="#br0" timeOffset="51492.6">20751 7006 134 0,'5'-3'447'15,"2"-1"289"-15,-3-1 214 0,4 1-108 0,-3-1-172 16,0-1-143-16,-2-1-99 0,2-1-21 0,-2 1 17 0,0-1-13 16,0 1-45-1,0-1-42-15,-3-1-40 0,-3 0-65 16,0-1-69-16,2 1-48 0,-4 0-26 0,-2 0-14 15,2 2-11-15,-4 1-6 0,1 1-6 0,-1 3-6 16,-1 4-5-16,-1 3-6 0,2 1-7 0,-3 6-4 16,3 2-4-16,0 4-2 0,-1 2-2 15,1 4 0-15,2 1-1 0,1 1-1 0,3 2-2 0,-1 4 0 16,4-2-1-16,4 1-8 0,0-2-15 16,6 2-21-16,4-4-42 0,2 1-75 0,5-5-79 15,2-1-131-15,6-3-190 0,1 2-305 0,4-4-295 16,6-3-196-16,5 0-61 0,3-5 410 0,4-2 553 15</inkml:trace>
  <inkml:trace contextRef="#ctx0" brushRef="#br0" timeOffset="52127.69">22166 7028 100 0,'0'-17'565'16,"-3"3"394"-16,-4 1 194 0,-1-1-42 0,-4 1-406 31,-2 3-264-31,0-1-123 0,-5 9-61 0,1-3-37 15,-2 7-14-15,-3 5-3 0,-3 4 0 0,4 6-13 16,-2 5-28-16,-1 6-30 0,1 5-34 0,3 4-26 16,1 5-30-16,1 2-19 0,3 0-12 15,2-2-6-15,6-1-3 0,3-7-2 0,5-4 0 0,2-5-1 16,6-3 2-16,4-7 0 0,1-7 1 16,6-5-1-16,0-6 1 0,7-5 3 0,-1-9-3 15,3-5 2-15,-1-6 1 0,0-1-1 0,-3-4 0 16,0-3-2-16,-4 1-1 0,-2 1 0 0,-4 2-2 15,-5-2 0-15,-2 6 0 0,-1 0 2 0,-3 4-1 16,-2 5 2-16,1 2 0 0,-4 4 1 0,2 3-2 16,-3 5-1-16,2 3-1 0,-4 5-2 15,2 5-1-15,-2 5 1 0,2 3 2 0,0 6 1 0,1 3 1 32,2 3 1-32,0 2-1 0,2-1-1 0,3 3-4 0,-2-2-3 0,3-2-34 0,0-1-59 31,2-1-56-31,0-5-69 0,0-3-133 0,5-4-208 15,-4-5-279-15,4-2-223 0,-1-5-202 16,0-3-22-16,0-4 412 0,-2-3 489 0</inkml:trace>
  <inkml:trace contextRef="#ctx0" brushRef="#br0" timeOffset="52461.53">22398 6975 358 0,'3'6'686'0,"-2"4"223"0,-1 3 88 15,2 5-255 1,1 1-249-16,-3 1-131 0,1 3-74 0,2 0-38 0,1 1-44 0,1-2-41 16,-1 3-45-16,1-4-35 0,4-3-25 0,-2-1-17 15,-1-2-16-15,2-1-10 0,5-2 11 0,-4-4 44 16,2-1 48-16,0-5 49 0,2 2 29 0,-3-8 11 16,2 0-13-1,-2-2-42-15,-4-2-40 0,3-3-40 16,-2-1-30-16,-3-3-18 0,1 1-10 0,-1-1-5 15,-4-1-4-15,0-1-6 0,0 2 0 0,-2-4-1 16,0-1-1-16,1 1-3 0,-4-4 2 0,2 2-1 16,1-2-1-16,0-2-24 0,1 0-38 15,1-2-49-15,1 4-49 0,1-1-46 0,1 2-59 16,4 1-89-16,-2-2-109 0,1 4-184 0,5-2-228 16,-2 1-229-16,4 2-119 0,0-1 230 0,-1 0 440 15</inkml:trace>
  <inkml:trace contextRef="#ctx0" brushRef="#br0" timeOffset="52678.69">22957 6472 168 0,'16'-3'519'0,"-5"5"288"0,0 2 195 0,-1 5-105 0,-1 4-234 0,0 3-173 0,-1 5-98 16,0 1-52 0,0 4-24-16,2 2-12 0,-1 4-18 0,-1 1-26 0,3 3-32 0,-1 1-36 0,-2 1-48 31,0 4-49-31,1-1-40 0,-1 1-24 15,-2 1-11-15,2-1-9 0,-2-2-6 0,2 1-6 0,-3-4-28 16,0 1-67-16,0-4-63 0,-4-3-109 16,4-1-181-16,-8-3-311 0,1-5-304 0,-1-2-223 15,0-4-123-15,0-3 306 0,-4-5 571 0</inkml:trace>
  <inkml:trace contextRef="#ctx0" brushRef="#br0" timeOffset="52891.38">22810 6807 121 0,'-8'-15'667'16,"4"4"419"-16,0 3 107 0,1 2-123 15,5 2-415-15,3 2-322 0,4 4-159 0,4 1-87 16,1 0-20-16,6 1-7 0,4 0-4 0,3 0-2 31,3-1-5-31,3-1-2 0,0 3-25 16,2-4-15-16,3 1-7 0,0 1-8 0,0-3 1 0,-2 2-14 15,-2 2-52-15,-3-2-134 0,-1 2-194 0,-3-2-281 16,-2 1-270-16,-2 3-225 0,-1 2 14 16,-4-1 410-16</inkml:trace>
  <inkml:trace contextRef="#ctx0" brushRef="#br0" timeOffset="53628.62">23414 7066 134 0,'3'-5'664'0,"-1"1"420"0,-2 1 114 0,0 0-117 0,0 1-444 16,-2 2-275-16,2 1-154 0,0 2-83 0,0 4-40 15,0 0-16-15,0 4-8 0,0-1-10 16,5 1-10 0,-4 1-10-16,2 1-10 0,2-2-12 0,0 0-2 15,0 2 2-15,1-3-2 0,0 1-1 16,-1-3 0-16,2-1-1 0,-3 1-5 0,3-4 2 15,-1-1-3-15,2-2 1 0,-2-2 1 0,2-2-2 16,0-3 2-16,1-3-2 0,1-1 4 0,0-5-1 16,2 0-2-16,-1-2 5 0,2-1-4 15,0-2 0-15,-2 1-1 0,1 0-5 0,-1 1 3 0,-1 1-4 16,-1 2 1-16,-1 3 2 0,-1 1 1 16,-3 6 9-16,1-1 18 0,0 6 25 0,-4 1 31 15,-1 5 15-15,0 3 21 0,0 6 25 0,-1 3 4 16,-1 3-3-16,-2 3-14 0,0 4-13 0,0 0-18 15,0 6-26-15,0-2-19 0,-3 4-20 0,0 0-12 16,0 3-6-16,-1-2-3 0,2 2-3 0,-7 0-2 16,4 0 0-16,-3-1-2 0,0-1 0 15,-1-1-1-15,-1-3-1 0,1-3-1 0,2-4-1 16,-3-2-1-16,5-5-2 16,-5-2-5-16,2-7-27 0,0-1-47 0,-2-4-56 0,-1-4-53 0,-2-1-76 15,-1-5-123-15,1-2-123 0,-2-2-149 0,0 0-231 31,0-3-220-31,3-1-95 0,-1-2 218 0,3-3 390 16</inkml:trace>
  <inkml:trace contextRef="#ctx0" brushRef="#br0" timeOffset="54109.39">24024 6414 238 0,'12'-22'566'0,"-5"8"273"0,0 2 138 15,-6 6-190-15,1 5-200 0,-4 5-135 16,-3 5-88-16,1 5-57 0,-2 6-21 0,-2 6-6 0,1 3-4 16,1 4-3-16,-1 4-20 0,-2-1-20 15,3 3-39 1,-1 2-46-16,-1-3-47 0,2 3-37 15,0-1-22-15,1-3-15 0,2-2-9 0,1-1-6 16,2-3-5-16,2-3-2 0,1-4-3 0,4-3-2 16,2-5 1-16,0 1-1 0,3-8 0 0,1-3 0 15,0-2 1-15,3-4-1 0,0-4-1 0,1-2-1 16,-1-1 2-16,3-4 0 0,-3-1-1 0,1 2-1 16,-2-2 2-16,-1 1 1 0,-3 0-1 15,0 3 1-15,-3 0 1 0,-2 1 2 0,1 2 0 16,-6 2-1-16,2 0 0 0,-1 3-2 0,-2 1-1 15,-2 4 0-15,-1 0 0 0,2 3-1 0,-3 4 0 16,0 1 1-16,0 2 2 0,1 1-2 0,-2 3 1 16,1 3 0-16,-1-1 1 0,4 1-2 15,-3 2-1-15,1-1 0 0,2-1-1 0,1-1 1 16,0 0-3-16,1-2-19 16,1-3-51-16,1-3-65 0,0-3-61 0,5-1-102 0,-4-3-173 0,1-5-256 31,2-2-249-31,-1-3-207 0,5-1-148 0,-1-3 203 15,-1-3 514-15</inkml:trace>
  <inkml:trace contextRef="#ctx0" brushRef="#br0" timeOffset="54644.89">24429 6904 279 0,'2'-3'681'0,"-4"3"326"0,1 3 113 0,-3 3-263 15,0 5-261-15,-1 2-193 0,-2 0-135 16,0 4-80-16,0 1-60 0,1 2-38 0,-1 0-19 15,3 0-17-15,-1 3-9 0,1-2-9 0,0 2-7 16,3-3-10-16,1 0-6 0,0-2-10 0,3-1 0 16,0-4-5-16,5-1 1 0,1-5 0 0,-1-1-9 15,4-4-4-15,2-2-10 0,-2-3-4 16,4-5-8 0,0 1-6-16,1-4 6 0,-2 1 8 15,2-3 7-15,-3 2 6 0,0 2 5 0,-1-1 4 16,-1 3 2-16,-2 0 4 0,0 1-1 0,1 1 1 15,-5 2 0-15,0 0 0 0,1 3 0 0,0 2-1 16,-2-1 1-16,0 4-1 0,-2 1 1 0,2 3 2 16,-2 1-1-16,2 2 1 0,-2 0 0 15,3 4-1-15,-1-1-2 0,1-1-1 0,-1 1-2 0,3-1 0 16,1-1 1-16,3-2 0 0,-3-2-7 16,4-2-15-16,-2-3-12 0,3-2-9 0,-3-2-7 15,5-3-1-15,-3-3 1 0,1-1 14 0,2-4 14 16,-4-1 10-16,2-1 6 0,-2-2 3 0,0 0 15 15,-2-3 16-15,-1-1 12 0,-1 2 8 0,0-3 14 16,-3-2 13-16,-2 0 8 0,-2-1 11 0,-1-3 22 16,-3 0 14-16,2-1 4 0,-6 0-5 0,1-3-21 15,-2 1-21-15,-1 1-24 0,-4-3 26 16,4 6 28-16,-1 1 11 16,-1 4 4-16,2 5-6 0,1 3-8 0,0 6-41 0,0 5-38 0,3 2-20 15,2 7-11-15,0 2-6 0,1 5-26 0,1 1-53 31,1 5-60-31,0-1-61 0,1 3-108 0,2-3-169 16,2 3-243-16,2-1-245 0,2-1-207 0,0 1-133 16,4-3 226-16,3-1 489 0</inkml:trace>
  <inkml:trace contextRef="#ctx0" brushRef="#br0" timeOffset="55327.27">25091 7167 9 0,'5'-4'354'0,"2"0"297"15,-2-6 258-15,4-1 70 16,0-3-270-16,3-5-221 0,0 0-148 0,1-4-103 0,2-2-87 0,0-4-65 16,2-2-32-16,1-5-20 0,-1-3 3 15,1-3 5-15,-1 1 10 0,-3-2 3 0,2-2-8 16,-3 3-3-16,-3 3-10 0,-2 3 5 0,0 5 4 16,-3 6 4-1,-2 4 3-15,-1 9-1 0,-2 5-8 16,0 7-15-16,-2 7-9 0,-1 5-10 0,-2 6-8 15,1 6 1-15,-1 5-4 0,-3 3-4 0,0 3-6 16,2 5 5-16,-4 0 2 0,-1 1 3 0,3 0 2 16,0 0 7-16,-1-1 3 0,0-2-2 15,4-5-12-15,1-5-9 0,1-5-6 0,3-4-11 16,0-5-18-16,2-7-17 0,-1-4-8 0,1-3-18 16,0-7-15-16,-1-4-2 0,1-4 5 0,0-2 17 15,1-6 18-15,-3 2 36 0,0-5 51 0,1-2 41 16,-1-1 30-16,0-2 24 0,3-3 8 0,-1 2-1 15,-1-5-20-15,1 0-17 0,1-3-18 16,0 1-10-16,0-2-3 0,2 3-4 0,0 0-8 0,3 7-4 16,-4 3-2-16,1 7-5 0,2 5-11 15,-2 4-5-15,-1 8-2 0,1 4-3 0,-1 4 2 16,0 8-4 0,1 3-2-16,-2 3-1 0,2 4 0 0,-1 2-3 15,2 3-3-15,1 3-5 0,-2 1 0 16,3 5 1-16,0-1-1 0,1 2 0 0,0 3 1 15,3-2 7-15,0 3 0 0,1 0 1 0,1-3 1 16,2 0-3-16,1-2-3 0,2-5-8 0,2 0-1 16,-1-7-8-16,1-4-13 0,-1-4-19 0,1-7-37 15,-3-5-29-15,-1-4-17 0,-4-4-5 16,0-5 15-16,-1-3 56 0,-3-5 80 0,0-1 74 16,-4-3 48-16,0 0 42 0,-2-3 72 0,-1 2 55 15,0-2 17-15,-1 1-16 0,-1 1-25 0,-1 1-36 16,-1 2-62-16,0 2-62 0,-1 0-44 0,-2 4-28 15,0 1-16-15,1 1-11 0,-2 3-7 0,-1 1-4 16,2 1-4-16,1 1-2 0,-3 3-1 0,1-2-6 16,2 3-31-16,-1 1-71 0,0-3-67 15,0 0-126-15,0 0-205 0,-1-1-316 0,5-4-314 16,-2 1-214-16,3-3-79 0,0-5 414 0,3 0 573 16</inkml:trace>
  <inkml:trace contextRef="#ctx0" brushRef="#br0" timeOffset="55748.64">25838 6613 27 0,'-2'18'579'0,"-3"2"540"0,-1-1 306 0,-3 1-39 15,1-1-367-15,1 2-382 0,-3 0-214 16,2 0-126-16,0-1-102 0,0 1-80 0,-2-3-52 16,6 1-28-16,-3-2-16 0,6 1-9 0,1-2-7 15,1-1-16-15,4 0-36 0,1 1-59 0,2-3-61 16,0 2-54-16,2-2-54 0,-1-1-32 0,4 1 18 15,1 0 67-15,3-1 77 0,2 0 56 0,0-1 44 16,7 2 29-16,-1-3 11 0,2-1 22 0,3 1 9 16,1-4 14-16,4-1 10 0,2 1 11 0,-1-2 21 15,2 0 42-15,1-1 55 0,-1 0 51 0,-1 1 19 16,-2 0-7 0,-2 4-23-16,-3 1-45 0,-3-1-52 0,-4 3-45 0,-1-1-31 0,-2 1-19 31,-3-1-10-31,-4 2-6 0,0-2-1 0,-1 0-2 15,-6-4-2-15,3 2 0 0,-2-2 0 0,-2-3 0 16,-1-3-3-16,1-3 2 0,0-3 0 0,1-5 0 16,-1 1 3-16,-2-5 2 0,0-1 3 0,-1-1 2 15,-1-1 0-15,-2 0 3 0,-1-1-3 0,2-1-3 16,-1 0-4-16,-3-2-2 0,4 2-4 16,0-1-3-16,0-3-1 0,0 4-2 0,4-1-5 15,-1 0-16-15,2 0-35 0,1 3-64 0,2 0-62 16,-2 2-77-16,-1 3-144 0,1 1-192 0,-1 3-282 15,1 5-211-15,0 1-190 0,-1 4 1 0,2 4 435 16</inkml:trace>
  <inkml:trace contextRef="#ctx0" brushRef="#br0" timeOffset="56228.31">27574 6944 284 0,'9'-6'834'0,"-4"2"350"0,-3-1 19 0,-1 4-186 15,1 4-375-15,-1 2-156 0,-1 10-94 16,0 3-57-16,-1 5-44 0,-1 7-43 0,-3 5-65 16,1 2-69-16,-2 4-46 0,-1 2-29 15,2-5-17-15,1-1-9 0,0-4-9 0,3-1-2 0,1-5-4 16,0-5-33-16,0-3-73 0,1-6-75 16,-1-4-153-16,-1-4-272 0,1-5-329 0,0-6-331 0,-3-4-200 15,-2-5 55-15,0-4 614 0</inkml:trace>
  <inkml:trace contextRef="#ctx0" brushRef="#br0" timeOffset="56377.42">27661 6719 259 0,'3'-10'639'16,"-4"1"273"-16,-1 5 76 0,0 0-217 0,-1 4-341 15,-2 4-194-15,4 2-117 0,-4 3-63 16,3 2-57-16,1 1-85 0,1 1-114 0,1 0-199 15,6 4-264-15,-1-2-188 0,2 0-59 0,4 1 166 16,1-1 296-16</inkml:trace>
  <inkml:trace contextRef="#ctx0" brushRef="#br0" timeOffset="58242.54">28937 6681 21 0,'3'-5'320'16,"0"2"266"-16,-1-3 289 0,-2 2 100 0,0-2-166 15,-4 0-165-15,3-1-95 16,-2 2-13-16,-2 0-50 0,1 0-80 0,-1 1-69 16,0 1-51-16,-2 0-54 0,3 1-80 0,-4 2-59 15,2 2-35-15,-2 2-24 16,-4 7-16-16,2 4-10 0,-3 6-5 0,-1 11-6 0,-1 4 3 15,0 7 2-15,-1 5 2 0,-1 5-1 0,0 1 4 16,4 6 0-16,1-3-3 0,6-1 0 0,4-4-4 16,5-4-1-16,5-4-2 0,8-9 0 15,3-4 1-15,5-6 0 0,3-9 1 0,3-5 0 0,1-8 1 16,3-10 1-16,-3-3 0 16,1-6 0-16,-2-8 0 0,-2-5 0 0,-2-2 1 0,-6-2 7 0,-2-2 4 31,-7-1 6-31,-5 0 3 0,-6 3 1 15,-1-2 1-15,-9-1-4 0,-3 4-4 0,-6-2-5 16,1 3-2-16,-5 1-2 0,-2 3-1 0,-2-1-3 16,0 4 0-16,4 3-1 0,0 2-2 0,3 5-1 15,3 3-2-15,1 5-2 0,2 4-2 0,1 4-1 16,3 6 0-16,-1 4-4 0,3 5-11 0,2 4-21 16,3 4-48-16,-1 2-64 0,6 1-58 15,1 2-92-15,4 0-150 0,2 0-235 0,5-2-248 0,2-1-213 16,6-1-187-16,0-4 114 0,4-3 499 15</inkml:trace>
  <inkml:trace contextRef="#ctx0" brushRef="#br0" timeOffset="58744.77">29343 6942 324 0,'6'-14'717'15,"-2"2"307"-15,-1 3 88 0,-3 2-283 0,0 1-277 16,-3 4-191-16,-1 4-109 0,0 4-78 15,-4 5-54-15,-1 7-34 0,0 6-13 0,0 4-1 0,-3 4-3 16,3 8 19-16,0 1 4 0,0 3 3 16,1 3-5-16,0-3-14 0,1 2-18 0,2-4-29 15,1-3-12-15,2-3-9 0,2-4-7 0,4-6-1 16,2-4 2-16,-3-5 2 0,2-3 30 0,1-7 27 16,0-6 13-16,4-4 4 0,-2-8 3 0,1-6 1 15,-1-4-30-15,5-5-2 16,-5-4 9-16,0-6 3 0,1-1-1 0,-4-2-1 0,-2-5 2 15,0 0-21-15,0-5-21 0,-1-1-8 0,0-3-4 16,1-2-2-16,0 1-4 0,1 3 0 0,1 1 2 16,-2 6-2-16,1 4-2 0,0 7 0 0,0 6-3 15,-1 5 1-15,0 6-2 0,1 1 1 0,1 5-1 16,0 4 0-16,1 3 0 0,1 3 1 16,0 3 0-16,0 3 1 0,1 3-2 0,-2 3 3 0,1 3 0 31,2 3-2-31,-4 3 0 0,1 2-1 15,-3 1 1-15,2 4 3 0,-3-1 3 0,-2 3 0 16,-2 1 2-16,-3 3 2 0,-1-2-1 0,-2 2-2 16,-5-3-2-16,2 2-1 0,-2-2-2 0,-2 1 0 15,0-3 1-15,0-3 0 0,0-1 1 0,0-5 0 16,3-3-14-16,-1-4-40 0,1-1-61 0,1-6-53 16,0-2-65-16,2-2-107 0,2-2-129 0,0-6-114 15,3 2-150-15,3-3-237 0,2 2-169 16,3-2 50-16,2 0 298 0,0 0 350 0</inkml:trace>
  <inkml:trace contextRef="#ctx0" brushRef="#br0" timeOffset="59292.5">29463 7411 157 0,'0'8'532'0,"-1"-2"281"0,1 0 129 0,1-2-126 16,2 1-255-16,1-3-156 16,4 2-102-16,0-3-40 0,2-1-19 15,3-1-31-15,4-3-47 0,3-2-36 16,0-1-29-16,4-3-28 0,-1-2-16 0,3-3 3 0,-1 0 13 15,4-4 31-15,-3 0 36 0,1-2 34 0,-2 0 23 16,1-1-6-16,-5 0-12 0,-3 0-33 0,-2 0-30 16,-3 1-26-16,-4 0-24 0,-4 1-14 0,-1 1-9 15,-4-2-6-15,-4 0-8 0,1 2-2 0,-2 1-2 16,-1 1-2-16,-5 1-1 16,1 2-1-16,2 3 0 0,0 2-5 0,-2 5-4 0,2 2-2 15,-4 5-4 1,2 6-4-16,0 3 0 0,-1 7 0 0,-2 4 0 15,4 6 1-15,-2 5-1 0,1 2-1 16,1 3 0-16,-1 0 0 0,1 3-3 0,2-1 0 16,1-1 0-16,1 0 0 0,2 0 0 0,0-3 0 15,3-4 0-15,5 0 2 0,-2-4 0 16,0-2 0-16,2-5 0 0,0-1 0 0,3-1 1 0,-1-3-2 16,0-1 1-16,1-5-1 0,0 2 0 15,2-4 0-15,0-3-1 0,0-2-8 0,0-2-12 0,3-2-21 16,0-3-39-16,-2-2-61 0,2-2-61 15,-1-3-51-15,-1-1-50 0,2-4-67 0,0 0-86 16,-4-3-77-16,2-2-199 0,-1 1-227 16,-1-4-192-16,-1 2 23 0,1-3 328 0,-2-1 393 0</inkml:trace>
  <inkml:trace contextRef="#ctx0" brushRef="#br0" timeOffset="60043.65">30033 7513 21 0,'0'0'412'16,"1"-2"333"-16,2-2 234 0,1-3 64 16,3-2-316-16,1-3-227 0,2-1-138 0,4-4-81 0,-1-1-50 15,1-3-49-15,3-1-35 0,2 0-6 0,-1-2 16 0,2-1 27 16,1 0 17-16,-4 2 11 0,0 1-8 15,-1 2-27-15,-2 2-34 0,-2 4-32 0,-4 1-28 16,-2 3-21-16,-2 4-13 0,0 1-10 16,-3 5-10-16,-1 2-7 0,-3 7-7 0,0 4-6 0,-5 3-2 15,2 5-3-15,-2 1 0 0,0 4-1 0,-1 1-1 16,1 0-1-16,0 3 1 0,0 0 0 0,-2-1-1 16,4-2-1-16,1 0 1 0,2-5-1 0,1 0 0 0,2-4-2 31,4-3 1-31,0-4 1 0,4-3-1 0,3-5 1 15,0-3 0-15,5-5 4 0,-2-2-1 0,5-4-1 0,-3-4 0 0,3 0 0 0,-1-3-1 16,-3 1 0 0,0-2 0-16,-1 1 3 0,-3 1-1 0,-1 0 0 15,-1 2 7-15,-4 1 9 0,-1 2 9 16,0 4 4-16,-3 3 1 0,1 2 0 0,-2 3-6 0,-2 3-8 16,-3 2-9-16,1 6-4 0,-1 4-3 0,-2 0-1 15,0 3-2-15,0 1-1 0,1 2-1 16,-1 2 1-16,3 0-3 0,-2-1 1 0,3 0-1 15,1 1-5-15,2-2-15 0,2-3-27 0,1 1-70 0,3-3-71 16,0-3-132-16,4-1-196 0,-1-1-310 0,5-3-329 16,6 1-234-16,0-2-102 0,5-3 415 0,4 1 598 15</inkml:trace>
  <inkml:trace contextRef="#ctx0" brushRef="#br0" timeOffset="60876.77">31650 6990 62 0,'5'-15'639'0,"-2"-1"487"15,-6-2 159-15,-2-4-108 0,-6 3-319 0,0-2-370 16,-5 1-149-1,2-1-54-15,-7 2-31 0,1 1-37 0,-6 3-39 16,0 1-35-16,-5 5-29 0,0 5-38 0,-6 4-24 16,-1 7-12-16,1 4-10 0,-3 6-4 0,0 8-6 15,0 4-4-15,0 8-2 0,0 5-6 0,4 6 0 16,-3 7 4-16,2 3 2 0,1 4 1 0,3 3 1 16,-1-1-1-16,6-1 0 0,3-1-6 0,4-5-2 15,7-2-2-15,4-5-2 0,7-5 0 0,5-5-1 16,6-5-1-16,6-3-2 0,6-9-1 0,6-3 4 15,5-7-1-15,6-2 0 0,2-8-1 0,9-5-6 16,4-5-11-16,-1-4-15 0,4-2-25 0,2-6-39 0,-2-1-46 16,-1-4-47-16,1-2-42 0,-1-1-29 15,-2-1-8-15,-3-2 16 0,-2-2 33 0,0 0 45 16,-4 0 41-16,-3-1 29 0,-3-2 23 0,-2 2 27 16,-5-1 23-16,-4 1 16 0,-4 1 8 0,-4 2 5 0,-2 3 13 31,-8 3 15-31,-4 5 19 0,-2 3 21 15,-4 8 15-15,-4 3 19 0,-4 8 21 0,-2 5 34 16,-1 7 36-16,-1 4 19 0,-2 7 24 0,2 4-6 0,-4 4-21 16,4 5-33-16,-2 2-38 0,4 2-30 0,-1-1-32 15,4 1-19-15,1-4-14 0,2 1-14 16,4-5-6-16,6-3-8 0,3-3-4 0,2-6-3 0,4-1-1 16,6-8 0-16,3-3-1 0,2-5-1 0,1-6 1 15,5-4-1-15,2-4-1 0,0-5 1 0,-1-2-2 16,1-4 2-16,1-4 0 0,-8-2 1 15,1-2 0-15,-8-1 1 0,-3-2-1 0,-4-1-1 0,-7-1-1 16,-5-2-2-16,-7 1 0 0,-5-3-2 0,-5-2 0 16,-7 1-2-16,-3 1 0 0,-4-1-2 0,-2 8 0 15,-6 2 0-15,4 5 3 0,-4 5 1 0,4 6 0 16,-5 7 1-16,3 5-1 0,2 5 1 0,-1 6-2 16,4 3-1-16,0 6-9 0,6 1-20 0,2 3-41 31,4 3-64-31,5 0-59 0,4 2-90 0,4-2-152 15,5-1-257-15,4-1-269 0,6-3-214 0,7 0-187 16,2-4 115-16,4-2 531 0</inkml:trace>
  <inkml:trace contextRef="#ctx0" brushRef="#br0" timeOffset="65391.64">32474 7114 37 0,'-2'-7'223'16,"2"-1"109"-16,-1 1 58 15,-2-1-53-15,1-2-98 0,0 2-70 0,1-1-37 0,-2 1-11 0,3-3 3 31,-2 2 11-31,0-1 17 0,2 2 22 0,-1-1 31 16,1-1 35-16,0 3 37 0,0 0 35 0,0-1 23 16,0 1 6-16,0 1-18 0,0 2-28 0,1-2-47 15,-1 2-50-15,0-1-45 0,0 3-38 0,0 0-19 16,0-1-23-16,0 3 20 0,2 0 52 0,0 5 36 16,-2 1 32-16,1 1 3 0,1 4-6 0,-2 4-29 15,-2 1-50-15,1 4-36 0,-3 1-36 0,1 6-20 16,0 0-13-16,-3 3-9 0,1 3-4 0,-1 0-4 15,1 2-3-15,-3 1-2 0,0 1-2 0,0-1-2 16,2 1-2-16,-1-1 0 0,-2-2-2 0,4 0 2 16,-1-4-1-16,1-2 1 15,0-2 2-15,2-5-1 0,2-2 0 0,-4-3-1 0,5-1-1 0,0-4 0 16,0-1-6-16,0-3-15 0,0-3-26 0,0-1-44 16,3-2-52-16,-1-1-49 0,-1-2-47 0,1-3-48 15,-1-1-68-15,-1-1-72 0,0-2-80 0,2-3-176 16,-4 1-242-16,2-1-166 0,0-1 41 0,-1-2 280 31,1 0 346-31</inkml:trace>
  <inkml:trace contextRef="#ctx0" brushRef="#br0" timeOffset="65792.42">32358 6913 107 0,'7'-15'460'0,"-3"2"313"16,3 0 210-16,-2 2-60 16,-1 2-293-16,1 1-176 0,1 2-105 0,1 2-75 0,1 2-57 0,1 2-39 0,2 3-2 15,0 3 26-15,3 3 22 0,2 2 10 16,2 6 11-16,-2-1-13 0,2 3-30 0,3 2-45 16,0 4-38-16,2 0-32 15,-1 2-28-15,2 0-16 0,-2 2-11 16,0 3-8-16,-1-2-7 0,-2 2-4 0,0 1 1 15,-5 0 1-15,2 0-1 0,-6-2-2 0,0 0 1 16,-3 1-1-16,-3-2-4 0,-4-3-6 0,0 0-1 0,-1-2-1 16,-6 0 2-16,3-3-1 0,-5-3 0 0,-1 1 1 15,-1-3 1-15,-3-2-1 0,-2 0 1 0,-2-4-3 16,1 0 2-16,-2 1-2 0,-1-3 1 0,-1-1-1 16,-1-1 1-16,-4 0 0 0,4 0-2 0,-2-1 0 15,1-2-1-15,1-1 1 0,0 0-3 0,4-1-3 16,-1 0-10-16,6 1-15 0,0-2-35 0,3 0-59 15,2 0-58-15,0-1-60 0,5 3-88 0,1-3-127 16,1 0-157-16,2 0-231 0,3 0-212 0,3 2-180 16,0-2 73-16,1 2 393 15</inkml:trace>
  <inkml:trace contextRef="#ctx0" brushRef="#br0" timeOffset="67091.1">32934 6217 169 0,'-2'-1'398'0,"1"1"175"16,-1 0 102-16,2 1-215 0,0-1-182 16,2 3-65-16,-1 2-14 0,4 2 32 0,1 3 74 15,1 4 57-15,1 2 34 0,1 6-19 0,7 1 10 16,-2 7-8-16,7 5-25 0,1 5-17 0,1 1-37 0,1 6-21 16,2 2-59-16,0 3-51 0,3 1-40 0,-4 1-39 15,-1 1-21-15,-2 3-18 0,-1-1-7 0,-4 2-4 16,-3 3-10-16,-4 1-5 15,-3 1-4-15,-3 1-9 0,-6 1-4 0,-6-1-3 0,0 0 0 0,-1-1 0 16,-8-1 0-16,0 1 0 0,-1-1 2 0,-3 0-2 0,0-3-1 16,-1-3-4-16,0-6 0 0,3-3-8 0,0-6-9 15,3-4-16-15,-1-7-35 0,3-3-55 0,-2-3-58 16,2-4-57-16,0-6-99 0,1-2-141 0,-3-2-195 16,5-4-233-16,-1 0-220 0,-1-3-177 15,2-2 133-15,-2-1 459 0</inkml:trace>
  <inkml:trace contextRef="#ctx0" brushRef="#br0" timeOffset="77259.61">1821 9132 53 0,'0'3'285'0,"-3"0"178"0,3 0 171 16,0-1-39-16,0-1-79 0,3 0-21 0,-3 3-9 16,3-3-13-1,-1 0-24-15,-2 2-42 0,0 1-53 0,0 3-10 0,1 2-13 0,3 3-36 0,0 1-35 16,-2 4-33-16,1 0-35 0,-2 5-53 0,3-1-47 0,-1 7-26 31,-2-1-17-31,3 4-11 0,-3-2-5 0,1 4-5 16,-1 0-5-16,1 2-3 0,0 1-3 0,-1 1-3 15,-1 1-6-15,0 1-4 0,0 0-1 0,-1-1 4 16,-1 1-3-16,0 2-1 0,-1-5 0 0,2 0-1 16,-3-3 0-16,3-3-8 0,-1-5 2 0,-1-2 0 15,3-4-2-15,-2-3-2 0,2-4-8 0,2-4-10 16,-2-2-30-16,3-6-58 0,-1-2-53 0,-1-6-58 15,1-4-94-15,1-3-146 0,-1-3-154 0,1-4-233 0,3-2-225 16,-1-2-169-16,1-3 106 0,-1 1 407 0</inkml:trace>
  <inkml:trace contextRef="#ctx0" brushRef="#br0" timeOffset="77491.1">2099 9135 21 0,'5'-3'472'0,"3"4"394"15,-5 1 213 1,3 4-12-16,-2 2-299 0,-1 1-268 16,0 5-143-16,0 2-38 0,0 4 2 0,3 5 1 15,-1 3-42-15,0 4-44 0,0 0-48 0,-2 5-49 16,2 0-49-16,1 5-36 0,-3-2-21 0,0 4-14 16,2-1-8-16,-2-1-8 0,0-1-3 0,2-1-9 15,-2-5-35-15,3-1-58 0,-4-4-51 0,1-4-90 16,-1-4-156-16,-2-3-227 0,0-2-278 0,0-2-224 15,-2-3-193-15,-1-3 105 0,1-4 485 0</inkml:trace>
  <inkml:trace contextRef="#ctx0" brushRef="#br0" timeOffset="77805.83">1519 9070 70 0,'2'-10'489'0,"2"4"305"0,1 1 153 0,1-1-12 15,2 4-339-15,6-1-210 0,-1 3-60 0,4 0-3 16,1 3-4-16,6-2 38 0,4-1-6 0,2 1-47 16,5 0-62-16,1-1-41 0,1 2-20 0,4 1-46 15,-2-3-45-15,3 0-24 0,0 2-13 0,-1 1-16 16,-1-2-15-16,2 1-9 0,-2-1-2 0,-2 1-3 0,0 1-1 15,1 0-4-15,-6 0 1 0,2 2-5 0,-5 0-3 16,0 1-13-16,-4 2-51 0,-4 0-58 0,-2 3-60 16,-4 1-104-1,-5-1-165-15,-6 1-250 0,-2 1-249 0,-3 3-220 0,-3 0-161 0,-2-1 199 0,-3 2 498 16</inkml:trace>
  <inkml:trace contextRef="#ctx0" brushRef="#br0" timeOffset="78091.59">1799 10368 12 0,'-3'26'414'0,"4"-2"323"0,1-4 202 15,4-2 20-15,0 0-223 0,2-5-230 0,2 1-124 0,4-2-51 16,-1-1-12-16,6-3-25 0,1-2-79 0,1-1 12 15,6-4-11-15,1-1-24 0,2-1-30 0,2-4-13 16,3-2-10-16,1-2-60 0,3-3-31 0,1-1-25 16,1-2-12-16,3-4-8 0,1 3-9 0,0-2-3 15,1 1 1-15,2-1-19 0,-2 4-61 0,-1-3-62 16,0 3-141-16,-1-1-216 0,0 5-322 0,-1-2-308 16,1 1-221-16,-4 1-53 15,3 3 499-15</inkml:trace>
  <inkml:trace contextRef="#ctx0" brushRef="#br0" timeOffset="79341.64">4792 9150 245 0,'4'-7'682'0,"1"2"354"0,0-1 113 16,-2 3-225-1,-1 0-294-15,-2 1-187 0,2 2-91 0,-1-3-51 0,1 3-45 16,-1 0-38-16,1 3-24 0,1-1-5 0,-2 7-38 0,2 1-28 31,-1 5-19-31,3 6-9 0,-2 5-11 0,0 4-28 16,-1 4-15-16,3 5-15 0,-2 2-9 15,3 5-7-15,-3 2-4 0,2 3-1 0,0 0 4 16,1 2 1-16,-1-2 0 0,1 1 1 0,0-2 2 16,2-4 1-16,-1-1-5 0,2-5-11 0,2-2-4 15,-1-5-4-15,4-3-3 0,0-3-2 0,2-5-1 16,3-3 7-16,0-3 5 0,4-4 3 15,0-5 5-15,4-3 4 0,1-4 2 0,1-5 1 16,2-4-2-16,1-1-2 0,1-5-6 0,2-4-5 0,-2 0 1 16,2-2-6-16,-4-1-21 15,1-1-39-15,-4 0-60 0,-4 0-56 0,0 0-79 0,-2-2-133 16,-6 1-162-16,1-2-268 0,-4 2-215 0,-2 1-205 16,-2 2-22-16,-2-3 372 0,-4 2 465 0</inkml:trace>
  <inkml:trace contextRef="#ctx0" brushRef="#br0" timeOffset="79641.23">4819 9334 292 0,'3'0'642'15,"-2"0"228"-15,4 2 64 0,-2-2-251 16,5 0-251-16,0 1-128 0,6-1-30 0,2 0 2 0,5 0-9 0,2 0-1 16,4-1-7-16,5-1-42 0,-1-1-54 15,4 0-42-15,0-1-22 0,2-1-20 0,-1 1-41 16,0-3-19-16,0 2-15 0,-1-3-3 0,-1 1-3 16,-3-1 0-16,-1 2 1 15,-1-3-2-15,-4 3-30 0,-4 2-36 0,-4 0-80 0,-4 2-145 0,-4 0-210 16,-4 4-298-16,-5 0-247 0,-5 3-194 0,-6 2 96 31,-2 4 451-31</inkml:trace>
  <inkml:trace contextRef="#ctx0" brushRef="#br0" timeOffset="79841.67">4839 9700 64 0,'-1'15'483'0,"2"-1"314"16,3-4 161-16,2 0-19 0,5-2-375 15,3 0-249-15,3-2-113 0,3-2-27 16,3-1 15-16,4 0 8 0,3-3-3 0,3-3-35 16,2-1-25-16,2-4-39 0,3-1-40 15,3-3-25-15,1-1-17 0,1-2-11 16,2-1-1-16,-1 0-1 0,1 3-15 0,-1-2-70 0,-2 2-130 0,-4 3-218 16,1 0-282-16,-3 2-258 0,0 2-203 0,-2 2 86 15,-4 1 420-15</inkml:trace>
  <inkml:trace contextRef="#ctx0" brushRef="#br0" timeOffset="81622.82">5954 9300 219 0,'0'0'448'0,"3"-1"187"16,-3 1 81-16,0-2-143 0,3 2-77 0,-3 0-49 0,0 0-18 15,0 0-15-15,0 0-27 0,0 0-52 0,0 0-76 16,0 0-72 0,0-2-48-16,0 2-33 0,0 0-19 15,0 0-3-15,0 2 13 0,0-2 20 0,0 2 14 16,0-2 9-16,0 1 3 0,0-1-4 0,0 0-22 16,0 0-26-16,2 0-19 0,-1 0-20 0,-1 0-14 15,0 0-15-15,0 0 1 0,0 0-3 0,0 0-3 16,0 1-3-16,0-1-4 0,0 0-3 0,0 0-2 15,0 0-1-15,0 2-2 0,0-2 0 16,0 0 0-16,0 1 1 0,0-1-1 0,0 0-1 16,0 0 2-16,0 2-1 0,2-2 1 15,-2 0-2-15,0 1-1 0,0 0-1 0,0 1 0 0,0 3-2 16,1 1 2-16,1 3 1 0,-2 3 1 0,2 1 0 16,-1 6 0-16,1 1 0 0,1 3-1 0,0 4 0 15,-1 1 0-15,3 4 0 0,-2 1-1 0,1 1 0 16,-2 1 0-16,1 1-1 0,2-3 1 15,-2-2-1-15,2-4 1 0,-2-3 4 0,2-5 4 16,1-1 1-16,-1-4-1 0,0-3 2 16,1-4 0-1,0-2-4-15,4-5 0 0,-1-5-7 0,1-5-1 16,4-5-2-16,0-5-1 0,0-3-2 0,2-3-2 16,0 0 3-16,0-1 2 0,1-1 4 0,-4 5-1 15,1-1 6-15,-3 5 4 0,-1 1 4 0,-1 4 0 16,-3 4 1-16,-1 0 0 0,0 3-5 15,-2 3-4-15,-1 1-1 0,-1 3-3 0,1 3 1 0,-2 4-6 16,2 7 2-16,-4 0 3 0,2 5 1 16,-2 5-2-16,1 1-2 0,-1 1 5 0,1 4-4 15,1-2-4-15,0 4-1 0,0-2-1 0,1 0 2 16,2 1 1-16,3-1 1 0,-1-3-3 0,0 0-23 16,3-5-62-16,0-2-62 0,3-3-78 15,-2-5-133-15,3-5-197 0,2-2-302 0,0-7-227 16,0-2-199-16,1-5-21 0,0-6 394 0,1-3 492 15</inkml:trace>
  <inkml:trace contextRef="#ctx0" brushRef="#br0" timeOffset="81940.36">6608 9494 40 0,'-6'-16'552'0,"0"6"480"16,-2 0 213-1,0 5-89-15,-1 1-356 0,-1 2-319 0,2 2-186 16,2 3-111-16,-2 3-58 0,3 1-33 15,-1 4-34-15,4 1-21 0,2 3-17 0,0 2-11 16,3 0-10-16,2 1-3 0,0 3 4 0,4 0-1 16,-2 0 1-16,1 0 1 0,0 2 0 15,-1-2-1-15,1 1-2 0,-1-1-2 0,-1-1 3 0,2-1-2 16,-2 2 2-16,-1-4 3 0,0 4 0 0,-2-5-6 16,2-1 1-16,-2 1 4 0,1-3-3 15,-2-1 1-15,-2 0 7 0,2-5 0 0,-4 2 2 0,2-3-6 16,-2 2 3-16,-4-2 2 0,2 1-6 15,-3-5 2-15,1 4-7 0,-5-1 3 16,3-1-17 0,-2 0-28-16,-2 0-28 0,-1-2-73 0,0 0-111 15,-1-1-144-15,1-1-188 0,1 0-272 0,4-1-231 16,2 1-48-16,-1-3 250 0,4 0 375 0</inkml:trace>
  <inkml:trace contextRef="#ctx0" brushRef="#br0" timeOffset="82573.09">6779 9597 321 0,'14'-6'599'16,"-4"2"197"-16,0 0 60 0,0 4-194 0,0 4-156 0,1 2-70 0,2 2-30 16,-1 4-4-16,4 3-7 0,0 6-35 15,0 0-45-15,1 3-49 0,-1 6-41 0,2-1-36 16,-1 4-25-16,-1 3-40 0,-1 1-43 15,-2 5-26-15,1 0-15 0,-3 2-12 0,-1 1-11 0,-2-2-6 32,-2 1-4-32,-1-4-2 0,-2-2 0 0,0-4-2 15,-1-6 0-15,0-2 3 0,-1-5 4 0,-1-3 4 16,0-5 5-16,0-6 1 0,-1-2-1 16,-1-7-2-16,0-4-7 0,-3-9-5 0,2-5-2 0,0-5-3 15,-2-7 0-15,2-7-1 0,-3-4-2 0,3-5 1 16,0-5 1-16,-1-2 1 0,1-5 1 15,2 2 2-15,1-3 0 0,0 1 0 0,1 5-2 16,2 2-1-16,2 7-3 0,0 4-1 0,1 7 0 16,-3 6 0-16,2 5-3 0,0 7 1 15,-2 2 0-15,4 4 1 0,2 7 0 0,0 1 2 0,1 6 0 16,2 5 2-16,3 3 0 0,0 4 3 16,1 3 0-16,1 1-1 0,0 4 2 0,1-1 1 15,-3 1-1-15,4 0-2 0,-3 0 0 0,1 0-1 16,0-3-1-16,-1-2 1 0,0-4-2 0,0-2 1 15,-1-1 2 1,1-9 1-16,0-2 1 0,0-5 1 0,0-5 0 16,-2-5 1-16,3-5-1 0,-4-5 0 15,-2 2-1-15,0-5 1 0,-3-1 0 16,-1 1-2-16,-4-1 1 0,-2 2-3 0,-2 0 3 16,-4 5-1-16,0 1 0 0,-3 3 2 0,0 2-1 15,-3 7 0-15,3-1-1 0,0 8-3 0,-3 3 0 0,3 6-1 16,0 6 1-16,-1 5-2 0,3 5 2 15,1 2 0-15,3 2 1 0,-1 2-2 0,3 1 1 16,3 2 0-16,-1 0-2 0,3-1-1 0,0 1-3 16,2-3 1-16,0-1-14 0,1-2-40 0,0-5-63 15,4-1-57-15,-2-5-79 0,2-4-134 0,1-4-175 16,1-2-240-16,0-5-213 0,2-6-206 0,0-2-36 16,0-3 335-16,0-4 455 0</inkml:trace>
  <inkml:trace contextRef="#ctx0" brushRef="#br0" timeOffset="83155.47">7726 9597 137 0,'5'-10'499'16,"0"3"330"0,0 1 202-16,-2 3-129 0,1 1-212 0,-2 4-169 15,-1 1-134-15,1 3-89 0,1 1-50 0,-1 1-52 16,1 3-45-16,0-1-39 0,2 2-29 0,-2 0-19 16,3-1-26-16,-1 0-17 0,3-3-14 0,0 0-7 15,1-3-1-15,1 0-2 0,1-3 5 16,3-4 9-16,-1-1 1 0,1-4 2 0,2-3-3 0,1-4-5 15,-1-2-2-15,1 0-4 0,0 0-6 16,-2-3 0-16,1 6 1 0,-2-4 7 0,-1 4-4 16,-3 2-3-16,0 3 3 0,-2 1 28 15,-1 1 58-15,-1 6 43 0,0 0 22 0,-1 6 14 0,0 1-2 16,-4 3-23-16,1 5-45 0,1 3-36 0,-1 1-21 16,1 2-16-16,0 2-9 0,2 1-6 15,-1 0-4-15,3 0-1 0,3-3-1 0,0 2 0 0,3-4-1 16,3-3 1-16,0-2 1 0,4-5-1 15,-1-2 1-15,5-5-1 0,0-4-4 0,1-5-3 16,-1-4-7 0,1-2-3-16,2-3-4 0,-2-2 0 15,-3 0 2-15,-1 0 4 0,-2 1 6 0,-2 4 2 16,-4 0 0-16,-2 3 0 0,-2 3 4 0,-1 0 1 16,0 5 0-16,-3 2 3 0,3 2 3 0,-2 5 2 15,-1 2-1-15,1 3-2 0,-1 3 2 0,3 3 0 16,-2 3-1-16,4 3-1 0,-2 0-2 15,3 3 3-15,-2 4 1 0,1 0-3 0,2 3 2 0,-1 1 1 16,-2 3 2-16,0 1-3 0,-3 3 0 16,-1 0 5-16,-2 2 7 0,-3-1 8 0,-3 1 11 0,-2 0 10 15,-1-3 12-15,-5 1 3 0,-2-1-1 16,-4-4-1-16,2-3-6 0,-5-2-9 0,-2-3-8 16,1-4-9-16,-4-5-6 0,-2-5-7 15,0-3-6-15,0-7-3 0,3-1-3 0,-3-4-9 16,2-8-14-16,3-4-27 0,0-5-63 0,3-7-71 0,2-4-123 15,4-6-206-15,1-2-302 0,5-4-334 16,2-4-253 0,2 0-120-16,0 2 397 0,3 0 642 15</inkml:trace>
  <inkml:trace contextRef="#ctx0" brushRef="#br0" timeOffset="84622.62">8966 9794 44 0,'6'-7'467'0,"0"-2"349"15,-2 0 186-15,-1 0 5 16,0-2-329-16,0-1-229 0,2-1-128 16,-2 0-66-16,-1-2-25 0,1 1-26 0,0 1-42 0,3-1-48 15,-3 2-19-15,2 0-22 0,-2 2-16 16,1-1-10-16,-1 4-8 0,-1 3-3 0,-1-2-17 15,2 2 2-15,0 2 17 0,0 2 30 0,2 4 19 16,0 2 16-16,1 4 27 0,2 4 7 0,1 3-16 16,1 5-26-16,1 1-18 0,0 1-19 0,0 2-24 15,-1-1-18-15,4-1-9 0,-3-1-5 16,5-3-5-16,-2-4 0 0,3-4 1 0,1-3 0 16,1-4 3-16,1-7 2 0,1-6 5 0,1-5 3 0,3-7 0 15,-3-5 3-15,1-8-5 0,2 2 1 16,-3-1-6-16,0 1-3 0,-4 3-3 0,-1 5-1 15,-4 3 0-15,-2 6-2 0,-2 1 1 0,-1 6 4 32,0 2 1-32,-3 5-1 0,3 5 3 15,-4 2 0-15,3 6 0 0,-2 1-1 0,-1 3 1 16,1 1 0-16,1 1-3 0,2 2-2 0,-1-1 1 16,-1-3-5-16,5 2 1 0,-2-2 0 0,1-3 2 15,2-3 1-15,0-3 0 0,2-2 3 0,-1-4 0 16,1-4-1-16,3-2 1 0,0-5 2 0,-1-3 0 15,2-1 0-15,-2-4 1 0,1-1-1 0,-3 0 1 16,3 0-3-16,-4 1 0 0,0 4-2 0,-4 0 1 16,1 3-1-16,-4 3-2 0,3 0 0 0,-4 3 2 15,0 2 1-15,0 2 1 0,0 1 0 0,2 2 2 16,-2 3 0-16,3 0-1 0,-1 2 0 0,3-1-2 16,-2 2 0-16,4 0-1 0,0 0 1 15,2 1 0-15,2-3-1 0,2 0 1 0,0 1 0 16,0-3 0-16,1 0 1 0,1-2 1 0,0 0-1 15,0-2 0 1,-2 1 0-16,0-2 1 0,1 0-3 16,-3-2 1-16,1 2 1 0,-2-1-1 0,-1 0 1 15,-3-1 0-15,0 2 0 0,0 0-1 0,-3 0 2 16,2 3-1-16,-3-2 0 0,1 4 1 0,0 1-1 16,-1 2 0-16,0-1-1 0,1 3 0 15,0-1 0-15,2 2 0 0,-1 1 0 0,2 0-1 16,-2-1 2-16,1-1-1 0,1 1-1 0,-1-3 3 15,2 2-1-15,0-4 1 0,-3-2-3 0,2-1 2 16,0-2 0-16,-1-2-2 0,-1 0 3 0,-1-4-1 16,0-1 2-16,1-1 0 0,-2-2 1 0,-1-1 0 15,-1-3-1-15,0-2-2 0,0-1 1 0,2-1-1 16,-2-3-2-16,0-2 3 0,1-2-4 0,-1-1 4 16,4-3-2-16,-1-2 1 0,0 1 0 0,0-3-2 15,1-1 2-15,1-1 0 0,0-2 0 16,0-2 0-16,0 0-1 0,-2-4 2 0,4 1-1 15,-3-4 1-15,-1-2 2 0,-2-1 4 0,3-1 4 16,-4-4 0 0,1 3 3-16,-2-2 3 0,-1 4 4 15,-3 4 3-15,-2 1-1 0,-1 5 1 0,-2 2-2 16,-1 4 0-16,-1 3-3 0,-2 4-3 16,3 1 0-16,-1 3 0 0,2 6 1 0,1 1-3 0,-1 4-3 15,2 1-5-15,2 3-3 0,1 3-4 0,1 4-3 16,4 4 0-16,4 5 1 0,-1 6 2 15,3 4 3-15,2 8 0 0,-2 4 2 0,5 6 0 16,-4 5 4-16,1 5 1 0,0 6 0 0,-2 6 0 16,0 2 1-16,-2 3 1 0,-1 6-5 0,-1 1-1 15,0 0-2-15,1-1-2 0,-1-2-4 0,1-7-4 16,-1-4-8-16,1-8-16 0,0-4-37 0,-1-7-64 16,0-6-65-16,-2-6-77 0,-2-6-144 0,-3-6-202 15,-1-3-281-15,-1-6-217 0,-3-6-196 16,-4-6-9-16,1-5 453 0</inkml:trace>
  <inkml:trace contextRef="#ctx0" brushRef="#br0" timeOffset="84889.2">10250 9168 402 0,'8'1'985'0,"0"-1"271"16,1 0-70-16,1 0-198 16,2-1-442-16,7-1-162 0,0 1-59 0,5-1-38 0,0-1-21 15,2-1-22-15,1-1-55 0,2-1-61 0,-1 0-40 0,2 0-24 16,0-1-20-16,0 0-11 0,0 1-13 16,2 2-7-16,-1-2-6 15,0 2-3-15,-1 1-2 0,1 1-1 16,-1-1-2-16,2 3-9 0,-2 0-39 0,0 2-75 15,-3-1-83-15,2 1-168 0,-2 1-294 16,-1-2-331-16,0 2-325 0,0-1-181 0,0-2 144 16,-4 0 662-16</inkml:trace>
  <inkml:trace contextRef="#ctx0" brushRef="#br0" timeOffset="86756.12">4968 12037 39 0,'-4'0'333'0,"1"2"231"0,0-2 227 0,1 0 66 0,-1 0-151 16,1 0-109-16,1 1-80 0,-1-1-60 15,1 1-56-15,-1-1-31 0,2 0-56 0,0 0-49 16,0 0-31-16,0 2-31 0,0-2-32 0,0 0-48 16,0 0-32-16,0 0-24 0,0 0-15 0,0 0-13 15,0 0-5-15,0 0-4 0,0 0-3 0,0 0-5 16,0 0-4-16,2 0-4 0,-2 2-2 0,0-2-4 15,0 0-4-15,0 0 1 0,1 0-2 0,-1 0-2 32,0 0-1-32,0 0-1 0,0 0 1 0,0 0-2 15,2 0 1-15,-1 0 1 0,-1 0 0 16,0 0 0-16,0 0-1 0,0 0 1 0,0 0 1 16,2 0 0-16,-2 0 0 0,0 0 0 0,0 0 0 15,0 0-1-15,0 0 0 0,0 0-1 0,0 0 0 16,0 0-1-16,0 0 2 0,2 0 0 0,-1 1 2 15,1-1 1-15,1 1 3 0,2-1 2 16,1 2 1-16,2-2 0 0,0 2 0 0,3-1-2 0,3 0 4 16,2 2 3-16,3-2 2 0,1 0 2 15,1 0 0-15,3 2 2 0,1-1 1 0,0 0-2 16,2-2 0-16,-3 3-3 0,3-3 4 0,-2 0-1 16,0 0-1-16,1 0 3 0,-6-3 2 0,1 3 1 15,-2 0-4 1,-3 0-2-16,-1-2-1 0,-2 0-5 0,-3 2-2 0,-1 0-2 0,-1-3 0 0,-2 3 0 15,-2 0-1-15,-1-1-2 0,0 1 0 0,1 0 0 32,-2 0 0-32,-1 0 2 0,1 0-1 0,-2 0 1 15,0 0 0-15,0 0 0 0,0 0-2 0,0 0-2 16,0 0-1-16,0 0 0 0,0 0-3 16,0 0-1-16,0 0-2 0,0-1-1 0,2 1-3 15,-1-1-9-15,1 1-17 0,3-4-26 0,1 1-65 16,1 1-71-16,2-2-118 0,0 1-195 0,3 2-299 15,2-2-334-15,2 1-244 0,1 2-135 0,3-1 349 16,0 1 648-16</inkml:trace>
  <inkml:trace contextRef="#ctx0" brushRef="#br0" timeOffset="88973.28">7663 11856 196 0,'3'-5'668'16,"-3"-1"395"-16,-3-2 140 0,-2 3-166 16,-1-3-233-16,-2 0-182 0,-1 3-146 15,-3-1-102-15,-3-2-69 0,0 2-58 0,-5 0-87 16,1 0-51-16,0 0-33 0,-3 3-15 0,2 0-11 16,0 3-10-16,-2 0-6 0,2 3-1 0,1 0-1 15,0 3-6-15,3 0-3 0,0 2-3 0,3-1-4 16,1 2-7-16,2 0-6 0,2-1-4 0,2 0-1 15,0 2-1-15,4-1 0 0,2 2 0 16,0-3 0-16,2 3-5 0,4 1-2 0,3 0-3 16,1 1 1-16,3 0-2 0,6 0 1 0,-1 0 5 15,5-1 4-15,1 0 1 16,2-1 2-16,1-2 1 0,0 0 0 0,0 0 0 0,1-2 0 0,-4 1 1 16,-2-1-1-16,0-1 0 0,-6 2 1 0,0-1 6 15,-3 1 4-15,-4-2 3 0,-1 3 2 16,-5 0 0-16,-1 3 1 0,-4 0-7 0,-3 2-2 0,-4 2-3 15,0 0 0-15,-3 1 0 0,-3 1-2 16,2 0 1 0,-4 0-1-16,2-2 0 0,0 1-3 0,0-3-1 15,0 0-1-15,2 0-1 0,2-4-3 16,0-1-7-16,3 0-16 0,3-4-48 0,0-1-71 16,2-1-75-16,0-4-132 0,6-4-201 0,2-2-316 15,1-4-282-15,4-2-202 0,4-4-64 0,2-3 409 16,1-2 555-16</inkml:trace>
  <inkml:trace contextRef="#ctx0" brushRef="#br0" timeOffset="89457.25">8025 11833 84 0,'14'-7'655'0,"-1"5"469"0,-4 0 134 16,-5 6-104-16,-3 3-262 0,-1 1-291 0,-1 7-165 0,-3 2-91 0,-2 3-59 15,0 3-48-15,0 2-87 16,-1 4-61-16,2-1-34 0,1 2-20 0,-1 0-12 0,4-1-10 0,2-2-4 15,2-2-5-15,2-2-3 0,1-4 0 0,2-1-2 32,5-3-1-32,-1-6-1 0,4-3 1 0,0-4 0 15,1-5 1-15,3-6 2 0,2-3 0 0,0-6 3 16,-2-5 1-16,4-2 1 0,-2-4-2 0,-3 1-1 16,2-3-1-16,-3 4 0 0,-3-1-3 0,-1 4 0 0,-3 1 2 0,-1 3 0 15,-3 3-1 1,1 2-5-16,-3 5 3 0,-2 2-1 0,2 2 0 15,-3 2-7-15,1 2-4 0,1 2 5 0,1 3-5 16,-2 5-1-16,2 3 7 0,3 5 8 0,-1 0 7 16,0 5 1-16,3 3 1 0,0 2-1 0,0 2-6 15,3 2-2-15,-2 5 0 16,2-1 2-16,-4 3 2 0,1 1 3 0,1 5 5 0,-5-1 5 0,-1 4 4 16,-2 0 3-16,-1 1 1 0,-4 1-2 0,-1 0-4 15,-3-2-5-15,-3-2-4 0,-3-1-5 16,-1-2-2-16,-5-3 0 0,-2-2-3 0,-2-3 0 15,-3-2-2-15,-2-4 1 0,-1-1-2 0,-1-5 1 16,-1-2-1-16,3-4-4 16,2-4-12-16,1-2-27 15,-1-6-74-15,3-3-82 0,3-3-154 0,-2-8-269 16,4-4-322-16,1-6-361 0,6-5-215 0,6-5 54 16,2-5 632-16</inkml:trace>
  <inkml:trace contextRef="#ctx0" brushRef="#br0" timeOffset="90289.53">8909 12302 81 0,'9'-4'338'16,"-2"1"182"-16,1-3 163 0,-2-2-27 0,5-3-170 0,-1-4-66 15,1-1-6-15,1-7 8 16,-1 2-12-16,-1-6-42 0,2-4-54 0,0 0-51 16,0-2-22-16,-2-1-8 0,1-1-2 0,0 1 0 15,-3 3-5-15,-2 1-13 0,1 5-30 0,-4 5-36 16,0 0-30-16,-3 7-27 0,0 0-20 15,0 3-16-15,0 3-15 0,-2 3-11 16,1 3-12-16,-1 2-6 0,1 3-7 16,-1 7-3-16,2 3-2 0,0 1 1 0,3 8-1 0,2-3-1 0,2 5 2 15,0 0-1-15,3 0 1 0,0-1-2 0,2-1 1 16,0-3-1-16,2-1-1 0,-1-6 1 16,4-1-1-16,-4-3 2 0,4-4 1 0,-2-5 2 0,2-6 1 15,-1-6-4-15,1-2-2 16,-1-5-2-16,0-5-3 0,0-4-1 0,1-2-2 0,-1-1 4 0,0 1 4 15,-2 2 1-15,0 0 2 0,-4 5 6 16,1 3 6-16,-5 2 1 0,2 4-6 0,-3 4-3 31,-2 3-2-31,2 2-7 0,-1 5-4 0,-1 2-2 16,1 5 5-16,-1 4 5 0,0 2 2 0,0 6 0 16,2-2 1-16,0 3 5 0,1 2 5 0,0 2 0 15,-1-1-1-15,3 1 0 0,1 1 0 16,-1-3-7-16,0 3-4 0,0 0-2 0,0 0-3 15,0 0-11-15,0-2-33 0,-2-1-64 0,2-2-59 16,0-3-70-16,-2-1-120 0,-1-5-170 0,0 0-230 0,1-4-219 16,0-3-209-16,-1-5-111 0,0-5 259 15,-2-7 481-15</inkml:trace>
  <inkml:trace contextRef="#ctx0" brushRef="#br0" timeOffset="90540.18">9816 11134 143 0,'7'-36'714'0,"-1"9"429"0,-2 6 82 32,-1 6-133-32,0 9-414 0,1 6-222 0,1 8-103 15,0 6-40-15,3 6-22 0,-2 7-27 16,3 5-31-16,-2 6-62 0,3 1-49 0,0 7-39 16,-2 2-24-16,2 2-12 0,-2 3-11 0,4 2-7 15,-4 3-8-15,0 0-7 0,0 1-4 0,0 0-5 16,-2-1-5-16,1-1-1 0,-1-3-2 0,3-4-5 15,-2-6-11-15,-1-5-34 16,2-4-67-16,-2-7-63 0,-1-3-89 0,-2-8-147 0,-1-3-187 16,-1-6-245-16,-2-3-216 0,-1-5-200 0,-3-7 10 15,-2-5 383-15,-1-5 436 0</inkml:trace>
  <inkml:trace contextRef="#ctx0" brushRef="#br0" timeOffset="90756.06">9777 11520 209 0,'-1'-22'677'0,"-3"5"349"0,3 2 87 0,-1 0-202 16,2 6-346-16,0-2-222 0,2 3-113 0,3 3-64 15,2-1-34-15,0 2-12 0,2-1-13 16,4 3-30-16,-1-1-33 0,6 2-18 0,-1 1-13 16,2 1-7-16,0-1-6 0,3 3 3 0,0 0-1 15,2 1-3-15,0 2-4 0,1-1-18 0,-1 1-48 16,-1 3-93-16,-2 0-131 0,0 4-182 0,-1 1-294 15,-4 3-248-15,3 4-117 0,-6 2 150 0,1 0 382 16</inkml:trace>
  <inkml:trace contextRef="#ctx0" brushRef="#br0" timeOffset="91174.45">10278 11769 72 0,'8'4'351'0,"-1"-4"196"0,-1-3 156 16,0-3-35-16,-1-2-163 0,0-5-66 15,-1-2-10-15,1-1 9 0,-2-5-13 0,3 1-40 0,-4-1-28 0,3 2-26 16,-2 2-15-16,0 2-24 0,0 5-26 0,-1 1-27 15,0 0-47-15,-1 4-50 0,1 3-52 0,-1 0-35 16,1 2-23-16,1 3-13 16,3 3-7-1,-1 3-4-15,1 1-2 0,-1 1-2 0,6 6 0 16,-3-2-1-16,3 0-3 0,-1 2 0 0,4 1 0 16,-3 2-1-16,3-2 1 0,-1 1 1 0,2-1-2 15,0 0 1-15,-1-1-2 0,0-2 1 0,-1-2-4 16,1-2 2-16,-1-4 1 0,3-2 2 0,-3-5 0 15,0-5 3-15,0-2 1 0,1-7 0 16,1-3-1-16,0 0-2 0,0-5 1 0,0 3-3 0,1-1 0 16,-3 3 1-16,3 0-1 0,-3 2-1 0,1 5 0 15,-3 1 2-15,1 2 1 0,-2 6-1 16,0 1 4-16,-1 4 0 0,-3 4 0 0,1 3 1 16,-3 2-1-16,1 5 1 0,-3 2 0 0,-1 4 0 15,1 1-2-15,1 3-1 0,-2 0-1 16,1 2-2-16,-1 0-3 0,4 0-1 0,-1-2-1 0,2-2-2 31,0-2-30-31,5-3-65 0,-1-3-60 0,1-4-91 16,3-3-156-16,0-3-248 0,5-4-300 0,0-1-219 15,2-1-181-15,3-4 114 0,1-1 509 0</inkml:trace>
  <inkml:trace contextRef="#ctx0" brushRef="#br0" timeOffset="91504.94">11409 11841 143 0,'6'-17'924'0,"-5"5"675"16,-1 3 1-16,-4 2-309 0,-2 1-449 0,-2 1-325 0,-2 4-208 16,-2 1-123-16,-1 1-65 0,0 3-36 0,-3 3-25 0,-1 2-20 15,1 1-11-15,1 3-9 16,0 3-5-16,4 2-6 0,0-2-3 0,3 3-4 0,3 0-2 16,4 0-2-16,2 1-1 0,3-5 0 0,2-1-2 15,6-3 2-15,0-3-1 0,2-5 1 0,3-6-1 16,2-2-1-16,0-6-5 0,2-4-1 0,-2-1-2 15,1-3-1-15,-3-2 1 0,1-2 2 0,-1 2 5 16,-4 0 3-16,1 4 2 0,-4 3 1 16,-2 2 1-1,-2 2 2-15,0 3 0 0,-3 5 0 0,1 2 0 16,-3 2 1-16,2 5-1 0,-1 4 0 0,0 4 0 16,-1 2-1-16,4 4-2 0,1 1 0 15,0 2-2-15,4 2-5 0,1-1-15 0,3 3-40 16,2-3-78-16,0 2-92 0,4-4-175 0,1 2-296 15,1-1-335-15,5-3-344 0,-2 0-164 16,4-2 182-16,2 0 684 0</inkml:trace>
  <inkml:trace contextRef="#ctx0" brushRef="#br0" timeOffset="92239.91">13071 11875 39 0,'-4'-2'517'0,"0"4"441"0,-3-2 241 15,-1 1-49-15,-1 1-337 0,3 0-305 0,-1 1-115 0,4-2-79 16,0 1-66-16,1-1-44 0,1 1-35 0,1-1-53 0,1 0-54 15,4 3-34-15,3-2-18 0,3 2-6 0,5 1 0 16,1-3 3-16,6 2 0 0,-2-4 3 16,6 4-1-1,0-4-1-15,3 0 0 0,0-4-4 0,0 1 3 16,0 1-3-16,2-4-1 0,-4 2 0 16,-2-2-4-16,-1 2 3 0,-1 0-7 0,-5 1-44 15,-5-1-47-15,0 1-55 0,-6 1-137 0,-5 0-222 16,-1-1-306-16,-4 2-252 0,-3 0-220 0,-4-3-41 15,0 0 462-15</inkml:trace>
  <inkml:trace contextRef="#ctx0" brushRef="#br0" timeOffset="92471.82">13365 11618 64 0,'12'0'439'15,"2"2"273"-15,-1 1 199 0,4 2 73 0,-1 1-343 16,3-1-180-16,0 0-97 0,2-1-40 15,-1 3-40-15,2-3-51 0,-1 1-38 0,1-1-38 16,0 2-16-16,-1 1-24 0,1-1-23 0,-2 4-18 16,0 1-20-1,-2 0-16-15,0 4-23 0,-4 2-8 16,-1 2-26-16,-1 2-31 0,-4 3-42 0,-3 2-101 16,-2-1-159-16,-4 0-299 0,-2 3-264 0,-2-1-244 15,-2-2-143-15,-2-2 268 0,-4-3 517 16</inkml:trace>
  <inkml:trace contextRef="#ctx0" brushRef="#br0" timeOffset="93354.66">14895 11908 447 0,'-3'4'887'16,"-2"0"290"-16,2-1-12 0,-2 0-316 0,2-2-345 15,2-1-177-15,-1 0-96 0,2-4-42 0,2-3 4 16,2-6 1-16,1-3 17 0,4-3-5 0,-1-6-23 15,2-3-34-15,5-2-34 0,-2-4-22 0,1 1-34 16,2-3-17-16,2 2-3 0,-4-1-3 0,2 6-7 31,-4 2-5-31,0 2-2 0,-2 8 4 16,-3 2-5-16,-1 3 1 0,-1 4-1 0,-2 5 1 0,3 5 4 16,-1 6-2-16,-2 6-1 0,1 6-2 0,0 6-2 15,0 2 0-15,0 7-5 0,1 0-4 16,-1 2-3-16,1 1-1 0,3-3-2 0,-1 1-1 15,4-5-2-15,-2-4-1 0,1-3 1 0,2-4-2 16,1-3 0-16,3-7 1 0,-2-1 1 0,3-8 0 16,-1-4 0-16,3-6 1 0,0-6 1 0,0-4-1 15,2-3-1-15,-2-3-1 0,1-2 1 0,-4 2-2 16,3 2 0-16,-3 2 1 0,-4 2-2 16,-2 4-1-16,1 3 2 0,-5 4 0 0,2 3 1 0,-1 3 4 15,0 8 6-15,1 1 3 0,-3 5 3 16,0 5 1-16,1 2 1 0,0 2-2 0,-1 2-5 0,0 1-3 15,1-1-3-15,-1 0-3 0,2-1-1 16,0-2-2-16,1-1 1 0,-1-3-2 0,1-3 0 16,-1-3 1-16,1-3-1 0,2-3 0 0,1-5 1 31,-2-4 1-31,3-5 1 0,0-5-1 0,-1-4 1 16,0-2 1-16,2 1 0 0,0-4-1 0,-3 1 0 15,2 0 0-15,-3 3 0 0,4 1-1 16,-5 3-1-16,-2 1 1 0,0 5 0 0,2 3 1 0,-3 1-1 15,0 2 2-15,1 3 3 0,1 4 1 16,-3 3 2-16,4 1 0 0,-2 5 1 0,-1 4-1 16,2 1-2-16,0 4-3 0,-1 0-2 0,-1 4-2 15,3-3-2-15,0 1-1 0,1-2-1 0,0-2-2 16,0 0-10-16,3-3-16 0,-2-5-35 0,3-2-74 16,1-4-72-16,-1-5-120 0,2-4-176 0,1-3-290 15,2-3-307-15,-1-4-206 0,2-4-132 16,3 1 299-16,-3-6 565 0</inkml:trace>
  <inkml:trace contextRef="#ctx0" brushRef="#br0" timeOffset="93505.88">16196 11739 370 0,'13'-5'826'0,"-4"2"348"31,-1 5 52-31,-3 2-221 0,2 5-207 0,-3 3-209 16,2 3-158-16,-3 3-103 0,-1 2-75 16,1 1-93-16,-3 1-73 0,0 0-41 0,2 3-22 0,-2-3-13 15,2-1-7-15,-1-3-24 0,1 1-74 16,-1-6-72-16,1-3-139 0,0-2-243 0,-2-4-317 15,0-4-344-15,1-4-224 0,1-5-26 0,-1-3 541 16</inkml:trace>
  <inkml:trace contextRef="#ctx0" brushRef="#br0" timeOffset="93671.9">16290 11389 102 0,'-2'-34'669'0,"0"4"460"15,-1 6 135-15,0 4-111 0,0 5-371 0,-2 3-298 16,2 3-181-16,2 3-92 0,-3 4-58 0,4 2-43 0,0 2-53 15,0 3-28-15,2 4-35 0,1 2-44 16,0 0-39-16,3 3-65 0,-1 3-124 0,-2-3-168 31,2 5-270-31,-2-2-246 0,1 3-222 0,0 2-33 16,-2 1 344-16,4 1 441 0</inkml:trace>
  <inkml:trace contextRef="#ctx0" brushRef="#br0" timeOffset="93972.71">16599 11901 18 0,'19'-23'357'0,"1"-4"341"0,-3-4 320 0,-1 0 53 16,-1-5-205-16,0 4-71 0,-3-2-109 16,-4 5-126-16,-3-1-112 0,-3 3-90 0,-2 2-67 0,-2 2-91 15,-1 3-55-15,-2 1-32 0,0 5-20 0,-4 4-18 16,3 4-15-16,-4 3-17 0,0 7-11 15,-2 7-9-15,-1 4-6 0,2 7-3 0,0 7-1 16,3 4-3 0,3 5-2-16,-1 1-4 0,3 5-2 0,3 2-1 0,0 1-3 0,5 2-1 0,2-1-1 31,2-3-3-31,0-1-7 0,5-3-16 0,2-7-21 16,3-6-62-16,1-5-82 0,0-5-136 0,3-4-231 15,2-5-313-15,2-3-375 0,5-5-276 0,1-5-57 16,4-3 519-16,1-7 666 0</inkml:trace>
  <inkml:trace contextRef="#ctx0" brushRef="#br0" timeOffset="94705.25">17184 11245 286 0,'5'-42'653'16,"-1"7"318"-16,-1 4 111 0,-2 4-234 0,1 8-272 15,-2 2-153-15,3 5-102 0,-2 6-24 0,1 6 14 0,1 6 4 0,4 6-23 16,-3 7-34-16,3 4-28 0,0 7-53 16,1 5-57-1,0 3-42-15,0 5-19 0,3 2-9 16,-3 3-12-16,0 0 0 0,0 6-1 0,1 1-6 16,-2 2-5-16,-1 2-5 0,1-3-2 0,0 2-8 15,1-6-6-15,0-5-2 0,5-4-4 0,-4-7 1 16,3-6 0-16,3-6 0 0,1-7 0 0,1-5 1 15,1-9 2-15,2-5-2 0,2-7 0 0,-1-5 1 16,5-6 0-16,-3-4-1 0,4-5 0 0,0-3 1 16,-1-3 0-16,-1 2-2 0,-2-5 0 15,1 1 0-15,-2-2 0 0,-4 0 0 0,-3 0 1 16,-2-1 0-16,-2 5 2 0,-5-1 0 0,-1 1 0 16,-5 5 2-16,-2 4 3 0,-3 3 4 0,-2 4 1 0,-3 6-1 15,-1 5 0-15,-3 8-1 0,-2 6-5 16,-1 9-3-16,-1 6-1 0,1 5 0 0,1 6 0 15,0 4 0-15,5 3 2 0,0 6-3 0,3 0 1 16,4 1-3-16,4 0 0 0,0-1 0 0,4 0-2 16,4-2-1-16,5-1-9 0,3-5-20 0,3-6-57 31,3-1-74-31,-1-8-106 0,5-6-190 16,1-1-300-16,0-4-341 0,1-5-276 0,-2-4-148 15,-4-2 293-15,0-2 652 0</inkml:trace>
  <inkml:trace contextRef="#ctx0" brushRef="#br0" timeOffset="95387.82">17814 12072 61 0,'7'7'536'0,"-2"1"396"0,-1-2 180 15,0-2-49-15,1-1-350 0,0-5-285 0,4 0-154 0,-1-7-74 16,2-3-16-16,2-6 29 0,3-5 35 0,0-5 9 16,5-6-4-16,-2-3-18 0,4-3-34 0,-2-2-47 15,2-2-52-15,0 2-34 0,-5 1-21 16,2 2-7-16,-3 7-3 0,-2 3-3 0,-3 4-4 16,-3 5 5-16,1 5-3 0,-4 3-6 0,0 5-1 15,-2 3-6-15,2 4-4 0,-2 5-4 0,2 6-3 16,-2 3 3-16,0 5 0 0,2 1 2 0,-2 5-1 15,2 2 1-15,0 0-2 0,2 1-3 0,-2 0-4 16,2 0-1-16,1-3-1 0,-2-1-2 0,3-3 0 31,1-2 0-31,-1-7 0 0,5-1 0 0,-2-7 1 16,3-4 0-16,1-7 0 0,1-5 0 16,1-6 1-16,3-4 0 0,-1-5-1 0,-1-5 0 15,3 1 0-15,-1-3 0 0,-1-2-1 0,2 3-1 16,-3 0 0-16,-1 2 0 0,-3 4 0 0,-2 5 1 15,0 4 2-15,-7 3 0 0,1 3 0 16,-3 4 0-16,0 3 1 0,-1 3 0 0,-2 4-1 0,-1 3 0 16,0 6 0-16,0 3 0 0,0 5 0 0,0 1-1 15,0 5-1-15,0 0 0 0,0 4-1 0,0-2 0 16,5 1-2-16,-1 1 0 0,1-4-1 16,2 1-6-16,1-4-14 0,3-4-31 0,-3-3-63 15,3-5-68-15,0-4-78 0,0-4-135 0,0-5-168 16,5-4-174-16,-3-4-166 0,2-1-213 0,0-4-130 15,2-2 201-15,-1 0 393 0,-1-2 328 0</inkml:trace>
  <inkml:trace contextRef="#ctx0" brushRef="#br0" timeOffset="95505.81">18875 11634 352 0,'9'0'755'0,"-1"3"336"16,1 4 73-16,-4 5-312 0,0 4-257 0,0 5-188 16,-2 2-135-16,0 6-95 0,2 1-62 15,-2 1-42-15,0 0-28 0,0 3-25 0,1-4-13 16,0 2-25-16,1-6-57 0,3-2-141 0,-4-6-196 15,3-4-284-15,-1-4-280 0,2-5-233 0,1-7-5 16,1-7 431-16</inkml:trace>
  <inkml:trace contextRef="#ctx0" brushRef="#br0" timeOffset="95705.08">19106 11428 32 0,'-3'-52'543'0,"-1"7"471"0,-1 3 225 15,1 6-39-15,-1 5-281 0,2 7-278 0,-2 7-195 16,2 4-114-16,0 3-70 0,0 5-59 0,1 5-78 15,0 5-59-15,2 3-31 0,2 2-14 0,1 4-11 16,1 1-6-16,0 2-1 0,2 4-5 0,2 0-24 16,-1-1-57-16,-1 4-58 0,3 2-53 0,-1-1-99 31,-1 3-151-31,2-1-168 0,0 1-201 0,1-1-215 16,1 1-184-16,3-1 85 0,2-1 384 0,3-1 386 15</inkml:trace>
  <inkml:trace contextRef="#ctx0" brushRef="#br0" timeOffset="95954.76">19683 11706 82 0,'14'-24'610'0,"-6"0"474"0,-3-1 335 16,-2-1-50-16,-3 0-367 0,-3 3-309 16,-4-1-208-16,-4 2-116 0,0 1-116 0,-3 3-88 15,-4 4-49-15,-2 4-30 0,-1 6-19 0,-1 5-13 16,0 6-10-16,1 6-7 0,3 6-9 0,2 5-4 0,3 6-7 15,7 4-5-15,4 2-5 0,4 3-2 16,2 0-4-16,5 4-2 0,4-4-2 0,2 0 0 16,2-2-7-1,4-2-10-15,4-3-18 0,4-5-24 16,1-5-50-16,3-5-82 0,2-1-99 0,4-7-169 16,1-2-287-16,3-3-330 0,2-4-301 15,1-5-147-15,5-1 214 0,-1-6 651 0</inkml:trace>
  <inkml:trace contextRef="#ctx0" brushRef="#br0" timeOffset="96405.27">21147 9792 74 0,'1'-14'618'0,"-1"5"474"15,-1 3 180-15,-5 3-75 0,1 5-318 16,0 5-274-16,-1 5-160 0,-1 6-97 0,1 9-58 16,-5 8-48-16,3 10-56 0,-2 11-49 0,0 11-23 15,-2 12-16-15,3 12-11 0,-4 6-5 0,4 8-6 16,-4 10-6-16,2 6-6 0,-2 10-10 0,2 8-5 16,2 9-10-16,-1 3-12 0,3 8-10 0,2 4-6 15,3 4-3-15,4 0-4 0,3-3-5 16,5-1-6-16,6-12-7 0,3-10-16 0,5-12-28 0,3-17-66 15,0-14-94-15,6-15-195 0,2-14-287 16,1-14-356-16,0-13-430 0,1-12-263 0,-2-13 208 16,-2-10 874-1</inkml:trace>
  <inkml:trace contextRef="#ctx0" brushRef="#br0" timeOffset="97521.36">21918 10222 45 0,'-1'-12'360'15,"-5"1"256"-15,1-1 241 0,2 1 89 0,-2 4-208 16,2 1-154-16,-1 2-103 0,1 0-76 0,1 0-65 16,1 2-83-16,-1 3-82 0,1 2-27 0,1 5-16 15,0 5-12-15,0 2-25 0,1 6 42 0,2 5 21 16,2 2-12-16,0 4-17 0,2 4-14 0,1 3-10 16,-1-1-48-16,0 4-27 0,1 1-13 0,-2-3-5 15,2 2-5-15,-2-5-1 0,0 1 1 0,-1-5-1 16,0-3-2-16,3-3-1 0,-7-4-1 15,4-4 1-15,-2-3 1 0,-1-5 13 0,-1-2 6 16,-1-4 2-16,2-3 2 0,-2-4-2 0,0-7-2 16,-2-5-13-1,2-4-5-15,0-4-3 0,2-7 1 16,-2-2 0-16,2-5 1 0,-2-3 0 0,0-3 1 16,0-5 1-16,0 1-4 0,1-4-1 0,1-1-2 15,1 2 0-15,2 2 0 0,2 2-3 0,0 6 1 16,3 3-1-16,-1 5 1 0,0 4-1 15,4 1 1-15,1 5-1 0,2 1 0 0,1 3 0 0,1 0 1 16,2 3 0-16,-1 3 0 0,1 2 0 16,-2 2 0-16,3 1 1 0,-7 0 0 0,3 3 1 15,-4 3 3-15,-2 0-1 0,-1 3 1 0,-2 3 9 16,-4 0 4-16,0 1 1 0,-4 3 4 0,-4 0 1 16,-2 6 3-16,-2 0 0 0,-4 2-1 0,-1 2 1 15,-3 2-2-15,-2 3 0 0,1 1-4 16,0 1-6-16,-4 2-4 0,3-1-2 0,-2 1-3 15,5 1 0-15,-1-2-2 0,2 0-1 0,2 0 0 16,3 0-2-16,1-3 1 0,3-2-1 0,4 1 0 16,2-2 0-1,3-2 0-15,0-2-1 0,5-3 0 16,3-2 0-16,1-2 2 0,2-3-1 0,4-5 2 16,0-2-1-16,3-2 1 0,2-2 0 15,-2-3-2-15,5-2 1 0,-2 0-2 0,1-2-1 0,-3 1-7 16,-2 2-18-16,-1-2-49 0,-1 3-73 0,-1 0-72 15,-4 0-133-15,-3 3-204 0,0 0-310 16,-2 1-275-16,-2 1-193 0,-2 1-61 0,-4 0 406 16,-1 0 553-16</inkml:trace>
  <inkml:trace contextRef="#ctx0" brushRef="#br0" timeOffset="98087.5">22562 10183 61 0,'6'-1'583'0,"-1"1"440"0,0 1 162 0,-2 3-79 15,0 2-357-15,2 2-289 0,1 4-121 16,0 5-30-16,2 2 6 0,0 2-22 0,3 2-28 16,-1 3-40-16,1 4-55 0,1 1-55 0,0 1-45 15,-2 5-15-15,2-2-15 0,-4 5-8 16,1-2-5-16,0-1-2 0,-2-3-3 0,-1 2-9 15,-1-4-4-15,3-1-3 0,-4-2-3 0,0-6 0 16,-3 0-1-16,2-5 1 0,-1-3-1 0,0-4 6 16,-2-3 4-16,0-3 2 0,1-1 0 0,-1-6 2 15,0-5-1-15,0-3-6 0,0-5-4 16,0-4-4-16,0-3-1 0,0-4 0 0,0-4 1 0,-1-1-1 0,1-6 2 16,-4-1 0-16,1-6 1 0,0-1-2 15,-2-4 0-15,-2-6-1 0,0-1-1 0,2 0 0 16,1 2-2-16,0 1 0 0,3 3 0 15,-1 9 0-15,4 3 0 0,-1 7 0 0,4 5-1 16,0 4 0-16,2 5 0 0,3 1 0 0,1 6 0 16,2 1 1-1,4 5 3-15,1 3 0 0,-1 2 0 16,4 2 0-16,-4 5 1 0,5 1 0 0,-1 3-1 16,-2 1 0-16,1 2 2 0,-2 2 1 0,-2 0 0 15,-2 0 1-15,-3 3 0 0,-3-1 2 0,-2 1 1 16,-4 1 5-16,-2 1 4 0,-2 3 1 0,-4-2 0 15,-2-1 0-15,-2 2-3 0,-4-1-5 16,1-2-4-16,-2 2-2 0,-1-3 0 0,-3-1-2 16,0-3-1-16,0-1-1 0,-1-5-1 0,3 0-1 15,-1-3-11-15,3-1-17 0,-2-3-51 0,6-3-74 16,-1-1-103-16,0-4-181 0,4 1-294 16,5-3-339-16,0 1-299 0,6 0-159 0,2-1 249 15,3 1 652-15</inkml:trace>
  <inkml:trace contextRef="#ctx0" brushRef="#br0" timeOffset="100720.97">23284 10128 202 0,'4'-12'490'0,"-1"-3"257"0,0 6 172 16,-1-2-178-16,2 1-182 0,-1 2-89 0,-3 1-72 0,3 1-57 0,-3 0-32 31,0 3 24-31,2-1 6 0,0 4-14 0,-2-3-35 16,1 3-37-16,-1 0-44 0,0 3-66 0,2 1-46 15,-2 4-34-15,1 5-12 0,1 6-7 0,0 7-3 16,-2 5 2-16,1 7-4 0,3 5-4 15,-3 6-2-15,1 2-3 0,-1 6-1 0,2 2-3 16,-1 0-6-16,-2-2-2 0,0 1-6 0,1-2-3 16,-1-5-2-16,3-5-4 0,1-7-1 0,0-4-2 15,1-7 0-15,0-5 0 0,3-7 0 0,-2-5 2 16,1-6 0-16,-1-7 0 16,0-9 0-16,3-5 0 0,0-10-1 0,0-6-1 0,0-5 0 0,-1-2 1 15,0-5 1-15,-3 1 1 0,0-2 2 16,-3 0 6-16,-2 0 3 0,-4-2 0 0,0 0-1 0,-4 0-1 15,1-1 0-15,-4 3-5 0,3 3-4 16,2 3-1-16,-1 4 4 0,-2 7 2 0,5 6 2 16,0 2 1-16,1 5 0 0,2 3-1 15,-3 1-6-15,3 6-4 0,1 0-1 0,0 2 0 16,1 6-1-16,4 2 2 0,0 5 1 16,1 3 0-16,3 2 1 15,1 4-1-15,1 2 1 0,3-1-2 0,-1 4 2 16,1-4-1-16,2 3 0 0,1-4 1 0,1 0-1 15,1-3 0-15,1-3 1 0,1-1-2 16,1-3 1-16,2-7-1 0,-1 1 0 0,0-6 0 16,0-4 0-16,-1-6 0 0,4-2 0 0,-5-2 0 15,1-6 0-15,-2-2-2 0,-1 0 1 0,2-2 0 16,-3 2 1-16,-3 0 0 0,-2 2 1 0,-3 4 1 16,-2 3 0-16,1 3 4 0,-5 4 1 0,1 2 2 15,-2 2-1-15,0 5 1 0,-1 5-1 0,-1 5-2 16,-1 5-1-16,2 5-2 15,-1 6 0-15,1 3 0 0,1 3-1 0,1 8 0 0,-3 0-1 16,2 2-1-16,3 1-1 0,-3 4-1 0,1 0-3 16,-3 1 0-16,3 2 0 0,0-1-2 0,0-3-11 15,2-1-20 1,1-4-45-16,2-2-76 0,0-4-94 16,2-6-171-16,0-3-291 0,2-4-332 0,3-4-323 15,0-1-168-15,2-5 152 0,3-3 661 0</inkml:trace>
  <inkml:trace contextRef="#ctx0" brushRef="#br0" timeOffset="101203.43">24627 10218 116 0,'0'-2'655'16,"-2"2"425"-16,2 2 116 15,2-2-121-15,-1 0-426 0,6 0-271 0,2-2-147 16,5 1-32-16,4-1-3 0,2 1-5 15,5-1 40-15,2 1-4 0,3-2-20 0,0 1-49 16,-1-1-33-16,4 2-22 0,-4 0-46 16,-1 1-26-16,-2-2-14 0,-3 2-8 0,-2 0-7 15,-5 0-18-15,-7 2-48 16,0 0-62-16,-5 3-70 0,-8-1-135 0,-2 4-197 16,-5 0-305-16,-3 3-259 0,-7 1-204 0,-1 3-32 15,-3 2 424-15,-5-1 498 0</inkml:trace>
  <inkml:trace contextRef="#ctx0" brushRef="#br0" timeOffset="101354.87">24621 10510 137 0,'2'9'570'0,"2"-2"308"0,2-1 119 0,5 0-1 0,5-1-441 15,2 1-237-15,3-4-115 0,5 4-59 0,0-4-35 16,3 1-53-16,1 1-32 16,3-1-15-16,2 0-9 0,3-1-1 0,0 0-30 0,5 0-85 15,-4 1-126-15,6 0-231 0,-1 1-265 0,0 2-219 16,3 0-82-16,-4 0 206 0,1 1 362 0</inkml:trace>
  <inkml:trace contextRef="#ctx0" brushRef="#br0" timeOffset="101586.97">26115 10789 177 0,'3'4'903'15,"-2"0"610"-15,-1 0 4 0,-1 2-291 0,-2-1-459 16,-1 1-306-16,3-2-184 16,-1 0-123-16,0 1-63 0,2-2-31 0,0 2-17 0,0-2-22 0,4-2-13 15,-3 0-18-15,3-1-51 0,0-2-66 0,0-3-69 16,-3-1-134-16,4 0-199 0,-2-3-311 16,1-1-258-16,0-1-205 0,-3-2-51 0,-1-2 421 15,0-2 514-15</inkml:trace>
  <inkml:trace contextRef="#ctx0" brushRef="#br0" timeOffset="101954.38">25843 9796 113 0,'0'-20'557'0,"1"2"341"16,3 1 150-16,0 0-13 0,7-2-407 0,2 2-212 15,4-1-118-15,1 2-44 0,4-1-13 0,1 1-8 16,4 1-5-16,0 2-22 0,-1 0-7 0,1 2-3 16,-2 3-26-16,-3 0-22 0,-3 5-23 0,-2 2-7 15,-6 2-16-15,0 4-16 0,-8 3-5 0,-3 5-13 16,-4 4-7-16,-7 2-9 16,0 3-5-16,-7 6-6 0,1 1-4 0,-2 4-2 0,1 1-5 15,-1 2 1-15,1 2-5 0,3 1-1 0,4 0-6 16,2 0-3-16,2-6-3 0,7-2-6 0,5 0-3 15,3-4-2-15,6-5-2 0,2-3 0 0,8-3-1 16,4-4-1-16,2-3-4 0,5-3-12 0,2-2-18 16,0-2-38-16,0-1-76 15,1-2-78-15,-2-3-126 16,1 2-205-16,-3-3-313 0,-2-1-312 16,-2 2-197-16,-8-1-88 0,-1 4 402 0,-5-1 608 15</inkml:trace>
  <inkml:trace contextRef="#ctx0" brushRef="#br0" timeOffset="104403.75">21804 12366 49 0,'2'4'487'0,"0"1"395"0,-2-2 211 16,-2-3-28-16,2 0-362 0,0-1-260 0,0-6-148 0,2 1-88 0,-1-5-45 16,3-2-13-16,0-4 5 0,5 0 8 15,1-5 1-15,1-1-11 0,3-4-15 0,1-1 13 32,4-1 1-32,-3-1-22 0,2 1-16 0,0 2-10 15,-2 2-7-15,-2 2-29 0,-2 5-30 0,-3 2-4 16,0 4-5-16,-3 2-1 0,-3 4-2 0,2 1 2 15,-2 5 1-15,1 5-6 0,-4 3-2 16,1 6-3-16,-1 5-1 0,-1 4-3 0,1 4-3 0,-4-1-3 16,4 7-2-16,-3-4-1 0,3 1-2 15,0 0 2-15,2-2 0 0,-1 0-2 0,4-6-2 16,-2-1 0-16,5-4-1 0,-2-4-1 0,2-4 0 16,2-3 1-16,2-6 0 0,0-7 1 0,3-5 0 15,0-5 0-15,2-3 0 0,-1-5 0 0,3-3 2 16,-3 1 0-16,1 0 2 0,-3 1 1 0,0 4-2 15,-2 2-1-15,-3 3-1 0,-1 6-2 0,-3 0-1 16,-4 4-1-16,4 3 1 0,-2 0 0 16,-1 4 1-16,1 4 1 0,1 2-1 0,0 2 1 15,-3 6 1-15,2 1-1 0,-1 0 1 0,1 6 0 16,-1-2 1-16,1 3 0 0,-1 0-1 16,1-1 1-1,2-1-1-15,-4-2-1 0,5 0-1 0,-1-2 1 16,0-4-1-16,0-2-1 0,1-1-1 0,2-2 2 15,-2-5-1-15,0-2 0 0,3-2 2 16,0-7 0-16,0 1 0 0,-1-4-1 0,0-3 1 16,3-2 0-16,-3 0 1 0,0 0 2 0,1 0 0 15,-2 4 0-15,-2-2-1 0,-2 6 0 0,0-1 0 0,-1 4-2 16,-1 4-1-16,-1 0 1 0,0 5 0 0,-1 2 0 16,-1 2-2-16,-1 5 1 0,0 2 1 15,-1 4 0-15,1 2-3 0,0 3 1 0,1 3-2 16,1-1-15-16,-2 1-33 0,6-2-61 0,-2-2-60 15,2-1-57-15,2-4-95 0,2-2-128 0,1-3-149 16,3-5-211-16,-2-1-213 0,2-5-192 0,3-2 37 16,1-2 362-16,0-4 420 0</inkml:trace>
  <inkml:trace contextRef="#ctx0" brushRef="#br0" timeOffset="104820.64">22884 12075 31 0,'7'-11'503'0,"-2"3"463"0,-4 1 249 0,2 3-51 16,-6 0-360-16,2 4-226 0,-1 4-150 0,-3 0-83 15,4 4-50-15,-6 1-35 0,1 4-42 16,-1 2-58-16,-2 2-51 0,3 3-40 0,-2 1-24 0,0 0-14 16,0 2-7-16,2 0-4 0,-1-1-3 15,6-1-2-15,-3-1-8 0,4-4-5 0,4-2 0 16,-1-4-2-16,3-2-1 0,2-4 2 0,5-4 0 15,-2-3-1-15,5-3 0 0,-4-4-1 0,6-3 2 16,-2-2-1-16,1-4 1 0,-1-2 1 0,1 2 1 16,-2-3 0-16,0 2 0 0,-4-1-1 0,2 3 0 15,-5 2 2-15,-3-1-1 0,-4 5 2 0,2 0 3 32,-3 3 4-32,-3 1 0 0,2 1 0 15,-3 7 0-15,-1-2-1 0,-2 4-4 0,1 4-4 0,-1 3-1 16,1 1-4-16,-2 5 1 0,0 1-1 15,2 3 1-15,-1 2 1 0,4 1-2 0,-2 2 3 16,5 1-2-16,0-2-2 0,2 2-11 0,3-4-31 16,-1-2-63-16,3 0-60 0,1-3-64 0,3-6-122 15,2-3-164-15,-1-2-226 0,2-5-222 0,4 0-212 16,-1-5-122-16,4-4 255 0,1-2 466 16</inkml:trace>
  <inkml:trace contextRef="#ctx0" brushRef="#br0" timeOffset="105105.02">23346 12036 8 0,'2'-20'474'0,"-1"4"471"0,-2 0 267 16,-3 4-22-16,1 2-288 0,2 3-246 0,-3 0-193 0,3 3-126 31,-1 3-73-31,2 1-55 0,0 3-71 0,0-1-59 16,3 6-35-16,1 0-20 0,-1 2-13 15,3 3-4-15,1 1-3 0,2 0 0 0,-1 2-3 16,2 0 0-16,-1 3 0 0,0 0 0 0,-1 1 2 15,0-1 0-15,0 4-2 0,-3-1 2 0,0 0 2 16,-5 3 0-16,0 0 1 0,-5 0-2 0,-2 0 1 16,-2 3 2-16,0 0-6 0,-4 0 1 0,-4 0-2 15,-1 0 0-15,1-1-1 0,0-2 0 0,-3-2 1 16,3-1 0-16,1-4-3 0,2-2-18 0,1-2-57 16,2-6-55-16,5-1-56 0,1-7-108 0,4-2-163 15,1-5-240-15,3-4-232 0,3-1-219 16,5-4-123-16,0-2 225 0,4-4 468 0</inkml:trace>
  <inkml:trace contextRef="#ctx0" brushRef="#br0" timeOffset="105453.75">23719 12094 13 0,'2'-5'547'16,"-4"3"525"-16,-3 0 319 0,-3 6-20 0,-2 0-338 15,-3 5-358-15,-3 3-221 0,0 2-120 16,-3 3-97-16,3 3-80 0,-1 2-57 0,3 0-35 16,-2 3-22-16,5-3-14 0,3 3-12 0,5-4-9 15,0-1-4-15,7-3-2 0,3-4-2 16,2-1-1-16,5-10 0 0,2-2 1 0,5-2-1 0,0-9-3 16,1-2 1-16,0-4-3 0,1-2 2 0,-2-1-1 15,1 1 1-15,-3 0 3 0,-3 2 3 0,-1 2 0 16,-5 2 1-16,1 2 0 0,-1 2 0 15,-6 5-2-15,1-1 0 0,-2 4 0 0,-1 1-1 0,-2 4 0 16,0 2 0-16,0 4 0 0,-2 2 0 0,2 4 0 16,0 0 0-16,2 4-6 0,1 1-21 15,0 1-57 1,3 1-67-16,2 2-79 0,0 1-160 0,2 0-275 16,1 0-314-16,2 3-261 0,2-2-191 15,0-1 77-15,3-4 580 0</inkml:trace>
  <inkml:trace contextRef="#ctx0" brushRef="#br0" timeOffset="106523.25">25035 11599 75 0,'1'-6'380'0,"1"0"245"15,-1 2 213-15,1-1-9 0,0 0-195 0,-2 3-117 0,1 0-73 16,-1 1-59-16,0-1-55 0,0 1-42 0,0 1-37 16,0 0-40-16,0 1-35 0,0 1-30 15,0 1-27 1,2 4 10-16,-2 4-10 0,2 1-15 0,-2 7 11 16,0 2 7-16,1 3 1 0,1 4-32 0,-2 1-22 15,0 5-11-15,0 1-23 0,1 2-14 16,2 3-9-16,-1 0-4 0,-1 2-2 0,-1-1 0 15,3 4 0-15,-1-3-1 0,0 0-1 0,1-3 1 16,0-2-2-16,0-4-1 0,4-4-2 16,0-5-2-16,0-4 1 0,2-4-1 0,1-7 2 15,2-5 1-15,3-5 0 0,0-7 0 0,3-6-1 0,2-7 3 16,2-5-1-16,-1-4 1 0,5-4 2 16,-3-1 0-16,1-1 3 0,-2 1-1 0,-5 1 1 15,0 2 0-15,-2 4 6 0,-3 2 3 0,-4 5 6 16,-3 2 1-16,-2 4 1 0,-1 2-1 0,-2 1-4 15,-2 5-5-15,-1 3-7 0,-2 0-2 0,1 4-3 16,-4 4-3-16,0 3-2 0,0 3-1 0,-2 5 0 16,0 2-1-16,2 2 1 0,-4 4 0 0,3 1 1 31,0 3-1-31,0 2 0 0,0-1 2 0,5 2 2 16,-3 0-2-16,2 2 0 0,4-2 0 0,-3 0 1 15,3 0-2-15,2-2-5 0,1-2-11 16,1-4-32-16,0-1-57 0,2-2-61 0,0-5-64 15,3-3-103-15,-2-4-151 0,2-1-202 0,0-1-232 16,1-5-210-16,-1 0-164 0,2-4 155 0,1 2 458 16</inkml:trace>
  <inkml:trace contextRef="#ctx0" brushRef="#br0" timeOffset="107487.2">25680 11995 218 0,'4'-6'621'0,"-2"1"348"0,0 2 145 0,-2-2-197 15,1 3-285-15,-1 0-186 0,-1 1-134 0,1 2-53 16,0 3-14-16,0 3 5 0,1 4 3 0,-1 3-11 15,0 3-18-15,0 4-34 0,2 3-47 0,-2 4-42 16,2 2-39-16,-2 2-18 0,1 1-14 0,-1 1-13 16,3-2-4-16,2 0-4 0,-4-4-3 0,6-2-3 31,-2-5-1-31,1 0-1 0,0-6 0 16,5-3-2-16,-1-4 1 0,1-4 2 0,1-6 0 15,1-4 0-15,3-6 1 0,-3-3 0 0,2-6-1 16,1-3-1-16,1-1 3 0,0-2 0 0,-4-1-1 15,0 3 1-15,0 0 0 0,-4 2 5 0,-2 2 3 16,-1 3 5-16,1 3 4 0,-5 3 3 0,3 3 0 16,-3 3-5-16,-1 0-5 0,1 3-5 0,0 5-4 15,-2 1-4-15,0 3-1 0,1 4-2 0,-1 3 0 16,0 3 2-16,2 2 0 0,-1 0 0 16,3 1 1-16,-4 1 3 0,3 0-1 0,0 2-1 15,1-3 1-15,0 2-1 0,-1-1-2 0,2-3-1 16,-1 2 1-16,0-2-2 0,0-2 1 0,1-1-2 15,0 0 2 1,-1-1 0-16,1-5 1 0,2-1 0 0,-2-2 0 0,4-5 0 0,-3-3 0 0,2-5-1 16,2-1 0-16,0-6 1 0,2-1-1 15,-3-3-1-15,4-4-1 0,-4 2-3 0,4-3-6 0,-4 0-4 16,-1-1-7-16,0-1-8 0,2 0-4 31,-6-3-1-31,3 2-1 0,-1-4 1 0,1 0 1 0,-1-1 9 16,-2 2 6-16,0 0 4 0,0 3 7 15,0-1 4-15,-1 1 4 0,0 2 1 0,0 2-1 16,2-1-1-16,-4 2 2 0,2 0 0 0,2 1 2 16,-2-1 0-16,2 0 2 0,0 0 1 0,3 3-2 15,-2 0 0-15,-1 2-1 0,1 2 0 0,-2 1 0 16,0 6 8-16,1 0 8 0,-4 2 2 16,2 1 7-16,-1 3 2 0,0 4 6 0,-2 3-5 15,1 4-2-15,-1 3 2 0,0 4-2 0,0 4-2 16,0 7-3-16,-1 1-4 0,-1 3-3 0,0 5-5 15,-1 3-3-15,2 0-2 0,-4 1-2 0,1 3-1 16,0 1-1-16,1 0 0 0,-2 0 0 0,2-2 0 16,0 2-2-16,0-5 1 0,3 3-1 0,-3-5 0 15,6-2-2 1,-3-1-1-16,4-5-4 0,1-4-10 0,2-2-33 0,-1 0-71 0,3-6-64 31,-2-1-96-31,1-4-163 0,0-1-269 0,2-3-294 16,0-1-215-16,1-2-172 0,3-4 159 0,-1 1 538 15</inkml:trace>
  <inkml:trace contextRef="#ctx0" brushRef="#br0" timeOffset="108921.21">27421 11506 18 0,'14'-28'420'0,"-5"3"373"0,-2 5 264 0,-1 2 34 15,-5 3-336 1,2 2-283-16,-1 2-144 0,0 6-104 0,-4 1-63 0,0 4-37 16,1 5 6-16,-2 6 23 0,0 4 19 15,0 6 34-15,0 6 26 0,-1 6-1 0,0 6-30 0,-5 5-35 16,2 6-31-16,-3 3-39 0,1 5-36 16,-5 4-22-16,-1 1-11 15,-4 3-8-15,2 3-8 0,-4-1-4 0,-2 2-1 0,0 2-1 0,-4-1-2 16,2-1-3-16,-2-2-2 0,2-4 0 15,3-3-1-15,5-7-8 0,-2-7-30 0,6-5-52 16,3-7-57-16,4-6-52 0,6-7-70 0,2-6-113 16,4-7-122-16,2-7-142 0,3-4-223 0,5-6-222 15,1-1-117-15,2-8 190 16,2-2 407-16</inkml:trace>
  <inkml:trace contextRef="#ctx0" brushRef="#br0" timeOffset="110052.37">27566 12576 28 0,'-6'0'381'16,"-1"-4"267"-16,0 2 187 0,0-4 63 0,2-2-343 16,1-2-199-16,4-1-99 15,0-2-37-15,1-3-4 0,6-3-6 0,1-2-1 16,2-1-14-16,3-6-19 0,3 1-22 0,2-4-8 0,0 0 14 16,6-1 24-16,-2 2 24 0,2 2 21 15,0-1-2-15,-2 4-22 0,-3 4-39 0,0 0-45 16,-3 6-40-16,-2 3-30 0,-5 3-14 0,-1 1-8 15,1 5-1-15,-5 5 3 0,-3 4 2 16,-1 3-3-16,-1 4-8 0,-3 4-3 0,0 2-2 0,-4 4-2 16,2 3 0-16,-2 4 1 0,0-3 0 15,0 4-1-15,2-1-4 0,-1 0-4 0,4-3-3 16,0-2-3 0,3-1 1-16,1-5-2 0,3-3 3 15,0-4-1-15,3-3-1 0,4-7 0 0,0-3 1 16,3-5-2-16,4-5 0 0,2-4 1 0,2-4-1 15,4-8 1-15,0 2-1 0,1-4 0 0,0 1 1 16,-2 1-2-16,-1 1 2 0,-2 2-1 0,-1 4 1 16,-7 3 0-16,2 3-1 0,-8 3 0 0,-2 6 0 15,-3 0 2-15,1 7-1 0,-8 2 5 0,3 4 2 16,-4 3 4-16,0 2 0 0,-1 3-1 16,-3 2 2-16,2 1-5 0,1 0-3 15,-1 4-3-15,4-4-1 0,0-1-1 0,1-3-1 0,2 0-1 16,4-2 2-16,0-5-1 0,3-2 1 0,1-3-2 15,3-5 2-15,1-2 0 0,1-5-1 0,4-6-1 16,4 0 0-16,-3-6 1 0,4-1-2 0,-2 2 2 16,-1-2 0-16,2 0 1 0,-5 4-1 0,-2 4 1 15,-3 1 0-15,-2 5-2 16,-3 3 1-16,-2 3 0 16,-3 4 3-16,-1 3 1 0,0 1 0 0,0 2 1 15,-3 6-2-15,0-1 0 0,0 4-1 16,-2 0-2-16,2 0-1 0,1 3 1 0,1-4-1 15,-1 2-2-15,4-4-3 0,1 3-11 0,0-4-24 16,5-4-57-16,-3 0-66 0,3-5-56 0,0-1-70 0,2-2-99 16,-2-3-113-16,4-3-75 15,2-1-69-15,-1-1-152 0,2-1-176 0,0-2-44 0,2-2 165 16,-4-2 281-16,1-1 259 0</inkml:trace>
  <inkml:trace contextRef="#ctx0" brushRef="#br0" timeOffset="110614.06">28537 12271 92 0,'8'-12'382'15,"-2"1"280"-15,-3 3 238 0,1 1-38 16,-4 2-167-16,0 0-151 0,0 4-119 0,-2-1-90 15,0 5-73-15,1 1-65 0,-1 2-50 16,0 0-39-16,1 1-25 0,1 2-21 0,1 1-16 0,1-1-8 16,1 1-13-16,1-3-11 0,3 4-3 0,-1-4-3 15,2-2-2-15,4-3-2 0,-2 1 2 0,3-3 1 16,1-1-6-16,1-2 1 0,0-2-4 16,1-1 1-16,3 0 16 0,0-1 24 0,0-2 12 31,2 1 3-31,-2 0 6 0,0 1-2 0,-3 3 3 15,-1 1 20-15,0 1 22 0,-3 4 26 0,-1-1 11 16,-3 4-1-16,0 1-14 0,-2 1-34 0,-1 3-28 16,-2 0-24-16,-1 3-13 0,0 2-3 0,-2 0-4 15,1 2-5-15,-1-2 2 0,2 4-2 0,-1-1-6 16,3 0-4-16,-3 0-3 0,4-1 1 0,-2 0-3 16,0-1-1-16,2-3 1 15,1 1 1-15,1-5-1 0,0-1-2 0,1-6 1 0,0-2 1 16,0-2 1-16,5-6 1 0,-5-1-1 0,1-5 1 15,2-1-1-15,-1-1 0 0,-2-3-2 0,1-1 2 16,-1-3-1-16,0-2 2 0,0-1-1 0,0-4 2 16,0-1 0-16,0-5 2 0,0-2 1 0,1-4-1 31,-3-5 0-31,4 0-2 0,1-6-1 0,-2 1-1 0,-1-4-2 0,5 1 6 0,-4 2 2 0,3 4 2 31,-2 3 1-31,2 6 3 0,-4 5-1 16,1 9-4-16,-5 5-2 0,1 6 0 0,-1 7 0 15,-3 6 0-15,1 9 4 0,-2 5 2 0,-2 7 0 16,1 7-1-16,-3 6 1 0,3 10-4 0,-4 2-2 16,-1 6-4-16,1 6-2 0,0 0 0 15,-1 2 1-15,-1 3 0 0,3-2 0 0,-1 2 1 0,2-4 0 16,2-1 0-16,-1-5-2 0,4-4-2 0,1-6-14 16,3-7-33-16,-2-6-59 0,1-5-62 0,0-3-64 15,-2-7-105-15,1-3-144 0,-4-5-153 0,1-3-189 16,-1-4-212-16,-1-3-172 0,1-6 68 0,-4-3 374 15,3-5 385-15</inkml:trace>
  <inkml:trace contextRef="#ctx0" brushRef="#br0" timeOffset="110884.89">28894 11695 164 0,'0'-8'637'0,"2"2"344"15,-1 1 128-15,3 1-81 16,5 2-394-16,0 0-226 0,7 2-119 0,2 0 10 16,5 2 32-16,6-1-13 0,2 0-25 0,6 1-32 15,-1-2-35-15,4-2-67 0,2 2-63 16,1-2-40-16,4-1-25 0,-2 1-14 0,0 1-9 16,0 1-4-16,1 0-3 0,-4 1-1 15,3 1 0-15,-3 1-7 0,0-1-47 0,-3 0-71 0,-1 0-65 16,-5 3-117-16,-1-2-187 0,-6 0-323 0,-3 3-269 15,-3-2-199-15,-2 0-105 0,-7 1 344 16,-6 1 547-16</inkml:trace>
  <inkml:trace contextRef="#ctx0" brushRef="#br0" timeOffset="111853">23289 13714 278 0,'8'9'779'0,"-2"2"333"15,1 4 65 1,-3 4-179-16,3 7-402 0,-1 5-167 0,3 5-73 16,-2 5-28-16,-1 4-37 0,-1 1-41 15,0 2-43-15,-2 0-57 0,-2-3-53 0,2 0-45 0,-1-3-28 16,0-5-14-16,-1-5-35 0,3-6-68 16,-1-3-56-16,-2-6-69 0,-1-5-126 15,0-4-186-15,0-4-293 0,-1-4-215 0,-2-3-205 0,-4-4-43 16,-2-7 367-16,-1-2 480 0</inkml:trace>
  <inkml:trace contextRef="#ctx0" brushRef="#br0" timeOffset="112036.7">23226 13632 38 0,'10'-23'430'15,"-1"8"302"-15,-4 5 180 0,-1 3 8 0,1 2-359 16,0 6-280-16,1 3-142 0,0 4-76 0,-1 1-37 15,2 3-20-15,1 2-6 0,2 0-3 0,0 4-1 16,1-1 2-16,3 1-26 0,1 0-72 0,0-1-103 16,0 2-219-16,2-1-237 0,-3 0-160 15,4 0-5-15,0-1 189 0,-2-1 270 0</inkml:trace>
  <inkml:trace contextRef="#ctx0" brushRef="#br0" timeOffset="112351.89">23741 13808 154 0,'3'-6'595'15,"-3"1"375"-15,-3 2 180 0,-2 3-129 16,-4 1-339-16,1 2-215 0,0 3-103 0,-1 5-44 0,-2 2-35 16,1 2-33-16,2 1-37 0,1 2-33 0,-1 1-47 15,4-3-50-15,1-1-40 0,3-1-22 16,0-3-12-16,5-3-5 0,1-2-5 0,4-6 1 16,-1-2 2-1,6-6-1-15,0-4-1 0,1-6 0 16,5-3 2-16,-1-3-3 0,-1 0-1 15,3 0 0-15,-1 0 4 0,-5 4 0 0,-1 3-3 0,-3 4 1 16,0 4 21-16,-4 3 9 0,-2 3 4 0,1 5 3 16,-4 2 2-16,0 5 0 0,-3 5-15 15,-1 2-9-15,-1 4-8 0,-3 4-5 0,2-1 0 0,-2 5-6 16,4-3-36-16,-3 1-65 0,4-2-60 0,0-6-104 16,0-3-173-16,4-5-298 0,0-6-287 15,3-4-226-15,4-6-149 0,-2-4 256 0,1-6 557 16</inkml:trace>
  <inkml:trace contextRef="#ctx0" brushRef="#br0" timeOffset="112553.49">24127 13519 13 0,'9'-30'489'0,"0"6"473"0,-6 3 259 0,-2 6-46 16,-1 5-316-16,-1 5-215 0,-2 7-153 0,-1 2-107 0,1 7-67 0,-2 2-50 0,-1 5-50 31,2 2-73-31,-3 4-57 0,1 1-31 0,1 3-21 16,2 2-10-16,-2-3-11 0,2 1-7 0,2-1-3 15,1-1-1-15,3-1-2 0,1-3-1 0,1-1-3 16,3-3 1-16,2-2-4 0,3-3-35 0,2-1-72 16,4-5-66-16,-2-1-122 0,4-3-195 15,1-2-323-15,3 1-304 0,1-2-211 0,-1 0-96 16,2 0 380-16,1 0 574 0</inkml:trace>
  <inkml:trace contextRef="#ctx0" brushRef="#br0" timeOffset="114170.18">25920 13616 5 0,'6'-14'351'0,"-1"1"296"0,-2-1 262 0,-3 0 138 16,0 2-276-16,0 2-201 0,-3-2-130 0,-2 3-77 0,-3 1-15 31,-1 0-19-31,0 3-31 0,-3 2-19 0,-2 0-21 16,-2 3-32-16,-3 4-54 0,1 3-52 0,-3 1-35 15,-3 5-27-15,2 4-16 0,0 7-10 0,0 1-7 16,0 4-2-16,0 5-4 0,4 3-3 0,3 1-4 16,0 1-2-16,4 1-3 0,3-3-4 15,7-3-1-15,2-6-2 0,6-6-2 0,3-4 0 0,3-9 1 16,8-7 0-16,1-9-2 0,3-8 1 16,5-7 0-16,6-9 1 0,1-9 1 0,-1-4 2 15,6-6 2-15,-2-2 1 0,3-4-1 0,-3-2 2 16,1 0-3-16,-7 1 0 0,-4 5-2 0,-4 0-1 15,-5 4 0-15,-7 3 0 0,-6 4 0 16,-5 4 0-16,-5 5 0 0,-3 4 8 0,-3 5 4 0,-4 5-1 16,1 5 2-16,-5 7 0 0,3 6 1 0,-1 6-7 15,2 8-3-15,-1 9-2 0,-1 4 0 16,4 8-1-16,-1 4-1 0,5 5 0 0,3 3 0 16,-1 3-1-1,4 2-1-15,4-1 0 0,1 0 2 0,4-2 0 16,2-2 1-16,3-5-1 0,4-3 1 15,2-4 1-15,2-7-3 0,4-6-1 0,4-5 1 16,0-7-1-16,0-5 2 0,1-7-1 0,3-5 0 16,-3-5 1-16,2-6 2 0,1 0 0 0,-4-5-1 15,-2 1 1-15,-1-2 2 0,-3 2-1 16,-4 0 0-16,-4 4 0 0,-2 4 3 0,-4 3 4 16,-2 3 0-16,-4 2 1 0,1 4 0 0,-2 4-1 15,-3 5-3-15,-3 5-4 0,3 1-1 0,-1 5-2 16,1 3 0-16,0 0 1 0,1 3 0 0,5-1 1 15,-1 2-1-15,3-1 0 0,2 0-1 0,2-4 0 0,3 1 0 16,2-5 0-16,-1-3 0 0,4-2 0 16,2-4 1-16,1-3 0 0,3-4 1 0,1-4-2 15,0 0 0-15,0-3 0 0,0-4 0 0,-4 1-1 16,0-1 0-16,-3 1 1 0,1 0 1 0,-5 0 0 31,-2 1 0-31,-2 3 0 0,-2-3 0 0,-1 3-1 16,-1 2-1-16,0-1 1 0,-1 2-1 15,-1 2 1-15,-2 1 0 0,1 0 0 0,2 3 1 0,-2 1 1 16,1 2 1-16,1 2-2 0,2 1 1 16,-1 2 0-16,0-1-2 0,4 0 0 0,-1 2-2 15,5-1 2-15,-2-3 0 0,3 3-2 0,3-5 0 16,0 1 1-16,2-5 0 0,3 0 0 0,-1-4-1 16,3 0 0-16,3-5 1 0,0-2-2 0,2 0 1 15,0-2 0-15,-2 0 1 0,0-1 1 0,0 0 0 16,-5 1 1-16,-2 2-1 0,-3 1 0 0,-3 2 0 15,-3 2 0-15,-1 2 1 0,-4 1 0 16,-1 1 1-16,-2 3-1 0,-1 0 1 0,-2 3 0 16,-1 0 0-16,0 0 0 0,1 2-1 0,-2-1 0 15,1 1 0-15,1-1-1 0,0-1 0 0,3 0-2 16,1-1 3-16,-2-1-1 0,-1-1 0 0,3 1 0 16,-1 1 0-16,2 1 2 0,-2 0-2 15,1 2 1 1,-1 1 0-16,2 3 0 0,0 1 0 0,-2 3-1 15,-1 3 0-15,0 4-1 0,-4-1 1 16,1 1 0-16,-4 5 2 0,-1 0-1 0,-3 1 0 16,-2-1 0-16,-6 2 0 0,-1-1-1 0,-2 1 0 0,-2 0 0 15,-3 1-1-15,-2-2 4 0,2-1 5 16,0-2 3-16,1-5 5 0,5-4 0 0,1-2 1 16,3-8-4-16,6-3-3 0,2-4-4 0,2-5-4 15,5-3-1-15,5-7 1 0,1 0-1 0,7-5-1 16,2-2 0-16,2-3 0 0,4 0-2 0,1-1 0 15,2-2-1-15,2 4 1 0,2 1 1 0,3-1 0 16,-1 4 0-16,3 0 1 0,-1-1 1 16,1 3 0-16,-3 3-1 0,2-1 0 0,-2 4 0 15,-3 2 0-15,0-1-1 0,-3 4 1 0,-2 3-1 16,-4 0 0-16,0 2 1 0,-3 2 0 0,-3 0 0 31,0 2 0-31,-3-1-1 0,-1 0 0 0,0 1 1 16,-2-2-2-16,1-2 0 0,-1 0 1 0,1-3 0 15,-4-1 0-15,1-4 0 0,2-1 1 16,-4-2 0-16,-1-2 0 0,-2-2 2 0,0 1 0 16,-6-2 0-16,1-2 1 0,-3-1 0 0,-3 0 0 15,-3-1 1-15,0 0 0 0,-2 2 0 0,1 0 3 0,-3 3 1 16,3 1 0-16,-1 6-1 0,5 2-1 16,1 4-2-16,0 2-2 0,3 5-4 0,4 4-1 15,1 1 0-15,1 3-2 0,5 2-3 0,2 4-10 16,4-1-13-16,1 2-9 0,4 0-7 0,3 3-3 15,7-1 2-15,4-1 4 0,4 0-7 0,7-5-28 16,6 1-53-16,3-5-56 0,8 1-58 0,1-5-92 16,5 0-135-16,-1-4-162 0,2-2-224 0,1-2-213 15,-1-1-189-15,-1-1 95 0,-1-1 434 16</inkml:trace>
  <inkml:trace contextRef="#ctx0" brushRef="#br0" timeOffset="114519.52">29378 13194 181 0,'5'-5'443'0,"1"-1"226"0,-1 5 180 0,4 1-132 16,1 4-129-16,-1 4-75 0,5 6-66 0,-1 0-61 0,1 5-73 15,-1 6-81-15,1 3-70 0,0 2-57 16,-1 4-42 0,0 1-27-16,-2 3-12 0,0 1-12 15,-2 1-11-15,-2-1 1 0,-2 3-1 0,-1-1 2 16,-4-1-3-16,0 2 4 0,-1-1-2 15,-6 1-10-15,-1 0-14 0,-4 2-56 0,-3-1-114 16,-5 2-160-16,-2 0-271 0,-4 1-267 0,-4 1-239 0,-1-3-37 16,-6 2 325-16,-2-4 423 0</inkml:trace>
  <inkml:trace contextRef="#ctx0" brushRef="#br0" timeOffset="118587.32">4969 14224 324 0,'0'0'674'0,"-1"-2"340"0,1 2 115 0,-2 0-290 0,2 0-244 16,0 0-157-16,-2 0-127 15,4 2-82-15,0 0-31 0,5 0 12 0,1 3 5 16,3 1-13-16,6 1-4 0,1-1-18 15,4 4-34-15,3-1-49 0,2-2-31 0,3-1-16 16,2 0-3-16,3-1-13 0,1-1-4 0,1-2-7 16,1-2-5-16,2-2 0 0,-2-1-11 0,2-2-3 15,1 1-2-15,0-3 0 0,-1-1 2 0,2 1-16 0,-2-2-67 0,-2 1-69 16,0 1-153-16,-2 5-281 0,-4-3-316 0,-2 5-362 16,-5 5-240-16,-1-3 11 15,-2 5 650-15</inkml:trace>
  <inkml:trace contextRef="#ctx0" brushRef="#br0" timeOffset="119352.52">7211 13561 102 0,'0'-2'342'16,"0"2"184"-16,0 0 151 0,2-1-130 15,-1 1-113-15,-1 0-53 0,2 0-18 0,-1 0 3 0,1 0-3 0,0 0-27 16,0 0-49-16,0 1-66 0,0-1-62 0,-1 5-38 16,2 1-17-16,-1 5-7 0,4 4 10 0,-1 4 20 31,2 5 17-31,3 3-13 0,0 6 19 15,1 3 13-15,0 3-9 0,0 5-18 0,0-1-19 0,-3 2-13 16,0 1-37-16,0-1-31 0,0 1-14 16,-2-3-13-16,-1 1-4 0,0-3-3 0,-2-1-4 15,0 1-2-15,0-4-4 0,-3-2 1 0,0 0-26 16,0-3-50-16,-3-4-39 0,2 0-44 0,-1-3-84 16,0-4-135-16,-1-3-134 0,0-3-220 0,1-2-244 15,2-6-198-15,-3-1 30 0,3-6 336 16,-2 0 400-16</inkml:trace>
  <inkml:trace contextRef="#ctx0" brushRef="#br0" timeOffset="119619">7252 14027 352 0,'-3'-7'733'0,"0"-2"282"0,1 3 72 16,-1 2-257-16,1 0-296 0,1 2-165 15,1-2-111-15,-2 3-71 0,2-2-54 0,2 2-44 16,1-1-38-16,0 1-27 0,2-1-11 0,4-1-4 16,-1 0-6-16,4 0 0 0,1-3 1 0,2 2 0 15,2-2 0-15,2-1-4 0,3 2 2 16,0-5-2-16,4 4 0 0,-1 0 0 0,2 0-1 0,2 2 2 16,-1 0-3-16,0 2 4 0,-2 2-16 0,-1 3-52 15,-4 3-111-15,-1 1-145 0,-3 3-250 16,-1 3-280-16,-2 2-242 0,-3 2-70 0,-1 1 275 15,-1 1 415-15</inkml:trace>
  <inkml:trace contextRef="#ctx0" brushRef="#br0" timeOffset="119919.43">7816 14230 144 0,'13'11'382'0,"4"-3"167"16,-4 2 146-16,3-3-148 0,-2-2-153 15,3-2-51-15,-4-3 0 0,3-2 20 16,-3-4-7-16,2-4 2 0,-2-2-35 0,2-5-54 15,-3-4-44-15,1 0-38 0,-1-5-14 0,-4 3 16 0,0 1 37 0,0-1 23 0,-5 3 1 16,0 2-15 0,-6 4-29-16,-1-1-46 0,-3 5-53 0,-1 1-38 15,-3 5-23-15,-3 0-17 0,0 4-10 0,-2 5-6 16,0 2-3-16,0 7-4 0,0 2 0 0,1 3-4 16,2 5-1-16,1 3-1 0,2 1-2 0,2 4-2 15,3-2 0-15,2 3-1 16,3-1-1-16,5-1-3 0,-1 1 1 0,3-1 0 15,3 0-1-15,0-5 1 0,1-1-7 0,2-1-26 0,1-5-53 16,1-3-61-16,0-1-61 0,0-5-95 0,0-4-132 16,1-2-147-16,0-4-212 0,-1-1-215 0,2-4-186 15,-1-1 23-15,1-2 328 0,-1-4 414 0</inkml:trace>
  <inkml:trace contextRef="#ctx0" brushRef="#br0" timeOffset="120535.63">8354 13991 9 0,'-1'-16'376'0,"-1"1"310"15,-1 3 249-15,1 3 99 0,-1-3-279 16,3 5-215-16,-2 1-133 0,2 0-89 0,-1 3-69 0,1 0-69 16,0 0-59-16,1 1-45 0,-1 2-15 15,2 0 23-15,1 3 34 0,2 2 22 0,1 1 43 16,2 1 25-16,-2 3-6 0,2 3-28 0,-1 5-30 0,2 0-23 15,-1 2-38-15,-2 6-29 0,1 0-18 16,2 5-15-16,-3 1-10 0,2 2-6 16,-1 3-4-16,-1-2-3 0,5-1-2 0,-3 1-1 0,2-6-1 15,2-2-1-15,-1-8-1 0,3-4 3 0,-1-8 2 16,3-5 2-16,-2-10 1 0,-1-5 3 16,-1-8 0-16,0-7 0 0,0-4 1 0,-4-5-2 0,-2-4-1 15,1-1 1-15,-4-4-1 0,-1 0-1 16,-2-2-2-1,-2 1-2-15,-1-3 4 0,1 2 0 16,-3-1 4-16,-1-1 0 0,0 1 4 0,-2 2 2 16,0 4 4-16,2 4 7 0,-1 6 7 0,2 5 7 15,-1 6 1-15,2 5 0 0,0 4-7 0,1 4-7 16,0 3-9-16,1 6-8 0,2 6-3 16,0 5-2-16,2 2-3 0,1 6-1 0,2 7 1 0,3 2-2 15,1 3 3-15,1 2 2 0,-1 4 1 16,4 1 1-16,-2 4 1 0,0-1 1 0,3 1 0 15,-2 2-3-15,3-2-1 0,-2-3 0 0,2-2 0 16,0-1-4-16,0-7 0 0,2-2 0 0,1-4-2 16,-3-4 1-16,2-3 0 0,-3-3 2 0,2-2 0 15,-3-3 2-15,-1-2 1 0,-4 0 1 0,2-3 0 16,-4 0 2-16,0-1 0 0,-1 1 0 16,-2-2 0-1,-1 2 0-15,1 0-1 0,-3 2-1 0,-1 2 0 16,-1 5-2-16,0-3-1 0,-1 7-2 0,1 0-2 15,-1 1-15-15,2 4-42 0,-2 2-71 16,3 1-75-16,0 0-139 0,3-3-215 0,1 0-317 0,1-1-298 16,2 0-200-16,2-4-31 0,2-4 459 15,2-2 552-15</inkml:trace>
  <inkml:trace contextRef="#ctx0" brushRef="#br0" timeOffset="121300.74">9140 14484 42 0,'0'7'472'15,"0"-1"343"-15,1-1 177 0,3-5-14 0,0-3-330 16,1-5-246-16,6-2-110 16,-3-7-45-16,3-6-17 0,3-4-1 15,1-5 2-15,2-3 1 0,-1-5-2 0,4-2-16 16,-2-1-17-16,-1 0-26 0,2 3-10 0,-5 3-34 15,0 1-32-15,-1 7-10 0,-5 3 1 0,0 6 4 16,0 6-15-16,-5 2-10 0,0 3-8 0,0 5-12 16,-1 4-14-16,0 7-10 0,-1 5-9 0,1 4-5 15,-2 6-1-15,3 6-3 0,0 0 0 0,2 1-3 16,-1 2 0-16,4 1 0 0,-1 0-3 16,4-5 1-1,-2 1-1-15,3-3-1 0,0-4 0 0,-1-2 0 16,2-4 1-16,1-2-2 0,0-6 2 15,0-2 1-15,1-7 1 0,0-4 2 0,-2-6 0 16,1-3 1-16,-1-4 0 0,1-4 0 0,-1-2-1 16,-2-4 0-16,1 1 0 0,-2 2 0 0,0-1-1 15,0 5 2-15,-3 1-2 0,-1 3 0 16,1 4 0-16,-2 1 0 0,-1 4-1 0,1 3 0 0,-2 1 0 16,0 3 0-16,2 4 0 0,1 2 1 15,0 2 0-15,-1 1 0 0,0 2 2 0,3 1-2 16,-3 2 1-16,4 0-1 0,-1-3 0 0,-2 2-2 15,3-2-1-15,1 0 0 0,-2-3 0 0,2 0-1 16,2-2-7-16,1-4-14 0,0-2-32 16,1-5-51-16,-1 0-56 0,2-5-52 0,1-1-44 0,2-5-55 15,-1 0-41-15,0-1-14 0,1 1-9 0,-1 0-22 16,2 2-20-16,-3 2 21 0,3 2 69 16,-3 3 94-16,0 5 110 0,-2 4 123 0,0 3 123 15,0 4 92-15,-3 5 62 0,0 1 34 0,-1 5 6 31,-1 6-23-31,-1-2-51 0,0 5-54 0,-1 0-51 16,0 1-40-16,-2 1-40 0,1-1-28 0,1-2-21 16,-1-2-44-16,0-4-94 0,-3-4-139 0,2-3-214 15,0-3-281-15,-2-4-260 0,2-4-140 16,-3-5 182-16,-1-4 407 0</inkml:trace>
  <inkml:trace contextRef="#ctx0" brushRef="#br0" timeOffset="121503.31">10126 13677 228 0,'-6'-27'658'0,"0"4"324"0,3 7 96 16,-2 2-195-1,3 6-288-15,1 2-196 0,-1 2-124 0,2 2-77 0,2 6-42 0,-1-1-36 16,3 2-41-16,0 0-36 0,2-1-22 0,1 3-9 16,-1-3-11-16,2-1-30 0,3-3-75 0,-3-3-118 31,0-1-150-31,3-4-272 0,0 0-270 0,0-4-212 15,2-1 18-15,-2-6 324 0,0-1 388 0</inkml:trace>
  <inkml:trace contextRef="#ctx0" brushRef="#br0" timeOffset="121850.45">10389 13237 136 0,'3'3'678'16,"0"2"445"-16,-1 5 127 0,-2 4-115 0,1 4-315 15,-1 4-223-15,3 3-154 0,-1 5-93 16,1 1-57-16,-1 3-55 0,1 3-65 0,0 5-55 0,1-1-33 0,0 4-22 15,1 0-16-15,1 2-11 0,-1 0-12 0,3-2-10 16,0-1-5-16,3-2-5 0,-2-4-3 16,4-7-2-16,-2-2-1 0,2-7-1 0,1-5-3 0,-1-7-1 15,-1-5 0-15,1-7-2 0,-2-4-1 0,3-6-1 16,-3-3 2-16,2-4 1 0,-2 1 1 16,0-4 3-16,-2 3 1 0,1 0 3 0,-2 1-1 31,-2 3 1-31,3 1 0 0,-4 4 1 0,-1 2-1 15,0 4 1-15,0 1 2 0,-1 6 0 0,0 3 1 0,1 4-1 0,-2 4 2 0,0 5-2 16,-1 1-2-16,2 4-1 0,1 2-1 0,0 5-3 16,4 0-11-1,0 0-34-15,0 4-71 0,3-2-66 0,0 0-114 16,0-2-193-16,1 1-311 0,3-5-309 16,0-1-213-16,2-5-130 0,2-5 337 0,3-6 593 15</inkml:trace>
  <inkml:trace contextRef="#ctx0" brushRef="#br0" timeOffset="122167.08">11261 13949 86 0,'4'-15'1006'0,"-4"3"754"0,-2 4-79 0,-3 0-368 16,-4 5-430-16,1 2-361 0,-2 1-244 0,-3 3-109 16,-2 3-56-16,0 3-35 0,-2 3-26 0,0 1-18 0,1 4-13 0,-3 2-9 31,3 2-5-31,2 1-3 0,2 3-3 0,2-2-1 15,4 0-2-15,1-2 0 0,5-1-1 0,2-4 0 16,3-2-1-16,3-3-2 0,2-5-5 0,3-6-8 16,1-6-7-16,2-2-8 0,1-4-7 0,-2-5-4 15,2-1 3-15,-1-2 7 0,-2 1 8 16,-1 2 7-16,-1 3 9 0,-4 2 6 0,-3 3 3 16,0 5 2-16,0-1 3 0,-2 5 1 0,0 5 0 15,-3 2 0-15,0 6 1 0,0 5-1 0,-3 1-1 16,3 6 0-16,0 2-2 0,0 3-1 0,0 0-3 15,4 1-1-15,-1-2-17 0,2-1-60 0,0 2-75 16,5-5-87-16,-1-2-139 0,5-1-222 16,-1 0-332-16,4-1-262 0,5-3-176 0,-1-4 9 0,6 4 436 15,2-6 525-15</inkml:trace>
  <inkml:trace contextRef="#ctx0" brushRef="#br0" timeOffset="125068.4">13192 13176 13 0,'0'-11'330'0,"-1"1"282"0,-1 1 296 16,-1 2 135-16,0 2-245 0,0-1-189 0,-4 3-120 0,2 1-90 15,-1 1-79-15,0 2-65 0,1 4-54 16,0 4-37-16,2 4-29 0,0 7-29 0,3 7-22 16,1 9 9-16,1 8 0 15,5 6 0-15,-3 9 8 16,4 8 3-16,1 7-5 0,-2 7-34 0,1 4-14 15,-2 5-11-15,4 1-15 0,-2 1-13 0,1-2-7 16,2-3-3-16,0-8-1 0,4-5-1 0,0-9 0 16,4-8 1-16,0-9 0 0,3-5-18 15,-1-11-51-15,-2-2-59 0,1-10-53 0,-4-2-91 16,2-5-150-16,-4-2-205 0,-3-5-250 0,-2-2-219 0,-2-3-194 16,-4-1 80-16,-1-3 440 0</inkml:trace>
  <inkml:trace contextRef="#ctx0" brushRef="#br0" timeOffset="126202.39">13602 14244 52 0,'3'2'495'16,"-2"-2"372"-16,1 0 188 0,0 0-38 0,-1 0-369 0,1-2-229 15,-1-1-133-15,1-4-63 0,1 0-23 0,2-4-6 0,3 0-8 16,-2-5-10-16,0-7-20 0,4 2-12 0,1-5 25 16,0-2 1-16,0-4-8 15,0 0-20-15,2 0-14 0,-2 1-15 0,0 0-40 0,-3 4-21 0,0 5-11 16,-1 2-7-16,-2 3 2 0,-1 4 2 16,-1 4-1-16,-2 3 0 0,1 2 0 0,1 5-9 15,-3 5-10 1,0 5-6-16,3 7-3 0,-3 5-2 15,2 8-4-15,4 3 1 0,-3 1-2 0,2 5 0 16,3 1-3-16,-2 2-1 0,4 0-2 0,-1 0 1 0,2-3-1 16,0-4-1-16,0-5 0 0,2-4 2 15,1-4 0-15,-1-6 1 0,3-7 2 0,-2-4 2 16,0-8 2-16,1-4 1 0,-1-5 1 16,-2-7 0-16,2-5-1 0,-1-4-1 0,-2 0-1 15,0-1 0-15,-3-1-2 0,0 3 2 0,-3 2 0 16,-2 5 8-16,2 3 9 0,-4 2 7 0,2 4 3 0,-3 2 0 15,0 4 0-15,0 2-8 0,0 4-8 0,0 5-6 16,-1 2-5-16,1 5-2 0,1 4-1 16,-1 3-2-16,2 1 2 0,3 2-1 0,-2 1-1 15,4 0 2-15,-3 0-1 0,5-2 0 16,-2-2-1-16,1-3 0 0,3-3-1 0,-2-3 1 16,1-3 1-16,2-5 0 15,1-4 2-15,0-6 0 0,1-4 1 0,0-5 1 0,2-5 0 0,-1-6 0 31,0 1 0-31,1-3 0 0,0-2-1 0,-2 0-1 16,0 3 1-16,-4 1-1 0,-1 4 0 0,0 4 1 16,-2 1 1-16,-2 7 0 0,-2-1 0 15,0 5-1-15,0 0 0 0,-3 5-1 0,2 2-1 0,-2 4 0 16,0 4 0-16,0 2-1 0,0 5-1 16,0 0 1-16,2 4 0 0,0-1-2 0,2 2 3 0,0-2-3 15,0 3 1-15,0-5 1 0,3 0-1 16,-1-2-1-16,0-3 0 0,2-1 2 0,-1-2 0 15,-1-3 0-15,3-2 1 0,-1-3 0 16,-1 1 0-16,-1-4-2 0,3 1-6 0,-4-2-12 0,1-1-25 16,-1-1-58-16,0 1-66 15,-2 1-74-15,-1 0-124 0,1 0-170 0,-2 2-274 0,-1 1-242 16,0 0-215-16,0 1-96 0,0 0 312 0,0 2 509 16</inkml:trace>
  <inkml:trace contextRef="#ctx0" brushRef="#br0" timeOffset="126569.78">14557 14256 186 0,'8'3'555'0,"-2"-3"312"15,2 0 183-15,0 0-117 0,1-3-273 16,-1-4-181-16,5-1-105 0,-4-6-48 0,4-4-30 0,1-2-24 15,1-8-23-15,-2-3-11 0,4-5-21 0,1-3-34 16,-2-2-40-16,3-2-38 0,2-2-24 0,-4 0-22 16,0 1-15-16,-2 1-9 0,0 2-8 0,-5 4-3 15,1 4-1-15,-3 4-1 0,-3 5 6 0,0 5 4 16,-4 2 3-16,2 7 0 0,-1 1-6 16,0 4-5-16,-2 5-8 15,0 7-7-15,1 5-6 16,-1 4-2-16,0 7-1 0,3 5 1 0,-1 5 1 15,1 5-1-15,0 3 1 0,-2 6 1 0,3 2-2 16,-3 3-1-16,4 4 0 0,-2-1-4 0,-1-2-9 16,4-3-24-16,0-7-60 0,-1-4-67 15,2-7-79-15,-4-8-128 0,2-6-173 0,-2-5-228 16,-2-5-243-16,-1-6-202 0,-1-4-108 0,-2-8 255 16,-4-3 465-16</inkml:trace>
  <inkml:trace contextRef="#ctx0" brushRef="#br0" timeOffset="126767.94">14634 13699 38 0,'-3'-30'450'0,"1"5"338"0,-1 1 199 15,2 2-2-15,1 5-316 0,1 0-242 0,2 0-122 0,4 1-67 0,-1 3-40 16,3-1-24-16,1 4-45 0,1-2-46 16,2 2-37-16,1 2-25 0,2 0-10 0,1 0-10 0,2 1-1 31,3 1 4-31,-1 2-3 0,4 0-12 15,-3 0-41-15,0 3-82 0,-1 1-123 0,0 1-172 16,-3 3-293-16,-2 3-249 0,2 2-136 0,-6 3 123 16,-2 3 352-16</inkml:trace>
  <inkml:trace contextRef="#ctx0" brushRef="#br0" timeOffset="127268.23">15029 13776 18 0,'2'40'485'0,"5"3"409"0,-4 0 210 0,3-1-36 15,0-2-307-15,0 0-316 0,4-3-192 0,2-7-95 16,0-3-45-16,3-8-24 15,3-5-35-15,2-7-19 0,4-7-11 0,-2-5-6 0,2-7-4 0,1-5-5 16,2-5-3-16,-2-6 2 0,-1-2 6 0,0 0 6 16,-2-4 4-16,-3-1 4 0,0 5 10 15,-3 2 8-15,-7 2 43 0,3 5 78 0,-6 5 55 16,0 1 16-16,-5 4-8 0,-1 4-21 0,0 0-45 16,-3 6-60-16,-3 2-47 15,2 4-23-15,-3 3-12 16,4 1-8-16,-2 4-3 0,3 2-4 0,-1 2-3 15,3 1-2-15,0 0-2 0,3 0 0 0,1-1-1 16,2 2-1-16,1-1-1 0,3-2 1 16,-2-1-1-16,4 0 0 0,1-4 0 0,-1 0 1 15,-1 1 2-15,5-4-2 0,-4 0 1 0,1-1 0 16,-2 1-1-16,3-1 2 0,-3 0 0 0,-1 4 2 16,1 2 1-16,-2 0 2 0,-1 3-1 0,-1 2 0 15,0 4 0-15,-2 0-2 0,0 5 1 0,-2 1-3 16,0 4-1-16,-3 3 0 0,0 0 3 0,0 2 8 15,-5 4 10-15,-1 2 13 0,-3 4 11 16,-1 1 7-16,-1 2 1 0,-4 0-7 0,-2 0-7 0,-1-1-11 16,0-4-8-16,-2-3-6 15,-2-7-5-15,1-4-3 0,-1-6-1 0,1-9-2 16,-1-5-1-16,5-8-1 0,-2-6-1 0,1-8-2 0,3-7-7 16,0-7-13-16,3-6-23 0,2-6-54 0,2-3-66 31,3-3-66-31,1-6-113 0,4-1-161 0,4 1-290 15,-1 1-249-15,4 0-206 0,-1 4-135 0,2 1 281 16,0 2 534-16</inkml:trace>
  <inkml:trace contextRef="#ctx0" brushRef="#br0" timeOffset="127918.86">15701 14382 338 0,'0'15'690'0,"0"-2"251"0,0 1 80 15,2-2-260-15,0-1-270 0,-1 0-151 16,2-5-79-16,2 1-35 0,0-6-33 0,3-5-22 16,1 0 5-16,2-8 15 0,3-4 18 0,3-5 22 15,0-5 0-15,0-5-12 0,5-3-30 0,-1-1-34 16,1-2-44-16,-3 0-38 0,1 3-24 0,-2 4-13 15,-2 3-8-15,-4 5 0 0,-2 4-1 16,-2 6 1-16,-2 4-2 0,1 2 1 0,-4 4 2 16,3 8-4-16,-3 3-2 0,0 4-3 15,2 5-2-15,-2 2-7 0,4 1-4 0,-1 2-4 0,3 2-3 16,1-1 1-16,-1 0 0 0,5-4-1 0,-1 1 0 16,3-5 0-16,0-3 1 0,3-1-1 0,-2-6 1 31,4-6 0-31,1-5 0 0,1-6 1 0,1-4 0 15,2-4 0-15,-1-6-1 0,2-1-1 0,-4-3 0 16,0 1 1-16,0 0-2 0,-2 3 1 0,-2 0-1 0,-2 5 1 0,-1 2 0 16,-3 5-1-16,-2 2 0 0,0 4 1 0,-3 4 2 15,0 4 0 1,0 2 5-16,1 7 3 0,-3 0 3 0,2 3-1 0,0 3 1 16,3 1-1-16,-1 2-4 0,2-2-3 15,-1 1-2-15,2 0-1 0,4-2-2 0,-1 1 1 16,2-3-2-16,2 0-1 15,-1-3 1-15,2 0-1 0,1-3-3 0,-1-1-10 0,0-2-16 16,1-4-39-16,-2-2-69 0,0-4-66 0,-3-2-100 16,-1-4-158-16,0-3-246 0,-3-1-286 0,-2-3-213 0,0-4-173 15,-3-3 144-15,-2-4 523 0</inkml:trace>
  <inkml:trace contextRef="#ctx0" brushRef="#br0" timeOffset="128217.58">16878 13231 102 0,'-3'-47'507'0,"-1"7"357"0,1 10 174 0,1 3-82 16,2 6-289-16,2 5-195 0,1 5-125 0,2 2-27 15,3 6 16-15,5 6 2 0,-2 1-21 0,2 7-36 16,2 2-41-16,1 1-56 0,0 4-50 0,3 1-40 16,-3 5-29-16,2 1-14 0,0 3-2 0,-1 4-8 15,1 2-4-15,-1 5-3 0,-1 4-1 16,1 4-5-16,1 5-2 0,-4 1 1 0,2 4-2 0,-5 2-4 15,2 4-3-15,-3 3-2 0,0 5-5 16,-2 0-3-16,0 5-4 0,-4 2-3 0,-2-1-2 0,-2 2 0 16,0-3 1-16,-3 0-2 15,-3-2-4-15,0 0-11 0,-4-5-23 0,-4-3-58 0,-1-2-72 0,-5-6-104 16,-1-5-178-16,-6-5-297 0,-4-3-324 16,-6-7-270-16,-2-4-158 0,-7-8 250 0,-4-2 635 15</inkml:trace>
  <inkml:trace contextRef="#ctx0" brushRef="#br0" timeOffset="129735.04">4728 16851 261 0,'5'1'578'0,"2"1"224"16,-3-1 78-16,3 2-206 16,2-1-223-16,1-1-64 0,1 0-19 0,4 1 2 15,0 0 17-15,2-2-40 0,2 1 0 0,3-1-50 16,2 0-49-16,1-1-29 0,2-1-40 0,0-1-22 15,0-2-38-15,0 1-35 0,0 0-18 0,0-2-20 16,-2 0-10-16,0 0-6 0,-2 0-12 0,-2 0-8 16,1 0-4-16,-1 0 4 0,-2-1 1 0,-2 4 0 15,1-2 1-15,-2-1 0 0,-2 1-2 0,0 2-8 16,-1 0-3-16,0 2-10 0,-1-2-31 0,3 3-70 16,-3 0-67-16,2-2-112 0,0 4-194 0,-1-2-313 15,0 1-307 1,1 1-219-16,0 1-114 0,0-2 343 0,1 3 594 15</inkml:trace>
  <inkml:trace contextRef="#ctx0" brushRef="#br0" timeOffset="130467.37">7143 17184 113 0,'-2'4'540'0,"-1"0"332"16,0-4 143-16,1 0-47 0,1-2-438 0,2-1-227 16,2-3-62-16,4-5-13 0,-1-4 24 0,4-3 38 0,4-2 12 15,0-6 39-15,4-4-35 0,2-5-51 0,1-7-55 0,4-5-53 16,2-3-25-16,3-7-51 0,3-5-28 15,2-2-14-15,0-3-7 0,0 3 1 0,-1 0-10 0,-1 1-5 16,-3 4-3-16,-2 5-1 0,-5 8-4 0,-4 7 0 16,-3 8 3-16,-4 5-1 0,-5 6 0 0,-2 7-6 15,-5 4-19-15,-5 4-55 0,-3 7-59 16,-6 6-77-16,-4 1-133 0,-2 8-183 0,-4 1-300 0,-3 2-243 16,2 2-220-16,-4 0-29 0,-1 3 390 0,-3-3 492 31</inkml:trace>
  <inkml:trace contextRef="#ctx0" brushRef="#br0" timeOffset="130685.25">7203 16471 178 0,'11'0'758'0,"-2"0"387"0,-1 0 54 0,0 3-149 16,2 2-437-16,2 2-283 0,1 4-95 0,4 4-8 15,1 3 12-15,2 3-2 0,4 1-17 0,1 4-15 16,1 2-34-16,2 1-53 0,2 3-40 0,2 3-23 15,0 0-12-15,-1 0-16 0,1 2-19 0,2-1-3 16,-2-2-4-16,1-1-3 0,2-3-23 0,-2-3-55 16,-1-3-55-16,0-3-88 0,-2-6-147 0,-2-3-202 15,-3-4-297-15,-1-2-246 0,-5-6-204 0,0-5 56 16,-5-4 450-16</inkml:trace>
  <inkml:trace contextRef="#ctx0" brushRef="#br0" timeOffset="131233.01">8141 16262 289 0,'9'-19'807'0,"-3"5"344"15,-1 3 16-15,-2 5-220 0,2 6-355 0,-2 6-180 16,3 6-71-16,1 4-32 0,2 6-23 0,-2 3-34 16,5 3-37-16,-1 5-50 0,1 0-59 0,2 4-38 0,-1 6-17 15,2 0-11-15,1 3-6 0,0 4-13 16,1 0-6-16,1 2-7 0,0-1-8 0,-3-4-6 15,2-1-2-15,-3-5 3 0,-2-7 0 0,-2-5 3 16,0-5 1-16,-3-6 5 0,-3-4 9 0,1-3 9 16,-5-3 2-16,-2-5 2 0,-2-3 1 0,-3-5-5 15,-4-6-10-15,0-2-6 0,-2-6-4 0,-3-2 5 16,1-5 2-16,-1-4 1 0,-1 0 0 0,-1-4-4 16,4-5-2-16,-2 0-10 0,5-5-3 0,1-2 0 15,1-2-3-15,6-2 4 0,3 0 3 0,3-2 1 16,6 4 1-16,4-1-1 0,3 4 1 0,3 3 1 15,2 3 7-15,2 4 2 0,2 3 3 0,-2 6 1 16,4 3 0 0,-2 2-2-16,0 6-5 0,-1 1-4 15,-3 6 1-15,-1 2-1 0,-4 5 4 0,1 3 0 0,-6 4-4 16,0 3-2-16,-6 6-1 0,-2 2-2 0,-4 5 4 16,-3 2 1-16,-2 4 6 0,-5 3 4 0,2 3 2 15,-5 3 5-15,-1 1-1 0,1 3-2 16,-3 3 1-16,-1 0 2 0,2 1 8 0,1 0-1 15,2 0-6-15,3-2-4 0,1 1-1 0,4-5-4 0,5 0-9 16,2-5-6-16,4 0 3 0,5-6-1 0,0-4 0 16,6-3 1-16,1-3-2 0,3-5 1 0,2-3 0 15,4-3 0-15,3-7 6 0,0-3 1 0,0-3 0 16,3-2-10-16,-1 0-16 0,0-4-34 0,-1-3-69 16,-1 1-67-16,-1-2-83 0,-4-2-132 0,2 0-195 15,-3 0-286 1,-1-1-219-16,1 0-200 0,-5 1-4 15,2 0 409-15,-5-3 503 0</inkml:trace>
  <inkml:trace contextRef="#ctx0" brushRef="#br0" timeOffset="131466.59">9192 16206 211 0,'6'-4'814'0,"-3"-1"395"0,-3 5 34 15,0 5-145-15,2 2-384 0,1 3-213 0,0 5-129 16,1 3-63-16,-1 2-47 0,2 1-44 0,2 3-68 15,-2 2-67-15,0 5-33 0,1 3-22 0,1 4-7 16,0 2-4-16,0 4-4 0,-1 2 1 0,2 1-2 16,0 1 2-16,-2-2-7 0,-1 0-7 0,1 0-29 15,-1-6-51-15,-2-2-60 0,2-4-57 0,-5-4-93 16,-3-4-135-16,0-4-143 0,-4-5-171 0,-1-4-226 16,-4-4-217-16,1-4-17 0,-4-5 288 0,-2-5 407 15</inkml:trace>
  <inkml:trace contextRef="#ctx0" brushRef="#br0" timeOffset="131801.71">9081 16005 252 0,'4'-28'796'0,"-1"3"368"16,0 7 22-16,-1 3-217 0,1 5-378 0,3 0-234 15,2 4-81-15,3 0-43 0,3 4 25 0,5 2 3 16,3 0-20-16,3 2-32 0,2 4-59 0,3 3-32 15,3 2-42-15,1 6-29 0,1 1-11 16,-1 5-7-16,1 4-2 0,0 2-6 0,0 6-6 16,1 2-5-16,-3 2-4 0,2 4-3 0,-2 1-2 15,-3 2-1-15,0-2-1 0,-5 1-1 0,-2 0 0 0,-1-1 0 16,-5-2 0-16,-4 1 1 0,-2-1 2 0,-3-1 1 16,-5-2 0-16,-3 1 4 0,-2-1-1 15,-2 0-1 1,-5-1-2-16,-3-1 0 0,-2-1 2 0,-2 0-2 15,-3-1-1-15,0 1 0 0,-1-2 0 0,-1-2-19 16,0-3-49-16,1 1-59 0,-2-7-60 0,4-1-125 16,1-5-186-16,1-2-299 0,2-3-266 0,3-5-221 15,3 0-125-15,2-6 360 0,4-2 547 0</inkml:trace>
  <inkml:trace contextRef="#ctx0" brushRef="#br0" timeOffset="135517.17">10968 16467 314 0,'-7'0'584'0,"-1"0"263"0,1 0 131 16,2 0-299-16,0 0-216 0,3 0-116 15,1 0-102-15,-1 0-41 16,4 1-20-16,-1 1-11 0,4 1 2 0,2 1 27 0,3-1 28 0,3 3-16 16,1-3-8-16,2 1-2 0,1 0-14 0,1-2-22 15,1 0-32-15,1 1-25 0,-2-1-31 0,4-2-25 16,-3-2-19-16,3 2-15 0,0-5-9 0,-4 3-4 16,2-2-5-16,1 0-3 0,-5 1 1 0,-1-2 5 15,0 3-13-15,-4 0-41 0,-2 1-53 16,-2-1-49-16,-3 1-89 0,-2 1-175 15,-2 0-277-15,-2 1-261 0,-1 1-226 0,0-2-185 16,-5 1 182-16,0-1 556 16</inkml:trace>
  <inkml:trace contextRef="#ctx0" brushRef="#br0" timeOffset="135782.57">11279 16365 8 0,'13'2'275'0,"-2"-1"188"16,-2 0 197-16,5-1 74 16,-1 2-138-16,4 0-44 0,-2-1-20 0,2 0-29 0,-1 3-53 0,1-2-47 15,-1 3-33-15,2-1-53 0,-4 2-22 16,3 0-33-16,-2 2-42 0,0-1-26 0,-3 2-56 0,-2 2-42 16,-2 1-45-16,0 0-22 0,-3 4-2 0,1 0-8 15,-3 3-2-15,-3-1-2 0,0 1 0 0,-3 0-4 16,0 0-8-1,-1-2-6-15,-1-1-8 0,0-3-32 0,-2 0-57 16,1-3-55-16,-3-1-78 0,2-3-130 16,-1-3-180-16,-1 0-284 0,3-5-230 0,1 0-211 0,0-3-14 15,5-4 372-15,0-2 475 0</inkml:trace>
  <inkml:trace contextRef="#ctx0" brushRef="#br0" timeOffset="137966.81">13059 16369 85 0,'-3'-9'415'0,"-5"0"268"0,-3-1 215 16,0 0 21-16,0 2-270 0,-3 0-147 0,1-1-77 0,-1 1-64 16,1-2-54-16,1 1-28 0,1 3-12 0,1 1-7 0,2 1-29 15,1 1-33-15,0 0-29 0,2 1-40 0,2 1-54 16,1 0-41-16,1 1-22 0,-1 0-9 0,2 0-6 31,0 1 0-31,2 0-2 0,1 4 2 0,3 1 4 16,3 1-1-16,1 3-1 0,1 2 6 15,2 1 6-15,3 1 0 0,-2 2 3 0,5 4 1 0,0 1 0 16,-1 0-10-16,0 2-5 0,0 2-2 0,-1 2-1 16,-1 1 17-16,0-2 12 0,-3 2 6 0,-3 1 7 15,0-3 5-15,-3 3 1 0,-3-2-13 0,1-1-2 16,-4 1-2-16,-1-3-2 0,-1 0-1 0,-2-2 0 15,-2-2-3-15,2-1-5 0,-2-2-4 0,-1-4-1 16,1 0-3-16,-1-3-1 0,1-2-2 0,0-2 0 16,-1-2-3-16,1-1-3 0,-1-3-2 0,-2-3-3 15,2-1-8-15,-1-4-18 0,2-3-39 0,-1-6-59 16,2 3-52-16,0-7-55 0,3 0-74 0,-1-4-106 16,2 0-102-16,0-2-139 0,3 0-235 0,-1-1-214 15,1 0-70-15,3-3 226 0,-1 0 390 0</inkml:trace>
  <inkml:trace contextRef="#ctx0" brushRef="#br0" timeOffset="138400.91">13303 15893 41 0,'5'-16'519'16,"0"4"454"-16,-4 3 237 0,1 2-57 0,-1 4-372 15,-2 3-298-15,1 3-121 0,1 6-48 16,-1 3-28-16,6 4-25 0,-3 4-22 0,2 7-24 15,0 2-49-15,2 5-56 0,-1 3-40 0,3 4-23 0,-1 3-12 16,0 3-11-16,1 0-9 0,-1-1-3 0,0 2-2 16,2-5-2-16,1 0-1 0,0-6-3 15,0-5-3-15,3-4-1 0,1-5 0 0,0-5 0 0,1-5 0 16,3-4 1-16,-2-6 2 0,-1-4 0 0,1-8 0 16,1-6-1-16,-1-5 0 0,1-4-1 15,2-6-1-15,-1 0 2 0,-3-3-2 0,1 0 0 0,-2 3 7 16,0 4 4-16,-5 1 4 0,-2 4 1 0,1 5 1 31,-4 4 5-31,-2 1-3 0,1 4-2 16,-3 1-5-16,-1 4-6 0,0 2-5 0,-1 5-7 0,-1 4-4 15,0 4-3-15,-1 4 0 0,1 3 4 0,-1 4 4 16,3 1 2-16,-4 4-1 0,4 0 2 0,-2 4 1 16,2-1-1-16,2 1 0 0,2 0 5 0,-1-1 2 15,1 1 0-15,1-5-3 0,1 0-11 0,2-4-31 16,1-1-63-16,-1-5-60 0,3-5-55 0,-1-1-77 15,1-5-110-15,0-2-121 0,1-5-129 0,0-3-224 16,0 0-223-16,1-4-105 0,0-3 189 0,-1 0 404 16</inkml:trace>
  <inkml:trace contextRef="#ctx0" brushRef="#br0" timeOffset="138815.94">14198 16359 380 0,'3'-13'913'31,"-3"0"320"-31,-2 6-16 0,-1-1-273 0,0 5-273 16,-2 3-183-16,2 2-117 0,-3 1-68 0,0 3-49 15,-1 1-49-15,2 3-65 0,-1 1-59 0,0 2-36 16,3 3-18-16,0-1-14 0,1 1-7 0,2 1-1 16,0 1-2-16,0-2-3 0,5 0-2 0,-2-1 1 15,4-2-2-15,0-1-1 0,-1-3 0 0,4-3 3 16,1-2 0-16,0-2 4 0,0-4-1 0,2-2 0 15,0-2 1-15,0-1-7 0,2-4-4 0,0 0-3 16,-2 1-1-16,1-1-2 0,-1 2-1 0,-2 0 4 16,0 2 5-16,0 1 3 0,-3 3 2 0,2 0 3 15,-4 3 1-15,0 1 2 0,-1 4-1 0,-2 2 0 16,1 2 2-16,-3 3 3 0,2 3 7 0,-3 3 4 16,-3 2 1-16,2 4 0 0,-3 1-2 0,1 4-5 15,-2 0-7-15,2 5-2 0,-3 0-1 0,-1 5-1 16,-2 0-4-16,1 3-3 0,-2 1-4 0,-2 2-1 15,3 1-2 1,-1-3-4-16,-2-2 4 0,3-4 10 16,1-2-5-16,1-8-39 0,2-3-61 0,2-9-53 15,0-4-71-15,3-7-148 0,1-8-189 0,3-9-261 16,0-4-220-16,7-5-211 0,-1-5-43 0,5-5 394 16,0-1 469-16</inkml:trace>
  <inkml:trace contextRef="#ctx0" brushRef="#br0" timeOffset="139199.62">14658 16375 88 0,'16'-36'642'0,"0"5"465"0,-8 2 154 16,-2 5-59-16,1 5-285 0,-5 2-277 0,1 4-176 15,-1 3-102-15,-4 1-65 0,-1 7-74 0,1 0-91 0,-5 6-53 16,2 6-31-16,-1 5-21 0,-1 6-10 0,-1 2-5 16,-1 8-5-16,1 3-2 0,2 4-4 0,-1-1-1 15,4 1-3-15,0-4-1 0,6-4-2 0,0-4 0 16,5-8-1-16,4-8 0 0,1-7-8 0,2-7-14 31,0-10-25-31,2-5-39 0,1-8-36 0,-2-5-32 16,0-5-15-16,0-5 2 0,1-2 20 0,-4-4 47 15,1 2 36-15,-4-3 37 0,-1 4 16 0,0-2 15 16,0 0 60-16,-3-1 35 0,-1 2 33 16,-2-1 17-16,0 2 8 0,-6 0-1 0,1 5-32 15,-1 4-13-15,2 4-17 0,-4 8-16 0,0 6-12 16,-2 7-10-16,0 9-13 0,1 8-13 0,-1 7-12 15,-1 8-5-15,3 6-2 0,-1 8-3 0,2 4-3 16,2 4 2-16,2 6-1 0,0 6 0 0,2 2 0 0,-1 5-2 16,2 2-13-16,2 3-40 0,1 1-75 15,-1-1-84-15,1-2-164 0,2-4-297 0,5-2-322 16,0-5-328-16,2-5-185 0,1-3 131 0,5-5 657 0</inkml:trace>
  <inkml:trace contextRef="#ctx0" brushRef="#br0" timeOffset="149316.97">16076 16185 75 0,'0'-4'216'0,"0"3"78"16,-1 0-17-16,-1-1-130 0,0 1-179 0,2 1-169 16,-1 0-61-16,-1 0 8 0,2 0 54 0</inkml:trace>
  <inkml:trace contextRef="#ctx0" brushRef="#br0" timeOffset="150736.32">16038 16189 95 0,'0'-2'300'15,"0"1"161"-15,0 0 89 0,0-1-84 0,0 0-99 16,0 1-78-16,-2-2-46 0,2 2-20 0,0-2-1 16,-3 0-5-16,3 1-14 0,0 1-16 0,-1-1-22 15,1-1-23-15,-3 2-27 0,3-1-13 16,0 2-5-16,0-1-5 0,0 1 3 0,0 0 22 15,0 0 6-15,0 0 2 0,0 0-1 0,0-2 6 16,0 2-5-16,0-1-27 0,0 1-14 16,-2 0-14-16,2-1-9 0,0 1-8 0,-1-2-2 15,1 2 2-15,0 0 9 0,0 0 19 0,0 0 13 16,0 0 6-16,0 0 1 0,0 0-7 0,-2 0-17 16,2-2-18-16,0 1-22 0,-1 0-12 0,1-1-11 15,0 0-2-15,-2 0-3 0,2 0 6 16,-2 0 15-16,2 1 6 0,0-1 6 0,0 1 12 15,0 1 13-15,-1-3-3 0,-1 3-11 0,2 0-7 16,0 0-5-16,0 0-13 0,0 0-10 0,0 0-5 16,0 0-2-16,0 0-2 0,0 0-1 0,0 0-3 15,0 0-2-15,0 0-1 0,0 0 1 0,0 0-3 16,0 0 0-16,0 0 2 0,0 0 0 16,0 0-1-16,0 0-2 0,0 0 2 0,0 0 1 15,0 0-2-15,0 0 1 0,0 0 2 0,0 0 0 16,0 0 5-16,0 0 5 0,0 0 2 0,0 0 2 15,0 0 0-15,0 0-1 0,0 0-6 0,0 0-4 16,0 0-3-16,0 0 1 0,0 0 0 16,0 0-1-16,0 0 0 0,0 0 2 0,0 0 0 15,0 0-1-15,0 0 0 0,0 3 0 0,0-3 0 16,0 0-1-16,0 0 0 0,0 0-3 16,0 0 0-16,0 1 0 0,0 1 0 0,-2 3 0 15,2 1-1-15,-1 5 0 0,-1 6 2 0,-1 4 0 16,1 5-1-16,-1 3 2 0,2 6-2 0,-4 4 1 15,2 3-1-15,0 1-1 0,1 1 0 0,-1-1 0 16,3-4 0-16,0-3-1 0,3-5 0 16,1-8-1-16,0-3-1 0,5-5 0 0,1-4 1 15,1-7 2-15,5-7 1 0,-2-6 1 0,5-7 3 16,2-3 0-16,-1-6-1 0,2-4 0 0,2 1-2 16,1-2 0-16,-1-1-2 0,3 5 1 15,-2 0-1-15,-1 3-1 0,0 6 1 0,-5 2-1 16,0 4 1-16,-3 5 6 0,-1 3-1 0,-2 5 5 15,1 1 3-15,-3 5 3 0,-3 2 1 0,1 2-6 16,-4 1 4-16,0 5-6 0,2-1-3 16,-4 1-1-16,0 1-1 0,0-1-2 0,-2 1-1 15,2-3 0-15,-1-1-1 0,0-2 0 0,-1-1-2 16,1-4-2-16,0-1 1 0,-1-1 2 0,-1-2 0 16,3-3 1-16,-1-2 3 0,0-4 2 0,-1-4 1 15,2-4 1-15,1-3 0 0,0-2-2 16,-1-4 0-16,-1-2-1 0,-1-4-1 0,1 0-3 15,0-3 1-15,-2 0-2 0,-2-1 0 0,0 0 0 16,1 2-1-16,-1-1 1 0,-1 4 0 0,-1 2 0 16,0 2 2-16,1 5-1 0,0 5 0 0,1 0-1 15,-1 2-4-15,2 5-12 0,-1 0-39 0,0 2-59 16,2 3-60-16,0 1-76 0,0 0-130 16,0 1-172-16,2 2-269 0,0 0-223 0,1 1-209 15,0 2-36-15,3 0 356 0,0 1 473 0</inkml:trace>
  <inkml:trace contextRef="#ctx0" brushRef="#br0" timeOffset="151187.32">16666 16617 44 0,'6'10'600'0,"2"-2"483"16,-5-6 169-16,0-2-117 0,-3-4-352 0,4-5-353 15,-3-3-169-15,2-2-24 0,2-8 9 16,2 0 5-16,0-5-19 0,3-2-18 0,-1-2-37 15,2-5-57-15,0 3-50 0,2-2-23 0,0 2-3 16,-2 2-7-16,1 4-4 0,-2 1-2 0,-2 7-1 16,-2 1-8-16,2 5-11 0,-5 3-4 0,2 4-7 15,-2 2-4-15,0 5 0 0,1 5-2 0,-3 4 2 16,1 6 2-16,-1 5 4 0,1 1 3 16,1 5 0-16,-2-1-1 0,-1 2 0 0,3 1-1 15,-1-1-1-15,1-1-2 0,2-2 1 0,0-4-2 16,1-1-1-16,2-5 0 0,-2-3 1 0,4-3 2 15,0-5-1-15,2-4 2 0,-1-6 0 0,3-5 1 16,-1-6-1-16,3-2-1 0,-3-5 1 16,1-4-1-16,3 0-1 0,-1 0 0 0,-2-3 6 15,3 5 4-15,-4 0 2 0,-2 3 0 0,0 4 1 16,-3 5 1-16,-3 1-7 0,2 5-4 0,-4-1-1 16,1 5 1-16,-1 2 6 0,0 2-5 15,-1 4 1-15,3 2-1 0,-4 3-1 0,3 3 0 16,-1 4-5-16,-1 1 2 0,2 4 1 0,-1 0 0 15,0 3 0-15,-1 1 0 0,1 1-1 0,0 1-1 16,0-1 0-16,-1 1 5 0,1-4 2 16,2 2-2-16,-2-4-4 0,3-4-13 0,-1-2-37 15,2-3-73-15,-3-5-65 0,3-2-104 0,0-5-154 16,1-5-220-16,-1-3-287 0,1-4-217 0,3-3-184 16,-3-5 122-16,3-2 475 0</inkml:trace>
  <inkml:trace contextRef="#ctx0" brushRef="#br0" timeOffset="151359.32">17466 16246 206 0,'16'-8'500'16,"-5"4"281"-16,0 4 206 0,0 3-162 0,-2 3-161 16,-2 2-123-16,-2 3-92 0,1 3-43 15,-3 3-67-15,0 2-72 0,-1 2-59 0,-1 2-48 16,-1 0-38-16,0-1-53 0,0 1-31 0,0 1-22 16,0-4-16-16,2-2-9 0,-1 0-34 0,-1-4-40 15,2-2-51-15,-2-5-95 0,-2-2-155 16,2-2-291-16,-3-3-253 0,2-3-237 0,-1-2-124 15,-1-3 256-15,1-4 501 0</inkml:trace>
  <inkml:trace contextRef="#ctx0" brushRef="#br0" timeOffset="151553.51">17556 15906 419 0,'5'-32'1293'0,"-5"6"362"15,-2 5-228-15,-3 5-326 0,1 6-506 0,-3 2-253 16,0 5-175-16,0 3-84 0,1 3-40 0,-1 5-22 15,4-1-11-15,2 6-8 0,-1 0-4 16,4 2-11-16,-1 3-57 0,2 0-58 0,2 3-79 16,2 0-134-16,1 1-207 0,1 0-319 0,0 1-244 15,3 1-203-15,0-1 7 0,-1-1 438 16</inkml:trace>
  <inkml:trace contextRef="#ctx0" brushRef="#br0" timeOffset="151821.48">17856 16398 249 0,'16'26'758'0,"-2"0"343"0,-4 0 65 0,0-4-186 16,0 1-364-16,0-6-244 0,-2 0-65 0,1-6 15 16,-1-4-6-16,0-4-29 0,0-5-28 0,0-4-31 15,-2-6-58-15,1-2-57 0,-1-5-36 0,-1-5-16 16,-1 1-8-16,-1-4-4 0,-3 1-2 0,0 1-3 16,0 1-4-16,-4 1-6 0,-2 2-7 15,-1 2-6-15,1 2-8 0,-1 2-4 0,-2 4-5 16,1 4-2-16,0 1-2 0,0 6-1 0,-1 6 0 15,1 4-2-15,0 4-5 0,2 6-2 0,-2 2 3 16,5 2 1-16,1 4-8 0,2-2-13 16,4 3-21-16,-1-2-55 0,4-2-71 0,1 1-88 15,0-5-153-15,6-2-254 0,-1-4-303 0,4-3-251 16,1-4-195-16,1-5 80 0,-2-6 553 16</inkml:trace>
  <inkml:trace contextRef="#ctx0" brushRef="#br0" timeOffset="152081.43">18286 16273 199 0,'0'-22'935'0,"-4"2"589"0,-4 2 11 0,-3 3-279 16,0 2-470-16,-3 1-304 0,-1 2-183 0,0 5-117 15,2 1-70-15,0 2-40 0,4 2-25 0,2 4-20 16,2 1-13-16,5 2-8 0,2 4-3 16,5 1-4-16,2 1-1 0,3 0 0 0,1 0 0 0,5 2 2 15,-4 1 0-15,3 2 1 0,2-3-1 16,0 3 0-16,0-1 1 0,-3 1-2 0,1-2 0 15,-2 4 0-15,0-2 0 0,-5-1 1 0,0 3-1 16,-6 0 1-16,1 1 0 0,-5 1 1 16,-5 1-1-16,1 1 0 0,-8-1 0 0,0 2-1 15,-2-1 1-15,-4 2-3 0,2 1-3 0,-2-4-14 16,0 2-40-16,-1-4-66 0,1-1-66 0,0-2-117 16,0-2-204-16,2-6-303 0,2-3-289 0,3-3-216 15,0-4-105-15,0-5 364 0,5-3 591 16</inkml:trace>
  <inkml:trace contextRef="#ctx0" brushRef="#br0" timeOffset="152917.25">18527 15861 18 0,'8'-17'254'0,"0"0"159"0,0 1 150 15,-1 1-11-15,1 0-132 0,0 0-56 0,-1 1 4 16,0-1 49-16,0 4 35 0,-1 0 9 16,-3 1-28-16,2 3-49 0,-2-1-3 0,-1 2-27 15,2 3-30-15,-2-1-43 0,0 1-34 16,-1 2-35-16,-1 0-60 0,0 1-53 0,2 0-39 16,-1 2-15-16,-1 3-11 0,4 3-6 0,-3 3 2 15,2 0 2-15,2 3 1 0,-2 4-6 16,2-3-2-16,1 6 7 0,1-2-2 0,-1 1-2 15,2-1-3-15,1 1-3 0,2-1-1 16,-1-1-11-16,4-1-5 0,-1-2-4 0,2-1-1 16,0-1-2-16,0-4 1 0,3-2-2 0,3-2 0 15,1-5 1-15,0-4 1 0,2-4 1 0,-1-3 1 16,2-2 1-16,-4-4 1 0,1 0 0 16,-3-2 0-16,-3 3 0 0,-2 1 1 0,-3 1 0 15,-3 3 0-15,-3 0 1 0,0 5 0 0,-7 0 0 16,-2 1 0-16,-3 4-2 0,-2 2-1 15,-5 5 0-15,-1 5-1 0,-4 4 0 0,-2 3-2 16,0 6 0-16,-5 5 1 0,1 2 0 16,-2 4 1-16,2 5-4 0,-1 1-2 0,3 5 0 15,1 2-2-15,2 1-2 0,3 2 0 0,3 2 4 16,2-1 2-16,5 2 6 0,2-2 3 0,5-5 1 16,3-3-1-16,6-8 0 0,3-2 0 0,2-8-7 15,7-7-2-15,1-5 0 0,3-7 0 16,2-5 0-16,3-6 1 0,0-6-6 0,2-3-12 15,-2-6-25-15,-2 0-57 0,-1-1-65 0,-2-5-79 16,-4 3-134-16,-2 1-208 0,-2-3-304 0,-4 4-246 16,-2 1-205-16,-2 1-32 0,-4 0 435 0,-1-1 542 15</inkml:trace>
  <inkml:trace contextRef="#ctx0" brushRef="#br0" timeOffset="153315.32">19246 16140 188 0,'5'6'876'16,"-2"2"542"-16,-3 0 19 0,0 3-221 0,0 2-419 16,-3 5-303-16,1 2-162 0,-2 2-106 0,-3 5-52 15,1 4-43-15,0 0-38 0,-1 3-25 16,3 2-21-16,-3-1-14 0,6-2-11 0,-1-2-6 16,4-4-9-16,1-3-5 0,3-6-2 0,2-3 0 15,3-5 1-15,0-8 1 0,4-3 1 0,0-5 0 16,1-6 1-16,3-3-1 0,-2-3 0 15,1-6 1-15,1-2-1 0,-2-2-1 0,1 0-1 16,-2-3 0-16,1 4-2 0,-3-1 0 0,0 5 0 16,-2 1 0-16,-2 3 1 0,-2 1 1 0,0 5-1 15,-3 1 0-15,0 3 0 0,-1 3 0 0,-2 5 1 16,-1 1-1-16,1 1 3 0,-2 7 0 16,0 1 1-16,-2 2 0 0,2 6 0 0,0-2 0 15,-1 3-1-15,1 3 0 0,1 0-1 0,-1 0-1 16,4 2 0-16,-1-3-1 0,0 2-1 0,4-3-1 15,-1-1 0-15,1-2-1 0,3-3-1 0,0 0 1 16,1-2 0-16,0-4 0 0,0 1 0 16,1-2-4-16,0-3-9 0,0-2-19 0,-1-1-45 15,-1 0-65-15,1 0-65 0,-2-1-111 0,-1 1-193 16,0-2-300-16,0 1-273 0,-2 1-214 0,-2 0-125 16,0 0 326-16,0 0 596 0</inkml:trace>
  <inkml:trace contextRef="#ctx0" brushRef="#br0" timeOffset="153670.31">20051 16243 103 0,'11'0'673'0,"2"5"465"16,-7 2 134-16,2 9-111 0,4 5-347 0,-2 7-286 16,0 8-132-16,0 3-76 0,-3 6-45 0,-1 4-46 15,-2 5-52-15,-3 5-46 0,-1 2-44 16,0 5-26-16,-5 3-19 0,1 3-14 0,-3 1-13 15,1 1-8-15,-2-4-5 0,2-5-7 0,3-5-13 16,-1-10-39-16,1-7-64 0,3-6-58 0,-2-11-84 16,2-7-153-16,-3-8-226 0,2-5-281 0,-4-12-216 15,1-6-193-15,-1-7 57 0,-2-10 480 16</inkml:trace>
  <inkml:trace contextRef="#ctx0" brushRef="#br0" timeOffset="153875.32">20038 16060 196 0,'16'-54'802'0,"-2"9"410"0,-3 8 37 0,-4 6-168 16,-2 8-442-16,1 2-238 0,-2 3-74 15,0 5-31-15,-1 3-31 0,0 3-26 0,-1 2-32 16,-1 2-58-16,3 5-64 0,-3 1-43 16,2 5-22-16,3 4-11 0,-3 4-5 0,-1 2-4 15,1 1-19-15,1 3-48 0,-3 3-58 16,2 2-54-16,1-1-89 0,-3 2-138 0,2 0-167 15,-1 1-236-15,2 2-221 0,0 0-204 0,0 3 23 16,1-1 362-16,3 0 431 0</inkml:trace>
  <inkml:trace contextRef="#ctx0" brushRef="#br0" timeOffset="154652.26">20358 16489 326 0,'20'7'620'16,"-4"-5"240"-16,1-2 124 0,1-2-240 0,-1-3-188 15,-1-3-116-15,2-1-67 0,-1-4-17 0,-3 0 2 16,3-4-6-16,-2-3-39 0,-2 1-43 0,1 0-30 15,-3-3-45-15,0 2-55 0,-2 2-49 0,-1 3-24 16,-3 1-14-16,3 3-15 0,-4 2-8 16,0 1-8-16,-3 4-7 0,2 1-4 0,1 5-5 15,-1 1-2-15,0 5 1 0,0 3 0 0,2 3-1 16,-1 3-1-16,1 0 1 0,2 3-2 16,1 1-2-16,2 0-1 0,0-2 1 0,3 0-1 15,3-3 0-15,0-3-2 0,4-4 3 0,4-3 0 16,-1-6 0-16,6-4 3 0,1-5 0 0,0-5 0 15,1-3 0-15,-1-3 0 0,2-1-1 16,-2-3 1-16,-4 4-2 0,-3 1-1 0,-1 4 0 16,-6 0 0-16,-2 4 0 0,-2 2 1 0,-4 2-1 15,-1 1 1-15,0 3 0 0,-4 3 2 0,-2 1 2 16,3 3 0-16,-3 2 4 0,-1 4 0 16,0-1 1-16,0 4-1 0,2 2-3 0,-2-1-2 15,1-1-1-15,1 2-3 0,1-1 0 0,2-2 0 16,-1 1 0-16,1-2 0 0,2-1 0 0,-1 0-2 15,3-2-1-15,-1-3 1 0,2-2 0 0,1 0 0 16,-2-3 1-16,1 0-1 0,1-3 1 16,-2-3-1-16,3 1 0 0,-2-3 1 0,0 0-1 15,-2-1 1-15,-2 0 1 0,0 0 0 0,1-1 0 16,-4 0 1-16,0 3 0 0,0 0 1 0,-1 1 0 16,0 2-1-16,-1 1 1 0,-1 3-1 0,3 0-1 15,-3 3 0-15,0 1 0 0,2 4 0 16,-2 0 0-16,2 1 0 0,-1 0 1 0,4 2-2 15,-2 0 0-15,0 0 0 0,2 0-2 0,0-1 0 16,1 1 0-16,2-1 0 0,-2 1 0 0,2 2 0 16,-1 0 1-16,2 4 1 0,-1 0-1 15,-2 0 0-15,1 4 1 0,-3-1 0 0,2 5 0 16,-1 0-1-16,-2 3 2 0,1-1 0 0,-3 3 1 16,-1-2 1-16,0 5 0 0,-1 2 2 0,-3 1-1 15,-1 4 0-15,1 2-1 0,-5 7 0 0,-1 1 0 16,-1 6 0-16,-2 2 4 0,0 4 10 15,0 0 8-15,0 2 6 0,-3-3 3 0,5-2 0 16,1-8-5-16,-1-5-7 0,3-10-10 0,2-6-5 16,1-10-4-16,0-8-2 0,4-9 0 0,-4-10-1 15,4-6 0-15,-1-8-1 0,1-4 2 16,1-7 0-16,0-4 1 0,0-5 1 0,0-3 1 16,0-5-1-16,1-1-2 0,1-4 0 0,1 0 0 15,1-2-3-15,-1 1-2 0,2 1-3 0,2 1-12 16,1 2-14-16,3-1-35 0,-2 4-71 15,2 0-75-15,0 4-135 0,4 3-217 0,-1 1-313 16,3 5-323-16,4 1-209 0,1 3-57 0,3 4 486 16,4 2 589-16</inkml:trace>
  <inkml:trace contextRef="#ctx0" brushRef="#br0" timeOffset="155151.32">22652 16219 224 0,'0'-1'677'16,"0"0"359"-16,0 1 90 0,-3 0-204 0,3 2-321 16,0 3-196-16,3 4-90 0,-2 3 2 15,2 5 25-15,1 5-11 0,1 3-33 0,1 2-37 16,0 4-56-16,2 0-72 0,2 2-56 0,-2-5-32 15,4 0-20-15,-1-5-14 0,5-6-4 0,1-4-2 16,2-5-1-16,2-8 1 0,0-8 0 16,0-3 1-16,-1-9-1 0,0-6 6 0,1-3 2 15,-5-7 0-15,-1 2 2 0,-4-2 6 0,-2 0 2 16,-6 3-4-16,-5 3-3 0,-3 2-2 0,-4 3-3 16,-5 2-5-16,-2 5-3 0,-2 5-3 0,1 0-2 15,-2 7-1-15,4 4 0 0,0 4-2 0,4 6-9 16,0 5-30-16,6 2-66 0,2 3-69 15,5 3-123-15,2 4-227 0,7-3-310 0,4 4-322 16,3-1-231-16,4 0-88 0,2 0 428 0,2-2 632 16</inkml:trace>
  <inkml:trace contextRef="#ctx0" brushRef="#br0" timeOffset="156043.31">24236 16108 27 0,'-1'-3'358'0,"-4"2"291"15,2-1 282-15,-3 2 102 0,2 0-296 16,0-1-184-16,0 1-111 0,0-2-83 0,0 2-66 16,3-1-28-16,-3 1-21 0,4 1-24 0,0 1-31 15,0-1-26-15,0 2-38 0,0 4-11 0,4 4-22 16,-3 4-13-16,3 3-6 0,-1 5-2 16,2 2-4-16,-1 1-26 0,0 2-13 0,2 2-9 15,-2-1-7-15,3-3-5 0,-1-1-3 0,-1-3-3 16,3-1-2-16,-4-3 1 0,1-4 2 0,0-2-3 15,-2-4 2-15,1 0-1 0,-1-3 1 16,-2-4 1-16,4-4-1 0,-2-4 2 0,2-6 1 16,-1-6 2-16,1-4 0 0,0-2-4 0,4-6 1 15,-2 1-3-15,1-4-1 0,-2-3-4 0,2 3 0 16,-4-2 3-16,0 0 2 0,1 1 0 16,-2 4 2-16,0 2 2 0,0 4-1 0,0 4-2 15,-1 5-2-15,1 1-3 0,0 5-1 0,0 3-1 16,0 3 0-16,2 3 2 0,2 4-1 15,1 1 3-15,-1 5 0 0,1-1-2 0,0 3 4 16,5 1 2-16,-4-2 0 0,4 4 2 0,-1-4-1 16,3 2 3-16,0 0-4 0,0-3-2 15,2 1 0-15,-1-2-1 0,5-2 1 0,1-1-2 16,-3-2 0-16,4-2 1 0,-1-2 0 0,2-2 0 16,-1-2-2-16,-1-1 1 0,-1-2-1 0,0-2 2 15,-2-3-1-15,-2 3 1 0,-2-3-1 0,-2 0 2 16,-3 1 1-16,-2 0 2 0,-3 1 3 15,-1 3 2-15,-4-2 1 0,-4 3-1 0,-1 1 1 16,-3 0-4-16,-2 3-1 0,-3 0-3 0,-2 1 2 16,-2 0-2-16,3 4 0 0,-3 3 0 15,-1-1-2-15,1 3 0 0,0 3-3 0,2 1 1 16,0-1-1-16,2 2 2 0,3 1 2 0,-2 2 1 16,4 1 0-16,1 0 1 0,2 0 0 15,-1 1-2-15,3-3-1 0,3 1-3 0,0-2-4 16,3-3-30-16,1 0-53 0,2-5-52 0,-2 1-44 15,1-1-55-15,2-5-88 0,-3 0-77 0,1-5-64 16,3 1-74-16,-2-2-155 0,2-1-218 0,-1-1-102 16,0 2 77-16,1 1 257 0,-1-1 288 0</inkml:trace>
  <inkml:trace contextRef="#ctx0" brushRef="#br0" timeOffset="156429.31">25125 16042 264 0,'5'-11'514'15,"1"3"193"-15,2-3 147 0,3 4-199 0,2-2-144 16,2 1-67-16,1 1-35 0,1 3-24 16,3-2-54-16,2 2-62 0,0 3-40 0,0 2-25 15,-1 0 10-15,1 5 21 0,-4 1-5 0,-2 0-8 16,0 4-26-16,-5-1-27 0,-3 2-41 0,0 2-37 16,-3 0-19-16,-4 4-15 0,-2-2-11 0,-4 3-9 15,0 1-8-15,1 0-6 0,-3 0-13 16,1 3-6-16,-1-2-6 0,0 2-4 0,4-3-3 15,-1 3-3-15,3-2 4 0,1 1 4 0,3-1-2 16,2-1 7-16,4 1 4 0,1-2-8 16,4-3-28-16,2 3-64 0,1-6-66 0,5 1-118 15,2-4-210-15,1-2-309 0,2-3-319 0,-1 0-242 16,0-4-129-16,0-1 356 0,-3 0 635 0</inkml:trace>
  <inkml:trace contextRef="#ctx0" brushRef="#br0" timeOffset="157283.32">25591 16383 245 0,'0'4'571'0,"0"-1"297"16,-1-1 121-16,1-2-239 0,0-2-220 0,1-1-125 16,2-4-87-16,1-4-68 0,4-2-34 0,1-4-27 15,0-4-25-15,4-3-24 0,4-3 2 16,1-3 22-16,-2-1 6 0,2-1-5 0,0 0 9 16,1 1 0-16,-1 1-26 0,-4 3-41 0,-3 6-8 15,0 1-7-15,-3 6-13 0,-4 2-16 16,1 2-5-16,-2 4-9 0,-1 1-11 0,0 3-13 15,-2 4-8-15,0 5-8 0,-2 4-4 0,0 4-1 16,2 4-2-16,0 4 2 0,0 3-2 0,4-1 2 16,-4 4 0-16,6 0-3 0,-3 0 1 15,3-2-1-15,1 0 0 0,-1-4 0 0,3 0 0 16,-1-3 0-16,0-2 0 0,2-5 0 0,1-1-1 16,-2-6 2-16,4-3 0 0,-2-3 0 0,0-5 0 15,5-5 1-15,-3-2 0 0,1-3-1 0,-2-1-1 16,1-3-1-16,1 0 0 0,1 1 0 15,-5 4 0-15,0-3 0 0,-2 4 0 0,0 3 0 16,-4 1 1-16,0 3-1 0,-1 1 0 0,0 4 0 16,0 2 0-16,-1 4 1 0,1 3 0 15,-1 2 0-15,1 3 1 0,0 3 0 0,0 2 1 16,2 0 0-16,-4-1-2 0,4 2-7 0,-2 0-2 16,2-2-3-16,0-3-2 0,1 3-1 0,0-4 0 15,-1-3 5-15,2-3 4 0,1-1 2 0,-1-3 1 16,1-3 2-16,2-5 7 0,1-3-2 15,1-4 5-15,0-2 3 0,2-5 0 0,-1-3 0 16,2 1-7-16,0-3 3 0,-2 2-7 0,0 1-2 16,0 2-2-16,-4 2 0 0,1 2 2 0,-4 3-1 15,2 2 0-15,-2 1 0 0,-2 3-2 0,-1 0 1 16,-2 4 1-16,3 2-1 0,-1 0 2 16,0 2 1-16,0 7 2 0,2 0 1 0,-1 1-1 15,0 4-1-15,-1 0 1 0,2 3 0 0,0-2-1 16,-1 3-2-16,2-1-1 0,-1 0-1 0,1-1-4 15,-1-1-9-15,2-2-35 0,-1-1-63 0,2-2-58 16,-2-1-70-16,2-7-106 0,1-2-128 16,-1-2-137-16,4-5-149 0,1-1-227 0,0-3-166 15,3-1 30-15,0-4 275 0,1-3 385 0</inkml:trace>
  <inkml:trace contextRef="#ctx0" brushRef="#br0" timeOffset="157433.31">26687 16142 167 0,'13'-11'390'15,"-1"4"222"-15,1 5 146 0,-4 3-61 0,3 5-96 16,-3 5-70-16,0 4-66 0,-1 3-66 0,-3 2-77 15,3 6-87-15,-3 3-65 0,-4-1-60 16,2 4-43-16,-1-4-30 0,0 3-19 0,-1-6-27 16,1-1-65-16,0-5-115 0,-2-4-140 0,0-3-249 15,3-3-278-15,-3-4-225 0,1-7-33 0,4-4 281 16,-4-4 386-16</inkml:trace>
  <inkml:trace contextRef="#ctx0" brushRef="#br0" timeOffset="157565.63">26798 16084 70 0,'-4'-41'330'0,"1"2"204"15,3-3 171-15,-1 4-71 0,1 1-184 0,1 6-139 16,-1 4-95-16,3 4-69 0,1 7-53 16,-3 5-38-16,3 5-27 0,-1 2-16 15,3 9-3-15,-2 4-10 0,3 3-27 0,-1 3-54 16,2 4-76-16,3 4-112 0,0 1-222 0,3 2-173 16,2 1-48-16,1 0 104 0,0 2 193 0</inkml:trace>
  <inkml:trace contextRef="#ctx0" brushRef="#br0" timeOffset="157883.32">27285 16090 409 0,'-2'-11'1020'0,"-5"-1"459"16,-2 1-22-16,0 3-329 0,-3 3-418 0,-1 3-248 16,-2 2-136-16,0 2-115 0,-2 7-74 0,0 1-42 15,3 2-29-15,-2 2-19 0,3 6-14 16,3 1-10-16,3-1-9 0,4 2-5 0,1 0-3 15,4 0-4-15,1 0-1 0,2-4-1 0,6 0-1 16,-2-4 0-16,3-3-1 0,2-4 1 0,2-3-1 16,-1-2 1-16,0-2-1 0,0-2 2 0,0 1-1 15,-3-2 1-15,-2 0-1 0,-1 0 0 16,-3 2 0-16,1-1 2 0,-2 0 0 0,-2 2-2 16,-2 0 0-16,3 2-3 0,-3 1-7 0,-1 3-11 15,0 0-27-15,0 1-52 0,0 2-65 16,0 1-73-16,0 1-124 0,3 0-187 0,1 1-291 15,2 0-256-15,2-2-209 0,1 2-66 0,4-3 376 16,-1 1 531-16</inkml:trace>
  <inkml:trace contextRef="#ctx0" brushRef="#br0" timeOffset="158657.35">27564 16256 296 0,'0'-14'686'15,"-3"-1"332"-15,3-2 107 0,0 3-267 0,-1-2-269 16,1 3-173-16,1 0-110 0,2 2-27 15,1-1-10-15,4 5-3 0,1 1-2 0,-1 2-16 16,3 1-25-16,1 3-55 0,1 0-44 0,3 3-40 16,-2 1-29-16,0 2-17 0,1 1-16 0,0 0-7 15,0 1-6-15,-2 0-3 0,2-3-2 0,-2 1-2 16,3-1 0-16,-5-2-1 0,1 0 1 16,-1-2-2-16,1-1 1 0,-2-1 0 0,2-2-1 15,-3 0 1-15,0-2 0 0,1 2 1 0,-2-1-1 16,1 2 1-16,-2 1 0 0,1 1 5 0,-2 3 4 15,1 1 0-15,2 4 2 0,-3 2 1 0,1 1 1 16,1 2-5-16,1 1-3 0,-1 1-2 0,2 0 0 16,0-1-3-16,1 0-1 0,1 0 0 15,3-2-2-15,0-2 1 0,2-2-1 0,1-4 0 16,0-1 1-16,3-3-1 0,0-1 0 0,-1-2-2 16,0 0 1-16,1-4 0 0,0 2 0 0,-1-1 1 15,-2 0 1-15,1 0 0 0,-3 1 1 16,1 1-1-16,-4 4 0 0,1 0 1 0,-3 0-1 15,0 3 1-15,-2 1 0 0,-1 1 0 0,0 1-1 16,1 3 0-16,-2 0 0 0,-1 0 0 0,2 1-1 16,1 2-1-16,1-1 0 0,0 1 0 0,2-2-1 15,-1-1 2-15,3 0-2 0,1-3 3 16,2-1-5-16,-3-4-6 0,4-2-6 0,-1-4-7 16,0-4-5-16,0-3-3 0,0-4 4 0,-3-4 4 15,0-1 10-15,-3-1 6 0,1-4 4 0,-3-1 4 16,-3 2 2-16,-3-4 2 0,1 1 4 15,-1-2 6-15,-2 1 5 0,-1-1 2 0,0 3 0 16,-1 0-1-16,-2 2-2 0,-1 2-4 0,0 2 0 16,-1 3 0-16,-4 2 3 0,1 4 1 15,-4 4 3-15,-2 6 4 0,-2 2 2 0,-2 7 5 16,0 7-2-16,-3 3 0 0,1 5-2 0,2 6-5 16,0 2-5-16,3 2-7 0,1 2-2 15,6 2-4-15,3 0-3 0,4-1 0 0,2 1-2 16,4-3-1-16,5-2-2 0,4-3-6 0,3-3-11 15,7-8-13-15,3-1-21 0,4-5-31 0,4-3-40 16,2-2-57-16,4-4-53 0,-5-2-137 16,2-1-256-16,-5-2-273 0,1-1-285 0,-8-2-216 15,-4 1-15-15,-9-2 568 0</inkml:trace>
  <inkml:trace contextRef="#ctx0" brushRef="#br0" timeOffset="159587.35">25427 16956 292 0,'0'-5'609'0,"0"1"270"0,-2 0 142 16,2 2-246-16,0-2-231 0,0 3-130 0,0 0-82 15,0-1-57-15,0 0-65 0,0 1-34 0,0 0-20 16,0 1-8-16,2 1 21 0,-2 0 21 0,1 3 15 15,1 2-3-15,-1 0-15 0,-1 3-25 16,2 4-35-16,0 1-33 0,-2 4-27 0,0 1-19 16,1 4-9-16,-1 2-5 0,0 5-7 0,0 2-7 15,0 2-3-15,3 4-1 0,-1 1-6 0,1 1-4 16,1 1-5-16,-1 0 1 0,3 0-2 0,-2-5 1 16,4-2 1-16,1-2-2 0,1-5 2 15,2-4-3-15,0-4 0 0,4-4-1 0,0-6 1 16,1-3 0-16,2-6 5 0,0-6 4 0,2-4 3 15,1-6 2-15,0-8 1 0,0-2-1 16,2-5-3-16,-2-5-4 0,-1 1-1 0,1-1-2 16,-6 0 0-16,1-1 0 0,-4 5-1 0,-3 0 1 15,-2 2-2-15,-3 4 2 0,-1 0-1 0,-4 3 0 16,0 4 0-16,0 1 1 0,-4 3 7 0,3 4 3 16,-1 1 2-16,-1 2 2 0,0 5-1 0,-4 2 0 15,1 5-7-15,1 4-5 0,-1 7-1 0,0 4-2 16,-1 1-6-16,0 5 3 0,0 5 2 15,2 0-1-15,1 4-1 0,0 0-2 0,3 1 5 16,1 3-4-16,0-1-1 0,1 0-1 0,3 0-1 16,0-4-6-16,1 0-14 0,2-4-36 15,0-1-64-15,1-4-65 0,-1-3-84 0,1-8-131 16,-1 0-185-16,1-6-283 0,-1-1-218 0,1-4-200 16,-1-2-15-16,0-5 381 0,-1-1 493 0</inkml:trace>
  <inkml:trace contextRef="#ctx0" brushRef="#br0" timeOffset="159909.79">25946 17358 283 0,'6'-16'608'0,"-2"3"258"0,0 1 86 0,0 1-252 15,1 4-203-15,0 0-118 0,1 2-53 0,-1 1-32 16,1 2-7-16,1 4-1 0,-1-1-22 16,3 3-23-16,1 3-32 0,0 0-24 0,0 2-17 15,-2 4-13-15,0 3-19 0,0 0-26 0,1 4-22 16,-4-1-16-16,2 3-22 0,-2-1-23 0,-1 2-12 15,1-3-7-15,-1-1-2 0,1-2-2 16,0-4-4-16,0-1-2 0,-2-5 2 0,2-2 0 16,2-3 0-16,-2-7 0 0,3-5 3 0,-1-4 4 15,4-7-1-15,-3-4-8 0,1-1-2 0,-1-4 0 16,3 0-4-16,-3 0-3 0,0 2-3 16,0 1 8-16,-4 1 0 0,1 5 0 0,-2 3 3 15,1 2 0-15,-1 4 1 0,-1 3-3 0,1 5-6 16,-3 2-32-16,1 4-52 0,4 3-47 0,-5 4-40 15,1 3-54-15,2 3-69 0,-1 0-52 16,1 2-50-16,-1 2-64 0,1 1-74 0,2 1-92 16,0-2-103-16,2 1-66 0,0-4 24 0,-2 1 143 15,3-2 179-15,-4-5 197 0</inkml:trace>
  <inkml:trace contextRef="#ctx0" brushRef="#br0" timeOffset="160298.31">26344 17458 8 0,'11'0'218'16,"-3"-4"157"-16,1-2 173 0,2-5 77 0,-3 1-41 15,2-4-57-15,1-2-3 0,-3 0-13 0,1 0-27 16,-1 0-77-16,1 1-56 0,-1 1-58 0,1 2-71 15,-5 3-25-15,2 3 14 0,1 3 23 0,-4 1-14 16,0 6-21-16,-1 5-20 0,1 1-38 16,-1 8-49-16,-1-1-44 0,2 5-26 0,-1 2-14 15,2 3-5-15,-1 2-2 0,2-1 0 0,2 1-1 16,-1-1 0-16,5-1 0 0,0-3-3 0,4-3-5 16,0-3-18-16,0-4-24 0,3-3-34 0,1-7-41 15,-3-2-39-15,5-6-34 0,-4-4-7 0,4-3 8 16,-2-4 31-16,-2-6 49 0,0 0 44 15,-1-4 33-15,-2 2 21 0,-4-3 16 0,0 2 8 16,-4 0-2-16,-2 1 9 0,-2 0 12 0,0 3 30 16,-1 4 54-16,-1 0 72 0,2 2 39 0,-2 3 4 15,-2 4-13-15,1 1-28 0,-1 4-50 0,-1 2-53 16,0 4-38-16,1 4-20 0,-2 3-11 16,2 1-7-16,-1 2-3 0,1 3-1 0,-1 2-1 15,1 1 1-15,-1 4-1 0,-2-1 3 0,2 3 1 16,-3 2-2-16,1 0 4 0,1 4-2 0,-4 0 1 15,1 5-1-15,0-1-2 0,-1 0-1 16,3-1-13-16,-2-2-46 0,4-4-61 0,2-6-58 16,-3-5-106-16,8-6-169 0,-1-6-287 0,2-6-260 15,3-6-221-15,2-5-152 0,2-7 255 16,0-4 529-16</inkml:trace>
  <inkml:trace contextRef="#ctx0" brushRef="#br0" timeOffset="160547.9">26979 17155 46 0,'5'-36'521'0,"-1"6"447"16,-4 4 218-16,1 7-54 0,-1 1-384 0,-1 6-279 16,1 3-176-16,0 5-100 0,0 2-52 0,3 5-29 15,-2 3-21-15,4 2-16 0,-1 2-15 0,1 4 2 16,0 1 8-16,2 0-5 0,-1 2 2 16,1 2-2-16,1 2 18 0,-1 0 1 0,-1 1-15 15,0 0-7-15,-3 3-2 0,-1-1-6 0,-2 2-22 16,-2 2-18-16,-1 0-5 0,-4 3-8 0,-1-2 0 15,0 5-2-15,-3-3 0 0,1 2 0 0,-1-1-1 16,-1 2-9-16,0-1-43 0,3-2-41 16,-4 0-46-16,4-3-101 0,-1-3-170 0,1-1-297 15,3-4-247-15,1-4-238 0,3-1-145 0,4-4 265 16,-1-3 539-16</inkml:trace>
  <inkml:trace contextRef="#ctx0" brushRef="#br0" timeOffset="161048.31">27311 16930 21 0,'-4'-22'407'0,"-2"4"361"0,-1 1 277 16,1 4 53-16,1 1-344 0,2 2-275 0,-1 5-139 15,1-1-91-15,3 3-64 0,0 3-13 0,3 5 25 16,2 3 41-16,2 6 20 0,-1 3-12 0,5 7-15 16,-1 1-35-16,1 6-48 0,3 4-46 15,-5 4-36-15,3 1-21 0,-2 4-16 0,0 2-10 16,-2 4-8-16,0-3-6 0,-4 2-4 0,0-1-1 15,-1-2-3-15,-2-1 0 0,3-3 2 0,-3-3-1 16,-1-3-2-16,4-6-25 0,-4-3-46 0,0-7-58 16,0 1-59-16,-4-8-117 0,3-2-176 15,-6-2-288-15,1-3-255 0,-3-4-222 0,-4-2-126 16,-3-2 314-16,0-3 538 0</inkml:trace>
  <inkml:trace contextRef="#ctx0" brushRef="#br0" timeOffset="161277.95">27058 17412 189 0,'12'-11'781'0,"-4"3"393"0,-2 2 40 15,3-1-158-15,1 0-444 0,-1-1-310 0,5 1-145 16,2 1-65-16,2-2-28 0,2 1-19 0,-1 1-9 16,5 1-5-16,1-1-10 0,2-2-8 0,1 2-6 15,1 1-5-15,6-1-5 0,-4 1-2 0,1 1-2 16,-1 2-7-16,1 1-31 0,-2 1-80 15,-3 1-125-15,-1 2-195 0,-3 0-287 0,1 3-263 16,-2 0-182-16,-4 2 108 0,0-1 392 0</inkml:trace>
  <inkml:trace contextRef="#ctx0" brushRef="#br0" timeOffset="161879.38">27723 17370 277 0,'-4'0'832'0,"-2"0"353"15,0 0 12-15,-5 3-222 0,3 1-402 0,0 2-251 16,0 2-119-16,0 2-26 0,5 1-16 15,0 0-8-15,3-1-19 0,0 0-14 0,1-1-25 16,4 0-40-16,3 0-23 0,0-3-16 0,1 2-6 16,5-5-7-16,-1-2-3 0,2-2-1 0,2-5 3 15,2 1 39-15,2-4 33 0,0-2 18 16,3 0 15-16,0-3 4 0,-2 2 0 0,0 2-33 16,-1-1-29-16,-4 4-15 0,0 3-15 0,-2 3-9 15,-1 6-6-15,-3 1-2 0,-3 6 0 0,1 2 3 16,-2 0 1-16,-4 4 4 0,2 1 2 0,-4 1 2 15,3 1 0-15,0 0-3 0,1-1-1 0,-2-1-3 16,2-2-4-16,3-3 0 0,-2-2-2 16,3-4-2-16,1-3-1 0,1-5-1 0,2-2-1 15,-1-7 0-15,1-3-1 0,3-4 0 0,-2-5 4 16,0-3-1-16,1-5 2 0,-1-1 1 0,-1-4 1 16,0-3 0-16,-1-3 1 0,-3 0-1 0,2-4-1 15,-1-2 0-15,-5-2-2 0,1-2 1 16,0 0-2-16,-3 3 2 0,0 1 1 0,-1 5 5 15,0 6 7-15,-2 5 4 0,0 9 3 0,-2 3-1 16,0 8 1-16,1 7-6 0,-2 6-4 0,-1 6-4 16,0 5-2-16,2 8-1 0,-1 3 2 15,2 5-1-15,-3 5 0 0,3 2-2 0,1 2 0 16,0 3-1-16,0 2-3 0,1 0-1 0,3 0-1 16,-3 1-2-16,4-3 0 0,1-3 1 0,0-3 1 15,1-4 2-15,1-7 1 0,3-4 0 0,-2-3 1 16,3-6-1-16,1-5-1 0,-1-2 1 0,-1-5-2 15,1-3 3-15,1-4-1 0,-1-1 0 16,1 0 0-16,-3-3-2 0,1 4 1 0,-3 1-1 16,-2 0 0-16,1 5-1 0,-1 0 2 0,-3 2 0 15,0 0 1-15,0 4 0 0,0 1 0 0,-1 2 1 16,0 3 0-16,-2-1-1 0,1 0-6 16,-1 4-10-16,0-3-29 0,0 3-55 0,-1-1-62 15,-3 0-79-15,3-1-152 0,-2-2-247 0,-1-1-285 16,3-3-250-16,-2-2-195 0,3-2 61 15,0-5 532-15</inkml:trace>
  <inkml:trace contextRef="#ctx0" brushRef="#br0" timeOffset="162014.31">28540 17229 102 0,'1'-42'696'0,"4"6"469"0,-5 2 106 16,0 3-138-16,0 7-383 0,0 5-343 0,0 2-167 15,0 5-92-15,2 3-46 0,-1 3-32 0,1 5-23 16,1 1-21-16,2 3-22 0,3 1-28 0,1 3-35 15,-1 1-97-15,2 1-169 0,1 2-284 0,2-1-277 16,4 2-257-16,0 2-157 0,7-3 244 16,1 1 526-16</inkml:trace>
  <inkml:trace contextRef="#ctx0" brushRef="#br0" timeOffset="162405.31">29022 16743 343 0,'14'-8'726'0,"-6"4"274"0,-3 2 72 0,2 2-242 15,-1 2-278-15,-3 7-168 0,2 3-82 0,-2 3 16 16,-2 4 8-16,4 1-12 0,-2 5-26 16,2 2-28-16,0 2-35 0,-1 4-64 0,0 3-53 15,-1 6-38-15,2 3-25 0,-4 1-16 0,3 5-13 16,-1 1-6-16,-2-1-7 0,4 2-3 0,-4-1-2 16,1-5 1-16,-1 1-1 0,1-7 1 15,0-4 0-15,-1-4-1 0,2-3-7 0,-1-6-23 0,0-3-42 16,-1-4-60-16,-1-4-55 0,-1-5-89 15,-1-4-147-15,-3-2-198 0,0-4-262 0,-1-2-220 16,-3-4-195-16,-2-2 68 0,-3-2 453 0</inkml:trace>
  <inkml:trace contextRef="#ctx0" brushRef="#br0" timeOffset="162581.41">28812 17410 44 0,'8'-4'591'0,"0"2"464"0,-3-1 175 15,3 0-109-15,-1 2-353 0,3-1-368 0,3 0-197 16,1 0-92-16,2 0-47 0,2-1-26 0,3 0-13 16,1-1-6-16,2 1-7 0,1-2-9 15,0 1-6-15,4 2-2 0,-2-1-2 0,-2 3-5 16,1 0-18-16,-1 3-46 0,-3-1-82 0,-3 2-121 16,-2 1-154-16,0-1-259 0,-4 1-250 0,-2-3-140 15,2 3 105-15,-4-4 319 0</inkml:trace>
  <inkml:trace contextRef="#ctx0" brushRef="#br0" timeOffset="162862.07">29345 17368 24 0,'0'-1'490'0,"0"1"450"0,-2 0 249 16,-1 4-38-16,0 2-356 0,-5 2-270 0,5 0-128 0,0 3-66 15,3 2-45-15,0-1-37 0,0 1-32 16,1-3-42-16,4 0-60 0,1 0-51 0,0-3-29 16,4-2-18-16,1-5-5 0,2-3-7 0,1-5-1 15,2-3 2-15,1-3 1 0,2-4 0 0,2-2-1 16,-1-3 3-16,1 3-1 0,-2 1-1 15,-2 2 10-15,0 2 11 0,-5 4 6 0,-3 5 3 16,0 3 4-16,-4 5-1 0,-1 4-12 0,-1 2-9 16,-3 4-7-16,-3 2-7 0,1 3-4 15,0 2-3-15,-1 0-2 0,0 3-3 0,0-3-1 16,0 1-10-16,1-2-46 0,2-2-65 0,0-2-74 16,2-5-155-16,2-3-249 0,-1-3-315 0,2-3-281 15,2-5-196-15,-2-1 45 0,-1-4 555 0</inkml:trace>
  <inkml:trace contextRef="#ctx0" brushRef="#br0" timeOffset="165305.1">29392 9360 220 0,'2'4'464'16,"1"0"190"-16,-3-3 97 0,0 2-245 15,1-1-208-15,-1-1-104 0,0 0-46 0,2 1-11 16,-2-1 4-16,1 1 4 0,-1-2-1 0,4 0 4 15,-3 1 16-15,3 0 19 0,2 1 8 16,0-2 10-16,5 0 18 0,0 2-2 0,2-1-29 16,3-1-34-16,1 3-24 0,2 0-13 0,3 2-16 15,5 1-2-15,1 2 1 0,1 3 25 16,-1 0 38-16,4 3 11 0,0 0-1 0,1 1-16 16,-2 3-18-16,1 2-27 0,1 2-39 15,1 1-25-15,-3 3-16 0,-1 3-12 0,2 4-2 16,-2-1-4-16,-2 5-2 0,1 1 0 0,-4 2 0 15,-1 2-1-15,-2 3-1 0,0 0 2 16,-3 3-1-16,-1 0 0 0,0 2-2 0,-3 0-1 16,-2 0-1-16,1-3-3 0,-5 2-3 0,4-2-2 15,-5 1-1-15,-2-1-1 0,1-3 0 0,-4 3 0 16,1-1 2-16,-4-4 2 0,-3 4 0 0,0-2 2 16,-3 0 1-16,-2 0 1 0,-5 3-2 15,0-1-1-15,1 1-1 0,-6 1-1 0,0 2-2 16,0-2 1-16,-1 1-2 0,1 0 3 0,0 1-1 15,2-2 3-15,-3 0 1 0,3 0-1 0,3-1 1 16,4-1-1-16,0-1 0 0,2-4-1 16,6 2-1-16,2-3-2 0,6-2 3 0,2-1-1 15,4-2 0-15,2-3 0 0,3-2 0 0,4-5 1 16,3 0-2-16,0-5 1 0,3 0-1 0,2-4 2 16,-2-2 0-16,1-3-1 0,-1 0 1 15,-1-3 1-15,-4-4 0 0,-1 0-1 0,-4-2-1 16,-2 0 1-16,-4-2 0 0,0 0 2 0,-6-2 0 15,-2 0-1-15,-2-2 0 0,-4 0 0 16,1-1 0-16,-2 1 1 0,-3-2-1 0,-1 2 1 16,1 0 0-16,-2 2-1 0,-1-3-1 0,1 1 0 15,1 2 0-15,1-2 1 0,-1 3 1 0,3 0-1 16,1 1 1-16,0 0-1 0,-1-2-2 16,3 2 0-16,-1 2 0 0,1-2 0 0,1 1-1 15,0 0 1-15,0 3 0 0,0-3 1 0,0 2-1 16,0-1 0-16,0 0 0 0,0 1 0 0,0-2 1 15,-2 0 1-15,0 0 0 0,1 2 1 0,-1-1-1 16,0 0-2-16,-2 2 1 0,-1-1-1 16,1 2-1-16,-1 0 1 0,-2 1 2 0,2 1 0 15,-2 0 0-15,1 1-1 0,-1 2-1 0,1 3 0 16,1 1 0-16,-4 2 0 0,2 0 2 16,1 1 0-16,-2 5 0 0,0 0-1 0,2 2 1 0,-1 2 0 15,3 2 3-15,0 2 2 0,0 2 3 16,0-1 0-16,4 4 0 0,-2-1 0 0,2 4-4 15,0-1-1-15,0 2-1 0,2 2-1 0,2 0 0 16,-3-2-2-16,2 4 0 0,1-3 0 0,0 2-1 16,0-1-1-16,0 0-1 0,1 2 2 0,0-3 2 15,-1 2-1-15,1 0 2 0,0 1 0 0,0-2 1 16,1 3-1-16,2-3-1 0,-3 3 1 16,1 0 2-16,1-1 2 0,-3 2 2 0,5-2 1 15,-4 0-1-15,2 0 3 0,1-1-3 0,-2-1-1 16,0-1 2-16,1 0 0 0,-1-1 1 0,0-1 2 15,3 1-1-15,-4 1 1 0,3-2-1 0,-1 3-1 16,0-2 0-16,1 1 0 0,-1 2-1 16,-1 0-1-16,1 2-1 0,2-1-1 0,-4 3-1 15,1-2-2-15,1 1-1 0,0-1 0 0,-1 2-1 16,1 0 0-16,-1-2 2 0,2 1 0 0,0-1 0 16,0 2 1-16,0 1 0 0,3-1-1 15,-2 3-1-15,-1-1 0 0,5 2-1 0,-4 2 1 16,3-2 0-16,0 1 0 0,1 0 0 0,-2 1-1 15,1-2 2-15,3 0-1 0,0 0 0 0,-2-1 1 16,4-1 0-16,0 1 0 0,0-2-2 16,-1 0 0-16,-1-2-1 0,1 2 0 0,2-2-1 15,-2 0-1-15,1-1 1 0,-4 0-1 0,2-1 0 16,0 0-1-16,-3-2 2 0,-1 1-1 0,3-3 2 16,-2-2 0-16,-1 1 2 0,-1-1 1 0,2-2-1 15,-4 1 1-15,3-3-2 0,-3-2 1 0,1 1-1 16,0-1 0-16,-1-2 1 0,0 1-2 0,0-2 0 15,0 3 1-15,-2-2-1 0,2 1 1 0,-3 3-2 16,2 0 1-16,-1 1 1 0,-2 1-2 16,1 1 1-16,-2 2-1 0,2-1 0 0,-1 1 1 15,-1-1 0-15,-2 0 2 0,4 0 0 0,-2 1 0 0,-2-1 1 16,1-2-1-16,0 3 0 0,-1-1-1 0,-1 3 0 16,2-3 0-16,-2 2 1 0,0-1-2 0,0-1 1 15,-2 2 0-15,1-1 0 0,-3-1-1 0,3-1 0 16,-2 0 0-16,-3 2 0 0,1-3 0 15,-2 2 1-15,3-3 0 0,-4 2 2 0,0-1-1 16,2-1 1-16,-2-2 0 0,0-2-1 0,-2-2-2 16,2-1 1-16,2-3-1 0,-4-1 1 0,3-4 0 15,-3-1-1-15,1-1 0 0,-4-5 1 0,0-2 0 16,-1-1 0-16,-2-3 0 0,-2-3 0 0,0-1 1 16,-4-4-1-16,-2-1 1 0,-1-1-1 0,-1-2-1 15,-4-2 0-15,0 1-2 0,-1-3 0 0,-4 2-3 16,4-1-1-16,-4-1-2 0,0 2-4 0,0-1-2 15,0 1-5-15,0 2-6 0,4-1-10 0,-1 2-11 16,4 0-18-16,3 1-43 0,1-2-69 16,3 0-77-16,2-1-144 0,4-1-249 0,3-2-316 0,6-4-301 15,3-1-192-15,3-6 34 0,3-3 571 16</inkml:trace>
  <inkml:trace contextRef="#ctx0" brushRef="#br0" timeOffset="166195.29">31019 11826 60 0,'-1'0'220'16,"-1"0"95"-16,0 0 17 0,1 0-76 0,-1 0-88 15,1 0-73-15,-1 0-37 0,0-2-23 16,2 2-16-16,0-2-9 0,0 2-5 0,0-1-3 16,0 0-4-16,0-3-3 0,0 3-1 0,2 0-12 15,0-1-14-15,-1 1-32 0,1-1-37 16,-2 1-66-16,0 1-77 0,0 0-57 0,0 0 16 0,1 0 62 16</inkml:trace>
  <inkml:trace contextRef="#ctx0" brushRef="#br0" timeOffset="167584.78">30866 11887 266 0,'-3'-3'509'0,"-1"0"224"0,0-5 168 15,0 1-198-15,3-3-157 0,1-1-67 16,0-3-48-16,1-3-64 0,6-3-77 0,-1-4-71 16,7-3-54-16,-2-1-48 0,3-4-35 0,2-1-19 15,0 1-6-15,1-2 29 0,0 3 13 0,-2 0 7 16,-2 5 33-16,-1 2 17 0,-2 3 7 16,-4 6-24-16,0 1-18 0,-3 4-16 0,0 2-32 15,-3 4-23-15,-1 4-13 0,-1 4-11 0,-4 7-6 16,3 4-2-16,-2 2-8 0,4 6-4 0,-3 4-8 15,3 2-4-15,1 3-5 0,0-1-2 16,1 0 7-16,3-1 4 0,-3 1 2 0,6-3 3 0,-1-3 1 16,-2-1-1-16,4-3-2 0,2-3 2 15,1-4-2-15,2-3 0 0,4-5-1 0,-3-3 3 16,5-8 0-16,-1-1 0 0,1-5 1 0,1-4-3 16,-1-4 0-16,2 0 0 0,-4-6-1 0,0 3 1 15,1 0 1-15,-6 0 0 0,0 1 0 0,-3 3 1 16,-3 1 0-16,-2 3-1 0,-3 3 0 15,-1 2-1-15,-1 3 0 0,-3 3 0 0,-1 5-2 16,1 3-1-16,-5 3 0 0,2 4 2 0,1 3 1 16,-1 2 0-16,1 2 0 0,2 1 0 0,0 0 2 15,3 2-3-15,1-2 0 0,0 1-2 0,1-1 2 16,4-2 1-16,0-2-2 0,2-2 1 16,1-3 0-16,2-3 3 0,2-3-1 0,1-3 0 15,4-6 1-15,0-1 1 0,1-6-1 0,2-2-2 16,0-4-2-16,2-1 0 0,-3-2-1 0,2 1 1 15,-3 0 1-15,-1 2 0 0,-2 1-1 16,-4 1-1-16,1 4 1 0,-3 2-3 0,-3 3 1 16,1 2-1-16,-3 2 3 0,0 6-3 0,-3 0-16 15,-1 4-32-15,-1 5-48 0,-1-1-61 0,0 5-60 16,1 0-105-16,-2 1-153 0,-1 1-260 16,4 0-245-16,2-1-207 0,1-2-121 0,2-1 251 15,3-2 509-15</inkml:trace>
  <inkml:trace contextRef="#ctx0" brushRef="#br0" timeOffset="167946.73">31953 11612 5 0,'2'-15'502'0,"-4"4"516"0,-5 0 285 16,-3 2 12-16,-1 5-297 0,-1 1-347 16,-1 6-214-16,-1 1-134 0,1 3-81 0,-1 4-83 15,3 2-65-15,1 2-40 0,2 4-23 0,2-2-12 16,3 5-8-16,1 1-3 0,4-2-3 0,3-1 1 15,1-1-3-15,2-2 1 0,3-2 0 0,3-4-1 16,0-2 0-16,3-5-2 0,3-4 2 16,-1-1-2-16,3-6 1 0,-3-1 0 0,3-2 0 15,-2-6 0-15,0 0 0 0,-2-1-1 0,-2-1 0 16,0 0-1-16,-3 1 0 0,-3-2 0 0,-1 4 1 16,-5 2 1-16,3 1 1 0,-4 2 1 0,-1 1-2 15,0 3 0-15,-2 4-2 0,0 2 0 16,-2 2-2-16,0 4 0 0,0 5 0 0,-1 1 1 15,0 2 1-15,0 2 0 0,0 2-1 0,-1 2 0 16,3 1-15-16,-3 1-36 0,3-1-55 0,-1 0-53 16,1 0-47-16,1-1-63 0,0-3-80 15,0-1-86-15,1 0-70 0,2-4-147 0,2 0-247 16,2-2-185-16,-1-1-5 0,1-5 257 0,3 0 346 16</inkml:trace>
  <inkml:trace contextRef="#ctx0" brushRef="#br0" timeOffset="168133.25">32321 11822 241 0,'12'-10'473'0,"2"-1"236"0,2 0 135 0,2-3-130 15,2-3-119-15,4-2-98 0,-1-2-68 0,1-1-66 16,5-4-78-16,-2 1-72 0,3-2-66 0,-2 0-43 16,0 0-49-16,1 1-35 0,-4 1-20 0,0 0-14 15,-4 2-7-15,0 2-1 0,-4-1 7 0,-1 5-17 16,-5-2-72-16,-2 3-120 0,-4 1-155 0,-3 2-291 15,-2 1-264-15,-4 1-195 0,0 3 51 0,-5-1 352 16</inkml:trace>
  <inkml:trace contextRef="#ctx0" brushRef="#br0" timeOffset="168338.04">32460 11456 154 0,'-7'17'703'0,"-2"0"405"0,3-1 104 0,1-1-110 16,1 1-413-16,3 1-243 0,1 0-115 0,1-1-68 15,3-2-46-15,1 3 4 0,4-4-30 0,0 0-36 16,4 1-40-16,3-2-19 0,-3 0-14 0,5-1-37 16,-2 0-18-16,3 1-12 0,2-2-8 15,-4 3-4-15,4-1-1 0,-5 3-28 0,-1 0-70 16,-2 1-76-16,-2 1-146 0,-5 3-248 0,1 2-320 16,-7 2-323-16,0 2-214 0,-7 1 36 0,-1-1 550 15</inkml:trace>
  <inkml:trace contextRef="#ctx0" brushRef="#br0" timeOffset="169344.7">30893 13081 90 0,'-4'9'314'0,"1"-2"156"15,-2 1 123-15,4 1-103 0,-2-4-167 0,-2-1-56 16,4 1-16-16,1 0 7 0,-2-3 34 0,1 2 8 16,1-3-1-16,0 0-16 0,0 1-25 15,0-1-19-15,0-1-35 0,0 2-21 0,1-2-22 16,1-2-21-16,-2-1-12 0,1 1-15 0,5-6-19 15,-1 0-14-15,1-4 29 0,3 0 44 0,3-3 25 16,1-3 6-16,1-1-2 0,-1-4 4 0,3 1-45 16,1-3-46-16,-2-3-35 0,1 1-15 15,2 0-7-15,-4 2-15 0,2 1 1 0,-4 3-1 16,-2 2 0-16,1 0-5 0,-3 4-4 0,-2 2 5 16,1 2-1-16,-1 2 0 0,-3 2-2 0,0 1 0 15,0 1-3-15,-1 0-4 0,0 4-4 0,-2-2-1 16,0 2-1-16,1-1-2 0,-1 2 1 15,0 0-2-15,0 0 2 0,0 3-1 0,0 0 0 16,0-2 1-16,0 3-2 0,0 0 1 0,-1-1-1 16,1 2-1-16,0-1 1 0,0 1-1 0,0-1 1 15,0 3 1-15,0 0-1 0,0 0 1 16,0 2 0-16,0 0 0 0,0 3 0 0,0 0-1 0,0 3 1 16,0 1-1-16,0 1 0 0,0 3-1 15,0 1 1-15,0 1 1 0,-2 0 0 0,2 3 1 16,-2 0 0-16,2 0 0 0,-1 3 1 0,1-1-2 15,-4 1 0-15,3 1-1 0,-1-1 1 0,1-1-1 16,-4 0 0-16,5-3 0 0,-1 0 0 0,-2-4 0 16,3-1-1-16,-2-2 0 0,2-4 1 15,-2 1-1-15,2-3 0 0,0-4-2 0,0 0 0 16,-1-1-6-16,1-1-15 0,0-2-33 0,-2 0-59 16,2 0-60-16,-1-2-96 0,-1-1-165 0,0 0-253 15,1 0-288-15,1 0-234 0,0 0-187 16,0-3 167-16,0 2 552 0</inkml:trace>
  <inkml:trace contextRef="#ctx0" brushRef="#br0" timeOffset="169681.47">31444 13416 218 0,'5'0'616'0,"-1"-2"293"15,-1-3 95-15,-2 1-184 0,4 0-241 0,-2-1-170 16,2-1-115-16,3-3-50 0,-2 0-18 0,5-3-26 16,-1 0-8-16,1-3 0 0,-1-2 0 0,3 3-14 15,-1-3-21-15,0 1-22 0,-2-1-38 16,2-1-37-16,-2 3-29 0,-2 0-14 0,-2 2 2 15,2 0 0-15,-4 1 1 0,1 2-2 0,-2 2 0 16,1 1 0-16,-3 0-14 0,1 1-56 0,0 1-54 16,-4 1-72-16,0-1-159 0,-1 0-231 15,-2 3-312-15,-1-2-246 0,-3 3-209 0,2 1 50 16,-2-1 525-16</inkml:trace>
  <inkml:trace contextRef="#ctx0" brushRef="#br0" timeOffset="169879.56">31448 13131 321 0,'0'9'647'0,"0"-2"248"0,1 2 133 0,-1 1-227 15,4 1-233-15,0 1-155 0,1-3-89 0,-1 2-55 16,3-1-71-16,-1 2-70 0,1-2-48 0,2 2-28 16,-3-1-24-16,2 2-11 0,-1-3-9 0,3 1-1 15,-1 0-2-15,-1 0-4 0,0-1 13 0,1 1 2 16,-1 0-29-16,0 1-86 0,1-3-169 15,-3 1-292-15,1 0-281 0,-1 0-283 0,1 3-159 16,-1-2 227-16,2-1 539 0</inkml:trace>
  <inkml:trace contextRef="#ctx0" brushRef="#br0" timeOffset="170780.17">32186 13352 44 0,'-2'0'286'16,"-1"0"160"-16,-2 0 137 0,4 0-60 0,-2 0-166 16,-2-2-116-16,4 0-55 0,-1 1-24 0,0-1-3 15,1 1 7-15,-2-2-1 0,3 3 10 0,-2-2 10 16,0-1 11-16,1 1 9 0,1 1 8 15,-2-2 8-15,1 0 1 0,1 0-8 0,-4 0-21 16,3 0-29-16,-1-1-28 0,1-1-29 0,-1-2-18 16,2-1-14-16,0 1-1 0,2-3 6 0,1-3 59 15,2 0 33-15,1-4 7 0,0 1 7 0,2-5-8 16,2-2-18-16,-2-1-49 0,1-3-28 16,4-1-15-16,-4-2-22 0,4-2-11 0,-2-1-5 15,-3-1-7-15,3 1 2 0,-3-2-4 0,1 2-2 16,-1 2 2-16,0 3-2 0,-2 2 9 0,-2 5-1 15,-1 3 2-15,-2 4 3 0,3 3-1 0,-4 3 1 16,3 2-9-16,-3 0-7 0,0 3-6 16,1 1-5-16,-1 2-2 0,0 2-1 0,-1 2-1 15,1 4-3-15,0 2 1 0,0-1 0 0,-2 3 0 16,2 2-1-16,0 0 1 0,2 2 1 0,-2-1 0 16,0 1 0-16,0 2 0 0,1 0 0 0,1 1 0 15,0 1 1-15,0 0-1 0,0 1 1 0,0-1 1 16,1 2 0-16,-2-1 0 0,3 1 0 15,-1-1 0-15,0 2-2 0,2-2 2 0,-2-1-2 16,0 2 1-16,2-1-2 0,-1-2 1 0,1 2 0 16,-2-1-1-16,4-1 0 0,-4-1 1 15,0 2 0-15,2-4 0 0,-2 2-1 0,0-3 0 0,0 0 0 16,-1 0 0-16,-1-1 1 0,1-2 0 16,0-1-1-16,-1 0 0 0,-1-2-1 0,0 0 0 15,0-2-2-15,0 0-6 0,0-1-6 0,0-1-8 16,0-5-9-16,0 4-14 0,-1-4-23 0,1 0-37 15,0-2-46-15,-2 0-43 0,2-2-41 16,-2-3-44-16,2 0-58 0,-1-1-77 0,-2-2-88 16,-1 2-177-16,0-2-245 0,-2 2-188 0,-1-1 3 15,1 0 292-15,-1 1 376 0</inkml:trace>
  <inkml:trace contextRef="#ctx0" brushRef="#br0" timeOffset="171091.68">32153 13198 285 0,'-3'2'608'0,"3"0"260"16,-4-2 84-16,3 0-275 0,1 1-262 0,1-1-119 0,3 0-61 16,-1-1-10-16,3-1-9 0,2 0-7 15,3-1 14-15,2-1-30 0,1 2-41 0,0 2-48 16,3-5-26-16,1 4-15 0,-1 1-27 0,1-1-13 15,1-1-9-15,0 2-5 0,-3 0-7 0,2-2-1 16,-2 2 2-16,2 0-3 0,-2 0-2 16,-1 2 1-16,0-2 1 0,-1 0 2 0,-1 2-2 15,0-1-1-15,-1 0-19 0,-3 1-47 0,2 1-104 16,-3-1-163-16,-1-2-291 0,-3 3-275 0,2-2-242 16,1 2-80-16,-4-3 304 0,0 0 467 15</inkml:trace>
  <inkml:trace contextRef="#ctx0" brushRef="#br0" timeOffset="172377.36">32755 12765 6 0,'-3'-5'197'0,"2"1"106"0,-3 0 65 16,3-1-24-16,1-1-75 0,-3 4-72 0,1-4-40 15,-1 0-19-15,1 1-9 0,1-1-7 0,-3 2-1 16,3-2-3-16,-2 2-5 0,1-2 3 0,0 1 8 16,0-1 11-16,-2 2 17 0,3-2 20 15,-1 0 28-15,1 1 11 0,-1-2 8 0,0 1-2 16,2 0-3-16,-1 0-17 0,1-2-18 0,0 2-8 16,0 0-13-16,0 1-13 0,0-3-15 0,0 2-11 15,0 0-12-15,0 1-9 0,1-1-3 0,-1 4 25 16,2-3 28-16,0 1 25 0,-1 2 22 0,1 0 0 15,-2 0-10-15,0 1-26 0,0 1-35 0,0 0-26 16,0 0-29-16,0 0-20 0,0 1-11 0,-2 1-12 16,1 2-6-16,-3 2-10 0,3 5-4 0,-2 0-4 15,-2 3 0-15,1 2-3 0,3 1 1 0,-2 2 0 16,-2 4 1-16,4-1-1 0,-2 1 1 16,-1 5 1-16,4-4-1 0,-1 4-1 0,1-3-1 0,0 1 2 15,-2 0 1-15,2-1 0 0,0 0 2 0,0 0 0 16,2 0 1-16,-2-2-1 0,1-4 0 0,3 1-1 15,-1-4-1-15,0-1 0 0,3-2 0 0,-1-2 0 16,0-3-2-16,3 3 3 0,-2-7 2 16,5 0 5-16,-3-2 4 0,1-2 1 0,4-2 1 15,0-2-1-15,2 0-1 0,0-7-5 0,2 3-4 16,-3-3-1-16,2 1-2 0,-2-4 0 0,3 3-1 16,-2-1-1-16,1-2 1 0,-4 2 1 0,1 2-1 15,0-2 0-15,-2 1 1 0,0 3-1 0,-2-2 1 0,-2 3-1 16,1-2 1-16,-2 3 0 0,-2 0-2 15,0 1 1-15,-1 2-1 0,0 0 0 0,-1 0 1 16,-1 2-2-16,-1-1 0 0,2 2 0 0,0-1 0 16,-2 1 0-16,0 0-1 0,1 0 1 0,-1 0 0 15,0 0 0-15,0 1 1 0,0 1 0 0,0 1 1 16,0 1 1-16,0 0 0 0,-1 4 1 0,1 1 2 16,-2 2 6-16,0-1 4 0,1 2 4 0,-4 5 6 15,2-1 2-15,-2 4 1 0,2 1-1 0,-3 3-1 16,-1 1-2-16,1 1-3 0,-1 0-3 0,-2 3-3 15,3-1-3-15,-1 1-4 0,3-2-2 0,-3 0-3 16,1-1 0-16,1-2-1 0,4-2-1 0,-2-1 0 16,1-1 0-16,0-2-1 0,1-2 0 0,1-3 0 15,-2-1 0-15,1-1 0 0,1-3 0 0,0-3 0 16,0 2 0-16,0-4 1 0,0 0-1 0,0-2 0 16,-2 2 0-16,0-3 0 0,2 2-1 0,0-2 0 15,-1 0-2-15,1-2-1 0,0 2-6 0,-2-3-12 16,2 1-21-16,-1-2-50 0,-1 0-81 15,-2-4-143-15,0 1-264 0,0-1-309 0,-1-1-370 16,-2 0-326-16,-1-1-14 0,-4-4 633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15T09:14:30.3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1715 1257 80 0,'0'-5'333'0,"1"1"191"0,-1 0 165 0,2 0-62 16,0 2-101-16,-1 0-32 0,2 2-17 16,-1 0-21-16,-2 0-35 0,0 0-45 15,0 3-33-15,2 3-50 0,1 1-33 0,2 5-21 0,-2 1-21 16,3 4-22-16,-1 2-39 0,0 3-28 0,-1 4-22 0,1 2-18 15,0 4-16-15,1 5-10 0,-1 3-5 0,-2 4-6 0,0 2-13 16,0 2-9-16,1 0-4 0,-1 0-5 0,0-2-6 16,1 0-4-16,1-6-3 0,0-1-4 0,0-3-1 15,1-4 0-15,1-5-3 0,0-4 0 0,-2 0-2 16,0-8 0-16,1 0-2 0,-1-3-1 0,1-3 0 0,-1-3 0 16,0-1 0-16,-1-4 3 0,1-2-5 0,-1-4-13 15,-1-2-34-15,-2-4-59 0,2-2-58 0,-3-4-114 16,-3-1-163-1,2-1-241-15,-2-2-285 0,1-3-237 0,0-1-180 16,2-1 206-16,-3-3 522 0</inkml:trace>
  <inkml:trace contextRef="#ctx0" brushRef="#br0" timeOffset="233.62">1952 1302 4 0,'6'-6'433'16,"-4"1"408"-16,1 2 257 0,0 2 0 0,-1 0-300 0,0-2-253 0,-1 3-141 0,2 4-42 15,1-2-21-15,0 5-27 0,4 4-48 16,-2-3-40-16,-1 4-40 0,2 3-53 0,-1 4-35 0,2 2-20 0,-2 2-12 16,-1 4-6-16,1 2-15 0,-1 4-9 0,1 1-9 15,-1 5-6-15,-2 1-4 0,0 1-7 0,2 1-3 0,-3 0-4 16,1-1-4-16,-1-1-2 0,1-1-3 0,1-2-11 16,1-2-18-1,0-5-39-15,-2 0-61 0,2-4-62 0,-4-3-104 16,3-1-159-16,-3-6-239 0,1-1-277 0,-1-1-220 15,5-6-174-15,-4-2 187 0,1-4 515 0</inkml:trace>
  <inkml:trace contextRef="#ctx0" brushRef="#br0" timeOffset="465.98">2319 1227 173 0,'5'-14'590'0,"1"3"322"0,-3 5 117 15,0 2-135-15,-1 4-248 0,1 3-179 0,0 4-96 0,2 7-12 0,0 4 3 16,1 5-38-16,0 6-51 0,-1 4-55 0,0 4-51 16,0 3-54-16,0 5-43 0,-1 2-27 0,-1 3-15 15,2 0-11-15,-2 1-8 0,2-2-25 16,-2-4-60-16,2-1-60 0,1-7-118 0,-1-2-173 0,0-5-283 16,-1-4-305-16,1-4-246 0,0-4-150 0,-2-3 302 0,0-1 555 15</inkml:trace>
  <inkml:trace contextRef="#ctx0" brushRef="#br0" timeOffset="717.73">1981 1107 90 0,'-7'-9'652'0,"1"5"447"16,3-1 118-16,-1 2-123 0,3 0-352 15,2 2-319-15,4-1-112 0,2 4-46 0,4 0-23 16,3 3-11-16,2 0-32 0,3 0-41 0,1 1-51 0,3 0-34 16,5 0-33-16,2-2-24 0,2 2-8 0,1 0-10 15,6-1-3-15,-1 1-4 0,2 0 4 0,1 1 0 16,-2-1-1-16,1 1 3 0,0 0-19 0,-3 2-56 0,-4-1-52 16,-1 0-114-16,-3 3-163 0,-5 0-258 0,-4-1-305 0,-1 4-237 15,-5-1-161-15,-4 1 263 0,-1-1 514 16</inkml:trace>
  <inkml:trace contextRef="#ctx0" brushRef="#br0" timeOffset="968.16">2003 1945 357 0,'-21'33'821'0,"5"-1"270"0,1-4 0 0,5-2-228 15,2-1-354-15,5-4-210 0,3-1-106 0,3-4-41 0,5-1-20 0,2-5-23 16,7-2-38-16,3-4-11 0,3-2 2 0,7-4-9 16,3-2-2-16,6-4-6 0,4-2 0 0,4 0-13 15,4-3-9-15,3 0-10 0,3 0-6 0,0-1-4 16,-2 4-10-16,2-1-14 0,0 3-30 0,-2 2-120 0,-3 0-192 16,-1 2-287-16,1 3-271 0,-1 1-264 0,-4 1-126 15,4-1 356-15,-4 4 529 0</inkml:trace>
  <inkml:trace contextRef="#ctx0" brushRef="#br0" timeOffset="2068.06">4414 1125 60 0,'3'-6'312'0,"0"0"173"15,-3 1 148-15,0 0-36 16,0 1-133-16,0 1-47 0,0 1-2 0,0 0 15 16,-3-1 11-16,3 0-31 0,0 0-62 15,-1-2-69-15,-1 2-58 0,2-1-37 0,0 2-15 0,0 2 0 16,0 0 8-16,-1 2 1 0,1-2-10 0,-2 3-16 16,2-2-30-16,0-1-26 0,0 0-22 0,0 0-15 15,0 0-7-15,0 0-11 0,0 0-3 0,0 0-6 0,2 0-5 16,-2 0-7-16,0 0-4 0,0-1-2 0,1 1-2 15,-1 0-2-15,0 0-2 0,0 0 0 16,0 0 0-16,0 0-2 0,0 0 0 0,0 0 0 16,0 0 0-16,0 0-1 0,0 1-1 0,0-1-1 0,0 2 0 15,0-1 0-15,2 3-1 0,-1 0 0 0,-1 2-1 16,0 3 1-16,3 1 1 0,-3 0-1 0,2 5 2 16,-1-1-2-16,1 3-1 0,1 1-1 0,0 3-1 15,0 0 1-15,2 3 0 0,0 1 1 0,0 4 6 16,1-1 2-16,0 3 3 0,2 1-1 0,-1-1 0 15,2 1 1 1,-1-2-4-16,0 0-4 0,4-7-1 0,-2-2-2 16,3-3-1-16,1-5-2 0,0-5-2 0,2-3 1 15,0-5 1-15,1-4 2 0,-2-3 0 0,2-1 2 16,-3-4 0-16,0-1 2 0,-1-1-2 0,1 1 0 0,-3 1-1 16,-3 0 0-16,3 1 1 0,-3 2-1 15,-2 3 0-15,1 2 0 0,2 2 1 0,-3 2-1 16,1 3 0-16,1 2 0 0,1 2 3 0,-1 2-2 15,0 3 1-15,0 2 2 0,1 1 1 0,-1 1 1 0,0 0-3 0,-1 1 2 16,2-2-2-16,-1-1-1 0,0-2-1 16,3-2 1-16,-3-3 0 0,1-2-1 0,1-4 4 15,2-2 2-15,-2-6 4 0,0-4 3 0,2-4 5 16,-1-4 5-16,0-5 4 0,2-5 4 0,-2-2 3 16,0-5-1-16,0 0 1 0,-3-3-1 0,1-2-1 0,-4 0-4 15,-2 0-6-15,-3 0-3 0,-3-1-5 0,-2 2-4 31,-2 1 0-31,-3 3 0 0,0 3-1 0,0 4-2 16,-2 5-1-16,1 7-2 0,-1 1-6 0,2 7-4 16,2 6-3-16,-1 6-11 0,1 5-19 0,3 5-24 15,0 5-39-15,2 3-76 0,0 4-96 0,3 3-168 16,0 1-269-16,2 1-317 0,1 6-332 0,0-3-189 0,2 3 154 16,3-1 664-16</inkml:trace>
  <inkml:trace contextRef="#ctx0" brushRef="#br0" timeOffset="2532.98">5222 1482 16 0,'-3'-11'731'16,"1"-1"789"-16,-2 3 130 0,-1 3-289 0,-2-2-386 0,1 3-411 0,1 1-235 0,-4 4-138 0,2 5-67 16,1 1-42-16,-2 5-26 0,2 3-21 0,1 3-12 15,2 4-9-15,0 3-4 0,1 2-2 16,2 0-2-1,3 4-2-15,2-4-3 0,3-2-1 0,3-1-3 16,2-4-2-16,4-4-2 0,2-4-6 0,0-7-10 16,3-2-11-16,1-8-16 0,-1-3-23 0,1-5-32 15,-1-4-32-15,-2-3-24 0,-2-4-17 0,0-2-5 16,-2-2 15-16,-2 0 36 0,-3 0 43 0,-2-1 45 16,-2 1 27-16,-4 2 52 0,1 0 57 0,-2 4 39 15,-4-2 24-15,0 4 4 0,-2 3 1 0,1 2-25 16,-2 2-33-16,1 1-27 0,0 3-21 0,-1 5-12 15,2 0-10-15,-1 5-8 0,-1 3-9 0,2 3-4 0,1 5-3 16,1 2-1-16,-1 6-1 0,1 1-2 0,-1 4-1 16,2 3 2-16,0 3 0 0,0 2-1 0,2 0 2 15,-2 4 1-15,0 3-1 0,0 4 1 0,-2 0-2 16,-1 2 1-16,-2 0 0 0,2 2-1 0,-5-2 4 16,2 1 2-16,-2 0 3 0,-2-3-1 0,-1-3 0 15,-2-3-2-15,-2 0-4 0,0-6-3 0,-3 0-2 31,0-8-3-31,-4-1-2 0,2-3-3 0,-1-2-10 16,-1-6-24-16,1-3-72 0,2-5-88 0,0-3-186 0,4-5-287 0,0-5-332 16,4-5-388-16,0-7-220 15,0-1 183-15,3-5 757 0</inkml:trace>
  <inkml:trace contextRef="#ctx0" brushRef="#br0" timeOffset="3532.11">5810 1720 311 0,'-3'7'671'0,"-2"-1"294"15,2-1 109-15,0-2-248 0,1 0-249 0,1-3-162 16,-1-3-106-1,0-3-69-15,2-2-52 0,2-3-34 0,3-4 2 16,0-3 2-16,2-5-6 0,3-1 18 0,1-4 5 16,1-4-13-16,1 0-33 0,1-1-29 0,-1-1-14 15,0 1-28-15,-1 3-19 0,-2 4-9 0,-4 1 2 16,2 4 1-16,-5 5 7 0,2 3 0 0,-2 2 2 0,-1 3-1 16,-1 3-8-16,1 3-6 0,-2 3-8 0,-2 5-7 15,2 2-5-15,-1 7 2 0,1 3 1 0,0 4 0 16,0 4-1-16,1 2 1 0,3 2 2 0,-1 0-5 15,3 1-2-15,0 1 0 0,1-2-1 0,-1 0-6 16,2-5 0-16,1-3 2 0,1-3-1 0,1-4 0 16,0-2 2-16,3-7 6 0,0-4-4 0,1-3-1 15,0-6-2-15,1-7-2 0,2-4-1 0,-1-6-2 16,0-1 3-16,0-5 0 0,-2-1 4 0,-2 4 0 0,1-4 2 16,-4 4 2-16,-2 3 4 0,-2 1 3 15,0 5 5-15,-3 4 8 0,-1 3 4 0,-1 2 1 16,-2 3-2-16,-1 2-5 0,-1 4-6 0,0 4-6 0,-3 3-6 15,1 5-3-15,2 3-2 0,-2 3-1 0,3 3 1 16,-1 2 0-16,1 2 1 0,1 0 1 16,1 5 0-1,1-2 0-15,3-2-1 0,-1 1 1 0,2-4-2 16,1-2-2-16,2 0 0 0,1-5-1 0,1-5-2 16,2-2-1-16,1-3 0 0,0-6-2 0,1-3 1 15,2-4-6-15,-2-4-8 0,2-2-12 0,1-2-15 16,-2-4-24-16,0-1-40 0,-2-1-53 0,1-1-49 15,-1 3-37-15,-1-2-24 0,-2 2-4 0,-2 1 30 16,0 1 72-16,1 0 66 0,-4 4 44 0,0 3 28 0,-2 1 17 16,0 1 15-16,-1 2 12 0,0 1 4 0,-1 1 4 15,-1 2 8-15,2 1 3 0,-1 2 1 0,2 1-2 16,-1 2-8-16,-1 0-3 0,2 1-6 0,-1 0-4 16,1 0-3-16,2 4-2 0,-2-3 0 0,2 3-1 0,1-1-5 15,-1 2-5-15,0 0-16 0,1 3-59 16,-3-3-113-1,2 1-148-15,0-1-228 0,1 0-280 16,0 2-241-16,1-1-49 0,1 0 281 0,-1-3 400 16</inkml:trace>
  <inkml:trace contextRef="#ctx0" brushRef="#br0" timeOffset="3933.06">6443 1117 114 0,'-4'0'702'0,"1"0"459"0,-2 2 133 0,2-2-99 16,0 1-352-16,1 0-286 0,2 3-165 0,0-3-94 0,0 0-65 15,0 1-61-15,0 0-63 0,0-2-52 0,2 1-26 16,-1 0-16-16,4 2-9 0,0-1-19 0,2 1-73 16,-1 0-93-16,2-1-193 0,0 2-283 0,0-1-322 15,0 2-369-15,2 0-193 0,0 1 227 0,-2-1 707 16</inkml:trace>
  <inkml:trace contextRef="#ctx0" brushRef="#br0" timeOffset="4850.25">7026 964 92 0,'0'-3'311'0,"-2"2"165"16,1 1 153-16,-1-2-90 0,-1 4-77 15,1-2-17 1,2 1 32-16,-3 1 20 0,1-1-19 0,1-2-52 0,-1-1-52 16,2 2-46-16,0 0-49 0,0 3-29 0,0 0-20 15,0 1-15-15,0 2-31 0,0 4-33 0,0-1-34 16,2 6-33-16,-2 2-23 0,1 3-14 0,1 3-4 16,0 7-3-16,-1 0 0 0,-1 6 4 0,2 1 0 15,-2 4-4-15,0 2-4 0,3-1-7 0,-1-1-3 16,-1-1-10-16,3-2-7 0,0-4-3 0,2-4-3 15,1-3 1-15,1-4-3 0,0-4 0 0,1-2-1 16,1-5 0-16,1-4 0 0,0-4 0 0,0-4 0 16,0-6 0-16,3-3-2 0,-1-5 2 0,1-7 1 15,-1 0 0-15,2-6 1 0,-2 0 1 0,0 0 1 0,1 0 1 16,-3-1-2-16,0 2 1 0,0 2 1 0,-3 4-1 16,-1 1 1-16,0 5-1 0,-4 1 1 0,2 2-1 31,-3 3 1-31,1 2 1 0,-1 2-1 0,-1 2-1 15,-1 0 0-15,2 4-1 0,-2 2-2 0,0 2-1 16,2 3 0-16,-1 3 0 0,-1 2 0 0,2 0-1 0,-1 3 1 16,2 1-1-16,-1 2 0 0,-1-1 0 0,2-1 0 15,2 1 1-15,0 1 0 0,0-2-1 0,0 0 0 16,2-1-2-16,1-4-2 0,2 1-6 0,1-4-18 16,-2-2-48-16,3-4-72 0,0-1-116 0,-1-4-189 15,-1-2-303-15,2-4-339 0,1 0-304 0,-3-1-144 16,0-2 347-16,0-2 651 0</inkml:trace>
  <inkml:trace contextRef="#ctx0" brushRef="#br0" timeOffset="5018.63">7661 1361 116 0,'5'8'716'0,"-3"3"478"0,-2 4 112 16,0 0-90 0,0 2-338-16,0 2-321 0,-2 4-167 0,1-4-97 15,-1 0-61-15,0 1-65 0,1-2-71 0,-1-2-41 0,2-1-27 0,0-2-15 0,0-2-22 16,2-3-71-16,-1-1-82 0,1-3-160 0,1-3-283 31,-3-2-315-31,3-3-365 0,-1-3-231 0,1-2 85 16,-1-3 667-16</inkml:trace>
  <inkml:trace contextRef="#ctx0" brushRef="#br0" timeOffset="5167.03">7682 1108 336 0,'-3'-5'929'0,"-2"3"315"0,-1-1-41 0,1 3-212 15,0 3-473-15,2-1-266 0,3 3-125 0,0 1-62 16,5 1-33-16,1 3-29 0,6 0-109 0,1 1-173 16,4 1-296-16,3 1-264 0,3 4-262 0,4 1-168 15,3 3 274-15,4 1 506 0</inkml:trace>
  <inkml:trace contextRef="#ctx0" brushRef="#br0" timeOffset="12867.28">3949 3264 212 0,'-3'-5'467'0,"-2"-1"236"0,-1 4 188 0,1-3-154 16,1 3-148-16,0-1-71 15,3 1-63-15,-2 1-75 0,1 0-76 0,-1-1-78 0,3 2-72 16,0 0-46-16,1 2 22 0,3 2 26 16,2 3 24-16,2 2 4 0,1 4-3 0,1 2-10 15,2 1-43-15,1 4-35 0,1 3-24 0,-1 2-13 16,0 2-5-16,2 4-8 0,-3 1-1 0,0 2-5 15,-1 2-6-15,-3 0-7 0,1 1-1 0,-2 0-6 16,-2-1-2-16,-1-2-2 0,-2-2-2 0,0-2 2 16,-1-5 3-16,-1-4 2 0,0-3 2 15,0-2 2-15,0-4 3 0,0-4 4 0,-1 0-1 16,-1-3 0-16,0-3-2 0,-1-2-4 0,-2-4-5 16,0-2-6-1,-2-6-5-15,2-1-2 0,-1-6-2 0,-1-2 0 16,1-4 1-16,-2-4 0 0,2-4 0 15,-2-3 0-15,1-3-2 0,1-3 1 0,-1-2-2 16,0-2 0-16,2 2-2 0,2 1 1 0,0 2-2 16,1 3 0-16,1 1 1 0,1 5-2 15,1 2 1-15,1 3 0 0,-1 3 0 0,4 2 0 16,0 3-1-16,3 4 1 0,1-1 1 0,2 4 0 16,1 2 1-16,5-1 0 0,-1 4 1 0,3 3 0 15,1 0 0-15,3 0 1 0,0 3 0 0,1 0 0 16,-1 1 0-16,0 1 1 0,1 0-2 0,-4 3 0 15,2-3 0-15,-4 2 0 0,-1 1 1 0,-3 1 1 16,-1 2-1-16,-4-1 3 0,-1 4 0 0,-3 2 2 16,-2 4-1-16,-3 1-4 0,-3 3-3 0,-3 2-2 15,-2 3-1-15,-2 3-2 0,-4 0 0 0,0 3 5 16,-2 1 2-16,0-1 0 0,0 1 1 0,0-1 0 16,-1 0 6-16,4-3 1 0,-1-2 1 0,3-1 1 15,3-4-1-15,1-2 0 0,3-2-6 16,3-3-2-16,4 2-1 0,2-4 0 0,4-2 0 31,-1 0 0-31,5 0 1 0,1-4 0 0,0-1-1 16,5-1 0-16,-3-2 0 0,4-2 1 15,2 0-1-15,-1-2-1 0,3-2 1 0,-1 0-1 16,3-2-1-16,-3-1 1 0,0 0-2 0,0 0 0 16,-1 1-2-16,-1 0-13 0,-2 2-21 0,-2 1-52 15,-2 1-74-15,-3 1-100 0,-1 1-175 0,-1 3-282 16,-4 0-325-16,2 3-289 0,0 0-163 0,-3 0 212 15,-2-1 623-15</inkml:trace>
  <inkml:trace contextRef="#ctx0" brushRef="#br0" timeOffset="13282.86">4890 3723 398 0,'0'-6'865'16,"-2"-2"285"-16,-3 0 4 0,-1-5-292 0,0 0-295 16,1-5-160-16,0-3-70 0,-1-3-39 0,0-6-43 15,1-4-39-15,0-3-36 0,2-5-41 0,0-3-47 16,1-2-27-16,2 2-16 0,0-2-9 16,2 3-3-16,-2 4-15 0,3 3 4 0,-1 8 5 15,-1 3 5-15,1 5 8 0,-2 4 3 0,0 6 0 16,2 2-10-16,-2 2-9 0,1 2-8 0,-1 2-9 15,2 3-7-15,1 4-1 0,3 4-2 0,-1 4-1 16,1 1 3-16,2 5 0 0,1 2 0 0,-1 2 1 16,4 3 0-16,0 3 2 0,1 2-1 0,1 0-1 15,2 3 0-15,-2 1 0 0,2-1-2 0,0 0 0 16,1-1-2-16,-1-1 0 0,-2-2-2 0,3-1 0 16,-2-2-2-16,0-5-1 0,0 1 0 0,-1-2 0 15,0-4-1-15,-1-1-13 0,-2 0-30 16,0-4-62-16,-3-1-62 0,1-2-85 0,-4-1-148 15,-2-2-195 1,-3-3-292-16,0 2-223 0,-1-3-201 16,-3-1 25-16,-2-1 435 0,-1-3 471 0</inkml:trace>
  <inkml:trace contextRef="#ctx0" brushRef="#br0" timeOffset="13464.81">4883 3523 326 0,'-9'-2'637'0,"4"1"223"0,1 1 58 0,0 1-287 15,4 1-221-15,4 1-119 0,0 2-77 16,1-2-41-16,6 1-21 0,-1 0-12 0,2 2-47 16,4-2-41-16,2-2-20 0,2 1-12 0,2-3-8 15,3 0-5-15,-2 0-6 0,4 0-3 0,-1-4-58 16,0-1-104-16,0 1-136 0,1-1-291 0,-3 1-241 16,-2-2-184-1,2 0 35-15,-4 0 295 0</inkml:trace>
  <inkml:trace contextRef="#ctx0" brushRef="#br0" timeOffset="13982.2">5431 3160 98 0,'-2'-19'644'16,"1"2"453"-16,-4 4 149 0,0 4-77 0,0 1-328 16,0 3-252-16,-1 4-164 0,2 1-94 15,-1 3-61-15,0 4-58 0,0 2-75 0,0 5-56 16,2 3-25-16,-1 2-15 0,2 3-8 0,1 4-4 15,-1 3-4-15,0 2-4 0,2 2-6 0,2 3-6 16,0 0-6-16,-1 1-2 0,5-5-1 16,-1 0-2-16,1-4-1 0,1-2 1 0,2-7-1 0,2-2-1 15,-1-7 2-15,1-2 1 0,1-5 1 0,1-5-1 16,1-2 2-16,-1-4 0 0,-1-3 1 0,1 0-1 16,0-3-1-16,1 2 0 0,-3-1-1 0,2-1 0 15,-2 3-1-15,0 2 1 0,0 4 1 16,0 1-1-16,0 3 1 0,2 2 2 0,-2 3-1 15,1 4 1 1,-2-2-1-16,1 5 0 0,0 0 2 16,0 2-1-16,-1-1-1 0,2 0 0 0,-1 0-1 15,1-1 0-15,0-1 0 0,1 0 0 0,-1-3 0 16,1-3 0-16,0-3 0 0,1-2 3 0,-1-2 0 16,2-5 0-16,-2-3 0 0,1-3 1 0,-3-4 1 15,1-2-1-15,-2-2 0 0,0-4 0 16,-2-1 3-16,1-1 4 0,-4-2 5 0,0-3 3 15,-2-1 7-15,-3 1 2 0,0-4-1 0,0 0-3 16,-3 1-3-16,-2 0-5 0,2 1-4 0,-2 4-4 16,-3 1-1-16,2 5-1 0,-2 5-2 0,0 4-3 15,-3 1-2-15,3 6-3 0,0 5-3 0,-1 0-3 16,4 8-15-16,-1 0-30 0,4 5-75 0,1 1-99 0,2 1-184 16,4 0-294-1,3 1-332-15,6 1-361 0,-1-1-169 0,6 0 247 16,1 0 701-16</inkml:trace>
  <inkml:trace contextRef="#ctx0" brushRef="#br0" timeOffset="14466.6">6831 3288 234 0,'-6'4'544'16,"0"-1"277"-16,1 2 122 0,2-3-253 0,1 2-202 15,2-1-75-15,4 0-71 0,0-1-58 0,4 3-30 16,2-3-12-16,1-2-37 0,6 0-59 0,-1 0-51 16,6-2-30-16,0-1-20 0,-1-1-22 0,4-2-16 15,0 0-4-15,-1-2-3 0,-2 1-2 16,0-1-3-16,-1 2-1 0,-1-1-7 0,-5 0-65 16,-4 3-139-16,1-1-222 15,-7 3-280-15,-2 0-270 0,-3 2-236 0,-3 0 46 0,-5 2 453 0</inkml:trace>
  <inkml:trace contextRef="#ctx0" brushRef="#br0" timeOffset="14732.25">7114 3109 167 0,'13'-5'361'0,"3"4"175"0,-3 0 149 15,2 1-144-15,-2 1-88 0,4 3 13 0,-2-2 26 16,0 3-18-16,0 0-41 0,0 0-59 15,-3 1-36-15,0 3-25 0,-2 2-12 0,-2-1-29 16,-2 3-27-16,-4 3-30 0,-2 0-46 0,-3 4-54 16,-4-1-47-16,-1 2-29 15,-6 2-17-15,1-1-11 0,-2 2-3 16,-3 1-4-16,1-3-3 0,-1 0-3 0,1-4-6 0,1 0-59 0,2-5-57 16,4-2-126-16,1-3-203 0,1-2-295 0,5-4-339 15,3-2-252-15,3-2-132 0,5-4 407 0,3 3 607 16</inkml:trace>
  <inkml:trace contextRef="#ctx0" brushRef="#br0" timeOffset="16565.4">9494 2463 141 0,'3'-3'375'0,"-1"1"169"0,1-1 121 16,-2 2-162-16,-1-1-168 0,0 2-89 0,2 0-4 0,-2 2 38 0,3 1 63 16,2 3 36-16,1 4 4 0,2 5-11 0,6 6-45 15,-1 8-46-15,4 7-32 0,1 7-8 0,2 9-15 16,2 7-20-16,-1 7-6 0,1 9-21 0,0 4-36 16,0 11-43-16,-4 7-30 15,-1 9-18-15,-4 7-15 0,-2 4-10 0,-2 7-9 16,-2 4-3-16,-4 1-4 0,0 1 2 0,-1-2-6 0,-2-4-1 0,2-5-2 31,-1-4-1-31,2-5 0 0,3-11-5 0,-3-8-3 16,4-10-2-16,-1-10-25 0,2-12-63 15,1-9-60-15,-2-11-100 0,1-9-165 0,-3-7-280 16,-2-10-302-16,1-8-227 0,-4-8-160 0,0-5 217 16,-6-9 549-16</inkml:trace>
  <inkml:trace contextRef="#ctx0" brushRef="#br0" timeOffset="17180.77">8835 3323 125 0,'4'-4'440'0,"1"-1"226"0,-3 1 129 0,4 0-97 16,0-1-323-16,2-1-103 0,2 2-55 0,5-1 45 0,0 1 25 0,7-2 43 16,2 1 5-16,4-1-53 0,7 0-35 15,4 0-62-15,6-1-42 0,7 5-50 0,5-5-27 0,3 2-18 16,6 0-19-16,3 1-21 0,6 1 69 0,3-3 59 15,7 3 24-15,5-3 27 0,8 0 8 0,6-3-1 32,2 1-62-32,2-5-45 0,4 1-20 15,4-1-28-15,2-2-15 0,4 0-9 0,3-1-3 0,1-1-8 16,-1 0-1-16,2 1 1 0,-1 0-1 0,4 0 0 0,1-2-1 0,0 3 1 16,-3-1-1-16,-1 1 0 15,1 0-1-15,0-1 1 0,-3 5-1 16,1-1 1-16,-2 0-5 0,-7 3 3 0,-2 1 0 0,-3 1 0 15,-4-1 0-15,1 0 0 0,-3 3-1 0,-2-1-3 16,-4 0-6-16,-4 0-42 0,-5 0-70 0,-8 2-67 16,-8-2-145-16,-6 3-258 0,-8 1-320 15,-8-1-289-15,-10 3-188 0,-5 0 16 0,-14 0 548 16</inkml:trace>
  <inkml:trace contextRef="#ctx0" brushRef="#br0" timeOffset="17847.15">11458 2088 39 0,'0'-11'447'0,"-2"3"317"0,-1 2 192 15,-2 2 2-15,0 4-349 0,1 5-300 0,2 8-144 0,2 10-83 0,0 7-27 16,0 10 8-16,2 10 26 0,5 8 36 15,-2 10 19-15,3 10 8 0,2 9-18 0,2 6-36 16,3 9-19-16,0 5-33 0,2 3-17 0,-2 7-11 16,4 5-8-1,-2 2 9-15,2 3-8 0,-1-2-4 0,-1 3-2 16,-1-2-4-16,0-3 3 0,-2-3-8 16,2-7-25-16,-3-4-59 0,1-9-84 0,-2-5-109 15,1-11-147-15,1-9-294 0,-1-9-223 0,3-11-88 16,-2-9 136-16,0-14 317 0</inkml:trace>
  <inkml:trace contextRef="#ctx0" brushRef="#br0" timeOffset="18230.98">13232 1833 99 0,'30'-14'458'0,"-5"2"312"0,2 11 187 16,-2 5 37-16,1 7-338 0,-3 12-156 0,2 4-83 0,-1 11-36 0,0 4 15 15,-2 8-43-15,-3 4-52 0,0 5-45 0,-2 9-41 16,-2 6-54-16,-4 3-62 0,0 9-38 16,-3 4-25-16,-2 5-15 0,-3 5-8 0,-1 3-3 15,-2 4-4-15,-2 2 0 0,1 6-2 16,-4 0-5-16,0 1-1 0,0-1-2 0,-1-3-19 0,-2-1-61 16,2-4-57-16,0-4-66 0,-1-7-137 0,-2-11-188 15,3-9-288-15,-1-8-229 0,2-12-210 0,-3-8-41 16,1-10 381-16,-3-9 476 0</inkml:trace>
  <inkml:trace contextRef="#ctx0" brushRef="#br0" timeOffset="19165.38">10403 2416 155 0,'5'-10'472'15,"-4"-1"275"-15,-1 2 206 0,-3 0-98 0,-2 1-197 16,1 0-134-16,-4 0-108 0,-2 4-60 0,1-1-42 0,-4 5-41 16,-1 2-15-16,0 4-15 0,-2 3-20 0,-1 4-28 15,1 4-35-15,-3 2-32 0,4 3-42 0,0 1-29 16,2 4-17-16,1 2-11 0,4-1-10 0,3 2-10 16,3-4-4-16,1-1-1 0,2-4-3 0,4-3 0 15,2-3 0-15,2-6-1 0,3-4 1 0,1-5-2 16,3-8-1-16,0-3-1 0,4-8-1 0,-1-4 0 15,0-2-3-15,0-6 3 0,0 1-2 0,-3-2 2 16,1-1 1-16,-4 2-1 0,-2 0 4 16,-2 3 0-1,-2 1 0-15,-4 5 1 0,-3 1 0 0,0 3 2 16,-1 4-2-16,-1 1 1 0,-3 6-1 0,0 5-1 16,1 3 0-16,-1 5-1 0,0 3 1 0,2 5-2 0,1 4 4 15,2 4 1-15,2 3-2 0,1 1 1 16,2 4-1-16,3 1 0 0,1 0-2 0,-1 3 1 15,6-1 1-15,-2 0-2 0,2-1-9 0,2-4-49 16,0 1-63-16,2-5-83 0,1-4-161 0,2-1-273 16,1-4-318-16,3-6-269 0,0-3-183 0,2-3 122 15,-1-6 585-15</inkml:trace>
  <inkml:trace contextRef="#ctx0" brushRef="#br0" timeOffset="20297.48">12595 2080 312 0,'-4'-9'584'0,"-1"3"224"0,-5 2 123 0,-1 0-249 16,-2 4-176-16,-3 0-87 0,-3 4-61 0,0 2-44 16,-3 1-48-16,-2 5-41 0,0 2-38 0,-1 2-10 0,3 2 4 15,-3 1 7-15,4 4-5 0,2-3-13 0,1 5-24 16,1-1-33-16,5 2-35 0,2-1-30 0,2 2-17 16,5 0-15-16,3 0-5 0,2-2-6 0,4 1 0 15,2-5 0-15,6-1-2 0,1-4-1 0,5-2 0 16,2-4 2-16,1-2-2 0,3-4-2 0,4-2 0 15,2-2 0-15,1-3-4 0,2-2-51 0,0 1-56 32,2-4-93-32,-2 1-173 0,0 2-294 0,-2 1-323 15,-1-1-258-15,-2 2-174 0,-5 1 231 0,-3 2 609 16</inkml:trace>
  <inkml:trace contextRef="#ctx0" brushRef="#br0" timeOffset="21215.72">13747 2761 27 0,'6'2'269'0,"-3"-1"149"0,1-1 125 0,1 0-28 15,-1-1-189 1,1-1-120-16,4-1-32 0,-1 0-7 0,2 0 38 0,0 0 32 0,0-1-4 0,3 1 58 15,3 0-2-15,-2 0-19 0,5 1 6 0,0 0-17 16,5-1-14 0,0 2-51-16,1 0-24 0,3 0-15 0,1 1-50 15,2-2-28-15,4-1-1 0,3 3-6 16,2-2-10-16,2-1-2 0,3 0-4 0,0-2-5 16,0 1-17-16,2-2-14 0,-1 2-7 0,3-2-6 0,-1 0-7 15,2 1-3-15,-1-1 49 0,2 2 39 0,1-2 17 16,-1 2 7-16,1 0 7 0,1 0 0 15,3 1-45-15,-2 1-31 0,3-4-17 0,-4 3-12 0,4-3-6 16,-2-2-2-16,-1 1-1 0,0-5-5 0,1 0 3 16,-1-3 4-16,-2-2 0 0,0 0-2 0,2-4 2 15,-3 0 0-15,-1-1-3 0,-1 0-16 0,-3-1-53 16,-3 4-53-16,-7 1-138 0,-7 2-233 0,-9 6-297 16,-4 0-305-16,-8 4-233 0,-8 3-55 0,-3 3 490 15</inkml:trace>
  <inkml:trace contextRef="#ctx0" brushRef="#br0" timeOffset="24979.62">14248 2211 135 0,'0'4'416'0,"-3"0"218"0,0 0 138 0,0-1-115 16,2 1-197-16,-3 1-72 0,1-1-32 0,1 2-11 0,-1-1-3 16,0 1-28-1,0-2-52-15,0 2-59 0,1-1-57 0,-1-1-52 16,0-1-35-16,3 1-23 0,-2-4-12 0,2 2-6 16,2-2 11-16,-2 0 12 0,6-2 25 0,0-3 38 15,2-3 16-15,2-1 5 0,2-5 38 0,5-2 8 16,-2-1-15-16,3-7-31 0,2 1-16 0,0-3-12 15,1-2-44-15,1-1-21 0,2-1-14 16,0-2-6-16,-3 1-5 0,2-1-3 0,-1 1-3 0,-1 0-2 16,-1 4 1-16,-2 0-2 0,-4 4 1 0,0 0-1 15,-4 4 1-15,-2 3 1 0,-4 4-3 0,0 1 1 16,-3 2-6-16,-2 3-15 0,-3 3-54 0,0 3-49 16,-3 1-45-16,-2 3-86 0,-4 0-132 0,4 2-162 15,-7 0-233-15,5 2-233 0,-1 0-207 16,0-1 26-16,1 0 366 0,0 0 427 0</inkml:trace>
  <inkml:trace contextRef="#ctx0" brushRef="#br0" timeOffset="25264.11">14277 1798 185 0,'-6'-2'416'0,"3"1"194"0,-2 1 144 0,1 0-181 16,1 0-128-16,0 1-56 0,3 4-31 0,0 1-12 0,0 3-12 16,3 2-37-16,0 1-28 0,2 2-39 0,0 2-38 15,4 2-37-15,-1 2-33 0,4 0-25 0,1 3-30 16,0-2-18-16,1 2-16 0,2 0-10 0,0-2-10 16,0-2-8-16,1 1-1 0,-1-2-7 0,1-3 1 15,0 0-3-15,0-1 2 0,-1-1 1 0,-1-2-3 16,1-3-2-16,-2 2-14 0,-2-3-39 0,0 1-104 15,-2-4-151-15,-4 3-260 0,0-5-277 0,-1 2-256 16,0-2-128 0,-4 0 247-16,2 0 466 0</inkml:trace>
  <inkml:trace contextRef="#ctx0" brushRef="#br0" timeOffset="26182.51">15159 1551 249 0,'3'-3'522'0,"-3"1"205"0,2 2 120 0,4 3-176 15,0 1-162-15,1 4-57 0,2 4-38 0,2 4-18 16,2 4-28-16,1 7-37 0,2 6-22 0,1 1-43 31,3 9-24-31,-2 7-25 0,0 3-30 0,-1 7-42 16,2 5-41-16,-3 5-26 0,1 5-23 0,-4 5-15 16,-2 5-7-16,0 5-4 0,-5 6-6 0,-4 3-10 15,1 3-4-15,-4 2-2 0,-1-2-2 0,-1 1 0 16,-2-2-1-16,2-4 1 0,0-5-2 15,1-8-2-15,-1-8-2 0,6-8-2 0,-1-9-1 0,1-9-1 16,2-9-24-16,-1-8-66 0,1-7-63 0,2-9-117 16,-1-6-187-16,-2-7-313 0,0-5-314 0,1-5-229 15,-4-6-112-15,-1-6 352 0,2-3 583 16</inkml:trace>
  <inkml:trace contextRef="#ctx0" brushRef="#br0" timeOffset="27314.02">15890 1599 147 0,'-4'-5'515'16,"1"0"325"-16,-2 4 169 0,1 0-111 15,1 2-285-15,1 2-169 0,1 2-104 0,-3 1-81 16,3 1-39-16,1 3-38 0,0 3-37 0,1 1-22 0,3 3-20 16,-3 3-22-16,7-1-13 0,-2 2-18 15,1 0-8-15,2 0-19 0,4 0-12 0,-4 0-1 0,4-3-7 16,1 1-1-16,-1-5 2 0,2-2 3 0,0-1-2 15,0-4-1-15,2-4 0 0,0-3 1 16,-1-3-4-16,1-4-3 0,-1-7-1 0,0-1 2 16,-2-3 1-16,3-3 2 0,-4-3-2 0,1-1 0 15,-1-1 0-15,-1-1-2 0,-2 2-2 0,0-1-4 32,-4 2 2-32,0 2 6 0,-1 2-1 0,0 1 24 15,-4 4 17-15,2 0 7 0,-1 4 4 0,0 2-2 0,-1 3 4 16,1 0-20-16,-1 1-15 0,-1 4-2 0,2 5-5 15,2-1-2-15,-1 4-5 0,2 4 5 0,-1 2 1 16,0 2 29-16,3 2 17 0,0 5 12 0,0 0 3 16,-1 2-1-16,-1 2-1 0,3 2-17 0,-2 0-8 15,-1 3-9-15,0 0-1 0,-2 1-2 0,-2 0-5 16,-1 2-9-16,0-1 0 0,-4-1 1 0,-1 2-2 16,-2-1-1-16,-3-2 0 0,0 1-2 0,-6-4-5 15,2 1-4-15,-3-2-2 0,-3-4 0 0,0 1 0 16,-2-5 0-16,0-1 0 0,-4-4-1 0,0 0-1 15,0-3 0-15,1-5-3 0,0-2 0 0,2-1-2 16,1-4 0-16,2-1-4 0,4-2-12 0,2-1-38 16,3-1-58-1,1-1-49-15,3 1-70 0,2-3-122 16,3-1-160-16,2 2-210 0,3-3-227 0,7-1-220 16,-2 0-88-16,3-1 274 0,4-1 453 0</inkml:trace>
  <inkml:trace contextRef="#ctx0" brushRef="#br0" timeOffset="28646.03">15860 2385 73 0,'-4'1'270'0,"1"1"133"0,1-2 107 16,-1 0-105-16,-3 0-123 0,5 0-68 0,-1 0-28 0,1-2-12 16,-1 1 1-16,2-2 28 0,2 1 27 0,-1-1 36 15,4 0 34-15,1 0 8 0,-1 1 4 0,1 0-17 16,2-1-35-16,1 0-31 0,1 1-37 0,0 0-30 15,4 2-8-15,-2 0-4 0,6 0-2 0,-1 4 21 32,5-1 15-32,2 0 3 0,0 0-24 0,3 0-31 15,1 0-16-15,4-2-29 0,-1 2-27 0,4-1-14 0,1-1-9 16,1-1-5-16,1 0-2 0,1 0-13 16,4-1-4-16,-2-2-5 0,2 0 0 0,3 0-3 15,-2-1-2-15,2-1 1 0,0-2-1 0,1 3 1 16,-1-3-3-16,1 2 0 0,-4-1 0 0,3 2 0 15,-3-2-2-15,1-2 0 0,-5 2 2 0,3-1 1 16,-2-1-2-16,-2 1 2 0,-1 0 0 0,-1-1 0 16,-1 0 0-16,-2 0 1 0,2 1 0 0,-2 0-3 15,-1-1 1-15,-2 0-1 0,0 4-1 0,-3 0-1 16,1 1 2-16,-2 1 0 0,0 2 1 0,-2 2 1 16,1 1-1-16,-1 0-1 0,2 1 0 0,-3 1 0 15,1-2 4-15,-2 1-3 0,4-1 1 0,-5 0 0 16,1-2 0-1,-1-1-3-15,0 0-1 0,-1 0 3 0,-4-1-1 0,3 0-1 0,-3-1 0 0,0-1 1 16,-5 0 0-16,1 0-3 0,-1 0 4 0,-1 1 0 16,-1 0 1-16,-1 0-2 0,-1 1 0 0,-1-1-1 15,2 0-1-15,-4 0 2 0,1 0 0 0,0 1 2 32,-2-2-1-32,1 1-1 0,-3 0 0 0,1 2 0 15,-2-2-3-15,0 0 3 0,0 1 0 0,-2-1-1 0,-1 1-2 16,-2-2-28-16,2 1-62 0,-2 2-60 0,-1-5-84 15,-2 3-154-15,0-2-220 0,2 0-291 16,1 0-232-16,0-1-191 0,-1-1 65 0,1-1 478 0</inkml:trace>
  <inkml:trace contextRef="#ctx0" brushRef="#br0" timeOffset="29613.7">17159 1138 6 0,'4'-1'206'0,"-3"-3"106"0,2 3 100 15,0 0-53-15,-1-1-115 0,-1 0-71 0,2 2-5 16,-3-1 3-16,2 1 12 0,0 0 13 0,-1 0 9 16,1 1 43-16,-1 3 28 0,1-2 20 0,1 3 26 15,1 3 17-15,0-1-6 0,1 3-39 0,-1 1-29 16,3 3-39-16,-1 2-44 0,2 4-37 0,1 4-22 16,0 4-9-16,0 4-7 0,4 5 10 0,-2 6 13 0,0 2 14 15,1 7 5-15,1 3-12 0,0 5-20 0,-4 4-24 16,3 5-23-16,-2 5-22 15,-2 2-20-15,0 4-9 0,-3 1-2 0,3 2-2 0,-4 1-3 0,0 0-4 16,-1 0 1-16,-1 1-4 0,1-3-1 0,-2 1-2 16,1-2 3-1,0-2 0-15,-2-2-1 0,0 1 0 16,0-9-2-16,0 0-1 0,1-5-3 0,-1-6-4 16,3-5-1-16,-1-6-2 0,1-7-5 0,-2-7-36 15,1-6-56-15,-1-4-58 0,-2-9-114 16,1-5-170-16,-2-7-291 0,-2-6-271 0,1-5-220 15,-2-6-116-15,-3-6 308 0,-2-3 515 0</inkml:trace>
  <inkml:trace contextRef="#ctx0" brushRef="#br0" timeOffset="31888.8">14892 1971 18 0,'-3'0'263'0,"1"0"159"0,-1 0 145 0,3 0-4 15,-1 3-168-15,-3-3-99 16,3 0-34-16,-1 1-3 0,1-1 9 0,1 0 5 15,-2 2 6-15,0-2 4 0,2 1-7 0,0-1-13 16,-1 0-24-16,1 2-28 16,-2-2-37-16,2 2-35 0,-2-2-32 0,1 2-25 0,-1 0-19 0,-2 0-10 15,2 0-8-15,1 2 2 0,-1 0-1 0,1 0 0 16,1 1-3-16,-2-1 2 0,0 2-8 0,1-2-6 16,-1 2-2-16,2 0 13 0,0 2 17 0,-2 0 11 15,2 0 15-15,0 0 3 0,-1 1 1 0,-1 2-15 16,2-1-20-16,-3 1-12 0,3 2-6 15,0 0 4-15,0-1-2 0,0 2 0 16,0 1 0-16,0 1-3 0,0 2-9 0,0-2-9 16,3 0-5-16,0 2-4 0,-1 0-3 0,1 1 2 15,2-3 0-15,-2 0-1 0,5-1-2 0,-3 1 0 16,0-3-2-16,1-1-2 0,0 0-1 16,2 0-1-16,-2-4 2 0,2-1 0 0,0 0 3 15,1-1 1-15,-2-2 0 0,1-3 0 0,0 0-1 16,1-2-1-16,-1 0-2 0,0-3-2 0,-1-1 0 15,0 0 1-15,1-3 0 0,-1 0 2 0,-1 0 2 16,2 0 2-16,-2-1 0 0,0 0-1 16,-1 0-2-16,0 1 1 0,1-3 0 0,0 2 0 0,-1-3 2 15,-2 0-2-15,2 0 6 0,0 0 1 0,-2-3 1 16,3-1 1-16,-1 2 0 16,0-3 2-16,-2 1-2 0,0-1-4 0,1-1 4 0,-3 0 4 0,1 2 3 15,-1-2 1-15,-2 0 1 0,-1 1 4 0,-1-1 0 16,1 4-3-16,-2-2-4 0,0 0-1 0,-1 2 0 15,-2-1-7-15,1 1-3 0,1 1-2 16,-2 0 1-16,2-1 6 0,-1 4 3 0,0-1 3 0,1 3 1 31,-1 0 0-31,-1 2 0 0,1 1-7 0,-3 0-5 16,1 3-4-16,-2 0-1 0,-1 4 0 0,0 0-2 16,-2 5 0-16,-1 2-2 0,0 1 0 0,-2 2 0 15,2 3-1-15,-2 0 0 0,3 3-1 0,0 1-1 16,3-2 0-16,0 1-8 0,3-1-21 0,2 0-60 15,0-3-70-15,3 0-137 0,2-1-242 0,4-3-304 16,1 1-347-16,2-4-266 0,4 0-65 16,1-2 533-16</inkml:trace>
  <inkml:trace contextRef="#ctx0" brushRef="#br0" timeOffset="34111.87">16686 1771 214 0,'0'0'349'0,"0"-1"129"16,0 0-21-16,-1 1-112 0,-1-2-82 0,2 2-34 16,-1-2-3-1,1 2 5-15,-4-1 11 0,4 1 14 0,0 0 18 16,0 0 7-16,0 0 4 0,0 0-2 0,0 0-13 15,-2 0-23-15,2 0-30 0,-2 0-35 0,0 1-37 16,1-1-29-16,-2 2-24 0,1 0-21 0,-1 0-14 16,1 1-8-16,1 0-3 0,-3 2 1 0,3-1 0 15,-1 1 1-15,-1 0-2 0,1 1-3 0,-2 0-2 16,2 0-7-16,-1 4-10 0,2-1-8 0,-3 0 0 16,3 1-6-16,-1-1-4 0,1 0-4 0,-1 2 2 15,0-1 0-15,1-1-4 0,1 2 1 0,-2-1 15 16,2 1 25-16,0-1 14 0,0-1 9 0,0 2 3 15,2-2 1-15,-2 2-7 0,1 1-23 0,-1-3-14 0,0 4-6 16,2-3-4-16,0 2-4 0,-1-1-6 0,2 1 3 16,1-2-2-16,-3 1-2 0,4-1-3 31,-1 0 1-31,1 1 2 0,2 0-3 0,-3-3 2 0,3 2 2 16,0-1-1-16,0 0 0 0,-1 0-2 0,2-2 3 15,1-1-4-15,-1 1-2 0,0 0 1 0,0-1 0 16,2-1 1-16,-2-1-3 0,1 0 3 0,-1 0 0 15,1-2 2-15,-1 1 1 0,1-1 0 0,0-1-1 16,-3-1 0-16,1 0 0 0,1-3-1 0,-2 0 4 16,1-1-1-16,2-4 1 0,-3-1 0 15,0-2-1-15,3-1 1 0,0-2-3 0,-3-3 0 0,2-1 0 16,0-2 13-16,0 0 9 0,-2-1 6 0,0-2 3 16,4-1 2-16,-6 0 5 0,1-1-8 15,0 2-4-15,-2-1-1 0,1 0-3 0,-1 1 6 0,-2 1-2 16,2 1 0-16,-3 0 2 0,-3 3 2 0,0 1 5 15,-2 3-3-15,0 0-1 0,-3 2-3 0,-2 1-5 16,0 1-6-16,-3 3-6 0,-2 0-4 0,0 5-5 31,-4 0 0-31,3 2-3 0,-2 2-2 0,-1 0 0 16,1 5-1-16,-1 2 0 0,3-1-1 0,-1 2-2 16,4-1-2-16,2 4-3 0,2-1-20 0,2 0-51 15,1 0-68-15,0 0-109 0,1 2-184 0,5-2-304 16,0 0-327-16,2 0-280 0,1 0-154 0,5 0 316 15,-4 1 631-15</inkml:trace>
  <inkml:trace contextRef="#ctx0" brushRef="#br0" timeOffset="35613.35">17880 2189 85 0,'-3'0'291'0,"2"0"149"0,-1 2 118 0,0-2-93 16,1 3-111-16,1-3-57 0,-2 0-23 0,2 0-13 15,0 0-13-15,0 0-32 0,0 0 10 0,0 0 22 16,3 0 1-16,-1 2 5 0,1 1-11 0,2 0-17 16,-1 0-24-16,3-1-37 0,-1 2-31 0,2-1-19 15,1 0-3-15,1 1-4 0,1-1 11 0,3 0 7 16,2 0 2-16,3 0-13 0,1-1 21 0,3-1 9 16,5-1-25-16,1 0-20 0,3-1-12 0,2-1-5 15,5-1-36-15,3-1-13 0,2-1-13 0,2-1-4 16,3 0-5-16,-2-1-4 0,2-1 0 0,-3 2-4 15,1 0 1-15,-5 0-3 0,-3 1-1 0,1 4 3 0,-9-2-3 16,-1 2 0-16,-1 1 1 0,-7-2-2 16,-1 2-1-1,-4 0-2-15,0 0 2 0,-1-1 1 0,-5-1 0 16,1-2 3-16,-3 0-1 0,-3 0 0 16,-1 0-3-16,-2-1-26 0,-1-1-57 0,-2 2-56 15,-4-2-88-15,1 1-154 0,-5-2-269 0,-1 2-294 16,1 0-235-16,-3 3-189 0,-2-2 150 0,-1 3 527 0</inkml:trace>
  <inkml:trace contextRef="#ctx0" brushRef="#br0" timeOffset="36327.5">17904 1386 170 0,'-3'-4'405'0,"0"-1"203"16,-1-1 170-16,1 4-151 0,0-3-90 0,1 4-39 16,-1-1-37-16,2-2-37 0,-4 1-56 0,4 0-60 15,-1 0-74-15,2 0-43 0,-2 0-12 0,2 3 0 16,0-1 14-16,-1 1 2 0,1 0-8 0,0 0-20 15,0 0-35-15,0 1-34 0,0-1-31 0,0 3-24 0,1-2-3 16,1 4-9-16,0 1 4 0,2 1 1 0,-1 3-6 31,0 0 3-31,2 4-10 0,0-1 4 0,3 5-7 16,1-1-2-16,1 6 8 0,0 0 3 0,3 4 1 16,0-1-2-16,3 4-1 0,-2 2-1 0,3-3-6 15,-2 4-5-15,2-4-3 0,-1 0 1 0,3 1 1 16,-1-5 1-16,0-1 1 0,1-5-2 0,1 0 1 15,-3-3-3-15,0-5-2 0,1-1-1 0,0-4 4 16,-2-5 4-16,2-1 1 0,-4-6 3 0,2-3 1 16,-4-3 0-16,1-1-2 0,1-3-2 0,-2-4-1 15,-3 0 1-15,0-2 1 0,-1-2-1 0,-3-1-1 16,3 0-1-16,-4-2-2 0,-2-1-1 0,0-2-2 16,-1 0-2-16,-2 0 0 0,1-2-2 0,-2 1-1 0,2 1-2 15,-2 3 0-15,2-1-2 0,0 5 0 0,-1 1 0 16,1 3-2-16,0 4 1 0,0 2-1 0,0 1 0 15,0 1 0-15,0 4-1 0,0 1-1 0,0 0 0 16,0 1-1-16,0 2 0 0,0 0 0 0,1 2 1 16,1-3-2-16,0 4 0 0,1-1-4 0,0 1-11 15,0 0-17 1,2 1-24-16,0-1-56 0,1 2-75 0,-3-2-142 16,4 2-223-16,-3-1-303 0,0 2-357 0,0 0-296 15,2 0-100-15,-2 1 552 0,-3 0 660 0</inkml:trace>
  <inkml:trace contextRef="#ctx0" brushRef="#br0" timeOffset="38245.8">19047 1149 191 0,'5'0'368'0,"-4"0"135"0,1 1 38 0,-1-1-183 15,3 3-117-15,0 2-38 0,0 1-1 16,1 1 34-16,-1 4 53 0,4 2 31 16,0 4 14-16,2 3-1 0,0 1-18 0,2 7-30 0,0 2-45 15,1 4-39-15,1 4-32 0,0 2-33 0,1 7-33 16,0 2-21-16,1 3-16 0,1 5-13 0,-2 4-26 15,0 0-12-15,0 2-8 0,0 3-9 0,0-1-5 16,0-1 8-16,-2 1 12 0,1 1 0 0,-2-2 5 16,-3 2 5-16,0 0 1 0,-1 1-11 0,-1 1-12 15,-1 0 0-15,-3-1-3 0,1 2-7 0,0-1-2 16,-2-1 8-16,-1 0 4 0,-1-2 0 0,0 1 0 16,0-2 3-16,-1 0 0 15,1-3-12-15,-2-3-13 0,-1-3-23 0,3-7-73 0,-1-7-124 16,1-5-159-16,1-10-281 0,-1-4-262 0,5-6-218 15,-5-7 33-15,0-9 354 0,0-5 398 0</inkml:trace>
  <inkml:trace contextRef="#ctx0" brushRef="#br0" timeOffset="53738.59">22631 2488 66 0,'-1'-7'264'0,"-3"-1"128"0,4 2 108 0,-3-1-116 15,3-1-118 1,-1 2-49-16,1 0-22 0,0 0 9 0,0 0 19 16,0 2 23-16,0 1 27 0,0-2 14 0,0 2 3 0,1 0-6 15,-1 1-14-15,3 1-25 0,-3 0-29 0,0 1-36 16,0-2-32-16,0 0-23 16,0 2-25-16,0 0-12 0,0 2-9 0,0 0-2 0,0-1 0 0,2 4-4 15,0 2 5-15,-1 1 16 0,-1 3 5 0,4 3 0 16,-3 4 31-16,1 3 21 0,-1 2-4 15,1 5-12-15,0 1-9 0,1 7-12 0,-2 3-34 16,4 4-18-16,-4 7-9 0,2 2-13 0,1 7 0 0,-3 4 5 16,1 4 6-16,0 7-1 15,-2 4-3-15,-2 6 0 0,0 2-12 0,-1 6-10 0,1 0-1 16,-2 2-2-16,-2 2 0 0,1-1-1 0,-1 5 1 31,-1-1 5-31,1 0-6 0,-2 0-1 0,3-1-3 16,-1-3 2-16,-1-2-2 0,3-2-4 0,-2-2-1 15,1-6-2-15,2 0 1 0,-4-4-2 0,4-4-1 16,0-1 0-16,0-5-1 0,-3-5 0 16,3-1-2-16,-2-3 1 0,1-3-1 0,1-3 1 15,-2-2-1-15,2-5-2 0,2-2-1 0,-4-5-2 0,5-2 0 16,-1-3-2-16,1-7-4 0,1-2-5 0,-1-5-9 16,5-6-11-16,-4-3-18 0,-1-5-35 15,3-4-71-15,-1-4-84 0,-2-5-155 0,0-2-263 16,-2-5-319-16,2-2-338 0,0 0-198 15,0-5 92-15,0 2 631 0</inkml:trace>
  <inkml:trace contextRef="#ctx0" brushRef="#br0" timeOffset="54690.44">22113 5404 114 0,'-3'-6'402'0,"-4"-1"211"15,2 1 170-15,-2-1-29 16,2 2-234-16,0 0-103 0,4 2-46 16,-3 2-32-16,4-2-28 0,0 3-33 0,0 0-49 15,5-2-41-15,2 2-25 0,3 2-9 0,5-2-21 16,5 0 17-16,4 3 21 0,5 0-3 0,4-2-13 16,4 1-17-16,5 0-11 0,2-1-40 0,7 2-34 15,1-1-19-15,5 2-9 0,3-1-6 0,3 0-7 16,2 1-3-16,3 2 0 0,0 2 19 15,2 1 12-15,0-1 8 0,0 3 5 0,1-3 0 0,3 3-3 16,3-3-18-16,1 1-12 0,3 0-9 16,5-3-6-16,1 0-1 0,-1-3-3 0,6 0 4 15,-2-2-1-15,5-1 1 0,2 0-2 0,-1-1 0 16,2 1-1-16,0-1-4 0,2 1 0 0,-2 1-2 16,-5 0 3-16,0 1 0 0,-3 2 4 0,2 1-1 31,0 0-1-31,-2-1 2 0,2 1-4 0,-2 0 1 15,1-1-3-15,-2-1 4 0,1 1 1 0,1-1 0 16,-1 2 2-16,1-2-1 0,3 0 1 0,-1-2-4 16,0 1-1-16,0-1-1 0,-1 1 3 0,-2-1-2 15,0-1 1-15,-1 1 1 0,-1 1 1 0,1 0 0 16,-1-1-3-16,-4 2 0 0,2 0 0 16,-4 2 0-16,-5-1-1 0,1 4 2 0,-4-2 1 15,-1 2 0-15,-4 0 2 0,-1 1 0 0,2 2-1 16,-2-1-2-16,0-1 1 0,-3 0-1 0,-2 2-4 15,2-3 1-15,-4-4-1 0,0 0 2 0,-1-1 0 16,0-3 3-16,-2-1 0 0,-1-3 1 0,-1-2 0 16,1-2 0-16,-4-1-1 0,1-2-1 15,-3 2 0-15,-1-1 0 0,-3-3 2 0,-2 5 1 16,-6-3-2-16,-1 2-1 0,-6 0 0 0,-2 3-1 16,-8 0 0-1,-1 2-1-15,-5-1 1 0,-2 2 0 0,-6 0 1 16,0 2 3-16,-2-2-3 0,-3 3 0 15,-3-2-2-15,-2 2 0 0,-1 0-5 0,-3-1-16 16,0 1-30-16,-2-2-50 0,-2-1-52 0,-1 0-48 16,-2-1-60-16,1 1-84 0,-1-3-87 15,0 0-74-15,-2 0-99 0,2-2-195 0,-1 0-201 0,3 0-42 16,1-1 170-16,-1-2 301 0,6 1 277 16</inkml:trace>
  <inkml:trace contextRef="#ctx0" brushRef="#br0" timeOffset="54927.8">28736 5374 223 0,'7'-9'384'16,"2"0"158"-16,-1 1 25 0,0 1-120 15,1 1-59-15,4 0-7 0,-2 2 14 0,4-1 21 16,2 2-2-16,0 2-23 0,0-1-46 0,4 2-60 16,2 2-56-16,3 0-28 0,-2 3-21 0,4 0-28 15,1 2-20-15,1 2-16 0,-2 1-20 0,0 3 5 16,-1 0 5 0,0 2 3-16,-3 1-2 0,-3 2 3 15,-3 2 2-15,-3-1-28 0,-1 3-27 0,-6-1-14 16,-3 4-11-16,-4-1-10 0,-2 2-6 0,-6-1-4 15,-2 2-3-15,-5 0-5 0,-3-1-3 16,-1 0-1-16,-6 0-3 0,-3-2-9 0,-3-1-36 16,-5-4-64-16,-3-6-61 0,-3 0-135 0,-6-7-247 15,-4-5-310-15,-7-5-291 0,-7-6-210 0,-8-7-38 16,-5-3 503-16</inkml:trace>
  <inkml:trace contextRef="#ctx0" brushRef="#br0" timeOffset="55958.95">22566 2482 175 0,'0'-1'452'16,"0"-3"246"-16,-1 2 175 0,1-2-138 0,-2 2-165 15,2-3-87-15,0 2-58 0,0-1-59 0,0-2-52 0,0-1-43 16,0-3-29-16,2 1-21 0,1-2-13 0,2-1-12 16,0-1-13-16,1-2-18 0,3-5-22 0,-1 1-26 15,2-5-29-15,2-1-20 0,0-1-22 0,-1-2-16 16,3-2-15-16,-1-1-4 0,1 4 0 0,-2-3-4 16,0 4 8-16,-2 2 0 0,0 4 4 0,-3 1-8 15,2 5 3 1,-5 2 4-16,0 2-1 0,-3 3 2 15,2 2-4-15,-3 2-1 0,2 3-7 0,-2 1-4 16,0 4-1-16,-2 3-3 0,1 3 2 0,-1 3-1 16,1 2-1-16,-3 4 1 0,1 1-2 0,2 3 7 15,-4 1 2-15,5 0 0 0,0 0-1 0,0 0-29 16,5 0-60-16,-4 0-68 0,4-3-109 0,0 1-173 0,0-2-312 16,0 0-302-16,4-2-242 0,-3 0-153 15,0-2 275-15,3-1 587 0</inkml:trace>
  <inkml:trace contextRef="#ctx0" brushRef="#br0" timeOffset="59594.09">21964 1511 147 0,'4'1'482'15,"-6"0"257"-15,0 2 138 0,2 2-95 0,-1 2-282 16,1 1-110-16,1 5-50 0,-1 1-26 0,0 4-18 16,-1 1-26-16,-1 2-52 0,0 2-60 0,-1 2-50 0,3-2-45 0,-1 1-23 0,1-2-22 15,0-1-5-15,0-2-8 16,1-1-5-16,2-2-1 0,-1-3-38 0,0 0-104 0,-1-5-152 0,-1-2-276 31,0-1-272-31,-1-2-265 0,-1-3-127 0,-3-2 275 16,0-4 462-16</inkml:trace>
  <inkml:trace contextRef="#ctx0" brushRef="#br0" timeOffset="59794.04">21784 1441 203 0,'3'0'697'0,"0"0"319"0,0 3 66 0,0-3-98 0,4 2-495 16,1 4-248-16,4 0-119 0,1 0-55 15,4 3-28-15,1-2-18 0,2 2-9 16,2-2-3-16,1 4-2 0,0-2-3 0,3 0-16 0,-4 0-72 0,-1 1-132 16,-3-1-272-16,-2 1-255 0,-2-2-217 0,-4 3-107 15,-5 1 195-15,-4-1 391 0</inkml:trace>
  <inkml:trace contextRef="#ctx0" brushRef="#br0" timeOffset="59975.37">21817 1877 200 0,'-4'14'784'0,"-3"0"377"0,2-2 33 0,2-2-147 16,1-1-455-16,6 1-312 0,-1 1-142 0,3 1-64 15,7-4-33-15,0 1-19 0,5 1-10 0,3-1-3 16,8 0-3-16,1-2-6 0,6-1-2 0,6 2-5 16,5-2-39-16,5-1-120 15,1 2-178-15,6-1-289 0,-2 2-258 0,3-1-235 0,0 5-41 0,3 0 355 16</inkml:trace>
  <inkml:trace contextRef="#ctx0" brushRef="#br0" timeOffset="61425.55">29231 6027 262 0,'3'-2'592'0,"-1"-1"248"0,3-2 84 0,1 1-208 16,2 0-269-16,1-2-114 16,7-2-54-16,-2 1-21 0,7-2-7 15,-4 2-22-15,7-4-29 0,0 4-36 0,1-1-45 0,2 2-32 16,-3 0-5-16,-1 3-4 0,-1 0 22 15,-1 3 51-15,-5 3 25 0,-2 1 15 0,-5 5-12 16,-2 3-13-16,-7 2-25 0,-2 4-46 0,-4 3-27 16,-5 4-16-16,-2 1-11 0,-1 5-5 0,-5 0-9 15,0 4-3-15,0 0-5 0,-2 1-6 16,1 0-5-16,2 1-3 0,1-2-2 0,3-1-4 0,0-2 2 31,4-5-1-31,4-3-2 0,2-4 0 0,4-4 0 0,5-4 0 0,2-4-1 0,2-7-1 16,5-2-13-1,2-5-27-15,5-6-43 0,-1-2-54 16,3-4-50-16,2-3-43 0,3-2-36 0,2-2-25 0,0-2-2 16,2 0 25-16,0-2 21 0,-1 1 15 0,3 1 28 0,-4 1 48 0,-4 4 49 15,0 2 41-15,-3 7 40 0,-4 2 40 0,-1 5 41 16,-6 5 33 0,2 5 25-16,-4 4 27 0,-2 5 4 0,1 3-6 15,-2 6-22-15,-3 3-14 0,1 1-15 16,2 5-11-16,0 0-7 0,1 3-8 0,0 0-8 0,2-1-8 15,2 0-10-15,1-4-9 0,3-4-11 16,0-2-4-16,1-7 12 0,2 0 20 0,3-8 37 16,2-4 38-16,1-6 36 0,2-6 19 0,0-7 8 0,0-3-3 15,3-7-23-15,0-5-24 0,0-2-28 0,-1-3-23 16,-3 0-20-16,0-2-20 0,-5 0-11 16,-1-1-9-16,-5 4-9 0,-5 1 0 0,-4 1-2 15,-1 4 0 1,-5 2 0-16,-5 5-2 0,-1 7-1 0,-4 3-2 15,-4 4-3-15,-2 5-2 0,1 5-4 0,-3 6-9 16,-2 1-35-16,-1 4-63 0,4 3-53 0,-5 1-95 16,1 0-152-16,0 1-240 0,3 1-276 0,-2-1-220 15,5 1-183-15,-1-1 134 0,-1-1 486 0</inkml:trace>
  <inkml:trace contextRef="#ctx0" brushRef="#br0" timeOffset="61609.27">30137 6274 39 0,'11'-7'472'16,"2"4"364"-16,-3 0 201 0,2 3 24 0,-1 0-325 16,5 0-259-16,-4 0-153 0,6 3-83 0,-4-2-46 15,3 1-55-15,-1-1-49 0,1 0-38 16,1-1-22-16,-4 3-20 0,2-3-6 0,-3 0-6 16,-2 0-21-16,-1-3-64 0,-5 3-138 0,-1-1-190 0,-6-2-290 31,-1-1-265-31,-5 4-215 0,-6-5 48 15,-1 2 413-15</inkml:trace>
  <inkml:trace contextRef="#ctx0" brushRef="#br0" timeOffset="63874.94">23133 4536 220 0,'1'4'439'0,"-1"-1"176"0,-1 1 103 15,1 0-247 1,0 0-166-16,1 2-73 0,3 0-27 0,-1 0-10 0,3 2 13 16,2-1 29-16,0 1-3 0,1-1-21 15,7 1-6-15,-2 1-9 0,7-1-21 0,1-2-27 16,1-1-7-16,5-1-11 0,-1 1-28 0,3-3-22 15,0 1-13-15,1-3-23 0,2-2-19 16,2 1-12-16,1-4-5 0,-1-1-4 0,-2-1-3 0,2-3-2 16,0-1 18-16,-2-4 14 0,-1 0 8 15,0-3 3-15,-2-3 4 0,0-4 1 0,-2 0-19 16,0-6-12-16,-1-1-7 0,2-4-5 0,-1-4-2 16,-1-4 11-16,0-2 19 0,-2-4 16 0,1-2 6 31,-3-2 3-31,1-3 1 0,-5-2-11 0,2 0-16 15,-4-6-15-15,-3-1-5 0,-3-3-2 0,0-2-7 16,-4 2-4-16,1 2-6 0,-5 2 3 0,0 7-3 16,-1 5 0-16,0 8 11 0,-2 5 50 15,0 5 29-15,-2 7 11 0,-2 3 9 0,1 5 5 0,2 3-8 16,-3 5-38-16,1 2-22 0,0 2-12 0,0 2-9 16,-1 4-8-16,3-1-6 0,-1 3-1 15,1 3-5-15,1 0 0 0,0 6 0 0,0-1-2 16,1 4 2-16,-1 3 3 0,3 3 0 0,-1 5 0 0,1 2 0 15,-1 5 3-15,0 5 0 0,-1 2-3 16,1 4 3-16,-1 4 5 0,-1 3 3 0,0 1 0 16,0 3 0-16,0 1 4 0,-1 3-1 0,1-1-5 15,0 1-2-15,1 2-2 0,-1 1 1 0,4-2-4 16,-3 1 0-16,-1-1-1 0,3 1-1 0,-1-2 0 31,0-1-3-31,0 1 1 0,2-5-1 0,-3-1 1 16,2-5 0-16,1-2 2 0,0-4 0 15,1-3 0-15,0-3-2 0,3-4 0 0,0-2 1 16,0-4-2-16,1 0 0 0,4-6 0 0,-4-1 0 16,4-2 2-16,-2-3-1 0,2 1 1 0,1-2-1 15,-1-1 1-15,0-3 1 0,2 0-2 16,2 0 10-16,-1-2 2 0,3-1 5 0,0 0 0 0,2 0 1 16,1 0 0-16,1-1-7 0,0-1-4 0,2 2-3 15,0-1-1-15,0-1-1 0,2 0-2 16,0 3 0-16,-1-2-2 0,2 2 0 0,2-2 0 15,0 3-1-15,0 0 1 0,2-2 1 0,0 2 0 16,-1 1 1-16,2-2 1 0,1 2 1 0,-3-2-1 16,4 2-1-16,-2-1 0 0,2 1 1 0,-4 1-1 15,4-1 1-15,-2 1 0 0,2 0 1 16,-1 2-2-16,-3-1-1 0,2-2 0 0,-1-2 0 0,0-1-3 16,-2-2 1-16,0-1 1 0,-2-3 0 0,2-2 0 31,-1-5 0-31,-3-3 1 0,1 0 0 0,0-4 0 15,-2-1 0-15,-4-5-1 0,1-1 0 16,-2-1-1-16,-3-2 1 0,-3-1-1 0,-2-1 3 0,-2-2 0 16,1-3 1-16,-2 1 2 0,-1-4-1 15,2-1 3-15,-4 1-3 0,0-3-1 16,-1-1 0-16,3-2-2 0,-2 2 0 0,1-3-1 16,-3-1 0-16,5 0 0 0,-3 0 0 0,5 2-2 0,-3-1 0 15,3 1 2-15,1 1-1 16,1 0 1-16,1 4 0 0,-1 4 0 0,-1 2 1 0,0 4 1 15,-3 3-1-15,-1 3 0 16,0 3 1-16,-2 2 0 0,-1 4 1 0,-2 0 1 0,1 6 0 16,-3 0 1-16,1 0 4 0,-2 5-1 15,0 2 0-15,0 1 0 0,0 4 0 0,-3 3-2 16,-1 5-4-16,3 2 0 0,-3 4 0 16,1 2 1-16,-2 4 1 0,2 3 2 0,2 3 5 15,-4 2 2-15,4 2 1 0,-1 2 1 0,0 4-2 0,2 1-1 16,0 0-3-16,0 1-2 15,0 2-2-15,4-1-2 0,-3-2 0 0,4-2-1 16,1-1-1-16,0-2 0 0,3-2 0 16,1-2 0-16,1-1 0 0,2-4 0 0,1-2 2 0,-1-2-1 15,4-3 0-15,-1 0 2 0,3-4-1 16,0 2-1-16,0-4 1 0,2-2-1 0,-1-1 1 16,-1-2-2-16,3 1-1 0,-1-3 1 15,0-2 0-15,-1-3-1 0,2-1 1 0,-1-2 0 16,1-4 0-16,1 0 0 0,-2-1-1 0,1-3 0 0,0-1-1 15,0 1 0-15,-4 0 1 16,-1-1-1-16,-1 3 1 0,0 0 1 0,-5 2-1 0,0 1 1 16,0 2 0-16,-1 1 1 15,-2 2-1-15,-1 2 3 0,1 2-2 0,0 2 1 0,-1 3-1 16,-1-1 0-16,2 3 1 0,-3-3-2 16,3 3 0-16,-2-1 0 0,5 0 1 0,-2-1-1 0,1-3 0 0,2 1 0 31,1-3 0-31,3-4 1 0,-2-2 0 0,3-2 1 15,3-4-1-15,0-3 0 0,4-2 0 0,-1-3 0 16,1-2-2-16,2-3 0 0,0-2 1 0,3-1 0 16,-1 0 0-16,-1-4 2 0,0-1 1 15,0-1-1-15,-2-4 0 0,1 0-1 0,0-5 0 0,0 0-1 0,-3-4-1 16,1 1 0-16,2-2 0 16,-1-1 0-16,-3 3-1 0,-3 1 0 0,0 6 2 15,-5 2-1-15,0 5-1 0,-2 4 1 0,-3 5 1 16,-3 4 0-16,0 3 0 0,-1 3 2 0,-1 4-1 15,-3 4 0-15,-1 5 1 0,0 3 2 0,0 4 2 16,0 2 2-16,0 4 4 0,2 3 2 0,-2 1 0 16,1 4 0-16,4 0-1 0,-2 5-4 0,3-1-2 15,1 2-3-15,2 0-3 0,2 2-1 16,0-4-3-16,5 0 1 0,2 0-2 0,-1-6 0 0,4 1 0 16,1-2-2-16,1-3-7 0,1-4-20 15,-3-1-73 1,-1-2-88-16,-4-4-175 0,-3-1-284 0,-5 0-333 15,-4-2-399-15,0-1-227 0,-6-2 145 16,-3 0 740-16</inkml:trace>
  <inkml:trace contextRef="#ctx0" brushRef="#br0" timeOffset="64874.81">23944 4742 329 0,'4'-4'619'0,"-4"1"270"0,0 0 111 16,0 3-290-16,-1 0-189 0,-4 0-119 0,2 3-83 16,2 3-67-16,-4 0-50 0,1 1-43 0,1 3-42 15,-2 2-34-15,2-2-26 0,2 2-21 0,-1 0-13 16,2 0-8-16,0 0-7 0,2-1-1 0,-1-1-3 16,1 1-1-16,3-1-11 0,-4-1-38 0,2 0-99 31,1 0-141-31,-1-1-250 0,0 1-279 0,0-1-260 15,2 0-130-15,-5 1 225 0,0 0 435 0</inkml:trace>
  <inkml:trace contextRef="#ctx0" brushRef="#br0" timeOffset="65575.92">26235 4853 372 0,'6'-10'793'0,"-1"3"320"15,-2 2 56-15,-1 1-318 0,-2 3-261 16,0-2-134-16,0 6-84 0,-3 2-62 0,-1 3-53 15,-1 1-39-15,1 4-39 0,-4 1-54 0,-1 3-53 16,0 0-31-16,3 3-18 0,0-1-8 0,-2-1-8 16,2 2-5-16,2-1-32 0,1 1-64 0,2-4-84 15,1-1-165-15,0-1-290 0,3-2-314 0,3-5-304 16,2 1-187 0,3-4 165-16,0-2 613 0</inkml:trace>
  <inkml:trace contextRef="#ctx0" brushRef="#br0" timeOffset="65993.57">27386 4682 40 0,'3'4'432'0,"-1"5"331"0,-2 0 200 0,0 4 10 15,1 5-333-15,-1 6-242 16,0 1-124-16,3 4-88 0,-1 3-46 0,-2 1-25 16,1 3-37-16,-1-2-37 0,0 2-15 0,0-4-13 15,0-1-5-15,0 0-24 0,-1-6-70 0,-1-1-104 16,-2-3-151-16,-3-3-292 0,1-2-241 0,-2-2-160 15,-5-4 67-15,1 1 313 0</inkml:trace>
  <inkml:trace contextRef="#ctx0" brushRef="#br0" timeOffset="67525.1">23190 5229 74 0,'-5'1'338'0,"0"1"199"0,2-2 173 0,-5 2-48 0,5-2-157 0,0 1-87 16,1-1-43-16,0 0-36 0,-1 0-41 16,3 0-55-16,0 1-55 15,0-1-58-15,2 0-50 0,1 0-11 0,0 0 4 16,2-1 2-16,4 1 0 0,1-3 16 0,1 0 11 15,3 0-19-15,-1 0-21 0,2 0-13 0,2-2-6 16,-2 1-15-16,1 2-11 16,3-1-8-16,-3 0 1 0,3 2-3 0,0 1 1 0,-3 0-3 15,2 0 2-15,-1 1-3 0,1 0 1 0,-2 4-1 16,2-3-1-16,-2 4-3 0,-1-1-1 0,0 1 2 16,-1 1 1-16,-1 0-2 0,0 1-2 15,0 1 1 1,1-1 3-16,-1 2-2 0,3-3-3 0,-2-1 1 15,3 1 3-15,-1-1-1 0,2-4-1 16,-1 0 1-16,4-2 0 0,-4-3 1 0,5 0 3 16,0-3-2-16,0 0 1 0,1-2-2 0,-1 0 0 15,1 1 1-15,-2 1-5 0,0-1 1 0,-3 1-2 16,0 1 2-16,1 1-4 0,-5 0 1 0,0 0 14 16,-1 2 43-16,1 2 19 0,-3-2 7 15,1 4 17-15,-2-1 1 0,-2 2 24 16,-1 1-5-16,-1 1-2 0,2 1-9 0,-2 0-9 0,-1 0-1 15,2 0-35-15,0 0-24 0,-1 0-18 0,2-2-3 16,2-1-3-16,1-1-5 0,2-2 2 0,1 0-2 16,0-2 0-16,5-4 0 0,0-1-3 0,3-3-2 15,3-1 2-15,2-1-3 0,3 0-3 0,0-3 0 16,2 6 3-16,0-2 2 16,-1 4-2-16,-1 1 2 0,2 1-2 0,-2 2 2 0,-2 3-2 0,0 3-4 15,-2 3 2-15,0 1-3 0,-1 4 3 16,-2 1-2-1,3 1 0-15,-4 1 2 0,2 1 2 16,3 0-1-16,-2 0 2 0,2-1 0 0,-2-2 2 16,4-2 2-16,1 1 0 0,1-5-2 0,5 0-1 15,1-5 1-15,2-1-1 0,3-3 0 0,3-3-1 16,3 0 3-16,-1-3-3 0,4 2 0 0,-2-4-3 16,0 2 0-16,-1 3 0 0,-1-2-2 0,-3 1 1 15,-1 4 2-15,-1 0 1 0,-2 1-2 0,-2 2 0 16,-2 4 2-16,-3-2 0 0,1 4-1 0,-3 0 1 15,1 1 0-15,0 2 2 0,-2 0 1 0,0 0 1 16,0 0-2-16,0 0 0 16,0-2 3-16,1 1-2 0,3-1-4 0,-1-1-1 15,2-4 3-15,-2 2-2 0,2-2 1 0,1-2 2 0,-2 0 0 16,1 0 0-16,2-3 0 0,-1 0 3 0,1 1-8 16,0-1-1-16,0 0 4 0,-2 1 0 0,-1-3-1 15,1 1-1 1,2 3 2-16,0-2 1 0,-2 0-2 0,2 3-2 15,-3-1 0-15,1 1 2 0,0 1 1 16,2 0-1-16,-1 3 3 0,-3-2 0 0,0 3 1 16,-1 0-2-16,-1-1 1 0,-1 1-1 0,2-1 1 15,0 1 2-15,-2-2 16 0,1 0 9 16,-1-1 4-16,4-1 2 0,-3 0-1 0,2-1 0 16,2-1-13-16,2 0-9 0,-2-3-6 0,1 2-1 0,2 0 0 15,-2-1-4-15,1 0-1 16,-1 0-1-16,2 1 1 0,-5 2-1 0,-2-3-15 0,-2 6-71 15,-7-3-92-15,-1 2-196 0,-10 4-281 0,-4 0-327 16,-3 1-371-16,-8 1-191 0,0 1 236 0,-5 0 717 16</inkml:trace>
  <inkml:trace contextRef="#ctx0" brushRef="#br0" timeOffset="87488.6">6476 7016 200 0,'0'2'387'0,"-2"-1"149"0,2 2 51 0,0 1-173 15,-1 0-137-15,1 0-73 0,-2 0-21 0,2-1-8 0,0 1-6 0,-2 2-7 16,2 2-18-16,2-2-11 0,-2 3-8 0,2-2 8 15,-1 4 20 1,1 0 10-16,-1-1 15 0,3 2 11 0,-3-1 0 16,5 3-10-16,-3-1-12 0,-1 3-16 15,1-1-17-15,-1 1-16 0,1 1-18 16,-1 0-15-16,1 3-14 0,-1 1-4 0,1 3-8 0,1-1 2 16,-2 2 8-16,1 2 27 0,-2 2 26 15,3 2 13-15,-3 3 5 0,1-1-7 0,-1 3-11 16,1 2-24-16,1 1-27 0,-1 2-19 0,1-1-11 15,-1 2-6-15,2 0-7 0,-1 1-4 0,0 1 1 0,2 2 2 0,0 0 0 16,0 2-2-16,-2-1-1 16,2 3-2-16,-1 0-5 0,1-2-5 0,0-1-1 15,-2 2-2-15,2-1 3 0,0 0 1 0,-2-2-2 16,3 2-1-16,-1-1-1 0,-2 1-2 16,0-2-1-16,2 3-1 0,-2-2-2 0,0 2-4 0,1 3-1 15,0-1 1-15,-1 0 0 16,0 0 0-16,-1 2 4 0,1-1 2 0,-1 0 4 0,-1 2 0 15,1 0 1-15,1 0-1 0,-1 1-1 0,-2 0-2 16,1-1-3-16,1 0-3 0,1 1-1 0,0-1-2 31,-1-1 1-31,-1-3 2 0,2 3 2 0,-1-2 2 16,3-1 1-16,-2-1 3 0,0 1-2 0,-1-1-3 16,1-1 1-16,0 2-1 0,0 0 0 0,0-1-2 15,0 0-3-15,-1 0 0 0,-2 3 0 0,3-1-1 16,-1-1 0-16,-2 0 5 0,1 0 7 0,1 0 6 15,0 1 2-15,-1 1 2 0,-1-1-6 16,2 1 1-16,0 1-3 0,-2 1-3 0,1 2 1 16,-1-1-1-16,0 2 5 0,0 1-1 0,0-1 0 15,0 3 0-15,2 2-1 16,-2-1-7-16,0 4-2 0,0 1-4 0,0 5 2 0,0 0 0 0,-2 4-3 16,2 2 9-16,0 5 4 0,0 1-4 0,2 1-8 15,-1-1-2-15,-1 2 0 0,3-2 2 0,-1 3-1 16,-1-2 4-16,2-1 6 0,1-2-3 0,-1 0-1 15,0 0-7-15,0 0-1 0,2 1 0 0,-2-1-3 32,3 2 8-32,-3-2 3 0,2-5 3 0,0-2 1 15,0-4 3-15,-2-7-6 0,2-6-6 0,-1-8-5 16,1-5-2-16,-2-8-5 0,-1-9-3 0,1-6 7 16,-3-6-6-16,0-6-18 0,-3-9-68 15,-4-8-64-15,-5-9-128 0,-1-10-219 0,-4-10-308 16,-2-12-344-16,-5-10-243 0,-3-11-104 0,-1-10 445 15,-2-11 625-15</inkml:trace>
  <inkml:trace contextRef="#ctx0" brushRef="#br0" timeOffset="88505.98">6270 7182 218 0,'3'2'562'0,"-1"-1"278"16,-1-2 164-16,3-1-147 16,-1-2-201-16,0-2-154 0,0-3-52 0,2 2-12 15,3-3-36-15,-2-1-61 0,0 0-56 16,3-3-46-16,1-2-56 0,-2-1-57 0,4-3-36 0,0-1-26 16,-1-2-15-16,2 0-8 0,1-3-6 0,-1 0-2 15,2-1-4-15,-2 2-1 0,1 0-1 0,-1 2-1 16,-2 2-2-16,0 3-4 0,-1 3-4 0,-1 2-3 15,-1 1-3-15,-2 3-4 0,2 1-2 0,-3 2 0 32,4 2 0-32,-2 2 1 0,2 4-2 0,-1 1 2 15,3 3 0-15,2 3-1 0,-1 2 0 16,1 6-2-16,0 2 1 0,-1 3 0 0,1 1 0 16,0 3-1-16,-2 1 1 0,0 0-5 0,1 2-4 15,-2-2 3-15,-2-1-5 0,3 2 0 0,-3-1-12 16,-2-2-24-16,2-2-75 0,-3-1-107 0,-2 1-191 15,-2-3-298-15,-2-3-342 0,-1 1-378 0,-4-3-179 16,0-1 293-16,-2-1 735 0</inkml:trace>
  <inkml:trace contextRef="#ctx0" brushRef="#br0" timeOffset="90954.81">2942 6730 226 0,'6'0'528'0,"-1"0"268"15,0 0 175-15,-2-1-168 0,-1 1-152 0,-1-1-108 0,1 1-22 16,-1 0-4-16,1-2-53 0,-2 2-79 0,-2-2-65 15,-1 0-55-15,0-1-68 0,-5 1-58 0,0-2-35 16,-3 2-19-16,0 0-16 0,-6-1-18 0,1 3-14 16,-6-2-13-1,-3 4-11-15,-4 1-8 0,-1-1-7 16,-3 5 1-16,-2 1 0 0,0 0 1 0,2 0-1 0,-2 3 1 16,3 1 0-16,2 0-2 0,2-1 1 15,4 0 5-15,5 0 1 0,2-1 0 0,6-1 1 0,0 0 1 16,6 0-5-16,3 0-8 0,4 1-4 0,4-2-1 15,7 3-1-15,1-2-2 0,3 0 6 0,6-2 3 16,2 0 2-16,2-1 1 0,3-1 1 0,3 1 5 16,2-4 4-16,0-2 1 0,-1 2 0 0,1 1 0 15,-3-2 0-15,-2 1-5 0,0 1-1 0,-6 1-2 16,1 0 0-16,-4 1 1 0,-3-1 0 0,-3 4 0 16,-4-1 1-16,0 2 1 0,-5 0 1 0,-3 3 0 15,-1 1 1-15,-4 0 0 0,-1 1-1 0,-2 0-1 16,-1 1 0-16,-3 1 1 0,1 1-1 0,-2 0-1 15,-1 1-5-15,0-3-3 0,1 3-3 0,-2-3-1 16,2 0-1-16,1-3-1 0,-2-2 4 0,1 0 3 16,4-4-1-1,-2 2-10-15,2-3-15 0,1-2-19 16,2-2-53-16,0-1-69 0,1-1-79 0,2-5-128 16,0-4-163-16,5-1-262 0,0-4-261 0,1-3-203 15,5-3-86-15,-1-2 327 0,1-2 480 0</inkml:trace>
  <inkml:trace contextRef="#ctx0" brushRef="#br0" timeOffset="91155.33">3166 6778 222 0,'16'-5'597'0,"2"4"325"0,-6 4 187 0,1 6-185 15,-2 4-214-15,-1 3-103 0,-1 5-81 0,-1 4-85 16,0 1-87-16,-2 2-82 0,2 3-65 0,-3 1-73 16,-2 1-61-16,2-1-29 0,-2 1-21 0,0-2-8 15,0-2-3-15,2-2-6 0,-2-2-6 16,0-4-3-16,2-3 0 0,-2-5-37 0,2 0-60 0,-2-4-59 15,-3-3-128-15,0-5-190 0,0-4-321 0,-5-3-283 32,1-3-232-32,-3-4-109 0,-2-2 404 0,-1-5 556 15</inkml:trace>
  <inkml:trace contextRef="#ctx0" brushRef="#br0" timeOffset="91338.36">3114 6589 98 0,'-4'-20'766'0,"-1"7"621"15,0 3 79-15,-1 2-240 0,1 4-405 0,0 2-387 0,2 4-184 16,-2-1-130-16,2 4-57 0,3 1-33 0,0 1-14 16,0 1-10-16,5 3-5 0,1-1-3 0,2 0-3 15,5 1-2-15,0-3-48 0,2 3-54 0,3-2-114 16,2-1-158-16,1 0-279 0,-1-1-310 0,6-1-250 16,-1-2-128-16,2-1 285 0,-2 0 516 0</inkml:trace>
  <inkml:trace contextRef="#ctx0" brushRef="#br0" timeOffset="91672.78">3655 6610 277 0,'14'-4'524'0,"-1"1"189"0,-4-2 160 0,1 2-179 16,1-1-121-16,0 1-72 0,-1 0-51 0,0 0-34 16,3 1-70-16,-3 1-82 0,4 0-47 0,-1 1-32 15,1 1 5-15,-3 0 2 0,2 3-8 0,-1 0-6 16,-2 2-22-16,-2 3-16 0,-1 1-26 0,-2 4-14 15,-3 3-13-15,-4 3-8 0,-1 2-12 0,-5 3-12 16,2 2-9-16,-4 1-10 0,-1 3-7 0,-1 0-6 16,-1 0-5-16,0 2-5 0,2-2-3 0,2 1-3 15,-2-2-3-15,3-2-2 0,3-2-1 0,2-2-1 16,0-3-1-16,3-2-1 0,1-3-1 0,4-1-1 16,0-3-2-16,3 1 1 0,1-5-1 0,2 3 1 15,2-5 1-15,1-1 2 0,2 0 0 0,1 0 1 16,1-4 1-16,2 0-4 0,1 1-12 0,-2-2-14 15,3 0-24-15,0 0-53 0,0-2-71 0,-3 1-74 32,-2-4-127-32,1-1-176 0,-1 1-306 0,-1-5-254 15,2-1-201-15,-1 0-57 0,-3-3 389 16,3-4 521-16</inkml:trace>
  <inkml:trace contextRef="#ctx0" brushRef="#br0" timeOffset="91954.65">4340 6639 460 0,'1'-8'1030'0,"-2"0"308"0,-1 2-14 16,-1 4-254-16,0-3-378 0,-1 4-234 15,0-1-127-15,-1 1-80 0,2 1-75 0,-2 1-68 16,2 2-42-16,0 2-29 0,-2 1-18 0,3 4-11 16,-2 3-5-16,2 4-3 0,2 3-1 0,0 2-1 15,2 4 0-15,2-1-1 0,1 2 0 0,2 1 3 16,-1-2 0-16,6 0 0 0,-2-2 3 15,3 0-2-15,2-2 0 0,2-2-2 0,1-1 0 16,1-4-3-16,0-1 0 0,3-2 0 0,0-4-1 16,1-1 0-1,-1-3-5-15,3 0-21 0,-3-4-60 16,-1-4-63-16,1 2-76 0,-6-7-138 0,3 1-202 16,-4 0-305-16,-3-3-233 0,-3 1-195 0,0 0-5 15,-5-3 420-15,-3 1 492 0</inkml:trace>
  <inkml:trace contextRef="#ctx0" brushRef="#br0" timeOffset="92190.14">4253 6566 425 0,'-16'3'1347'0,"0"6"338"16,3-2-255-1,-1-1-339-15,5 0-475 0,2-3-310 0,1 1-156 0,6-1-77 0,3 0-36 0,5-2-18 16,5 1-5-16,4-2-2 0,4-2-3 15,4 0-3-15,4-4 0 0,1 1-2 0,1-1-4 16,1 0-4-16,0 2-1 0,-1 2 0 0,-1 1-29 16,-3 2-72-1,-3 4-84-15,-4-1-167 0,-6 4-288 16,-1 2-327-16,-5 0-337 0,-2 2-180 0,-6 1 166 16,-5 0 653-16</inkml:trace>
  <inkml:trace contextRef="#ctx0" brushRef="#br0" timeOffset="92354.34">4413 6801 526 0,'-4'9'1084'0,"1"-3"238"0,0 0-118 0,1-2-317 16,2 1-416-16,2-2-229 0,1-1-125 0,2 2-60 15,4-2-31-15,2 2-13 0,4-2-10 0,4 2-4 16,4-2-1-16,4 3-3 0,3-1-2 0,5 5-12 16,1-1-24-16,2 4-105 0,2 2-185 0,2 2-292 15,3 4-270-15,0 2-255 0,2 4-135 16,1 1 318-16,-3 5 523 0</inkml:trace>
  <inkml:trace contextRef="#ctx0" brushRef="#br0" timeOffset="93806.05">6551 13002 98 0,'-3'0'617'0,"0"0"427"0,-3-2 145 0,1 2-107 15,2-2-401-15,1 0-338 0,4-1-155 0,1-1-93 16,2-4-51-16,4 0-21 0,4-1-10 0,0 1-4 31,6-3 30-31,1 2 16 0,3 0 12 0,3 1 20 16,4 1 15-16,5 1 6 0,1 2-24 0,4-1 46 16,1 2 36-16,5 0 0 0,0 1-8 15,6-3-14-15,0 4-6 0,2 0-50 0,3 0-38 16,3-3-19-16,2 3-8 0,4-1-5 0,3 0-4 15,1 0-5-15,3 2-5 0,1-2-2 0,2 0-4 16,1 1 19-16,-1 1 11 0,5-1 8 0,0-1 5 16,1 1 1-16,3-1 2 0,2 2-18 0,0-3-13 15,4 2-8-15,-3-1 0 0,2-1-2 0,2-1 1 16,1 1 2-16,2-1 3 0,3-2 0 0,4 0-3 16,-2-1-1-16,3 3-1 0,0-3-1 0,-2 4 1 15,4-4 2-15,2 3 0 0,2-1 1 0,0 1-2 16,2-1-4-16,-1 4 0 0,1-2 1 0,-2-1 0 15,3 3 1-15,1-2 1 0,2 0-1 16,1-1-3-16,-1 0-1 0,-1-2-1 0,3-1 0 16,0 1 3-1,1-5 1-15,1 3 2 0,-1-3-3 16,1 0 0-16,-3 2-1 0,1-2 0 0,-1-1 1 16,3 3 1-16,-2-2 0 0,2 1-2 0,-2 1-1 15,-2 0 0-15,-2 0-1 0,0 2 4 0,-2 0 0 16,-2 1 0-16,3-1 1 0,-4-1-2 0,2 4-4 0,-5-2 0 15,-1 0 1-15,-3 0 2 0,1 0 1 16,0 0 2-16,0 0 0 0,-3-1-3 0,1 0-1 16,-2 1-1-16,-4 0 1 0,-2 1 0 0,0 3 3 15,0-2 1-15,-5 3 0 0,3 0 0 0,0 1-2 16,-3 1-2-16,-2 2-2 0,0 0 0 0,-4 1 1 16,-2-1 0-16,1 2 2 0,-2-3 4 15,1 4 0-15,-1-1 2 0,-1-3-1 0,-1 2-1 0,0-2-1 16,-3 0-5-16,-2 0 0 0,-1-2 0 0,-1 0 0 15,-4 0 0-15,0-2 1 0,-2-1 3 0,0 0 1 32,1 0-2-32,-3-2 0 0,1 1 1 15,-2-1-1-15,0-1-1 0,-3 0 0 0,-2 0 0 16,-1 0-1-16,-2 0 1 0,0 0-1 0,-5 0 0 16,0 0 2-16,-4 0-1 0,1 2 1 15,-8 0-1-15,2-1 1 0,-5 2 0 0,-3 0-2 0,-1 3-1 16,-6-2 0-16,-2 2 0 0,-4 0 1 0,-4 2 1 15,-4-2 0-15,-1 4 0 0,-6-1-8 0,-2 1-19 16,-5-2-54-16,-3 0-69 0,-4 0-97 16,-3-2-167-16,-3 0-280 0,-2-4-319 0,-5 2-274 15,2-5-175-15,-6-4 191 0,1-1 592 0</inkml:trace>
  <inkml:trace contextRef="#ctx0" brushRef="#br0" timeOffset="94070.99">17128 12175 380 0,'0'-13'969'0,"-2"1"304"0,0-1-64 15,1 7-235 1,1-3-467-16,1 3-227 0,4 2-99 0,2 1-25 0,5-1 19 0,1 2 4 0,4-1 18 31,2 1-12-31,7 1-23 0,0 0-25 0,3 1-33 16,4 1-19-16,2 0-25 0,3 1-16 0,3 1-9 16,2 0-14-16,1 3-7 0,0 2-5 0,3-1-3 15,-4 5 7-15,-2 2 6 0,2 1 2 0,-7 3 0 16,-1 3 1-16,-3 3-2 0,-4 1-5 0,-3 8-7 15,-7-1-3-15,-2 5 0 0,-8 1-1 0,-3 5-1 16,-5-1-2-16,-5 4-2 0,-3-3-5 0,-6 2-11 16,-1-2-15-16,-4-3-36 0,0 1-63 15,-3-7-67-15,-1-1-120 0,2-8-176 0,0-3-304 16,3-5-289-16,1-3-226 0,4-4-107 0,4-4 357 16,3-3 562-16</inkml:trace>
  <inkml:trace contextRef="#ctx0" brushRef="#br0" timeOffset="94772.66">17953 13258 285 0,'1'-13'654'16,"-1"-1"301"-16,-1 4 125 0,-1 1-215 0,1-1-263 16,-1 3-135-16,2 1-53 15,0 1-32-15,0 4-39 0,0-2-48 0,0 3-48 0,0 0-38 16,2 3-59-16,-1 3-37 0,2 3-31 0,1 5-11 16,1 4-7-16,-2 4-9 0,3 4 1 15,-2 4-9-15,1 3-5 0,0 3-6 0,2 3-2 16,-1 4-2-16,1 0-8 0,0 1-3 15,1 1-2-15,0-2-3 0,1 1-4 0,2 0-2 16,-1-2 0-16,2-4-2 0,1 0-2 16,1-4-2-16,1-2-2 0,0-4-1 15,1-2-1-15,1-5 0 0,0-1 0 0,1-5 2 0,-2 0-2 16,3-3 1-16,0-5 0 0,-1-1-2 16,0-1 0-16,0-4-2 0,-1-1 2 0,1-3-1 15,-1-1-1-15,0-2 2 0,-2 0-4 16,0-2-12-16,-3 0-20 0,-1 0-44 0,-2-2-69 15,-3 2-74-15,-4-2-141 0,-2 2-226 16,-3-1-305-16,-2 0-291 0,-3 2-209 0,-3-3-46 0,-2 1 496 16</inkml:trace>
  <inkml:trace contextRef="#ctx0" brushRef="#br0" timeOffset="94990">17793 13746 268 0,'-2'-2'1085'0,"-1"-1"484"0,3 2-129 0,0 0-298 0,3-1-473 16,2 0-302-16,2 1-183 0,4-4-99 0,3 3-40 31,2-3-21-31,4-1-8 0,2 1-6 0,4-1-5 16,2-3 0-16,4-1-2 0,2-3-2 0,3 2-1 16,1-4-2-16,3 0 0 0,3-1 1 0,1 3-56 15,0 1-60-15,0 0-129 0,0 3-257 16,-3 3-294-16,-1-1-341 0,1 3-251 0,-5 2-55 15,-4 0 515-15</inkml:trace>
  <inkml:trace contextRef="#ctx0" brushRef="#br0" timeOffset="95605.83">19224 13139 334 0,'-3'-12'777'0,"-2"-1"344"0,-3 1 57 16,-1 3-252-16,1 0-248 16,-2 0-126-16,1 2-111 0,-2 1-80 0,1 2-56 15,-2-1-52-15,1 2-70 0,-1 1-60 0,0 1-35 16,-1-1-20-16,4 4-15 0,-4-1-12 0,4 3-8 16,-1 0-9-16,-1 0-6 0,2 2-8 15,1 1-4-15,-3 4-2 0,4-2-2 0,-1 1-1 16,3 1-1-16,-2 3 1 0,2-1-1 0,0 2 2 15,2 5 0-15,0 2 0 0,0 2 1 0,1 3-3 16,0 2 0-16,-1 2 0 0,2 1-2 0,1 2 1 31,-3 0 0-31,1 1 0 0,2 1 0 0,-1-2 0 16,1-3-1-16,1 1 0 0,1-6 1 16,2-1 1-16,-1 1 0 0,4-3 0 0,1-1 0 0,0-1 0 15,4 2-1-15,0-2 0 0,2 1 1 16,-2 0 1-16,4 0 1 0,0 0-1 0,1 0 1 15,1 1 0-15,1-2-1 0,-2 0 0 0,5-1-1 16,-1-2 2-16,-2-4-1 0,3 0-1 0,0-3 0 16,2 0-1-16,-2-7 0 0,2-2 0 0,3-4-1 15,-2-2 0-15,2-7 0 0,-3 0-1 16,2-3-1-16,-2-2-13 0,1 0-41 0,-3-4-78 0,-2-1-121 16,-2 2-233-16,-3-3-304 0,-3 2-358 15,-2 0-351-15,-4-1-101 0,-3 0 474 0,-3 3 715 16</inkml:trace>
  <inkml:trace contextRef="#ctx0" brushRef="#br0" timeOffset="96455.05">19626 13691 357 0,'-2'6'680'16,"1"-2"238"-16,-1 0 47 0,0-2-324 0,2-1-235 15,4-2-114 1,-3-4-67-16,2-2-13 0,2-4 0 0,3-4 9 15,-2-6-3-15,4-3-21 0,1-3-7 0,1-4-10 16,0-1-20-16,2 0-3 0,-1 0 13 0,-3 3-8 16,0 4-24-16,-2 4-11 0,-2 3-5 0,0 3-12 15,-3 5-31-15,2 2-18 0,-3 0-10 0,1 5-17 16,-1 3-13-16,1 6-9 0,-1 3-5 16,1 7-3-16,0 1-2 0,1 5-1 0,1 4 0 15,-2 1-1-15,2 1-1 0,2 2 1 0,-1-4-1 16,2 0 1-16,0-2 0 0,-2-5-1 0,2-1 1 15,1-1 0-15,1-5 0 0,0-4-1 0,-1-3 0 16,0-2 2-16,3-4 1 0,-2-5 0 0,0-3 0 31,1-3 0-31,-2-4-1 0,3-1-1 0,-4-3 0 16,0 1 0-16,-1-1 2 0,1 4-1 16,-1-1 1-16,-4 6 1 0,0 0 0 0,0 3 1 15,0 1-1-15,-1 2 0 0,-1 2 0 0,-1 1-1 16,3 1-2-16,-3 2 0 0,4 3-1 0,-3 0-1 15,2 2 2-15,1 2 2 0,1 0-1 0,-1 0-1 16,2 0 0-16,1 1-2 0,-1-2 0 0,2-1-1 16,1 0 0-16,-1-3-1 0,4 0 1 0,-2-2 1 15,2-1 1-15,-1-2-1 0,4-2 1 0,0-2-7 16,4-1-23-16,-3-2-47 0,2 2-55 16,1-2-47-16,2 2-43 0,-1 0-28 0,2 1 3 15,-4 0 45-15,3 3 65 0,-5 3 52 0,-1 2 35 16,-2 0 22-16,-1 5 9 0,0 2 7 0,-4 3 6 15,-1-1 9-15,0 6 8 0,-3 0 11 0,0 1 7 16,-1 1 7-16,0 1-1 0,0-1-7 0,2-2-7 16,-4-1-8-16,4-1-6 0,-2-1-5 0,0-4 0 31,2-1-15-31,-1-7-21 0,0 1-80 0,1-6-139 16,-4-4-199-16,2-1-291 0,-1-4-257 0,0-4-202 15,-2-1 105-15,-2-6 420 0</inkml:trace>
  <inkml:trace contextRef="#ctx0" brushRef="#br0" timeOffset="96604.9">20411 13090 28 0,'0'-7'405'0,"-3"7"283"16,0 3 183-16,-3 2 28 0,3 5-345 16,0 3-269-16,-1 1-135 0,4 1-91 0,-1 1-97 0,1 1-113 15,1 2-232-15,3 2-246 0,-1 0-170 0,2 1-26 16,1 3 166-16,-2 0 265 0</inkml:trace>
  <inkml:trace contextRef="#ctx0" brushRef="#br0" timeOffset="96937.99">20674 13744 187 0,'12'2'781'0,"-3"-4"398"15,-5-1 39-15,0-5-152 0,-3-6-415 16,2-3-214-16,2-7-88 0,-2-2-43 0,2-6-27 15,1-4-28-15,1-2-33 0,1 0-74 0,-1-2-51 16,3 3-34-16,-2 3-21 0,3 6-12 0,-5 4-11 16,0 5-7-16,-1 4-4 0,0 2 5 15,1 8 5-15,-1 2 5 0,0 3 1 0,-1 4-1 16,3 5 2-16,-1 3-7 0,2 3-2 0,-2 2-3 16,2 1-2-16,0 3-4 0,3-2 0 0,-3 3-3 15,3-5 0-15,0 3-2 0,0-4 0 0,3-1 2 16,-1-1-1-16,0-4 0 0,4-1-2 0,-2-3 1 15,2-1 1-15,2-4-2 0,-2-1 2 0,4-3 1 16,1-3-3-16,-3-2-10 0,3 1-39 16,-2-1-71-16,0-2-72 0,-3-2-141 0,-1 2-235 15,-1-1-313 1,-2-1-303-16,0 0-205 0,-4 0-28 16,-1-3 500-16</inkml:trace>
  <inkml:trace contextRef="#ctx0" brushRef="#br0" timeOffset="97387.33">21198 12828 114 0,'-5'-14'646'0,"0"2"427"15,0 5 123-15,0 2-118 0,4 1-422 16,1 2-292-16,1 2-146 0,2 0-78 0,5 2-38 0,4-1-24 16,2 1-7-16,0-1-17 0,5 0-21 0,1-1-15 15,0 2-11-15,2-2 0 0,1 0-5 0,-2-2-2 16,4 2-4-16,-1 0-2 0,1-1 1 0,-1 1-2 15,-2-1-2-15,0-1 3 0,-1 1 6 0,-5-1-1 16,-1 1 2-16,0-1 0 0,-1 1 1 0,-3 1-1 31,-1-2-2-31,-1 1 48 0,0 1 39 16,-2 0 20-16,1 1 11 0,1 1-1 0,-3-1 6 16,2 4-39-16,0-1-36 0,0 3-20 0,0 2-13 15,2 1-5-15,-2 5-9 0,2 0-5 0,3 4 1 16,0 0 3-16,1 5 6 0,3 1 0 0,-1 1-1 15,1 5 1-15,1 0 2 0,3 1-1 16,-4 2-5-16,0-1-1 0,2 2 3 0,-3-1 2 0,1-1-2 16,-1 0 2-16,-2 1-2 0,-4-3 3 0,-2 1-1 15,0 2 34-15,-5-1 26 0,-2 0 18 16,-2-1 11-16,-2 2 2 0,-6-3 3 0,-1 1-33 16,-1-2-21-16,-7-2-19 0,0-1-12 0,-3-3-6 15,-4 0-8-15,-4-3-17 0,-3-3-65 0,-2-1-65 16,-4-5-127-16,-2-3-226 0,-1-2-308 0,-3-6-338 15,-4-3-250-15,-2-6-88 0,-3-7 460 0,-7-4 627 16</inkml:trace>
  <inkml:trace contextRef="#ctx0" brushRef="#br0" timeOffset="98771.54">7889 8168 163 0,'-3'0'754'0,"0"0"445"16,-2 0 94-16,2 0-120 0,0 2-393 15,-2 0-253-15,4 1-155 0,-1 0-87 0,2 2-57 16,0 3-56-16,2 1-58 0,2 0-40 0,-1 4-21 15,2 0-9 1,3-1-7-16,0 1 0 0,1-1-2 0,1 0-5 0,1-2-1 0,0-3-6 16,0 2-2-16,0-1-1 0,0-6-1 0,0 2-1 15,-1-4-1-15,-1 0 1 0,1-4 2 0,-4 0 4 32,-1 0 8-32,1-3 10 0,-3 1 7 0,-3 0 7 15,-1 0 3-15,-4-1-2 0,2 1-5 0,-3 0-9 16,-2 0-8-16,-2 1-9 0,1 2-8 0,-1 0-4 15,0 2-6-15,1 1-3 0,0 0-2 16,2 3-2-16,-1 0-3 0,2 1 0 0,2 4-1 0,0 2 0 16,1 3-1-16,3 0 1 0,0 3 1 15,2 1 0-15,1 1 0 0,0-1 1 0,2-2-1 16,1-2 2-16,0-1-3 0,2-3 1 0,0-2-1 16,0-3 0-16,0 0 0 0,2-6 0 0,0-4 0 15,-2-3 1-15,0-3 2 0,-3-4 1 0,2-3 1 16,-3-2 2-16,-1 1 1 0,-3 1 0 0,0-1 2 15,-3 3-1-15,-3 2 1 0,1 2-1 0,-1 3 0 16,-4-1-1-16,1 4-1 0,-1 1-1 16,-1 4 0-16,-1 2-1 0,2 0-2 0,-1 6 0 15,2 1 0 1,1 4-2-16,0-1 0 0,1 5-2 16,1 1 1-16,3 0-1 0,0 2 0 0,3 0 0 0,0-2-1 15,2 1 0-15,-1-2-7 0,5-2-10 16,-1-1-18-16,1-1-22 0,-1-4-50 0,0 0-82 15,1-2-114-15,2-2-197 0,-3-1-297 0,1-2-344 16,-1-4-324-16,-2 0-121 0,0-3 381 0,2-2 682 16</inkml:trace>
  <inkml:trace contextRef="#ctx0" brushRef="#br0" timeOffset="99254.54">7794 7753 224 0,'-1'-21'720'0,"-1"3"393"0,-1 1 104 0,0 6-199 16,1 2-284-16,0 1-191 0,1 4-152 0,1-1-99 15,0 3-65-15,1 4-51 0,3 3-65 0,-1 4-36 16,5 5-16-16,-2 6-5 0,5 5-6 0,0 3 8 15,2 8 7-15,1 3-11 0,2 6 1 0,0 3-3 16,1 4-3-16,1 7-9 0,-1 1-10 16,-1 3-6-16,1-2-8 0,-1 3-5 0,1-2-1 0,-2 1-2 31,0-2 0-31,-2-5-3 0,1 0-4 16,-1-4-1-16,-2-2 0 0,0-6-1 0,0-2-1 0,-3-9 0 15,0-2-9-15,-3-4-26 0,-2-5-65 16,-3-4-66-16,-2-3-118 0,-3-4-174 0,-4-7-294 15,0-4-312-15,-3-4-236 0,-3-7-135 0,-1-4 305 16,-5-4 564-16</inkml:trace>
  <inkml:trace contextRef="#ctx0" brushRef="#br0" timeOffset="99554.74">7559 7592 272 0,'0'-7'763'0,"3"0"310"0,-2 3 31 16,2-1-222-16,2 2-348 0,3 0-209 0,2 3-111 16,6-2-35-16,2 4-6 0,2-2-5 15,3 3-26-15,2-2 10 0,2 1 16 0,3-1-6 16,2 1-18-16,1 0-14 0,0-1-10 0,1 0-40 0,0 1-36 0,1-1-19 15,-1 1-9-15,-1-1-7 16,-1 0-2-16,-1 1-3 0,-2 1-8 0,-3 1-63 16,-2 1-55-16,-2 1-119 0,-6 2-196 0,0 5-303 15,-7-1-324-15,-1 3-231 0,-5 3-115 0,-3 4 382 16,-3 1 578-16</inkml:trace>
  <inkml:trace contextRef="#ctx0" brushRef="#br0" timeOffset="99805.57">7820 8926 254 0,'11'24'568'0,"3"-3"218"0,0-4 173 16,2-4-98-16,3-1-258 15,1-3-126-15,4-3-73 0,1-3-10 0,3-3-71 0,2-3-79 16,4-3-9-16,-1-3-21 0,5-1-17 15,0-2-41-15,2 0-26 0,2 0-17 0,1-2-55 16,3 5-26-16,-2-2-21 0,2 4-59 0,0 1-66 16,0 2-121-16,1 2-207 0,2 4-296 0,-1 0-337 15,2 2-267-15,2 2-121 0,-1-1 386 0,1 3 624 16</inkml:trace>
  <inkml:trace contextRef="#ctx0" brushRef="#br0" timeOffset="100904.08">15317 11520 114 0,'-3'6'635'16,"-2"2"418"-16,2 2 139 0,-2-1-88 16,2-2-412-16,1-1-257 0,2 1-145 0,-1 0-86 0,2-3-45 15,-1 1-39-15,2-2-19 0,1-2 21 16,1 1 6-16,0-1 21 0,1-1 5 0,-2-1 8 15,1-1-8-15,0-1-33 0,-1-1-17 0,-1-1-19 16,-1 2-5-16,3-2-4 0,-4 1-5 16,0 1-8-16,0 1-7 0,-2 0-10 0,0-1-10 0,1 2-10 15,-1-1-7-15,1 2-7 0,-3 0-4 16,0 0-2-16,2 0-4 0,1 0-1 0,-1 3-1 0,-1-2-1 16,1 3 0-16,1 1-1 0,-1-1 0 15,1 4 0-15,-3-2 0 0,4 2-1 0,-1-2-1 16,-1 0-9-16,2-1-17 0,0 1-35 0,0-4-72 15,0 3-79-15,-2-4-143 16,2 1-232-16,0-2-311 0,0 0-328 0,0 0-211 0,0 0-24 16,2-2 514-16</inkml:trace>
  <inkml:trace contextRef="#ctx0" brushRef="#br0" timeOffset="101321.17">15170 11044 346 0,'3'3'736'0,"-3"-2"253"0,2 2 50 0,-1 2-226 16,1 0-256-16,1 1-166 0,0 1-66 0,2 3-17 0,2 1 14 0,0 3-17 31,1 2-41-31,2 3-29 0,-1 5-41 0,2 1-38 16,-3 6-43-16,2 4-34 0,2 3-17 0,-2 6-16 15,1 2-7-15,-2 4-5 0,1 2-11 0,2 2-5 16,-2 0-5-16,0 0-6 0,0 1-3 0,2-3-2 15,-1-4-1-15,1-3-3 0,-1-1-2 16,-1-5 0-16,2-5 0 0,-4-4 1 0,1-3-2 16,-5-5 2-16,2-3-1 0,-3-6-13 0,-1-2-33 0,-2-5-69 0,-2-4-60 15,-2-4-113-15,-4-5-167 0,0-4-273 0,-2-5-290 16,-3-3-215-16,0-2-154 16,-3-6 246-16,-2-3 532 0</inkml:trace>
  <inkml:trace contextRef="#ctx0" brushRef="#br0" timeOffset="101637.07">14854 10924 55 0,'5'-9'527'0,"4"5"380"0,-2-1 173 15,-3 4-36-15,4-1-316 0,3 2-264 0,0 2-142 16,5-1-64-16,0 2-34 16,6 2 47-16,2 0-25 0,1 2-35 0,5-1-32 15,2-1-23-15,4 1-18 0,0 0-62 0,1-1-32 16,-1 1-19-16,1-1-11 0,0-1-8 0,-2-1-5 16,-2 0-1-16,1-2-4 15,-3 3 3-15,-2-2 1 0,-3 2-3 0,-5-1-31 0,0 2-59 16,-4 2-60-16,-6 1-129 0,-3 3-203 0,-3 0-309 15,-3 2-283-15,-4 2-222 0,-3 0-72 0,0 2 423 16,-4-1 533-16</inkml:trace>
  <inkml:trace contextRef="#ctx0" brushRef="#br0" timeOffset="101937.71">15029 12100 455 0,'4'8'908'16,"-3"-4"242"-16,3 0-39 0,-1 1-316 0,4-2-302 0,1 0-182 0,4-3-91 15,3 0 10-15,3 0 22 0,2-3 6 0,5-3-29 16,2 0-38-16,2-3-31 0,1-1-50 0,0 0-44 15,1-3-31-15,3 0-17 16,-3 1-7-16,1 0-3 0,-1 1-4 0,-1 3-4 0,0-2-14 0,0 4-64 16,-3 3-73-16,-3-1-160 0,0 4-263 15,-2 0-307 1,-1 3-341-16,-1 0-211 0,-1 0 52 0,0 1 609 16</inkml:trace>
  <inkml:trace contextRef="#ctx0" brushRef="#br0" timeOffset="103221.15">8736 12527 13 0,'2'2'480'16,"3"2"426"-16,-3-3 225 0,1 4-38 0,0-3-302 15,-1 4-298-15,1 2-157 0,0 2-51 0,1 2-9 0,0 2-8 16,0 5-36-16,0 2-35 0,0 1-41 0,0 3-52 16,-1 2-39-16,0 0-29 0,3 1-18 0,-3 1-9 31,2-2-4-31,-2 3-1 0,0-4-6 0,2 0-13 16,-2-1-53-16,2 1-51 0,-2-2-112 15,2-1-181-15,-4-3-300 0,1 3-304 0,-2-4-246 16,0-4-138-16,0 2 312 0,-2-2 572 0</inkml:trace>
  <inkml:trace contextRef="#ctx0" brushRef="#br0" timeOffset="107437.15">8888 13590 241 0,'-6'-6'588'0,"2"1"326"0,-3 3 172 16,2-2-209-16,-1 3-238 16,-2 1-158-16,2 3-117 0,1 1-83 0,2 4-51 15,0 1-30-15,1 4-11 0,0 4-3 0,4 1-13 16,1 3-13-16,2 1-26 0,0 2-27 0,6 2-24 15,-2-1-26-15,1 2-15 0,4-2-14 0,-1-2-9 16,1-3-9-16,-1-4-7 0,1-2 0 0,0-4-1 16,0-5-2-16,0-4-2 0,-1-5 4 15,-2-4 1-15,0-6 0 0,-3-4-1 0,0-5 0 16,-2-4 3-16,-3-2 3 0,-1-2 6 0,-2-2 10 16,-2 1 11-16,-4 2 6 0,-1 2 4 0,-2 2-2 15,-2 3-4-15,-4 4-8 0,0 2-9 16,-2 4-5-16,1 3-5 0,-3 2-6 0,2 4-4 0,1 2-2 15,0 4 0-15,2 1-4 0,4 3-1 16,0 2-1-16,3 6-11 0,4 1-34 0,1 3-75 16,5 3-90-16,1 0-155 0,4 3-223 0,4 0-320 15,4 0-321-15,3 0-189 0,4 2 74 0,6-4 532 16</inkml:trace>
  <inkml:trace contextRef="#ctx0" brushRef="#br0" timeOffset="108503.77">15679 12495 11 0,'-6'1'352'16,"-1"-1"303"-16,-2 0 290 0,5 0 130 0,-3 0-306 15,4 0-211-15,0 0-133 0,-1 0-105 0,4 0-94 0,-1 1-80 0,2-1-56 16,1 4-27-16,3 2-16 0,1 3-7 16,-1 2-5-16,4 3-5 0,-1 1 1 0,2 3-10 15,-4-1-4-15,3 4-5 0,-2-2 1 0,-2 3-5 32,0 3-3-32,-2 0-4 0,-2 3-7 0,-1 1-1 15,-1 1-7-15,-2 3-1 0,-1 0-11 0,1 2-19 16,-3-3-76-16,-1-3-132 0,-2 0-171 0,1-5-288 15,0-5-261-15,-3-2-206 0,3-6 77 0,-3-5 385 16</inkml:trace>
  <inkml:trace contextRef="#ctx0" brushRef="#br0" timeOffset="109154.12">15546 13252 12 0,'5'-13'443'0,"0"2"391"0,-2 1 278 0,-3 1 38 16,-3 0-321-16,0 0-280 0,-2 4-130 0,-1-1-47 0,-4 3-41 16,2 0-51-16,-3 3-38 0,-1 0-38 15,1 2-50-15,-1 0-53 0,-2 4-40 0,3 1-23 16,-3 5-16-16,3 3-9 0,1 1-6 0,0 5-3 15,1 2-3-15,1 4-1 0,4 2 0 0,-2 3 0 16,4 3-2-16,0 1-1 0,2-2 0 0,2 1-1 16,0-2 0-1,2-3-3-15,-1-3 1 0,0-3 1 16,2-3-1-16,0-3 4 0,-2-4-1 0,2 0 3 16,-2-4 0-16,2-2 0 0,-4-2 0 0,1-1-2 15,-1-1 0-15,-1-1 0 0,2-3 1 0,0 0 3 16,-1-3 0-16,2-1 1 0,-1-1 5 15,0-1 0-15,-1-2-1 0,-1 1 0 0,0 1 2 16,0-1 2-16,0-1 3 0,-3 3 2 0,0-3 5 16,-2 2 1-16,0 1 2 0,-1 1-3 0,-2-1-2 15,2 2-4-15,-2 2-4 0,-1-1-4 0,2 4-3 16,-1 0-4-16,0 5-1 0,1 2-3 0,0 3-1 16,2-1 0-16,1 6 2 0,-1 1 1 0,2 1 1 15,1 4-1-15,0-1-1 0,0 3-16 0,0-3-38 16,6-1-61-16,-2-2-58 0,1-4-88 0,4 0-128 15,-1-5-156-15,4-4-240 0,2-3-226 0,2-3-205 16,4-3-19-16,-1-5 312 0,5-2 434 16</inkml:trace>
  <inkml:trace contextRef="#ctx0" brushRef="#br0" timeOffset="109436.99">15858 13564 67 0,'14'-6'511'0,"-3"3"342"0,-4 6 161 0,-1 3-23 15,-1 5-334-15,0 4-242 0,1 4-117 0,-2 4-47 16,1 1-18-16,2 0-19 0,1 1-45 16,2-3-45-16,2 3-36 0,2-5-30 0,0-3-25 0,3-4-13 15,1-1-10-15,1-8-8 0,0-4 1 16,1-6-1-16,-1-7 5 0,-1-3 18 0,1-6 36 16,-5-4 45-16,0-4 48 0,-6-3 25 0,0 0 13 15,-5-3-11-15,-3 3-23 0,-4 2-33 0,-8 2-37 16,-5 2-23-16,-4 3-21 0,-4 2-14 0,-7 1-13 15,-3 6-8-15,-1 1-8 0,-5 4-3 16,3 2-4-16,0 4-2 0,3 4-5 0,-1 4-14 0,6 2-36 31,3 5-70-31,2 2-74 0,1 4-141 0,5 6-220 0,5-3-309 0,0 1-296 0,6 1-203 16,1-2-11-16,4-1 485 0</inkml:trace>
  <inkml:trace contextRef="#ctx0" brushRef="#br0" timeOffset="111335.55">6251 8216 15 0,'-8'0'462'0,"-1"0"429"0,1 1 292 15,0-1-9-15,1 0-328 0,0 1-318 0,4 0-167 16,1-1-117-16,-1 3-83 0,6-1-49 0,0 0-35 15,6 5-27-15,4-1-21 0,3 2-10 0,5 1-7 16,4-2-2-16,3 1-4 0,6-1 0 0,2-1 0 16,5 1 2-16,0-5 6 0,4 2-3 0,2-4-5 15,-1 0 0-15,4-3-3 0,-4 1 0 16,0-2-21-16,-5 3-36 0,-1-2-102 0,-7 0-178 16,-6 2-293-16,-6 1-288 0,-6 2-274 0,-5 2-157 15,-7 2 292-15,-8-1 555 0</inkml:trace>
  <inkml:trace contextRef="#ctx0" brushRef="#br0" timeOffset="112152.01">4386 8055 283 0,'-3'-6'603'0,"-1"0"297"0,-2 1 201 0,-1 0-233 15,3 0-220-15,-4 1-127 16,2-2-41-16,-1 2-55 0,1 0-87 0,-1 1-60 15,-2 1-43-15,3-2-43 0,-2 2-65 0,0 0-42 16,-3 4-29-16,3 0-20 0,-3 4-14 0,0 5-11 16,0 3-7-16,0 7-4 15,1 6-1-15,2 8 6 0,2 5 1 0,1 5 4 0,5 5-3 0,3 1-2 32,2 3-1-32,3-1-10 0,3-3-1 0,5-2-4 15,0-5 3-15,4-6 0 0,1-4 1 0,0-6 3 16,2-6 1-16,2-3 9 0,2-8 1 0,0-2 4 15,-2-7 0-15,-2-4 1 0,0-3 1 0,-1-2-8 16,-4-5-1-16,-4-2-2 0,-1-1 2 16,-4-2-2-16,-3 1 0 0,-1 0 3 0,-5-2 2 15,-5 3 2-15,-1-1 2 0,-3 2 3 0,-6 2 0 16,-2 1 0-16,-2 1-4 0,-3 4-1 0,-2 0-1 16,-1 3-4-16,1 3-2 0,0 2-1 0,1 3-1 15,4 4-6-15,1 1-9 0,1 5-1 0,6 3-10 16,1-1-20-16,1 2-61 15,6 1-53-15,1-2-93 0,4 1-149 0,1-3-219 0,2-2-309 16,6-1-237-16,-2-3-193 0,5-2 124 0,-1-4 480 16</inkml:trace>
  <inkml:trace contextRef="#ctx0" brushRef="#br0" timeOffset="112585.09">4849 7879 192 0,'-10'-7'808'0,"-1"3"426"0,0-1 69 0,0 3-121 16,1 2-428-16,1 3-286 0,1 2-151 16,2 1-83-16,-1 1-63 15,4 2-60-15,0 3-46 0,5 4-32 0,1 3-16 0,3 0-9 0,2 2-3 32,6 2-1-32,-1 1-2 0,6 0 3 0,0-1-3 15,5 0-1-15,1 0-1 0,0 0 2 16,2-1-1-16,-1-2-4 0,-1 0 2 0,0-1-2 15,-3-2 2-15,-3 0-2 0,-1 1 3 0,-4-1 0 16,-3-1 2-16,-5 2 2 0,-1 1 4 0,-5 0 1 16,-2 3 2-16,-2 1 0 0,-4 0 1 0,-5 3-1 15,-1-1-3-15,-3 0-5 0,-3 1-18 0,0-1-54 16,-2-3-49-16,1-3-69 0,-3-2-133 0,-1-7-200 16,2-4-298-16,-1-5-238 0,3-3-227 15,-2-9-27-15,-1-4 422 0,0-9 493 0</inkml:trace>
  <inkml:trace contextRef="#ctx0" brushRef="#br0" timeOffset="112770.78">4619 7968 174 0,'9'-12'576'0,"-3"3"280"0,1 3 103 0,3 1-119 0,0 4-322 32,5 2-171-32,0 4-73 0,5 1-35 0,2 1-20 15,2 2-12-15,3 0-57 0,5 3-55 0,1 1-38 16,6 0-20-16,1 1-15 0,7 2-11 15,-1 0-4-15,3 2-8 0,2 2-56 0,1 1-118 16,1 0-185-16,-2 4-290 0,1 0-260 0,-1 5-237 16,-2-1-9-16,-2 4 365 0</inkml:trace>
  <inkml:trace contextRef="#ctx0" brushRef="#br0" timeOffset="113520.55">6264 11533 389 0,'-2'6'895'0,"2"-1"276"16,0-1-30-16,6 1-260 0,-1 0-372 0,3 1-212 0,3-2-99 15,5 1-39-15,2 2-21 0,2-3 5 0,5 1-4 0,2-2-13 32,1-2-13-32,4-1-16 0,1 0-10 0,1-3-26 15,2 0-23-15,-1-1-17 0,0-3-9 0,1 2-8 16,0-2-3-16,-1 2-2 0,-3-1-40 0,-2 1-44 15,-3 2-73-15,-5 1-140 0,0 0-224 16,-3 2-305-16,-5 0-253 0,-1 3-214 0,-7 0 37 16,-1 1 478-16</inkml:trace>
  <inkml:trace contextRef="#ctx0" brushRef="#br0" timeOffset="114286.05">4615 11815 382 0,'3'1'831'16,"-2"-1"285"-16,1 0 7 0,-2-2-284 16,2-3-303-16,-1-3-193 15,-1-2-106-15,4-3-26 0,-1-6 13 0,0-1 1 16,3-4-8-16,-1-4-18 0,1-3-20 15,-1-2-34-15,1-1-40 0,2 1-31 0,-2-1-18 0,-1 5-8 16,0-2-4-16,-2 6 0 0,-1 3 4 0,1 2 4 16,-3 6 4-16,2 1-1 0,-2 4-4 0,0 3-6 15,-2 4-11-15,2 4-11 0,-2 6-10 0,1 5-8 32,1 7-2-32,-2 5-2 0,2 5-1 0,2 5 1 15,-1 3 2-15,3 6 0 0,0 2-1 0,2 1-2 16,1 0-2-16,-1-2-3 0,5 0-12 15,-1-7-26-15,-1-1-51 0,2-7-67 0,0-3-87 16,-1-7-140-16,1-4-191 0,-2-8-299 0,1-4-263 16,2-6-199-16,-2-7 10 0,1-5 419 0,-2-6 493 15</inkml:trace>
  <inkml:trace contextRef="#ctx0" brushRef="#br0" timeOffset="114501.89">4966 11395 5 0,'6'-8'338'0,"3"3"267"0,-1 4 272 16,2 3 163-16,4 6-254 0,-1-1-186 0,1 5-107 0,0 1-66 0,2 3-83 16,-2 2-74-16,4 0-51 0,-4 3-18 15,2 0-20-15,-2 1-23 0,0 1-22 0,0 2-20 0,-1 4-31 16,-2-1-32-16,-3 2-22 0,0 2-12 0,0-1-9 16,-5 1-8-16,-2-1-2 0,-1 0-35 31,-1-3-53-31,-5-3-52 0,0-2-91 0,-4-5-153 0,0-3-251 15,-4-4-273-15,-2-1-234 0,1-5-191 16,-3-1 139-16,-2-4 500 0</inkml:trace>
  <inkml:trace contextRef="#ctx0" brushRef="#br0" timeOffset="114686.31">4921 11537 424 0,'5'-20'910'15,"-2"1"267"-15,2 5-39 0,0 3-314 0,3 0-309 16,1 5-207-16,3-3-121 0,3 4-52 15,4 0-30-15,3 2-18 0,2 0-32 0,6 2-22 16,0 1-15-16,3 0-13 0,5 1-9 0,2 1-8 0,4-1-26 16,-1 1-117-16,2-1-172 0,2-1-290 0,3-1-266 15,2-1-264-15,2-1-139 0,5-5 330 16,4 1 495 0</inkml:trace>
  <inkml:trace contextRef="#ctx0" brushRef="#br0" timeOffset="117151.19">9718 8218 211 0,'7'1'817'0,"-2"2"402"0,-1-3 17 0,-2 2-168 16,1-2-469-16,-1 2-294 0,-1-2-154 0,1 0-74 15,-2 0-38-15,2 0-21 0,0 0-3 0,-2 0-10 16,2 0 1-16,0 0-3 0,2 0 1 0,-2 0-1 15,4 0-9-15,1 0-33 0,-1 0-79 0,0 3-120 16,2 0-168-16,0 0-297 0,0 3-267 16,1 0-184-16,-2 0 63 0,-1 1 365 0</inkml:trace>
  <inkml:trace contextRef="#ctx0" brushRef="#br0" timeOffset="117369.14">10441 8263 382 0,'22'-1'822'15,"-6"-1"252"-15,-4 2-11 0,-2 0-252 0,-2 0-399 16,-3 2-211-16,1-1-105 0,0 2-54 0,-4 0-24 16,3 0-39-16,0 0-53 0,-1 0-65 0,4-1-78 15,0-2-93-15,2 0-135 0,2-2-250 0,1-1-146 16,1-1-11-16,2-2 150 0,3-1 245 15</inkml:trace>
  <inkml:trace contextRef="#ctx0" brushRef="#br0" timeOffset="117552.7">11248 8256 306 0,'17'6'535'0,"-3"-2"176"0,-3 1 70 0,-3 0-299 15,0 0-234-15,0 0-122 0,-2 0-60 0,0-2-34 16,-1 0-16-16,0 1-9 0,2-1-7 0,0 0-2 16,1-2-12-16,0 1-43 0,0-2-61 0,4-2-118 0,-2 2-254 15,3-1-152-15,1-1-38 0,0 1 109 16,2-2 190-16</inkml:trace>
  <inkml:trace contextRef="#ctx0" brushRef="#br0" timeOffset="117734.15">11919 8379 249 0,'13'9'466'0,"-2"0"170"0,-1 0 82 0,-4 0-272 15,3 0-208-15,-4-1-108 0,2 3-56 0,-1-3-33 16,0 1-14-16,0 0-9 0,1-2-9 0,-1 0-1 31,2 0-17-31,1-1-32 0,-1-1-65 0,2 1-113 16,2 0-234-16,0 0-147 0,0 1-32 15,2-1 99-15,-1 0 175 0</inkml:trace>
  <inkml:trace contextRef="#ctx0" brushRef="#br0" timeOffset="117900.73">12454 8738 263 0,'16'13'438'0,"-2"4"160"15,0-4 60-15,-3 0-226 0,0-1-159 0,0-1-89 0,-3-2-45 0,0 0-35 16,3 0-36-16,-4-3-27 0,1-2-16 15,1-1-23-15,-3-2-40 0,2-2-62 0,2 0-96 16,0-2-219-16,-1 1-181 0,0 0-67 0,4 2 70 16,-2-2 170-16</inkml:trace>
  <inkml:trace contextRef="#ctx0" brushRef="#br0" timeOffset="118066.92">12936 9094 255 0,'3'11'445'16,"1"-3"150"-16,-3 0 51 0,2-3-252 0,-1 2-214 15,1-2-144-15,-2-2-122 0,2 0-147 0,-1-2-223 16,1 3-98-16,1-3 22 0,0 0 121 16,4 2 154-16</inkml:trace>
  <inkml:trace contextRef="#ctx0" brushRef="#br0" timeOffset="118319.41">13523 9712 87 0,'18'21'281'0,"-3"0"139"0,0-1 79 0,0-2-82 0,-3 0-109 15,1 0-77 1,-5-3-58-16,0-1-38 0,1 0-32 0,-2-2-33 16,-2 0-26-16,0-3-18 0,-4 0-17 0,2-3-33 15,-3 0-51-15,0 0-105 0,0-1-220 0,-3-3-151 16,2 2-34-16,-3-3 76 0,1-2 155 16</inkml:trace>
  <inkml:trace contextRef="#ctx0" brushRef="#br0" timeOffset="118469.03">13679 9833 291 0,'-5'5'1036'0,"-1"1"416"0,-2 1-91 0,1 1-250 0,-5 1-486 15,4-1-286-15,-3-1-168 0,3-1-113 0,0-1-85 16,-2-2-71-16,0-3-128 0,4-2-177 16,-6-2-310-1,0-3-270-15,1-1-228 0,-2 0-101 16,-1-4 341-16,-5 0 507 0</inkml:trace>
  <inkml:trace contextRef="#ctx0" brushRef="#br0" timeOffset="119303.18">9511 8824 92 0,'5'11'684'0,"-3"1"446"0,-5-2 100 16,-2 2-140-16,0 3-371 0,-3 2-405 16,2 2-219-16,0 4-151 0,-1-3-133 0,2 4-131 15,-1-1-162-15,0-1-283 0,1 3-189 0,2-4-45 16,1 0 167-16,2-3 294 0</inkml:trace>
  <inkml:trace contextRef="#ctx0" brushRef="#br0" timeOffset="119518.89">9716 9693 456 0,'12'24'861'16,"-4"-4"215"-16,0 1-26 0,-2-1-275 0,0 1-406 0,-1 0-189 0,2 0-86 16,-1-1-43-16,3-1-20 0,1-2-10 0,-2-1-4 15,6-1-3 1,-1-3-3-16,2-1-10 0,3 0-37 15,-1 1-64-15,2-4-80 0,3 1-104 0,2 1-149 16,0 2-281-16,0 1-174 0,-1 4-34 0,1-1 154 16,-1 3 272-16</inkml:trace>
  <inkml:trace contextRef="#ctx0" brushRef="#br0" timeOffset="119734.22">10433 10653 202 0,'19'21'414'0,"-3"-2"159"15,-2 0 95-15,0-3-243 0,-1 0-200 0,1-1-110 16,1 0-52-16,-3-6-31 0,2 1-11 0,-1-3-4 16,3-1 1-16,-2-3-1 0,2-2-4 15,3-2 0-15,-2-1 0 0,4-2-1 0,-2 1-5 16,1-3 1-16,2 1 5 0,2 0 0 0,-3 3-17 16,2 2-33-1,1 0-65-15,1 2-136 0,-4 5-231 16,3 2-122-16,-2 1-1 0,-3 2 109 0,1 3 171 15</inkml:trace>
  <inkml:trace contextRef="#ctx0" brushRef="#br0" timeOffset="119902.18">11418 11178 55 0,'28'7'422'0,"-5"-1"270"0,-1 0 163 15,3-2 17-15,-3-2-380 0,5 0-241 0,-1-4-117 16,1 0-68-16,1-2-52 0,2 1-52 15,0-2-66-15,3 0-72 0,1-1-93 0,2 0-173 0,1 2-201 16,-2-2-76-16,3 2 61 0,-1 2 167 0,1 2 199 16</inkml:trace>
  <inkml:trace contextRef="#ctx0" brushRef="#br0" timeOffset="120034.19">12543 11281 134 0,'43'13'345'0,"-3"1"144"16,-2-2 99-16,-1 0-185 0,-1-1-175 0,-2-3-94 15,-2 0-50-15,-2 0-20 0,0-3-22 16,-3-1-25-16,-3-4-65 0,-2-2-128 0,0-1-234 0,-4-3-121 16,-1-2-11-16,-3-1 86 0,-1-4 150 15</inkml:trace>
  <inkml:trace contextRef="#ctx0" brushRef="#br0" timeOffset="120635.79">9674 8653 59 0,'22'9'416'15,"-4"0"250"-15,-1 0 158 0,0 2 27 0,3-1-446 16,0 2-316-16,4 1-253 0,0-1-312 0,1 1-202 15,3-1-90 1,1-3 109-16,2 1 230 0</inkml:trace>
  <inkml:trace contextRef="#ctx0" brushRef="#br0" timeOffset="120835.47">11141 9496 244 0,'34'22'560'0,"-8"-2"219"16,-3-1 85-16,-1 0-199 0,0 0-329 15,-2-1-168-15,-2 0-87 0,2 0-43 0,-3-5-25 0,1 0-14 0,0-3-8 16,2-2-30-16,2-1-46 0,0-2-65 16,2-3-121-16,0 3-264 0,4-2-168 0,-1 1-41 15,2 1 111-15,1 1 205 0</inkml:trace>
  <inkml:trace contextRef="#ctx0" brushRef="#br0" timeOffset="121001.74">12340 10093 308 0,'24'23'523'0,"-2"-4"169"15,0 3 71-15,2-3-310 0,-5 4-216 0,1-6-108 16,2 1-59-16,-1-1-45 0,-1-4-54 0,2 1-77 15,1-2-159-15,-1-2-245 0,2-1-137 16,-1 1-19-16,0-3 117 0,0 4 195 0</inkml:trace>
  <inkml:trace contextRef="#ctx0" brushRef="#br0" timeOffset="121153.72">13181 10612 161 0,'10'19'362'0,"-3"-1"131"0,1 1 68 0,-3 0-273 15,0 1-298 1,1-1-297-16,-4 1-140 0,2-1-13 0,-2-1 82 0,0 0 130 0</inkml:trace>
  <inkml:trace contextRef="#ctx0" brushRef="#br0" timeOffset="126952.61">24214 8088 72 0,'0'-2'341'0,"2"1"199"16,-1-1 154-16,-1 1-47 0,0-1-213 15,2 1-99-15,0-2-36 0,-2 3-15 0,2 0-7 16,0 0-22-16,0 0-40 0,-2 0-47 0,3 0-21 16,-2 0 3-16,3 4-2 0,-3 1 2 0,2 1 3 15,2 2 9-15,-2 0-21 0,2 6-12 0,0 1-7 16,-1 3-6-16,1 3 18 0,2 4 7 16,-2 4 10-1,-1 4-1-15,4 2-12 0,-2 8-2 0,2 2-22 16,0 7-18-16,0 5-20 0,-2 5-23 15,1 6-11-15,-1 2-17 0,2 5-6 0,-2 3-4 16,1 4-2-16,-1 4 5 0,-1 2 2 0,2 5 3 16,0 2-2-16,-2 2-4 0,-1 1 1 0,1 1-5 15,4 1-4-15,-2 2-3 0,-2 2 1 0,3 4 6 16,-4 2-1-16,1 3 3 0,0 6 3 0,-2 1 3 16,-2 4-2-16,1 3-6 0,0 4 0 0,-2 0-3 15,-2-2-4-15,0 1-1 0,1 1-2 16,-1-1 0-16,1-4-1 0,1-6 0 0,-2-7 0 0,2-5-1 15,0-10 1-15,0-7 0 0,0-12-2 0,2-10-2 16,-1-11-2-16,1-11-4 0,-1-9-3 16,-1-11-4-16,-1-6-8 0,-2-9-22 0,-3-10-50 15,-1-6-65-15,-2-6-69 0,-3-11-129 0,-2-6-186 16,-2-9-302-16,1-5-253 16,-1-11-202-16,-5-8-70 0,3-9 383 15,-8-8 526-15</inkml:trace>
  <inkml:trace contextRef="#ctx0" brushRef="#br0" timeOffset="127683.06">24051 8199 54 0,'-1'-3'496'15,"-3"-2"418"-15,1 0 252 0,2 1-15 16,-3 0-381-16,4-2-194 0,-2-2-94 0,4-1-84 15,0-2-65-15,0-2-54 0,2-3-42 16,1-4-58-16,0-3-56 0,1-2-37 0,4-3-20 16,-4-3-11-16,2 0-7 0,2-2-8 0,0 0-8 15,0 0-2-15,0 2-2 0,0 1-4 0,2 2-2 16,-4 3-2-16,2 5-3 0,-3 1-3 0,-1 2-4 16,2 6-2-16,0 2-3 0,0 1-1 0,0 5 1 15,2 2-2-15,-1 3 1 0,2 5 0 0,0 2 0 16,3 3 1-16,-2 3 0 0,1 4-1 0,-1 2-1 15,2 5 0-15,-3 1-1 0,0 4-1 0,0 2-1 16,-1 2-3 0,-1 2-7-16,3 2-21 0,-2-1-67 0,1 1-81 0,3 0-173 0,-1-2-280 15,3 2-329-15,0 0-390 0,-1 0-260 0,2-2 82 16,0 1 747-16</inkml:trace>
  <inkml:trace contextRef="#ctx0" brushRef="#br0" timeOffset="129017.39">24247 12212 321 0,'-11'2'558'0,"0"-2"216"0,0 0 103 0,2 0-300 15,0 0-225-15,5 0-115 0,-2 0-70 0,3 0-61 16,-1 0-47 0,4 0-31-16,-1 0-13 0,2 0 21 15,1 0 35-15,1 0 45 0,5-2 51 0,1-1 34 0,3 1 30 0,2 1-9 0,3-3-21 31,5 3-35-31,2-1-36 0,4 2-16 0,4 0-7 16,4 0-6-16,6 2 5 0,2-1 22 0,2 0 3 16,2 2-12-16,3-1-24 0,5-1-14 0,-1 2-21 15,3-1-22-15,-1-2 13 0,5 2 9 0,-1-2 5 0,4 4 2 0,0-1-1 16,5 1-7-16,1-2-24 16,3 3-14-16,-1-2-10 0,1 1-5 0,2 2 0 15,3 0 0-15,-1 0 2 0,4 0 9 0,3 0 6 16,1 0 2-16,3 0 0 0,2 2-2 0,1-2-2 15,0 0-6-15,-2 3-7 0,1 0-2 0,1 0 1 16,1 1 0-16,1 1-3 16,1 2-1-16,-2-4-3 0,2 2-2 0,0-1 0 0,1 1 1 0,-1-2 1 15,3-1 3-15,-2 1 2 0,2-1 1 16,0-6-4-16,-1 4-2 0,1-3-2 0,-5 0 1 0,-1 2 0 16,-2-3 1-16,-1 3 3 0,-1-1 2 15,1 0 2-15,-3 0-2 0,0-1-1 0,-4 0-3 31,0 0-2-31,0-2 0 0,-5 1-1 0,0-1 1 0,-4-1 1 0,1 1 1 16,-1-2 2-16,-2 1 0 16,1-1-1-16,-2-1 1 0,-2-1-2 0,-3 0-2 15,-2 0 0-15,-1-2-2 0,-2 3 0 0,-3-3-1 16,-4 1 0-16,-2 1 3 0,-2 0 1 0,-3 1 3 16,-2 1 0-16,1 0 1 0,-5 1 1 0,0-2 0 15,-2 2-1-15,0 2 2 0,0-2-3 0,-5 1-1 16,0-1 1-16,-3 3-2 0,0-1 0 0,-1-1-1 15,-5 2 0-15,1-1 0 0,0 0 0 0,-3 0 0 16,2 1 0-16,-3-2 2 0,1 0 0 0,0 3-1 16,-3-4 0-16,1 1 0 0,-1-1-2 0,-1 0 0 15,1 0 0-15,-3-1 2 0,-1-1-2 0,0-1 1 16,-1 2 0-16,-5-4 0 16,3 4 0-16,-3-2 0 0,-4 1 0 0,-1 1 2 0,-2 1 0 0,0-1 1 15,-2-1-1 1,-4 0-1-16,0 2-2 0,-1-1-12 15,-6 1-27-15,0-1-59 0,-2 1-59 0,-4-4-93 16,0 3-158-16,-1-1-252 0,-2 1-295 0,-1-2-241 16,-1 3-200-16,-2-5 123 0,1 2 536 0</inkml:trace>
  <inkml:trace contextRef="#ctx0" brushRef="#br0" timeOffset="129317.63">30649 12206 338 0,'25'-4'694'0,"-3"3"237"16,-2 1 41 0,-1 1-253-16,-2 0-311 0,2 4-110 0,0 1-46 0,0-4-16 0,1 5 2 15,2 1 39-15,-1 0 5 0,1 0-10 0,0 1-7 16,2 1-13-16,-3 1-24 0,1 1-48 0,0 1-37 16,-3-1-38-16,0 1-37 0,-2 0-22 0,-3 3-12 15,-2-2-6 1,-3 3-6-16,-4 1-5 0,-4-1-3 15,-2 2-4-15,-6 4-5 0,-3-3-1 0,-3 2-3 0,-6-1-1 16,0-2-1-16,-8 0-3 0,-2-1 2 0,-6-1-13 16,-4-3-36-16,-4-3-66 0,-4-2-58 0,-4-3-109 15,-6-3-162-15,1-5-267 0,-4-2-281 0,-4-5-216 16,3-5-164-16,-4-9 223 0,-3-3 510 0</inkml:trace>
  <inkml:trace contextRef="#ctx0" brushRef="#br0" timeOffset="130699.43">22166 7278 361 0,'-12'-11'757'15,"-2"1"304"1,-2-3 92-16,0 3-261 0,-1 1-326 0,1 1-142 0,-1 2-74 0,0 5-44 15,-1 1-44-15,-1 5-25 0,1 4-23 16,0 3-31-16,1 5-45 0,0 5-39 0,3 6-29 16,1 7-28-16,4 4-18 0,2 3-10 0,4 2-6 15,3 1-3-15,2 1-2 0,4-3 0 0,2-2 1 16,6-5-1-16,2-5 0 16,5-3 0-16,1-5-2 0,-1-7-1 0,2-2 3 0,4-7-3 0,-2-5-1 31,4-4-1-31,-4-8 2 0,2-4 0 0,-2-3-3 15,2-6 3-15,-3-2 2 0,-1-5 1 16,-2 0 1-16,-2-3-1 0,-3 1 2 0,-2 0 1 0,-4 1-2 16,-2 0 2-16,-2 2 2 0,-5 1 3 15,-4 1 4-15,-5 3 1 0,0-2 3 0,-3 5 1 16,-1 2 0-16,1 0-3 0,-5 6-2 0,3 4-2 16,2 3-3-16,-1 5-3 0,0 2-4 0,4 9-1 15,-2 1-2-15,3 6 0 0,2 3-1 0,4 7-1 16,-1 1 0-16,2 2-2 0,3 3 0 0,0 1-3 15,4 0 2-15,-1 0 2 0,3-1-2 16,1-2 2-16,1-2 1 0,2-1 2 16,1-5-3-16,3-1 0 0,-2-2-1 0,4-2-1 15,-5-3-22-15,3-2-62 0,-2-2-65 0,0-3-103 0,-3-2-164 16,-2-2-280-16,2 0-316 0,-4-1-242 0,-2 0-159 16,0-1 218-16,-1-2 557 0</inkml:trace>
  <inkml:trace contextRef="#ctx0" brushRef="#br0" timeOffset="130935.75">22658 7604 214 0,'2'7'674'0,"-1"4"322"16,-1-1 79-16,0 3-130 0,2 2-350 15,-2 3-219-15,0 3-105 0,0 4-55 0,0 1-29 0,0 2-43 0,0 0-47 16,0 2-31-16,0 0-28 0,0-2-20 0,2 0-11 16,-1 0-12-16,2-3-24 0,1-3-80 15,-3 0-147-15,1-5-222 0,-1-2-285 0,1 0-268 16,2-7-209-16,-2-2 110 16,1-3 459-16</inkml:trace>
  <inkml:trace contextRef="#ctx0" brushRef="#br0" timeOffset="131427.7">23498 7126 353 0,'-2'-1'830'0,"-3"0"341"15,-4-3 32-15,1 4-237 16,-1 0-233-16,-5 0-180 0,-1 2-130 0,1 0-87 16,-3 0-54-16,-4 3-69 0,2 0-72 0,-3 3-47 15,-2 2-26-15,2 3-16 0,-2 2-9 0,2 3-7 16,0 3-7-16,1 2-5 0,-1 7-3 16,4 2-5-16,0 3-3 0,2 2-4 0,5 2-3 0,0 0 0 15,6 0-1-15,2 0-2 16,6-1-1-16,2-4-1 0,4-1 1 0,4-4-2 15,3-3-1-15,2-4-2 0,4-5 1 0,-1-1-1 0,4-4-1 16,-2-5 3-16,4-1-1 0,0-2-4 0,1-4-13 0,1-2-38 16,-1-2-79-16,0-1-108 0,-1-3-200 15,-1 1-296-15,1-4-345 0,-2 2-352 0,-1-1-145 16,-2-1 333-16,-5-1 701 0</inkml:trace>
  <inkml:trace contextRef="#ctx0" brushRef="#br0" timeOffset="133601.35">22333 8491 197 0,'0'-4'319'0,"0"0"118"0,0 2-31 16,1-3-75-16,-1 3-50 0,0-2-13 0,2 2 12 0,-1 0 12 15,-1 0 7-15,0 1-9 0,0 1-17 0,2-1-19 16,-2 1-24-16,0 0-16 0,2 0-13 0,-1 0-4 16,-1 0-10-16,0 0-18 0,3 0-18 15,-3 0-23 1,0 0-24-16,2 0-29 0,-2 1-9 0,1-1 19 0,1 3 11 0,3-1 3 0,-1 4 43 31,1-1 25-31,2 3-2 0,0 1-28 0,1 1-3 16,2 2-4-16,1 2-39 0,-2 3-23 0,3 0-14 15,1 4-4-15,0 2-15 0,1 2-6 0,-1 3 0 16,2 2-2-16,0 2-1 0,0 0-4 0,0 2-3 16,0 1-7-16,0-1-5 0,-2-1-2 0,3 0-1 15,-3-3 0-15,-1-1-1 0,-1-4 1 16,0-1-1-16,2-4-2 0,-4-4 1 0,3-1-2 0,-5-1-1 15,1-6 0-15,-1 2 0 0,-1-3 0 0,-3-5 3 16,3 4 4-16,-3-5 9 0,1 1 7 16,-3-5 6-16,2 0 3 0,1-5 2 0,-1-2-4 15,0-2-7-15,3-5-7 0,-3 1-5 0,2-1-3 16,0-6-3-16,0 0 0 0,0-1-1 0,-1-4 1 16,2 2-2-16,1-5 1 0,-3 0-3 0,5-2 1 15,0 0-1-15,-1 0-1 0,1 0 1 0,1 2 0 16,1 0 0-16,-3 3 0 0,-2 3 0 31,3 1 0-31,-2 4-1 0,-2 4 2 0,-2 1-1 0,-2 4 2 16,3 3 0-16,-4-1 0 0,1 3-1 15,-1 2-1-15,2 0-3 0,-1 1-1 0,-1 1-9 16,0 1-21-16,-1-1-64 0,-1 1-67 0,2-1-120 16,2 2-206-16,1 0-306 0,0 0-333 0,3 0-255 15,1-1-120-15,1-1 396 0,-2 0 629 0</inkml:trace>
  <inkml:trace contextRef="#ctx0" brushRef="#br0" timeOffset="135150.91">30725 13365 93 0,'1'-5'249'0,"3"1"102"0,-4 0 25 16,1-3-90-1,-1 3-81-15,2 2-51 0,0-4-13 0,-2 1 4 16,0 1 4-16,0 0 4 0,0 0 8 16,0 0 9-16,0 1 19 0,-2 0 14 0,0 0 11 0,2 0 9 15,0 1-1-15,0 1 13 0,0 0-6 16,0-1-7-16,0 1-6 0,0 1-9 0,0-2-9 16,0 2-25-16,0 0-18 0,0-1-22 0,0 1-21 0,0-1-16 15,0 1-14-15,0 0-13 0,0 1-14 0,0-1-5 16,0 1-8-16,-1 1-9 0,1 1-9 0,0 1-8 15,-4 4-8-15,3 0-1 0,-1 4-1 0,-2 4 25 16,2-1 18-16,-1 3 11 0,2 2 4 0,-3 2-4 16,3 2-4-16,-3 1-26 0,3 2-17 15,-1 1-11-15,1 1-4 0,-3 2 2 0,4-2 0 0,-1 0 2 16,-1 1 3-16,1 0 6 0,-1-2 42 0,-1 2 19 16,2 0 12-16,-2-1 2 0,3-1-1 0,-4-1-4 31,3 0-35-31,1-3-19 0,-2 0-10 0,0-1-7 0,2-3-3 0,0 0-2 0,0 0-3 0,2-2 2 31,0-2-4-31,1-1 1 0,0-1-1 0,3 1-2 16,-1-3-1-16,1 0-2 0,1 0 1 0,1-2-3 15,2 1 1-15,0-3 0 0,1 2-1 16,5-3 1-16,-2-1-1 0,4-1 0 0,-2-2 1 0,2-3 2 16,4 0 0-16,-2-3 3 0,2-2 2 0,0-1 1 15,0-1 2-15,-1-3 0 0,-3 2-4 0,-2-1-20 16,2-1-39-16,-6 2-39 0,-1-1-40 0,-1 1-49 15,-4 0-89-15,-2 0-119 0,-3-3-127 0,-2 2-248 16,-1 0-243-16,-1 2-191 0,-4-2 67 0,-1 0 377 16</inkml:trace>
  <inkml:trace contextRef="#ctx0" brushRef="#br0" timeOffset="135467.57">30573 13690 47 0,'-5'0'428'0,"-1"-1"315"16,3-1 222-16,-2 2 9 0,4 0-373 0,-2-1-239 15,1 1-149-15,2 0-89 0,2 1-63 0,1-1 12 16,5 2 21-16,-1-1 13 0,8 2 8 0,0-1 33 15,3-2 22-15,6 1-31 0,1-1-30 0,2-1-19 16,3 1-12-16,0-4-29 0,1 3-28 0,1-2-11 16,0 0-7-16,-2 2-3 0,1-1 2 0,-2 1-2 15,-2 1-21-15,0 0-78 0,-5 0-131 0,-2 3-232 16,-2 1-282-16,-1 0-267 0,-2 2-197 0,-2 0 114 16,-3 0 433-1</inkml:trace>
  <inkml:trace contextRef="#ctx0" brushRef="#br0" timeOffset="136265.6">31329 14143 304 0,'3'2'547'0,"-3"-2"179"0,5-2 69 0,-4-1-298 16,2-1-230-16,2-2-127 0,2-3-40 0,-1-3 1 15,3-2 21-15,1-3 27 0,1 0 20 0,2-3 10 16,-1-1 7-16,6-3 2 0,-6 2-12 0,6 0-3 31,-2-3-8-31,-2 6-11 0,-1 0-31 0,-2 3-29 0,-1 4-8 0,-3 0-16 0,-2 4-4 0,0 3-2 31,-2 0 2-31,-2 2-2 0,-1 5-13 0,0 1-7 16,-1 4-6-16,-2 4-4 0,-2 2 0 0,2 4-2 16,-2 1-2-16,0-1-7 0,2 6-8 0,-2-3-5 15,2 1-4-15,2-2 0 0,2 1-3 16,1-2-2-16,-1-2-1 0,4 1 2 0,-1-5-3 16,5-3 0-16,-3 2 0 0,2-5-1 0,3-4 4 15,-2-3-2-15,4-2 0 0,0-6-3 0,1-2 3 16,2-3-4-16,0-3-1 0,-1-1-1 0,1 0 1 15,-2-2 1-15,1 2-2 0,-1 2 5 0,-3 3-2 16,-1 0 0-16,-1 2-3 0,-1 4 1 0,-2 1 2 16,1 3-1-16,-1 2 0 0,-2 2 6 0,1 2 3 15,0 3 0-15,0 1-1 0,-2 4 1 0,0-1 4 0,2 5-3 16,-2-2 0-16,0 1-1 0,2 0 2 16,-4 1-4-16,4 0-2 0,0 0-3 0,-2-1 0 15,5-1-4-15,-3-1-14 0,-1-3-19 0,0 2-50 16,-1-5-106-16,-1-2-150 0,-1-1-223 0,1-1-274 0,-2-2-254 31,1-2-118-31,-1-2 235 0,5-2 429 16</inkml:trace>
  <inkml:trace contextRef="#ctx0" brushRef="#br0" timeOffset="136432.6">32003 13731 59 0,'9'-15'536'0,"-1"1"408"0,-5 5 173 15,2 0-64-15,-4 5-391 0,-1-1-289 0,2 2-184 0,-2 3-99 0,-2 1-45 16,2 3-23-16,-1 2-31 0,-2 1-50 0,-1 2-75 16,0 1-118-16,-1 3-124 0,1 0-298 0,-1 2-220 15,0 1-92-15,0 2 111 0,2 2 304 0</inkml:trace>
  <inkml:trace contextRef="#ctx0" brushRef="#br0" timeOffset="136915.15">32118 14220 356 0,'5'-8'674'0,"0"-1"221"0,-2 0 62 16,0-1-272-16,1-1-224 0,1 2-128 15,0-2-62-15,0 1-27 0,0 0-27 0,1 1-41 0,0 1-41 16,0 1-42-16,-1 0-35 0,-2 0-22 0,2 3-10 15,-1-1-13-15,0 2-5 0,1 0-2 0,-2 1-2 16,0 1-2-16,0 0-3 0,0 1 0 16,1 0 5-16,-3 0-3 0,3 1 2 0,0-1-1 0,1 1 1 15,-1 1 1-15,0-2-4 0,0 0-1 0,1 0 0 16,3 0 0-16,0-2-1 0,-2 1 2 0,4-4 1 16,2 1-1-16,0-2 1 0,2-3-2 0,2-1 1 15,1-2 14-15,0 0 5 0,4-2 4 0,-3 0 1 31,-1 1 4-31,0 1-2 0,-3 2-12 0,1 2-8 16,-5 1-3-16,0 5-1 0,-3-1-4 0,-3 3 2 16,4 3 0-16,-7 2 1 0,3 0 0 0,-4 5 8 15,1-1 11-15,-1 3 11 0,0 1 7 0,2 1 5 16,0 1 0-16,1 0-7 0,0-2-10 0,2 2-11 16,0-3-8-16,1 0-4 0,0-2-5 0,0 1-4 15,1-2 2-15,-1-1 0 0,3-4 0 0,-2 2 2 16,-1-3 4-16,-1 0 2 0,3-1-4 0,-4-2-4 15,1 0-11-15,0 0-14 0,-2-4-23 0,1 2-49 0,-3-3-98 16,-1 1-117-16,0-2-141 0,-1 1-234 16,-1 0-261-16,0-3-163 0,-1 0 92 0,0 1 313 0,0-4 338 15</inkml:trace>
  <inkml:trace contextRef="#ctx0" brushRef="#br0" timeOffset="144998.29">25120 11083 181 0,'0'4'481'15,"0"0"250"-15,-2-2 139 0,2 0-187 0,2 1-193 16,-2-1-115-16,1 1-75 0,1 0-43 16,0 0-27-16,-1-2-34 0,3 3-38 0,-3-2-39 15,1 0-17-15,1-1-6 16,-1 1-7-16,1-2 3 0,0 1 7 0,1-2 16 0,-1 1 22 0,2-2 16 31,0-1 23-31,-2 1 6 0,2-3-1 0,0-1-10 16,-1-2-27-16,0 2-29 0,-1-1-21 15,-2-1-18-15,1 2-12 0,0 0-10 0,-2 0-7 16,-2 1-3-16,2 0-4 0,-2 0-4 0,1 3-3 16,-1-2-4-16,1 3-5 0,-3 1-6 0,4-2-5 15,-2 4-5-15,-2-2-4 0,1 3-2 0,2 1-2 16,-3 3 0-16,3 2 0 0,-1 1 0 0,1 1 0 15,-1 2 1-15,2 0-2 0,-2-1 1 0,2 2 0 16,2-1 1-16,-2 0-1 0,2-1 0 16,-1-4-1-16,1 1-1 0,-1-3-1 0,1 0-1 0,0-2 2 15,-1 0 0 1,1-3 2-16,-1-1 2 0,3-1 2 0,-2-4-1 0,-2-1 0 0,4-1 1 16,-3-2 0-16,1-1-1 0,-2-1 1 0,0 0 5 15,0 1 3-15,-2 0 6 0,1 0 4 0,-3 3 0 16,-2 1 3-16,3 0-4 0,0 2-3 0,0 0-3 15,0 2-4-15,-1-1-2 0,-1 3-2 16,2 3-4-16,2-1-1 16,-4 3-2-16,2 1-2 0,0 1 2 0,0 1-1 15,1 0-1-15,-1 3 2 16,0-2 0-16,3-1 0 0,-4 3-1 0,3-4 1 16,-1 0 0-16,2-1-1 0,-1-3 0 0,1 2-1 15,0-4 0-15,0 1-1 0,0-2 2 0,1-2 0 16,1-2 0-16,3-2 1 0,-4-2 1 0,4-3-1 15,0-2 1-15,-2 1 1 0,0 0 0 0,2 1 0 0,-2 0 1 16,-2 1 0-16,1 1-1 0,0 1 1 16,-2 3 1-16,0 1-2 0,0 1 0 0,0 1-2 15,-2 2 0-15,0 2-2 0,-1 2-2 16,-1 2-1-16,1 3-1 0,0 2-4 0,1-1-13 16,0 1-20-16,1 0-54 0,1 0-70 0,0-1-98 15,0 0-165-15,1-3-282 16,3 1-320-16,0-4-279 0,5 1-174 0,-2-2 188 0,1-3 607 0</inkml:trace>
  <inkml:trace contextRef="#ctx0" brushRef="#br0" timeOffset="146881.88">25136 10768 123 0,'2'0'227'0,"-2"0"44"0,0 0-16 0,0 0-48 15,0 0-40-15,0 0-28 16,0 0-20-16,0 0-13 0,0 1-6 0,0-1-10 16,0 0-2-16,0 0-5 0,0 2-5 0,0-2-1 15,0 3-3-15,0-3 2 0,0 0 4 0,0 0 4 16,0 0 8-16,0 0 5 0,0 0 11 0,0 0 12 15,0 0 11-15,0 0 11 0,0 2 14 0,1-2 18 16,-1 0 8-16,0 0 4 0,0 2-4 16,2 1-9-16,-2-2-11 0,0 1-16 0,1 1-15 15,-1 1-9-15,0-1-6 0,0 2-11 16,2-3-4-16,-2 3-9 0,3-1-3 0,-3 2-2 0,0-1-7 16,1 2 0-16,-1 1-5 0,0 0-6 0,3 4-4 15,-3 0-5-15,4 2-7 0,-3 1 5 0,-1 0 0 16,2 4 7-16,0-1-3 0,-2 2-5 15,0 0-3 1,0 0-15-16,-2 3-11 0,2 0-10 0,-2-2-5 16,2 1-6-16,-1-1-4 0,1-1-3 15,-2 0 0-15,2-1 1 0,0-1-4 0,0 0 0 16,0-1 1-16,0 0-2 0,0-1 0 0,0 0-4 16,0 1 1-16,-2 2-4 0,2-1-22 0,0 1-26 15,0 0-24-15,0 2-49 0,-3-2-92 0,2-1-118 16,-4-3-121-16,4-1-191 0,-1-3-265 0,2-3-166 15,0-5 60-15,0-5 285 16,3-4 332-16</inkml:trace>
  <inkml:trace contextRef="#ctx0" brushRef="#br0" timeOffset="147315.34">25125 10693 175 0,'-4'-1'382'16,"3"1"184"-16,-1 0 97 0,1 0-155 0,1 0-132 15,-3 0-83-15,3 1-49 16,0 0-42-16,3 4-18 0,-3-5-22 0,3 4 2 0,2 1 18 16,0 1-7-16,-1 0-10 0,4 0-22 0,1 0-12 15,3 0-5-15,1 0-4 0,1-3-3 0,0 1-3 16,3-2-7-16,-1 0-4 0,1-2-26 15,2-2-37 1,-3 0-18-16,3 0-9 0,-3 0-9 16,1-1-4-16,-4 2-3 0,-1-1 1 0,0 2-13 15,-4 0-40-15,-1 2-78 0,-3-1-125 0,-4 4-182 16,-4 1-290-16,-2 3-253 0,-2 1-139 0,-1 3 123 16,-5 1 371-16</inkml:trace>
  <inkml:trace contextRef="#ctx0" brushRef="#br0" timeOffset="147575.26">24979 11401 242 0,'5'13'469'0,"-2"-6"171"0,3 2 123 0,1-3-232 16,1 0-153-16,1-2-77 0,2 1-44 0,0 0-22 0,2-4-43 0,4 0-40 15,1-1-43-15,-1 0-45 0,4-1-20 0,1-3-18 0,0 2-8 32,3-2-5-32,1 3-6 0,-3-2-29 15,1 2-94-15,2-1-142 0,-1 1-294 0,-3 1-217 16,1 0-151-16,-3 1 24 0,2 1 271 0</inkml:trace>
  <inkml:trace contextRef="#ctx0" brushRef="#br0" timeOffset="148730.6">26390 10819 107 0,'0'0'386'0,"-2"2"233"15,0-2 167-15,2 1-110 16,0 1-205-16,0 0-83 0,2 3-44 16,0 1-28-16,1 0-15 0,2 0-10 0,-4 2-42 15,6-3-47-15,-1 3-58 0,-2-2-44 0,1 0-31 16,3-1-20-16,-3-1-5 0,3-1-6 0,-4-1 2 16,1-1 2-16,0-1 10 0,-2-1 17 15,2-1 21-15,-2-1 27 0,2-1 21 0,-1-2 22 0,-2 0 15 16,0-1-4-16,-2-2-14 0,0 3-23 15,-2 2-15-15,0-5-24 0,-1 3-26 0,2 2-15 16,-5 0-15-16,3 2-9 0,-2-1-9 0,1 1-7 16,1 2-4-16,-2 2-5 0,2 1-4 0,2 1 0 15,-4 2-2-15,2 3 1 0,2 1-2 16,-3 1-1-16,3 1-2 0,1 1-18 0,-4-3-45 16,4 0-64-16,0-2-69 0,0-1-125 0,-1-3-173 0,-1 0-287 15,2-4-269-15,0 0-217 0,2-1-89 16,-2-4 325-16,0-2 505 0</inkml:trace>
  <inkml:trace contextRef="#ctx0" brushRef="#br0" timeOffset="149230.74">26398 10562 97 0,'0'-5'351'0,"0"-1"204"0,0 4 183 16,0-4-72-16,0 1-138 15,0 4-77-15,0-2-43 0,0 1-45 0,0 2-49 16,0 0-61-16,0 0-44 0,0 4-30 0,1 0-28 15,1 5-24-15,0 1-13 0,1 6-1 0,-2 0-15 16,4 4-17-16,-2 1-17 0,0 4 0 16,0 0-3-16,2 2-12 0,-2 2-8 0,1 1-8 0,-3 3-9 15,1-2-7-15,-2 3-11 0,0 0 0 16,0-1 0-16,0-1-8 0,0-3-14 0,0-1-23 16,0-3-22-16,-2-3-60 0,-1-2-108 0,0-3-128 15,-1-5-159-15,0-2-276 0,-1-4-253 0,2-3-113 16,-3-3 179-16,-1-5 370 0</inkml:trace>
  <inkml:trace contextRef="#ctx0" brushRef="#br0" timeOffset="149481.68">26129 10588 277 0,'6'2'564'16,"-1"-2"205"-16,0 1 78 0,1 1-230 0,4 1-255 16,4 0-140-16,3-1-17 0,4 3-1 0,1 0-7 15,1-3-24-15,3 3-19 0,2-2-17 0,-1 0-60 16,3-1-37-16,-1-2-16 0,-1 2-13 0,-1 1-9 16,-2-1-9-16,-1 2-54 0,-8 0-110 0,-1 2-159 15,-7 3-286-15,-3 1-229 0,-3 4-166 0,-5-1 66 16,-7 3 313-16</inkml:trace>
  <inkml:trace contextRef="#ctx0" brushRef="#br0" timeOffset="149664.76">26254 11341 230 0,'25'-1'423'15,"4"-4"150"-15,-3-1 85 0,1-3-275 16,3-3-183-16,0-2-97 0,0 0-49 0,2-1-46 0,-2-2-83 16,0 1-219-16,-2-1-189 0,-1 0-82 0,0 4 15 15,-3-2 121-15</inkml:trace>
  <inkml:trace contextRef="#ctx0" brushRef="#br0" timeOffset="150698.72">27457 9381 249 0,'-3'-3'612'0,"0"0"288"15,0-2 131-15,-1 4-204 0,3 0-289 32,-2-1-162-32,3 2-108 0,-4 2-62 0,4-1-35 15,0 2-25-15,-1 3-19 0,1-1-21 0,0 3-16 16,0 0-16-16,1-1-24 0,3 0-20 16,-3 1-16-16,2-3-7 0,2-1-4 0,0-1 0 0,2-1-6 15,0-4 3-15,-1-1-1 0,2-3 2 0,1-3-2 16,-2-3-2-16,-1 0 1 0,1-1 1 15,-2-1 7-15,-1 1 2 0,-2 2 8 0,-4 2 3 16,0 0 3-16,-4 3-1 0,2 3-4 0,-4 0-9 16,-1 5-8-16,0 1-20 0,3 3-20 0,-2 1-64 15,1 2-120-15,-2-2-152 0,5 3-293 0,-1-1-259 16,3-2-231-16,1 1-12 0,2-3 344 0,1-1 423 16</inkml:trace>
  <inkml:trace contextRef="#ctx0" brushRef="#br0" timeOffset="151047.19">27503 9124 330 0,'3'-3'602'0,"-1"1"215"0,1 1 64 16,-2 0-304-16,3 1-208 0,-2 1-88 0,0 0-30 15,0 4 5-15,1 1 8 0,-2 5-1 0,3 1 1 16,-3 3-34-16,2 4-41 0,-3 2-25 0,4 3-29 16,-3 3-13-16,-1 2-19 0,0 2-19 0,0 1-15 15,0 4-25-15,-1-2-14 0,1 1-14 0,-4-3-9 16,4 0-7-16,-1-2-7 0,-1-4-9 0,2 1-22 31,-1-4-27-31,-1-5-25 0,-1 0-61 16,0-5-119-16,-3-5-158 0,-1-1-276 0,1-3-246 15,-2-4-226-15,-1 0-16 0,1-4 352 0,-2-3 432 16</inkml:trace>
  <inkml:trace contextRef="#ctx0" brushRef="#br0" timeOffset="151281.91">27376 9037 185 0,'8'-7'585'0,"-1"1"290"0,-1 1 104 16,2 2-155-16,1-1-314 0,4 0-177 16,3 3-113-16,2-2-54 0,2 2-26 0,2-1-14 15,1 1-36-15,3 1-36 0,-1 1-18 0,4 1-13 16,-2-1-8-16,-1 2-3 0,1 0-4 0,-2 0-4 15,-5 3-49-15,-2 0-118 0,-6 1-183 0,-5 3-285 32,-5 3-244-32,-7 0-205 0,-6 1 28 0,-3 4 348 15</inkml:trace>
  <inkml:trace contextRef="#ctx0" brushRef="#br0" timeOffset="151466.07">27388 9685 127 0,'20'24'354'16,"2"-4"151"-16,0-4 145 16,4-1-133-16,-1-4-203 0,3-1-106 0,2-3-54 0,0-1-20 0,4-1-50 15,-1-3-28-15,3-4-14 0,2 2-17 0,5-7-40 16,-4 1-73-16,5-2-211 0,-2 1-228 0,-4 1-125 16,1-1-19-16,-3 3 126 0,-1 1 208 0</inkml:trace>
  <inkml:trace contextRef="#ctx0" brushRef="#br0" timeOffset="151964.69">29139 9501 226 0,'8'4'785'16,"-2"1"393"-16,-3-3 47 0,1-2-209 15,-3 4-384-15,2-4-214 0,-1 2-102 0,0-4-35 16,-1 0-24-16,-1 0-19 0,0-3-18 0,0-1-44 15,-1-2-51-15,-1 2-40 0,-1-1-25 0,0 1-17 16,-2 0-14-16,-1 0-10 0,3 1-6 0,-2 1-6 16,2 1-5-16,-1 2-4 0,1 1-3 15,2 0-5-15,-1 1-10 0,0 2-45 0,2 1-62 0,0 1-66 16,0-1-122-16,4 1-181 0,-3-1-311 16,2 1-274-16,2-1-214 0,2-1-84 0,-1 2 359 15,2-1 531-15</inkml:trace>
  <inkml:trace contextRef="#ctx0" brushRef="#br0" timeOffset="152896.49">29271 9044 39 0,'1'2'328'0,"-1"1"218"0,0-3 167 16,0 0-31-16,3 2-230 0,-1 4-125 0,-2 3-61 31,3 0-35-31,-2 6 14 0,3 2 20 0,0 6 21 16,1 1-6-16,2 6-29 0,-1 2-22 16,0 3-38-16,-1 3-34 0,0 1-45 0,-2 3-38 0,2 1-28 15,-1-3-19-15,1 0-17 0,0-2-8 16,-2-2-6-16,2-4-21 0,-4-3-45 0,1-3-87 15,-4-5-110-15,1-5-130 0,-1-1-201 0,-3-4-272 16,0-4-178-16,1-1 33 0,-5-4 254 0,0-4 322 16</inkml:trace>
  <inkml:trace contextRef="#ctx0" brushRef="#br0" timeOffset="153115.16">29049 9016 245 0,'16'3'433'15,"0"-1"193"-15,1 3 143 0,2 0-272 16,3 2-159-16,0 4-46 0,3-5-23 0,2 3-59 16,1 1-52-16,2-2-31 0,-2 1-21 0,1 1-46 15,-3 1-27-15,0 1-14 0,-5 2-22 0,-1-2-83 0,-5 1-144 16,-2 2-290-16,-6 1-211 15,-6 4-140-15,-2-1 13 0,-6 4 248 0</inkml:trace>
  <inkml:trace contextRef="#ctx0" brushRef="#br0" timeOffset="153315.37">28886 10039 71 0,'24'20'311'0,"1"-3"151"15,2-1 133-15,5-4-69 0,2-2-218 16,3-2-120 0,-2-2-59-16,1-3-29 0,1 0-26 15,2-3-22-15,-3 0-3 0,-1-2-29 0,-2-1-46 16,0 2-105-16,-4-1-276 0,-2 2-157 0,-6 2-66 16,-3 1 60-16,-2 1 163 0</inkml:trace>
  <inkml:trace contextRef="#ctx0" brushRef="#br0" timeOffset="173446.26">27577 9334 223 0,'22'-3'358'0,"-1"0"125"0,2 1 1 16,1 2-177 0,3-1-115-16,3 1-46 0,4 1-27 0,2 1-5 15,5 1 2-15,0 0 0 0,5 1-3 0,1 1-19 16,4 1 31-16,0 0 8 0,2 3-17 0,6 1 5 15,-2 1 3-15,3 1 3 0,1 2-36 16,3 1-27-16,-1 4-10 0,2 1-16 0,-4-1-25 16,3 2-55-16,-6 0-72 0,-1 0-95 0,-3-1-178 15,-4 0-242-15,-1-1-138 0,-1-1 25 0,-2-4 166 16,-5-1 228-16</inkml:trace>
  <inkml:trace contextRef="#ctx0" brushRef="#br0" timeOffset="174261.56">24995 10993 114 0,'11'1'342'0,"0"-1"160"0,3 0 133 0,3 2-122 15,4 1-197-15,8-1-86 16,4 3-23-16,7-3-12 0,7-1 8 0,7-1-5 0,3 0-10 16,9 0-34-16,4-1-42 0,3-1-13 15,5-3-36-15,2 0-23 0,3 1-12 0,4 1-3 16,2-2 4-1,-2 2-58-15,-5 2-121 0,-1 2-253 0,-8 2-245 16,-5 3-179-16,-8 3-74 0,-8 4 156 0,-7 1 317 0</inkml:trace>
  <inkml:trace contextRef="#ctx0" brushRef="#br0" timeOffset="202358.09">1780 15641 234 0,'-2'-4'518'16,"2"0"255"-16,2 1 163 16,-2 0-188-16,1 0-152 0,-1 2-101 0,-1-3-71 15,1 4-25-15,0-1-22 0,1 1-38 0,1 1-49 16,0-1-46-16,-1 2-33 0,-1 0-48 0,2 2-41 0,-1 2-35 16,1 2-21-16,1 3-9 0,-1 1-12 0,1 3-4 15,-1 2-12-15,2 0-2 0,-1 5-1 0,0 2-3 16,2 1-1-16,-2 2-2 0,2 2 2 0,0 1-5 15,-1-1-3-15,1 2-3 0,-2-1-4 0,2 2 0 0,-3-3-2 16,3 2 0-16,-4-3-1 0,2 0-1 0,-1-2 0 16,1 1-2-16,0-2-1 0,-1-2 1 0,-1-2-1 0,1 0-1 15,1-4 0-15,-1 0-2 16,-1 0 0-16,-1-4-3 0,2-2-2 0,-1-1-13 0,1-3-26 0,-2-1-51 0,0 1-59 16,2-4-60-16,-4 0-102 0,2-3-136 0,-2 0-151 15,1-3-202-15,1 0-220 0,0-2-182 0,0 0 58 31,0-5 351-31,0 3 387 0</inkml:trace>
  <inkml:trace contextRef="#ctx0" brushRef="#br0" timeOffset="203322.41">2131 15623 124 0,'0'-5'375'0,"0"2"209"0,0 0 180 16,2 1-104-16,-1 1-96 0,-1-2-63 0,2 3-51 15,-2 0-53-15,3 3-57 16,0-2-55-16,-2 2-64 0,2 3-52 0,1 2-31 15,-1 2-13-15,2 4-6 0,3-1-17 16,1 2-11-16,-1 4 24 0,3-2 8 0,3 3 19 0,-3-1 4 16,5 4 0-16,-3 1-10 0,4-1-26 0,-3 5-18 15,4 0-31-15,-2 1-22 0,1 2-11 0,-1 0-1 16,1 0-7-16,-2 0-5 0,0 1-3 0,0-2 4 16,0-1 0-16,-4 1-5 0,2-4-4 0,-2-2-2 15,-3-3-1-15,2-3-2 0,-3 0 0 0,1-3 1 16,-3-3-1-16,0 0 2 0,-2-3-2 0,0-1-1 15,2-1 0-15,-4-2-1 0,1-1 0 0,-1-1 0 16,1-2 0 0,-2 3 3-16,0-3 4 0,0-1 3 0,0 0 1 15,0-3 2-15,-3 0 0 0,0-3-2 0,-2-3-4 16,2-3-3-16,-2-3-1 0,0-3-2 0,1-4-3 16,-1-2 0-16,0-2 0 0,1-4-1 0,-1 0 2 15,2-3 0-15,-1 2 2 0,1-3-1 0,0 0 1 0,1 1 1 16,1 0-2-16,-1 0-1 0,2 3 0 0,0 2 0 15,0 0-1-15,0 0 1 0,0 4-1 0,0 1 0 16,2 1 0-16,-1 1 1 0,-1 2-3 0,2 0-8 16,-2 0-21-16,0 1-44 0,0 2-62 0,-2 0-84 15,-1-3-147-15,2 2-192 0,-4 3-301 16,2-1-272-16,0 1-216 0,0 2 23 0,-2 2 459 0,2-1 481 16</inkml:trace>
  <inkml:trace contextRef="#ctx0" brushRef="#br0" timeOffset="203808.85">2001 15309 219 0,'-5'0'559'0,"-1"3"306"16,3-2 215-16,-3 1-175 0,1-1-227 0,2-1-133 0,-2 2-49 0,3-1-50 15,1 3-94-15,-1-3-68 0,2 0-61 16,0 1-49-16,2-2-69 0,-1 2-51 0,-1-1-22 0,2-1-18 31,3 1-2-31,0 2-8 0,1 0-2 0,5 0-1 16,-3 2 1-16,3-2 0 0,5 0 11 0,-2 0 6 15,3-2 1-15,4 2 5 0,0-3 2 0,2 2-6 16,2-2-11-16,5-2-5 0,-1-1-2 0,2 0-5 16,3 0-2-16,-1-1 4 0,2-3 1 0,0 2 1 15,-1-1-2-15,0 2 1 0,0-3-2 0,-5 3 9 16,1 0 3-16,-2 0 1 0,-1 2 1 0,0 2 0 15,-3 0 0-15,-2 0-10 0,-3 0-4 0,0 4-20 16,-3 2-42-16,-2 0-54 0,-3 3-50 0,-3 0-59 0,-2 3-115 16,-3 0-130-16,-1 1-120 0,-2 1-198 15,-2 3-236-15,-1-1-179 0,-3 1 111 0,1 4 348 16,0-2 365-16</inkml:trace>
  <inkml:trace contextRef="#ctx0" brushRef="#br0" timeOffset="204174.71">1888 16677 233 0,'-9'10'573'16,"3"1"299"-16,0-4 148 0,0-1-227 0,2 0-222 0,3-2-149 16,-2-1-104-16,1-1-79 0,0 1-61 0,1-1-18 0,2-2-1 15,3 0-14-15,2 3-17 0,5-2 53 0,3-1 31 16,5 0-10-16,2 0-18 0,4-1-15 0,2-2-13 16,3 1-51-16,3-1-25 0,2-2-21 0,4-2-21 0,1-1-13 15,3 0-4-15,1-3-6 0,2 1-11 16,1 0 1-16,1-3 0 0,1 1-1 0,-3-1-2 0,4-1-1 31,-1 3-3-31,0-3 1 0,0 3 4 0,-1-2 1 16,-1 3-24-16,-4 3-67 0,-1 0-67 0,-2 2-148 15,-2 4-243-15,-5-1-319 0,0 1-336 0,-1 1-232 16,-3 0-29-16,-3 0 557 0</inkml:trace>
  <inkml:trace contextRef="#ctx0" brushRef="#br0" timeOffset="206989.42">1272 14489 196 0,'10'-2'425'0,"-4"2"171"16,-1 0 97-16,1-2-231 0,-1 2-204 0,1-1-117 15,0 1-51-15,2-1-18 0,2-1 27 0,1 0 15 0,2 0 85 16,2 2 74-16,0 0 13 0,2-3 27 0,-1 2 7 15,1 0-4-15,-1 0-67 0,0-2-46 0,0 1-19 16,-2 0-34 0,2 2-49-16,1-5-25 0,1 4-13 0,4-2-16 15,1 1-22-15,1 0-13 0,0-2-3 0,3 2-4 16,1-2-2-16,-1 3-3 0,3-2 1 0,0 0-1 16,2 2 2-16,1-2 3 0,-1 1-5 0,1 1-3 0,2-2 3 15,2 3 49-15,0-2 24 0,-1 2 9 16,2 0 11-16,0 0 6 0,1 2-1 0,1-1-45 0,0 1-23 15,-1 1-10-15,2-2-11 0,-1 2-3 0,1 0-4 16,0 0 1-16,-1 0 1 0,-1-1 1 0,2 0-2 16,-3 0-8-16,2 0-3 0,-2-1 0 15,1 0 0-15,1-1-2 0,-2 2 3 0,1-2 5 0,-1 0 2 16,2 0 2-16,-2 0 2 0,4-2 2 0,-2 2 0 16,1-1-1-16,3 1 1 0,-1-1 0 0,1 1-2 15,-1-2 1-15,0 0-1 0,2 0 1 0,-2 0-4 16,3 0 0-16,-5 1-2 0,2-2-3 0,1 0-1 31,-1 0-2-31,1 0 2 0,-3-1 3 0,0-1 3 16,2 1 3-16,0-1 1 0,-2-1 1 0,3 1 0 15,-1 2 1-15,2-2 2 0,0 0-1 0,-1 1-1 16,0-1-1-16,2 2-4 0,-3 0 0 0,1 0-3 16,0 0-1-16,1 0 2 0,-1 2-2 15,0-2-2-15,0 0-1 0,-1 0 1 0,2 0 2 16,-1 1 0-16,0-2 4 0,0 0 1 0,-1 0 1 15,1 0 2-15,2 0-2 0,0 0-1 0,-2-1 0 16,-1 1 0-16,3 1-2 0,-3 0 2 0,1 0-2 16,-3 0-5-16,2 2 0 0,-1 1-2 0,-2 0 1 15,-1 0-4-15,2 1 6 0,-3 0 2 0,0 1 2 16,2 1 3-16,-1-2 4 0,-2 4 0 16,-1-3-5-16,2-2 0 0,0 5 3 0,0-4-3 0,0 0-4 15,-2 0 2-15,2-1 4 0,1 3 0 16,-2-3-2-16,1 0-3 0,-1 0 0 0,-1 0 0 15,0 2-5-15,0 0-1 0,1 1-2 0,-2-2 5 32,0 3 3-32,1-2-3 0,0 4 2 0,0-1-2 15,-1-1 2-15,2 2 0 0,-2-2-1 0,1 2 1 16,3-1 2-16,-1 0-1 0,0 2 1 16,2-5 3-16,1 4-2 0,0-1 2 0,-1-3-4 15,2 3 1-15,-2-2 0 0,-1 0-6 0,4-2 0 16,-2 2-1-16,0-1 2 0,2-1 0 0,-2-1 1 15,0 0 5-15,3 2 2 0,-2-2 0 0,0-2 2 16,2 2-1-16,-1-1 2 0,3-1-5 0,-2 1 1 16,4-1 0-16,-2 0 0 0,1 2-1 15,-1-2-5-15,1 0 1 0,-2 2-2 0,2 0 4 16,-3 0-5-16,2 2 5 0,-3-2-1 0,2 2 0 16,-2-1-2-16,0 0 0 0,-2 2 3 0,0-1 0 15,3-1 3-15,-1 1-1 0,0-2-1 0,1 1-1 16,-1 1-2-1,4-2 1-15,-2 0 0 0,2 0-1 16,-3 0 1-16,2 0 3 0,-2 0-1 0,2 0-1 16,-2 0 2-16,2 0-2 0,0 0 4 0,-1 1-3 15,0 1 1-15,1-1-1 0,0-1 3 0,0 2 0 16,1-1-4-16,2 1-1 0,0-1 2 0,3-1 1 16,-1 0-4-16,1 0 0 0,0 0 6 0,0 0-1 15,1 0-1-15,-1 0-4 0,0-1 2 16,0-1 3-16,0 2-3 0,0 0 0 0,-1 0 0 15,1 0 2-15,2 0-1 0,1 0-4 0,1 2 1 16,1-1-1-16,0 1 0 0,0-1 2 0,1 0-1 16,0 1 3-16,-1 0-2 0,-1-1-1 15,3 0 2-15,-1 3-1 0,0-3 3 0,-1 0 0 0,3 1 5 16,0-2-2-16,0 3 1 0,2-2 1 0,1 1-2 16,-1 1-6-16,1-1-4 0,-1 0-1 15,0 2-2-15,-1 1 1 0,-1-1 3 0,0 0 2 0,-1 1 4 16,2-1 5-16,1 1 0 0,1 1 0 15,2-2-3 1,0-1-1-16,0 1-1 0,0 1-6 16,1-2 0-16,-1 0-3 0,3 0 1 0,-2 0 3 0,-2-2 7 15,1 4-1-15,1-3 1 0,1 0 3 16,-1 3-1-16,5-1-5 0,-2 0-3 0,1 2 2 16,1-2 3-16,-3 1-5 0,3-1 2 0,-2 2 0 15,-3 0 1-15,2 0 0 0,-2 2-2 0,4-1 5 16,-1 1-3-16,2-1 1 0,1 1-2 0,-3 0-3 15,4-1 0-15,-4 1-1 0,1-3 3 0,0 1 1 16,1 1 3-16,-3 1 1 0,0 1 3 0,1-5-2 16,2 5 2-16,1-2-3 0,-1 0-1 0,1 1-2 15,0-2-4-15,-3 1-3 0,1 1-2 0,1 1 5 16,-2-2-2-16,0 3 4 0,-3-4 2 16,3 4 4-16,3 0 2 0,-4-2 1 0,4 1-7 15,-2-1 3-15,-1 2-4 0,1-1-2 0,1-1-5 16,-3 1 1-1,0-1 6-15,0 0-2 0,0-1 6 16,3 2 3-16,0-3 0 0,1 0 0 0,2 0-2 16,-1 0-1-16,2-2-4 0,-2 1 0 0,3-1-3 15,0 0 2-15,-2-1 3 0,4 0-1 0,-2-2 1 16,3 1-2-16,0-1 0 0,3-1-3 0,2 2-7 16,-1-1 1-16,2-1 3 0,-3 2 3 0,1-1 3 15,1 1 5-15,0-2 3 0,3 1-2 0,1 1-2 16,2 0-3-16,-1 0 0 0,0 0-5 0,1 1 1 15,0-2 5-15,2 2-1 0,0-2 1 0,1 3-2 16,0-2 5-16,2 0-7 0,3 0-3 0,-4-1 2 16,1 1 4-16,0-1 1 0,0 1 0 15,0-1 3-15,0-1 0 0,3 0-3 0,0 0-1 16,1 0-1-16,0-1-3 0,-1 1 1 0,0 0 1 0,0 0 4 16,1 0-4-16,3 1 2 0,-3-1-2 15,1 1-4-15,-1-1-1 0,1 3-1 0,0-1 7 16,-1 0-1-16,2-2 4 0,1 0 4 0,-1 0 1 31,3 0-3-31,-3 0-8 0,2 0 2 16,1 0 3-16,-1-4-3 0,0 3-1 0,3-1-1 0,0 0 8 15,1-1-5-15,-2 0-6 0,-1-1 2 16,4 2 7-16,-5-3-1 0,2 2-2 0,0 0 5 16,2-1 1-16,-1 1-4 0,-1-2-8 0,0 2 4 15,-2 0 0-15,3-1 3 0,-2 1-2 16,1-2 1-16,1 0 2 0,0 2-2 0,-1-2-5 0,2-2 1 15,-3 3 3-15,0 0 1 0,-1-1 5 0,4 0 1 16,0 2 3-16,-3 1-7 0,0-1-3 0,-2 0-4 16,0 3 1-16,-2-1 0 0,-4 2 1 15,2-1 4-15,0 1 1 0,2 1 5 0,-2-1-3 0,-2 2-3 16,-1 0-2-16,0 0 0 0,-2 0 3 16,1 2-2-16,-1-2 1 0,0 0-1 0,-1-1 3 15,0 3-5-15,-1-1-3 0,-1 0 2 0,1-2 1 16,-5 3 5-16,1-3-3 0,1 1 1 0,0-2 3 15,1 1-2-15,-1-1-2 0,1 1-5 0,-3-2 0 16,1 1 2-16,-1-1 0 0,-2 0 2 0,-1-1-1 16,0 1 6-16,2-2 1 0,-1 1 0 15,1-1-2 1,-2 0-3-16,0 0 0 0,-1-2-4 0,-2 4 3 16,-1-3 1-16,-3 2 0 0,1 0 4 0,-2 0-3 15,2 1 4-15,-3 0-1 0,3 0-6 0,-4 0 0 16,0 1 0-16,0 0-1 0,-4 0-4 15,1 2 2-15,-1-1 3 0,-1 0 4 0,-1 1 1 0,-1 0 3 16,2-2-1-16,2 2 2 0,-2-1-2 16,1 1-5-16,0-2-1 0,-1 2 0 0,2-1-2 0,-1 2-2 15,-1-1 3-15,0 0 3 0,2-2 1 16,-1 2 0-16,0-1 3 0,1 1 1 0,1-2-3 16,-2 3 2-16,1-3-1 0,-2 2-1 0,5-1-3 15,-4-1-4-15,1-1 1 0,1 0 3 0,0 0 3 16,1 0 2-16,1-3 8 0,0 2 0 0,0-2 2 31,5-1-3-31,-5 2-2 0,4-3-8 0,-3 2 16 16,2 0 15-16,-2-1 10 0,-1 1 6 0,1 0-5 0,-1 0 0 15,0 1-18-15,-4-1-14 0,1 2-12 16,-2-1-8-16,-3 2 4 0,-2 0 8 0,0 0 2 16,-4 0 2-16,-1 0 3 0,-2-1 1 0,-3 1-9 0,-3-3-37 15,-3 2-59-15,-4-3-57 0,-3-2-135 0,-6-1-223 16,-4-1-299-16,-9 1-300 0,-6-4-234 0,-10 1-103 15,-11-1 454-15,-13-2 592 0</inkml:trace>
  <inkml:trace contextRef="#ctx0" brushRef="#br0" timeOffset="208557.39">4722 15372 56 0,'-1'-6'498'16,"1"2"408"-16,0 2 233 0,0 0-21 0,0-1-386 15,0 3-260-15,0-1-146 0,1 2-63 0,5 2 2 16,-1 5 1-1,5 3-12-15,1 3-13 0,5 6-31 16,0 1-40-16,1 5-53 0,3 2-36 16,-2 2-18-16,2 3-15 0,1 4-3 0,-4 2-8 0,1 2-2 15,-2 1-2-15,-1-1-3 0,-2 1-1 16,1-2-2-16,-3-1-4 0,-3-5-9 0,2-1-8 16,-3-3-5-16,0-1-3 0,-2-4-2 0,-2-3 2 15,0-2 8-15,0-2 6 0,-1-1 3 0,1-5 7 16,-3-4 7-16,1 1 7 0,-1-5 0 0,-4-1-1 15,1-6 2-15,-2 1-4 0,-3-9-7 0,-2-3-9 16,-2-7-4-16,-1-6-1 0,-4-6-11 0,2-9-4 16,-2-5-3-16,1-7-1 0,-1-3-1 0,4-4 2 15,1-2 5-15,4-2 4 0,3 5 1 0,2 2 1 16,3 4 1-16,3 4-5 0,0 4 0 0,2 7 0 16,3 1 0-16,-1 5-5 0,3 4-2 0,0 3-1 15,1 5-3-15,0 3 0 0,2 3 0 0,1 4 4 16,0 4 3-16,3 4 2 0,1 3 0 0,1 4 7 31,1 2 2-31,-1 5 2 0,3 1 0 16,-1 3 0-16,0 1 0 0,-1 2-3 0,-1 1-2 0,-1 3 1 15,-3 0 2-15,0 3 2 0,-3 0-3 0,-2 2-2 16,-2-1-1-16,-4 4-1 0,1-2-3 16,-5 2-2-16,-3-1 3 0,0 2 1 0,-2 1 0 15,-1-3-2-15,-4 1 0 0,1 0 0 0,-3-1-1 16,1-2 0-16,-3-2-1 0,0-1 5 0,2-1 2 15,-3-4 1-15,3-3-2 0,-1-1-6 0,0-5-10 16,2 1-22-16,0-4-18 0,3-1-33 0,0-2-68 16,5-1-66-16,0-2-89 0,3-1-130 15,2 0-208-15,1-1-300 0,4 0-219 0,3-1-183 16,0 1 61-16,4-1 453 0</inkml:trace>
  <inkml:trace contextRef="#ctx0" brushRef="#br0" timeOffset="208856.49">5576 15814 295 0,'30'15'596'0,"0"4"260"16,-5 0 170-16,-1 1-196 0,-3 3-204 0,-1 0-107 15,-1-4-65-15,-5 0-62 0,-1-3-91 0,0-4-85 16,-4-2-17-16,-1-1-13 0,0-4-12 0,-2-2-10 16,-4-5-7-16,1-2-8 0,-3-7-30 0,-3 0-32 15,-2-6-26-15,-1-2-14 0,-5-1-8 0,-2-3-4 16,-1 1-7-16,-4-2-6 0,-4 1-5 15,-1 2-6-15,-4 2-5 0,1 0-3 0,-2 3-1 0,1 3-2 16,2 3 1-16,1 4 0 0,2 3 0 16,1 6-1-16,4 3-2 0,3 4-1 0,1 5-3 0,5 3-1 15,4 3-3-15,4 5 0 0,4 2-3 16,3-1-10-16,7 0-23 0,0 0-62 0,5-1-63 0,0-4-107 16,5-4-170-16,1 0-300 0,2-5-315 0,3-2-242 15,0-5-164-15,3-4 266 0,-1-4 593 16</inkml:trace>
  <inkml:trace contextRef="#ctx0" brushRef="#br0" timeOffset="209222.7">6039 15702 312 0,'-1'-29'866'0,"-4"1"372"0,-5 4 78 0,-2 1-184 16,1 5-304-16,-3 3-267 0,-1 6-161 0,-2 5-96 0,3 6-85 15,-2 5-97-15,3 8-62 0,2 5-33 16,2 8-13-16,2 3-7 0,4 7-4 0,6 0 3 0,2 4 2 15,3-3-1-15,3-1-6 0,3-2-3 0,5-5-2 16,0-6-1-16,0-5 0 0,2-5 0 0,1-8 1 16,-1-10-6-16,1-4-8 0,-2-9-19 0,-1-8-23 15,-2-8-19-15,0-7-17 0,-5-6-7 16,-1-5 5-16,-3-5 18 0,0-2 25 0,-5-1 28 16,-3 1 14-16,-3 0 36 0,-3 2 32 0,-2 3 21 15,-2 2 14-15,-1 5 8 0,0 4 9 0,0 5-14 16,-2 8-16-1,4 5-15-15,-1 6-12 0,1 7-14 0,3 5-12 0,1 10-12 0,2 5-8 16,1 11-3 0,2 5 0-16,2 6 1 0,2 8 0 0,3 2 2 15,2 6 0-15,2 4-1 0,2 2-3 16,1 2-3-16,2 4-3 0,3 1-11 0,0-3-27 16,0-4-79-16,3-4-72 0,-2-6-149 0,3-6-240 15,-1-5-323-15,1-8-340 0,1-4-198 0,-3-7-1 16,1-6 558-16</inkml:trace>
  <inkml:trace contextRef="#ctx0" brushRef="#br0" timeOffset="209509.29">6509 15493 226 0,'-10'-31'1022'0,"-1"6"554"0,-1 8-56 16,-1 5-294-16,-1 3-466 0,3 4-290 0,-1 4-191 0,0 2-105 0,4 4-60 15,2 2-38-15,1 2-27 0,5 2-20 0,0 0-13 16,5 4-6-16,1-1-5 0,4 1-2 0,2 3-1 15,1-1 0-15,4 4 1 0,-1-2-1 0,1 4-1 32,0 0 2-32,-2 2-2 0,0 3 0 0,-3-2-1 15,-1 5 0-15,-3 0-1 0,-5 3-1 0,-1-3-1 16,-2 4 1-16,-2-2 1 0,-2 0 1 16,-3 0 2-16,-3-4 1 0,0-2 0 0,-2-2-1 0,1-5-1 15,-1-1-6-15,2-7-11 0,2-3-17 0,-1-5-49 16,1-5-69-16,3-6-74 0,0-5-118 0,2-6-171 15,2-1-294-15,2-6-264 0,6-3-206 0,1-1-91 16,1-4 312-16,4-2 522 0</inkml:trace>
  <inkml:trace contextRef="#ctx0" brushRef="#br0" timeOffset="209854.65">6730 15471 438 0,'10'-8'1003'0,"-6"5"395"0,1 5 45 0,-3 4-328 0,-2 5-358 0,-2 3-256 0,-1 5-138 16,0 4-105-1,-2 4-91-15,0 4-55 0,2 3-37 0,-1 3-21 0,2 4-17 0,1 1-12 16,2-1-9 0,2 2-7-16,3-4-3 0,1-3-4 0,1-2-1 15,1-6-2-15,2-2 0 0,0-7-2 0,3-5 0 16,-1-5-2-16,-2-6-7 0,3-6-9 0,-2-6-10 16,0-7-12-16,-1-5-12 0,-3-7-10 0,0-4 0 15,0-6 8-15,-2 0 9 0,-3-4 12 16,1 3 14-16,-3-3 12 0,1 5 9 0,0 4 8 15,-2 3 12-15,1 5 9 0,-1 4 9 0,0 6 3 16,0 3-1-16,2 6-4 0,-2 4-7 0,1 7-7 16,-1 5-9-16,3 5-3 0,-1 7-3 0,1 6-2 15,0 2-4-15,0 4-3 0,2 3-1 0,2 5-5 16,-1-3-4 0,3 5-26-16,-1-2-68 0,0 0-74 0,0-3-151 0,-2-1-284 0,1-6-324 0,-1-1-357 15,0-5-237-15,2-3 44 0,0-4 661 16</inkml:trace>
  <inkml:trace contextRef="#ctx0" brushRef="#br0" timeOffset="210740.08">7527 15994 226 0,'6'6'657'16,"-4"-1"348"-16,1-2 136 0,-3 0-193 0,0-2-301 15,0 0-181-15,0-1-80 0,-3 0-52 0,1-1-58 0,-4-3-46 16,2-4-37-16,-3-2-43 15,2-3-34-15,0-8-30 0,-1-1-15 0,0-3-9 0,3-5-7 16,0-3 3-16,1-1-13 0,-1-1-9 16,3-1-6-16,-2 0-2 0,2 4-3 0,0 2-7 15,-1 5 3-15,1 4 2 0,-2 4 7 0,2 3 2 16,0 4 2-16,0 3-1 16,0 2-14-16,0 7-9 0,2 4-10 0,-1 5-5 0,2 9-3 0,1 6-3 15,1 5 11-15,2 6 6 0,-1 1 4 0,4 3-1 31,0 5 2-31,2-2 5 0,1-1-1 0,1-1-7 0,-1-2-3 0,0-3-1 0,-1-4 0 0,1-5-8 32,-1-5-2-32,-1-5 1 0,1-5 2 0,-2-5 8 15,0-2 2-15,0-9 3 0,0-4 0 0,-2-10-1 16,-1-7 3-16,1-8-5 0,-1-4-1 0,2-5-8 16,-3-2-3-16,2-2 1 0,1 4-4 0,-1 1-1 15,-3 6-2-15,1 3 5 0,0 6 4 16,-3 6 12-16,1 4 8 0,-1 4 6 0,-1 6 2 15,1 5 6-15,0 9 1 0,0 2-10 0,0 7-6 16,3 6-3-16,-2 2-3 0,0 6-5 0,1 2-4 16,0-1-1-16,3-1-1 0,1 2 1 0,-1-3-1 15,2-2 0-15,1-4 1 0,-2-1-1 0,3-6-2 16,0-3-1-16,-1-4 0 0,0-6-1 0,2-5 0 16,-2-8 0-16,1-7 1 0,0-4 3 0,-3-6 0 15,2-6 1-15,0-2 1 0,-3-5 1 0,0 1-1 16,3-2 1-16,-5 3-2 15,3 1-1-15,-2 5 0 0,1 3 0 16,-3 5-1-16,1 4 0 0,-1 7-1 16,1 2 2-16,-1 6 2 0,1 5 0 0,-1 5 0 15,0 7 0-15,1 1-1 0,0 8-1 0,2 0-1 16,-1 4-1-16,2 2-1 0,2 0-3 16,0 1-7-16,5-4-18 0,0 2-32 0,1-6-68 0,1-2-75 15,2-3-131-15,2-4-204 0,-2-2-305 0,3-5-322 16,1-1-228-16,-1-5-83 0,3-3 425 15,-1-5 596-15</inkml:trace>
  <inkml:trace contextRef="#ctx0" brushRef="#br0" timeOffset="210990.32">8683 15898 49 0,'16'8'589'0,"3"3"485"16,-5 1 224-16,-3 1 28 0,2 0-339 0,-2 3-322 16,0-2-215-16,-3-1-120 0,1-5-72 0,-1-1-92 0,-2-2-59 0,1-3-33 15,-2-5-11-15,-1-5-7 0,1-2-9 0,-4-4-9 16,1-5-11-16,-4-4-7 0,1-2-2 0,-4-4-2 31,-1-1 0-31,-2 0-2 0,-2-1 1 0,-4-1-1 16,0 2-4-16,-3 0-4 0,-1 1-4 0,-4 3 0 15,2 2-2-15,-1 3 1 0,-1 2-2 16,2 9 0-16,0 3-2 0,1 7-1 0,3 6-6 16,2 5-15-16,3 6-30 0,5 4-68 0,1 5-70 15,4 0-132-15,4 2-200 0,3 0-309 0,5 1-330 16,2-3-230-16,4 2-100 0,2-6 421 0,2 2 599 15</inkml:trace>
  <inkml:trace contextRef="#ctx0" brushRef="#br0" timeOffset="211624.06">9021 15579 376 0,'0'-8'756'0,"-1"2"334"0,-3 0 83 16,1 2-312-16,2 1-168 16,-4 0-119-16,4 3-109 0,-3 0-99 0,1 3-71 0,0 3-56 0,0 1-73 15,-2 4-62-15,0 4-32 0,2 4-19 0,-3 4-13 31,4 2-8-31,-1 5-10 0,2 2-5 0,-1 2-5 0,2-1-6 0,3 2-2 0,-1-1-1 16,-1-3-1-16,5 0-1 0,-1-3 3 0,0-3-1 16,3-2 1-16,2-2-1 15,2-3 1-15,1-3 1 16,4-1-1-16,-1-3-1 0,3-5-1 0,1-5 0 16,1-2-1-16,3-4-2 0,-1-6 2 0,3 0-1 15,-1-5 1-15,1-2-1 0,-1-1 2 0,-2-1 2 16,1-1-1-16,-5 1 1 0,0 1 0 0,-5 2 1 15,0 0 0-15,-4 2 2 0,-2 1 9 0,-2 1 2 16,-3 1 3-16,-1 2 1 16,-2 0 1-16,-2 1-5 0,-1 2-7 0,-3 0-4 0,1 2-4 15,0-1-3-15,-3 2-1 0,4-1-1 0,-4 0-1 0,3 2-3 16,2-1-8-16,1 0-13 0,1 0-25 16,1 2-47-16,1-3-61 0,1 1-55 0,3 2-63 15,1-3-99-15,3 1-119 0,1-1-107 0,1 2-172 16,3-2-231-16,1 1-166 15,2 0 75-15,3-2 319 0,-2 0 368 0</inkml:trace>
  <inkml:trace contextRef="#ctx0" brushRef="#br0" timeOffset="211940.98">9663 15580 413 0,'11'-10'908'16,"-6"2"326"-16,0 2 119 0,-1 4-272 0,-4 0-294 16,-1 5-232-16,-4 4-145 0,-1 4-93 15,1 3-98-15,-3 8-74 0,-1 2-42 0,1 3-27 0,0 4-16 16,1 1-11-16,1 1-13 0,2 1-9 0,2-1-10 15,4-1-6-15,2-2-5 0,2-3-4 0,1-5-2 16,4-4-2-16,3-4-1 0,-1-6-1 0,4-3 0 16,-1-7 2-16,3-4 1 0,-1-5 1 0,0-3 0 15,1-5 1-15,1-2-1 0,-2-2 1 0,-2-1-2 16,0-1 0-16,-2 1 0 16,0 2 2-16,-4 2 0 0,-2 4 1 0,-1 1 2 0,-2 4 0 15,0 1-1-15,-3 5 1 0,-1 2-1 0,-1 3 0 16,0 3-2-16,-1 2-1 0,1 5-1 0,-2 1 0 15,4 4-2-15,-1-2 1 0,1 3-1 0,1 1-1 32,2 1-5-32,4-3-13 0,-2 2-20 0,1-3-43 15,1 0-72-15,0-3-79 0,-1 1-140 0,1-2-212 16,-2-2-307-16,1-2-300 0,2-2-203 0,-1-4-37 16,0-3 476-16,-2-2 562 0</inkml:trace>
  <inkml:trace contextRef="#ctx0" brushRef="#br0" timeOffset="212372.6">10091 15610 170 0,'0'-24'785'16,"-1"3"445"-16,-2 5 110 0,0 2-94 0,1 3-412 0,-1 3-307 0,3 4-168 15,-1 2-92-15,2 2-73 0,1 4-76 16,1 3-54-16,3 3-28 0,0 3-16 0,4 2-8 0,2 5-6 16,0 0-2-16,2 5-2 0,3 2-4 15,4-1-2-15,-2 3-2 0,4-2-1 0,1-1-16 16,1-2-26-16,1-5-30 15,2-3-30-15,-1-3-23 16,2-4-18-16,-1-5 1 0,-1-2 22 0,1-4 32 16,-3-4 38-16,0-3 23 0,-3-4 13 0,-2-4 12 15,-1-2 5-15,-2-5 4 0,-4 1-2 16,1-4 2-16,-4-2 8 0,-2 3 24 0,1-2 53 0,-4 1 52 16,-2 1 29-16,-1 2 19 0,-4 1 5 0,-1 1-11 15,-2 1-31-15,-1 1-29 0,-3 1-18 0,-1 2-11 16,-1 2-10-16,-2 2-1 0,0 4-10 15,-2 3-9-15,-3 6-7 0,1 6-8 0,-1 5-3 0,-2 6-5 16,1 7-3-16,5 8-2 0,1 2-3 16,4 7-6-16,4 0-10 0,5 3-13 0,6 2 0 15,4-2 0-15,7 1 0 0,3 1 0 0,5-3 0 16,5-1 0-16,4-3 0 16,2-2 0-16,4-2 0 0,3-6-1 0,4 1-13 15,5-7-14-15,2-2-21 0,3-3-31 0,3-3-76 0,0-3-97 0,0-1-187 16,0-2-285-16,2-4-341 0,3 0-405 0,-2-4-205 15,2 1 224-15,4-2 790 0</inkml:trace>
  <inkml:trace contextRef="#ctx0" brushRef="#br0" timeOffset="213788.98">16040 15521 90 0,'5'-11'616'0,"-2"3"466"15,-2 1 170-15,1 0-96 16,-2 3-359-16,2 1-237 0,-2 2-132 16,1 1-92-16,-1 1-55 0,0 4-42 0,2 4-58 15,-1 3-51-15,-1 4-44 0,0 5-24 0,2 1-18 16,1 5-10-16,-2 3-6 0,2 1-10 0,-1-1-6 16,1 2-6-16,1-1-2 0,0-1-3 0,0-5-1 15,0 0-3-15,2-4 0 0,-1-6 2 0,2-1-2 16,-1-2 1-16,0-3 0 0,4-5 2 15,-2 0 0-15,-2-6 1 0,4-3 1 0,0-3 0 0,0-3 0 32,4-1 1-32,-3 0-1 0,2-1-1 15,1 1 0-15,-3 2 0 0,3 1-1 0,-2 2 1 16,-3 6 1-16,0 2 8 0,1 4 5 0,-4 6 4 16,1 2 1-16,-4 5-2 0,3 6 1 0,-4 2-8 15,-2 2-4-15,0 2-2 0,0 3-1 16,-2 1 1-16,0-1-1 0,-2 0-1 0,4 1 0 0,-2-3-3 15,2-2-2-15,2-3-1 0,-2-3-7 0,4-4-16 16,0-3-48-16,0-6-68 0,0 1-83 0,-1-9-147 16,0 0-254-16,2-5-318 0,-2-3-289 0,3-2-202 15,-3-7 51-15,0 0 542 0</inkml:trace>
  <inkml:trace contextRef="#ctx0" brushRef="#br0" timeOffset="214703.43">16671 15972 179 0,'0'2'522'0,"0"1"275"0,-2 1 127 16,2-4-184-16,0 3-278 0,2 0-134 0,-1-2-75 0,1 1-34 0,2 0 18 15,1-2 16-15,0 0 17 0,1 0-17 16,2-2-29-16,3 0-1 0,0-2-9 0,2-1-19 15,1-2-29-15,2-1-28 0,1 0-22 0,1 1-35 16,-2 0-36 0,1-1-19-16,1 1-12 0,-3 1-7 15,1 0-1-15,1 3-4 0,-2 0-2 0,0 0-16 16,-2 3-57-16,0 4-57 0,-4-1-134 0,-1 2-215 16,0 1-300-16,1-1-315 0,0 0-233 0,-5 1-75 15,3-1 458-15,0-2 562 0</inkml:trace>
  <inkml:trace contextRef="#ctx0" brushRef="#br0" timeOffset="-214475.09">17223 15537 189 0,'-2'-10'807'0,"-3"1"425"0,2 5 28 0,-2 2-175 15,2 2-439-15,0 4-293 0,0 2-128 0,6 3-65 16,-2 1-32-16,4 3-19 0,3-1-13 0,3 5-30 15,3-2-29-15,2 3-16 0,6 2-7 0,0-1-4 32,4 3-2-32,-1-1 0 0,4-3 50 0,-1 3 29 15,2-2 15-15,-3 2 3 0,0-2 0 0,-2 1-4 16,-3-1-40-16,-3 1-27 0,0-2-14 0,-4 0-8 16,-2 1-1-16,-4 1 0 0,-1-1-1 15,-7 3 0-15,1-1-2 0,-4 2-2 0,-3 1-1 16,-1 2-3-16,-4-1-6 0,-4 2-25 0,1 0-57 0,-4-1-62 15,1-3-86-15,-3-3-158 0,-1-3-253 16,-1-5-300-16,1-3-239 0,-1-6-180 0,0-5 123 16,0-5 527-16</inkml:trace>
  <inkml:trace contextRef="#ctx0" brushRef="#br0" timeOffset="-214292.93">17181 15652 151 0,'12'-23'642'0,"-2"6"337"0,-2 1 103 0,4 5-43 0,1 0-405 15,4 2-254-15,1 2-104 0,0 1-49 0,6 0-27 32,2 0-48-32,1 1-51 0,7 1-30 0,2 0-26 15,6 0-18-15,1 2-12 0,5 2-9 0,2 2-24 16,1 2-62-16,-2 2-157 0,1 1-289 16,-1 2-275-16,-3 1-277 0,2 5-221 0,-4-2 102 15,-1 4 538-15</inkml:trace>
  <inkml:trace contextRef="#ctx0" brushRef="#br0" timeOffset="-213776.64">18966 15912 206 0,'5'-3'543'0,"-2"0"249"16,1 1 103-16,0 0-203 0,2-1-212 0,2 2-119 0,0 0-51 15,6-3-5-15,1 2 5 0,4 0 1 0,0-1-27 0,4 0-44 16,1 0-13-16,3 0-20 0,0 2-22 16,-3-2-24-16,-2 3-7 0,-2 0-4 0,-4 0-23 15,-2 3-11-15,-3 1-4 0,-4 3-4 0,-4 4-23 16,-3 3-13-16,-5 1-18 0,-4 6-15 0,-4-1-13 15,-3 5-7-15,-3 2-6 0,0 0-3 0,-4 3-2 16,1 1-2 0,1 3-2-16,-3-3-3 0,5 2 0 15,2-2-2-15,3-1 0 0,4-3-3 0,5-3-2 0,4-1-1 16,2-4-3-16,7-2-15 0,4-4-46 0,5-2-70 16,-1-6-92-16,6-3-159 0,3-2-295 15,3-6-327-15,2-3-304 0,5-4-186 0,0-4 170 16,3-4 616-16</inkml:trace>
  <inkml:trace contextRef="#ctx0" brushRef="#br0" timeOffset="-213408.39">19788 15893 84 0,'10'-23'630'0,"-5"3"477"16,-4 4 171-16,-2 3-67 0,-2 4-355 0,-2 3-266 16,-2 6-172-16,-2 6-99 0,0 3-64 0,0 5-66 0,-3 5-58 0,4 3-54 15,0 4-29-15,2 2-17 0,0 2-11 0,4 0-6 16,1 1-5-16,2-3-2 0,2 0-5 0,6-6-3 15,0-3-1-15,2-6-2 0,4-2 0 0,1-10 1 32,3-6-1-32,2-6 2 0,0-6-2 0,0-7 4 15,1-6-1-15,-2-6 1 0,0-7 3 0,0-3-2 16,-2-4-1-16,-1 0-2 0,-4-2 2 0,0-1-1 16,-7 0 1-16,-3 4 0 0,-1 1 3 15,-4 3 2-15,-3 1 5 0,-1 6 9 0,-2 5 8 16,0 7 6-16,0 4 0 0,0 8 2 0,-2 5-8 15,2 9-8-15,-2 7-9 0,1 7-4 0,1 11-3 16,1 7-2-16,1 7-1 0,0 6 0 0,4 6-1 16,1 4-1-16,2 4 0 0,4 4 2 0,-1 1-1 15,3 2-1-15,1-1-8 0,3-2-34 0,2-2-73 16,-1-7-87-16,2-4-153 0,4-6-273 0,1-10-327 16,1-8-330-16,3-7-200 0,2-6 96 0,0-5 603 15</inkml:trace>
  <inkml:trace contextRef="#ctx0" brushRef="#br0" timeOffset="-213091.48">20492 15904 89 0,'2'-21'809'16,"-4"5"711"-16,-2-1 81 0,-4 4-282 0,-4 3-425 16,-5 1-356-16,3 7-205 0,-7 0-128 0,-1 4-65 0,1 5-39 15,-2 4-28-15,1 4-19 0,1 3-15 0,4 1-15 16,1 5-7-16,5 3-5 0,3 2-3 15,3 1-4-15,2 0-2 0,8-2-1 0,-1-1-1 0,4-3-1 16,5-5-3-16,5-3-1 0,-1-7 1 0,2-6-1 16,3-5 0-16,0-4 0 0,0-7-2 0,0-6-2 15,0-1 0-15,-1-4 1 0,-2-2 0 16,0 1 2-16,-5 0 3 0,-1 1 3 0,-4 7 2 16,-1 0 1-16,-3 6 2 0,-2 3-1 0,-1 3-2 0,-2 5 0 15,-2 5-3-15,-1 4-1 0,2 7-1 16,-3 2 0-16,1 3 0 0,2 4-1 0,1 1-11 15,1 0-27-15,1 2-78 0,3-2-96 0,-1-2-174 32,6 0-295-32,-4-2-340 0,4 0-388 0,-1-3-192 15,4-3 194-15,0 1 716 0</inkml:trace>
  <inkml:trace contextRef="#ctx0" brushRef="#br0" timeOffset="-212373.99">20858 16417 234 0,'6'1'644'16,"1"-3"282"-16,-2-6 86 0,0-2-141 0,2-4-307 16,2-5-181-16,-1-3-87 0,1-4-10 0,1-3 27 0,2-3-20 0,1 0-30 15,3-5-16-15,-2 0-23 0,5-1-42 16,-3 0-49-16,1 1-23 0,1 4-21 0,-2 2-27 15,-4 6-17-15,-1 4-4 0,-1 4-1 0,-4 5-9 16,2 5 3 0,-4 3 3-16,1 8 7 0,0 4 0 15,2 6 1-15,-3 4 3 0,2 3-7 0,-1 4-3 16,2 3-8-16,-3 0-5 0,4 1-8 0,2-1-5 16,-2 3-3-16,0-4-3 0,1-2-2 0,4-1-1 15,-4-4-3-15,4-3 1 0,0-5-2 0,-1-3 1 0,2-4-1 16,1-7 0-16,2-5 0 0,-3-6 0 0,4-4-1 15,-1-7-1-15,0-3 1 0,2-3-1 16,-1-2 3-16,1 1 0 0,-3 1 0 0,1 3 0 16,-3 1 0-16,0 6-2 0,-2 4 0 0,-2 6 0 15,0 4 1-15,-2 4-1 0,-2 7 1 0,-1 4-1 16,1 5 2-16,-3 6 1 0,-1 3 1 0,0 2 0 16,-1 6-1-16,-1 0 0 0,2 2-3 0,-1-1-15 15,3 2-26-15,-4-4-62 0,1-3-71 0,2-2-136 16,-3-2-228-16,2-5-306 0,1-2-339 0,-3-4-271 15,0-6-88-15,0-4 491 0,-3-4 641 0</inkml:trace>
  <inkml:trace contextRef="#ctx0" brushRef="#br0" timeOffset="-212157.39">21406 15435 139 0,'5'-11'779'0,"-2"3"503"16,-1 5 70-16,-4 5-164 16,2 3-391-16,-1 4-319 0,-3 3-161 0,3 3-96 0,1 3-53 0,0-1-45 15,3 4-44-15,0 1-39 0,5 0-23 0,0 1-64 16,0 0-70-16,1-1-149 0,0 0-263 0,1 0-294 16,-2 1-353-16,0-2-262 0,-2-2-25 0,-3-1 586 15</inkml:trace>
  <inkml:trace contextRef="#ctx0" brushRef="#br0" timeOffset="-211225.57">14604 17077 293 0,'-3'9'546'0,"0"-3"225"0,-2 0 99 0,3 0-309 16,-1-4-209-16,3 1-129 0,2 0-47 0,1-2 26 0,3 3 39 15,4-4 37-15,6 0 22 0,4 0 8 0,6-2-11 16,5 0-59-16,7 1-16 0,6 1-1 0,5 0-13 16,11 0-5-16,8 1-27 0,7 3-11 0,9-2-31 15,4 2-36-15,9 0-7 0,6 3-16 0,7 2-3 16,8 0-1-16,7 3-9 0,5-2-8 0,8 3-10 0,7-2-1 31,7-1-5-31,8-3-11 0,5 1-3 0,7-4 1 0,6 0-3 0,5 0-5 0,4-3 1 16,6-1 0-1,4-1-3-15,5-1 1 0,0 0 3 0,5 1-1 16,-1 1-4-16,7 1-3 0,4 3 1 0,-2 2-3 16,-2 1-4-16,-3 4-6 0,-3 1-2 0,-11 3 2 15,-2 1-2-15,-11 4 0 0,-3 0-3 0,-3 0-1 16,-6 1-5-16,-4 0-18 0,-5 0-33 0,-6 0-75 15,-7-3-93-15,-7 2-179 0,-9-2-288 0,-10-2-335 16,-6 1-379-16,-11-3-193 0,-9-1 182 16,-9-1 731-16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B46AFF-9127-4224-A0F3-1300786FF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0EB705C-BA5B-F7FA-0B04-3A8F5921F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A72939-D3B6-DA56-5E21-032ABFE0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2532AB5-9A15-3ED1-2A5B-7BC4C472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B8A088-4F09-0FCF-C5F4-1E2C4166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31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19BA18-1F88-8D05-E110-96A7C3D8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775E67-C1E2-D347-1BD7-C4031636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BE72DF-30A4-9266-544A-B0604CE0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C167AA5-98CC-57F9-DD56-E63A5EDC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C9814E-59B0-27EF-309E-ED52DBC9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2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65909D-B6DF-2163-012B-979512E7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E35A6C1-D6B5-E4B1-8614-E3EAF149C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CAC3651-07FA-C11C-8712-CFE69721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140B410-EAA8-3CE7-FAA8-D35AF672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9C6C33D-136F-4E8B-4F4D-1A910C54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0A47F4-021B-FB62-47A9-DA39538F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9CE666-C8C5-C791-805E-88102E2D5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DCC92F6-CE9E-8098-C245-04FBE05E3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A9614A1-24D3-2AE2-6728-4E2A67DF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A6C2E69-BA80-F6E8-F382-4EE8FF0D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18F6F53-9E55-BF2B-60D1-8CDF5FDD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5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685323-06B6-2F94-8F46-1A7B6B34E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BF94879-5F07-242D-4E57-275CEF29B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1DA1131-1756-FCD5-D106-3830F43F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44E7B4F-34FA-0696-0D00-5AAEFCE59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A9C7F12-CB97-B84D-0E73-CD831AFD9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994A548-AF19-40C6-A7D0-AF97AC52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EA2E9EA-91BC-1883-879E-B479517E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F6A566A-A64A-8085-9486-4A10DC2A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6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5B349D-F105-57E5-FB14-9D358EFE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9AC1F0B-C4C3-461E-E7EC-120EB539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9D41FCB-9AEE-335F-91FE-35BAEB9A1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F3684F9-AB0C-1C7D-4E14-B9746DAA6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89EA471-0334-798E-E1BB-09E07F04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0F76A5F-24DA-3C79-1A10-F8CA2A39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832578D-5988-FA22-3FD8-E2CA8014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C2BAD0-D1AF-B10B-569D-A6E6DCE8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D22679-9F16-0065-FAEF-AA6B245DD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7B7D179-076D-C0BA-673F-91C7B8048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0F33C57-157B-7955-ABFD-AE4071DE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045E18F-3A61-D771-374F-423BB0D5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2BBFB05-56B8-F3D6-2DE0-75A031D8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9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E94893-FC77-0159-4CE0-B52AB207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9A5CE1E-964F-B64A-CAF1-AC8C5C083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EC02D81-2990-5076-07AF-DF173CDA6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5796B50-F414-6747-8C32-81BBA886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F5D6826-8603-5679-FB9F-82C88C08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481353-62A3-A808-E22D-C72100BA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1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8B3C87-B5AB-5806-757B-379C69BF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2F7C8E5-0229-46AB-96AC-B2EEE13FD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83DED0F-6AB0-1343-0A3E-554FB93F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00CE7CE-3658-CE1E-586F-4D6A775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BB000B4-B1D6-5882-FBD7-41C23C31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3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42472E4-D10A-772D-6232-75FB7E232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C4081EA-BDC2-00FB-585B-8FDADC7D7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0F9099F-E8C3-57E7-CEE0-E0CB3598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8F7296-FE07-6E24-8EC0-E1321CCD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0A575F-3F21-8509-8BA3-ECED15A5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69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5A748C3-D692-0F4C-1FA8-A00E2B9F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2A755C0-6E09-5D04-0F36-68F5414D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D5D20F-2014-F24C-8448-A8ED9CC8C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4608D-8D1F-451D-BD73-90C0241CC2DE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EC155F-171F-A510-99FF-71711A375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AA2DD79-B517-31EF-E9DE-AF1D45A11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F72F2-2AB9-48F5-A0EC-A8D3DA039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customXml" Target="../ink/ink10.xml"/><Relationship Id="rId10" Type="http://schemas.openxmlformats.org/officeDocument/2006/relationships/customXml" Target="../ink/ink12.xml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4F43CAD2-DA48-45C1-0AC8-133E9CCCBE22}"/>
                  </a:ext>
                </a:extLst>
              </p14:cNvPr>
              <p14:cNvContentPartPr/>
              <p14:nvPr/>
            </p14:nvContentPartPr>
            <p14:xfrm>
              <a:off x="1869120" y="505080"/>
              <a:ext cx="8901360" cy="25808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4F43CAD2-DA48-45C1-0AC8-133E9CCCBE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9760" y="495720"/>
                <a:ext cx="8920080" cy="259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6383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21F4-4C31-6E67-E55A-014EDA06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5E13CB43-2408-74BD-BFFD-72AF1E9C7C2C}"/>
                  </a:ext>
                </a:extLst>
              </p14:cNvPr>
              <p14:cNvContentPartPr/>
              <p14:nvPr/>
            </p14:nvContentPartPr>
            <p14:xfrm>
              <a:off x="326520" y="49680"/>
              <a:ext cx="11371680" cy="28893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5E13CB43-2408-74BD-BFFD-72AF1E9C7C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160" y="40320"/>
                <a:ext cx="11390400" cy="29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74DBCD5F-CC88-450E-A3B8-7AE4EF995D1C}"/>
                  </a:ext>
                </a:extLst>
              </p14:cNvPr>
              <p14:cNvContentPartPr/>
              <p14:nvPr/>
            </p14:nvContentPartPr>
            <p14:xfrm>
              <a:off x="563760" y="0"/>
              <a:ext cx="7100640" cy="410112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74DBCD5F-CC88-450E-A3B8-7AE4EF995D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400" y="-9360"/>
                <a:ext cx="7119360" cy="411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16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5A0A2-15FF-4C38-282E-0B8DBD75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115A345-0496-57BD-A92B-183B5C0819B5}"/>
                  </a:ext>
                </a:extLst>
              </p14:cNvPr>
              <p14:cNvContentPartPr/>
              <p14:nvPr/>
            </p14:nvContentPartPr>
            <p14:xfrm>
              <a:off x="546840" y="328680"/>
              <a:ext cx="11122920" cy="50504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115A345-0496-57BD-A92B-183B5C0819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480" y="319320"/>
                <a:ext cx="11141640" cy="506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797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695F-1FA6-1BD7-A7D3-6D5E1DA4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903C992B-13EF-D2E8-438A-A72D3552456E}"/>
                  </a:ext>
                </a:extLst>
              </p14:cNvPr>
              <p14:cNvContentPartPr/>
              <p14:nvPr/>
            </p14:nvContentPartPr>
            <p14:xfrm>
              <a:off x="738000" y="640080"/>
              <a:ext cx="10977480" cy="56304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903C992B-13EF-D2E8-438A-A72D355245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640" y="630720"/>
                <a:ext cx="10996200" cy="564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11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6E7A-662F-A811-FC57-D28C4DB3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C7AE481F-2EDB-0C0E-97CD-E62F41665545}"/>
                  </a:ext>
                </a:extLst>
              </p14:cNvPr>
              <p14:cNvContentPartPr/>
              <p14:nvPr/>
            </p14:nvContentPartPr>
            <p14:xfrm>
              <a:off x="520560" y="8280"/>
              <a:ext cx="10510560" cy="4263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C7AE481F-2EDB-0C0E-97CD-E62F416655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200" y="-1080"/>
                <a:ext cx="10529280" cy="428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26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3BC3-B55A-6555-7671-0E9BE43A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A82E3C4-22C6-CE5B-4281-F3C72B23AB67}"/>
                  </a:ext>
                </a:extLst>
              </p14:cNvPr>
              <p14:cNvContentPartPr/>
              <p14:nvPr/>
            </p14:nvContentPartPr>
            <p14:xfrm>
              <a:off x="972360" y="420840"/>
              <a:ext cx="10270080" cy="48002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A82E3C4-22C6-CE5B-4281-F3C72B23AB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3000" y="411480"/>
                <a:ext cx="10288800" cy="48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819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1A8C-A376-7F21-B1D5-13BF7BBC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C7CEB1F-0732-6966-E371-D70EF2EA81C6}"/>
                  </a:ext>
                </a:extLst>
              </p14:cNvPr>
              <p14:cNvContentPartPr/>
              <p14:nvPr/>
            </p14:nvContentPartPr>
            <p14:xfrm>
              <a:off x="639000" y="332640"/>
              <a:ext cx="11288160" cy="51706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C7CEB1F-0732-6966-E371-D70EF2EA81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640" y="323280"/>
                <a:ext cx="11306880" cy="518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5831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8AA6-E87B-1FA3-B12E-3C45ECAD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738D4B3-D7A2-C51C-A6B8-88DBAF5BF801}"/>
                  </a:ext>
                </a:extLst>
              </p14:cNvPr>
              <p14:cNvContentPartPr/>
              <p14:nvPr/>
            </p14:nvContentPartPr>
            <p14:xfrm>
              <a:off x="303880" y="153236"/>
              <a:ext cx="9684360" cy="41425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738D4B3-D7A2-C51C-A6B8-88DBAF5BF8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520" y="143876"/>
                <a:ext cx="9703080" cy="416124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Obraz 3">
            <a:extLst>
              <a:ext uri="{FF2B5EF4-FFF2-40B4-BE49-F238E27FC236}">
                <a16:creationId xmlns:a16="http://schemas.microsoft.com/office/drawing/2014/main" id="{ED5177FA-2878-3B3F-E2EB-89C05DB2C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078" y="803564"/>
            <a:ext cx="4474323" cy="39459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229F069D-D8E9-089A-9154-4FE86B6453CF}"/>
                  </a:ext>
                </a:extLst>
              </p14:cNvPr>
              <p14:cNvContentPartPr/>
              <p14:nvPr/>
            </p14:nvContentPartPr>
            <p14:xfrm>
              <a:off x="2024280" y="291600"/>
              <a:ext cx="10100880" cy="456660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229F069D-D8E9-089A-9154-4FE86B6453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4920" y="282240"/>
                <a:ext cx="10119600" cy="45853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Obraz 6">
            <a:extLst>
              <a:ext uri="{FF2B5EF4-FFF2-40B4-BE49-F238E27FC236}">
                <a16:creationId xmlns:a16="http://schemas.microsoft.com/office/drawing/2014/main" id="{8487A0D8-35E1-4290-1649-3CC8BCB98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64" y="4492337"/>
            <a:ext cx="4648200" cy="5143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4504EB49-A56B-632B-E0AA-BD2484F64F59}"/>
                  </a:ext>
                </a:extLst>
              </p14:cNvPr>
              <p14:cNvContentPartPr/>
              <p14:nvPr/>
            </p14:nvContentPartPr>
            <p14:xfrm>
              <a:off x="288360" y="4607640"/>
              <a:ext cx="6330600" cy="2097000"/>
            </p14:xfrm>
          </p:contentPart>
        </mc:Choice>
        <mc:Fallback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4504EB49-A56B-632B-E0AA-BD2484F64F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9000" y="4598280"/>
                <a:ext cx="6349320" cy="21157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5AC9DC5-C17C-D7EE-5D46-6833998AAAE8}"/>
              </a:ext>
            </a:extLst>
          </p:cNvPr>
          <p:cNvSpPr txBox="1"/>
          <p:nvPr/>
        </p:nvSpPr>
        <p:spPr>
          <a:xfrm>
            <a:off x="10510981" y="5185498"/>
            <a:ext cx="611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0.575807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716181CC-3358-1473-5B96-F27A1CE7059E}"/>
                  </a:ext>
                </a:extLst>
              </p14:cNvPr>
              <p14:cNvContentPartPr/>
              <p14:nvPr/>
            </p14:nvContentPartPr>
            <p14:xfrm>
              <a:off x="6808680" y="4827240"/>
              <a:ext cx="5383800" cy="1956240"/>
            </p14:xfrm>
          </p:contentPart>
        </mc:Choice>
        <mc:Fallback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716181CC-3358-1473-5B96-F27A1CE7059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99320" y="4817880"/>
                <a:ext cx="5402520" cy="19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5986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9345-B697-3D06-B860-2F3C0F7A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E0E1CBA-2840-ADB8-1B5D-35E8A654216A}"/>
                  </a:ext>
                </a:extLst>
              </p14:cNvPr>
              <p14:cNvContentPartPr/>
              <p14:nvPr/>
            </p14:nvContentPartPr>
            <p14:xfrm>
              <a:off x="459720" y="69840"/>
              <a:ext cx="11532960" cy="63662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E0E1CBA-2840-ADB8-1B5D-35E8A65421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360" y="60480"/>
                <a:ext cx="11551680" cy="63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095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B134-9D8B-9310-F180-74A9656C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3622949-336E-334C-E4AB-66CEC715C6FE}"/>
                  </a:ext>
                </a:extLst>
              </p14:cNvPr>
              <p14:cNvContentPartPr/>
              <p14:nvPr/>
            </p14:nvContentPartPr>
            <p14:xfrm>
              <a:off x="457920" y="344880"/>
              <a:ext cx="11329200" cy="5982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3622949-336E-334C-E4AB-66CEC715C6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560" y="335520"/>
                <a:ext cx="11347920" cy="600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947984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926E579B-9576-49BF-BB9A-663A7C0D0621}"/>
</file>

<file path=customXml/itemProps2.xml><?xml version="1.0" encoding="utf-8"?>
<ds:datastoreItem xmlns:ds="http://schemas.openxmlformats.org/officeDocument/2006/customXml" ds:itemID="{6658DE50-9FE4-481F-AC59-27FB429E5A8D}"/>
</file>

<file path=customXml/itemProps3.xml><?xml version="1.0" encoding="utf-8"?>
<ds:datastoreItem xmlns:ds="http://schemas.openxmlformats.org/officeDocument/2006/customXml" ds:itemID="{7C79F000-8F1D-47C1-940A-0A29F3A4FC40}"/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</Words>
  <Application>Microsoft Office PowerPoint</Application>
  <PresentationFormat>Panoramiczny</PresentationFormat>
  <Paragraphs>1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2</cp:revision>
  <dcterms:created xsi:type="dcterms:W3CDTF">2024-11-15T07:18:10Z</dcterms:created>
  <dcterms:modified xsi:type="dcterms:W3CDTF">2024-11-15T09:18:36Z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