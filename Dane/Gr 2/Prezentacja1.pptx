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7.xml" ContentType="application/inkml+xml"/>
  <Override PartName="/ppt/ink/ink5.xml" ContentType="application/inkml+xml"/>
  <Override PartName="/ppt/ink/ink6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4T16:41:27.594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16003 796 245 0,'3'-2'502'0,"-1"-3"224"16,0 2 153-16,-1 0-108 0,-2 0-118 0,-1-2-81 16,0 1-3-1,-1 0-22-15,2-1-73 0,-4 0-102 0,2 0-85 16,-2-1-53-16,-3 2-69 0,0-2-48 16,-3 0-24-16,2 2-17 0,-2-1-3 0,-3 1-9 15,-1 0-9-15,-2-1-10 0,-1 2-9 16,0 1-8-16,-4 1-2 0,1 1-3 0,-5 1-3 15,3 4-2-15,-2 0-3 0,1 3 0 0,1 3-8 16,0 2-7-16,-1 0-4 0,2 4-4 0,0 2 0 16,1 1 0-16,1 3-2 0,2 1 5 0,1 1 2 15,6 2 2-15,0 0-1 0,2 2 1 0,4 1 0 16,3 1 0-16,2 2-1 0,3 2 1 0,2-1-1 0,4 3 0 16,3 0 0-16,0-1 6 0,6-1 1 0,-2 2 1 15,4-1 0-15,0-3 3 0,1 0 1 0,3-3-5 16,0 0 0-16,1-5 0 0,2-1-5 0,-2-3-4 15,4-1-2-15,-1-4-3 0,1-2 0 0,1-3 0 16,-2-4 5-16,0-2 1 0,2-4 3 0,-3-1 0 16,0-3-1-16,-2-5 6 0,-2-1 3 0,-1-3 3 15,-2-1 1 1,-4-4 1-16,1-1-3 0,-5-1-8 0,-3 0-2 16,0-1-2-16,-2 1 1 0,-4 0 1 0,-1-4 6 15,-4 5 4-15,0-1 2 0,-4 1 0 16,0-2 0-16,-7 2-2 0,2-1-2 0,-5 1-1 0,0 0-1 15,-2 0-2-15,-2 2 0 0,0-2-1 0,-2 3 0 0,1 1-1 16,-1 0 1-16,0 5 1 0,3 1 1 0,2 0-1 16,-2 4 1-16,3-1 0 0,0 2-1 0,3 0 0 15,-1 3-2-15,3 0-1 0,3 0-1 0,0 1 0 16,1 4-1-16,0-5-1 0,2 2 1 0,0 1-2 16,2-2-1-16,2 2 0 0,1-1-1 0,0 1-1 15,0 0 0-15,1 0-2 0,2 0-4 0,2 0-5 0,0 0-8 16,3 0-11-16,1-1-14 0,2 5-14 0,-1-4-27 15,2 1-57-15,0 2-53 0,2-2-83 0,-1 2-132 16,-2 0-177-16,3 4-291 0,-1-2-225 0,2-1-208 16,-2 0 32-1,4 2 426-15,-1 0 455 0</inkml:trace>
  <inkml:trace contextRef="#ctx0" brushRef="#br0" timeOffset="353.01">16285 1528 234 0,'8'14'557'0,"-2"-4"262"16,-1-2 143-16,1-2-169 0,-3-2-175 0,-1-3-126 16,-1-1-83-16,3-4-43 0,-3-3-30 0,2-4-49 0,-1-5-39 15,1-4-27-15,2-7-21 0,3-6-39 0,1-4-32 16,1-8-32-16,2-2-22 0,1-6-23 0,3 1-18 16,-2-3-3-16,2-1-7 0,-2 0-3 0,3 3-5 15,-1-1-4-15,-2 4 1 0,1 4 1 0,-4 7-1 16,1 6 1-16,-4 4-3 0,-1 7-1 0,-2 4-4 15,1 4-3-15,-5 2 0 0,2 5 1 0,2 2-4 16,-2 5-1-16,1 5-1 0,1 6 1 0,-1 6 2 16,5 4 2-16,-4 7 5 0,3 6-7 0,0 1-1 15,0 7 1-15,0-1-4 0,0 6-3 16,0 1-2-16,1 1 6 0,-1 4 8 0,0-1 3 16,-1-1 0-16,0-2 0 15,1-3-2-15,0-4 0 0,1-5-8 0,-1-4-12 16,0-5-42-16,0-4-60 0,-3-5-54 15,1-6-98-15,-4-1-160 0,-2-5-259 0,-3-2-270 16,-2-3-223-16,0-2-187 0,-3-2 158 0,0-4 519 16</inkml:trace>
  <inkml:trace contextRef="#ctx0" brushRef="#br0" timeOffset="549.7">16394 1261 299 0,'-14'-12'602'0,"0"3"295"16,2 3 138-16,3 2-270 0,0-1-221 0,4 4-150 0,0-2-87 0,5 3-63 15,0 0-54-15,5 0-36 0,1 4-29 0,3-1-14 16,3 1-17-16,2-2-33 0,0 3-19 0,5-2-12 16,0 0-10-16,2 0-2 15,0 0-5-15,2-2-5 0,-1 0-2 0,3 3 0 16,0-4-2-16,1 0-1 0,-1 0-3 0,1 0-8 0,-1-2-13 0,0 0-59 0,-1 0-125 0,-4-1-156 31,-1-1-263-31,2-1-275 0,-5 0-257 0,2-1-63 16,-3-3 334-16,2-2 432 0</inkml:trace>
  <inkml:trace contextRef="#ctx0" brushRef="#br0" timeOffset="887.22">17042 784 27 0,'2'-7'506'0,"1"4"459"16,-3 3 235-16,-3 3-46 0,3 2-352 0,0-1-285 15,0 5-171-15,0 3-81 0,4 2-32 0,-1 4-20 0,-1 6-24 16,3-1-23-16,-2 4-41 0,2 2-31 15,1-1-31-15,4 5-20 0,-2 0-16 0,-2 5-1 16,4-1 10-16,0 4-4 0,0-1-2 0,0 1-6 0,0-3 2 31,0-1-13-31,1-6-8 0,0-6-6 0,0-1-1 16,3-9-1-16,-2-4-1 0,-3-4 3 0,3-3 4 16,-3-8 0-16,-3-1 1 0,-1-6 3 0,0-2 0 15,-1-8 1-15,-2 1-2 0,-1-4 2 0,-2-3 2 0,-3-2 0 0,0 2-2 16,-1-5 0-16,0-2-4 0,1 2-1 0,-1 0-3 15,1 0-4-15,1 0-4 0,-1 1-5 0,4 1-6 16,0 5-35-16,4 0-50 0,1 5-48 16,2 1-59-16,1 2-116 0,2 4-158 0,5 1-225 15,-1 4-238-15,5 4-221 0,3 7-120 0,2 1 266 0,1 6 462 16</inkml:trace>
  <inkml:trace contextRef="#ctx0" brushRef="#br0" timeOffset="1466.18">17913 901 12 0,'-9'-5'381'0,"-2"1"338"0,-2 3 309 15,-3 1 92-15,-2 0-318 0,0 0-234 0,-2 0-134 0,-1 1-76 16,-1 3-65-16,1 2-39 0,2 4-30 0,-1-1-19 0,-1 3-28 15,4 1-37-15,1-1-38 0,1 0-36 0,3 1-26 16,4 0-23-16,2 2-11 0,2 1-8 0,4-1-1 16,4 0 3-16,1 2 0 0,3-1 2 0,2 2-2 15,2-1 2 1,2-1 1-16,5 1-1 0,0-4-3 0,2 2 2 16,0-1 3-16,3-2-4 0,1 0 7 0,1-2-3 15,2 0 3-15,-1-2 3 0,0 0 2 16,0 1-2-16,-2-3-6 0,0 1 3 0,-4 0-1 0,0 0-6 15,-3 4-3-15,-5-4 3 0,-2 3 2 0,-1 1 0 16,-7 0-1-16,-3 1 5 0,-2 1 2 0,-5 0-3 0,-3 2 0 16,-1-1 6-16,-5 0 6 0,-2 0 2 15,-2 0 0-15,-3 0 3 0,-3-1 1 0,2-1-5 0,-3 0-4 16,1-2-6-16,-3-1 0 0,4 0-2 16,1-1-2-16,3-1-1 0,1-3-4 0,6 3 0 0,1-4-4 15,4 0-6-15,2-2-17 0,1-1-43 0,5 0-54 16,5-3-53-16,2-3-105 0,2-1-151 0,5-5-230 0,1-2-260 15,4 0-229-15,2-5-174 0,2-2 184 16,3-1 474-16</inkml:trace>
  <inkml:trace contextRef="#ctx0" brushRef="#br0" timeOffset="1814.98">18364 769 123 0,'-13'-11'721'0,"-5"3"455"0,-3 2 114 0,-3 1-96 16,-1 4-361-16,-2 2-310 0,0 5-157 0,2 1-79 16,1 4-58-16,0 4-62 0,4 1-59 0,4 0-43 15,3 0-24-15,4 2-19 0,4-3-9 0,3 2-6 16,6 1-1-16,2-1-2 0,5 0-2 0,3 0-2 16,7-1-3-16,-4-1-1 0,7 3 0 0,1-4 3 0,0 2 1 15,1-1 3-15,4 0 1 0,-1 2 1 0,-1-2-6 16,0 1-7-16,-1 1-2 0,-2 0-5 0,-1 0 3 0,-5 1 0 15,0 2 14-15,-4 0 10 0,-5 1 2 16,-2-1 2-16,-3 3 0 0,-5 1-1 0,-2 0-8 16,-2 1 1-16,-4 1 3 0,-3-1 3 0,0-1 3 15,-2 2 0-15,0-2 0 0,-1-1-4 0,-2 0-3 0,2-2-5 16,-2-1-3 0,2-4-4-16,-2-3-8 0,3-2-27 15,0-3-67-15,1-3-65 0,1-7-128 0,0-1-203 16,5-5-308-16,1-3-311 0,5-2-230 0,2 0-90 15,2-1 424-15,6-1 576 0</inkml:trace>
  <inkml:trace contextRef="#ctx0" brushRef="#br0" timeOffset="3049.43">19156 1062 368 0,'-5'2'694'0,"2"3"268"15,-2-3 77-15,4 1-278 0,-4-2-224 16,2 1-123-16,2-2-102 0,-1-2-63 0,0 2-47 16,1-1-58-16,-1-2-45 0,2 3-35 0,0 0-22 15,2 0-17-15,1 3-11 0,0-2-3 0,5 1-4 16,0 1-2-16,0 0-13 0,3 0-8 0,1 0-8 0,3 2-3 16,0-3 1-16,0 1-4 0,4 0 56 15,-2 0 45-15,5-1 27 0,-1 1 13 0,1-2 5 0,-1-1 1 16,-1 0-35-16,0-1-32 0,0-1-19 0,-2-1-12 15,-2 0-7-15,0 0-1 0,-1 0-1 0,-2 1-4 16,-1-2-1-16,-1 2 0 16,-2-2 1-16,-1 2-6 0,0-2-2 0,-3 3 6 0,1-1 1 0,-3 1-5 0,0 1 2 15,-1-3-8-15,0 3-21 0,-2-2-35 16,0 2-51-16,-2-3-91 0,-1 1-136 0,-2 2-171 0,-3 0-281 31,0 2-261-31,0 1-189 0,-1-1 87 0,-4 1 402 16</inkml:trace>
  <inkml:trace contextRef="#ctx0" brushRef="#br0" timeOffset="3431.9">19311 808 250 0,'0'0'437'15,"0"0"167"-15,0 2 42 0,0-2-170 0,2 1-103 16,-1 2-45-16,1 0-9 16,0 1-1-16,-1 0-5 0,1 2-16 15,1 0-28-15,0 3-28 0,0 2-33 16,-2-1-29-16,4 3-15 0,-1 3-22 0,-1 2-8 15,2 4 2-15,4 2 14 0,-5 3 13 0,3 0-3 0,-1 1-12 16,-1 1-18-16,0 1-29 0,1-4-31 0,-3 4-28 16,0-4-19-16,2-1-8 0,-2 0-8 0,1-3-2 0,-1-1 1 15,-2-3-2-15,1-1-1 0,1-4-3 0,0-1 6 16,-1-3 0-16,-2-2-28 0,1-1-51 0,-1-1-38 16,-1-4-73-16,1 1-143 0,-5-2-186 0,2-3-286 15,0-2-238-15,0 1-230 0,-1-4 1 0,0 1 403 16,0 0 463-16</inkml:trace>
  <inkml:trace contextRef="#ctx0" brushRef="#br0" timeOffset="4832.67">20623 775 141 0,'2'-4'375'15,"-1"0"173"-15,-1 0 135 0,0 2-132 16,0-2-111-16,0 3-1 16,0-1 7-16,0 2 2 0,2-2-28 0,0 2-55 15,-2 0-72-15,0-1-84 0,1 1-64 16,-1 0-46-16,0 0-30 0,0 0-8 0,3 0 3 15,-1 3 9-15,1 1 35 0,1 5 37 0,-3 1 22 16,2 2-1-16,2 0-11 0,-1 1-19 0,-2 2-30 16,1 2-38-16,-1 1-27 0,-1 1-11 0,1 2-5 15,-2 3-6-15,0 1-2 0,0 3 2 0,0 0 5 0,0 2-1 16,0 2-4-16,-2 0-1 0,2 1-4 0,0 0 0 16,0 0-3-16,0 1-5 0,0-1 8 0,2-3 2 15,-2-1 0-15,2-1-1 0,-1-2-2 16,3-5-1-16,-3-3-8 0,2 0-5 0,2-2-3 0,-2-2 0 15,0-5 1-15,0 1 1 0,1-3 0 0,0-1 0 16,1-1 0-16,0 0-1 0,2-4 1 0,-2 0-1 0,3-1 1 16,-1 0 0-16,4-1 2 0,-2-3 1 0,2 0 3 15,3 0-1-15,-1-2 2 0,3-2 1 0,0 0-1 16,3-1 0-16,-3-2-9 0,4-1-2 16,0 2-5-16,-2-5-11 15,3 4-31-15,-5-1-59 0,2-2-55 0,0 1-126 16,-2 0-193-16,1 0-300 0,-3-2-297 0,3 4-235 15,0-5-103-15,1 2 396 0,-2 0 561 0</inkml:trace>
  <inkml:trace contextRef="#ctx0" brushRef="#br0" timeOffset="5158.76">21319 1011 249 0,'-5'21'746'16,"-1"-2"330"-16,-1 4 49 0,0 1-185 0,4 1-350 15,0 4-213-15,3 1-79 0,0 2-13 0,1 3-3 16,2-1-22-16,3 2-48 0,1-5-40 16,1-1-54-16,1-3-47 0,5-3-39 0,-1-6-16 0,4-3-9 0,1-5-3 15,4-6 0-15,0-5-3 0,-1-5 4 16,3-7-3 0,-1-6 1-16,1-4 0 0,-2-7 0 0,2-5 4 15,-1-2-1-15,-2-6 2 0,-3 4-3 0,-1-4 0 16,-4 0-1-16,-4 4-3 0,-6 1-2 0,-5 1 1 15,-5 1-1-15,-4 4 3 0,-8 4 3 0,-4 0 2 0,-2 3 5 0,-5 5 5 0,-2 1 0 16,-1 7-2-16,-2 9 0 0,-1 6-10 16,3 7-7-16,0 5-5 15,3 4-3-15,1 6-2 0,7 2-7 0,3 5-7 0,6-1-44 16,3 2-61-16,6-1-96 0,6 1-157 0,4-2-281 16,5 1-302-16,4-1-261 0,7-1-150 0,1 1 227 15,6-2 536-15</inkml:trace>
  <inkml:trace contextRef="#ctx0" brushRef="#br0" timeOffset="6149.42">22162 810 138 0,'0'-2'405'15,"-2"2"210"-15,2 2 156 0,-3-2-122 16,3 1-166-16,0 2-44 0,-1 0-27 16,1-1-15-16,0-1-29 0,0-1-43 0,0 0-56 15,0 1-80-15,0-1-62 0,0 2-47 16,1 0-32-16,-1 2-23 0,3 3 0 0,0 1 2 0,0 5 2 15,2 1 9-15,2 4 9 0,1 5 14 0,1 3 1 16,-1 3 17-16,0 3 19 0,3 4 5 0,-3 0 6 0,-2 1 1 16,2 1-7-16,1 1-21 0,-2-3-22 0,-2 3-9 15,-1-3-15-15,0-4-11 0,-1 2-4 0,0-4-5 0,-1-5-3 16,0-3-3-16,0-2-4 16,0-3-2-16,-2-5-2 15,0-2 4-15,0-2 5 0,0-3 2 0,0-4 3 16,-4-2 3-16,2-8 0 0,-2-4-2 15,1-3-2-15,-2-7-8 0,1-4-8 0,-1-2-4 0,1-7-4 16,0-1-4-16,-1-2-4 0,2 1 5 0,0-4 6 16,1 1 0-16,1 0 3 0,2 3 8 0,1 0 3 15,1 2 0-15,0 3-3 0,3 3 1 16,1 2-2-16,-1 0-5 0,2 3-3 0,1 0 0 16,1 5 0-16,1 2 0 0,3 3-1 0,-1 0-4 0,3 7 2 15,-4 1-2-15,6 2-1 0,-4 4 0 0,2 1 5 16,-5 0 2-16,0 4 1 0,1 3 6 0,-2 3 2 15,-2 2 4-15,-3 1 2 0,1 2 2 16,-4 3 2-16,-1-1-4 0,-2 2 0 16,-1 1-1-16,-4 1 0 0,1 1 1 0,-3 1 2 0,0 1 2 0,-3 0-5 15,3 3-3-15,-1-2-2 0,-4 2-3 0,4 2-3 0,-1 0 0 16,-1-1 4-16,3 0 0 0,0-1 9 0,2 0 0 16,1-2 5-16,-1 0-2 0,1-1-1 15,4-3-1-15,1-1-8 0,0-3-4 0,0-1-4 0,3-2-4 31,0-2 1-31,5 0 0 0,-4 0-3 0,4-3 0 16,2-1-3-16,1 0 1 0,0-3-2 0,0-1-9 16,5 0-32-16,-2-4-53 0,2 0-45 0,0-4-61 15,1 0-115-15,0-5-160 0,1 1-235 0,-1-5-228 0,3-2-232 16,1-3-112-16,0-1 274 0,0-4 471 0</inkml:trace>
  <inkml:trace contextRef="#ctx0" brushRef="#br0" timeOffset="6414.68">23019 661 11 0,'-2'-1'507'0,"-1"4"483"15,-3 3 228-15,-2 2-54 0,0 3-332 0,-3 4-288 16,1 3-163 0,1 5-80-16,0 2-42 0,0 0-37 0,1 2-37 15,-1 4-46-15,5 0-51 0,-1 0-33 16,1 4-20-16,1-2-12 0,3 2-3 0,0-1-2 0,3 4-2 15,2-2-4-15,2 3-5 0,2-2 6 0,0 1 3 16,3-2-1-16,3-3 0 0,0-2-3 0,4-1 0 16,-1-5-10-16,2-5-8 0,3 2 1 0,-1-8-1 15,2 0-1-15,2-4 0 0,-1-4-6 16,0-3-11-16,-2-4-44 0,2-3-48 0,-2-3-59 0,1-6-104 16,-4-1-164-16,0-3-296 0,-2-3-255 0,-2-1-235 0,2-3-117 15,-7-2 285-15,-1 1 531 0</inkml:trace>
  <inkml:trace contextRef="#ctx0" brushRef="#br0" timeOffset="6648.98">22970 675 206 0,'-24'4'801'15,"4"9"386"-15,2 0 29 0,6 1-159 16,4 2-461-16,3-1-288 0,6-1-144 15,4 4-72-15,8-4-31 0,-1 1-21 0,9-1-12 16,1-1-12-16,5-2-7 0,3-3-7 0,5-2-2 16,4-2-5-16,-1-4 3 0,4 0-1 0,1-3-8 15,-3-3-44-15,1 0-98 0,-1-2-144 0,-6 1-283 0,-4-1-274 16,0 2-258-16,-7 0-93 0,-4 0 261 0,-6 2 447 16</inkml:trace>
  <inkml:trace contextRef="#ctx0" brushRef="#br0" timeOffset="6848.04">23081 1017 168 0,'-15'16'809'0,"0"-3"475"0,0-1 53 0,5-1-201 15,3-3-439-15,2-1-338 0,4-1-164 0,1 0-98 16,4 1-49-16,7 1-30 0,2-2-10 0,4 2-1 16,6-2-7-16,0-1-2 0,7-2-5 0,4 2 1 15,5-5 0-15,-1 0 4 0,5-5-14 16,4 2-12-1,2-1-21-15,3-1-47 0,0-1-117 0,2-1-138 0,0 0-182 16,-2-2-276-16,0 3-251 0,-1-2-135 0,-2 1 209 16,-2-1 393-16</inkml:trace>
  <inkml:trace contextRef="#ctx0" brushRef="#br0" timeOffset="7549.18">23999 1008 125 0,'0'-12'354'16,"0"4"181"-16,0-1 155 0,0 3-119 0,0 3-43 15,0 0 1-15,-1 2-6 0,-1-1-26 16,0 1-48-16,-1-1-66 0,2 2-97 0,-3 0-73 16,1 3-50-16,-2 3-37 0,-1 3-14 0,0 6-10 15,0-1-12-15,-1 5-12 0,1 2-3 0,-3 2 3 16,0 4-7-16,1 1-7 0,2 3-8 0,-1 0-11 16,-2 2-15-16,5 3-17 0,-3-2-10 0,1 1-9 15,1-3 2-15,2 2-1 0,2-6-1 0,-3-2-2 16,4-5 0-16,0-3 2 0,0-7-5 0,4-1 1 15,-3-5 4-15,2-8 2 0,1-4 2 0,2-5 7 0,-3-7 3 16,2-5 2-16,-1-6 1 0,3-4-1 0,-1-2 0 16,0-2-3-16,-1 0-1 0,-2 0-4 0,2 0 0 15,-2 2-1-15,-1 3 1 0,0 2-3 0,-2 6 2 16,1 0 1-16,-1 5 5 0,0 4 11 0,0 2 8 16,0 6 5-1,0-2 4-15,0 4-2 0,0 3-6 0,0 3-8 16,2 4-5-16,-1 4-14 0,4 2-8 0,-1 6 4 15,1 2 4-15,2 4-2 0,-1 2-1 0,5 3 8 16,-1 3 4-16,-1 2-6 0,3-1-3 0,1 4-4 16,-1-4 0-16,2 1 2 0,-2-2-3 0,2-2 1 0,3-2 0 15,-2-3 1-15,1-3 1 0,0-3-2 16,1-2 2-16,1-3 4 0,-1-3-2 0,-1-3 0 0,3-2 2 16,-5-4 2-16,2-4 3 0,-2-5-2 0,-3-5 4 15,3-3 5-15,-4-5-4 0,1-3-1 0,-5-5-1 0,0-5-1 16,-1-4-4-16,0-3-3 0,-3-4-1 0,-1-2-3 15,-2-6-3-15,-1-2 3 0,1-1 0 0,-3-3 5 16,3 4-7-16,-1 1-3 0,0 5 3 16,-1 9-4-16,2 5 2 0,-1 7 2 15,0 7 9-15,2 5 3 0,0 6 3 0,0 5-8 0,2 8-46 16,1 4-57 0,0 4-73-16,6 4-141 0,0 3-200 15,0 2-311-15,4 3-262 0,3-1-232 0,-2-4-16 16,3 1 456-16,-1-2 495 0</inkml:trace>
  <inkml:trace contextRef="#ctx0" brushRef="#br0" timeOffset="7762.83">24751 782 56 0,'5'-7'600'16,"0"1"497"-16,-2 1 197 0,-1 3-108 15,0 2-344-15,-1 5-276 0,-1 5-175 0,0 5-91 0,2 4-54 16,-2 6-41-16,-2 3-57 0,2 4-54 0,0 5-34 15,-1 1-30-15,-3 5-11 0,4 4-4 0,-1-1-2 0,-1 2 1 16,4-1-3-16,-1 0-2 0,3-2-10 0,0-4-12 16,2-7-42-16,1-7-59 0,-1-4-62 0,1-9-116 15,-1-3-187-15,-2-9-310 0,1-4-273 0,-2-4-220 16,-3-6-99-16,-1-4 353 0,-4-5 548 0</inkml:trace>
  <inkml:trace contextRef="#ctx0" brushRef="#br0" timeOffset="7999.27">24466 761 61 0,'-8'-15'606'0,"0"7"474"0,3-2 160 0,2 6-116 16,1 0-379-16,4 1-331 0,2 3-184 0,8 2-97 16,3-1-42-16,5 2-25 0,3 1-11 15,4 1-14-15,3-1-15 0,3 2-9 0,4-2-9 16,2 0-6-16,4 0-8 0,1-1-3 0,2 1 2 15,2-2-3-15,-1-1-8 0,0-1-25 0,4 0-97 16,-1 5-142-16,1-5-294 0,0 0-270 16,-1 0-261-16,-2-2-154 0,-3-1 243 0,-5 2 480 15</inkml:trace>
  <inkml:trace contextRef="#ctx0" brushRef="#br0" timeOffset="8580.76">25206 769 89 0,'6'0'556'16,"-3"2"365"-16,2 5 150 0,-1-2-60 0,1 0-415 16,2-1-257-16,2 0-143 0,0-1-68 15,3 1-29-15,2 0-14 0,0-1-6 16,3 0-17-16,4 1-18 0,-4-2-14 0,5-1-11 15,-2 0-4-15,2 3-1 0,-2-3-5 0,-1 2 1 16,2 0-1-16,-3 2 20 0,0 0 16 0,-1-1 11 0,-1 0 16 16,-3 3 7-16,-2 0 20 0,-5 2-8 0,0 3 9 15,-2 3 29-15,-4 4 28 0,-6 4 4 0,-1-1-6 16,-2 3-9-16,-3 1-20 0,-3 1-28 0,-1 2-32 16,-5 2-10-16,1 0-7 0,1 3-4 0,-3-1 3 15,1 0-3-15,5 1-4 0,-3-2-7 0,6-1-8 0,0 1-5 16,5-2-11-16,-1-1-4 0,6 0-3 0,2-1 1 15,2 0-1-15,6-1 1 0,2-2 0 0,4-1-2 16,1-3 1-16,3 0-3 0,3-4 2 16,2-2-2-16,1-5-1 0,3-1-1 0,2-2-1 0,-1-5-1 15,3-2-1-15,0-1-2 0,0-4-1 0,0 1-5 16,2-4-4-16,-4 0-8 0,2 0-16 0,-3-1-28 16,-2 0-52-16,1-2-52 0,-5 3-61 15,-3-2-108 1,-2 1-152-16,-2-2-237 0,-2 3-233 0,-3 0-214 15,-5 2-105-15,0 0 263 0,-4 0 474 0</inkml:trace>
  <inkml:trace contextRef="#ctx0" brushRef="#br0" timeOffset="8865.65">25210 1273 13 0,'6'-9'322'0,"-1"2"207"16,2 2 161-16,-3 1 62 0,6 2-339 0,-1 1-184 16,6 1-83-16,3 1-40 15,4 2-12-15,4 0 26 0,-1 3 20 0,4 0-2 16,2 1-2-16,1 1 19 0,1 1 5 0,3-1-31 15,-3 4-23-15,2-1-17 0,0-2-22 0,-2 2-33 0,1 1-18 16,-3-1-14-16,-1-2-48 0,-3 2-83 0,2-1-107 16,-6-1-189-16,0 0-264 0,-1 0-191 0,-5-1-31 15,-1-2 185-15,-2 2 289 0</inkml:trace>
  <inkml:trace contextRef="#ctx0" brushRef="#br0" timeOffset="21424.43">17090 2308 40 0,'1'-1'231'0,"-1"1"108"16,0 0 95-16,0-2-112 0,2 2-136 15,-1 0-67-15,-1 0-43 0,0 0-23 0,0 0-12 16,2 0-10-16,-2 2-7 0,0-2-6 0,2 1-1 16,-1 1 3-16,-1-1 15 0,0 1 11 0,0-1 15 15,-1 1 17-15,-1 1 12 0,2-2 11 0,0 0 10 16,-2 3 7-16,2-3 10 0,-1 0 1 0,-1 3 1 0,1-3-9 0,1 2-13 16,-2 0-11-16,0 0-16 0,1 2-12 15,-1-2 0-15,2 1 14 0,-1 0 12 16,1 2 7-16,-2 0 14 0,0-1 10 0,0 3 5 15,0-2-3-15,2 1-1 0,0 0 1 0,-2 4 0 0,2-3 2 16,0 3-2-16,-1 1-9 0,-1 2-7 16,2-1-11-16,-1 5-11 15,1 0-18-15,-2 2-14 0,2 1-6 0,0 5-2 0,-2-1 8 0,2 7 5 0,0 0 1 32,-1 3 0-32,1 3 1 0,-2 1-3 0,1 3-14 15,-1 1-9-15,0 1 2 0,-1 3 12 16,-2-2 6-16,1 3 3 0,1-1-2 0,-2 0-4 15,2-1-1-15,0-4-17 0,-2-1-11 0,1-2-11 16,1-1-5-16,-1-6-6 0,2 1-5 0,1-3-5 16,-1-1-2-16,1-2 3 0,-3-2 2 0,3 1 1 15,-1-4-1-15,1-1 2 0,-3 0 0 0,1 1-1 16,1-5-2-16,-1 1 0 0,2 0-1 16,-4-2 0-16,2 0 1 0,2-4-1 0,-3 1 5 15,3-3 0-15,-1 0-1 0,0-5 0 0,1 1 0 16,1-1 0-16,-2-1-4 15,2 0 2-15,0-2 4 0,-1-1 0 0,1 0-2 0,-2-1 1 0,2 2 1 16,0-2-2-16,0 0-6 0,0-2 5 0,0 2-1 16,0-2-2-16,0 0-1 0,0-2-2 0,0 1-19 15,2 0-28-15,-1-2-21 0,-1 1-25 0,2-1-41 16,-1-1-81-16,-1-2-96 0,0-1-109 31,0 2-160-31,0-1-274 0,0-1-205 0,0 1-23 16,0 2 245-16,0-3 340 0</inkml:trace>
  <inkml:trace contextRef="#ctx0" brushRef="#br0" timeOffset="22074.89">16832 3619 92 0,'-3'0'310'0,"1"0"155"16,2 0 135-1,-1-2-126-15,-1 2-123 0,2 0-55 0,0-1-12 0,0 1 14 0,0 0 8 16,0-2 25-16,2 2 1 0,-1 0-25 0,-1 0-35 31,0 0-37-31,0 0-33 0,0 0-46 0,0 0-38 16,0 0-25-16,0 0-16 0,0 2-22 0,0-2-13 15,0 0-13-15,0 1-7 0,0-1-2 0,0 0-9 16,0 2 1-16,0 0 1 0,0 3 3 16,0-2 4-16,0 2-2 0,2 3 1 0,1-1-1 15,-2 1 0-15,2 1-6 0,-1 2 3 0,1 0 8 16,1 3 3-16,0 1-1 0,1 0 2 0,0-1 1 16,1 3-7-16,-1 2-7 0,0-3-5 0,1 2 0 15,0 0 0-15,2-1 0 0,-2 0-3 0,2 1 0 16,-1 0 2-1,-1-1-5-15,3 0-3 0,-2-1 1 0,-1-3 2 0,2 1-3 0,-2-3 0 0,1 0 1 16,-1 0-1-16,1-2 0 0,-3-2 0 16,2 1 2-16,-3-4-1 0,2 0 3 0,0 3-4 15,-2-4 2 1,2 0-1-16,-2-2-1 0,2 2 0 16,-1-3 2-16,1 2 0 0,-1-4-2 0,0 1 4 0,1-2 30 0,0 0 19 15,2-5 6-15,-2-1 5 16,2-2-1-16,-1-3-1 0,3-4-26 0,-2 0-18 15,-1-1-7-15,2-6-5 0,-1 1-3 16,0 0-3-16,1-1 0 0,-1-1 0 0,-1 2 2 16,3-1-1-16,-2 2 1 0,-1 1 0 0,1 1-2 15,-3 2 0-15,2 3 0 0,-1 1 2 0,-2 2-1 16,0 4-1-16,-1 0 0 0,1 2-5 0,-3 2 0 16,2-1-4-16,0 4-36 0,-2-1-33 0,0 1-47 15,0 1-119-15,0 1-162 0,-4 0-303 16,3 3-250-16,-3-2-244 0,1 3-111 0,0 1 335 0,1 1 499 15</inkml:trace>
  <inkml:trace contextRef="#ctx0" brushRef="#br0" timeOffset="28517.7">14648 5468 266 0,'-3'13'464'0,"-1"-3"208"0,1-3 156 16,-1 1-230-16,1-3-125 0,1-1-31 0,-1-2-21 0,0-1-52 15,1-2-58-15,-1-5-60 0,3 1-54 0,-1-3-47 16,-4-2-42-16,5-3-23 0,0-2-17 16,0-2-3-1,0-3 3-15,0 1 11 0,3-3 16 0,-1-1 21 16,-1-4 9-16,-1 0-4 0,2-2-8 0,-1-5-17 16,1 1-20-16,-2-3-23 0,2-1-16 15,-1-2-17-15,1-2-7 0,-1 1-9 0,3-3-6 16,1 4 1-16,-4-1-5 0,5 5-1 0,-3 2 2 15,2 4 0-15,-2 4 3 0,-1 4 0 16,-1 4 1-16,1 3 4 0,1 4 5 0,-3 3 8 0,2 1-2 16,0 1 0-16,-2 2 2 0,1 0-1 0,1 7-4 15,1 3-7-15,1 1 2 0,1 7 4 0,2 3 1 16,1 5 0-16,2 5 5 0,2 4 7 0,-1 4 0 16,3 5-2-16,0 3-2 0,3 6 3 0,-1 2-7 15,0 4-4-15,2-2-1 0,-1 1 0 16,-1-1 1-16,1-3-2 0,0-4-1 0,-1-5 0 0,1-5-3 15,-2-5-4-15,1-6-1 0,-5-4-4 16,0-4-18-16,-2-5-48 0,-2-4-48 0,-3-3-59 16,-4-5-122-16,-3-2-171 0,-3-5-288 0,-3-3-247 31,-1-3-235-31,-1 1-112 0,-5-6 330 0,-2 2 516 16</inkml:trace>
  <inkml:trace contextRef="#ctx0" brushRef="#br0" timeOffset="28751.48">14474 5256 21 0,'5'4'361'0,"0"1"239"0,-2-3 169 0,3 0 49 16,2 0-275-16,0-2-162 0,2 0-50 0,6 0-15 15,-2 0 2-15,3-2-5 0,4 2-61 0,-1-2-63 16,2 2-65-16,4-1-42 0,-1 0-38 0,-1-1-25 0,3-1-12 15,-2 2-6-15,3-1 2 0,-4 2-1 16,1 2-39-16,-4-1-97 0,0 2-145 0,-3 1-285 16,-3 1-265-16,0 0-246 0,-3 2-87 0,-3-5 266 31,0 2 427-31</inkml:trace>
  <inkml:trace contextRef="#ctx0" brushRef="#br0" timeOffset="29216.96">15058 4986 281 0,'0'4'668'15,"0"3"269"-15,0 0 81 0,1 6-187 16,1 2-257-16,3 6-169 0,1 4-95 0,3 1-47 0,0 6-37 0,0 2-53 16,3 5-51-16,0-1-25 0,-1 1-18 0,3 3-11 15,-3-3-7-15,3-2-9 0,-3-2-6 16,-1-4-17-16,1-5-11 0,-2-5-12 0,-4-4-5 15,2-4-1-15,-3-4-1 0,-1-4 3 0,-3-5 7 16,-1-5-2-16,-4-10-6 0,-3-4 4 0,2-9-4 0,-4-3-6 31,-2-5 3-31,-1-6 2 0,-3-5 1 16,0-1 0-16,-1-1 2 0,-1-2-1 0,1-3-5 16,4 4 3-16,0 0-1 0,3 3 3 0,3 3-6 15,3 5-2-15,2 3-1 0,2 5-5 0,3 5 1 16,2 2-4-16,3 7 3 0,3 2 6 15,3 4 3-15,1 6 9 0,4 2 3 0,-1 5-1 16,2 2 3-16,2 4-3 0,-2 1 2 0,-1 4-7 16,0 1 2-16,-3 2 24 0,-2 3 27 0,-1 3 34 15,-2 0 13-15,-3 3 9 0,-3 3 0 0,-2 0-20 16,-3 2-24-16,-2 2-29 0,1-1-14 0,-6 0-11 16,2-2-8-16,-5 1-6 0,2-1-2 0,-4-4-2 15,-2-1-3-15,1-1-15 0,1-4-49 0,-1-3-51 16,-1-2-63-16,1-2-137 0,2-2-209 0,-1-3-299 15,4-1-241-15,3 0-216 0,2-2-28 16,1 2 443-16</inkml:trace>
  <inkml:trace contextRef="#ctx0" brushRef="#br0" timeOffset="29534.61">15520 5679 68 0,'6'3'547'0,"-3"0"392"0,0-6 184 16,-4-3-16-16,-2-6-369 0,-1-6-277 0,0-6-160 16,-3-5-86-16,1-5-50 0,-2-7-48 15,0-4-37-15,2-5-27 0,-1-5-21 0,1-2-7 0,3-4-6 16,2-1-6-16,1 1-6 0,1 1-1 0,2 4-1 16,2 5-1-16,-1 8-2 0,3 7-6 0,-2 8-1 15,0 4-1-15,-1 8 1 0,5 6 0 0,0 5 10 16,-1 7 17-16,2 5 6 0,2 7 1 15,-1 4 3-15,1 4-1 0,1 5-6 0,-2 5-14 16,3 1-4-16,-1 4-2 0,1 4 1 0,-3 0-6 16,2 3-3-16,-4 0 5 0,1 0 5 0,-2 0-5 0,-1-2-33 31,2-3-35-31,-6-3-117 0,0-3-176 16,-1-4-301-16,-4-5-285 0,0-3-245 0,-4-5-122 15,-4-4 342-15,-2-1 510 0</inkml:trace>
  <inkml:trace contextRef="#ctx0" brushRef="#br0" timeOffset="29736.05">15377 5359 203 0,'4'-3'790'16,"2"6"370"-16,-5-3 35 0,4 2-149 0,1-2-463 16,3 0-299-16,1 3-142 0,3-3-62 0,3 0-30 15,1 0-19-15,4-3-9 0,2 1-7 0,1-5-6 16,3 1-2-16,3-2-4 0,4-1-1 0,-3-2 0 15,4 2-54-15,3-2-143 0,-4-1-304 0,1 4-265 16,-2 1-254-16,-1-1-217 0,-2 5 105 0,-1 0 505 31</inkml:trace>
  <inkml:trace contextRef="#ctx0" brushRef="#br0" timeOffset="30534.54">15926 4903 201 0,'-2'-1'494'0,"1"0"234"0,-1-2 127 0,2 2-201 0,0 1-233 16,0 0-141-16,0 0-79 16,3 4 30-16,1-1 36 0,0 4 13 0,6 6 5 15,-1 5-8-15,2 3-22 0,3 8-59 0,-1 4-46 16,3 3-37-16,-2 4-16 0,0 2-6 0,-1 3-14 0,0-1-14 16,-1 1-12-16,-4-5-6 0,2-1-15 15,-2-3-10-15,-4-5-3 0,1-5-7 0,-2-3-6 16,-1-7 1-16,1-1 27 0,-1-4 20 0,-2-2 7 15,-2-4 4-15,-3-5-5 0,1-5-1 16,-4-4-26-16,-3-7-23 0,0-3-10 0,-1-5-4 0,-2-4 2 16,1-4 2-16,-4-4 2 0,4-3 2 0,0-3 4 31,0 0 0-31,5 0-1 0,-2 2-5 16,6 1-1-16,0 2-2 0,6 1-1 0,1 4 2 15,2 1 0-15,4 2-3 0,2 2 0 0,2 2 0 16,3 2-3-16,0 2-2 0,3 3 2 0,1 1 3 15,-2 2 2-15,1 3 3 0,-1 2-1 0,-2 2-1 16,2 2-1-16,-6 2 3 0,1 1 5 0,-2 3 14 16,-3 4 14-16,-1 1 16 0,-3 3 6 15,-2 2 6-15,-2 3 1 0,-2 3-19 0,-2 6-12 16,-3 0-13-16,-3 3-8 0,-2 4-7 0,1 1 5 16,0 2 10-16,-3 1 4 0,2-1 4 0,2 2 1 15,0-3-2-15,4 1-11 0,2-4-8 0,1 1-6 16,3-2-1-16,3-3-3 0,2 0 2 0,0-5 0 15,3 1 2-15,4-5 0 0,-2-4-1 0,6-1-2 16,-2-4 2-16,3-4-4 0,3-3-1 0,2-4 1 31,-1-2-3-31,5-2-23 0,-1-1-56 0,2-2-57 16,0 1-70-16,1 1-126 0,-2 2-184 0,0 3-279 16,-3 1-231-16,2 4-209 0,-1 4-57 15,-2 1 351-15,-3 4 482 0</inkml:trace>
  <inkml:trace contextRef="#ctx0" brushRef="#br0" timeOffset="30851.42">16658 5523 326 0,'-5'7'639'0,"2"-1"251"0,-3-4 111 15,1-2-253-15,-1-3-197 0,1-3-134 0,0-1-88 0,-1-6-64 16,-2-4-60-16,3-2-57 0,2-5-49 16,0-3-34-16,0-6-19 0,1-3-5 0,2-3-7 15,0-6-6-15,0-2-8 0,3-5-5 0,0-2-5 16,1-1-6-16,1 1-2 0,1 0-3 0,1 4 2 15,0 4-4-15,-1 4 3 0,2 6 0 0,-2 5 0 16,-1 8-1-16,2 3-3 0,-3 7 5 0,1 5 3 16,2 6 11-16,0 4 4 0,3 9 8 15,-1 5 4 1,2 7 16-16,0 4 16 0,1 7-3 0,2 5 3 16,0 3 0-16,0 5-4 0,2 3-19 15,-2 3-16-15,2 1-11 0,0 2-5 0,-2 0-3 16,0-3-2-16,-1 0 4 0,-1-7-7 0,0-2-27 15,-3-9-42-15,-1-3-82 0,0-6-145 0,-3-7-264 16,-4-4-290-16,-1-6-267 0,-3-4-202 0,-3-5 135 16,-5-6 504-16</inkml:trace>
  <inkml:trace contextRef="#ctx0" brushRef="#br0" timeOffset="31051.58">16543 5139 155 0,'1'4'679'0,"3"2"367"15,-3 4 86-15,7-2-108 0,-2 4-440 0,2 0-289 16,3 1-123-16,3 1-56 0,-1 0-33 0,4-3-14 31,1 0-8-31,4 0-15 0,3-3-20 0,2-2-10 0,1-1-3 0,4-3-3 0,1 1-33 0,1-6-89 32,-3 1-144-32,1-3-279 0,-4-1-266 15,-1-1-256-15,-2-2-128 0,-4-5 222 0,0 0 446 16</inkml:trace>
  <inkml:trace contextRef="#ctx0" brushRef="#br0" timeOffset="31252.07">17126 4795 396 0,'0'3'813'0,"-2"2"290"16,1 7 35-16,-1 2-294 0,2 6-298 15,0 4-187-15,3 4-116 0,-1 0-68 0,0 6-57 0,1 2-42 0,0 1-30 16,5 5-21-16,-4 1-15 0,1-1-10 0,0 1-3 15,2-1 3-15,2-4-9 0,-3 1-18 16,0-8-90-16,-1-2-147 0,0-8-244 0,-2-4-283 0,-3-4-264 16,-1-6-198-1,-2-3 163-15,-4-4 474 0</inkml:trace>
  <inkml:trace contextRef="#ctx0" brushRef="#br0" timeOffset="31467.29">16783 4896 304 0,'1'-5'785'16,"-1"2"285"-16,5 3 21 0,2 0-186 15,3 4-411-15,3 0-200 0,4-2-85 0,1 2-39 16,3-2-19-16,1 0-18 0,0-2-38 0,3 0-34 16,2-3-26-16,2 1-16 0,-1-5-11 0,2 1-2 15,2-3-7-15,-2 0-1 0,1-1-4 0,-1-1-7 16,0 1-48-16,-3-1-121 0,2 0-166 0,-7 4-293 15,2-2-269-15,-4 1-253 0,-1 4-56 16,-2 0 354-16,-4 1 459 0</inkml:trace>
  <inkml:trace contextRef="#ctx0" brushRef="#br0" timeOffset="32118.42">17466 4810 182 0,'-3'0'419'16,"0"1"195"-16,-2 1 148 0,2 1-167 0,-1-2-126 15,2 3-46-15,0-2-26 0,2 1-17 0,-2 0-27 16,2 2-44-16,-1 1-56 0,1 1-58 0,-2 3-41 0,2 0-27 16,2 4-15-16,-1 2-2 0,3 1 10 15,2 3 13-15,-2-1 5 0,0 1-9 0,0 2-12 16,1 0-10-16,-2-3-20 0,3 4-17 16,-2-4-13-16,-1-2-4 0,-2 1-1 0,1 0-6 15,0 0-2-15,-2-3-6 0,-2 2-2 0,2-2-7 16,-2 0-5-16,1 0-8 0,-1-2-5 0,2-1-4 0,0 2-3 15,0-1-3-15,0-1 0 0,0 2 0 16,3-2 0-16,1 0-1 0,-3 1 2 0,2-1 0 31,2-1-1-31,0 1-2 0,-2 0 3 0,3-3-1 16,1 0-1-16,-3 0 0 0,1-2 3 0,0 0 2 16,-2 0-1-16,2-1 2 0,-4-1-2 0,2-1-1 15,-1 0-3-15,-2 0 1 0,2 0-1 16,-2-1 1-16,-2 1 2 0,2-1 1 0,-2 0-3 15,2-1-1-15,-3-1-10 0,2-2-40 0,-5-2-58 16,3-5-56-16,-4-4-71 0,5-4-123 0,-2-6-152 16,2-3-183-16,0-3-231 0,1-2-213 0,-1-1-98 0,2-1 227 15,0 0 414-15</inkml:trace>
  <inkml:trace contextRef="#ctx0" brushRef="#br0" timeOffset="34679.12">17499 4884 231 0,'-3'1'472'0,"0"2"205"0,0 1 145 16,-1 2-206-16,1 5-112 15,2-3-58-15,-1 5-36 0,2 4-34 0,2 2-42 16,-2 5-63-16,1 4-67 0,6 6-58 15,-3 2-43-15,4 4-27 0,3 5-12 0,2 2 2 0,1 2 5 16,0 0-1-16,4 1-2 0,-4-2-9 16,3-3-14-16,-2-4-15 0,3-5-13 0,-1-5-7 15,0-5-9-15,-1-5 26 0,3-6 27 0,-5-5 33 16,3-7 27-16,-1-5 14 0,-2-5 7 0,-2-8-20 16,0-4-21-16,-2-9-27 0,-2-3-21 15,1-7-10-15,-3-3-5 0,1-7 1 0,-3-2-2 0,1-1 0 16,-2-2-1-1,-3 1-9-15,0 2-3 0,-3 0-3 16,0 2-4-16,-2 1-3 0,-1 5-4 0,-1 2 2 16,-2 5-3-16,1 5-1 0,0 3-1 0,2 6-2 15,-3 5 0-15,2 4-10 0,-1 6-24 16,2 3-56-16,0 5-57 0,-1 3-70 0,2 4-129 16,2 3-177-16,0 0-293 0,3 2-241 0,0-1-217 15,2 1-59-15,1-1 373 0,2 1 507 0</inkml:trace>
  <inkml:trace contextRef="#ctx0" brushRef="#br0" timeOffset="35341.78">18051 4788 70 0,'2'-4'630'0,"-1"2"478"16,-1 2 145-16,-3 2-118 0,1 0-372 0,1 4-300 0,-1 5-130 15,2 2-61-15,0 5-30 0,0 3-24 0,2 5-28 16,-1 4-39 0,1 2-49-16,1 4-38 0,2 3-21 15,1 2-15-15,0 1-6 0,-1 0-3 0,3 0-6 0,0-1-5 16,0-2-2-16,1-1 0 0,-2-6-3 16,2 0-3-16,-1-6-1 0,-2-3 2 0,-1-5-2 15,0-3-1-15,3-3-1 0,-7-3 0 0,2-4 1 16,-3-1 1-16,0-4 4 0,-3-4-2 15,2-4 4-15,-7-4-2 0,3-1-1 0,-3-4-1 0,0-2-1 16,-1-3 3-16,1-3-3 0,-2 0 1 0,0 0 1 16,0-5-1-16,4 2 3 0,-2 0-2 15,0-3 1-15,2 3 2 0,2 0-2 0,1-2-2 16,3 2-3-16,2-2 0 0,3 4-2 0,1-1 0 16,3 1 0-16,2 2 0 0,2 2 0 15,3 1-2-15,1 1 1 0,-1 2-2 0,4 1 0 0,-2 1 2 16,3 1 3-16,1 2 0 0,-5 2 2 0,4 1 4 15,-4 2 0-15,0 1 0 0,1 1-2 16,-4 4 2 0,-3 0 0-16,0 2-4 0,-3 2 3 0,0 0 1 15,-3 4 3-15,-1 1-2 0,-2 4 0 16,-4-1-1-16,1 5 0 0,-5 1 0 0,-1 0 0 16,-1 3 0-16,-1 2 2 0,-4 3 1 0,0 4 0 15,1-2 4-15,-2 3 1 0,0 0-1 0,1 4 3 16,2-2-2-16,-3 2 2 0,4-1-3 0,2 0-2 15,0 0 1-15,4-2 0 0,0-2-2 0,1-2-2 16,3-3-2-16,3 0-3 0,1-3-1 0,0-3-2 16,2-3-3-16,2-2 1 0,2-3 3 15,-2 0-2-15,4-3 0 0,0 0 2 0,2-4 0 0,-2 1 0 16,1-2-3-16,4-2-6 0,-4-2-20 16,5-2-46-16,-4-3-62 0,2 1-72 0,-2-3-134 15,2 1-189-15,-2-3-301 0,0 0-263 0,-1 0-213 16,-1-1-38-16,1 1 415 0,-2 1 510 0</inkml:trace>
  <inkml:trace contextRef="#ctx0" brushRef="#br0" timeOffset="35694.51">18748 5470 7 0,'0'9'513'0,"0"-3"486"0,-2-1 229 0,-1-4-79 15,-3-4-327-15,2-4-348 0,-3-4-202 0,2-5-97 0,2-4-18 16,-2-4-2-16,4-4 12 0,-1-3 15 0,2-7-3 16,3-4-18-16,0-5-32 0,4-4-25 15,3-1-31-15,0-4-31 0,3 1-22 0,-2 2-9 16,3 0-5-16,-1 6-6 0,1 1 0 0,-3 7 0 16,-1 2 2-16,1 5-1 0,-2 2-2 15,-1 8 1-15,0 3-2 0,-2 5 1 0,-1 3 0 0,2 2 1 16,-2 7 3-16,-1 3 2 0,2 5 3 0,-1 5 2 15,-2 4 1-15,2 6 0 0,0 1-1 0,-2 5-1 32,5 5 1-32,-4 1-3 0,3 3 2 0,-1 3-1 15,2 3-3-15,1 1-1 0,0 2 0 0,-1 0-4 16,-2 0 0-16,1-1 0 0,2 0 0 16,-3-3 1-16,2-1-1 0,1-3-7 0,-2-4-34 15,-1-3-64-15,0-4-55 0,-1-2-98 0,0-7-157 16,-2-2-264-16,-3-4-281 0,0-5-217 0,-2-5-169 15,-1-4 183-15,-5-5 506 0</inkml:trace>
  <inkml:trace contextRef="#ctx0" brushRef="#br0" timeOffset="35928.29">18746 4904 93 0,'-3'5'698'0,"-1"0"472"16,-1 1 96-16,4 2-152 0,-3 2-379 0,6-1-372 15,1 0-164 1,5 0-75-16,-2 2-13 0,7-3 8 0,2 0 2 0,2-1-2 0,3 1-14 0,4-2-12 16,-2-2-23-1,7-1-29-15,1-3-18 0,0 0-5 0,0-2-9 16,1-2-6-16,-1 0-26 0,2-2-43 0,-2 1-57 16,-3-1-154-16,0 3-264 0,-4-1-293 0,0 4-287 15,-3 0-219-15,-3 0 33 0,-1 0 547 16</inkml:trace>
  <inkml:trace contextRef="#ctx0" brushRef="#br1" timeOffset="84559.04">14625 6031 122 0,'1'-15'315'0,"1"3"148"0,-2 1 74 15,1 3-92-15,-1 1-93 0,0-1-37 0,0 2 5 0,0 1 23 16,-1 0 29-16,1 3 19 0,-2-3-2 0,2 4-34 15,0-3-50-15,-1 3-51 0,1 1-43 0,-2-1-23 0,2 1-8 16,0-2 0-16,0 2 3 0,0 0-3 16,0 0-13-16,0 2-23 15,0-1-29-15,0 0-29 0,0 3-25 16,-2 2-11-16,2 1-11 0,-1 2-7 16,-1 5-4-16,1 2 0 0,-1 2 0 0,-2 2-4 15,0 5-1-15,1 0-1 0,0 3-3 0,0 2-3 16,-2-1-1-16,0 5-4 0,-1-3-2 0,3 0-3 15,-2 0-2-15,2-3 0 0,-2-1-2 16,4-3-1-16,-1-1 1 0,0-6-2 0,1 0-2 16,-1-3 0-16,2-3 0 0,-1-1-3 0,1-2-2 0,0-1-7 15,-2-2-11-15,2-3-21 0,-2 2-38 16,2-4-48-16,-4 0-48 0,4 0-49 0,-3 0-84 16,0-5-109-16,-1-1-112 0,0 4-147 0,0-4-245 15,-1 1-201-15,-2-1 1 0,2 2 272 16,-1 0 364-16</inkml:trace>
  <inkml:trace contextRef="#ctx0" brushRef="#br1" timeOffset="84893.57">14356 6364 179 0,'3'3'442'0,"-3"0"198"15,2 2 150-15,1 2-132 16,1 1-139-16,0 4-41 0,2 0-27 0,0 2-24 16,1 3-42-16,2 3-52 0,-1 1-56 0,0 3-38 15,2 2-19-15,0 2-13 0,0-1-17 0,-2 3-24 0,3-2-25 16,-2 1-38 0,0-1-38-16,0 1-25 0,0-5-15 0,-1 1-8 0,2-5-8 0,-1-1-2 15,1-4-3-15,-1-1 1 0,1-5 0 16,-1-2-2-16,1-3 1 0,1-4-3 0,0-4 4 15,-2-3-3-15,4-6 0 0,-2-3 2 0,3-3 0 16,-3-3-2-16,2-3-15 0,1-3-43 0,-3-1-58 16,2 1-63-16,-2 0-127 0,-3-2-183 15,-2 4-305 1,2 1-259-16,-5 1-218 0,0 5-74 0,-4 3 382 16,-3 0 511-16</inkml:trace>
  <inkml:trace contextRef="#ctx0" brushRef="#br1" timeOffset="86574.31">13290 7366 245 0,'-3'0'455'0,"3"0"183"0,0 0 58 15,0 0-146-15,0-1-113 0,0 1-39 0,3-2-10 0,-1 2 1 0,-2 0-26 16,1 0-39-16,-1 0-52 0,0 0-60 16,0 0-58-16,0 0-39 0,0 0-17 0,0 0 5 15,0 0 13-15,0 0 25 0,0 0 20 0,2 2 4 16,-1-2-8-16,-1 1-18 0,0-1-29 15,2 0-28-15,-2 1-25 0,0 1-16 0,-2 3-12 0,2 0-12 16,-3 2-4-16,3 4-5 0,0 3-4 0,-1 1-3 16,1 1-3-16,-2 5 2 0,2 1 3 15,0 1 7-15,0 1 8 0,0 4 8 0,0 0 6 32,0 1 5-32,0 3 0 0,-3-1 0 0,3 0-4 15,-1 1-4-15,-1-1-2 0,1 1-5 0,-3-2-2 16,3 2-4-16,-1-4 1 0,0 0-2 0,-1-2-3 15,3-1 1-15,-3-1-3 0,1-1-2 0,2-2-2 16,-1-3-2-16,-1 0-2 0,2-3 0 0,0-1-1 16,0 0 0-16,0-2-1 0,2-2 0 0,-2 1 1 15,1-3-1-15,-1 1 1 0,0-2 0 16,2-1 0-16,-2 0 0 0,0 0-1 0,0-2 1 16,0 1-2-16,0-2 2 0,0-1 0 0,0 3 0 15,0-4 2-15,0 1-3 0,2-2 0 0,-2 3 0 16,0-3-1-16,0 0 0 0,0 0 0 0,0 2 0 15,0-2 1-15,0 0 0 0,1 0 0 0,-1 0 0 16,0 0 0-16,0 0-1 0,0 0 0 0,3 0 1 16,-1 0-1-16,1 2 0 0,1-2 1 15,0 0 0-15,5 0 1 0,-2 0-1 0,-1 0 0 32,4 0 2-32,1 0-1 0,-2 0 0 0,4-2 1 15,0 2-1-15,-2 0 0 0,4-2 0 0,-2 2-1 16,1-3 1-16,2 1 0 0,0-2 1 0,-2 2 0 15,2 0-2-15,-2-1 0 0,0 0 0 0,-1 0 0 16,-2 0-1-16,0 0 1 0,-1 2 0 16,-4-2 2-16,2 1-1 0,-4 0-2 0,1 1 0 15,-1 1 1-15,0-2-1 0,-2 1 1 0,0 1 0 16,-1-1-1-16,1 1 0 0,-1 0 0 0,-1-2-2 0,2 2-3 16,0-1-11-16,0 1-21 0,-2-2-52 15,2 2-65-15,0-1-68 0,-1 1-122 0,-1 0-170 16,0 0-297-16,3 0-250 0,-1 0-214 15,1 0-93-15,2 1 332 0,1-1 518 0</inkml:trace>
  <inkml:trace contextRef="#ctx0" brushRef="#br1" timeOffset="87143.88">13945 7976 168 0,'6'-5'459'16,"-3"-1"280"-16,1 1 228 0,-1 1-107 15,-2 1-160-15,-1 0-132 0,-1 0-95 0,-1 0-60 16,-1 2-54 0,-2 1-55-16,0 0-44 0,-1 0-34 0,-3 0-29 0,-1 1-40 15,2 0-37-15,-4 1-34 0,0 1-22 0,1 0-12 0,-3 0-10 16,3 1-10-16,-3 2-6 0,3 2-4 15,0-1-5-15,-2 4-6 0,2-2-2 0,3 3-3 16,0 0-2-16,2 3-2 0,1-2-1 16,4 3 1-16,-1 3-1 0,2-3-1 0,2 4-1 15,-1-2-1 1,2 0-1-16,2-3-1 0,0 0-2 16,4-4 1-16,-2-1 1 0,2-2-1 0,-1-3 0 15,3-5 0-15,-1-2 3 0,-1-3 0 0,2-5 1 16,-3-1 1-16,2-6 1 0,-1 1 1 0,-1-5 0 15,-2 1 0-15,-1-1 1 0,0 2-1 0,-1-2 1 16,-2 1 0-16,-2 3-1 0,0 0 1 16,-2 2 2-16,1-1-1 0,-2 6 0 0,0 1 1 15,1 2 1-15,-1 2-2 0,1 1-2 0,-1 2-1 16,1 4-1-16,1 1-1 0,-1 4-1 0,2 3-1 16,0 4 2-16,0 3-1 0,2 1 1 0,-1 3-1 15,3 1 0-15,1 1 0 0,-2 0-1 0,3 0 0 16,0-1 0-16,1 0-2 0,1-3 1 15,2-1 0-15,0-3 2 0,1-1-4 0,2-2-18 16,-2-3-63-16,0-4-64 0,1 0-104 0,1-3-171 16,0-1-308-1,-1-4-317-15,1-2-237 0,1 0-151 0,-1-5 265 16,3-3 583-16</inkml:trace>
  <inkml:trace contextRef="#ctx0" brushRef="#br1" timeOffset="87758.35">14441 7572 256 0,'2'-2'511'0,"-1"1"224"0,-1-1 123 15,0 2-182-15,2 2-134 0,-2-1-78 0,0 3-60 0,2 0-52 16,-1 1-57-16,-1 3-57 0,0 3-52 0,4-2-46 16,-1 6-9-16,1 2 10 0,1 1 28 0,0 5 10 15,1 3 1 1,-1 2-5-16,1 3-24 0,0 4-26 16,1 3-32-16,-1 1-24 0,-1 2-21 15,0-2-14-15,1 4-11 0,-2-3-10 0,1-1-8 16,-1-1-5-16,0-4-3 0,0-4 1 0,0-2-2 15,-2-4-1-15,4-7-1 0,-3-2-1 0,-1-4-2 16,-1-5-20-16,1-5-52 0,-2-7-54 0,-2-7-63 16,-1-6-110-16,0-8-157 0,-3-5-206 0,1-3-241 15,-1-1-223-15,-1-3-137 0,-1 0 192 0,-1 2 435 16</inkml:trace>
  <inkml:trace contextRef="#ctx0" brushRef="#br1" timeOffset="88307.44">14406 7525 292 0,'4'-3'582'0,"-3"2"211"0,1-3 72 15,1 2-272 1,0-3-203-16,2 1-124 0,3-2-62 0,0 0 5 16,1-2 18-16,4 0 2 0,1-1-21 15,2-1-17-15,0 1-15 0,2 1-40 0,2 1-35 16,0 1-10-16,1 2-20 0,-4 3-13 0,4 1 1 15,-4 1 30-15,0 3 45 0,-2 2 35 0,1 5 19 16,-7 2 0-16,2 2-10 0,-5 3-24 0,-2 5-36 16,-3 0-33-16,-2 5-20 0,-3 2-12 0,-2 2-9 15,-3-2-6-15,-1 4-1 0,0-1-6 16,-2-1-5-16,2 0-3 0,1-5-5 0,-2-1-4 0,5-2-5 16,-1-5-3-16,2-2-3 0,1-2-3 15,-1-3 0-15,2-2 0 0,3 0-3 0,0-2 0 16,0 0-1-16,3-2 1 0,3 1 1 0,-1-1-2 15,1 2 0-15,3-3 0 0,1-1 0 0,0 3 1 16,3-2 0-16,1 1 0 0,0 0 1 0,0 0-1 16,2 1 2-16,1 1-1 0,-2-1 0 0,0 1 1 31,0 3 0-31,-1 0 1 0,-3 0 0 0,0 1 0 16,0 3-1-16,-5-2 3 0,1 4 1 15,-4 0-1-15,0-2 1 0,-3 3 2 0,-3 3 0 0,2-2-1 16,-6-2 1-16,-1 3-1 0,0-1 5 15,-4-2 7-15,0 0 7 0,-2-2 2 0,-2 0 2 16,-1-4 1-16,-1 0-5 0,0-1-8 0,-1-4-7 16,1-4-4-16,0 0-2 0,1-2-2 0,2-3-2 15,2 0 0-15,1 0-2 0,4 0-1 0,1-1-3 16,2 0-12-16,1 0-18 0,4-1-44 0,1-1-69 16,2 0-69-16,4 0-128 0,-1-1-184 0,5 1-306 15,-1 0-274-15,3 1-202 0,0-1-77 0,0 2 386 16,1 0 542-16</inkml:trace>
  <inkml:trace contextRef="#ctx0" brushRef="#br1" timeOffset="89324.43">15295 8018 162 0,'8'-2'323'0,"-2"0"136"16,-1 1 24-16,0 1-140 0,3-2-111 0,-5 1-53 0,2-1-13 15,-4 1 42-15,2 1 57 0,-1-2 90 0,1 1 74 16,-1 1 32-16,-1-3-13 0,-1 3-58 0,2-2-50 15,-2 2-10-15,0 0-9 0,0 0-19 0,0 0-23 16,-2 0-26-16,2-2-32 0,-3 2-51 0,0 0-47 16,0 0-38-16,0-3-21 0,-2 3-14 0,0 0-10 31,-3 0-9-31,2 0-8 0,0 0-5 0,-3 3-4 16,0-3-4-16,1 2 0 0,-1 0-3 15,-2 4-1-15,1-2-1 0,1 3-1 0,-1-1-1 16,-1 2-1-16,0 1-1 0,0 0-1 0,2 2 0 15,-1 0-2-15,4 0-1 0,-4 3 1 0,2-1-1 16,4 1 1-16,-3 0 0 0,2 3 0 16,-1 0-1-16,3-1 0 0,0 2 1 0,3 0-2 15,-2 2 1-15,2-1 0 0,2 2 1 0,0 0 0 16,1 2 0-16,0-2 2 0,5 2 0 0,-4 2 1 0,4-3 1 16,2 2 0-16,1-1 1 0,0-2 0 15,0-1-2-15,2-1 1 0,0 0-1 0,0-1-1 16,0-3 0-16,1 0-1 0,-1-1 1 0,0-2-2 15,-1-3 0-15,1 0-1 0,0-2 1 0,-2-1-1 16,0-3-1-16,0-1 1 0,-2-2 1 0,1-2-1 16,2-1 1-16,-2-3 0 0,0-3 2 15,0 0-2-15,-2-1 1 0,1-1 1 0,-3-2 0 32,1-1 0-32,-2 2-1 0,-1-1 1 0,-3-1-1 15,2 1 1-15,-3 3 0 0,0-3 2 0,-3 4 1 16,2-2 0-16,-6 2 1 0,2 1 0 0,-1-1 0 15,-2 1-2-15,2 2 0 0,-2 0 1 0,-3 1-1 16,1 1-2-16,2 2 0 0,-4 0 0 0,2 2-1 16,-1 0-1-16,0 2 1 0,0 0 0 0,2 2 1 15,-2 2 1-15,1-1-1 0,2 1 1 16,-3 0-2-16,5 2 1 0,0-2-1 0,-1 0-3 0,1 1-2 16,1-1-11-16,1 0-18 0,0 0-41 15,1 0-67-15,3 0-70 0,-2-2-132 0,2-1-195 16,0 2-303-16,0-3-285 0,2-2-217 0,1 3-75 15,2-2 423-15,-2-1 557 0</inkml:trace>
  <inkml:trace contextRef="#ctx0" brushRef="#br1" timeOffset="91508.51">13308 9450 228 0,'3'-9'408'0,"-1"0"174"0,-1 1 74 0,2-3-90 0,-3 3-34 15,0 0 14-15,0 1-3 16,0-1-28-16,0 2 13 0,0 0-36 0,-3 4-77 15,2-2-75-15,-3 3-60 0,-1 0-41 0,-1 1-71 16,-5 1-51-16,0 4-33 0,0 1-25 0,-5 3-18 16,2 4-14-16,-3 3-8 0,1 4-5 0,-2 4-3 31,1 4 0-31,1 7 4 0,-1 2-1 0,4 8 0 16,2 3-1-16,0 4 1 0,5 5-1 0,1 5-4 15,3 0 0-15,2 5-3 0,3-5 0 16,2 1-3-16,2-5-2 0,3-1-3 0,0-6 0 15,1-6 0-15,2-4-2 0,1-4 1 0,0-6 0 16,2-3-1-16,1-6-2 0,-1-3-6 0,0-1-20 16,-2-5-59-16,0-3-70 0,-4-2-125 0,0-1-206 15,0-2-305-15,-3-4-339 0,-1 0-264 0,-2-2-110 16,-3 0 419-16,1-2 626 0</inkml:trace>
  <inkml:trace contextRef="#ctx0" brushRef="#br1" timeOffset="92407.7">13709 9805 85 0,'0'-11'408'0,"0"3"249"0,-1-3 185 0,-1 2-5 15,0 1-204-15,1 1-107 16,-1 0-80-16,2 0-49 0,-3 3-38 0,3 1-53 15,0-1-69-15,0 2-57 0,0 2-44 0,0 0-25 16,0 0-17-16,0 0 1 0,3 5 3 0,-1 3-8 16,1 5 0-16,0 5-7 0,2 6-13 15,-2 2-12-15,2 5-10 0,-1 3-4 0,0 2-7 0,-1 3 0 16,0 2-2-16,0-3-11 0,1 0-9 16,-1-1-7-16,0-6-4 0,1-3-3 0,-1-4 0 0,-1-6-3 15,-2-1 3-15,2-5 1 0,-1-3 0 16,-1-2 0-16,0-3 1 0,0-7 1 0,-1-5-1 15,-1-5 2-15,-1-6-4 16,1-6-1-16,-2-7-3 0,2-4-4 0,-1-3 2 0,0-4 0 0,1-2 2 16,-1-3 3-16,2 0 5 0,-3 1 3 0,4 1-2 15,-1 2-1 1,1 4-2-16,1 7-2 0,-1 4-2 16,2 5-1-16,0 6-1 0,-1 4-2 15,2 7 2-15,2 5 1 0,4 4-1 0,-1 9 1 16,4 5-2-16,2 7 0 0,0 7 1 0,2 2-2 15,1 8 2-15,2 1 3 0,-1 3 2 0,0 2 0 16,3 1 3-16,-3 0 11 0,0-4 0 0,-2-2-1 16,0-4 2-16,-2-7 1 0,0-3-3 0,-1-7-9 15,0-1-4-15,-4-7 1 0,-1-4 0 0,0-5 0 16,1-5 1-16,-4-5 4 0,0-7 4 0,-2-5-2 16,-3-4 2-16,0-4 0 15,0-6 0-15,-1-1-2 0,-3-1-2 0,0-5-1 0,-1 0-3 0,-3-1-3 16,2 0-1-16,-1 3 0 0,-1 0 1 15,4 5-3-15,-2 6 2 0,1 4 2 0,2 5-1 0,-1 3-2 16,3 5-2-16,-1 1-2 0,1 7-6 16,1 4-20-16,0 4-63 0,1 3-63 0,-1 1-115 15,3 2-174-15,-1-1-304 16,1-1-320-16,2-1-238 0,3-1-129 16,0-2 325-16,1-3 573 0</inkml:trace>
  <inkml:trace contextRef="#ctx0" brushRef="#br1" timeOffset="92613.93">14215 9610 424 0,'3'3'841'0,"-1"3"270"0,-1 1 33 15,1 3-309-15,0 3-283 0,1 6-165 0,0 1-79 0,2 5-22 16,0 5-40-16,1 1-32 0,0 5-28 0,0 3-36 16,1 1-38-16,-1 3-39 0,3 3-24 15,-4 0-16-15,2-1-12 0,-1-2-9 0,2-4-6 16,-2-3-6-16,1-5-18 0,-3-5-58 0,1-4-57 15,-2-4-110 1,-1-8-168-16,-2-3-306 0,-2-5-310 0,-1-5-233 16,0-6-143-16,0-4 307 0,0-7 557 15</inkml:trace>
  <inkml:trace contextRef="#ctx0" brushRef="#br1" timeOffset="93124.78">14611 9637 165 0,'14'-6'426'0,"-5"-1"231"15,2 2 219-15,-5-2-67 0,-1 1-119 0,0 1-92 0,-2-1-5 0,1 4-12 0,-3-2-72 16,-1 2-102-16,-1 0-82 0,-4-1-57 0,-2 1-72 15,1 2-66-15,-6 0-40 0,0 2-24 16,-3-1-19-16,0 3-14 0,-2 3-11 16,-1 2-8-16,0 1-6 0,1 2-3 0,-1 1-2 0,3 4-3 15,1-2 0-15,3 2-1 16,3-1-1-16,2 0-3 0,5 2 0 0,1-2 0 16,4-1-1-16,2 1 0 0,5-1 0 15,1-2 1-15,3 3 1 0,1-4 0 0,6-1 2 16,0 1-1-16,2-1 3 0,-2-3 0 0,4-1 0 15,-3-1 0-15,2 2 0 0,-4-2 0 16,1 0-2-16,-1 0 1 0,-4 1 1 16,-1 2 1-16,-5 3 1 0,2-2 1 0,-7 3-1 0,-1 2 2 0,-2-1 0 15,-3 3-2-15,-2 2 1 16,-1 0 0-16,-2 0 0 0,-1 0 0 0,-3 3-1 16,-1-3 1-16,1 1-1 0,-4-1-2 0,4-2 1 15,-3-2 0-15,-2-2-1 0,3-1-1 0,-1-3 0 16,2 0-8-16,-1-1-11 0,2-3-24 15,-1-1-51-15,4-2-65 0,-1 0-71 16,0-3-119-16,2-2-161 0,0-1-248 16,3-1-251-16,-1-3-212 0,3-1-106 0,0-1 276 0,2-4 482 0</inkml:trace>
  <inkml:trace contextRef="#ctx0" brushRef="#br1" timeOffset="93392.98">14955 9687 391 0,'6'-5'874'0,"-1"1"291"16,-2 2 1-16,1 2-294 0,-1 2-301 0,0 1-168 16,0 4-64-16,3 4-39 15,-1 3-37-15,0 3-35 0,0 6-36 0,1 0-42 16,2 6-49-16,-2 3-30 0,0 5-16 0,3 1-9 0,-2 4-7 15,1 1-13-15,-2 4-11 0,1-3-6 0,-1 3-4 16,2-6-3-16,-2-1-2 0,-1-5-14 0,0-4-55 16,1-6-66-16,-4-6-127 0,1-2-210 0,-3-6-303 15,-3-5-340-15,1-3-275 16,-4-6-117-16,1-4 435 16,-3-3 628-16</inkml:trace>
  <inkml:trace contextRef="#ctx0" brushRef="#br1" timeOffset="93590.28">14821 9546 114 0,'-5'-13'732'0,"0"6"479"15,2 1 80-15,1 4-172 16,2 2-394-16,2 0-367 0,3 2-176 0,1 2-92 16,2 0-46-16,3 0-17 0,4 1-8 0,3-1-8 15,3-1 0-15,1-1 0 0,3-2 1 0,2-2-4 16,3 1-24-16,2-4-51 0,-1-2-145 15,3 1-257-15,-1-3-278 0,0 0-278 16,0 1-233-16,2-3 31 0,-3 3 492 0</inkml:trace>
  <inkml:trace contextRef="#ctx0" brushRef="#br1" timeOffset="94383.13">16084 9490 92 0,'7'-9'451'0,"-1"2"336"0,-3 2 253 16,-2 1-45-16,-1-1-241 16,-1 3-180-16,-2 0-96 0,-3 2-58 0,-1 1-58 15,-1 2-59-15,-3 0-44 0,-3 2-36 0,1 1-50 16,-4 1-47-16,-1 4-32 0,-1 2-23 0,-3 1-18 15,3 5-12-15,-4 2-13 16,-1 5-8-16,5 2-6 0,-2 8-3 0,1 2-4 0,5 5 2 16,0 3 0-16,5 7 1 0,5 5-3 0,2 4-1 0,5 0 0 15,1 2-4 1,5-1-2-16,3-4-1 0,3-5-1 0,2-8 0 0,3-6 0 0,3-6-1 0,1-6 2 16,0-11-2-16,4-7 2 0,-2-7-1 31,2-6 0-31,-2-7 3 0,-2-5 0 0,-3-6 1 15,-1-3 1-15,-5-6 0 0,-2 3 0 0,-2-2 0 16,-5 1-1-16,-3 1 1 0,-4 3 0 0,-3 0 0 16,-3 1 1-16,-4 5-1 0,-1 0 2 0,-4 3-2 15,-1 3-1-15,0 2-1 0,-3 2-1 0,2 4 1 16,-2 4-2-16,4 1 1 0,0 4-1 16,-1 2 1-16,2 5 0 0,2 3 0 15,3 0 0-15,1 5 0 0,0 1-2 0,3 0 1 0,1 6-1 16,1-4 0-16,3 2-1 0,1 0-1 0,2-4 1 15,1 0-1-15,3-2-4 0,0-3-9 0,3-1-19 16,2-3-49-16,0-2-61 0,1-1-60 0,3-4-94 16,-1-3-136-16,4-4-171 0,-1-3-245 0,3-6-213 15,2-1-190 1,0-5 56-16,1-5 387 0,-1-3 422 0</inkml:trace>
  <inkml:trace contextRef="#ctx0" brushRef="#br1" timeOffset="94858.76">16593 9533 13 0,'0'-4'484'0,"0"4"465"0,-2 0 261 16,-1 0-37 0,-3 0-317-16,2 2-227 0,-1 0-172 0,0 2-107 15,-2-1-67-15,1 1-41 0,-3 1-49 0,-1 1-63 16,2 1-41-16,-3 0-26 0,2 6-14 0,-2-1-14 15,-2 2-7-15,2 6-9 16,-3 1-6-16,1 6 0 0,0 3 3 0,-1 5 7 0,3 0 6 0,0 7 3 16,3 1 1-16,2 3-2 0,3 2-6 0,1 4-6 15,4 3-9 1,2 1-4-16,1 0-3 0,3-4-1 0,5 1-2 16,0-6 0-16,2-2-2 0,1-8 0 15,5-4-1-15,-3-9 0 0,5-6 0 0,0-6 0 16,3-8 2-16,-1-8-2 0,-3-7-6 0,4-4-4 0,-4-5-2 0,-4-3-2 15,-2-2 0-15,-2-2 0 16,-4 0 7-16,-4 4 4 0,-2-2 5 16,-3 2 2-16,-4 4 2 0,-2 0-1 0,-3 5-1 15,-4 0 0-15,-1 4 1 0,-3 1 0 0,-1 2 0 16,-2 5 1-16,0 2 1 0,-2 5 0 0,1 3-2 16,1 4-2-16,0 3 0 15,2 5-1-15,4 2-3 0,2 2 0 0,1 1 0 16,7 3-2-16,2-3-17 0,4 2-50 0,4 0-69 0,1-1-83 0,2-3-157 15,7 2-261-15,-1-4-316 0,6-2-277 0,2-4-175 16,0-2 94-16,6-6 558 0</inkml:trace>
  <inkml:trace contextRef="#ctx0" brushRef="#br1" timeOffset="95423.58">17287 9664 321 0,'-8'0'623'16,"2"0"276"-16,-4 2 147 0,1 0-266 0,0 0-193 16,0 2-123-16,-3 1-98 15,4 1-77-15,-2 3-71 0,1 3-64 0,1 1-28 16,0 7-9-16,3 4-9 0,2 5 11 0,3 4 16 15,0 4 4-15,5 7-9 0,1 5-13 16,4 5-14-16,2 6-21 0,5 0-28 0,-2 2-13 16,4-2-15-16,0 0-10 0,2-8-5 0,-1-6-4 15,1-6 0-15,1-8-3 0,0-12 0 0,0-5-2 16,0-12-3-16,0-7-1 0,-1-11 0 0,-2-9 2 16,-3-6 3-16,0-9-1 0,-3-6 1 15,-4-5-1-15,-3-3-2 0,-3 0-3 0,-1 0-2 0,-4-1 2 0,-4 4 2 16,-5 1 2-16,1 4 0 0,-7 0 1 15,0 4 1-15,-5 4 0 0,-2 4-2 0,1 2 0 16,-2 6 1-16,0 3 1 0,2 6-1 0,-3 4-1 16,5 6-1-16,1 4-1 0,2 8-2 0,0 6-2 15,2 4-4-15,6 6-27 16,1 5-51-16,4 4-52 16,3 2-58-16,2 4-117 0,5 3-169 15,3 0-277-15,5 2-233 0,4 4-219 0,4-3-97 16,1 1 314-16,3-3 491 0</inkml:trace>
  <inkml:trace contextRef="#ctx0" brushRef="#br1" timeOffset="97573.46">18301 9083 215 0,'3'-2'354'0,"0"0"121"16,2 1-17-16,-1 1-152 0,1 0-94 16,0 0-47-16,0 3-5 0,1 1 19 0,3 2 25 0,0 0 16 15,0 3 19-15,5 3 31 0,1 3 26 0,0 2 19 16,1 4 10-16,3 2-6 0,0 7-26 0,2-1-44 31,2 7-47-31,-1 3-37 0,2 7-24 0,2-1-8 16,-1 7 16-16,0 1 9 0,-1 3-3 0,0 2-11 15,-1 3-17-15,-1 0-18 0,0 3-34 16,-1-4-22-16,0 5-12 0,-3-2-10 0,-2 1-9 16,3-2-11-16,-4 1-4 0,0-2-4 0,-2 1-3 0,-3-5-3 15,0-3 1-15,-2-2 3 0,1-5 2 16,-5-3-1-16,4-3 0 0,-5-4 0 0,0-5-4 16,1-1-20-16,-3-6-52 0,2-2-45 0,-3-3-47 15,0-1-89-15,0-4-138 0,-1-2-156 0,-1-1-245 16,-1 0-236-16,1 0-200 0,-1-1 55 0,-2-1 384 15,-1-1 411-15</inkml:trace>
  <inkml:trace contextRef="#ctx0" brushRef="#br1" timeOffset="115101.74">12946 7039 39 0,'-3'3'249'16,"-1"0"136"-16,-1-1 124 0,-1 0-75 16,1 0-146-1,2 0-82-15,-3-2-28 0,1 0-5 0,0 1 7 16,-1-1 16-16,1 2 16 0,-1-2 20 0,2 0 14 15,-3 0 3-15,2 0 0 0,0 0-2 0,-1 0-13 16,0 0-21-16,1-2-27 0,0 1-28 0,-1-2-26 16,0-2-28-16,-2-1-21 0,3-1-12 0,-3-3-17 15,2-6-12-15,-2 0-13 0,-1-4-11 0,1-6 0 16,-1-1-2-16,0-4 6 0,0-3 1 16,-1-4 5-16,1-4 4 0,-1-2-2 0,2-6-5 15,-3-3-6-15,2-3-3 0,-1-2-8 0,-1-2-3 16,3-3-6-16,0-2 3 0,2-2 3 0,1 0 4 15,0-3 5-15,1 4 6 0,2-3 2 0,1-1-4 16,-1 3-6-16,4-1-3 0,-1 0-8 0,3 1-2 31,2 0 4-31,-2-1 3 0,3 2 1 0,-1-1-1 16,2 1 4-16,3-3 3 0,-3 1-8 0,3 1-6 16,0-1 2-16,0 1-3 0,2-1-6 0,0 1 1 15,-1 1 6-15,1-1 7 0,1-1-2 0,0 0 6 16,-1 1 2-16,3-1-3 0,-4 1-6 15,4-2-6-15,-2 1-4 0,2 1-1 0,-2 2 3 0,2 1 5 16,0 2 0-16,-3 1 4 0,4 3 6 16,-4-1 2-16,4 2-5 0,-4 1-3 0,4 0-1 15,-2 1-4-15,0 1-4 0,1 0 4 0,0 3-6 16,1 1 0-16,-3-2 1 0,4 2 8 0,-2 0 3 16,2 0 8-16,-1 0 17 0,3 0 13 0,0-1 8 15,-2-1 5-15,4 3-4 0,-3 1-4 0,3 0-15 16,0 2-10-16,2 2-6 0,-3-1-5 0,2 3-1 15,1 0-4-15,1 2-6 0,-1-3-3 0,2 3 1 16,-1 0 0-16,0 1 0 0,0-3 3 0,2 4 9 16,-1-1 2-16,1-2-3 0,-1 2-4 0,4 2 2 31,-1-1-6-31,-1 2-3 0,1 2-3 0,-1 0 0 16,2 1-1-16,0 1 1 0,-2 2 0 0,2 2-4 0,-3-1 8 15,3 3-1-15,-2 0 0 0,0 0-3 16,2 3 4-16,0-2 0 0,-3 1 0 0,3 2-2 15,-2-1-1-15,2 1 5 0,-1 0-2 0,-1 2 0 0,-1-3 3 16,0 4 1-16,-3-2 5 0,1 1-2 16,-1 0 3-16,-1 2-1 0,1 1-6 0,-3 0 2 0,-1 0-2 15,2 1-4-15,-4 1 0 0,1 2-4 0,-2-1 7 16,-1 2-1-16,-2 1-1 0,2 3 3 0,-5-2-6 16,0 5 2-16,0-1-5 0,-3 0 3 0,2 2-4 15,-3-1 0-15,2 2 6 0,-5 0 2 0,3 1 3 16,-1-3-6-16,-2 4 4 0,1 0 0 0,0-3-3 0,2 3-4 15,-3-2 5-15,4 1 0 0,-2 0-2 0,-1-2 0 32,0 3 3-32,1-2 3 0,0 0-3 0,-2 2-3 0,-1-1 2 15,-2 1-4-15,1-1 0 0,0 2-2 0,-1-1 8 16,-1 1 8-16,0 0 2 0,0 0 2 0,-1 0-2 16,-3 1-1-16,1 1-7 0,-2 1-4 0,-1 0 0 15,0 1 0-15,0-1 0 0,-1 1 0 0,-2 0-3 16,4 1-1-16,-1-2-26 0,1 4-31 0,0-3-27 15,0 3-31-15,-2-1-74 0,0-2-107 0,1 0-105 16,-1-1-122-16,0 0-221 0,1 0-249 0,-1 0-93 16,1 0 137-16,-1-1 316 0,1-1 305 0</inkml:trace>
  <inkml:trace contextRef="#ctx0" brushRef="#br1" timeOffset="116186.14">14496 1263 4 0,'2'0'225'0,"-2"-2"128"0,3 2 116 0,1-1-43 32,-3 1-129-32,2-3-85 0,1 1-39 0,0 0-1 15,-2 0 14-15,4 0 25 0,-3 1 20 0,4-1 8 0,-3 0 1 16,3 2 3-16,2-2-5 0,1 2-21 0,-2-2-24 15,4 2-17-15,-1-1-16 0,2 1-24 0,1 0-21 16,1 0-18-16,0 0-12 0,0 1-16 0,0-1 1 16,1 2-2-16,1-2-3 0,-4 2 1 0,4-1 2 15,-4 0-6-15,1 2-11 0,-1 0-11 0,1-2-7 0,-3 3-7 16,-1-1-2-16,-1 1 0 0,-1 1 2 0,0-3 2 16,-1 4-2-16,-3-1 3 0,1 1 3 0,-2 2 3 15,0-2-1-15,-1 3 8 0,-1-1 4 0,-1 0 6 16,-1 1-2-16,-1 1-4 0,0 1-2 0,1 1-5 15,-5-1-10-15,4 1-9 0,-2-1 12 0,-1 3 7 0,0 1 5 16,-2-1-2-16,1 4 5 0,0 0 2 16,0-2-8-1,-1 5-5-15,2-4-4 0,-1 0 2 0,0 1-6 16,3-1 0-16,-2-2-10 0,3-3-4 0,1-1-10 16,-1-2-4-16,1-2 1 0,-1-1-3 0,2 0 1 15,0-3-3-15,0 0 3 0,0 0-2 0,0-2-2 16,0 1 2-16,2-2 3 0,-2 0 0 0,1 0 0 15,1-2 2-15,-1 1 1 0,-1-4-2 0,2 3-1 16,-2-4 3-16,2 0 2 0,-2-2-2 0,0-1 3 16,-2-1-2-16,2 0-2 0,-2-3 1 0,-1 0 2 15,0-1 3-15,0 0-3 0,-2 0 4 0,-1 0 2 16,-2 0 1-16,3-2-2 0,-3 3-2 0,2-2-1 16,-2 1-3-16,0 0 0 0,2 1 0 0,-1 1-9 15,0 1-3-15,0 2-1 0,3-1-2 0,-3 3 1 16,4-1-1-16,-3 2 5 0,4 1 5 0,-1 1 2 0,0 0 1 15,1-1 0-15,-1 2 2 0,1 0 3 0,-1 0 0 16,0 0-2-16,1 0 3 0,-1 1-2 0,2 0-1 16,-1 0 2-1,-1 1-4-15,2-1 3 0,-1 1-2 0,1 1 2 16,1-1-4-16,0 1-4 0,0 0 3 0,0 1-1 16,0 0-4-16,1 4 1 0,2 1 2 0,0 1 0 15,2 4 7-15,0 0 5 0,-1-1 4 0,5 1-2 16,-5 1-2-16,5-3 1 0,0 2-8 0,-3-2-3 15,0 0-6-15,3-2 1 0,-2 0 2 0,-1-3-1 16,-1 1 3-16,-2-2 0 0,3 0 2 0,-3-1-1 16,-1-1 5-16,0-1 0 0,-2-3 0 0,0 0 2 0,0-2 3 15,-2-2-2-15,-1 0 0 0,-3-1 2 0,3-3-6 16,-4 1-5-16,3-1-3 0,-5 0-2 0,-1-2 0 16,0 1-3-16,0 0 6 0,-2 0 3 0,-1 0 2 15,-1 0 2-15,1 0-2 0,-4-2 2 0,4 4-4 0,-4-2-2 16,4 2-1-16,1 2-1 0,-1 1 0 15,5-1 1-15,0 4 5 0,3-1-1 0,-1 1-1 0,3 2 1 16,0 2-2-16,1 0 0 0,2 0-5 0,0 2 4 0,2 4-1 16,4 0 2-16,0 3 0 0,1 1 0 0,2 2 0 31,1-1 0-31,2 1-2 0,0 0 2 0,2 0-1 16,-2-2 1-16,1-1 0 0,0 0 0 0,-2 0-1 15,-2-1 0-15,1-2 1 0,-4-2 8 0,1 1 2 16,-4-2 4-16,0 0 4 0,0 0 0 0,-2-1-2 15,-1-1-11-15,0-1-8 0,-4 1-6 0,2-1-2 16,-1 0-3-16,0 0-1 0,-2 0 7 0,2 0 3 16,0 0 3-16,-1 2-1 0,0-2 2 0,-1 2-4 0,1-1-2 15,0 0-1-15,1 3-11 0,0-2-19 0,0 1-26 16,1 0-33-16,0 2-37 0,2 1-37 0,0 0-34 16,-1 1-52-16,1 0-91 0,0 4-106 0,1-3-135 15,1 4-265-15,-2 0-218 0,2 1-59 0,-1 2 236 16,1 2 364-16</inkml:trace>
  <inkml:trace contextRef="#ctx0" brushRef="#br1" timeOffset="126706.8">6684 6913 165 0,'-1'-2'298'0,"1"2"111"0,0-1-33 0,-2 1-95 16,2 0-85-16,-3-1-56 15,3 1-30-15,-2 0-12 0,2 0-8 0,-3 0-6 16,2 0-10-16,-1 0-35 0,-1 0 2 0,2 0-6 0,-1 0-33 16,2 1-16-16,-3-1-11 0,3 0 21 15,-2 1-15-15,2-1-6 0,-3 2 23 0,3-2 13 16,-2 0 18-16,2 2 14 0,-3-2 11 0,3 1 17 15,-1-1 17-15,-1 0 20 0,0 1 35 0,1-1 28 16,-1 0 26-16,1 2 15 16,-1 0 9-16,2-2 7 0,-2 1-17 0,2-1-5 0,-2 1-7 15,0-1-8-15,2 0-7 0,0 2-18 0,0-2-14 16,-2 0-25-16,1 0-21 0,1 0-17 0,0 0-20 16,-2 0-11-16,2-2-15 0,0 2-2 0,0 0-8 31,0 0 1-31,0 0-2 0,0 0 13 0,0 0 14 15,0 0 8-15,0 0 13 0,0 0 7 0,0 2 4 16,0-2-3-16,2 2-8 0,-2-2-6 0,0 0-13 16,1 0-8-16,-1 0-10 0,2 0-7 0,-2 0-7 15,0 0-5-15,0 0-4 0,0 0-4 16,0 0-3-16,2 0 1 0,-2 0 1 0,0 0 0 0,0 0 3 16,2 0-2-16,-2 0-1 0,0 0-4 15,2 1-3-15,-2-1-3 16,0 0-4-16,0 0 1 0,0 0-4 0,0 0 2 15,2 0-2-15,-2 0-1 0,0 0 1 0,1 0-2 0,-1 0 0 16,0 0 4-16,0 0 1 0,2 0 0 0,-2 0 2 16,1 0 2-16,-1 0 0 0,2 1-1 0,-2-1-2 15,2 2 1-15,-1-2-3 0,-1 0-2 0,0 0-1 16,2 0-1-16,-1 0 4 0,-1 0-1 16,2 0 1-16,-2 0 0 0,0 0 3 15,0 0 1-15,2 0-2 0,-2 0 0 0,0 0-1 16,0 0 3-16,1 0-4 0,-1 0 0 0,0 0-1 15,2 0 1-15,-2 0 1 16,0 3-3-16,3-3 4 0,-3 0 3 0,2 0 1 16,-1 0-1-16,2 0 1 0,-1 0-1 0,-1 0-2 15,2 0-3-15,-1 2 1 0,1-2 0 16,-1 0-2-16,1 0 1 0,0 0 1 0,-1 2 0 16,1-2-2-16,0 0 1 0,2 0 0 0,-2 3 0 15,0-3-1-15,0 0 1 0,-1 0 3 0,1 1-5 16,0-1 3-16,-1 0 0 0,1 0 1 0,0 0 1 15,0 1-4-15,0-1 1 0,0 1 0 16,-1-1 0-16,1 0-1 0,-1 0-1 16,1 3 2-16,0-3 1 0,-1 0-1 0,1 0 0 0,-1 0 0 0,1 0 0 15,0 0 5-15,0 2 0 0,-2-2-2 16,3 0 0-16,-1 2-2 0,0-2 0 0,0 2-2 16,-1-2 1-1,1 0 2-15,0 1-1 0,-1-1 2 16,2 1-2-16,-2-1-1 0,1 0-3 0,0 0-2 15,-1 2 3-15,1-2-1 0,0 0 1 0,-1 0 0 16,0 0 2-16,-1 0 2 0,2 0 0 0,-1 0-2 16,2 2 3-16,-2-2 1 0,1 0-1 0,-1 0-4 15,-1 0 3-15,1 0 2 0,1 0-2 0,-1 0-2 16,-1 0 0-16,1 0 0 0,1 0-3 0,-1 1-1 16,1-1 0-16,1 0 2 0,-2 0 1 15,1 0 3-15,-1 0 1 0,1 0 0 16,-1-1 2-16,1 1-3 0,-2-2-1 0,3 2 0 0,-1 0 1 15,-2 0-1-15,3 0 0 0,0 0 2 16,-1-2-1-16,0 2-1 0,-1 0-1 0,1 0-1 16,-1 0-1-16,1-1-3 0,0 1 3 0,-1 0 1 0,1 0-1 15,-1-1-1 1,2 1 2-16,-1 0 0 0,0 0 0 16,-1 0-1-16,3 0 2 0,-2 0 1 0,0-2-1 15,-1 2-1-15,1 0 0 0,0-2 1 16,-1 2-3-16,4 0 0 0,-3 0 4 0,0 0-1 15,-1 0 0-15,1 0 0 0,2 0 0 0,-2-2 0 16,2 2-3-16,-1 0 0 0,-1 0 3 0,1 0 0 16,-1 0 0-16,0 0 0 0,2 0-1 0,-2 0 3 15,0 0-4-15,-1 0 2 16,2 0 0-16,-1 0 0 0,2 0 0 0,-3 0 2 0,1 0-2 0,0 0 0 16,1-3-2-16,-1 3 2 0,-2 0 0 15,5 0 0-15,-4 0 2 0,1 0-1 0,0-1 1 16,1 1-3-16,-1 0 1 0,0 0 0 0,0-1-2 15,-1 1 2-15,1 0-3 0,3 0 3 0,-3 0 0 16,0 0-3-16,1 0 3 0,-1 0-1 16,0 0 3-16,0 0-2 0,1 0-1 15,-1-1 0-15,1 1-1 0,-1 0 0 0,0-3 0 16,2 3 1-16,-3 0 2 0,3 0-1 0,0 0-1 0,-2 0 0 16,0 0-2-1,3 0 0-15,-3 0-2 0,2 0 2 16,0 0 3-16,-2 0-1 0,3 0 1 0,-1 0 0 0,-2 0 1 15,3 0 2-15,-2 0 0 0,0 0 0 16,1 0-3-16,0 0 0 0,1 0-3 0,-1 0-1 16,-2 0-1-16,3 0 3 0,-2 0 0 0,0 0 1 15,2 0 2-15,-1 0 2 0,-2 0 1 0,2 0-4 16,0 0 3-16,0 0-2 0,-2-2 1 16,0 2-4-16,3 0 2 0,-1 0 2 0,-2 0 1 15,2 0 1-15,-2 0 0 0,2 0 0 16,1 0-3-16,-1 0-1 0,-2 0 0 0,0 0-2 0,2 0 2 15,0 0 2-15,0 0-2 0,-1 0 0 0,1 0 0 16,0 0 1-16,-1-2-2 0,1 2 1 0,0 0 0 16,0 0 3-16,1 0-1 0,-3 0 0 0,2 0 1 15,1 0 0-15,-1 0-1 0,0 0-3 0,1 0 1 16,0 2 0-16,1-2-2 16,-1 0-1-16,-1 0 4 0,3 0 2 0,-2 2-2 15,0-2 2-15,1 0-1 0,-1 3 0 0,0-3-2 16,2 1 1-1,-3-1-1-15,0 0 0 0,1 1-1 0,0-1 1 16,1 1 3-16,-3-1-3 0,1 0 1 0,0 0 0 16,1 0 3-16,-1 0-3 0,0 0-1 0,-2 0 0 15,2 0 0-15,-2 0 2 0,2 3-4 16,-2-3 3-16,3 0-1 0,-1 0 0 0,0 0 1 0,-1 2-2 16,3-2 2-16,-1 0-2 0,-2 2 3 15,3-2 0-15,-2 2-2 0,0-2 1 0,-1 1-1 16,2-1 3-16,-1 1-3 0,0-1 0 0,-2 0 0 15,2 2 0-15,-2-2 2 0,2 0-2 0,-1 0 1 16,-2 2 0-16,1-2 2 0,-1 0-1 16,1 0-2-16,-1 0 0 0,-1 0 0 0,2 0 0 15,-3 0 0-15,2 0 0 0,-2 0 0 0,3 0 3 16,-3 0-3-16,0 0-1 0,2 0 2 0,-2 0 0 16,0 0 2-1,0 0 18-15,-2-2 17 0,2 2 15 0,0 0 11 16,-1-2 12-16,-1 2 8 0,2 0-9 15,-2-1-9-15,-1 1-11 0,0-1-12 0,0-1-11 16,-2 0-10-16,-1 2-5 0,-2-2-3 0,3 2-1 16,-3-3-1-16,-1 3 0 0,3-1-2 0,-2 0-2 15,-1 1-1-15,2-1-3 0,-1-2 0 0,-2 1-1 16,2 2-1-16,-4 0 0 0,4 0 0 0,-2-2 3 16,-2 2 2-16,2 0 1 0,-1 0 2 0,0 0 0 15,0-3-1-15,0 3-2 0,0 0-2 16,1 0-2-16,-2 0 0 0,2 0 0 0,1 0-1 0,-2 0 0 15,1 0 0-15,2 0-1 0,-1 0 0 16,0 0 0-16,0 0 0 0,1 0 0 0,-1 0 0 16,1 0 1-16,2 0 3 0,-1 0 2 0,1 0 0 15,-3 0 1-15,2 0 0 0,1 0-1 16,-2 0-3-16,2 0-1 0,0 0-1 16,-1 0 0-16,1 0-1 0,-1 3 1 0,0-3-1 0,0 0 1 15,-1 0-1-15,2 0 0 0,-2 0 1 16,2 0-1-16,-2 0 1 0,1 0-1 0,0 2 1 15,-1-2-1-15,3 0-1 0,-3 0 1 16,3 0-1-16,-2 0 0 0,0 2 0 0,1-2 1 16,1 0-1-16,0 3 0 0,-2-3 1 0,2 1 0 15,-2 0-1 1,1 0 1-16,1-1 0 0,-1 3 0 0,-2-3 0 0,3 2 0 16,-1-2 0-16,-2 2 0 0,2 0-1 0,-2-1 1 15,2 0 0-15,-3-1-1 0,2 2 0 16,-1 0 0-16,0-1 0 0,1-1 0 0,0 1 0 15,-1 1 0-15,2-2 0 0,-1 0 0 0,2 1 0 16,-2-1 0-16,2 0 1 0,0 2-1 16,0-2-5-16,0 0-1 0,1 0-2 0,-1 0-1 15,1 0 0-15,0 0 0 0,1 0 4 0,-2 0 3 16,2 0 0-16,-2 0 2 0,2-2 0 16,-3 2-1-16,3 0 1 0,-2 0-1 0,0 0 1 15,0 0 0-15,2 0 0 16,-2 0 0-16,-1 0 1 0,2-1 0 0,-1 1 0 15,0 0-1-15,0 0 0 0,0 0 0 16,-1 0-1-16,3 0 1 0,-2 0 0 0,2 0-1 16,0 0 1-16,-2 0-1 0,2 0 1 0,0 0 0 15,-2 0 0-15,2 0 0 0,0 0 0 16,1 0 1-16,-1 0 0 0,3 0-2 0,-3 0 0 16,3 0 1-16,-2 0-1 0,2 0 0 0,-1 0 0 15,1 0 0-15,0 0-1 0,0 0-1 0,0 0 0 16,0 0-1-16,1 0-1 0,-1 0 0 0,0 0 0 15,0 0 0-15,2 0 1 0,-2-2 1 0,3 2 1 16,0-1-1-16,1 1 2 0,0-1-1 0,2-1 1 16,-1 0 0-16,0 1 1 0,3 0 0 0,-3-3 0 15,4 2 0-15,-3-1 0 0,2 1 0 16,-1-2 5-16,2 2 2 0,-1 0 2 0,0-3 0 16,0 3 0-16,1-2 1 0,1 2-6 0,-2-2-2 15,3 3-1 1,-2 0-1-16,-1-1-1 0,2-1 0 0,1 3 1 15,-2-1 0-15,1-1 0 0,-1 2 0 16,2-1 0-16,-3 1 0 0,3 0 0 0,-1-2-1 16,-1 2 0-16,2 0 0 0,-3 0 0 0,2 0 0 0,-1 0 0 15,1 0 1-15,-1 0-2 0,-1 2 1 16,1-2-1-16,1 0 1 0,0 1-1 16,-1-1-1-16,0 2 2 0,0-2-2 0,1 1 3 15,-2 0-2-15,0 1 2 0,0-2-2 0,1 2 1 0,-2-2 1 16,1 1 0-16,-2-1 0 0,2 0 0 15,-2 1 1-15,1-1 0 0,-1 0-1 0,1 2 0 16,0-2 1-16,0 0-1 0,-1 0 1 0,2 0-1 16,0 0 0-16,-2 0 1 0,2 0 0 0,-3 0 0 15,4 0 0-15,-3 0-1 0,1 0 1 0,-1-2-1 16,2 2 0-16,0 0 1 0,-2-1-1 16,2 1 0-16,-3 0 0 0,4-1 1 0,-2-1 0 0,-1 2 0 31,-1 0 0-31,3-2 0 0,-2 1-1 0,0 1 0 15,2 0 0-15,-1-1 0 0,-1 1 0 16,3 0 0-16,-2 0 0 0,-1 0 1 0,2 0-1 0,-2 0 1 16,2 0-1-16,-3 0 1 0,2 0-1 0,0 0 0 15,-1 0-1-15,-1 0 1 0,2 0 0 16,-1 0-1-16,2-2 1 0,-2 2 0 0,-1-1 1 16,3 1-1-16,-2 0 1 0,2-2 0 0,-2 2-1 15,1-1 0-15,-1 1 0 0,1 0-1 0,0-2 0 16,0 1 1-16,-1 1 0 0,2 0 1 0,0-2-1 15,-2 2 0-15,0-1 0 0,1-1 0 16,-1 2 0-16,0 0 0 0,2-1 0 0,-3-1 0 16,2 2 0-16,0-1 0 0,-1 1 0 0,-1-2-1 15,0 2 1-15,-2-1 0 0,2 1 0 0,-2 0 0 16,3-2-1-16,-4 1 1 0,-1 1 0 0,1 0-1 16,0 0 1-1,-1 0 0-15,-1 0 1 0,2 0 0 16,-2 0-1-16,0 0 3 0,0 0-1 0,0 0 1 15,0 0 1-15,0 0 0 0,-2 0 2 16,2-1-1-16,-3 1 0 0,1-2 0 0,-5 2-2 16,2-2-1-16,-1 2 0 0,-1-1-1 0,-1 0 0 15,-1-1-1-15,1 0 1 0,-2 0-1 0,-2 2 1 16,2-3-1-16,-1 2 0 0,-3 0 0 0,3-3 0 16,-3 2 0-16,1 2 0 0,0 0 0 15,-2-2-1-15,0 2 0 0,1-3 0 0,0 3 0 16,0-2 0-16,1 1-1 0,-3 1 2 15,4 0-1-15,-2-1 1 0,-1 1-1 0,2 0 1 16,-1 0 0-16,0 0-1 0,2 0 0 0,-1 0 1 0,0 0-1 16,2 0 0-16,0 0 0 0,0 0 1 0,0 1 1 15,3-1-1-15,-1 0-1 0,1 0 1 0,0 0-1 16,-2 1-1-16,1-1 1 0,2 2 1 0,-1-2 1 16,2 0-1-16,-3 3 2 0,2-3-1 15,1 0 0-15,-2 0-1 0,0 0 0 0,2 0 0 16,-2 0 1-16,1 0 0 0,0 0 0 0,-1 0 0 15,1 0 1 1,1 0-1-16,-3 0-1 0,1 0 0 0,0 0 1 16,0 0-1-16,-1 0 1 0,1 0-1 15,0 0 0-15,1 0 1 0,-2 0 0 0,1 0-1 16,2 0 0-16,-1 0 1 0,-2 0 0 0,1 0-1 16,2 0 0-16,-1 0 0 0,1 0 0 0,-2 0-1 15,2 0 1-15,-1 2 0 0,2-2-1 0,-2 0 1 16,2 0 1-16,0 0-1 0,-1 2 1 0,1-2-1 15,-1 0 0-15,-2 0 1 0,3 3 0 16,-1-3 0-16,-1 1 0 0,-2-1 0 0,3 0-1 16,-2 1 0-16,0 0 0 0,0-1-1 15,0 3 1-15,0-3 0 0,2 0 1 0,-1 2-1 16,-2 0 0-16,3 0 1 0,-2-1-1 0,1 0-1 16,-2 1-1-16,1 0 2 0,2-1-1 0,-1 2 0 0,0-2 0 31,2 1 1-31,-1-1 0 0,-1-1 0 0,2 2 0 15,-1-1 0-15,3 1 0 0,-2-2 0 0,0 1 0 16,2-1 1-16,0 0-1 0,1 2 0 16,1-2 0-16,-1 0 0 0,-1 0 0 0,3 0-1 15,-3 0 1-15,3 0 0 0,-1 0 0 0,-1 0 0 16,2 0-1-16,0 0 0 0,0 0 1 0,0 0-1 16,0 0 1-16,0 0-1 0,0 0 1 0,-1 0 0 15,1 0 0-15,-2 0 1 0,2 0 0 0,-2 0-1 16,1 0 0-16,-1 0 0 0,0 0 0 0,1 0 0 15,1 0 0-15,-2 0-1 0,-1-2 2 0,3 2-2 16,-2 0 1-16,2 0 0 0,-1 0 0 0,-1 0 0 16,2 0-1-16,0 0 1 0,0 0-2 0,0 0 1 15,0 0-1-15,0 0-1 0,0 0 0 16,0 0 0-16,0 0 1 0,0 0-1 0,0 0 1 16,0 0 0-16,0 0 1 0,0 0-1 0,0 0 1 15,0 0 0-15,0 0 1 0,0 0 1 0,0 0-1 31,0 0 0-31,0 0 0 0,0 0 0 0,0 0 0 16,0 0 0-16,0 0 0 0,0 0 0 0,0 0 0 16,0 0-1-16,0 0 0 0,0 0 0 15,2 0 0-15,-2 0-1 0,1 0 0 0,-1 0 0 0,0 0 0 16,0 0 1-16,0 0-1 0,0 0 0 16,0 0 1-16,2 2 0 0,1-2 0 0,0 0 0 15,1 1 0-15,1-1 1 0,2 2-1 0,-2-2 1 16,1 0-4-16,2 0 1 0,0 0 2 0,0 0 1 15,2 0-1-15,-1 0 1 0,0 0 4 0,1-2-2 16,0 1 0-16,0 1-2 0,2-2 0 0,-1 1 0 16,1-1 0-16,-1-1-1 0,1 2 0 15,0-2-1-15,-1 0 0 0,2 2 1 0,-2-3 0 0,2 2 1 16,-1-2-2-16,1 2 1 0,1-1 0 0,-3 1 1 16,2-2-1-16,1 2 1 0,-1 0 0 15,2-4 0-15,-2 3 0 0,1 0-1 0,-1-2 0 16,3 3 0-16,-4-2 0 0,1 2 0 0,1-1 0 15,-1 0 0-15,-2 1 0 0,0 1 0 16,0-1 1-16,-2 1 0 0,0-1 0 0,0 2 0 16,-2-1 1-16,2 1 0 0,-1-2 1 15,-2 2-1-15,1 0-1 16,0 0 1-16,1 0-1 0,-1 0 1 16,1 0-1-16,1 0 2 0,-3 0-1 0,2 0 0 15,0 0 0-15,0 0-1 0,0 0 1 0,0-1 0 16,-2 1 0-16,2-2 0 0,0 2 0 0,0 0-1 15,0-1 1-15,1 1 0 0,-1-2-1 0,0 1 1 16,1 1 0-16,-1-1-1 0,0 1 1 16,-1-2 0-16,2 2 0 0,-3 0-1 0,2-2 1 0,0 2-1 15,0 0 1-15,0 0-1 0,-2 0 0 16,1 0 1-16,2 0-1 0,-3 0 1 0,1 0-1 16,1 0 0-16,-2 0 1 0,2 0-1 15,-2 0 0-15,1 0 0 16,-1 0 0-16,-1 0 0 0,1 0 0 15,-1 0 0-15,-2 0 0 0,2 0 1 0,-2 0-1 16,0-1 0-16,0 1 0 0,1 0 0 0,-2 0-1 16,1 0 1-16,1 0 0 0,-1 0 0 0,0 0 0 15,0 0 0-15,-1 0 0 0,1 0 1 0,-1 0-2 16,1 0 1-16,3 0 0 0,-3 0 0 16,0 0 0-16,-1 0 0 0,1 0 0 0,0 0-1 15,1 0 1-15,-3 1-1 0,1-1 1 0,-1 0-1 16,1 0 1-16,0 0 0 0,-2 0 0 0,1 0 1 15,-1 2 0-15,0-2-1 0,3 0 0 0,-3 0-1 16,0 0 1-16,2 0-1 0,-1 0 0 0,1 2 2 16,-1-2-1-16,-1 0 0 0,2 0 1 0,0 0-1 15,-1 0 0-15,-1 0 0 0,0 0 0 0,0 0 0 16,2 0 0-16,-2 0 1 0,0 0 0 0,0 0 1 16,0 0-1-16,0 0 1 0,0 0 1 15,0 0-1-15,-2 0 1 0,2 0 1 0,0 0-1 31,-1 0 1-31,-1 0-1 0,0-2-1 0,-1 2 1 16,0 0-1-16,-1-2 0 0,-1 2-1 0,0-1 1 16,-1 1-2-16,-1-1 1 0,-2 1-1 0,1 0 0 15,0-2 0-15,-2 2 0 0,0 0 0 0,-2 0 1 16,0 0-1-16,1 2-1 0,-2-2 0 0,-1 0 1 16,1 1-1-16,-2 0 0 0,2 1 0 15,-3-2 0-15,0 2-1 0,0-1 0 0,2 0 0 16,-3-1 1-16,1 2 0 0,-1-2 1 0,-1 0-1 15,1 1 1-15,-1-1 0 0,1 0 0 0,0 0 1 16,1 0-1-16,-2 0 0 0,4 0 1 0,-2 0-1 16,2 0 1-16,0 0-1 0,1 0 2 0,0 0-1 15,1 0-1-15,-1 0 1 0,2 0 0 0,2 0-1 16,-1 0 0-16,-1 2 1 0,3-2-1 16,0 0 0-16,0 1 2 0,1-1-2 0,0 0 1 15,1 0 0 1,1 0 0-16,-1 2-1 0,-2-2 0 0,3 0 0 15,0 1-1-15,1-1 1 0,0 0 1 16,-2 2-1-16,0-2 1 0,3 1-1 0,-2-1 0 16,0 0 0-16,-1 2 0 0,1-2 0 0,-1 1-1 15,1 1 0-15,0-2 2 0,-1 1-2 0,1 1 2 16,0-1-1-16,-2 1 1 0,0-2-1 0,2 1-1 16,-1 0 1-16,0 1 0 0,-2 0-1 0,3-1 1 15,-1-1 0-15,-1 1 0 0,3 1 1 0,-4-2-1 16,3 2 0-16,0-2 0 0,-1 0 1 0,1 0-1 15,0 0 0-15,-2 0 0 0,4 0 0 16,-1 0 0-16,1 0-1 0,0 0 0 0,0 0 1 16,0 0 0-16,-1 0 0 0,2-2 0 15,0 2 1-15,-1 0-1 0,1-2-1 0,1 2 1 16,-1 0 0-16,0 0-1 0,1-1 0 0,-1 1 1 0,-1 0 0 16,1-1 0-16,1 1 0 0,-3-2 0 0,3 2 0 31,-1 0 0-31,-2-2-1 0,2 2 2 0,-1-1-1 15,2 1 0-15,-3 0 0 0,1-1 0 16,2 1 0-16,-3 0-2 0,1-2 2 0,0 1 0 16,0 1 0-16,-2-2 0 0,1 1 1 15,0 1-1-15,-2-2 0 0,3 2 0 0,-2-1 0 0,0 1 0 16,-2-2-1-16,2 2 1 0,0 0 0 0,0-1 0 16,0 1 1-16,-1 0-2 0,3 0 1 0,0 0 0 15,0 0 2-15,-1 0-2 0,3 0 0 0,-1 0 1 16,-1 0-1-16,1 0-1 0,2 0-1 15,0 0 1-15,-1 0-1 0,-1 0 0 0,2 0 1 16,0 0 0-16,0 0-1 0,0 0 0 16,0 0-1-16,0 0-1 0,0 0 0 0,2 0 0 0,-2 0 0 15,1 0-1-15,-1 0 1 0,0 0-1 0,2 0 2 16,1 0 1-16,2 0 1 0,-2 0 1 0,4-2 0 16,0 2 1-16,1 0-1 0,2-1 0 0,1 1 0 15,0-2 0-15,0 1 0 0,0-1-4 16,2 2 3-16,-2-1-1 0,3-1-3 0,-3 1 2 31,3 1 1-31,-1-1 6 0,1-1-2 0,0-1-1 0,-1 2 4 16,1-1-3-16,1 0 0 0,0 0-2 15,-2 2 1-15,4-3-2 0,-4 2 0 0,3 0 0 16,-2 0 1-16,0-2 0 0,1 1-1 0,-1 2 1 16,-2-2 0-16,1 2-1 0,1-3 1 15,-1 3 0-15,1-3-1 0,-3 2-1 0,3-1 1 16,-3 0 0-16,2 0-2 0,0 0 2 0,-2-1 0 0,3 0 1 15,-3 1 0-15,0 0 1 0,2-1 0 16,-2 1 1-16,0-1-1 0,3 0 1 0,-2 2 0 16,0-2-1-16,-1 1 0 0,0-1 1 0,0 2-1 15,-3-1 0-15,2 1-1 0,-1 0-4 0,-1 1-5 16,0 0-4-16,-2 0-6 0,2 0-6 0,-2 1-10 31,1-1-5-31,-1 3-14 0,-1-2-21 0,1 1-46 16,-1 1-58-16,0 0-57 0,-2-2-100 0,0 2-151 15,0 0-246-15,-1-1-247 0,1 1-216 0,-1-1-167 16,2 0 205-16,-2 0 505 0</inkml:trace>
  <inkml:trace contextRef="#ctx0" brushRef="#br1" timeOffset="141573.78">7606 6775 194 0,'2'2'362'0,"-2"-1"149"0,0-1 19 0,0 0-125 16,0 0-101 0,0 0-57-16,0 0-23 0,0 0-11 0,0-1 1 15,0 1-6-15,0 0-7 0,0 0-7 0,0-2-5 16,0 2-7-16,1 0-5 0,-1 0-7 15,0 0-8-15,0-2-21 0,2 2-19 0,-2 0-23 16,0 0-17-16,2 0-21 0,-2 0-15 0,0 0-12 16,0 0-9-16,1 0-7 0,-1 0-6 0,0 0-7 15,2 0-3-15,-2 0-2 0,0 2-6 0,1-2 0 16,1 0 0-16,2 0 3 0,-2 0-1 16,3-2 3-16,0 1 4 0,1 0 0 0,-1-1-1 0,1-1 4 15,2 0 17-15,-2 0 13 0,1 0 9 16,-1-1 5-16,2 1 4 0,-2 0 1 0,-1-2-16 15,1 2-4-15,-2 0-6 0,0 1-4 0,-2-2-2 16,2 3 5-16,-1 0 3 0,-3-1 5 0,2 0 22 16,-2 2 34-16,2 0 43 0,-2-2 25 0,0 2 15 15,0 0 3-15,0 0-16 0,-2 0-25 0,2 0-31 32,0 0-25-32,-2 0-24 0,1 0-17 15,-2 0-11-15,-2 2-12 0,2-2-5 0,0 0-5 0,0 0-1 16,-1 0-1-16,1 2-1 0,-2-2 1 15,1 0-3-15,-2 0 1 0,1 0 0 0,2 0 1 16,-2 0 1-16,0 0 3 0,0 0 1 0,-1 0 4 16,0 0 0-16,1-2 1 0,0 2-1 0,0 0 0 15,-1-2-1-15,0 2-1 0,0 0 0 0,1 0 0 16,-2-3 1-16,1 2-1 0,0 0 1 0,0 1-3 16,-1-1-1-16,2-2 0 0,-1 1-3 0,-2 2 0 15,4 0-1-15,-3 0 0 0,2 0 0 16,-1-2-2-16,0 2 1 0,1 0 0 0,0 0-1 15,0 0-1-15,1 0 0 0,-1 0 0 0,0 0-1 0,-1 0 1 16,1 0-1-16,0 0 2 0,2 0 0 16,-2 0 0-16,1 0 0 0,-2 2-2 0,1-2 2 15,0 0-2-15,2 2 1 0,-2-2-1 0,0 0-1 32,-1 3 0-32,3-2 1 0,0-1 0 0,-2 1-1 15,2-1 0-15,-2 1 1 0,2-1 1 0,0 3-1 16,-1-3 0-16,0 0 2 0,-1 0 0 15,2 2-1-15,1-2-1 0,-1 0-1 0,0 0 1 0,0 0 0 16,-2 0-2-16,3 0 0 0,-4 0 1 16,3 0 1-16,0 0 0 0,-2 0 1 0,2 0 0 15,-2 2 1-15,2-2 0 0,-3 2 0 0,1-2-2 16,2 0 1-16,-2 0 0 0,0 0-1 0,0 1 0 16,1-1 2-16,-2 1-1 0,1-1 1 0,0 0 0 15,0 0 0-15,0 0 0 0,-1 0-1 16,0 0 0-16,1 0-1 0,-1 2 0 0,-1-2 0 0,-2 0 0 15,3 2 0-15,-1-1 0 0,-1 0 0 16,0 1 0-16,1-1 0 0,-1 1 1 0,0-1 1 16,1 1 0-16,-2-1 0 0,3 2 0 0,-1-1 0 15,1-1-1 1,-2 1 0-16,2-1-1 0,-1 1 0 16,1-1 0-16,1 1 1 0,-1-2-2 0,3 1 3 15,-2 0-2-15,2-1 1 0,-2 2 0 0,2-2-1 16,0 0 1-16,0 2 0 0,-2-1 0 0,2-1 2 15,0 0-2-15,-2 0 0 0,2 0 1 16,-2 0-1-16,0 0-1 0,-1 0 0 0,0 0 1 16,1 0 0-16,0 0-1 0,0 0 0 0,-1 0 1 15,0 0-1-15,1 0-1 0,2 0 1 0,-2 0 0 16,0 0 1-16,2 0-1 0,0 0 0 0,0 0 1 16,-2 0-1-16,2 0 0 0,2-1 1 0,-1-1-6 15,0 2 3-15,-1 0-5 0,0-2 4 0,1 2-4 16,-1-1-2-16,-2 1 5 0,1 0-4 0,-1-1 3 15,2 1-2-15,-2 0 2 0,2-2 3 16,-2 2 1-16,0 0 0 0,-1-1 1 0,0 1 0 0,1 0 1 16,0 0 1-16,-3 0-3 0,2 0 1 15,0 0-1 1,1 0 0-16,0 1 1 0,-1-1-1 16,1 2 1-16,-1-2 1 0,3 0-1 0,-2 0 0 15,0 0 0-15,2 1 0 0,-2-1 0 0,2 0-1 16,-3 1 0-16,1-1 0 0,2 2 1 0,0-2 0 15,-2 3 0-15,2-3 0 0,0 0 1 0,-1 1-1 16,0-1 0-16,1 0-1 0,1 2 1 0,-1-2 0 16,1 2 0-16,1-2 0 0,-1 0 0 15,2 1 0-15,-3-1-1 0,3 0 1 0,0 0 1 16,-2 0-2-16,2 0 1 0,0 0 0 0,-1 0 0 16,-1 0 1-16,2 0-1 0,0 0 0 0,-2 0 1 15,1 0 0-15,-1 0-1 0,-2 0 0 0,2 0 0 16,-1 0 0-16,0 0 0 0,1 0-1 0,-1 0 0 15,-2-1 1-15,2 1 0 0,0 0 0 16,1 0 0-16,-2 0 1 0,1 0-1 0,-2 0 0 16,3-2-1-16,-1 2 1 0,1-2 0 0,-1 2 0 15,2 0 0 1,-1 0 1-16,-1 0-1 0,1 0 0 0,-1-1-1 16,0 1 2-16,-1 0-2 0,0-1 1 15,1-1 0-15,0 2 1 0,-2 0-1 0,3-2-1 16,-1 2 1-16,-3-1 0 0,3 1-2 0,0 0 1 15,1 0 0-15,-1 0 1 0,0 0 0 0,1 0 0 16,-1 0 1-16,1 0 0 0,-1 0-1 0,0 0 0 16,0 0-1-16,0 0 1 0,1 0 0 0,1 0 0 15,-2 0 0-15,1 0 0 0,-1 0 1 0,0 0-1 16,1 0-1-16,-1 0 0 0,1 0 1 16,1 0 0-16,-1 1-1 0,0-1 1 0,2 0 0 15,0 0 0-15,-2 0 0 0,2 0 0 0,-2 0-1 16,2 0 0-16,0 0-2 0,0 0-1 0,0 0 1 15,0 0-2-15,0 0 1 0,2 0 0 0,0 0 0 16,-2 0 0-16,2 0 1 0,0 0 1 16,1 0 1-1,0 0 1-15,0 0 0 0,2 0 0 0,0 0 0 16,1 0 1-16,0 0-1 0,2 0 0 16,-3 0-1-16,1 0 0 0,2 0 1 0,-2 0-1 15,1 0 1-15,-2 0 0 0,0 0 1 0,-1 0 0 16,1 0 0-16,-2 0 0 0,0 0 0 0,-1 2 0 15,-1-2 0-15,-1 0 1 0,2 0-1 0,-2 0 1 0,0 0 2 16,0 0-2-16,0 0 1 0,0 0-1 16,0 0 2-16,0 0-2 0,0 0-1 0,-2 2 1 15,1-1-1-15,-1-1-1 0,0 1 6 0,-1 1 2 16,0 1 0-16,-1-2 0 0,1 3-3 16,1-3-9-16,0 0-20 0,1 1-34 0,-1 1-63 15,2-3-60-15,0 0-67 0,2 2-102 0,-1-2-145 16,3-2-147-16,0 2-230 0,2 0-216 0,-1-3-163 15,3 0 113-15,0 0 404 0</inkml:trace>
  <inkml:trace contextRef="#ctx0" brushRef="#br2" timeOffset="153417.22">22861 2157 41 0,'0'-5'261'16,"0"2"141"-16,-2-1 129 0,2 1-84 15,0 0-123-15,-1 0-67 16,1-1-24-16,0 4 14 0,-2-4 57 0,2 3 27 16,-2-1 15-16,2 2-9 0,0-1-23 0,0 1-31 15,0 0-48-15,0 0-38 0,0 0-36 0,0 0-28 0,0 1-26 16,0-1-23-16,0 0-22 15,0 0-17-15,0 2-15 0,0-1-9 0,2 3-6 0,-2 0-1 16,2 2 0-16,-2 0 7 0,0 1 4 0,1 2 1 0,1 2-4 16,-1-1-1-16,1 1 0 0,0 2 5 15,0 2 15-15,2 0 21 0,-1 2 14 0,-2 1 11 16,3 0-2-16,-3 3 17 0,2-1 1 0,-1 4-14 0,0-1-5 31,-1 3-8-31,-1-3-7 0,3 5-26 0,-3-3-12 16,0 2-11-16,2-1-4 0,0 1 1 0,-2 0 2 15,1 0 1-15,2 1 1 0,-1-1 2 16,-1 2-4-16,1 0-4 0,-1 3 1 0,1 1 1 0,0 0 1 16,-1 2 0-16,1 1 5 0,-1 1-1 0,-1 2 2 15,-1 0 1-15,-1 3 0 0,1 1 0 0,-1 1-1 16,0 0-2-16,-1 1-4 16,2 1-5-16,-1 3-4 0,-1-4-4 0,2 5-3 0,1 0-4 15,0-3-1-15,0 3-1 0,1-2 0 0,2 0 3 0,0 2 3 16,-1-4 2-16,-1 3 1 0,3-1 1 15,-3 1 0-15,1-1 0 0,-1 1 0 0,-1 2 4 16,0 2 4-16,0 1 0 0,-3 1 2 0,2 2 1 16,-1 4 0-16,-1 0 0 0,0 3-1 15,-3 3 0-15,2 3 0 0,0 5-1 0,-1 1-2 0,0 4-5 16,2-1-3-16,0 1-4 0,-1 1 1 16,4-3 0-1,0-1 2-15,0-2 0 0,2-2 2 0,0-3 0 16,1-1-3-16,0-5-2 0,0-2-1 15,0-4-1-15,2-4-1 0,0-4-1 0,-2-5 2 16,3-3 0-16,-1-6 0 0,-2-3 0 0,4-4 0 16,-2-4 1-16,-2-4-1 0,3-2 0 0,-3-3 1 15,2-4 0-15,-4-2-1 0,2-3 1 0,-1-1-1 16,0 0 1-16,-1-1-1 0,-1-3 0 0,0 1-1 16,0-2 1-16,0-1 1 0,0-1 0 0,-1-2 0 15,-1 1 1-15,0-3 0 0,-1 1 1 0,2 0-1 16,-3-1 0-16,1-1 0 15,0 3-1-15,-1-1 0 0,1-1-1 0,-1 0 0 0,-1 1-3 16,2 1-6-16,-2-1-10 0,2 1-13 0,0-2-23 16,-3 0-50-16,1 3-64 0,0-1-57 0,1-2-102 15,-3 0-152-15,2 1-214 0,-4 0-252 0,4-1-209 16,-1-1-163-16,-1 2 179 0,-2-1 470 0</inkml:trace>
  <inkml:trace contextRef="#ctx0" brushRef="#br2" timeOffset="153806.2">22641 5814 5 0,'-2'0'284'0,"2"1"203"0,0 1 181 16,-1 1 39-16,1-1-183 0,1 2-103 0,3 2-29 0,-1 0-1 15,3 1-3-15,0 4-17 16,1-1-43-16,1 5-59 0,2-1-60 0,2 4-44 0,-1-2-12 0,4 3 11 0,0 1 20 16,2 1 3-16,-1 1-4 0,1 1-18 0,1-2-27 15,-1 0-39-15,0-1-33 0,-1 1-20 16,-2-3-14-1,1-2-9-15,-2-1-6 0,-1-2-3 16,-1-2-6-16,0-4-3 0,-1 0 0 0,-2-6 0 16,0-2-2-16,-1-4-1 0,0-5 2 0,-3-4 0 15,0-4-2-15,-3-4 2 0,-1-7 0 0,2-2 1 16,-2-4-1-16,-2-5 2 0,2-1-5 0,0-7-15 16,0-2-58-16,0 0-66 0,0-1-127 0,4-2-209 15,-4 2-302-15,3 0-332 0,3 3-248 0,-3 2-102 16,2 2 430-16,1 2 598 15</inkml:trace>
  <inkml:trace contextRef="#ctx0" brushRef="#br2" timeOffset="154939.91">24496 1958 9 0,'1'-2'263'0,"-1"-2"166"0,0 2 140 0,3-2-24 16,-1 3-199 0,-2 1-145-16,1 0-75 0,2 0-24 0,2 1-2 15,2 3 25-15,-1 0 39 0,5 2 44 0,0 3 36 0,2-3 36 16,3 3 48-16,-2 3 16 0,5 0-12 0,1 1-29 15,3 4-38-15,0 2-44 0,4 0-51 0,2 1-7 16,1 5 3-16,0 2 4 0,1 2-6 0,2 1 1 16,-1 4-10-16,1 2-31 0,1 1-31 0,-1 6-18 15,2 1-8-15,1 4-17 0,-2 2-11 0,1 1-5 16,3 1-7-16,-3 3-11 0,3 0-8 16,1-1-3-16,-2 1-3 0,1 0-1 0,-2 0 3 0,4 2 0 31,-2 0 0-31,-2 2 0 0,1 3 0 0,-1-1-4 15,2 4 0-15,-2 2-4 0,0-2 4 0,1 1-2 16,-2 1 2-16,0-3 4 0,1-3 0 0,-2 0 1 16,0-1-2-16,-3-6 2 0,3-1-2 15,-4-3-2-15,1-6 0 0,-1-2-1 0,-1-4 1 0,-1-4-1 16,-3-4-1-16,-1-4 1 0,-2-4 0 0,-1-3 0 16,-5-5-2-16,-1-1 0 0,-3-4 2 15,-3-3 0-15,0-3 0 0,-4-2 3 0,-1-1-2 16,-1-2 1-16,-3-2 0 0,-3 0-1 0,-1-2 2 15,1 1-3-15,-3-1 1 0,0 1 2 0,-1 2-2 16,2-2-1-16,-3 1 1 0,2 2 0 0,-1 0-1 16,-2 0-3-16,3 2-4 0,0 0-11 0,-2 0-23 15,2 2-40-15,-1-2-54 0,1 3-46 0,-1-3-62 16,1 1-104-16,2-1-132 0,-3 2-158 16,2 0-238-1,2 0-230-15,1 2-122 0,-1-2 192 16,2 1 416-16</inkml:trace>
  <inkml:trace contextRef="#ctx0" brushRef="#br2" timeOffset="155606.32">25817 4211 67 0,'0'-5'299'0,"-1"-3"157"15,-1 2 132-15,2 0-98 0,-1 0-127 16,1 2-65-16,0-2-22 15,0 1 12-15,0 1 18 0,1 2 16 0,-1-3 1 16,2 4-11-16,-1-1-20 0,3-1-28 16,-3 3-34-16,5-2-34 0,-1 2-41 0,-2 0-35 0,4 0-18 15,1 2-9-15,-1 2-1 0,4-2 36 16,1 5 22-16,2-1 6 0,-1 0-12 0,4 3-13 16,-3 1-12-16,5 2-40 0,-1 1-22 0,0 2-17 15,3 1-10-15,0-1-9 0,-3 1-9 0,4-1-3 16,-4-2-4-16,4 1-2 0,-2 0-1 0,0-4 0 15,-1-1 0-15,-2 0-2 0,0-1 3 0,1-3-4 16,-2-2 0-16,-2 2 3 0,-1-3-2 0,-2-2 0 16,1 0-2-16,-2 0 3 0,-2 0 0 0,1-2 0 15,-3 0 3-15,2-2-4 0,-3-1 3 16,-2-1-1 0,1-2 3-16,-2-3 0 0,0-1-3 0,-4-3 3 15,2-2 0-15,-4-2 0 0,1-2-3 0,-2-1-1 0,-1-4 2 0,-1 1-2 0,1-2-1 31,-2 0-2-31,2-3 2 0,-1 1-2 0,1 1-1 16,-2-2 1-16,4 2 0 0,-1 2 0 0,0 2 1 16,2 1 1-16,-1 2 3 0,1 3 0 0,2 2 1 15,-4 3 0-15,4 0-2 0,-2 1 1 16,3 2-1-16,-2 1-1 0,0 1 0 0,1 2-3 16,1 1-1-16,-2-1 2 0,2 2-2 0,-2-1-1 15,2 3 2-15,-1-2-1 0,-1 1 1 0,2 2-12 16,-1-2-41-16,-3 3-55 0,1-1-47 0,-3 1-78 15,3 0-135-15,-3 0-170 0,-1 1-253 0,2 2-225 16,1 0-212-16,-2 0-2 0,-1-1 375 16,2 3 437-16</inkml:trace>
  <inkml:trace contextRef="#ctx0" brushRef="#br2" timeOffset="159474.35">20846 7132 161 0,'0'-6'421'0,"-1"2"230"0,1 1 193 16,0 0-110-16,0 0-117 0,0 1-68 15,-2 1-70-15,0 0-64 16,1-1-56-16,-1 2-55 0,2 0-62 0,0 0-46 0,-1 0-32 0,1 2-34 16,-2-1-30-16,-1 2-31 0,3 3-28 0,-1 1-16 15,1 5-12-15,-2 3-3 0,2 4 0 16,0 1-3-16,0 4 1 0,2 2 18 0,-1 4 16 0,4 1 10 16,-4 4 0-16,1 1 0 0,-1 0-1 0,3 3-20 15,-3-2-14-15,4 1-6 16,-2-4-4-16,1-1 2 15,-3-5 0-15,2-2-1 0,2-5-4 16,-5-3-2-16,1-3-2 0,1-3 0 0,-1-3 0 16,-1-3 2-16,0 0 3 0,2-3 3 0,-2-2 1 15,0-1 0-15,0-3-3 0,-2-2 0 0,2-3-1 16,-1-1-3-16,-1-3-2 0,1-3-2 0,1 0 2 16,-3-3 2-16,1-1 1 0,1-2 1 0,-1 1 1 0,1-4-1 0,-3 1 0 15,3-2-4-15,-1 0 0 16,0-2 1-16,-1-2 1 0,0-2 1 15,0 1-1-15,0-2-2 0,-2-2 0 0,2 4 0 16,2 0 0-16,1 4 0 0,-4 2 2 0,4 3 0 16,0 2 2-16,-1 7-4 0,-1-1 1 0,2 3 5 15,0 3 0-15,0 1 5 16,0 2-3-16,0 0-1 0,0 2-1 0,0 2-3 0,0 0-1 0,2 2-2 31,-1 3 2-31,3 2-3 0,-3 2 1 0,5 5-2 16,0 0-1-16,1 6 3 0,1 3 0 0,3 4 1 15,2 4 1-15,-1 2-1 0,2 5 1 16,2 2-2-16,2 4-1 0,-4-1 2 0,3 1 2 0,-1 0 1 16,3-4 0-16,-2-4 0 0,-1-2 0 15,1-4 0-15,0-4-3 0,-4-4-1 0,2-4 1 16,-3-4 0-16,0-1-2 0,-3-4-1 0,0-1 2 16,-2-5 0-16,-1-2-1 0,-1-2 1 0,-2-5 3 15,0-4 1-15,-1-7-2 0,-2-1 2 0,-2-5 2 16,1-3 3-16,-2-2 0 0,-4-3 3 0,-1-5 3 15,-1-2-1-15,-1-2-3 16,-1-2 1-16,-3-2-4 0,3-3-3 0,0 3-3 0,0 0-2 16,1 4-2-16,4 2 1 0,-2 7 0 0,4 3 4 0,-3 7 2 15,4 4-1-15,0 3-2 0,-1 4 2 16,3 1-4-16,-1 3-1 0,2 4-3 0,0 2 2 16,2 2 0-16,1 5-1 0,0 3-2 0,0 0-24 31,2 2-56-31,2 4-57 0,0-1-74 0,1 3-134 0,2 0-181 0,1 0-300 15,0 3-230-15,0 1-214 16,5-1-24-16,-2-1 385 0,2-1 477 16</inkml:trace>
  <inkml:trace contextRef="#ctx0" brushRef="#br2" timeOffset="159872.21">21428 7401 74 0,'2'-8'532'15,"-4"1"451"-15,-1 0 231 0,0 2-76 0,-5 2-281 16,3 1-213-16,0 2-171 0,-3 2-125 16,2 5-77-16,-3 1-59 0,-1 9-70 0,2 0-54 0,1 5-30 15,0 5-19-15,4 4-11 16,0 0-7-16,3 4-6 0,1-1-6 0,4-1-2 16,0-3-3-16,3-1-3 0,1-5-3 0,3-7-1 0,0-1 0 15,1-9-2 1,2-4 1-16,1-7 0 0,1-8 3 0,0-6-2 15,-2-6 3-15,0-6 1 0,-1-3-1 0,-5-3 3 16,1 0 1-16,-4-2 0 0,0 5 2 16,-6 1-1-16,-1 2 2 0,-5 5 1 0,-2 3-1 15,0 3 1-15,-4 3 4 0,-2 4 6 0,1 2 0 16,0 3 0-16,0 4 2 0,-1 3-3 0,2 3-5 16,1 1-6-16,1 3-2 0,1 2-3 0,5 3-3 15,-3 1-1-15,6 4-1 0,-1 2 0 0,4 0-2 16,-1 1 1-16,2 4 0 0,2-2 2 0,0 1-7 15,0 0-22-15,1 0-56 16,0-2-59-16,2 0-80 0,-3-4-143 0,3-3-192 0,0 0-304 0,-2-4-236 16,1-1-204-16,-3-3 10 0,1-3 425 15,3-3 476-15</inkml:trace>
  <inkml:trace contextRef="#ctx0" brushRef="#br2" timeOffset="160521.38">21395 7442 249 0,'0'0'603'0,"0"-1"309"16,-2 1 144-16,2 0-217 0,0 0-237 0,-1 1-156 0,1 3-119 0,0-1-81 15,0 2-60-15,0 4-50 0,1 2-44 16,-1 1-30-16,3 2-21 0,1 2 6 0,0 2 3 0,1 3-2 31,3-1-1-31,1 2 1 0,1 0 21 0,1 2 20 16,2-1 2-16,0-1 0 0,0 0-1 15,0-4-4-15,-1-2-18 0,2-3-35 0,-2-1-15 16,2-2-11-16,-2-3-3 0,0-2-4 0,-1-2-2 16,1-2 4-16,-2-3-2 0,-2-2 0 0,0-3-31 15,-3-3-49-15,3-1-67 0,-8-4-143 0,1 0-200 16,-2-2-308-16,-4-3-275 0,2 3-211 0,0-3-12 16,-2-1 454-16</inkml:trace>
  <inkml:trace contextRef="#ctx0" brushRef="#br2" timeOffset="160973.91">21650 7425 37 0,'3'10'491'0,"-2"2"414"15,3 2 231-15,-3 3-9 16,2-3-357-16,2 4-253 0,-2 1-140 16,2 5-52-16,1-2-31 0,1 5-36 0,1 3-32 0,-1 1-38 0,1 3-46 0,0 4-47 15,3 1-37-15,-1 3-22 0,-1-1-15 31,-1 2-7-31,5 0-5 0,-5-5-5 0,1 1 0 16,2-6-3-16,-1-1-2 0,-1-7 0 0,0-4-1 16,0-5 1-16,-3-2-2 0,0-5 2 0,0-5 4 0,-1-8-2 0,-2-3 1 15,-3-5-2-15,0-8 1 16,-1-4 2-16,-3-4-4 0,1-5 0 0,-4-6 1 16,0-2-1-16,-1-3-2 0,0-4-2 15,-1-1 4-15,4-2-1 0,-1 3 2 0,3 0 1 0,-1 5 3 16,4 0 1-16,0 5-1 0,0 1-3 0,4 6-1 15,-1 2-2-15,3 4-2 16,1 1-1-16,2 4-1 0,1 3 3 0,-1 3-2 0,3 6 1 16,0 0 4-16,2 6-2 0,-5 4 2 0,3 2 2 15,0 5 0-15,-2 3 0 0,-2 4 3 0,-2 5-1 16,0 1-1-16,-3 5-1 0,-3 3 1 0,-1 4 0 16,-4 3 0-16,0 0 1 0,1 2 1 0,-4 0 0 31,-2 0 0-31,-1-2-1 0,3-3-2 0,0-8-20 0,2-3-64 0,-3-7-59 15,2-6-102 1,1-9-153-16,1-6-218 0,-1-6-309 0,4-5-229 16,2-5-176-16,5-2 151 0,-1-5 463 0</inkml:trace>
  <inkml:trace contextRef="#ctx0" brushRef="#br2" timeOffset="161671.64">21969 7446 161 0,'9'-10'431'16,"-4"5"225"-16,0 0 200 0,0 3-73 0,0 2-106 15,-1 1-99-15,2 2-81 0,1 4-37 0,-2 4-46 0,1 2-61 16,0 2-70-16,2 3-52 0,-2 3-39 0,-1 2-43 16,3-1-42-16,0 2-44 0,-4-2-23 0,5 2-16 15,-5-5-7-15,3-1-6 0,0-5-8 16,1-3 1-16,0-4-5 0,0-3 0 0,2-7-2 0,-1-5-1 16,-1-6 3-1,3-4 0-15,-1-5 3 0,-2-2 1 16,0-2 3-16,2 0-2 0,-2 1 0 0,1 2-2 15,-3 2-2-15,1 4 1 0,-2 4-2 0,0 4 3 16,0 0-2-16,-2 5 1 0,5 4 3 0,-4 4-3 16,1 4-2-16,0 5 1 0,2 0 1 0,1 6-4 0,1 0-2 0,0 3 3 15,1 1 1 1,2 0-2-16,0 1 3 0,0-3 0 0,-1 0 3 16,2-4-1-16,-1 1 0 0,0-6-2 0,-3-1-2 15,2-5 2-15,-4 0-7 0,-1-8-14 0,0-2-12 16,-1-4-3-16,-4-6-5 0,-1-1-6 0,-1-4 1 15,-4-1 19-15,-1-4 13 0,0 2 6 16,-3 0 7-16,-1-1 12 0,-2 4 18 0,1 2 16 0,1 4 13 16,-2 2 16-16,4 2 6 0,-3 3-5 0,7 4-13 15,-3 1-13-15,4 6-17 0,1 3-14 16,2 6-7-16,2 1-4 0,1 6-4 0,4 3-2 16,-1 4 0-16,5-1-4 0,2 4 1 0,-1 0 0 15,2 2 1 1,4-2 4-16,-4 3-1 0,3 0 2 15,-1-3 2-15,0 2-3 0,-2-3 0 0,2-2-2 16,-2-2-1-16,-2-3-1 0,0-5-3 0,-2-4-1 16,-4-3 0-16,3-5 0 0,-4-6 2 0,0-6-2 15,-2-6 2-15,0-3-3 0,1-9-5 0,-3-3-4 16,2-5-1-16,2-3 1 0,-1-3-1 0,1 1 4 16,3-2 8-16,-1 3 4 15,0 3-1-15,1 5-1 0,0 4 2 0,0 5 0 16,1 1-1-16,0 6 1 0,-1 3 1 0,0 3 1 0,-1 4 1 15,1 2 2-15,0 4 2 0,-1 3-1 0,0 4 1 16,1 4-2-16,-3 3-1 0,0 2 0 0,0 6-1 16,-1 2-1-16,-1 5 1 0,-3 2 0 0,0 1-2 15,2 5 2-15,-2-3-3 0,0 3-1 16,0-5-14-16,1-4-69 0,-1-6-74 0,0-8-154 16,2-6-253-16,0-8-311 0,-1-7-356 0,2-8-227 0,1-8 27 15,1-7 595-15</inkml:trace>
  <inkml:trace contextRef="#ctx0" brushRef="#br2" timeOffset="161838.88">22811 7169 161 0,'0'-49'797'0,"-1"7"634"0,-2 6 110 15,-3 7-228-15,-1 7-462 0,1 6-318 0,-2 2-177 16,-1 8-141-16,1 4-82 0,-2 4-54 0,-1 6-32 16,3 4-22-16,0 1-11 0,3 5-7 15,2 2-4-15,2 3-4 0,2 2-16 0,1 2-49 0,1 1-76 16,0 2-126-16,4 0-212 0,-1 3-307 15,3-1-349-15,-1 0-316 0,4 1-106 0,0 2 448 16,-1 2 654-16</inkml:trace>
  <inkml:trace contextRef="#ctx0" brushRef="#br2" timeOffset="162089.87">23103 7808 338 0,'15'-5'796'0,"-4"-7"350"16,-1-5 67-16,1-1-211 0,-5-3-224 0,2 0-203 0,-3-1-129 0,3 1-90 15,-8 1-62 1,0 1-80-16,-3 3-66 0,-2-1-37 0,-1 1-32 16,-2 3-20-16,-5 1-18 0,0 1-11 0,1 5-9 15,-4 1-8-15,-3 5-3 0,3 7-3 0,-3 5-4 16,2 5-1-16,0 5-1 0,4 6-1 0,0 1 0 16,9 2-1-16,0 3 1 0,6-1-3 15,3-3-6-15,5-1-17 0,0-1-32 16,6-3-73-16,0-3-78 0,3-2-146 0,0-4-223 0,3-2-309 15,5-4-331-15,3-4-213 0,1-5-23 0,4-2 513 16</inkml:trace>
  <inkml:trace contextRef="#ctx0" brushRef="#br2" timeOffset="162805.15">23724 7788 217 0,'0'18'619'0,"-1"-3"315"0,1-2 99 0,-2-4-213 16,2-1-285-16,0-5-160 0,0-3-119 0,2-5-63 0,-2-2-26 15,0-7-14-15,1-4-21 0,-1-4-34 16,2-5-24-1,-1-1-12-15,-1-1-10 0,5-1 3 16,-5-1 2-16,0 1 25 0,0 5 30 0,-2 1 35 16,-1 3 22-16,0 2 2 0,2 3-9 0,-3 5-22 15,1 2-30-15,-2 1-36 0,4 4-32 0,-4 2-15 16,2 6-13-16,-2 1-9 0,4 6-5 0,-1 3-1 16,2 5 1-16,0 1 0 0,2 3-2 0,2 1 2 15,1 4 1-15,0-1 0 0,1 1 2 0,1 0-1 16,2 0 0-16,-1-2 1 0,-2 0 1 15,2-5-1-15,1-2 0 0,-1-3-2 0,0-4-1 0,5-5 0 16,-5-3-1-16,1-5-1 0,3-7-1 16,-2-4 2-16,0-7 1 0,2-6 0 0,-2-6 2 0,1-4-1 15,2-1 3-15,-1-3-1 16,-2 3-1-16,1-1-1 0,-3 6 2 0,-2 2-1 0,1 7 0 16,-1 4 3-1,-5 2 8-15,2 6 5 0,1 1 0 0,-3 5 1 0,-1 0-3 0,2 8-2 16,0 2-7-1,1 3-4-15,0 8-2 0,0-1-1 0,2 5 0 16,2 2 1-16,0 3 2 0,3 1 0 16,0 4-1-16,2-3 2 0,-3 2 0 0,5 0-3 15,-3 0 1-15,2-2-1 0,1-2-1 0,-1-2-3 16,-1-4 1-16,1-3 0 0,0-3-11 0,-4-5-55 16,1-5-65-16,-2-4-90 0,-1-6-159 0,-3-2-260 15,-1-7-328-15,-1-2-259 0,-2-4-180 0,-2-3 142 16,-1-6 554-16</inkml:trace>
  <inkml:trace contextRef="#ctx0" brushRef="#br2" timeOffset="162970.91">24046 7328 90 0,'-8'-26'640'0,"1"5"461"0,0 3 155 0,-1 2-101 0,3 5-374 16,1 3-274-16,-1 1-171 0,2 2-95 0,3 2-54 16,-1 3-46-1,2 2-47-15,1 2-39 0,4 4-29 16,0 1-11-16,2 6-11 0,3 0-5 0,3 2-30 0,-1 4-53 0,4 3-60 0,0 1-137 15,1 1-211 1,3 3-302-16,0 1-271 0,2-1-215 16,4-1-6-16,0-2 447 0</inkml:trace>
  <inkml:trace contextRef="#ctx0" brushRef="#br2" timeOffset="163372.45">24717 7485 591 0,'-9'-11'1374'15,"-3"3"249"-15,-3 1-233 0,-3 1-364 16,-6 3-424-16,-1 3-223 0,-2 3-154 0,-1 3-72 0,1 4-45 0,-3 6-28 16,0 2-22-16,3 4-18 0,2 2-11 15,4 3-7-15,3 0-7 0,5 2-3 0,5-3-4 16,4 2-4-16,4-1-2 0,7-5-2 0,2-2-1 16,5-6 0-1,2-3-2-15,6-9 0 0,5-6 1 16,2-8-2-16,-1-8 0 0,2-7 0 0,0-6-3 0,-1-4-2 0,-3-3-1 0,-2 1 0 15,-2 0 0 1,-4 5 2-16,-4 3 3 0,-3 3 4 16,-2 7 4-16,-4 3 1 0,-1 5 1 0,-3 5 1 15,-1 2-1-15,-1 5-1 0,-1 4 3 0,0 5 2 16,-1 7 1-16,1 1 1 0,-1 6 1 0,2 4-2 16,1 2-3-16,1 4-1 0,2 0-1 0,2 1-2 0,2 3-1 15,2 0 0-15,2 3-1 0,0-3-1 16,5 3-1-16,-2 0-1 0,4-1-1 0,-1-2-3 15,4-2-14-15,1-2-22 0,-5-3-57 0,4-4-81 16,-2-1-140-16,0-3-239 0,1-2-306 16,-2-2-360-16,1-2-289 0,-2-1-39 0,0-3 544 15</inkml:trace>
  <inkml:trace contextRef="#ctx0" brushRef="#br2" timeOffset="167459.32">21670 8443 150 0,'-2'-1'434'0,"1"1"264"0,-5 0 220 15,1 1-102-15,0 3-163 0,-1-2-110 16,-1 4-97-16,-2 2-87 0,1 1-77 0,-2 4-62 16,1 3-33-16,3 5-2 0,-1 1-2 0,4 5-12 15,2 6 2-15,1 4-13 0,0 7-28 0,4 5-27 0,1 7-22 16,2 4-10-16,2 3-21 0,0 0-7 15,0 5-7-15,1 1-13 0,2 0-4 0,0 0-5 16,-1-2-4-16,2-4-5 16,-1-5-4-16,1-5-1 0,0-4-3 15,1-8 0-15,-1-5-2 0,-1-5 1 16,3-6 0-16,-3-5 0 0,-1-3-1 0,1-4 1 16,-3-2 1-16,-1-1-2 0,-2-4 2 0,-1 0-1 15,0-1-2-15,-2-1-10 0,0-1-28 0,-2-1-50 16,-1-1-52-16,0-1-60 0,0-1-117 15,-1-1-155-15,-2-2-220 0,1-3-244 0,2 0-227 16,2-3-128-16,1-5 252 0,1 2 464 0</inkml:trace>
  <inkml:trace contextRef="#ctx0" brushRef="#br2" timeOffset="168391.87">22249 9387 161 0,'-2'9'495'15,"-1"-4"263"-15,3 0 132 0,-1-2-163 0,-3 1-284 16,4-2-156-16,2 0-45 15,0-2-3-15,1-2 13 0,3-1 11 0,0-3 2 16,1-3-19-16,2-1-55 0,4-2-53 16,-1-5-1-16,1 1 3 0,4-5 28 0,1-1 10 15,-1-3-3-15,0-3-8 0,3-2-35 0,-1-4-29 16,1 1-38-16,-1-5-24 0,2 1-11 0,-3-5-5 0,2 3-4 16,-2-3-1-16,-1 4-2 0,0-1-3 15,-3 3-4-15,2 4-5 0,-7 2 0 0,4 5-4 16,-7 2-2-16,1 5 0 0,-4 5 3 0,0 3 7 15,-1-1-2-15,-2 4 0 0,0 4-4 0,-4-1-4 16,0 4-18-16,-1 1-46 16,-3 4-52-16,-1 1-49 0,-3 3-77 0,-2 2-131 0,1 1-160 0,-1 1-216 31,-3 2-234-31,0 0-213 0,1 2-26 0,-2-2 330 16,1 0 429-16</inkml:trace>
  <inkml:trace contextRef="#ctx0" brushRef="#br2" timeOffset="168658.49">22256 8928 201 0,'2'1'651'16,"0"1"358"-16,-2-1 104 0,0 0-202 16,0 1-342-16,1 1-184 0,3 0-132 0,-1 2-68 0,3 2-30 15,1 2-11-15,3 3 14 16,2-1 4-16,3 4-5 0,0 0-15 0,2 1-13 0,-1 4-15 0,3-2-28 15,-3 1-32-15,3 2-22 0,-1-1-12 0,2 1-4 16,-2-2-3-16,0 0-4 0,2 1 0 16,-1-2-3-16,1 0-1 0,-2-3-6 0,0 0-40 0,1-2-43 15,-1-3-61-15,-3-1-116 0,2-2-169 32,-4-2-310-32,1-2-258 0,-3-2-226 0,2-2-78 15,-1-2 344-15,1-3 492 0</inkml:trace>
  <inkml:trace contextRef="#ctx0" brushRef="#br2" timeOffset="169057.87">22742 8359 63 0,'3'2'354'0,"-1"-1"201"16,-1 3 142-16,2-2-49 16,4 2-237-16,3 3-103 0,2 1-3 0,2 2 46 0,3 0 38 15,1 4 10 1,4 1-21-16,0 0-62 0,2 6-79 16,2 1-61-16,0 3-39 0,4 1-27 0,0 5-22 15,4 3 1-15,0 2 35 0,1 3 5 0,0 2-8 0,-1 3-6 16,0 3-8-16,-3 1-15 0,1 1-23 15,-2 4-15-15,-3-1-9 0,-3 1 1 0,0 1 3 16,-2 4-3-16,-4 2-10 0,-2 0-5 0,-2 2-3 16,-2-2-9-16,-4 2-5 0,-4 0-4 0,0-2-3 15,-3 0-3-15,-1-4 1 0,-3-4-3 0,0-1 1 16,-4-6-4-16,3-3-7 0,-3-4-40 16,-2-7-68-16,-1-7-69 0,2-3-152 0,-1-7-243 0,-2-5-312 15,3-5-290-15,0-5-202 16,0-5 30-16,2-7 539 0</inkml:trace>
  <inkml:trace contextRef="#ctx0" brushRef="#br2" timeOffset="171724.81">26176 4897 149 0,'0'-1'463'0,"0"1"239"15,-1 2 129-15,1 2-135 0,0 3-250 16,0-1-105-16,3 7-39 0,2 0-2 0,-1 3 10 0,4 5-1 0,-2 4-35 15,2 1-54-15,1 4-52 0,0 2-48 16,0 3-30-16,-1 0-19 0,-1 2 30 0,2 1 20 16,-3-1 14-16,1 1 3 0,-2-2-13 0,-1-4-13 0,1-4-39 31,-2-1-32-31,-2-7-22 0,3-2-9 0,-4-5 0 16,1-4 6-16,-1-1 9 0,0-4 5 15,0-4 5-15,-1-4-2 0,-3-7-4 0,0-4-7 16,-1-6-10-16,-1-3-7 0,1-4-4 0,0-5 0 15,0-3 3-15,-2-1-4 0,1-3 0 16,1 1 5-16,-2 0-3 0,6 0-1 0,-3 2 1 0,3 1 1 16,2 1-2-16,1 4-3 0,1 2-1 15,4 2-2-15,-1 4-3 0,3 2 1 0,3 1-2 16,-3 3 1-16,5 2-1 0,-3 2 2 0,3 5 0 0,1 1 3 16,-2 1 1-16,2 2 0 0,0 3 3 15,-1 0 0-15,-1 2 2 0,2 2-1 0,-4 0 2 16,3 2-1-16,-3 1 1 0,-2 1 2 0,0 1 0 15,-3 4 1-15,-1 1 8 0,-3 2 9 16,-2 4 2-16,-2 2 7 0,-1 0 7 0,-4 5-1 0,0 2-7 16,-1 1-3-16,0 4-2 0,-5-3-3 0,5 3-8 15,-1 0 0-15,-1 0-4 0,3-3-3 16,-2 0-2 0,5-2-2-16,0-1 0 0,3-5-1 0,1 1-2 0,0-3 3 0,0 0-2 0,3-4-2 31,0-1 0-31,0 0 2 0,2-4-1 0,0-1-3 15,3 1 0-15,-2-4 0 0,2 1 0 0,0-3-1 16,1 0 0-16,2-2 1 0,-1-1 2 0,2-4-1 16,0 0 0-16,-1-2 2 0,1-3-4 15,1-2 2-15,1-3-7 0,-3-1-20 0,1-3-40 16,-2 0-49-16,0 1-46 0,0-1-44 0,-1-1-45 0,-3 2-35 16,-1-1-24-16,0 3-11 0,0 1-7 15,-1 2-14-15,-1 1 1 0,0 1 33 0,1 5 63 16,0 1 69-16,0 4 60 0,1 1 41 0,1 5 23 0,1 1 18 15,2 3 20-15,-1 3 28 0,2 1 24 16,3 1 41-16,0 6 32 0,3-1 15 0,0 0 0 16,1-1-23-1,2 0-10-15,-2-5-29 0,2 0-26 0,0-4-11 16,2-4 29-16,-3-4 33 0,2-4 34 16,-1-4 31-16,-3-7 24 0,-2-2 11 0,-2-4-20 15,-1-5-19-15,-4-3-12 0,-3-3 1 16,0 0 18-16,-6-2 33 0,-3 0 19 0,-1 4-3 15,-7 0-7-15,1 1-25 0,-6 4-32 0,2-1-36 16,-4 5-28-16,2 0-15 0,0 6-11 0,0-2-9 16,5 4-7-16,1 1-8 0,3 2-8 0,0 4-8 15,5-2-7-15,0 3-3 0,3 1-3 0,2 1-3 16,4 3 2-16,2 0 1 0,2 3 2 0,5-2-1 16,1 3 2-16,2-2-1 0,3 0-1 0,1 0 1 15,3-2 0-15,-1 1 1 0,4-1-2 16,-3-1 2-16,3 2-1 0,-2-1 1 0,-3-1-1 0,0 3 0 15,-2-1 1-15,-3 2 1 0,-4 1-1 16,-1 1 0-16,-4 1 3 0,-3 2 0 0,-4 3-1 16,-1 0 1-16,-3 2 2 0,-3 3-2 0,-3 0 0 15,-3 3 7 1,-2 3 5-16,-2 2 1 0,2 0 1 16,-3 2 0-16,4-2-1 0,-1 2-5 0,4-4-5 0,2-1-4 0,2-1-2 0,5-5-1 31,1-3-2-31,6-1-1 0,2-3-3 0,3-6-16 15,3-3-44-15,4-3-69 0,0-4-85 0,2-4-152 16,3-2-248-16,2-2-316 0,2-4-286 0,3 1-188 16,-1-2 67-16,2-3 545 0</inkml:trace>
  <inkml:trace contextRef="#ctx0" brushRef="#br2" timeOffset="172706.97">27436 5668 245 0,'8'-1'493'0,"-1"-2"189"15,0-2 89-15,0-2-211 0,1-4-120 16,-2-1-50-16,3-4-8 0,1-5-7 0,0-2-12 15,0-4-55-15,2-1-67 0,-1-5-65 0,3-1-45 16,-3-4-19-16,3 2 9 0,-3 1 25 0,1 1 20 16,0 3 11-16,-4 6 5 0,-2 5-3 0,1 1-18 15,-4 6-31-15,0 3-27 0,-2 5-25 0,-1 3-24 16,-1 5-22-16,-4 5-14 0,4 4-8 0,-6 4-6 16,4 4-4-16,-2 2 3 0,4 2-1 15,-3 3 1-15,3 0-3 0,2 0 3 0,1 1-3 0,1 0 0 16,1-1 1-16,0-2 0 0,3-1-2 0,0-3-2 15,0-1 2-15,2-5-3 0,-1-3 1 16,3-5 1-16,-1-4 1 0,1-3 3 0,1-6-2 16,0-3 0-16,0-6 1 0,-1-2-1 0,1-5 1 15,0-2-3-15,-3-1 0 0,3-1 4 0,-2 1-2 32,-2 3 0-32,1 2 1 0,-5 2 2 0,2 4 1 15,-1 4-1-15,-3 2 0 0,-1 3 0 0,1 1-2 16,-2 6 1-16,0 1 0 0,0 4-1 15,-2 4-1-15,2 3 1 0,0 3 0 0,0-2 1 0,2 4-2 16,0 1 0-16,1 1 1 0,2-2 1 0,-1 1-2 16,4-2-1-16,-2 0 1 0,2-4 0 15,0-1-1-15,5-2-1 0,-4-2 1 0,3-5 0 16,-2-4-1-16,2-1-1 0,2-5 0 0,-2-5-1 16,0-2-13-16,2-2-25 0,-5-5-38 0,4 1-48 15,-4-2-49-15,1-2-38 0,1 1-25 16,-2 1 0-16,-1 0 21 0,2 0 43 0,-1 0 45 0,-1 3 27 15,0 0 23-15,-1 1 20 0,2 4 16 16,-3 1 17-16,1 3 10 0,1 3 6 0,-2 2 6 0,0 2 3 16,0 4 18-16,3 2 19 0,0 5 19 0,-3 3 8 31,2 4 8-31,0 1 3 0,0 7-8 0,-2 0-13 0,1 3-16 0,-3 3-9 0,0 1-7 31,-1 1-9-31,0 0-5 0,0 0-5 0,-2 0-9 16,-1-4-42-16,0-2-129 0,0-4-203 15,-1-6-281-15,-2-4-267 0,1-5-241 0,-1-7-37 0,0-7 405 16</inkml:trace>
  <inkml:trace contextRef="#ctx0" brushRef="#br2" timeOffset="172874.48">28170 4942 441 0,'-2'-16'931'16,"-4"5"258"-16,2 7-48 0,-1 7-300 15,-2 3-373-15,1 8-228 0,1 2-120 0,1 3-61 0,0 4-32 0,3 2-14 16,2 0-13-16,3 5-6 0,5-2-15 0,-1 1-61 16,2 2-124-16,3-3-180 0,0 1-284 0,3-3-254 15,2 0-198-15,0-3 53 0,3-2 371 0</inkml:trace>
  <inkml:trace contextRef="#ctx0" brushRef="#br2" timeOffset="173540.28">28611 5228 53 0,'-1'-11'618'0,"-3"3"519"0,-1 1 212 16,-4 3-82-16,-2 4-344 0,-2 4-328 15,-2 3-187-15,-1 4-101 0,-2 3-70 0,0 2-60 0,-2 6-49 0,3 1-36 16,3 2-27-16,0 1-21 0,3 1-12 0,1-2-11 16,4 0-9-16,3-1-4 0,3-4-3 15,1-3-2-15,7-4-2 0,0-4 2 0,3-6 0 16,1-3-3-16,5-11 0 0,0-2 0 0,0-6-2 0,4-5 1 15,1-3-1-15,-3-3 2 0,1-2 0 16,2-1 0-16,-2-1 0 0,-1 4 0 0,-3 0-1 16,-1 0 1-16,-4 4-1 0,2 3 0 0,-5 3 1 15,-3 3-1-15,-1 5 0 0,-2 3 0 16,0 5 0 0,-4 5 1-16,0 5-1 0,-1 5 0 0,2 3 1 15,1 5 0-15,-4 2 0 0,4 4-3 16,2 2-1-16,0 0-4 0,-1 3-8 0,2-1-11 15,1 1-14-15,0-1-28 0,1 1-50 0,0-7-53 16,-1 1-47-16,5-6-57 0,1-4-75 0,0-7-71 16,1-5-28-16,1-7-21 0,1-3-25 0,1-6 6 0,1-3 59 15,-2-4 98-15,-3 2 114 0,2-5 117 16,-2 1 115-16,-2 0 117 0,0 3 122 0,-3 0 115 16,-2 2 74-16,1 3 8 0,-3 4-25 15,2 1-50-15,-1 6-55 0,-1 4-78 0,1 2-34 16,1 5-7-16,-1 3-24 0,1 4-20 0,0 4-26 0,0 0-12 15,1 4-39-15,0-1-35 0,2 3-15 16,-1 2-10-16,0-2-6 0,1-2-5 0,2-1-3 16,0-3-2-1,0-3-3-15,0-3 0 0,3-4 0 0,-3-4-3 16,0-6-1-16,0-4 1 0,-1-2-2 0,1-6 3 16,-1-2 0-16,-2-4 1 0,-2-3 1 15,0-2 1-15,-1 0 1 0,-2-2-2 0,0-2 3 16,-4-1 2-16,1 0-2 0,2 2-1 15,-3-1-1-15,3 2 0 0,1 2-4 0,0 0-1 0,0 5 1 16,5 1 0-16,-2 2-1 0,4 2 2 16,3 4-4-16,1 1-19 0,5 2-48 0,-2 4-50 15,7 1-52-15,-2 3-89 0,1 1-126 0,6 4-126 16,2 2-96-16,2 2-171 0,5 1-214 0,-2 7-74 16,4-2 161-16,3 6 296 0,0 0 277 0</inkml:trace>
  <inkml:trace contextRef="#ctx0" brushRef="#br2" timeOffset="174792.62">28282 5856 332 0,'0'-8'670'0,"2"3"291"0,-2 1 107 15,0 1-281-15,0 2-221 0,0 1-150 16,0 3-102-16,0 2-75 0,0 5-57 0,0 4-47 16,2 5-22-16,0 5 4 0,2 2 17 0,0 6 18 15,0 3 2-15,0 1-2 0,3 3-14 0,-1 2-30 16,2 3-28 0,-2 0-27-16,1 1-10 0,-2-3-8 15,4-2-9-15,-3-1-5 0,2-6-4 0,-1-4-3 16,3-5-7-16,-2-4-6 0,0-5 2 15,2-4-2-15,1-5 2 0,-3-6-3 0,1-6 1 0,4-5 1 16,-4-6 0-16,3-7 3 0,-2-5-2 16,3-3 0-16,0-1-1 0,-1-5 1 0,0 2-2 15,-2-1-2-15,-2 3 2 0,1 4 0 0,-5 0 1 16,4 6 18-16,-7 3 12 0,-1 6 7 0,0 3 0 16,-1 5 1-16,-4 2-5 0,-1 5-14 0,0 6-11 15,-1 3-6-15,-1 4-3 0,-1 6-1 0,3 2 1 16,-2 4 0-16,3 1 0 0,0 4-1 0,1 1-1 15,4 1 0-15,0-1-1 0,4 0 1 16,1 0-1-16,1-3 1 0,2-2 0 0,3-5 1 0,0-4-3 16,1-3 1-16,3-6 2 0,0-5-2 15,3-6 1 1,-2-8 0-16,5-4 1 0,-1-6 0 16,-1-4 0-16,3-4-1 0,-1 0 0 0,0-3-1 15,-3 2 0-15,0 1 2 0,-5 3 1 0,-1 6 3 16,-3 2 1-16,-4 4 2 0,0 3-2 0,-3 4 0 15,-2 4-1-15,-3 3-3 0,-2 3-1 0,0 4 0 16,-3 4 0-16,2 4 0 0,0 0-1 16,-1 1 1-16,1 1 1 0,1 2-1 0,2-2-1 0,2 1 1 15,1-2 0-15,1 3-1 0,2-2 1 16,2-3-1-16,1 1 1 0,1-1-1 0,1-2 2 16,4-2-2-16,-1-2-2 0,2-1-1 0,3-4 2 15,0-3-1-15,1-3 0 0,2-1 1 0,-2-3 1 16,4-4 0-16,-2-3 0 0,1-1 1 0,-1 0-1 15,-1-3 0-15,-1 2 1 0,-1-2 0 0,0 0 0 16,-5 3 1-16,1-1 0 0,-4 3-1 0,0 0 2 16,-1 2 1-16,-1 4 0 0,-2 1 0 0,0 1 1 15,-3 4-1-15,1 1 0 0,-1 3-3 16,3 3 0-16,-3 1 0 0,3 5 0 0,0 3-1 31,1-2 1-31,1 7-2 0,0-1 2 0,1 6-1 16,1-1 1-16,-1 1 1 0,3 1 1 0,-2 4-2 15,0-4 1-15,0 4 0 0,-3-2 0 0,-1 0-1 16,0 1 1-16,-3-2-1 0,-1 0 0 0,-1 0-1 16,-3-2-1-16,0-2-2 0,-5 1-11 15,0-6-32-15,0 0-66 0,-4-5-61 0,1-3-96 16,-3-1-153-16,1-7-194 0,1-2-289 0,-1-4-217 16,1-4-176-16,4-4 90 0,-4-3 435 0</inkml:trace>
  <inkml:trace contextRef="#ctx0" brushRef="#br2" timeOffset="175342.11">29299 5871 16 0,'0'-5'522'15,"-3"5"488"-15,0 3 221 0,-2 1-63 0,0 4-327 16,2 3-257-1,0 2-164-15,1 2-99 0,2-1-53 0,0 2-45 16,0-2-45-16,2 1-61 0,1-1-53 16,2 0-31-16,-1 0-17 0,5-1-5 0,0 0-5 15,-1 0-1-15,1 0-4 0,4-1 3 0,-4 0 2 16,1 2-2-16,2-1 0 0,-2 1-1 0,0 2 1 16,-1 1-1-16,-1 1-1 0,0 2-1 0,-2 0 2 0,-1 4 0 15,1 1 0-15,-1-2 0 0,-4 3 1 16,1 0-2-16,0-3 1 0,-2-1 1 0,1-1-3 15,-1-2-3-15,0-6 5 0,0-4-3 0,0-3 1 16,0-6-3-16,0-6 2 0,2-6-1 0,-1-6-3 16,1-3 3-16,0-9-4 0,-1-2-5 15,2-6-23-15,-3-2-31 0,2-3-43 0,-2-4-42 16,0 0-34 0,0-4-20-16,0-5 9 0,2 3 30 15,-2-3 47-15,1 3 49 0,4 1 30 0,-2 8 18 16,-2 2 8-16,1 6 5 0,0 6 7 0,-1 5 10 15,1 5 19-15,-1 5 27 0,1 8 38 0,0 4 57 16,-1 4 32-16,2 6 9 0,-1 3-11 0,1 5-19 16,2 4-30-16,-1 4-43 0,1 4-28 0,3 3-18 15,0 3-11-15,1 1-6 0,-1 4-2 16,2 2-6-16,1 4-1 0,-1-1-4 0,-1 2-3 16,2 0-4-16,-3 0-3 0,2-3-1 0,-2 0-6 15,-1-4-17-15,0-4-56 0,-3-4-60 0,0-4-97 16,-3-5-166-16,-1-3-289 0,0-4-312 0,-1-4-256 15,-3-3-175-15,0-4 206 0,-3-1 584 16</inkml:trace>
  <inkml:trace contextRef="#ctx0" brushRef="#br2" timeOffset="175524.24">29443 5997 202 0,'0'-15'496'0,"1"5"214"0,1 2 108 0,1 3-203 15,4-1-212-15,2 6-135 0,-1 0-81 16,1 1-37-16,4 4-24 0,0-3-13 0,4 1-46 16,-3-2-29-16,3 1-14 0,3-1-11 0,-1 1-23 0,-1-2-85 15,0-2-126-15,1 4-274 0,-5-2-224 16,2 2-148-16,-5-2 2 0,0 2 232 0</inkml:trace>
  <inkml:trace contextRef="#ctx0" brushRef="#br2" timeOffset="176124.56">29778 6016 108 0,'-3'15'693'0,"-2"3"463"16,-1 1 112-16,1 3-120 0,2 2-337 0,1 0-275 15,2 1-147-15,0 2-83 0,4 0-48 0,-1 2-45 16,0-3-66-16,3-1-58 0,0-3-36 0,2-2-24 31,5-5-15-31,-4-5-7 0,3-4-3 0,3-4-1 16,0-7-2-16,0-2 0 0,1-6 1 0,1 0-1 15,0-4-1-15,-2 0-1 0,1-3-1 0,0 1 0 16,-3 2 0-16,0 1 2 0,-3 2 0 16,-2 3 2-16,-1 1 2 0,-1 3-2 0,-2-1 1 15,-2 3-1-15,0 1-1 0,-1 0-1 0,1-1-1 16,-2 2 0-16,-2-3 1 0,2 0-1 0,0-3-2 16,0-3 3-16,0-1-2 0,2-4 0 0,-2-2 1 15,1-2-2-15,1-5-1 0,0-1-2 0,-2-2 2 16,1-2 0-16,-1 0-1 0,3-2 2 0,-3 3 3 15,0 0 0-15,0 1 0 0,0 4 0 0,0-2 0 16,-1 4-2-16,1 1 1 0,0 1 0 16,1-1-1-16,-1 5 3 15,2-3-1-15,0 4 0 0,-1 2-1 0,2 2 1 0,-1 4 2 0,-2 4 1 16,3 4 8-16,-2 3 5 0,1 6 3 0,1 3 5 31,0 6 2-31,1 3 4 0,-3 5-2 0,3 2 3 16,-1 5 3-16,3 2 4 0,-2 4 4 0,1 4 2 15,2 2 1-15,1 3-2 0,1 0-2 0,-1 3-7 16,2 0-8-16,2 0-5 0,1-2-5 0,1-3-4 16,-1-5-5-16,3-3-3 0,2-8-1 0,0-5-3 15,-1-5 0-15,2-6-1 0,-3-4 0 0,1-3 0 16,-4-3-1-16,1-4-2 0,-4-5-4 0,-1-1-3 16,0-1-2-16,-4-2-1 0,0 0-1 0,-2-2 0 15,-1 3 2-15,0-3 1 0,-2 4-1 0,0 0 1 0,0 1-2 16,-4 1 2-16,4 3 2 0,-1-1-2 0,-2 1-7 15,1 2-10-15,-1 2-22 0,-2-1-56 16,2 2-66-16,-5-2-78 0,2 1-146 0,-1 0-239 0,2-4-305 16,1 0-255-16,-2 0-193 0,1-4 46 0,2-3 530 15</inkml:trace>
  <inkml:trace contextRef="#ctx0" brushRef="#br2" timeOffset="176274.2">30391 5928 211 0,'15'-17'909'15,"-4"3"469"-15,-5 7-19 0,-1 3-229 0,-2 7-459 16,-3 0-305-16,0 4-170 0,-2 4-91 0,-1 1-49 16,2 1-21-16,-3 4-15 0,3-2-12 0,-2 0-22 15,3 1-44-15,0-1-47 0,1-3-128 0,2-1-180 16,1-3-296-16,2-1-284 0,2-3-228 0,3-2-94 16,-2 0 383-16,3-2 504 0</inkml:trace>
  <inkml:trace contextRef="#ctx0" brushRef="#br2" timeOffset="176642.13">30622 5715 249 0,'5'-15'808'0,"1"1"380"0,-3 2 29 0,1 5-219 15,-1-1-367-15,0 5-182 0,2 3-109 16,1 3-54-16,2 5-33 0,0-1-19 0,-2 5-28 16,5 3-55-16,-3 1-37 0,2 6-23 0,-2 0-13 15,2 5-14-15,-1 0-11 0,-1 5-14 0,1 0-11 16,-3 3-10-16,1 3-5 0,-3-2-4 0,3-1-4 15,-2 2-2-15,-3-1-1 0,3-2-1 0,-2-1-3 16,-1-4-10-16,0-1-22 0,-1-6-55 0,-1 0-70 16,-1-4-101-16,-4-3-160 0,-2-2-242 0,0-2-317 15,-3-3-263 1,-3-1-176-16,1 0 146 0,-3-3 534 0</inkml:trace>
  <inkml:trace contextRef="#ctx0" brushRef="#br2" timeOffset="177023.19">30648 6184 347 0,'9'-7'641'0,"4"2"237"15,-4 0 117-15,4 3-262 0,-2-3-197 0,2 2-130 0,1-1-81 16,-1-1-57-16,0 1-62 0,0-1-52 16,1 2-37-16,1 1-21 0,-2-2-10 0,1 2-12 15,0-2-7-15,-2 2-9 0,1 2-21 0,0-3-14 16,-2 1-14-16,-1 0-2 0,0 1-5 0,0-2 4 15,-2 1 2-15,0 2 1 0,-1-3 1 0,-2 1-6 0,0 1-1 16,-2 1-4-16,1 0 33 0,-1 0 43 16,0 0 40-16,1 1 25 15,-2 1 12-15,0 1 7 0,-2-1-28 0,0 5-24 0,0-1-27 0,0 5-13 16,1-1-8 0,1 5-3-16,-2 0-3 0,1 3-6 0,3 2-2 0,-1-1-3 0,2 3-4 0,-1 2-5 0,6-2-4 31,-2 1-4-31,0-2-7 0,4 1-4 0,1-4-5 15,0-4-4-15,2-3-2 0,0-3-1 0,4-6-1 16,-1-2-1-16,2-2 0 0,0-6-1 0,0-3 1 16,1-2-4-16,0-2-11 0,-1 0-18 0,-6 2-40 15,1 0-71-15,-4 3-79 0,-8 1-140 0,-2 5-191 16,-4 4-312-16,-3 1-296 0,-3 5-206 0,-4 3-36 16,-3 3 432-16,-1-2 537 0</inkml:trace>
  <inkml:trace contextRef="#ctx0" brushRef="#br2" timeOffset="177657.81">29798 8163 160 0,'8'-20'691'16,"-1"2"427"-16,-2 3 118 0,-4 4-150 0,1 0-361 15,-1 5-193-15,-1 4-139 0,0 4-83 16,0 1-46-16,-1 5-39 0,-2 3-44 0,-1 3-55 16,3 4-28-16,-2 3-21 0,1 3-11 15,0 4-11-15,2 2-8 0,0 2-8 0,2 2-7 0,0 2-8 16,1-1-6-16,2 2-4 0,-1-1-2 16,4 2-5-16,-2-1-1 0,2-4-3 0,-1 1-1 15,-1-5-1-15,3-2-1 0,-4-5 0 0,0 0-1 16,0-7 0-16,0-3 0 15,-4-2 0-15,4-4 1 0,-5-3-1 0,1-3 1 0,-2-3-1 0,-1-3-1 16,-2-1-7-16,1-4-10 0,-2 1-13 0,-2-1-18 16,1-2-34-16,-3 3-57 0,2-3-52 15,1 4-46-15,-2-3-83 0,-1 2-128 0,1-2-140 16,1 1-216-16,1-1-221 0,-1 1-195 0,1 3 53 31,0-4 382-31,1 3 403 0</inkml:trace>
  <inkml:trace contextRef="#ctx0" brushRef="#br2" timeOffset="178225.65">29655 7906 80 0,'0'-13'444'0,"0"1"332"0,-2 1 245 15,0 4-29-15,1-1-255 0,-2 2-182 0,-1 1-141 16,0 3-61-16,1-2-41 0,0 4-30 16,-1 0-33-16,0 0-25 0,-1 4-26 0,0-2-39 15,1 1-38-15,-1 3-41 0,2-1-22 0,1 3-18 16,0 1-5-16,2 1-6 0,4 2-4 0,-1 2 2 16,2 4 4-16,4 2 1 0,0-1-5 0,1 1-4 15,4 2 0-15,0 0-6 0,4-1-7 0,-2-2-5 16,2 0-1-16,3-3 0 15,-3-2-2-15,4-5-1 0,-1-3 3 0,0-4-1 0,1-4 2 16,0-3 1-16,-1-5-2 0,1-7 2 0,-1-4-1 16,-4-5 1-16,4-3-2 0,-6-5-2 0,1-2 0 15,0 0-2-15,-3-1 0 0,-2 1-1 0,-2 3 1 16,-2 3-2-16,-3 3 1 0,0 1 0 0,-3 6-2 0,-1 1 2 31,-1 3 0-31,-3 4 0 0,3 3 0 16,-2 2-11-16,-1 2-18 0,0 4-45 0,-2 1-68 15,-1 3-77-15,1 0-142 0,-1 3-185 0,-1 3-306 16,1 0-275-16,0 1-203 0,-1 0-23 0,3 4 427 16,-4 0 504-16</inkml:trace>
  <inkml:trace contextRef="#ctx0" brushRef="#br2" timeOffset="178673.82">29482 7622 48 0,'2'-13'502'16,"-7"3"421"-16,0 1 245 0,-4 1-27 0,-5 1-370 16,-1 4-229-16,0 1-109 15,-5 4-72-15,2 1-54 0,-6 4-44 0,2 2-35 16,-4 2-48-16,0 4-57 15,-1 3-35-15,0 5-27 0,0 5-14 0,0 10-12 0,2 5-9 0,-1 8-6 16,1 10-10-16,3 7-5 0,5 4-2 16,1 6-2-16,5 4 0 0,3 5 0 0,2 3 0 0,6 5-1 15,0 1 0-15,3 1-2 0,4-3 0 0,5-2-6 16,-1-6-31-16,6-7-73 0,2-10-92 16,4-9-170-1,2-10-294-15,1-11-330 0,6-9-332 0,0-8-173 0,3-7 211 16,0-4 647-16</inkml:trace>
  <inkml:trace contextRef="#ctx0" brushRef="#br2" timeOffset="179857.79">30292 7510 90 0,'0'-2'294'0,"-2"1"133"16,2 0 98-16,-3 1-143 0,3 0-149 15,0 0-82-15,3 0-21 0,-1 0-4 16,-2 1 15-16,3 0 9 0,-2 2 6 15,3 1 15-15,-3-2-10 0,6 3 13 0,-2 1 16 0,4 0 24 0,-1 2 24 16,1-1 12-16,5 4 11 0,1-1-11 0,0 3-24 16,1 0-24-16,5 2-37 0,-4 2-30 0,4-2-29 15,-1 3-21-15,0 2-13 0,-2 3-8 0,3-1-6 16,-4 4-3-16,4 0-9 0,-4 0-6 0,1 1 23 31,-1 2 8-31,0-1-3 0,1 3-1 0,-2 0 3 0,-2 1-4 0,-2 2-28 16,1 1-16-16,0 0-11 15,-5 1-4-15,0 0-5 0,1 2 0 0,-3-2 0 16,-1 0-1-16,-2 1 4 0,1-1 3 0,-1 3 3 16,-3 0-2-16,0 2 0 0,0-1-2 0,0 3-4 15,-3 1-2-15,1 0-4 0,-1 1 1 0,1 1-5 16,-1 0 3-16,0-5 0 0,-1 1 0 16,1-5-1-16,2 0 3 0,-4-6 1 0,4-4-2 0,-1-2 1 15,1-5-4-15,-1-2-13 0,0-2-21 0,1-4-24 16,-1-3-24-16,1-1-21 0,-1-2-24 0,0-2-19 15,1 0-43-15,-3-3-68 0,1 0-95 0,-1-2-142 16,-1 1-263-16,0 0-218 0,0 0-81 0,1 0 152 16,-1 0 325-16</inkml:trace>
  <inkml:trace contextRef="#ctx0" brushRef="#br2" timeOffset="185929.2">7831 6832 115 0,'0'2'292'0,"0"-1"130"15,0 0 33-15,0 1-92 0,0-2-104 0,0 2-74 16,0-1-37-16,0 0-25 0,0-1-9 0,0 2 9 16,0 0 14-16,-2-1 9 0,2 0 12 0,-1 1 6 15,-1 0 3-15,0-1-6 0,-1 0-1 0,3 1-12 16,-1-2-3-16,-1 3-8 0,2-3-6 0,-2 0-10 16,2 0-15-16,0 2-14 0,-1-2-11 0,1 0-10 15,0 0-10-15,0 0-3 0,0 0-8 0,0 0 0 16,0 0-2-16,0 0-8 0,0 0-7 0,1 0-8 15,-1 0-6-15,0 0-7 0,0 0-5 0,0 0-3 32,2 0-2-32,-2 0-2 0,0 0 0 15,2 0 2-15,-2 0 0 0,1 0 17 0,1 0 16 0,-1 0 11 16,1 0 14-16,0 0 8 0,-1 0 8 16,1-2-13-16,1 2-12 0,0 0-6 0,0 0-7 15,0-3-9-15,0 3 0 0,1-2-2 0,-1 1 1 0,0 0 2 16,0 1-6-16,-1-2 3 0,3 0-2 15,-1 0-6-15,1 0 1 0,-2 0-1 0,2 1 3 16,1-2 2-16,1 1-1 0,0 0 16 16,1 0 4-16,0-1 2 0,2 2 1 0,-1-2 4 15,1 0-1-15,1 0-9 0,0 0 8 0,0 0 2 16,1 0 1-16,0 0-10 0,-1 0-2 0,1 2 0 16,-1-3-12-16,1 2-8 0,0 2-10 0,-2-3 1 15,-1 3-1-15,0-1-1 0,1 1-2 0,-2-1-1 16,0 1 0-16,-2 0 0 0,2 0 0 0,-3 0-4 31,1 0-1-31,-4 0 1 0,2 0 2 0,1 0 1 16,-3 0-2-16,-1 0 7 0,1 0 12 0,0 0 12 15,-1 0 3-15,1 0 6 0,-2 0 2 0,1 0-4 16,-1 0-8-16,0 0-3 0,0 0 2 16,0 0 3-16,0 0 2 0,-1 0 3 0,-1 0 2 15,1 0-3-15,-3 1-6 0,1-1-5 0,-2 1-5 16,-1-1-6-16,-2 3-5 0,0-3-3 0,-1 2-1 15,-2 2-2-15,0-2-2 0,-2 2 1 0,-1-2-1 16,1 1-2-16,-1 0 3 0,-2 0-3 16,2 0 1-16,-2 0-2 0,0 0 2 0,0-1-1 0,1 1-1 15,0-2 2-15,0-1 0 0,0 1 2 16,1-1-2-16,1 0 0 0,1-1 1 0,1 1-2 16,1 0 1-16,1-1-2 0,4 1 1 0,0-2 0 15,2 2-1-15,0-1-1 0,1 1-2 0,2 0-1 31,2-2 1-31,3 1 2 0,1-1 0 0,5 1-1 16,0-2 0-16,4 1 0 0,0-1-1 0,1 2 0 16,3-1 1-16,0 1-1 0,0-2 2 0,0 2 1 15,1-1 0-15,-2 0 1 0,2 1-1 16,-3 0 1-16,0-1 0 0,-1 0-1 0,-1 0 0 0,-2 2 0 16,1-3 0-16,-4 2 2 0,-2 0 1 0,-1 1-1 15,-2-1 0-15,-2 1 1 0,1-3 2 16,-3 3 6-16,-1 0 6 0,0-2 2 0,0 2 3 15,-3 0-1-15,-2 0 0 0,0 0-5 0,-1 0-5 16,-2-2-3-16,-1 2-2 0,-2 0-1 0,1 0 0 16,-3 0-1-16,-2-3-1 0,2 1 0 0,-2 1 0 15,0 0 0-15,-2-1-1 0,2 0 0 0,1 2 0 16,2-1 1-16,0 0-1 0,2 1-1 16,0 0 0-16,2 0-1 0,2 0 0 0,0 0 0 15,2 0 0-15,-1 0 0 0,2 0-1 0,0 0 1 0,3 0 0 31,-2 0-2-31,1 1-1 0,-1-1 0 16,4 0 0-16,-1 1-1 0,4 1-1 0,0 1 1 16,3 3 0-16,3-4 1 0,2 4 0 0,2-1 0 15,1 3 2-15,3-2 0 0,0 0 1 0,2 2 1 16,1-2 1-16,-3 1-1 0,3-3 0 16,0 2-1-16,-3-1 0 0,0 1 1 0,0-4-1 15,-3 3 0-15,-2-3 1 0,0-1 0 0,-4 2-1 16,-1-3 0-16,-1 2 2 0,-3-2-1 0,0 2 3 15,-3-2-1-15,-1-2 1 0,-1 2 3 0,-3-2 0 0,-2-1 2 16,0 1-1-16,-3-2 0 0,-4 0 1 16,-1 1-2-16,-3-1-1 0,0 0-2 0,-4-2-1 15,1 2-1-15,-5 0-1 0,2-1 0 0,-3 1 1 16,1-1-2-16,0 2 2 0,4-1-1 0,1 1-1 16,3 2 0-16,2-1-1 0,3-1 1 0,3 2 0 15,1 1 0-15,1 0-1 0,2-2-2 0,2 2-1 31,2 2 1-31,0-2-2 0,3 2 0 0,2 0 2 16,4 1 0-16,-1 0 1 0,0 0 1 16,3-2 0-16,0 2 1 0,0-1-1 0,0-1 1 15,0 1 0-15,1-2 0 0,0 1 0 0,-2-1 0 16,-1 0-2-16,2 0-10 0,-3-1-22 0,0 1-67 16,1-2-73-16,-4 1-146 0,-2-1-267 0,2 1-310 15,0-1-355-15,-2-1-247 0,0-1-15 0,2 1 606 16</inkml:trace>
  <inkml:trace contextRef="#ctx0" brushRef="#br2" timeOffset="187030.99">7957 7185 209 0,'0'0'335'0,"0"0"112"16,0-1-20-1,0 1-77-15,0 0-73 0,2-2-45 0,-2 2-21 16,0 0-3-16,0-2 11 0,0 2 11 15,0 0 11-15,0 0 9 0,0 2 1 0,3-2-10 16,-3 0-22-16,1 2-32 0,-1-2-34 0,0 1-36 16,2-1-34-16,-1 3-18 0,3-2-4 0,-1 4-6 15,0 1 3-15,2 0 8 0,1 1 8 16,2 2-9-16,0 2-12 0,0-1-11 0,0 4-8 16,1-1-10-16,2 2-7 0,-2 2 2 0,3-2 3 15,-3 3 1-15,1-2 2 0,1 0-3 0,-3 1-3 16,2-2-6-16,-1-1-9 0,-3 1-3 15,2-3-1-15,-1-2-2 0,-3 1 1 0,2-4-4 0,-1 1 4 16,0-2 0-16,-3-2-2 0,-1-1 3 16,2 0-10-16,-3-1-22 0,0-2-54 0,-3-2-85 15,0 1-111-15,-2-2-127 0,0-2-192 0,-2 1-257 16,0-3-148-16,1 3 47 0,-2-3 246 0,-1 0 299 16</inkml:trace>
  <inkml:trace contextRef="#ctx0" brushRef="#br2" timeOffset="187316.33">8033 7435 163 0,'2'1'428'15,"-1"-1"203"-15,-1 0 127 0,2 0-179 16,-1 0-179-16,1 0-120 0,-2-1-38 0,3-1 20 15,-1 1 26-15,1-3 7 0,3 0-6 0,-1-6-11 0,0 3-40 16,1-3-57-16,2-1-48 0,0-3-36 0,-2 0-26 16,2 0-27-16,0-2-17 0,1-3-10 15,1 1-6-15,-2 1-4 0,0 0-4 0,3-2 1 16,-3 5-1-16,-2-1-12 0,3 1-50 0,-2 4-94 16,-2-1-136-1,-1 0-206-15,1 7-290 0,0-3-254 0,-1 2-120 16,1 0 180-16,0 3 398 0</inkml:trace>
  <inkml:trace contextRef="#ctx0" brushRef="#br2" timeOffset="188646.07">8514 6834 140 0,'-2'0'362'31,"-1"0"177"-31,2 0 98 0,-1 0-87 16,0 0-107-16,-1 0-56 0,2 0-10 0,-1 0 11 0,2 0-2 0,-2 0-16 0,1 0-43 15,1 0-52-15,-2 0-55 0,2 0-59 16,0 0-47-16,0 0-40 0,0 0-25 0,0 0-18 0,0 0-11 31,0 0-9-31,2 0-5 0,-2 0-1 16,1 0-2-16,-1 0 1 0,2 0-3 0,0 0-2 15,2 0-2-15,-2 0 0 0,4 0 1 0,0 0-3 16,1 0 3-16,-1 0 1 0,2 0 4 0,1 0 2 16,-1-2-4-16,2 2 2 0,-2-1 2 0,4 1-3 15,-2 0-3-15,0-2 0 0,0 1 1 0,0 1 3 16,1-3 8-16,0 1 9 0,0 1 6 15,-3-1 2-15,3 2 3 0,-1-1-3 0,-2-1-7 16,1 1-9-16,-3-1-2 0,1 2-4 0,-1-1-2 16,-1 1 0-16,-1 0-3 0,-1-2 3 0,1 2-2 15,-1 0 4-15,-1 0 1 0,-1 0 2 0,2 0 27 16,-3 0 31-16,2 0 28 0,-2 0 16 0,0 0 12 16,0 2 13-1,0-2-12-15,0 0-7 0,0 0-9 16,-2 0-5-16,-1 0-8 0,2 0-15 0,-3 0-13 15,-2 0-17-15,0 1-16 0,-2 1-14 16,0-1-8-16,-2 1-2 0,0 1-3 0,0-2-2 16,0 1-1-16,0 1-1 0,-2-2 1 0,3 1-2 15,-2-2 0-15,1 1 2 0,2-1 0 0,-1 2 2 16,-1-2-1-16,4 0 0 0,-2 0 1 0,0 0-1 16,4 0-1-16,-3-2-1 0,2 2 1 0,0 0-2 15,2 0-1-15,-1 0 0 0,2 0 0 0,1 0-1 16,-1 0 0-16,2 0 1 0,0 0-2 0,-1 0 0 15,1 0-2-15,0 0-1 0,1 0-1 0,-1 0-3 16,0 0 0-16,2 0 2 0,1 0 0 16,1 2 3-16,-1-2 0 15,4 0 2-15,-1 1 1 0,1-1 0 16,0 0 0-16,3 1 1 0,0-1-1 0,2 0 0 0,-1 0 0 0,2 0-1 0,1 0 0 16,-1 0 0-16,4-1 0 0,-2 1 0 0,0-1-1 15,1-1 1-15,1 1 0 0,-1-2 1 0,0 0-1 31,0 1 0-31,0-1-1 0,-4 0 1 16,2 0 1-16,-1 0-1 0,-2 1 0 0,0 0 0 16,-3-1 0-16,-1 2-4 0,0-3-11 0,-2 4-23 15,-2-2-60-15,-1 2-63 0,-2 0-118 0,0 0-193 16,-2 0-300-16,-3 2-321 0,1 3-254 0,-4 0-150 16,0 0 350-16,-2 4 629 0</inkml:trace>
  <inkml:trace contextRef="#ctx0" brushRef="#br2" timeOffset="189447.6">8711 7261 99 0,'2'2'312'15,"-2"-2"151"-15,2 0 111 0,-2 0-47 0,1 0-72 16,-1 0-42-16,0 0-19 16,0 0 22-16,0 0-10 0,0 0-24 0,0-2-31 15,0 2-47-15,0 0-56 0,0 0-46 0,0 2-38 16,0-2-25-16,0 0-10 0,0 1 5 0,2-1 12 15,-2 0-1-15,0 0-8 0,0 0-11 0,0 0-18 16,0 0-19-16,0 2-22 0,0-2-16 0,0 1-12 16,0-1-9-16,0 0-8 0,0 2-7 15,1 1-5-15,-1 0-4 0,0 3-2 0,2-1-2 16,-2 5-2-16,0 0-2 0,3 3 1 0,-3 1-3 16,3 2-1-16,-1-2-2 15,1 2 3-15,-2 2 0 0,1-2 0 16,1-1 2-16,-1-1 2 0,-1 1 0 15,1 0 0-15,0-5-2 0,-1 0 2 0,1-2-1 16,-1-1-1-16,-1-3 2 0,0 1 0 0,0-2 2 16,0-1 0-16,0 1 0 0,0-3-1 0,0 1 2 15,-1-1-2-15,-1-1-1 0,1-1-2 16,-1-1-2-16,0 0-12 0,-1 0-35 0,1-2-46 16,-1 3-47-16,-1-3-53 0,-1-1-97 0,2 2-125 15,-2-2-116-15,0 0-124 0,2 1-232 0,-2-1-211 16,-1-1-1-16,3 0 249 0,-2 2 338 0</inkml:trace>
  <inkml:trace contextRef="#ctx0" brushRef="#br2" timeOffset="190115.24">8563 7169 226 0,'0'-1'387'0,"0"0"161"0,0 1-1 16,1-1-94-16,-1 1-78 0,0 0-52 16,0 0-25-16,0 0-19 0,0 0 12 15,0 0-4-15,0 1-9 0,2-1-17 0,-2 0-14 0,0 1-20 16,2-1-42-16,-2 0-34 0,0 0-30 15,1 0-30-15,-1 0-26 0,0 0-20 0,2 0-18 16,-2 1-8-16,1-1-8 0,1 3-3 0,-2-1 7 16,4 0 5-16,-2 1 4 0,1 2-2 0,0-1 1 15,1 0-3-15,0 3-7 0,0 0-7 0,-1-2-5 16,2 3 2-16,-1 0 1 0,2-2-4 0,-2 2 5 16,0-2-3-16,1 2 4 15,-3-2-3-15,3 0-3 16,-1 1 3-16,-1-3-3 0,0 1 0 0,1-2-2 15,-3 2-2-15,1-4 4 0,1 4-4 0,-1-3-1 16,-1 1 6-16,-1-3-2 0,2 1 3 16,0-1-5-16,-1 0 4 0,1-1 1 0,-1 1-2 15,2-2 0-15,-1 1-2 0,1-2 7 16,0-2-2-16,0-1 5 0,0-1 8 0,2-2 8 0,-1 0 8 0,0-4-6 16,2 2-1-16,-1-1-3 0,0-3-9 15,0 1-8-15,1 1-5 0,-1-1 0 0,2 2 1 16,-2-2-3-16,0 3-2 0,0-1 4 0,1 0-4 15,0 2 2-15,-1-1 1 0,-2 2 4 16,2 1-1-16,0 0 0 0,-2 3 1 0,-1-1 0 16,1 1 4-16,-1 1 29 15,-1 2 19-15,2 1 15 0,-3-2 9 0,2 3 6 16,-1-1-8-16,-1 1-25 0,0-2-16 0,0 2-18 0,0 0-10 0,0 0-6 16,0 0 1-16,0 0-6 0,0 0 3 0,0 0 1 31,0-2 1-31,0 2 0 0,-1 0-3 0,-1-1-16 15,2 1-40-15,0-1-44 0,-3 1-93 16,0-4-163-16,0 2-296 0,0 2-278 0,-1-4-246 0,0 3-176 0,0 0 235 16,-2-2 547-16</inkml:trace>
  <inkml:trace contextRef="#ctx0" brushRef="#br2" timeOffset="208569.62">7750 11612 61 0,'0'-3'269'16,"1"2"137"-16,-1 0 134 0,0 0-85 16,0-4-97-16,0 5-31 0,0 0 21 0,0-2 11 0,0 2 1 15,0 0-7-15,0 0-17 0,0 0-42 0,0 0-34 16,0 0-27-16,0 0-28 0,0-2-30 0,0 2-25 15,0 0-22-15,2 0-14 0,-2 2-11 0,0 0 9 16,0 3 22-16,0 1 18 0,0 1-1 16,0 0-7-1,0 4-13-15,0-1-20 0,-2 4-32 16,2 1-24-16,0 2-13 0,0 2-11 0,0 2-4 0,0 2-5 16,2 2 0-16,0-1-4 0,-1 2-1 15,1 1-4-15,1-1-2 0,-1-1 0 0,1 1-3 16,-1 0 1-16,1-3-1 0,-2-1 0 0,4-2-4 15,-4 0 1-15,2-2-1 0,-1-1-1 16,1-2-1-16,-1 0-1 0,1-4 0 0,0 0-1 0,-1 0 0 16,0-2-1-16,-1-3 2 0,-1 0-1 15,2-2 0-15,-2 0-1 0,1 0 1 0,-1-1 0 0,0-2-1 16,0-1 2-16,0 0 0 0,-1 0 3 16,1-4 0-16,-2-2 3 0,-1-3 1 0,1-3-3 15,-1-5 2-15,0-2-1 0,-2-4 1 16,2-2-1-16,0-2-2 0,-2-3 2 0,4-3-2 0,-2 3 0 15,1-4-2-15,0 2-1 0,1-3-1 0,-1 4-1 32,2 0-1-32,0-1-2 0,-1 0 3 0,-1 4-2 15,2-1 1-15,0 1-1 0,-2 2 3 0,2 2-1 16,0 0-3-16,-1 1 0 0,-1 4 2 16,0 2 1-16,1 1 2 0,1 1 3 0,-2 4 8 0,2 1 5 15,0 3 8-15,-1-1 4 0,1 4 4 16,-3 0 1-16,3 1-4 0,-2 3-5 0,2 0-8 15,-3 3-4-15,3 2-5 0,-1 3-1 0,-1 2-2 16,0 3 1-16,2 3 0 0,-3 3-1 0,3 4-7 16,-1 2-1-16,-1 3 2 0,2 5 1 0,-2 1 2 15,2 4 3-15,0 5 8 0,0 0 10 16,0 2 1-16,2 2 1 0,-2-2-1 0,2-2-3 0,-1 0-5 16,2-5-6-16,1-4-5 0,-1-2-3 0,0-5 0 15,3-4 0-15,-3 0 0 0,-1-7-2 0,-1-1 0 16,1-4 0-16,1-3-1 0,-3-2 0 15,0 1 0-15,2-6 1 0,-2-1 1 0,-2-1 0 0,2-7 0 32,-1-2 1-32,-3-3 1 0,3-3 0 15,-3-2 1-15,1-5 1 0,-1-2-6 0,-1-2-3 0,2-3-2 16,-2-1-2-16,0-1-1 0,2-1-2 16,-2-2 5-16,-1-1 3 0,3 0 1 0,-2 0 6 15,2 1 3-15,0-2 1 0,-2 3 2 0,3-2-1 16,-2 4 0-16,2 2-5 0,-1 2-3 0,0 2-2 15,3 3 0-15,-1 4 0 0,-1 2 0 16,2 5 1-16,-2-1-1 0,2 5 1 0,0 2 0 0,0 0 1 16,0-1-1-16,0 4 0 0,0 2 0 15,0-2 2-15,0 3-1 0,0 0 1 0,0 3-1 16,0 1 1-16,0 5 1 0,2 3 0 0,-2 5 1 16,0 2-5-16,0 6-3 0,0 3-1 0,0 5-1 15,0 3-2-15,0 6 0 0,0 2 5 16,0 4 9-16,0-1 2 0,0 3 2 0,0-2 0 0,2-2 0 15,-2-2-1-15,1-4-5 0,-1-5-2 16,2-5-1 0,-1-5 0-16,-1-2-1 0,3-7 0 0,-3-1-2 15,0-5 0-15,2 0-1 0,-2-5 0 16,0-3 1-16,0-3 1 0,0-7 1 0,0-2 3 0,-2-7 0 16,2-3 1-16,-3-8-4 0,0-2-3 15,2-2-3-15,-1-7-2 0,0 0-1 0,2-4 0 16,0-2 3-16,0-1 3 0,0-1 6 0,2 1 2 15,1-1 1-15,-1 1 0 0,2 1 1 0,-1 2 1 16,2 4-4-16,-2 3-2 0,2 4 0 0,-2 2 1 16,-1 5-2-16,1 4 1 0,0 0-1 15,-1 6-1-15,2 4 0 0,-2 0 1 0,-1 4-1 16,-1 1 0-16,0 3 0 0,2 2 1 0,-2 2 0 0,0 5 0 16,0 3 0-16,0 3 1 0,0 6 0 15,0 2 1-15,-2 6 1 0,1 3 0 0,-1 5-4 16,2 5-2-16,-4 3-3 0,2 3 0 0,2 4-3 15,-3 4-1-15,3-1 9 0,2 3 6 0,-1-1 1 32,1-4 1-32,2 2 0 0,-1-6 1 0,1-3-4 15,-1-2-2-15,0-7-2 0,2-3 0 0,-2-6-1 16,0-3 0-16,2-8-1 0,-2 0-1 0,0-5 2 16,0-4 0-16,-1-3 0 0,1-4 1 15,-3-5 0-15,2-6 0 0,-1-3 1 0,-1-7 1 0,-1-4 0 16,-1-4-4-16,2-6-2 0,-1-1-2 15,-1-4-3-15,0-2 0 0,2-1-2 0,-3 0 10 16,1-1 5-16,1 3 2 0,-2-1 3 16,0 3-2-16,0-1 1 0,1 4-5 0,-1 2-3 0,1 5-1 15,-1 4 0-15,2 4 1 0,-1 5 0 0,2 3 3 16,-2 5 0-16,2 1 2 0,-1 1 0 0,1 4 1 16,-2 1 1-16,2 3-2 0,0 3-1 0,-2 3-2 15,2 5 0-15,0 2 0 0,-1 5-1 16,1 3 0-16,0 6-4 0,0 1-3 0,0 4-1 0,1 6-2 15,-1-1 0-15,2 3-2 0,0 2 9 32,-1 0 6-32,1-1 1 0,1 1 2 0,0-3-1 15,-3-5 0-15,2-1-4 0,1-4-4 0,-1-6-1 16,-1-2-2-16,1-4-4 0,1-3-9 0,-2-4-12 16,-1-2-20-16,2-5-33 0,-2-1-69 15,0-3-79-15,-2-3-147 0,1-2-264 0,-4-3-307 0,2 0-335 16,0-1-213-16,1-5 42 0,2 2 613 15</inkml:trace>
  <inkml:trace contextRef="#ctx0" brushRef="#br2" timeOffset="-203344.77">6273 10357 220 0,'2'-4'601'16,"-1"0"294"-16,1 2 113 0,-2 2-180 16,2 3-246-16,-1 1-157 0,1 4-102 0,1 2-55 0,0 4-30 15,2 1-32 1,1 6-43-16,0 1-30 0,1 2-7 0,1 3-2 15,1 3-5-15,-1 1-1 0,0-2-10 0,0 1-15 16,0-1-19-16,0-2-23 0,-2 1-13 0,1-7-16 16,-1 0-7-16,0-3-5 0,-1-3-5 0,-2-5 0 15,0 1-5-15,0-3 1 0,-1-2 3 16,-2-1-4-16,2-1 0 0,-1-3 1 0,-1-1 2 0,-1-3-2 16,-1-3-1-16,-1-3 0 0,0-3-1 0,-1-3-1 15,-2-6 5-15,-2-1 0 0,0-3 1 0,-1-3 0 16,-2-1 3-16,0-5 1 0,-2 1-2 0,-1 0-1 31,1 0 1-31,-1-1-1 0,0 2 0 0,-2 1-2 16,3 0 0-16,-1 5 0 0,1 1-3 0,2 1 1 15,2 5 1-15,1 3-4 0,3 0-3 16,0 5-5-16,2 4 3 0,3 0-3 0,2 2-3 16,1 1 5-16,3 1-1 0,4 2 4 0,2-1 0 0,1 2 0 15,1 2 4-15,4 0-1 0,1 2 0 16,-2-2 2-16,4 2 0 0,-1-2 0 0,-1 2 4 15,3-3-3-15,-1 0 4 0,-2-1-1 16,1-1 1-16,-1 0-2 0,-3-4-2 0,1 2 1 16,-2-1 1-16,-1-2-3 0,-3 1-21 0,-3 1-36 0,0 1-39 15,-4 0-45-15,-2 3-105 0,-5 0-161 16,0 3-224-16,-6 1-254 0,-1 5-248 0,0 2-177 16,-5 2 209-16,0 2 484 0</inkml:trace>
  <inkml:trace contextRef="#ctx0" brushRef="#br2" timeOffset="-203144.91">6297 10551 182 0,'11'8'413'0,"-3"-3"174"16,0-1 123-16,3-2-172 0,0-2-129 0,-1-1-50 16,2-2-5-16,1-4-8 0,-1 1-30 0,1-3-46 0,0-1-67 0,-1-2-64 15,3-3-54-15,0-1-35 16,-2-1-20-16,4-2-9 0,-2-1-9 0,0 3-31 15,-2-2-76-15,1 1-103 0,-4 5-139 16,0 2-296-16,0 4-244 0,-2 2-137 0,-1 3 85 16,-1 3 296-16</inkml:trace>
  <inkml:trace contextRef="#ctx0" brushRef="#br2" timeOffset="-202560.34">6823 10645 87 0,'7'4'494'16,"-2"-2"326"-16,-2-2 174 16,-2 0-37-16,1-4-261 15,-2-2-211-15,0-3-134 0,0-4-70 16,-2 0-41-16,2-5-46 0,0 0-53 0,0-1-35 16,0-2-20-16,0 0-4 0,0 1-5 0,2 0-9 15,-2 6-10-15,2-1-8 0,-1 3-15 0,-1 4 5 16,2 0 4-16,-2 5 14 0,3 1 16 15,1 3 5-15,-2 3 4 0,3 6-10 0,-2 2-11 16,2 0-21-16,-2 4-13 0,2 1-13 0,1-1-6 16,2 1-5-16,-2-1-7 0,2-2 2 0,-1 1-4 15,0-4 0-15,-2-1 1 0,1-3-2 0,-1-1 1 16,0 0-3-16,0-3 5 0,1-2 1 0,-3-1 1 16,2-2 2-16,0-4 4 0,-2-2 0 0,3-1-1 15,-1-3 2-15,-2-1 2 0,2 0-2 16,-2 1-2-16,0 1 0 0,2 0-2 0,-3 2-3 15,-1 1-2-15,2 3 0 0,-3-1-1 0,2 4-1 0,1-1 3 32,-2 1 0-32,1 2 1 0,-1 0 0 0,3 2 1 15,-1 1 0-15,0 2-1 0,2-2 0 16,-2 2 3-16,2-1-2 0,1-1 0 0,-3 2 0 16,2-3 1-16,-2 0-1 0,0-2-4 0,2-2 3 15,-2 0 0-15,2-4 2 0,-2-4 2 0,0-2 2 16,0-3 1-16,1 0 0 0,-3-1-2 0,2 0-3 15,-1 1-2-15,1 3 0 0,-1 2 1 0,1 1-4 16,-1 3 0-16,-1 2 1 0,2 1 1 16,0 2 0-16,-1 3 2 0,1 3 2 0,0-1 2 15,0 5 1-15,2 0-1 0,-1 1-1 16,-1 3-5-16,3-2 0 0,-3 2-7 0,3-1-38 0,-1-2-49 16,0-1-48-16,0 0-82 0,-2-3-133 0,3-1-172 15,-1 0-251-15,-2-4-230 0,0-1-208 0,2-1 20 16,-2-4 363-16,2 0 422 0</inkml:trace>
  <inkml:trace contextRef="#ctx0" brushRef="#br2" timeOffset="-202314.39">7213 10293 65 0,'1'1'471'0,"-1"-1"367"16,0 2 212-16,0 1-64 0,2-1-276 15,-2 2-226-15,1-2-164 0,1 3-100 0,2-2-57 16,0 0-44-16,0 0-41 0,0 0-29 0,0-3-22 16,3 2-12-16,-1-2-6 0,3-2-3 0,-2-3-4 15,3 1-2-15,0-4-16 0,-2 1-61 0,0-3-113 16,3-1-138-16,-3 1-263 0,3-1-277 0,-1 2-225 16,4-3-29-16,0 1 292 0,0 4 388 0</inkml:trace>
  <inkml:trace contextRef="#ctx0" brushRef="#br2" timeOffset="-201494.19">7556 10099 39 0,'3'-9'295'0,"1"-1"167"0,-2 1 135 0,1-2-37 16,0 4-188-16,1-2-125 0,0-1-61 0,0 2-3 0,0 1-1 16,2 0 3-16,-1 2 2 0,-2 1 33 15,2 1 48-15,-2 2 22 0,2 1 20 0,-2 2-8 16,3 0-27-16,-4 4-46 0,1 2-57 0,0 1-51 15,-1 2-41-15,0 3-21 0,-1 1-14 0,-1 1-10 16,2 1-4 0,-1 2-7-16,-1-3-5 0,2 0-5 0,1-3-6 15,0 0 0-15,2 2-7 0,0-5-1 16,-1-1-2-16,1-1-1 0,2-2-5 0,-1 0 3 16,2-4 1-16,0 0 0 0,1-2-2 0,-1-2 1 15,5 1 2-15,-2-4 0 0,3 1 0 16,-1-2 1-16,2 2 0 0,0-2 3 0,0 1 2 15,0 1-3-15,-1 1 0 0,0 0-2 0,-1 3 4 16,-1 0-1-16,-2 2 2 0,-3 0 2 0,0 4 10 16,-1 0 20-16,-4 3 21 0,1 0 18 0,-3 3 14 15,0 2 5-15,-3 1-6 0,1 0-9 0,-2 0-16 16,-4 1-12-16,3-2-16 0,-1 1-6 16,-1 0-9-16,-2-2-8 0,1-1-6 0,0 0-6 15,0-1 0-15,-1-3-5 0,1 0-2 0,2-2-29 16,-1-1-31-16,-2-2-31 0,3 0-28 0,1-2-41 15,-2-1-67-15,2-3-63 0,2 2-64 0,-1-4-71 16,2 2-98 0,1-3-125-16,1 2-190 0,1 0-59 15,1-2 76-15,2-1 209 0,-1 2 242 0</inkml:trace>
  <inkml:trace contextRef="#ctx0" brushRef="#br2" timeOffset="-200827.5">8104 10285 39 0,'0'-1'334'0,"-3"-1"225"0,3 1 185 0,-3-4 6 15,1 3-173-15,-1-4-125 0,1-3-76 16,1 1-38 0,-1 0-33-16,1-3-39 0,-1-2-44 0,-1 0-48 15,3 0-39-15,-1-4-30 0,1 4-25 16,0 0-21-16,0 0-17 0,0 2-12 0,1 3-13 16,-1-1-5-16,0 4-1 0,0 0 1 0,0 2 5 15,3 1 3-15,-3 4 9 0,2 1 6 0,1-1-1 16,0 9-2-16,0-3-3 0,0 3-9 0,2 1-7 15,0 1-2-15,0 0-3 0,2 0-4 0,0 0-1 16,-2-2-3-16,1-1 1 0,-1-2 0 16,1-1-2-16,0-1 2 0,-1-1-3 0,0-3 2 0,-2-2 0 15,2-1-1-15,1-4-1 0,-1 1 4 16,-2-5 2-16,3 0-1 0,-2-1-2 0,-1-1-1 16,4 0 0-16,-3 1-4 0,0 1 1 0,1 1 2 15,-2 1 0-15,1 0 2 0,-1 2 0 0,0 2-1 16,0 0 1-16,2 2 1 0,-1 2-1 0,0 1 2 15,0 1-3-15,1 1 1 0,0 1 2 0,1 0-3 32,2 3 2-32,-2-2 1 0,1 3 0 0,1-4 1 15,1 0-2-15,-1 2-1 0,0-4-3 16,1 0 0-16,-1-3 2 0,0-2-2 0,-1-2-4 16,0-5 6-16,1 1 2 0,-1-7-2 0,-1 0-1 15,-1-3 2-15,3 1-2 0,-4-2-1 0,1 3 2 16,0-1-2-16,0 3-2 0,-2 1-2 15,0 2 6-15,2 4 0 0,-2 0-3 0,-2 2 2 16,1 2 3-16,1 2 0 0,-3 2-1 0,3 2-2 16,-1 2 7-16,1 2-5 0,-1 5 4 0,1-3 1 15,3 5-2-15,-3-1 2 0,2 2-12 0,1 0-17 16,1 0-55-16,-1-1-113 0,0-2-150 0,-1 0-270 16,0-2-276-16,1-1-245 0,2-2-74 15,-2 0 295-15,1-3 439 0</inkml:trace>
  <inkml:trace contextRef="#ctx0" brushRef="#br2" timeOffset="-197762.26">8025 10858 38 0,'3'-2'390'0,"0"-3"302"0,-1 3 251 15,-2-1 43-15,2 1-220 0,-4 1-197 0,2 0-122 16,-2-2-44 0,-1 1-29-16,2 2-55 0,-4 0-54 0,2 2-37 0,-2-1-41 0,0 1-48 15,-1-1-50-15,0 2-30 0,-2 2-22 0,0 1-15 16,0 1-8-16,0 3-7 0,-1 1-1 0,2 1-5 15,1 2 1-15,1-1-3 0,2 2-1 0,3 0-2 32,0 2 0-32,3-2 3 0,0 0-4 0,1 0-1 15,0-3 1-15,1-1 0 0,4-2-4 16,-2-1-3-16,-1 0 2 0,2-4 1 0,1-1-1 16,-1-1 2-16,2-4 0 0,-2-1 6 0,1-1 0 15,-1-1 1-15,-1-3 0 0,-1-2 2 0,2 0 4 16,-4-3-2-16,1-2 2 0,-3 1 1 0,-1-1 1 15,1 0-1-15,-2-1-2 0,-2 1 0 0,1 2 4 16,-1 3 1-16,1-1 8 0,-3 2 8 0,3 2 8 16,-1 3 6-16,-1-1-2 0,0 2 1 15,0 1-6-15,2 2-10 0,-1 2-8 0,0 0-9 0,1 2-3 16,1 2-4-16,1 5-2 0,1-3-1 16,1 4-1-16,3 3 2 0,-1-5 0 0,1 5-1 15,-1 0 3-15,3-3-1 0,0 2 0 0,0-1 0 16,-2 0-1-16,2-1-6 15,1 0-26-15,-2-2-53 0,-1 1-53 0,1-3-72 0,-3-1-127 0,2 1-162 16,-3 1-242 0,1-4-237-16,-1 1-222 0,2-1-73 0,-2-2 303 0,3-1 448 0</inkml:trace>
  <inkml:trace contextRef="#ctx0" brushRef="#br2" timeOffset="-197526.41">8311 10974 334 0,'2'2'600'0,"1"2"229"0,0 0 129 0,-1 2-212 16,1 3-149-16,-1-1-128 15,-1 1-74-15,1 1-61 0,1 4-84 0,-2 1-84 0,-1-1-65 16,2 4-40 0,-1-2-29-16,1 0-18 0,-2 2-7 0,3-2-4 0,-3 1-2 0,2-3-3 15,0-1-9-15,-1-1-27 0,-1-4-88 0,2-1-123 16,-2-5-148-16,-2 3-256 0,2-5-279 0,0-7-216 15,0 0 40-15,0-5 326 0,2-4 375 16</inkml:trace>
  <inkml:trace contextRef="#ctx0" brushRef="#br2" timeOffset="-197142.34">8405 10619 244 0,'1'-7'628'0,"2"0"327"15,-3 2 151-15,0 2-215 0,0 0-257 0,0 3-185 0,-1 2-132 16,-1 1-95-16,2 1-73 0,0 4-54 0,0 2-41 16,3 6-20-16,-3 0-8 0,5 5-8 15,-2 4-4-15,5 5-3 0,-2 3-1 0,2 0-1 16,2 4-9-16,2 1 0 0,-2-2 0 0,1-1 0 16,3-4 0-16,-2-4-2 0,1-6 0 0,0-4 5 15,0-4-4-15,-2-4 0 0,0-6 2 0,-2-3 1 16,-1-5 3-16,-1-2-2 15,-2-4 0-15,-2-3 4 0,-3-2-5 0,0 0 5 0,-2-1 14 0,1 0 41 32,-3 2 59-32,-2 2 29 0,1 0 20 0,-4 1-2 15,1 3-18-15,-2 1-27 0,1 0-39 0,-2 2-27 16,3 1-17-16,0 3-9 0,-1 0-6 16,2 0-13-16,1 4-7 0,1 0-5 0,3 4-6 15,-1-1-2-15,3 5-1 0,2-2-12 0,-1 2-31 16,3 1-50-16,1 2-46 0,-1-1-60 0,1 1-108 15,3-1-136-15,-4-2-162 0,3 1-240 0,-1-1-234 16,1-3-144-16,2-1 162 0,-1-4 401 0</inkml:trace>
  <inkml:trace contextRef="#ctx0" brushRef="#br2" timeOffset="-196945.19">8708 10875 174 0,'3'3'581'0,"-3"1"317"0,2 4 160 16,-2 1-128-16,0 1-270 0,0 5-209 0,0-2-138 16,0 3-73-16,0 3-65 0,0 1-61 0,0 0-49 15,2 3-32-15,-1-1-14 0,2 2-11 16,-1-4-6-16,3 1-3 0,-2-1-13 0,3-3-42 16,-1 0-82-16,-2-4-111 0,0-5-127 0,2 0-207 15,-2-4-278-15,-1-1-191 0,-1-4 16 0,1-3 251 16,0-2 329-16</inkml:trace>
  <inkml:trace contextRef="#ctx0" brushRef="#br2" timeOffset="-196643.98">8903 10787 398 0,'-2'-3'848'0,"-1"1"319"0,0 2 23 0,-1 0-277 16,-3 1-240-16,2 3-179 0,0 2-130 15,-1 2-86-15,-1 1-54 0,-2 3-62 0,3 2-56 16,-1 1-43-16,3 0-23 0,-1 1-15 16,2 1-10-16,1 1-7 0,2-1-4 0,0 2-5 15,3 0 0-15,0-2-2 0,1 0-1 0,2-3-3 0,-1-2-32 16,4 0-57-16,-1-3-54 0,0-1-94 15,2-2-151-15,0-2-269 0,2 1-278 0,-1-3-222 16,3 3-157-16,2-4 182 0,1 2 498 0</inkml:trace>
  <inkml:trace contextRef="#ctx0" brushRef="#br2" timeOffset="-195827.94">9348 11016 123 0,'-2'-2'380'0,"-2"2"208"16,3 0 164-16,-2 2-78 0,-1 0-119 15,3 0-80-15,-2 2-62 0,1 0-54 0,0 3-52 16,-1 1-79-16,1 0-70 16,1 3-62-16,-1 1-38 0,1 1-26 0,1 1-16 0,-3-1-11 0,3 1-2 15,3 0-2-15,-3-3-1 0,1 2-18 16,1-3-50-16,-2-1-82 0,1 0-101 0,1-3-117 16,0 0-179-16,-1-3-262 0,1-1-134 0,-2-2 48 15,3-4 218-15,0-2 278 0</inkml:trace>
  <inkml:trace contextRef="#ctx0" brushRef="#br2" timeOffset="-195212.57">9523 10734 355 0,'1'-6'687'16,"1"4"244"-16,-1 1 81 0,-1 1-259 16,0 1-219-16,0 2-152 0,0 2-84 15,0-1-51-15,0 4-56 0,-1 1-53 0,1 0-50 16,0 1-35-16,0 3-21 0,0 0-12 16,0 1-8-16,-2-2-5 0,2 5 0 0,-3-2-5 15,1 2-2-15,-1 1-1 0,0 0 1 0,-2-1 0 16,0 0-1-16,-1 2 0 0,0-3-1 0,1-2 1 15,-1 1 2-15,1-2 1 0,-3-4-1 0,2-1-2 0,1-1 2 16,-1-5-1-16,1 0 0 16,0-2-5-16,1-3 1 0,1-3 3 0,-1 0-3 0,3-1 2 15,1-2-2-15,0-1 3 0,1 0 1 16,1 1 0-16,1-1 0 0,0 1 0 0,3 0-1 16,-1 0-2-16,0 3 2 0,1 0-1 0,2-1 2 15,1 5 1-15,0-2-1 0,0 2 0 0,2 2-1 16,0 2 0-16,2 2 1 0,-1-2-1 15,1 1 0-15,0 1-2 0,-1 0 1 0,1 1-3 0,0-2 2 16,-2 0-1 0,3 0 1-16,-3-2 3 0,-1-1-2 15,0 0-3-15,-3-1-2 0,1-1-1 0,-2 1-7 16,2-1-35-16,-5-1-83 0,-1 2-134 16,-1 0-208-16,-2-1-285 0,-1 0-255 0,2 2-146 15,-2 2 151-15,-1-2 410 0</inkml:trace>
  <inkml:trace contextRef="#ctx0" brushRef="#br2" timeOffset="-194859.76">9869 10989 175 0,'7'4'484'0,"-5"2"250"0,3 3 190 16,0 2-84-16,0 1-171 15,-1 1-144-15,2 2-89 0,-1 2-67 0,-2 2-84 16,2 2-91-16,-2 0-74 0,2 0-51 15,-2 2-34-15,1-4-19 0,0 0-8 0,-1-1-4 16,0-2-6-16,-1-1-14 0,1-2-30 16,-3-1-101-16,0-4-142 0,-1 3-224 0,-3-4-282 0,3-1-261 15,-1 0-167-15,-1-5 191 0,1-1 438 0</inkml:trace>
  <inkml:trace contextRef="#ctx0" brushRef="#br2" timeOffset="-194211.2">9959 10884 293 0,'2'0'605'16,"-2"1"232"-16,0 3 103 0,1 0-189 15,2 2-191 1,0 2-129-16,0 3-73 0,-1 2-49 0,3 1-43 15,0 5-72-15,0 1-69 0,-1 3-46 0,4 1-25 16,-2 2-15-16,-1 1-18 0,2 3-9 0,-1-2-5 16,3-1-3-16,-3 0-3 0,1-2-3 0,-1-1 2 15,2-3-3-15,-3-3 2 0,1-3 0 0,-1-2-8 16,-2-3-4-16,0-4-6 16,-1-2-6-16,1-4-8 0,-3-4-4 0,-3-4 1 0,1-3 7 15,-1-4 5-15,-2-3 10 0,-1-2 9 0,-1-4 3 16,0-3 8-16,-3-2-6 0,2-3 0 0,0-3 1 15,-2-1-3-15,1-3-5 0,3-1 0 0,-2 2-1 16,1-1-1-16,2 1-2 0,1 3 2 0,1 5 1 16,2-1 1-1,-1 5 3-15,2 4 0 0,0 3 4 16,0 2 1-16,0 5 3 0,3 0-2 0,-3 3-1 16,2 2 1-16,-1 2-2 0,1 2 1 15,0 1 5-15,-1 2 5 0,1 2 2 0,1 3 6 0,-1-1 3 16,-1 4 4-16,2 0-7 0,-3 3 4 0,3 1-4 15,-3-2-2-15,0 5-2 0,2-4-4 16,-1 1-1-16,1 0-6 0,0-2 3 16,1 2-4-16,0-2-3 0,2-1-1 0,0-2 3 0,2 1 0 15,1-2-3-15,0-2 0 0,5-1 2 0,-2-1-1 16,3-4-1-16,2 0 1 0,-2-2 0 0,0 0-5 16,-1-2-1-16,1 1 1 0,-3 1-3 0,-4 0-1 15,-1 0 3-15,-1 3 0 0,-4 1 7 16,-1 1 7-16,-3 3 13 0,-1 0 18 15,-3 3 20-15,-1 5 39 16,-3 2 30-16,-1 1 12 0,0 4-2 0,-2 1-13 0,3 1-19 0,-2 1-34 0,1 1-29 31,4-1-22-31,0-1-15 0,0-1-41 0,5-4-54 16,-2 0-69-16,5-5-139 0,0-2-195 0,0-4-307 16,5-3-269-16,0-2-221 0,1-4-8 0,2-1 435 15</inkml:trace>
  <inkml:trace contextRef="#ctx0" brushRef="#br2" timeOffset="-193960.32">10321 10926 120 0,'3'11'619'16,"0"1"401"-16,-1 3 162 0,2-3-103 15,-4 5-369-15,2 2-259 0,1 1-128 0,-1 4-72 0,1 1-58 0,-1 0-43 16,1 0-30 0,0 1-32-16,0-2-41 0,0-2-25 15,1-1-34-15,0-2-41 0,1-3-71 0,-2-4-149 16,0-2-220-16,0-1-296 0,-1-3-270 16,1-3-227-16,-1-5 37 0,1-1 485 0</inkml:trace>
  <inkml:trace contextRef="#ctx0" brushRef="#br2" timeOffset="-193394.77">10419 10768 169 0,'-1'-3'653'15,"-1"2"376"-15,0 1 114 0,-1 0-170 16,3 1-321-16,0 2-253 0,0 0-151 15,2 2-83-15,1 3-47 0,2 2-35 0,2 0-32 16,3 2-19-16,0 2-19 0,3-1-7 0,2 2-4 16,2 3-2-16,1 0-2 0,2 0-2 0,1 3 1 15,-2-1 2-15,4 1 0 0,-1-1-1 0,-1 2 5 16,0-3 3-16,-1 2 2 0,-4-3-3 16,1 1-2-16,-4-2 0 0,-2 1 1 0,-1-2 1 15,-4 2 25-15,1-2 59 0,-3-1 60 16,-1 1 34-16,-3-3 10 0,0 2-4 0,-3-2-22 0,0-3-43 15,-2-1-43 1,0-3-31-16,-1-1-17 0,-2-4-11 0,-1-2-10 0,-1-3-8 0,-1-3-4 0,-1-5-1 31,2-2-1-31,-1-5 0 0,0-2-1 0,1-3 2 16,2-4-1-16,1 0 0 0,0-1-1 0,4-3 2 16,-2-1 2-16,2 3-2 0,3-4 2 0,-2 2 0 15,4 0 1-15,0 1-3 0,1 3-1 0,0 0 1 16,4-2-3-16,-3 5-14 0,4 1-42 15,-2 1-56-15,-1 3-59 0,0 2-116 0,-2 1-173 16,2 4-268-16,-1 0-263 0,1 1-221 16,-2 2-111-16,2 0 291 0,-2 1 499 0</inkml:trace>
  <inkml:trace contextRef="#ctx0" brushRef="#br2" timeOffset="-191511.74">7563 11635 125 0,'0'-1'392'0,"0"1"229"16,0 0 196-16,0 0-78 0,0 0-122 0,0 1-88 15,-1 1-66-15,1 1-67 0,-3 0-64 0,3 0-77 16,0 1-70-16,0 4-50 0,0-1-33 0,0 4-16 16,4 0-9-16,-2 5 14 0,1 2 23 0,0 3 16 15,-1 1 10-15,0 5-5 0,-1 3-9 0,1 3-20 16,-2 4-24-16,0 5-27 0,1 1-19 0,-1 0-8 0,2 0-5 16,0 0-9-16,1-4-3 0,0-3-4 15,3-7-4-15,-1-1-1 0,-2-9-6 0,0-1-1 16,0-3-4-16,1-7 3 0,-1-3 1 0,-2-4 1 15,1-6 4-15,-2-4 0 0,2-6 1 0,-2-4-3 16,0-3 2 0,0-4 1-16,0-3 2 0,0-1 3 15,2 0 3-15,-2-1 3 0,0 1-5 16,2-1-2-16,-2 0-2 0,3 1-2 0,-1 0-1 16,1 1-3-16,0-2 3 0,0 1 1 0,2 1-1 15,-3 4 1-15,1 0-1 0,-1 2 1 0,-1 1-3 16,-1 4 1-16,3-1 3 0,-1 5-3 0,-2 0 1 15,1 2 0-15,-1 2 4 0,0 2 1 16,2 2 5-16,-2 2 4 0,1 0 9 0,-1 1 5 0,0 2 2 16,0 1-1-16,2 4-4 0,-2 3-1 15,0 2-7-15,0 4-2 0,0 4-3 0,0 3-1 0,-2 8-4 16,2 3-2-16,-1 5 1 0,-1 6-5 16,1 7-2-16,-1 3-3 0,-1 3 1 0,2 4 2 15,1 0 1-15,0-3 1 0,1 0 2 0,2-4-3 16,0-5-2-16,0-6-20 0,2-4-61 0,-2-7-67 15,1-6-119-15,-1-4-181 0,-1-7-307 0,-1-5-322 16,-1-1-250 0,0-6-123-16,-1-2 365 0,-1-2 577 15</inkml:trace>
  <inkml:trace contextRef="#ctx0" brushRef="#br3" timeOffset="-172568.29">1027 1789 233 0,'0'0'578'0,"0"0"313"0,0 0 163 0,2-3-196 16,-2 3-236-16,0 0-150 0,0 0-110 15,0 0-71-15,0 0-35 16,6 6-34-16,0 4-29 0,4 7-23 0,-2 0-24 0,4 5-16 0,3 7-30 0,0 5-14 15,2 5-14-15,0 4-11 0,-1 4-8 0,4 1-10 32,-3 0-9-32,-1 0-13 0,0-3-6 15,2 0-2-15,0-4-2 0,2-5-4 0,-3-3-2 0,0-6-1 16,-4-4-1-16,-2-6-1 0,-2-2-1 0,-1-3 0 16,-3-4 2-16,-2-1 2 0,-1-3 6 0,0-4 4 15,-4-7 3-15,-1-2 1 0,-2-6-3 0,-3-4-1 16,-6-4-3-16,-1-4 0 0,-2-3 5 0,-2-3-4 0,0-3 2 15,-3-3-3-15,1-2-3 0,-4-2-3 16,0-2-9-16,1 0 3 0,-1-1-1 0,3 0-1 0,0 3-2 16,1 0 4-16,5 2-3 0,2 4-1 15,1 0 0-15,5 6 2 0,-1 4-1 0,6 3-3 16,0 3 0-16,1 4 2 0,2-1 0 0,2 6 0 16,1 1-1-16,3 0 3 0,2 1 0 0,2 3 1 15,1-1-1-15,3 2 1 0,0 1 1 0,3-1 0 16,1 4 3-16,1-2-2 0,1 4 9 15,1-1 1-15,1 1 2 0,-2 1 1 0,3-1-2 0,2 1 4 32,0 2-8-32,-1-3-2 0,0 1-6 0,-5 0-4 15,0-1 4-15,-3 1-1 0,-1-1 1 0,-2 0-6 16,-2 0 8-16,-1 0 4 0,-2 0-4 0,-2 0-9 0,-2 0-22 16,-2 0-41-16,-4 0-61 0,-2 0-81 0,-4 2-159 15,-3 1-200-15,-3-1-302 0,-1 5-261 0,-3-1-212 16,0 4 23-16,-6-2 499 0</inkml:trace>
  <inkml:trace contextRef="#ctx0" brushRef="#br3" timeOffset="-172347.89">1013 2014 273 0,'8'12'461'0,"0"-3"160"0,3 0 168 0,0-1-154 15,5-3-89-15,0-1-35 16,1-1-24-16,1-3-33 0,2-1-89 0,2-3-99 0,0-2-81 0,4-3-59 0,-1-4-40 31,2-1-29-31,-1-4-23 0,1 1-9 0,-1-5-7 16,-1 1-4-16,2 2-4 0,-2-2-2 0,2 3-33 15,-3 1-78-15,-3 2-147 0,-3 2-229 0,-3 1-281 0,0 1-290 16,-3 4-199-16,-2 1 92 0,-2 2 474 0</inkml:trace>
  <inkml:trace contextRef="#ctx0" brushRef="#br3" timeOffset="-171216.95">1775 1776 33 0,'-2'-11'325'0,"-4"3"259"15,5-3 252-15,-1 4 46 0,1 1-128 0,-1 0-126 32,-1 0-88-32,1 2-37 0,1 1-47 0,1 2-71 15,1 1-73-15,-1 0-58 0,0 0-51 0,2 0-61 16,-2 0-46-16,0 1-28 0,1 1-22 0,-1 1-12 0,2 1-11 16,-2 5-7-16,2 5-7 0,1 5-4 0,0 4 0 15,1 2-2-15,3 4 0 0,-1 4-1 0,1 1 0 16,1 5-2-16,1 2 0 0,2-1 3 0,-1 1-2 0,0-3 6 15,2 0-3-15,0-2 0 0,-1-3-2 0,1-4-3 16,0-4 0-16,-1-2-8 0,-1-7 4 0,2-1 0 0,-2-5 7 16,1-2 5-16,1-3 1 0,0-5-1 0,-2-2 0 15,2-7 1-15,-3-1-6 0,2-4-2 0,-3-2 2 0,2-1 1 16,-1-1 2-16,-1 0-1 0,0 2-1 0,0 1-2 0,-2 3-3 16,2 1 0-16,-2 4-3 0,-1 1 0 0,2 2 2 15,-1 3 2 1,3 2 1-16,2 3 4 0,-1 3 2 0,2 2 0 15,3 5-2-15,0 0 0 0,-2 2 0 16,3 0 0-16,0 2 0 0,-1-3 2 0,0 0 0 16,2-1-7-16,-1-2-6 0,0-2-3 0,-2-1-4 15,2-7 8-15,-2 1 3 0,0-6 8 0,-1-2 4 16,1-5 5-16,-3-7-2 0,-1-3-10 0,-1-5-5 0,-1-8 3 16,-3 2 7-16,-2-5 9 0,-3-1 16 0,-2 0 15 15,-1 1 12-15,-5 2 5 0,-1-2-3 0,-4-1-5 16,-2 4-8-16,-1-4-11 0,-5 1-9 0,0 0-7 15,-2 0-1-15,-1 1-3 0,-1 3-2 0,4 2-1 0,-1 3-2 16,3 1-2-16,1 7-6 0,3 1-3 0,5 2-1 16,1 5-4-16,0 2-1 0,2 2-6 0,4 1-6 0,1 2-12 15,2 3-17 1,4 2-30-16,0 3-70 0,3 2-86 0,2 1-172 0,-1 2-282 0,3 0-320 0,1 3-353 16,0 1-203-16,3-2 166 0,0 1 702 0</inkml:trace>
  <inkml:trace contextRef="#ctx0" brushRef="#br3" timeOffset="-170467.15">2722 1611 90 0,'0'-8'409'0,"-1"1"270"0,1 2 206 0,-2 1-52 16,1-1-165-16,-1 2-107 0,2 0-97 15,0 0-66-15,0 1-50 0,0 1-57 0,2 1-71 0,-2 0-72 16,0 0-46-16,1 1-35 0,2 3-3 0,3 3 6 16,2 5 5-16,0 3 0 0,2 4 2 0,4 5-2 0,0 4-9 15,2 2-16-15,0 4-7 0,1 0 0 0,2 2 4 16,-1 3 1-16,0 2-13 0,0-3-9 0,-1 1-3 15,1 0-6-15,-1-3-12 0,-2 0-4 16,0-4-1-16,-2 0-4 0,-2-2 0 0,0-3 4 0,-3-4 1 0,1-3 2 16,-4-2-3-16,-2-3-9 0,-1 0-47 15,-2-5-58-15,-2-3-83 0,-4-2-146 0,-2-2-211 16,-3-3-307-16,0-3-261 0,-5-2-210 0,3-4 53 0,-4-1 472 16</inkml:trace>
  <inkml:trace contextRef="#ctx0" brushRef="#br3" timeOffset="-170243.95">2820 2011 162 0,'8'-1'436'0,"-2"1"201"0,1 0 177 0,2 0-73 16,2 3-110-16,-1 0-97 0,2 1-62 0,1 1-47 0,0 1-85 16,1-2-78-16,0 2-71 0,2-1-56 0,0-1-30 0,3 3-18 15,-2-5-3-15,1 0-21 0,-1 1-27 16,1-3-11-16,0-1-11 0,-3-3-1 0,2 0-2 15,-4-2-2-15,2-4 1 0,-2 0-23 0,-2 0-36 16,-3-4-120-16,-3 1-177 0,-2-1-291 0,-5-1-287 16,1 2-273-16,-6-1-151 0,1-1 328 0,-3 1 532 0</inkml:trace>
  <inkml:trace contextRef="#ctx0" brushRef="#br3" timeOffset="-169983.8">2939 1474 332 0,'3'-5'800'0,"-2"-1"294"0,-1 2 14 16,2 2-296-16,1 2-300 0,0 0-209 0,2 0-110 0,0 2-41 15,1 3-23-15,5 1-7 0,-1 2 22 0,1 2 34 16,5 2 3-16,1 2 6 0,2 5-5 0,0 0-5 16,2 4-25-16,1 2-45 0,1 3-25 0,-1 4-19 15,-1 3-6-15,1 1-9 0,0 2-10 0,-2 1-7 0,-2 4-6 16,0 0-11-16,1-1-7 0,-4 0-3 0,0 0 0 15,-1-1 4-15,-3-2 3 0,0-1 0 0,0-5 1 0,0-1-2 16,-3-2-14-16,-1-3-48 0,0-1-67 16,-2-5-91-16,-2-1-172 0,-1-3-298 0,-1-2-316 15,1-3-300-15,0-3-192 0,1-4 193 0,-1-4 641 16</inkml:trace>
  <inkml:trace contextRef="#ctx0" brushRef="#br3" timeOffset="-168842.45">3538 1588 108 0,'-3'-7'439'0,"-2"1"299"0,2 0 236 15,-3 1-24-15,1 2-207 0,2-1-170 16,0 0-109-16,1 3-66 0,-1 0-44 0,1-1-73 16,-1 2-58-16,3 0-43 0,-2 0-38 0,2 0-42 15,0 0-44-15,2 0-29 16,-2 2-14-16,1 0-8 0,4 3-13 15,-1 3-4-15,2 2-3 0,2 3 0 0,4 5 1 16,-2 1 1-16,6 5 10 0,-2 1 6 0,5 3 7 16,0 6 3-16,1 0 11 0,2 5 18 0,1 0 5 15,-1 1-1-15,-2 3-7 0,2-1-3 0,-4-3-12 0,-1-2-16 16,-1-2-7-16,0-4-1 0,-3-2 0 16,-1-4 2-16,-1-4 0 0,-3-3 0 0,-1-3 0 15,-1-3 10-15,-3-2 12 0,0-4 14 0,0-1 18 16,-3-2 11-16,0-3 2 0,-3-3-8 0,-2-4-10 0,-2-7-11 15,-1-2-14-15,-2-5-15 0,-1-7-8 0,-3 1-6 16,1-9-1-16,-4-1-4 0,0-2-2 0,-1-4 3 16,-4-4 4-16,3 1 2 0,-3-2-1 0,1 0 1 15,2 0-1-15,-3 1 3 0,5 4 0 16,1 2 1-16,0 6 0 0,3 1 1 0,1 6 5 16,2 2 2-16,2 6 3 0,0 3 1 0,2 5 2 0,3 1-2 0,0 2-2 15,0 1-6-15,1 4-2 0,1 1-3 0,-1 0-2 0,2 2-1 16,0-1 0-16,0 4 0 0,3-1 0 0,0 4 0 15,2 2 1 1,4 6-2-16,-1 0 1 0,2 2 1 0,4 3 1 16,-3 0 3-16,4 3-1 0,0 2 1 0,1 0 0 0,1 4 1 0,1-2-2 15,-1 0-1-15,-1 0 1 0,0-2 0 0,1 1-1 16,-1-5 0-16,0 1-1 0,-2-4 0 0,0-4 0 16,-1 0 0-16,-2-5 0 0,3-2-3 0,-4-4 2 15,2-2 0-15,-2-5 0 16,0-3 0-16,0-5 2 0,-3-1 1 0,-1-4 7 15,-1-5 2-15,0 0 3 0,1-1-1 16,-5 0 0-16,1 2 3 0,-2-1-7 0,-2-2 4 16,-2 4 3-16,-1-2 6 0,0 3 3 0,1 0-4 0,-1 1 3 0,0 4-8 15,-1 3-7-15,1 2-1 0,2 2 0 0,1 3 1 16,1-1-4-16,1 5-3 0,0 2-2 0,3 1-1 16,0 7-2-16,6 2 1 0,-1 7 1 0,4 3 7 15,1 5-1-15,2 1-6 0,1 6-2 16,1 3-1-16,0 1-2 0,1 4 0 0,1 1 3 0,1 2 3 0,0-1 0 15,0 2-1-15,-1-2-1 0,0 0-1 16,1-2-1 0,-2-3-1-16,1 1 0 0,1-1-8 15,-4-5-23-15,0 0-51 0,-2-4-76 0,-4 0-133 0,-1 0-278 16,-1-3-310-16,-1 1-363 0,-1-3-318 16,0 2-39-16,-1-2 605 0</inkml:trace>
  <inkml:trace contextRef="#ctx0" brushRef="#br3" timeOffset="-162768.23">2085 11618 199 0,'-5'2'395'15,"-1"1"194"-15,1-1 85 0,0-1-107 0,2 1-76 0,2 1-13 16,-1-1-19-16,0-1-30 0,1-1-53 15,1 1-56-15,-2-1-60 0,1 0-71 0,1 0-56 16,-2-1-43-16,2 1-28 0,0 0-23 0,-3-1-6 16,3 1-7-16,0-2-6 0,0 2-4 0,3 0-2 15,-3 0 0-15,0 0-3 0,2 0-3 0,-2 0-6 16,1 0 0-16,-1 0 1 0,0 0-4 0,2 0 0 16,-2 0 1-16,1 2-1 0,1-2 0 0,1 1 0 15,-1-1 3-15,3 0 8 0,1 1 45 0,2-1 28 16,1 2 13-16,-1-2 2 0,2 2 18 0,2-2 9 15,-2 1-30-15,2-1-15 0,1 0-11 0,-2 0-1 0,3 0-22 16,-1 0-18-16,1 0-9 0,-1-1-7 0,1 1-12 16,0-2-5-16,2 0-4 0,-3 2 1 0,1-1-5 15,0 1 2-15,-1 0 5 0,3-1 1 0,-3 1 5 16,0-2 0-16,2 2 0 0,-1 0 0 0,-1-2 2 16,0 2 1-16,1-1 2 0,-2-1 5 0,2 1 6 15,-1-1 2-15,1-1-3 0,-1 2-1 0,0-2-1 16,-1-1-5-16,0 1-3 0,0 2-4 0,-1-1 3 31,0-3-1-31,2 3 0 0,-2-1-1 0,-1 0 1 16,0 2 2-16,2-2-1 0,-3 1-1 0,2-1 2 15,0 0-1-15,0 2-1 0,-1-3-3 0,-1 3-1 0,1-1 3 16,1 0-2-16,-2 0 0 0,-1 1 0 16,3-1 3-16,-3 2 6 0,2-1-4 0,-1 0 6 15,1 1 2-15,-2-2 1 0,2 2 1 0,-2 0-6 16,2-2 2-16,-2 2-4 0,3-1-3 0,-3 1-4 15,3 0-1-15,-2-1-4 0,1 1 2 0,0-2 0 16,0 2-3-16,0 0 1 0,0-2 2 0,0 2 0 0,0-1 2 16,1 1-2-16,0-2 4 0,-1 1-1 0,1-1 0 15,1 2 2-15,-2-1-2 0,1-1 0 16,0 2-1-16,0-1 2 0,3 0-1 0,-3-1 2 16,1-2-1-16,0 4 3 0,1-3 1 0,-2 2-2 0,3-1 1 15,-1-3-1-15,1 5 1 0,0-2-1 0,0 0-2 16,-1 0-1-16,3 2 2 0,-2-2 0 0,0 1-1 31,0 1 3-31,2-2-1 0,-2 2 2 0,1 0 0 16,1 0-1-16,-2 2 1 0,2-2-3 0,-2 0 1 15,0 1-1-15,0-1-2 0,0 2 1 0,-1-2-1 16,1 0 1-16,-1 0 0 0,-2 0-2 0,3 0 2 16,-4 0 1-16,4 0-4 0,-3 0-1 0,0 0 1 15,0 0 2-15,0 1-2 0,2-1-1 0,-2 1 4 16,-1-1 0-16,2 0-2 0,-2 2-1 0,1-2 1 15,0 0 1-15,-2 2-2 0,3-2 4 0,-2 2-2 16,1 1 0-16,-1-1 1 0,2-1 0 0,0 2 0 16,-1-1-3-16,0 0 3 0,0 0 0 0,1-1-2 15,1 0-3-15,-3 1 0 0,4-1 2 0,-3-1-2 16,0 2-1-16,3-2 2 0,-1 1 2 0,1-1 0 16,-1 0 0-16,1 0 1 0,0 0 3 0,0 0-2 15,1 0 2-15,0 0 0 0,0 2 1 0,0-2 2 16,0 1-3-1,2 1 2-15,-1-2 2 0,1 3-2 16,1-2-2-16,1 1 0 0,-2-2 2 0,2 2-2 16,1-2 0-16,0 0-2 0,2 0 3 15,-2 0-1-15,1-2-2 0,1 0 0 0,0 0-1 16,-1-2 2-16,1 1-2 0,0 0 0 0,1 0 0 16,0-1-2-16,-1 0 1 0,0 0-3 0,2 2-2 15,-2-3 2-15,0 1-1 0,2 2 1 0,-1-1 1 16,0 1 0-16,-1-1-1 0,1 2 2 0,1-2-1 15,-1 1 0-15,0-1 0 0,-1 1 3 16,2 1 1-16,-3-1-1 0,1 0 0 0,0 0 2 16,-2 1 0-16,2-2 0 0,0 2 1 0,-1-1 0 15,0 0 0-15,1 1-1 0,0 0 1 0,-3-1-1 16,3 0 0-16,0 2 0 0,-1-1-1 0,-1 1 1 16,2 0 1-16,-1 0-2 0,-2 1 0 0,1-1 0 15,0 2 0-15,-2-2-1 0,0 0-2 0,-1 0 2 16,2 2-1-16,-3-2 2 0,1 1-2 0,-1-1 0 31,3 0 2-31,-3 1-4 0,1-1 4 0,1 0-2 16,-1 0 1-16,2 0-1 0,-3 0-3 15,1 0 1-15,-1 0-1 0,3 0 0 0,-3 0-1 16,1 0 2-16,-1 0 2 0,2 0 2 0,0 0 1 16,-2 2 1-16,3-2 1 0,-3 2-3 0,3-2 2 15,-3 0-1-15,1 1 0 0,-1-1-2 0,3 1 1 16,-2-1 3-16,-1 2-1 0,1-2-1 15,0 0 0-15,0 1 2 0,-1-1-3 0,1 0 1 0,-2 2 0 16,2-2-1-16,-1 0-1 0,1 1-1 0,-1 0 1 16,1 1 0-16,0-1 0 0,-1 1 2 15,2 0 1-15,-4-1 1 0,3 2-1 0,-1 0-2 16,1-1 1-16,-2-1-1 0,2 1-2 0,-1-1 0 16,0 1 1-16,-2 0-2 0,3 0 1 0,-2-2-2 15,2 2 1-15,-3-2-1 0,2 2 2 0,0-2 1 16,1 3-2-1,-1-3 1-15,3 0 1 0,-2 0-1 16,1 0-2-16,1-3-2 0,-2 3 4 0,2 0-3 16,0-2 1-16,0 2-1 0,0 0 4 0,0 0 2 15,2 0-3-15,-1-2 3 0,-1 0-2 16,0 2 3-16,3-1-1 0,-3 0 1 0,2-2 0 16,-1 1-2-16,0 1 1 0,0 1-1 0,2-2-1 15,-1 2 0-15,-1-1 3 0,2 1-2 0,-1-2 2 16,1 2-3-16,0 0 0 0,0-1 2 0,-1 1-1 15,1 0 0-15,0 0-1 0,-1 0 0 0,-1 0 1 16,1-2-2-16,-2 2-1 0,1 0 2 16,-1 0 1-16,-1 0-1 0,0-1-1 0,0 1 2 15,-1 0 0-15,-1-2-2 0,3 2-3 0,-3-2 0 16,0 2 1-16,-1 0-2 0,1 0 2 0,0 0 1 16,-3 0 0-16,1 2 2 0,0-2-1 0,-1 2 0 15,1-2 0-15,1 0 1 0,-2 1 2 0,2 1-3 16,-1-1 2-16,0 1-1 0,2-1 1 0,-2 1-1 15,-1 1 1-15,3-2 0 0,-2 1-1 0,0 0 2 32,1 0 1-32,0 0 0 0,0-2-1 0,0 2 1 15,1 1 1-15,0-1 0 0,-2-1-2 16,2 2 2-16,0-3 0 0,1 2-1 0,-1 0-1 16,3 0 0-16,-2 0-1 0,1 1 1 0,1-1 0 15,-2 1 0-15,2 0-2 0,0 0 1 0,-3 0 2 16,4-1-4-16,-4 0 1 0,3 1 1 0,-3-1 1 15,1 0-3-15,2 0-1 0,-3-1 2 0,1-1-2 16,0 2-1-16,0-2 1 0,-1 0 2 0,1 0-3 16,-1-2-1-16,0 2 3 0,-2-1-2 15,3-1 1-15,-2 2-1 0,2-2 2 0,-3 0-2 16,2 1 0-16,-2-1 2 0,2 1-2 0,-2 0-1 0,0-1 2 16,1-1 2-16,0 2 2 0,-2-1-1 15,3 2-1-15,-3-2 2 0,1 1-2 0,-2-1 0 16,1 2 0-16,1-1 0 0,-2-1 1 0,0-1 0 15,2 2 0-15,0 0 0 0,-2-1-3 0,0 0 2 16,2 0-1-16,-1 2 3 0,1-3 0 31,-1 1 0-31,1-2 0 0,-1 2 0 0,0 0-1 0,1-1-2 16,0 2 1-16,0-2 0 0,-1 0 2 16,2 1 3-16,0-1 0 0,1 2 0 0,-2-1-2 15,2 1 0-15,-2-3-2 0,2 3-1 0,-2-1-2 16,2 1 1-16,-2 0 2 0,-1-2-1 0,3 0-1 15,-2 2-2-15,0-1 2 0,2 0-1 0,0 0 1 16,-2 0-1-16,2-1-1 0,-2 1 2 0,3-1-1 16,-2 0-2-16,2 2 0 0,-3-2 2 0,4 1 2 15,-1 0-2-15,-1-1 2 0,1 1-1 0,-3 1 1 16,2-4-2-16,0 5 1 0,1-2 1 16,-2 0 0-16,0 0 1 0,1 0 2 0,1 1 1 15,-4 1-2-15,3-2 1 0,-2 2-1 0,2-1-1 16,-2 1-1-16,0 0-1 0,-1 0 1 0,0 1-1 31,1-1 2-31,-1 2 0 0,1-2 3 0,-1 1-2 16,1 1 0-16,-3-1-1 0,3 0 0 0,0 1-1 15,-2 0-1-15,3 0 1 0,-2 1 0 16,1-2 1-16,0 0 1 0,-1 3 2 0,1-4-1 16,-1 4-1-16,3-2 3 0,-2 0 2 0,0 0 2 0,-1 1 0 15,2 0 0-15,-2 0-1 0,1 0-1 16,-1 0-3-16,-2 0-1 0,3 0-2 0,-1-2-1 15,1 2 0-15,-1-2 1 0,1 2 0 0,-3-1-2 16,2 0 3-16,1 1-2 0,-3-2 0 0,3 1 0 16,-1 1 0-16,0-2 1 0,-1 2-2 0,1-1-1 15,1 0 1-15,-1 2-2 0,1-2 3 0,-1 3-1 16,-2-1 1-16,3-2 0 0,-1 2 1 0,-1 0 0 16,1-1-1-16,-2 1 1 0,3 0-1 15,-2 0-2-15,1-1 1 0,-1 0 0 0,1 0 0 16,1-1 1-1,-2 1 0-15,2-1 1 0,-2 1 1 16,0-1 1-16,1-1 0 0,-2 1-2 0,1-1 0 16,1 1 2-16,-3-2-2 0,2 1 0 0,0 1-1 15,-2-2 3-15,2 1-2 0,-1-1 1 0,1 2 1 16,-2-2-2-16,1 0 1 0,1 0 1 0,-2 0 0 16,1 0-3-16,0-2 2 0,0 2 0 0,2-1-2 15,-2 1-1-15,0-2-1 0,3 1 4 16,-3 1-1-16,3 0 0 0,-1-2 1 0,0 2 0 15,1 0 0-15,-1-1-1 0,2 1 0 0,-3-2 0 16,3 2 1-16,-4 0-1 0,2 0 0 0,1 0-1 16,-1 0-1-16,1 0-1 0,-1 0 1 0,1 0-1 15,-1 0 2-15,1 0-1 0,-1 0 1 16,1 0 0-16,0 0 0 0,-1 0-1 0,2 0-1 0,-2 0 2 16,1 0-2-16,-1 0-2 0,3 0 1 15,-2 0 3-15,-1 0-2 0,1 2 0 0,0-2 1 0,2 1 1 16,-2-1-1-16,0 0 0 0,1 2 1 15,0-2 1-15,0 0-2 0,0 1-1 0,0-1 3 32,0 2 0-32,0-2 0 0,0 0 1 0,0 0 1 15,0 0-1-15,-2 0 0 0,1 0 0 0,2 0 1 16,0 0-1-16,-2 0 0 0,-1 0 2 0,3 0-3 16,-2 0 0-16,2 0 1 0,-2 0 0 15,2 0 0-15,0 0 1 0,-2 0 0 0,2 0-2 16,1 0-1-16,-2 0 1 0,0 0 0 0,1 0-1 15,0 1-1-15,-2-1 3 0,2 2-1 0,-2-2 0 16,2 0 0-16,-2 1 1 0,0-1 0 0,-1 1-2 16,1-1 0-16,-1 0-1 0,3 2-1 0,-5-2 1 15,0 0 1-15,3 2-1 0,-3-2 1 0,3 0 1 16,-3 0-1-16,1 0 0 0,0 0 0 0,-1 0 1 16,2 0-1-16,0 0 1 0,-4 0-1 15,3 0 0-15,0 0-2 0,-1 0 0 0,0 0 1 0,-2 0-2 16,1 0 1-16,2 0 2 0,-4 0 0 15,2 0 0 1,1 0 0-16,-2 0-1 0,1 0 1 16,1 0-3-16,-2 0 2 0,1 0 1 0,-1 0 0 15,-1 0 2-15,2 0 2 0,1 2 4 0,-2 1 1 16,1-3 1-16,1 1-1 0,0 0 2 0,0 0-3 16,0 2-2-16,0-1-2 0,2 0 0 0,-1-2 0 15,0 2-2-15,0-1 0 0,2-1-1 16,-1 1 0-16,0-1 3 0,0 0-2 0,0 0 0 15,2 0 1-15,-1 0-1 0,-1-1 0 0,2 1-1 16,-2-1 0-16,0-1 1 0,3 2 0 0,-2-2 1 16,0 0 0-16,2-1 1 0,-2 2-2 0,2-1 0 15,0-1-1-15,-2 1 0 0,3 0-1 0,-1-1 0 16,0 0 1-16,-2 0-1 0,4 2-1 16,-4-2 0-16,3 1-1 0,-2-1 1 0,0 2 0 15,1-3 0-15,2 3 1 0,-4-1 0 0,3 0 1 16,2 0-1-1,-3 1-1-15,1-1-1 0,1 1 1 16,1 0 0-16,-2-1-1 0,2-1 1 0,0 2-1 16,0-1 1-16,0-1-1 0,1 1 1 0,-2 1 1 15,2-1 2-15,-2 1 0 0,2-1-1 0,-1 0 0 16,1 0 0-16,-2 0-1 0,0 0 0 16,2 2 0-16,-1-3 2 0,-1 2 2 0,2 0-1 0,-1 0 0 15,-1-4-1-15,0 5 0 0,0-2 0 16,2 2-1-16,-1-2 1 0,-3 2 0 0,3-1 1 15,0 0-1-15,0 1 1 0,-2-2 0 0,1 2-2 16,-1-1 0-16,1 1 2 0,-3 0-1 0,2 0-1 16,-2 0 2-16,1 0-1 0,0 0 1 0,-2 0-1 15,0 0 1-15,-1 0-2 0,3 0 2 0,-4 1 0 16,1-1-1-16,1 2 0 0,-1-2 1 16,1 1 0-16,-3 0 0 0,3 1-1 0,-1-2 1 15,-2 2-1-15,3-2 0 0,-2 2 0 16,1 1 1-16,-1-1 0 15,-1-1-1-15,3 2 1 0,-3-3 0 0,3 2 0 16,-3 0-2-16,2 0-1 0,0-1 0 0,0 0 0 16,-1-1 1-16,-1 2 0 0,2-2-1 15,-1 0 3-15,1 0-1 0,-1 0 0 0,1 0-1 16,1-2 0-16,-4 2 0 0,1 0 0 0,3-1-1 16,-3 1 0-16,1-1 0 0,-2 1 0 0,3 0-1 15,-2-2 2-15,0 2 0 0,1 0 1 0,0-2 0 16,-2 2 0-16,1 0 1 0,1 0-1 15,-1 0 0-15,-1 0 1 0,2 0-1 0,0 0 1 16,-2 0-1-16,2 0-1 0,-1 0-1 0,1 0 0 16,-1 0 2-16,-1 0 0 0,2 0 0 0,-2 0 0 15,1 0 1-15,0-2-2 0,0 2 0 0,-1 0 1 16,1 0-1-16,-2 0 1 0,1 0 0 0,-1 0 0 0,-1 0 0 16,0 0 0-16,1 0-1 0,-1-3 0 15,-1 3 1-15,-1 0-1 0,1 0 0 16,0 0 0-16,-2 0 0 0,1 0 0 0,-2 0-1 0,1 0 1 31,-1 0-1-31,-1 0 2 0,0 0-1 0,0 0 1 16,-1 0-2-16,-2 0 0 0,2 0 0 15,-1 0 0-15,-1 0 1 0,2 0-1 0,-1 0 2 16,-1 0 0-16,0 0 1 0,0 0 0 0,0 0 0 16,-1 0 0-16,-1 0 1 0,2 0 0 0,-3 3-1 15,1-3-1-15,-1 2-1 0,-4 0-1 0,-1 2-8 16,-2 1-11-16,-2 1-19 0,-1 0-43 15,-4 1-71-15,1-1-83 0,-6-1-148 0,2-2-255 0,-2-2-312 16,0-2-298-16,3-2-200 0,-3-2 69 16,3-2 564-16</inkml:trace>
  <inkml:trace contextRef="#ctx0" brushRef="#br3" timeOffset="-159585.23">6578 661 37 0,'-6'0'274'0,"3"3"185"0,-2 0 200 0,2 0-3 16,-2 0-87-16,2 1-53 15,0 0-40-15,1-2-20 0,-1 3-46 0,0-4-60 16,2 2-62-16,-1 1-58 0,1-4-50 16,-1 0-55-16,0 3-35 0,2-3-18 0,0 0-12 15,0 0 23-15,0 0 16 0,0 0 15 0,2 1 9 16,-2-1-10-16,3 0-11 0,-3 2-27 0,3-2-8 16,0 1-8-16,-1-1-14 0,1 0 0 15,0 2 4-15,0-2-3 0,2 2-15 0,0-1-9 16,0-1 0-16,1 1 3 0,-2 1 0 0,3 1 2 15,-1-2 1-15,1 1-5 0,0 0-3 0,0-1-7 16,-1 0-3-16,2 2-3 0,1-1-1 31,-2-1 2-31,-1-1 0 0,2 1 2 0,0 1 2 16,1 0 1-16,-2-2-2 0,1 0 2 0,1 1-3 16,-1 1-3-16,2-2-1 0,-1 0 0 15,2 0 0-15,-3 0-2 0,3 0 0 0,-2-2 0 16,1 1 0-16,0 1 0 0,0 0-1 0,0-2 0 15,0 2 0-15,-1-2-1 0,2 2 1 0,-3 0-2 16,3-1 1-16,-3 1 1 0,0-1-1 16,2-1 2-16,-1 1-2 0,-1-1 1 0,0 2-1 15,-2-1 0-15,3 0 0 0,-2-1-2 16,1 2 2-16,-2-2 0 0,2 1-1 0,0 0 1 16,-2-1-2-16,2 2 1 0,0-2 1 0,0 1-1 15,0 0-1-15,-2 1 1 0,3-4 1 0,-2 3 1 16,1-1-2-1,0 1 1-15,1-2 0 0,-1 3-1 0,-1-2-2 0,1 0 0 0,1-1 1 0,-3 3 0 32,2-1-2-32,0 0 1 0,1 0 2 15,-2 1-1-15,1-3 1 0,0 3-1 0,1-1 0 16,1 1 0-16,-1 0 1 0,2 0 0 0,-1-1 8 16,-1 1-3-16,2-2-2 0,0 2 0 15,-3 0-1-15,3 0 0 0,0 0-9 0,-1 0 5 16,1 0 2-16,-2 0 1 0,1 0 2 0,2 0-1 15,-2-2 1-15,1 2 1 0,-2 0 1 0,1 0 1 16,1 0 2-16,0 0 0 0,0 0 1 16,-1 0-3-16,1 0 0 0,-2 2-1 0,1-2-2 15,1 0 0-15,-2 0-2 0,1 0 0 0,1 0-1 16,-2 2 0 0,1-2 0-16,2 0 1 0,-2 0 0 0,0 0 0 0,0 0-1 0,0 0 1 0,1 0 0 15,0-2 0-15,0 2-2 0,-1 0 1 16,-1 0 1-16,2 0-1 0,-1 0-1 0,1 0 0 15,-2 0 0 1,1 0 0-16,2 0 0 0,-2 0 0 16,1 0 0-16,0 0 1 0,0 0 0 15,0 0 1-15,0 2 0 0,-1-2-1 0,2 1 0 16,-2-1 0-16,-2 0 0 0,4 1-1 0,-4-1 0 16,2 3 1-16,1-3-1 0,-2 0 0 15,1 1 0-15,-2-1 0 0,4 1 0 0,-4-1 0 16,2 0 0-16,2 1 1 0,-2-1 0 0,0 0-1 15,0 0 0-15,2 0 0 0,-3 0 2 16,2 0-2-16,-1 3 1 0,-1-3-1 0,2 0 1 16,-3 2 0-16,3 0 6 0,-2-2 1 0,1 0 2 15,1 3 1-15,0-2 0 0,-1 2-1 0,-1-3-5 16,2 4-3-16,0-4-1 0,-1 1 0 16,2 0-1-16,0-1 2 0,0 2 0 0,-1-2 1 15,-1 0 0-15,2-2-1 0,1 2 0 0,-2-1-7 16,2 1-2-1,-2-1-2-15,1-1-1 0,-2 2-1 0,1-2 0 0,2 1 5 0,-2 1 4 0,0-2 1 32,1 2 2-32,1 0 0 0,0-1 0 15,-2 1-1-15,3 0 0 0,0-3 0 0,-1 3 1 16,4 0 0-16,-2-2 2 0,2 0 1 0,-1-1 2 16,1 2-1-16,-1-1 1 0,3-3-1 15,-2 1 0-15,-1 0-1 0,1 0-2 0,-2-1 0 16,2 1-1-16,-4-1 0 0,2 1 0 0,0-1-1 15,-1 3 0-15,-1-2 0 0,1 2 1 16,0-2-1-16,-1 3 2 0,3-1 0 0,-2 2 1 16,3-1 2-16,-1-1 2 0,3 1-1 0,0-1 3 15,-1 2 4-15,0-1 3 0,2-2 0 16,-2-1-2-16,1 1 2 16,-1 0-2-16,-1-4-4 0,1 3-2 0,-1-4-8 0,-1 1-2 0,0-2-3 15,-2 0-2-15,0 0-2 0,-1 0-1 0,-2 2 4 16,-3-2 2-16,-2 3 1 0,-1 2 2 0,-2 1 2 31,0 0 0-31,0 0 1 0,-3 2-1 0,-3-1 5 16,0 2 1-16,-2 0-3 0,0 2-12 15,-1-1-22-15,-4-1-51 0,-2 0-84 0,-1 2-163 16,-1 1-276-16,-2-2-316 0,1-1-372 0,0-3-321 16,-2-1 27-16,2-1 712 0</inkml:trace>
  <inkml:trace contextRef="#ctx0" brushRef="#br3" timeOffset="-155938.65">3880 11297 116 0,'1'2'225'0,"2"0"41"15,-1 0-17-15,-2 1-45 0,3-3-42 0,-3 1-35 16,2-1-22-16,1 0-3 16,0-1 1-16,-2-2 10 0,1 1 7 15,-1 0-18-15,1-3-7 0,0 0-11 0,-1-2 10 0,1 0 1 16,1-2 14-16,-1-1 25 0,-1-3 29 15,1 1 2-15,0-2 1 0,-1-3 15 0,1 2-4 16,-2-1 7-16,1-2-1 0,1 1 27 0,-2-2-2 16,2 1-16-16,-2-3-2 0,0 0-13 0,0-3-9 15,0-1-34-15,-2-5-19 0,2 1-16 16,0-3-27-16,0-2-20 0,0-1-24 16,0-2-11-16,0-3-6 0,0 2-3 0,2-3-1 0,0 0 1 0,0-3 3 15,-2 1-6-15,2-3 1 0,-1-1-5 0,2 2 0 16,-3-3-1-16,2 3-2 0,1-4 0 0,-1 3-1 15,1-3 1-15,-1 3 1 0,-1-1 1 16,2 2 2 0,-1-3 3-16,2 2 13 0,-2 0 11 15,1-1 4-15,-3-1 2 0,3 2-1 0,1-3 1 16,-3 4-15-16,1-4-10 0,-1 0-3 0,1 2-6 16,0 0 1-16,-1 0-2 0,-1 0-5 15,2 1 1-15,-2 1 3 0,0-1 4 0,0 0 0 0,-2 1-1 16,2 1 3-16,0-2 2 0,-1 1-4 15,-1 2-2-15,2-2-2 0,-2 1-1 0,1 0-3 16,1 0 1-16,0 2-1 0,-2-2 2 16,2 1-3-16,0 2 3 0,-1 0 3 0,1 1-2 0,0-1 3 15,0 3 0-15,0-1 5 0,0 0 0 0,1-1-2 0,-1 1 0 16,2-1-2-16,-1 0 2 0,1-2 1 16,1 1-5-16,-1 1 3 0,-2-1 12 15,3 2 8-15,-3 1-1 0,0-1 0 0,0 3 7 0,2-3-4 16,-2 3-12-16,0-3-8 0,0 3-1 15,0-4-1-15,0 1-2 0,0 0 0 0,0-2 1 16,1 2 2 0,-1-4-1-16,0 1 2 0,3 2-2 15,-3-4 3-15,3 2-5 0,-1-2 0 0,-1 1-1 16,1 0-2-16,-2-1-3 0,2-1-2 0,-1 2 2 16,1-2 2-16,-2 0 3 0,0-2 3 0,0 0-2 15,0 2 4-15,0-1 4 0,-2 1-6 0,1-1-3 16,-1-1 0-16,2 2 3 0,-3 0-1 15,3 0-3-15,-2 3-1 0,-1-2 0 0,3 5-4 16,-3-3-1-16,3 3 1 0,0-1-1 0,0 0 1 16,0 1 1-16,0 0 5 0,0 0 3 0,3 0 1 15,-3 0 1-15,0-2 4 0,0 1 0 0,0-1-4 16,2 0-1-16,-1-2-6 16,-1 1 3-16,0 0-1 0,2 0 0 0,-2 0 0 0,0 3-3 0,1-3 3 15,-1 3-3-15,0 0-3 0,0 2 2 16,0-1 3-16,0 2 3 0,-1 0 1 0,1 0 0 0,0 0 4 15,-2 0-2-15,2 2 0 0,0-2-1 16,0 0-4 0,0 0 1-16,0 0-4 0,0-2 0 15,0 1-2-15,2 1-1 0,-1-2 3 0,1 3 3 16,0-3 1-16,-1 1-3 0,1 0 1 0,1-1 1 16,0 1 0-16,-1 0-1 0,1-1-1 15,0 1 4-15,0 0 2 0,-3 0 2 0,2-1-2 0,-1 1 0 16,-1 1 2-16,2-3-2 0,-2 3-1 15,0-3-2-15,0 0 0 0,0 0-2 0,0-1 0 16,0 1-2-16,0 0 0 0,0 1-5 16,0-1 1-16,-2 2 3 0,2-1 0 0,-1 1 4 0,-1 1 3 15,-1-2 0-15,0 1-1 0,2-1 4 0,-1 0 1 0,0 1-5 16,-1-1-3-16,1 1 5 0,1-1 0 16,-1 3-4-16,-1-3-1 0,0 2 2 0,1 0-1 15,-1 0-2-15,0 3-1 0,0-1-1 0,0 1 0 16,1 0-2-16,-1 2 2 15,1-1-1-15,1 1 0 16,-1-1 3-16,1 2 1 0,-1 0 1 0,0-1 4 16,-1 2 2-16,2-1 0 0,-1 0-1 0,0 1 0 0,0-1 0 0,0 1-1 0,0-1 0 31,1 1-1-31,1-3 2 0,-2 4-4 0,1-3 0 16,1 0-2-16,-2 1-4 0,2 0 2 0,0-2-4 15,-2 3 2-15,2-3 0 0,0 1-1 0,0-2 5 16,2 4-2-16,-2-2 2 0,0 2 1 0,0-1 2 15,0 2 1-15,0-1 2 0,0 1 1 0,0-2 1 16,2 1 1-16,-2-1-5 0,1 2-2 0,-1-1-1 16,0-1 2-16,0 2-2 0,0-1 0 0,0 1-13 15,0-1 9-15,0 1 5 0,0-2-3 0,0 1 3 16,0 1-2-16,2-2 14 0,-2 1-9 0,0 1-5 16,0-1-3-16,0 2-1 0,0 0 0 0,1-1 0 15,-1 2 0-15,2-1 2 0,-2 2 4 0,0 1 1 16,0 1 0-16,0 1 1 0,0 1 2 0,0 2 1 0,0 3-2 15,0 0 0-15,-2-1-1 0,1 3 2 0,1 2-3 32,-2 2-2-32,2 0 2 0,-1 1 1 0,1 0-2 0,-2 0-12 15,2 0-11-15,0 2-3 0,0 0 0 0,0 0-6 0,2-2-2 0,-2 1 13 16,1-1 8 0,1 0 6-16,-1 1-3 0,3-3 6 0,-2 2 3 15,2-1 0-15,-3 3 0 0,2-2 1 0,-1 3 2 0,0 0 1 16,-1 2-1-16,1 1-1 0,-2 0 1 0,1 0-1 15,-1 1-2-15,2 1-2 0,-2 0-2 0,0-3 3 0,2 4-1 16,-2 0 4-16,1-1 0 0,-1-1 0 16,2-2 3-16,1-3-2 0,0 1 1 0,0-1-5 15,2-2 0-15,-2 0 0 0,0-1 1 0,2 1-2 16,-2 0 2-16,1 0 1 0,-1 1 1 0,-2 2 1 16,2 0-2-16,-1 0 0 0,-1 2 4 0,-1-1 16 0,2 2 7 15,-2 2 12-15,0-3 3 0,1 4 6 0,1 0 0 16,-2-1-16-16,2 1-6 0,-1-1-13 0,-1-1-8 15,0 1-8 1,0-2-3-16,2 2 4 0,-2-3-5 0,1 0 2 0,1 0 3 0,0-3 0 0,1 1 0 0,0-2 0 16,-1-3 2-16,4 0-1 0,-3 2-1 0,0-1 1 31,2-1 1-31,-2 2 0 0,0-2-4 0,-1 4 3 16,1-2 0-16,-1 2 6 0,-1-1 0 0,1 2-6 0,2-1 0 15,-4 1 1-15,2 0 5 0,-2 1-7 16,0 1-1-16,3-1 6 0,-3-2 3 0,2 1-7 0,-1 0 1 15,1-2-1-15,0 2 7 0,-1-2 2 0,2 3 3 16,-1-1 8-16,0 0 0 0,-1 2 6 0,-1-1-5 16,2 2-6-16,-2 0-3 0,0 3 0 0,1-2 2 15,-1 2 10-15,2 0 11 0,-2 0 14 0,0 0 4 16,-2 2-5-16,1-2-3 0,-1 4-10 0,-3-1-19 16,2 2-6-16,-2 0-7 0,-1 1-1 0,-2 2-4 0,2 0-1 0,-2 2 1 15,3 1-3-15,-4 2-1 0,3-2 1 16,-1 1 6-16,-1-1-1 0,3 0 1 0,-1-2 2 15,3-1-1-15,0-1-2 0,1-1 0 0,-1-4-3 16,1 1 2-16,1-2-3 0,1 1 5 0,0-1 0 16,0-2-1-16,0-1 2 0,0-2 0 0,1-3 2 15,1 0-4-15,0-4 1 0,-1 1-1 0,4 0-4 16,-2-2 4 0,2-2-4-16,-2 2 6 0,2 0 1 0,-2-1-3 0,3 2 0 15,-1-1-2-15,0 4 1 0,1-3-6 0,0 3 1 16,-1 1 2-16,0-3-1 0,-2 3-1 0,2 0 1 15,1 1 3-15,0 1 0 0,1 5 0 0,-1 0 3 16,2 2 1-16,-2 1-5 0,2-1 3 16,0 3 2-16,-1-2-1 0,2 3 1 0,-1 0 1 15,0 0 4-15,-2 2-1 0,3-1-3 0,-2 1 3 0,1-1 0 0,-2 1 3 16,2-1-4-16,-3 1-1 0,-1 1 0 0,1-2-44 16,-3 2-63-16,-2-2-142 0,0 4-234 0,-3-2-290 15,-4 2-327-15,1 1-252 0,-3 1-41 0,-3 5 505 16</inkml:trace>
  <inkml:trace contextRef="#ctx0" brushRef="#br3" timeOffset="-154286.35">3829 5886 18 0,'-3'0'189'0,"3"0"94"0,-2 0 39 0,1 0-43 0,1 0-79 32,-2 0-58-32,2 0-33 0,0 0-17 0,0 0-8 15,2 0 4-15,-2 3 2 0,1-3 6 0,-1 0 3 16,0 1 3-16,0-1-1 0,0 2 2 0,0-2-1 16,0 1 0-16,0 1-3 0,0 0 2 0,0-2-7 15,0 0-8-15,0 0-15 0,0 0-11 0,0 2-13 16,2-2-15-16,-2 2-11 0,2 0 36 0,-1-1 31 15,2 0 14-15,0 1 10 0,0 1-2 16,2-2 3-16,-2 1-44 0,2-1-28 0,0 2-18 16,0-2-12-16,2 1-2 0,1 1 26 0,-1-3 62 15,1 2 32-15,2-2 15 0,0 0 8 0,1 0 0 16,0 0-18-16,2-2-21 0,-1 1-11 0,0-3-12 16,-1 2-5-16,1-1-1 0,-4 0 8 0,0 0-14 15,0 0-12-15,-2 2 4 0,-3-3 4 16,-1 4 8-16,1-2 3 0,-3 2 30 0,2 0 39 0,-1 0 18 31,1 0 6-31,-2-2-1 0,2 2-4 0,-2 0-31 16,-2 0-31-16,2 0-24 0,-5 0-17 0,0 0-18 15,-1 2-17-15,-3-2-12 0,1 2-8 16,0 0-8-16,-3 0-4 0,3 0-3 0,-2 0-1 16,2 1 0-16,-2 0 0 0,3-2 1 0,1 2 1 15,1-2-1-15,-1 1-1 0,3 0-2 0,1-1 0 16,-1-1-2-16,3 2-1 0,-2-1 1 0,4 1-1 15,-2-1 1-15,3 1 2 0,0 1 0 0,3-1 1 16,-1 2 1-16,0-2 0 0,3 2 2 16,-2-2 0-16,5 2-1 0,-3-3 2 0,2-1 0 15,-1 1 1-15,1-1-2 0,-1-1-1 0,-1 1 0 16,0 0 0-16,-2-1 2 0,-1 1 0 0,0 0 4 16,-3-2-1-16,-1 2 16 0,-1-2 14 0,0 2 8 15,-3-1 1-15,-2 0 0 0,0-1-1 16,-3 0-13-16,-1 1-13 0,-1 0-8 0,1-1-4 15,-2 0-3 1,0 1-2-16,1 1 0 0,-2-1-2 0,4-1 1 0,-2 2 0 0,1 0 0 0,4-1 0 16,-1 1 0-1,3 0-1-15,-1 0-1 0,1 0-1 16,3 0 0-16,-2 0-2 0,4 1 0 0,0-1 0 16,1 2 0-16,0-1 1 0,5-1 2 0,-1 1 0 15,3-1-7-15,3 0-18 0,1-1-57 0,1 0-73 16,2-2-153-16,1 0-279 0,2 0-314 0,2 0-362 15,2-1-287-15,1 2 8 0,2 0 667 16</inkml:trace>
  <inkml:trace contextRef="#ctx0" brushRef="#br3" timeOffset="-149447.86">6651 6117 167 0,'3'0'321'15,"-1"-2"142"-15,-2 1 7 0,3-2-36 0,-3 3-26 16,2 0-9-16,-2 0 6 0,0 0 11 0,0 0-19 0,1 0-35 16,1 0-42-16,-2 0-43 0,0 0-46 0,0 0-43 15,0 0-31-15,0 0-27 0,0 0-22 0,0 0-19 16,2 0-11-16,-2 0-9 0,0 0-4 0,0 3 3 15,0-3 0 1,0 0-5-16,0 1-5 0,0-1-6 16,0 0-8-16,0 0-16 0,0 0-9 0,0 2-6 15,1-2-6-15,-1 0-2 0,0 0-3 16,0 0 0-16,0 0-2 0,3 0 0 0,-3 0-1 16,0 0-3-16,2 0 1 0,-2 0 3 0,1 0-1 15,-1 0 1-15,0 0 3 0,3 0 32 0,-3 0 24 16,4 0 8-16,-1-2 5 0,0 2 2 0,0-1 0 15,2 1-15-15,-2 0-13 0,3-3-5 0,-1 3-2 16,0 0-3-16,0 0 2 0,0-2-12 0,2 2-10 16,-2 0-4-16,0 0-4 0,-1 0 2 0,1-3 6 15,0 3 3-15,0 0 3 0,1-2 2 16,-1 2 1-16,0-1-2 0,-1 1-9 0,1 0-6 16,-2 0-2-16,3 0-2 0,-3 0 0 0,2 0-1 15,-1 0 0-15,0 0 0 0,0 0 0 0,0 0 1 16,2 0-2-16,-1 0 2 0,-2 0 1 0,2 0 4 15,0 0 1-15,0 0 1 0,2 0 0 0,-2 0-1 32,0 0-1-32,0 0-3 0,1 0 1 0,-1 0-3 15,1 0 1-15,0 0-1 0,1 0 2 0,1 0 10 16,-2 0 2-16,0 1 3 0,2-1 1 16,-3 2 0-16,0-2-2 0,1 0-8 0,2 3-5 15,-2-3-4-15,-1 0 0 0,0 0-2 0,1 0-1 16,0 2 0-16,-3-2 0 0,2 0 2 0,0 0-2 15,0 3 0-15,-2-3 0 0,0 0 2 0,2 1-1 16,-2-1-1-16,0 2 0 0,0-2-1 16,1 0 1-16,-1 1-1 0,0-1 2 0,0 0-1 0,0 1 1 15,-1-1 1-15,2 0-2 0,0 3 0 16,-1-3 0-16,0 0 0 0,0 0 1 0,0 0-1 16,1 2 0-16,-1-2 0 0,0 0 0 0,0 2-1 15,3-2 0-15,-3 2 1 0,1-2 0 0,-1 0 0 16,0 1 0-16,2-1-1 0,-2 1 2 0,0-1-1 15,3 0 1-15,-3 2-1 0,2-2 0 16,-3 0 0-16,1 2-1 0,2-2-1 0,-2 1 1 0,0-1 1 31,3 0-1-31,-1 1 3 0,0-1-2 0,0 2 0 16,0-2 0-16,-1 0 1 0,2 1-1 16,-1-1 0-16,0 0 1 0,1 2-1 0,-1-2 0 15,0 1 0-15,1-1 1 0,-3 0 0 0,2 2-1 0,0-2 0 16,-2 1 2-16,2-1-2 0,0 0 0 15,1 2 0-15,-2-2 1 0,0 0 1 0,0 0-1 16,0 0 2-16,0 0 4 0,1 0 3 0,1 0 2 0,-3 0 1 16,2 0 0-16,0 0-2 15,0 0-3-15,0 0-3 0,1 0-2 0,0-2-1 0,-1 2 0 16,1 0-1-16,-1 0 1 0,3 0-1 16,-2 0-1-16,0 0 2 0,1 0-1 0,-1 0 0 15,2 0 1-15,0 0-1 0,-2 0 1 0,2 0 0 16,-2 0-1-16,2 0 2 0,-1 0-1 0,-1 0 0 15,3 2 1-15,-4-2 0 0,2 1 1 0,-1-1 2 16,0 0 0-16,2 2 0 0,-2-2 1 16,-1 0-1-1,2 1 0-15,-3-1-2 0,4 2 0 0,-2-2-1 16,-1 1 0-16,0 1 0 0,-2-2-1 0,2 1 0 16,1-1 0-16,-1 0-1 0,-2 2 0 15,2-2 0-15,0 1 1 0,-2-1-1 0,3 0 0 16,-1 1 0-16,-1 1 0 0,1 0-1 0,0-1 0 15,0-1 0-15,1 0 0 0,0 1 0 0,1-1 0 16,-2 2 1-16,1 0-1 0,-1-2 2 0,0 1-2 16,0-1 0-16,0 1 1 0,0-1 0 0,0 0-1 15,0 2 0-15,2-2 0 0,-2 2 1 16,0-2-1-16,1 0 1 0,-1 1 0 0,0-1-1 16,1 0 0-16,-1 1 0 0,0-1 1 0,-2 2-1 15,3-2 0-15,-1 0 0 0,1 0 0 0,-1 0-1 16,0 3 1-16,1-3 0 0,-1 0 0 0,3 0 0 15,-1 0 1-15,2 2 0 0,-3-2 0 0,5 0-1 16,-5 0 1 0,2 0-1-16,0 3 1 0,1-3 0 15,1 0 0-15,-2 0 0 0,0 0 0 0,1 0 2 16,-1 0-1-16,0 0 1 0,0 0-1 16,1 0 2-16,-1 0-1 0,-1 0 0 0,2 0 0 15,-3 0-2-15,1 0 0 0,1 0-1 0,-2 0 0 16,0 0 0-16,1 0 1 0,-1 0-1 0,-1 0 2 15,0 0 0-15,1 0-1 0,-2 0 0 0,1 0-1 16,0 0 1-16,-2 0-1 0,2 0 0 0,0 1 0 16,1-1 0-16,-3 0 0 0,2 0 0 0,-2 0 1 15,2 0-1-15,0 0 0 0,-2 0 1 0,3 0-1 16,-1 0 1-16,-2 0-1 0,3 0 0 16,-2 0 0-16,0 0 0 0,1 0 0 0,1 0-1 15,-1 0 0-15,0 0 2 0,0 0-1 0,0-1-1 16,2 1 1-16,-2 0 1 0,1 0 0 0,1-3-1 15,-1 3 1-15,3 0 0 0,-1 0 0 0,0 0-1 16,0-2 2 0,1 2-1-16,-2 0-1 0,3 0 1 0,-4 0 0 0,3-3 0 0,-1 3-1 0,0-2 0 31,1 1 1-31,-2 0 1 0,-1-1 0 0,2 0-2 16,-1 0 1-16,0 0-1 0,1-1 1 0,-1 0-1 15,-1 0 0-15,3 0 0 0,-4 2 1 0,1-4 0 16,1 2 1-16,-1 0-1 0,2 0 1 15,-3 2 0-15,1-2 0 0,-1 1-1 0,0 0-1 16,1 0 0-16,-2 0-1 0,1 0 1 0,0 0-2 16,-2 0 2-16,1 2 0 0,0-2 0 0,1 2 0 15,-2 0 0-15,0 0 0 0,2-3 2 0,0 3-1 16,0 0 0-16,-1 0 0 0,2 0-1 0,-3 0 2 16,2 0-2-16,0 0 0 0,-2 0 0 15,2 0 1-15,0 0 0 0,1 0 0 0,-3 0-1 0,0 0 0 16,2 0 0-16,-2 0 0 0,2 0-1 15,0 0 1-15,-2 0 0 0,3 0 1 0,-3 0-1 16,2 0 0-16,0 0 0 0,-2 0 1 0,2 0-1 31,-2 0 0-31,2 0 0 0,-1 0 0 0,-2-1 0 16,3 1 0-16,-2 0-1 0,2-1 1 0,-2 1 0 16,0 0 1-16,3 0 0 0,-3-2-1 0,2 2 1 15,-1 0-1-15,0 0 0 0,-2-1 0 16,3 1 0-16,-2 0 1 0,3 0 0 0,-3 0-1 15,2-3 0-15,-2 3 0 0,2 0 0 0,-2 0-1 16,0 0 1-16,3 0 0 0,-3 0 0 0,2 0 0 16,-1 0 0-16,0 0-1 0,1 0 1 0,0 0-1 15,1 0 1-15,0 3-1 0,-1-3 0 0,2 0 1 16,-1 1 0-16,0 1 1 0,2-1-1 0,-2 0 1 16,3 2-1-16,0-3 1 0,-3 2-1 15,2 0 1-15,-1 0 0 0,0-2-1 0,-1 1 0 16,1 0 1-16,-1-1-2 0,-1 2 1 0,0-2 0 15,2 0 0-15,-2 2-1 0,-1-2 0 0,0 0 1 16,-2 1 1 0,1-1-1-16,0 0 0 0,2 0 1 15,-4 1 0-15,2-1-1 0,-1 2-1 0,1-2 1 16,-1 0 0-16,1 1-1 0,0-1 0 0,-1 0 1 16,1 2 0-16,0-2 0 0,-1 0 0 0,2 1 0 15,-2-1 0-15,1 0 1 0,0 0 0 0,-1 0-1 16,1 2 1-16,-1-2-1 0,1 0-1 15,-1 0 1-15,-1 0 0 0,1 1 0 0,1-1 0 16,-1 0 1-16,-1 0-1 0,2 0 0 0,0 0 1 16,-3 0-1-16,3 0 0 0,-1 0-1 0,-2 2 1 15,2-2-1-15,-1 0 0 0,-1 0 0 0,2 0 1 16,-1 0-1-16,-1 0 2 0,2 0-1 0,-2 0 1 16,2 0 0-16,-2 0 0 0,1 1-1 15,1-1 0-15,-2 0 0 0,1 0 0 0,1 0 0 16,1 0 0-16,0 0 0 0,-3 0-1 0,2 0 1 15,-1 0 0 1,1 0 0-16,-2 0 0 0,1 0-1 16,-1 0 1-16,0 0-1 0,0 0 1 0,0 0 0 0,0 0-1 15,0 0 1-15,-1 0 0 0,-1 0-2 16,-1 0-13-16,-1 2-29 0,-3 1-78 0,-1 0-130 16,-1 0-259-16,-4 1-306 0,-1 0-379 15,-2 2-437-15,0 0-115 0,-1-1 612 0</inkml:trace>
  <inkml:trace contextRef="#ctx0" brushRef="#br3" timeOffset="-134864.85">18726 17048 115 0,'-2'0'334'0,"-1"-2"144"0,0 2 109 0,1 2-164 15,-1-2-183-15,3 0-94 0,-1 1-29 0,1-1 10 16,0 0 30-16,-2 1 39 0,2-1 43 0,-3 2 26 0,3-2 22 16,0 0 1-16,0 2-5 0,0-2-17 0,0 0-25 15,0 0-12-15,0 0-32 0,0 0-54 0,3 0-45 31,-3 0-35-31,2 0-24 0,-2 0-34 0,0 0-19 16,0 0 31-16,1 0 24 0,1 0 8 0,1 0 5 16,0 0 3-16,0 1 1 0,2-1-22 0,2 1-18 15,0 1-6-15,1-1-5 0,0-1-4 0,0 2 0 16,3-2 0-16,2 1 1 0,-1-1-1 0,1 0 61 16,0 0 34-16,4-1 15 0,-1 1 3 0,1 0 0 15,1 0-6-15,-2-2-48 0,2 2-27 0,-1-1-19 16,1 1-7-16,-2-2-7 0,3 1-2 0,0 0-3 15,-1-1 0-15,0 2 6 0,0-2 0 0,1 1 3 16,0 0 3-16,-2 1 2 0,2-2-1 0,0 0-6 16,0 1 4-16,0 0 2 0,0 1-2 0,0-2-2 15,0 2 3-15,0 0 3 0,3-2 8 0,-3 2 7 16,2 0 4-16,-1 0 1 0,-1 0-2 0,2 2 0 16,-1-2-10-16,-1 0-9 0,2 2-2 0,-1-2-1 15,0 0-3-15,2 1-2 0,-4-1-3 0,3 1 8 16,1-1 4-1,-1 0-1-15,-1 0 1 0,2 0 0 0,0-1 2 16,-1 1-5-16,1-1-5 0,-1 1-3 16,1 0-2-16,-1-2-2 0,1 2 0 0,0 0-3 15,-1 0-2-15,0 0 4 0,1 0 4 0,-1 0 2 16,1 2 2-16,0-1 3 0,0 0 2 0,-1 3-3 16,1-3 1-16,2 2-1 0,-3 0-1 0,2 0-8 15,-1 0-5-15,0-1-3 0,1 2-1 0,0-1-1 16,-1 0 0-16,-1 1 6 0,1-2 4 0,0-1 3 0,0 2-1 15,-1-3 1-15,0 2-3 0,1-1 2 16,-3-1-1-16,1 0 3 0,2 0 1 0,-1 0 6 16,1 0 3-16,2 0 3 0,-2 0 1 0,-1 0-4 15,1 1 0-15,0-1-5 0,-2 2-4 0,2 0-3 16,-1-1-2-16,0 0 3 0,-1 1-3 0,2 1 0 0,-3 0 2 16,3 2 1-16,0-2 3 0,-2 1 1 15,2 1 2-15,-2 0 1 0,2-1 0 0,-3 2-2 0,3-2 2 16,0-1-2-16,-1 2-1 0,1-1-7 0,0-1-2 31,1 1-4-31,-1 1-3 0,1-2 0 0,1 0-1 16,-2 0 6-16,0 0 3 0,2 0 4 0,-2 0 3 15,0-1 0-15,0 2-3 0,2-2 0 0,0 1 3 16,-3-1 7-16,2 0 1 0,-1 0 1 0,3 1 2 16,-4-3 1-16,4 1-1 0,1 1-8 0,-3-2-5 15,1 0-1-15,2 0-1 0,-3 0-2 0,2 0 2 16,2-2 2-16,-3 1 2 0,3 0 2 0,-2-1 1 15,1 0 0-15,0 0 2 0,1 2 2 0,-2-2 6 0,1 0-1 16,3 1 0-16,-3 1-2 0,1-2-2 16,2 1-3-16,-1 1-6 0,0-3 1 0,-1 3-1 15,3 0 0-15,-1 0 0 0,-2 0-1 0,1 0-1 16,2-2 6-16,-1 2 6 0,-1 0 0 0,2 0 1 16,0 0 0-16,-1 0-1 0,2 0-8 0,-2 0-4 0,1-3 0 15,-2 3-2-15,2 0 2 0,0-2 1 16,0 2 0-1,0 0 4-15,0 0 1 0,0 0-6 0,0 0-6 16,0-1-1-16,0 1-1 0,2 0-1 0,0-1-3 16,-1-1 5-16,1 0 6 0,0 1 1 15,-2 0-1-15,1-3-1 0,-1 3 2 0,0-2 0 16,2 0 7-16,-2 0 2 0,0 2 2 0,2-2 2 0,-4 1 0 16,1 1-1-16,-1-2-7 0,-1 1-3 15,0 0-2-15,-2 1 0 0,1 1-1 0,-1-1 1 16,-4-1 2-16,1 2 0 0,-4-1 0 15,-1-1-1-15,-2 1 0 0,-2 1-2 0,-2-1 0 0,-3 1-1 16,-2 0 1-16,-3 0 0 0,-3 1-8 16,-1 2-21-16,-6-2-58 0,-1 5-63 0,-6-1-132 15,-2 4-224-15,-4-1-300 0,-4 2-333 16,-1-1-253-16,-3-3-112 0,-6 1 471 0,-4-2 624 0</inkml:trace>
  <inkml:trace contextRef="#ctx0" brushRef="#br3" timeOffset="-133391.86">16911 13476 305 0,'-2'4'583'0,"-1"-1"252"0,2 0 106 16,-3 2-231-16,4-1-175 0,-1-1-105 0,1 1-80 15,1 3-62-15,-1 0-64 0,4-1-53 0,-3 2-49 16,4-1-50-16,-2-1-29 0,4 0-19 0,0 0-7 16,0 0-9-16,-1-1-5 0,1-2 4 0,2-2-5 15,-5 1 5-15,1-2 6 0,0 0 7 0,-2-3 10 31,1 0 20-31,-1 1 41 0,-2-4 34 0,-1 0 27 16,0 1 18-16,0-2 4 0,-1 1-10 0,-2-1-29 16,-2 2-27-16,0-1-23 0,0 2-19 15,-1 0-14-15,-2 0-9 0,3 2-7 0,0 0-5 16,1 0-7-16,-3 1-6 0,6 1-6 0,-5 0-4 16,4 0-4-16,0 1-6 0,1 1-3 0,1 0-1 15,0 2-2-15,1 0 2 0,3 1-7 0,0 1-33 16,1 0-62-16,0 0-67 0,1 0-128 0,1 0-212 15,3-2-311-15,-2-1-294 0,4 2-226 0,0-4-59 16,-1 2 429-16,2 0 564 0</inkml:trace>
  <inkml:trace contextRef="#ctx0" brushRef="#br3" timeOffset="-131926.16">17048 13780 72 0,'3'11'221'16,"-1"4"90"-16,0 1 14 0,1 2-83 15,0 3-69-15,2 3-38 0,0 3-19 0,-2 5-13 16,5 4-15-16,-5 3-19 0,0 6-18 16,0 5-20-16,0 2-21 0,-3 4-4 0,2 3 6 15,-2 4 3-15,0 2-26 0,0 3-9 16,-2-2-4-16,2 5-7 0,-3-5 15 0,2-1 3 0,-3-5 14 16,1-7-16-16,0-7-42 0,-3-9-84 15,4-6-180-15,-1-10-89 0,-2-8 12 0,2-10 85 16,0-8 106-16</inkml:trace>
  <inkml:trace contextRef="#ctx0" brushRef="#br3" timeOffset="-131657.85">17048 13708 58 0,'0'6'329'15,"0"-1"187"-15,-1 3 143 0,1 2-64 0,1 2-228 16,1 1-138 0,1 5-74-16,0 1-38 0,2 4-19 15,2 1-12-15,-1 4-31 0,3 3-39 0,2 3-4 0,-1 2-5 16,2 5-5-16,0 4-4 0,2 0 16 16,-2 4 9-16,4 2-25 0,-3 1-5 0,0-1-14 15,-1 2-35-15,-1-1-57 0,-3-5-91 0,1-2-191 16,0-3-198-16,-3-6-78 0,-1-6 65 0,-2-5 166 15</inkml:trace>
  <inkml:trace contextRef="#ctx0" brushRef="#br3" timeOffset="-131426.54">17134 13877 102 0,'12'12'307'0,"1"5"133"15,4 5 100-15,3 4-143 0,0 4-145 16,5 2-72-16,1 5-32 0,-1 4-15 0,2-1-12 16,2 3-22-16,1 2-32 0,-2 1-24 0,0-5-26 15,-1 0-62-15,0-5-111 0,-2-4-263 0,-4-5-142 16,1-6-53-16,-5-8 65 0,1-5 168 15</inkml:trace>
  <inkml:trace contextRef="#ctx0" brushRef="#br3" timeOffset="-131176.46">17189 13822 67 0,'5'-1'285'0,"4"2"134"16,-1 2 109-16,7 3-115 16,2 2-166-16,3 2-94 15,3 5-24-15,2-2-4 0,2 3 3 0,1 3-4 16,4 2-8-16,1 4-13 0,4 0-32 0,-1 1-22 16,3 4-16-16,3 1-9 0,-3-2-9 0,0 2-28 15,-2-2-59-15,-2 2-99 0,-4-5-232 0,-1-1-167 16,-3-4-72-16,-6-5 68 0,-1-4 165 15</inkml:trace>
  <inkml:trace contextRef="#ctx0" brushRef="#br3" timeOffset="-130908.62">17221 13691 226 0,'8'0'378'0,"6"4"148"0,2-2 44 0,4 4-174 15,6 2-107-15,2 1 18 0,4 2 6 0,4 1-17 16,2 1-25-16,6 1-33 0,-1 0-28 16,4 1-76-16,1 0-52 0,-1-2-27 0,3 0-23 15,-5-1-11-15,0 0-5 0,-1-6-25 0,-3 1-73 16,-3-1-109-16,-2-2-167 0,-4-1-266 0,-4 0-201 15,-1 0-78-15,-5-2 150 0,-1-1 284 0</inkml:trace>
  <inkml:trace contextRef="#ctx0" brushRef="#br3" timeOffset="-130643.61">17333 13584 251 0,'8'-1'436'0,"2"-1"147"0,2-2 88 16,4 4-298-16,5-4-168 0,4 1-36 16,3-1 0-16,4-1-1 0,3-1-4 0,1 0-3 15,2 0-8-15,3-1-50 0,0-1-41 0,1 1-26 16,0 0-13-16,-1-1-12 0,-3 4-4 0,3-3-14 15,-5 3-50-15,-4 2-84 0,-2-3-109 0,-2 5-233 16,-5-1-194-16,-1 0-89 0,-3-1 87 16,-5-1 212-16</inkml:trace>
  <inkml:trace contextRef="#ctx0" brushRef="#br3" timeOffset="-130392.73">17344 13422 13 0,'-8'5'376'0,"0"2"265"15,5-1 178-15,0 1 38 0,3 1-326 0,6-2-277 32,2-1-134-32,4 0-65 0,1-2-27 0,4 0-7 15,1-4 1-15,4-4 1 0,1-2-2 0,2-4 1 16,3-5-2-16,2-2-4 0,2-6-5 0,1-2-32 15,1-2-86-15,-3 2-124 0,-1 1-284 0,-3 1-194 16,-2 1-100-16,-4 5 65 0,-7 5 237 16</inkml:trace>
  <inkml:trace contextRef="#ctx0" brushRef="#br3" timeOffset="-130170.56">17512 13069 271 0,'0'-5'504'0,"1"0"179"16,2-1 77-16,5 1-269 0,4 1-237 15,3-4-121-15,6 0-24 0,4 0 20 16,4-4 9-16,4-2 9 0,6-1 7 0,1-3 3 16,4-3-37-16,4-3-45 0,-1-1-27 0,5-4-21 15,0 0-16-15,0-2-2 0,1 1-5 0,-1-1-46 16,0 2-101-16,-1 2-185 0,-1 1-265 0,1 3-198 15,-5 1-107-15,-1-1 108 0,-3 4 297 0</inkml:trace>
  <inkml:trace contextRef="#ctx0" brushRef="#br3" timeOffset="-126376.52">17431 15223 80 0,'3'-1'298'0,"-3"-3"150"0,2 2 144 15,0-2-79-15,-2 1-72 0,1 1 0 0,-1 0 36 0,2-1 25 16,-1 2-16-16,-1-2-53 0,0 3-65 15,0-2-67-15,0 2-49 0,0-1-18 0,0 1-20 16,2 0-17 0,-2 0-20-16,0 0-27 0,2 0-35 0,-2 0-41 15,2-2-29-15,-2 2-18 0,0-2-12 16,4 2-6-16,-4-1-6 0,1-2-1 0,2 0-2 16,1-1 1-16,-1-2 2 0,2 0-3 0,-1 0 4 15,2-4-1-15,-1 1 0 0,3 0 1 16,-1-1-3-16,-1-1 4 0,3 3-1 0,-1-3 5 0,0 1 3 15,0-1 1-15,1 0 3 0,1 3 1 16,-2-1-1-16,1-2 2 0,-1 2 0 0,0 0 1 16,0 1-1-16,1-2 1 0,0 1 0 0,-1 0-2 15,1 0-2-15,-3 1-4 0,2 0-3 0,0 0 0 16,-1 1 0-16,0 0-1 0,0-2-3 0,-1 1 0 16,-1 1-1-16,1 2 0 0,0-2-1 15,1 1 0-15,-3 2 1 0,0 1 1 0,1-1 0 0,-1 1-1 16,1-2-3-16,-1 2 1 0,0 0-2 15,-1 0 1-15,0 2 0 0,4-2 1 0,-4 0 0 16,3-1 0 0,-2 0 0-16,1 2-1 0,0-3-2 15,2 0 2-15,-3-1 1 0,2 2 2 0,-1-1-2 16,2 0 0-16,-3 1 1 0,0 0-2 0,0 0 1 16,2-1-2-16,-3 0 2 0,1 2-1 0,-1 1-1 15,0-2 2-15,-1 2-2 0,-1 0 1 16,3-2-2-16,-4 4 2 0,1 0-1 0,-1-3-1 15,2 2 4-15,-1 1-2 0,-1 0 0 0,0-1 0 16,2 1 0-16,-2-1 0 0,0 1-2 0,2 0 2 16,0-3 1-16,0 1 1 0,0 2 1 0,-2 0-3 15,1-2 1-15,2 2 0 0,-1-3-1 0,0 1-1 16,-1 2 0-16,2-1 0 0,-1 0 0 0,1-1-1 16,0 2-1-16,-1-1 2 0,1-1-1 0,0 1 3 15,0-1 0-15,0 0 0 0,-1 0 0 16,1 0 0-16,-1 0-1 0,1 0-1 0,-1 0 1 0,-1-1-1 15,3 2 1-15,-3-1 0 0,1 0 1 16,-1 0 0 0,4 0-1-16,-5 1 2 0,1-1 0 15,-1-1-1-15,3 3-1 0,-3-1 1 0,2-1-1 16,-2 2-1-16,2 0 0 0,-2-1 2 0,0 1 0 16,0-1-1-16,0 1 4 0,0 0-3 15,0 0 3-15,0 0-1 0,0 0 2 0,0 0-1 16,0 0-1-16,-2 0 1 0,2 0-2 0,-2 0-2 15,2 0 0-15,0 0-1 0,-1 0-3 0,1 0-1 0,-2 0-10 16,2 0-42-16,0 0-65 0,0 0-81 0,-1-2-137 16,1 2-234-16,0 0-315 0,1-3-280 15,1-2-205-15,1 0 28 0,0 2 494 0</inkml:trace>
  <inkml:trace contextRef="#ctx0" brushRef="#br3" timeOffset="-125558.99">18092 14633 24 0,'26'26'130'0,"0"4"9"0,0 0-51 15,-1 0-98-15,-2 2-87 0,0 1-25 0,-1-4 3 16</inkml:trace>
  <inkml:trace contextRef="#ctx0" brushRef="#br3" timeOffset="-125244.27">17976 14515 19 0,'17'13'42'16,"1"5"-32"-16,0 0-42 0</inkml:trace>
  <inkml:trace contextRef="#ctx0" brushRef="#br3" timeOffset="-124562.18">17882 14453 42 0,'1'2'179'0,"2"1"75"0,-1-2 4 0,1 4-33 16,0-3-34-16,2 3-15 0,2 1-14 15,2-2-10-15,0 4-13 0,1 0-9 0,4 1-2 16,1 3-3-16,2 2 4 0,2 2-3 0,3 2 11 16,3 3 4-16,2 3-13 0,1 5-11 0,2 2 7 15,2 4 11-15,1 4-13 0,4 5-13 16,-1 1-9-16,2 4-13 0,3 2-32 0,0-1-29 15,3 3-8-15,-1 0-6 0,2-2-1 0,0 3-1 16,0 0 2-16,0-1 2 0,2 3-4 0,-2 2-10 16,1 3-10-16,1 2-9 0,0 1-4 0,-2 3-3 0,3-1 16 15,1 2 13-15,-2 3 10 0,5-2 15 0,2 1-15 16,1-1-8-16,-1 2-3 0,2-2-2 0,-3 0-33 16,2-2-61-16,-4-3-68 0,0-2-105 0,-2-6-250 15,-7-2-188-15,0-7-47 0,-3-3 112 16,-6-7 217-16</inkml:trace>
  <inkml:trace contextRef="#ctx0" brushRef="#br3" timeOffset="-117163.17">18026 14468 60 0,'1'4'206'16,"1"-3"87"-16,0 3-3 0,0-4-79 0,2 4-75 15,-3-1-50-15,1 0-38 0,-1 0-15 0,3 1-14 16,-3-1-6-16,2 0-4 0,1 2-5 0,-1-2 0 16,0 1-2-16,0-1 4 0,2 0 5 0,-4 1 6 0,2 0 6 15,1-3 6-15,-3 2 4 0,2 0 2 16,-1 0-2-16,1 0-4 0,-1-1-4 0,-1 0-5 16,1 1-1-16,0-2 10 0,-1 1 7 0,4 1 7 15,-4-1 10-15,1 0 14 0,-1 1-7 0,3 0-4 16,-3-1-7-16,-1 0-12 0,3 0-12 0,-1 1-7 15,0-2-4-15,-1 2-4 0,3 1-3 16,-3-2-1-16,2 1 2 0,2 2-4 0,-4-3 2 16,2 3-4-1,1 0-2-15,-1-1-2 0,0-1 2 16,0 3 0-16,1-4-2 0,0 3-2 0,1-2 4 16,-2 2 2-16,0 0-2 0,0 0 0 0,1-1 0 15,0 0 0-15,0 1 0 0,-3-1 0 0,4 2 0 16,-1-2 0-16,-1 2 0 0,-1-1 2 0,1 1-2 15,1 0 0-15,0-4-2 0,0 4 0 0,-3-1 0 16,2-1 0-16,3 2 2 0,-2-2 4 16,0 1 0-16,0-1 2 0,-1 1 2 0,2 1-3 15,-2-2 3-15,0 1-2 0,3 1 0 0,-3 0 0 16,4-2-4-16,-4 1 2 0,2 2 0 0,-1-3-1 16,1 4 1-16,1-2 0 0,-3 2-2 15,2-1 0-15,0-1 0 0,2 2-2 0,-4-1 2 16,3 0-2-16,-2 0 2 0,1 0 0 0,0 1-2 15,0-2 4-15,0 1 2 0,1-1-4 0,-2 0 4 16,1-1-1-16,0 0 3 0,0 0-6 0,0 0-2 16,1-1 0-1,-2 0 2-15,0 0-2 0,1 1 0 16,-1-1-25-16,1 1-12 0,0-1 19 0,1 0-19 16,-1 1-8-16,0-1-2 0,1 1 21 15,-1 0 13-15,0 0-19 0,1 1 15 0,-2-1 9 16,1-1 2-16,0 2 4 0,1-2 2 0,-1 1 0 15,1 2 0-15,1-4 0 0,-3 2 0 0,1 0 0 16,0-1 0-16,3 2 0 0,-4-1 0 0,1 0-2 16,0-1 18-16,2 0 15 0,-3 0 6 0,1 0 5 15,-1 0 3-15,1 1 0 0,0-1 7 0,-2-1 7 16,1 2-1-16,0 0 0 0,1-3-4 0,-1 4 3 16,-2-2-24-16,1 0-20 0,2 0-3 15,-2-1-6-15,1 2-1 0,0-2-3 0,1 1 0 16,-1 1 2-16,1-3-2 0,-1 3 0 0,0-1 0 15,1 0 0-15,-2 0 2 0,1-1-2 0,2 0 0 16,-3 2 2 0,2-3 2-16,-1 2 0 0,0-2-4 0,-1 1-4 15,0-1 4-15,3 2-4 0,-3-2-5 16,0 0 3-16,1 1-2 0,-1-2 8 16,0 2-4-16,0 0 2 0,-1-1 2 0,1 1 0 0,-1 0 6 15,2 0 9-15,-1 0 14 0,-1-1 7 16,1 1 0-16,-1 1 1 0,1-1-1 0,-2 1-12 15,3-1-9-15,-3 0-5 0,3-2-7 0,-3 2-1 16,5 1 0-16,-3-2 0 0,0 2 0 0,-1-2 3 16,1 1 3-16,0 1 1 0,2-1 0 0,-1 0 1 15,-3 1-1-15,2-1-2 0,2 2 2 0,-4-2-5 16,2 0 2-16,-1 1 1 0,1-1 0 16,1 0-3-16,-3 0 0 0,2 2-1 0,1-2 1 0,-1 0 0 15,0 1-1-15,1-1-1 0,-1 2 4 16,1 0 1-16,1-3 6 0,-2 2 11 0,0 2 6 15,2-2 7-15,-2 0-3 0,5 3 0 0,-5-3-7 16,2 0-11-16,-1 1-4 0,1-1-6 0,0 1-3 31,1 1 1-31,-1-2-1 0,0 1 1 0,-1-1-2 16,0 0 1-16,0 0-3 0,1 1 2 16,0-1-2-16,-1-1 0 0,0 0 0 0,0 1 0 15,0-1 2-15,-1 1-2 0,0 0 0 0,3-1 1 16,-3 1-1-16,2-1 0 0,-2 0 2 0,2 2-2 15,0-2 0-15,-2 0 0 0,5 1 0 0,-5 1-3 16,2-3 1-16,0 2 0 0,-1 2 2 0,0-1-2 16,0-3 2-16,2 3 0 0,-3-2 0 0,2 1 0 15,0-1 0-15,-2 1 2 0,2 0-4 16,-2-1 1-16,1 0-5 0,1 1 4 0,-1-1 1 16,1 0-1-16,-4 0 2 0,2 2 2 0,2-2-1 15,-2 0-1-15,3 0 0 0,-2 1-1 0,-1 0-3 16,2 1 2-16,-2-1-1 0,2 2 3 0,-2-2-4 15,0 0 4-15,3 1 2 0,-1-1 0 0,-2 1 0 16,2-1 1-16,-2 2 1 0,4-1-3 16,-4-1-1-1,3 1 2-15,-2-1-2 0,1 0 0 0,-2 2 0 16,2-1 0-16,0-1 2 0,3 3 0 16,-5-3 1-16,2 2 1 0,0-1-1 0,-1 1 1 15,1-2 0-15,-2 2-3 0,3-1 1 0,-1 1-2 16,0-2 0-16,-2 1 2 0,4-1 1 0,-6 0-1 15,4 1 0-15,1-1 1 0,-3 0-3 0,2 2 0 16,-2-2 0-16,2 3 0 0,-2-3 2 16,0 2-2-16,3-1 2 0,-2 2 1 0,0-1-3 15,1-1 0-15,0 1 0 0,-2 3 0 0,2-3 0 16,1-2 0-16,-3 3-1 0,4 1 1 0,-3-2-2 16,1 0 0-16,0-1 2 0,1 2-2 0,-3-1 6 15,2-2-2-15,0 1-1 0,-2 1-1 0,4-1 0 16,-4-2 2-16,3 2-5 0,-2 0 1 0,0-1-2 15,0 1 4-15,-2 0 0 0,3-1-1 16,-2 0-1-16,0-1 2 0,2 1-2 0,-2 0 2 16,0-1-2-1,0 1 2-15,1-1-1 0,-1 0-1 16,0 2 0-16,0-3 2 0,0 2 0 0,2 1 0 16,-2-2 0-16,0 0 0 0,0 1 0 0,2 2-2 15,-2-3 1-15,2 1-3 0,-2 1 2 0,1 1 0 16,2-2 1-16,-3 0 1 0,2 1-2 15,-4 0 2-15,4-1 0 0,-2 0-2 0,0 0 4 0,-1 0-2 16,1 0 2-16,2 0-2 0,-1 1 0 0,0-3 3 16,-3 3-1-16,4 1 0 0,-2-2 0 15,0 2-1-15,-1-1-1 0,1-1 0 0,3 2 2 0,-3-1 0 16,-1-2 0-16,1 1 1 0,-1-1 1 0,-1 0-3 16,1-1-1-16,1 0 0 0,-1 0 4 15,0 0-2-15,-2 0-2 0,1 1 0 0,1-3 1 0,-1 2 1 16,2-1-2-16,-1 2 0 0,-2-1 4 0,1-2-4 15,2 2 0-15,-1 1 0 0,0-2 3 0,-1 1-1 16,1 1-25-16,-1-1-11 0,1 0-8 0,1 0-3 31,-1 0-4-31,0-1 1 0,-1 2 20 0,1-1 14 16,-1-1 5-16,1 2 5 0,1-2-2 0,-2 2 5 16,2 0 1-16,-1 2 0 0,0 1 0 15,-1-2 0-15,3 1 1 0,-3-1-1 0,2 0 0 0,-1 1-1 16,1 1-3-16,0-4 2 0,2 5 0 0,-4-1 0 15,2-1 2-15,1 0 0 0,-1-1 0 16,-1-1 0-16,1-1 0 0,-2 2 0 0,3-1 0 0,-3-2 0 16,1 2 0-16,-1-1 0 0,1-1 0 0,-2 2 0 15,4-3 2-15,-4 1-2 0,0 1-2 16,2 0 1-16,0-1-1 0,-2 0 0 0,1-1 2 0,-1 4 0 16,0-3 0-16,2 0 0 0,-1 2 2 0,-1-2 1 15,2 1-3-15,0 1 0 0,-2-1 2 0,1 0-2 16,1 2 0-16,-1-1 0 0,-1 1 0 0,4-3 0 15,-4 2 0-15,1 0 0 0,-1-2-2 0,3 3-3 16,-3-3 3-16,2 0 2 0,-2 1 0 0,4-1 0 16,-4 2 0-1,2-2 2-15,0 1-2 0,-1 0 0 0,2 1 0 16,-1 0 0-16,0-2-2 0,-1 2 0 16,2-1 2-16,1 0 0 0,-3 0-3 0,2 1-1 15,-1 0 9-15,1-1 12 0,2 0 8 0,-4 2 5 16,2-3 6-16,1 2 4 0,-3 0-4 0,2-1-8 15,1 4 24-15,-1-1 38 0,0 1 31 0,3 1 17 0,-3-1 8 16,0 0 1-16,2 0-30 0,-2 1-37 0,1-1-34 16,1 1-17-16,-2 1-14 0,3 0-6 15,-3-2-3-15,2 2-1 0,0-1-1 0,-1 0-2 16,0 1 19-16,0-2 12 0,2 1 4 0,-3-1-1 16,2 1 4-16,-1-2 0 0,0 0-21 0,0-2-9 15,-3 0-6-15,2 0-1 0,2-1-3 0,-4 0 0 0,2 2 3 31,-1-2-2-31,1 0 2 0,1 1-1 0,-3 0-2 16,2 0 0-16,-1 1 1 0,1-1 0 0,-1 0-2 16,1 2 1-16,1-2 0 0,0-1-1 0,-3 2-4 15,4-2 2-15,-2 2 2 0,0-2 0 16,1 1-1-16,-3-1 2 0,4 1 3 0,-2 2-3 16,2-2 0-16,-4-2 0 0,2 2 0 0,1-1-3 15,-3 1 3-15,2-2 0 0,-1 3 0 0,1-2 0 16,1 2-1-16,-3-2 1 0,2 1-2 0,2 0 2 15,-2 0-3-15,0 0 1 0,0 0-1 0,0 0 0 16,1 0-1-16,-1 1 2 0,0 1 2 0,2 1 0 16,-1 0 2-16,1 0-1 0,0 0-1 0,-2 1-3 15,2 0-1-15,0-1-2 0,1 0 2 0,-2 0-2 16,0 0 2-16,-1-2-1 0,0 2 2 0,2-3 2 16,-2 2 0-16,0-3-2 0,2 2 1 0,-4-2 1 15,1 0 1-15,-1 1-2 0,1-3 2 0,-2 2-1 16,2-2 1-16,-1 0 0 0,-1 0 0 0,0 3 3 15,4-3 0-15,-4 1 0 0,1 1-2 0,-1-1 0 16,3-1 1-16,-3 2-2 0,4 1 0 0,-3-2 0 16,1 3-2-1,1-3 2-15,-1 2 0 0,2 0 0 0,-2 0 0 16,2 0 0-16,0-1 2 0,-1 3-2 16,2 0-2-16,-2 1 2 0,2 2-1 0,2 1-2 15,-2-1 0-15,0 1 3 0,0 1 3 0,1-2 0 16,2 1 4-16,-4-1 0 0,1 0 1 0,2 2-1 15,-1-3-1-15,0 1-2 0,-1-2-3 0,1 1 1 16,-1 1-1-16,0-2-1 0,-2 1-1 0,5-2 1 16,-5 1 1-16,0-2-1 0,2 1 2 0,-2-1-1 15,0-1 0-15,1 2 1 0,-3-3-2 0,2 0 0 0,2 1-2 16,-4-1 1-16,2 1 0 0,-1-2-1 16,0 1 2-16,-1-1 2 0,1 1 0 0,0-2 1 15,-1 2-1-15,2-1 1 0,-1 0-1 0,1 3-2 16,-1-3-2-16,1 0 2 15,1 1 0-15,0 1 0 0,-3-2 0 0,4 2-18 0,-2 0-9 0,2-2-5 16,-2 3-6 0,2-1-1-16,3 1-3 0,-2 2 18 0,0 0 12 15,2 1 5-15,2 4 4 0,-2-3 1 0,-2 1 1 16,2 0-1-16,1-1 1 0,-2 2-1 16,1-2 1-16,-2 0-2 0,3 0 3 0,-4-1 0 0,2-1-2 15,-3-1 1-15,0-1-4 0,-3 0 2 0,1-3-3 16,-2-1-10-16,-2 0-42 0,-3-1-65 15,1-3-88-15,-3 0-127 0,-2 1-269 0,-1-3-168 16,1 1-25-16,-4 1 140 0,0-2 236 0</inkml:trace>
  <inkml:trace contextRef="#ctx0" brushRef="#br3" timeOffset="-116160.4">19659 16584 103 0,'0'0'209'0,"0"0"42"16,0 0-23-16,2 0-42 0,-2 0-40 0,1 0-28 15,-1 0-21-15,0 0-19 16,3 0-9-16,-1 0-13 0,-2 0-8 0,0 0-15 15,0 1-8-15,1 1 1 0,1-2-3 0,-1 0 6 16,1 1 9-16,0 1 12 0,-2 0 5 0,1-2 0 16,2 1 6-16,-1 0 0 0,0 3 0 0,-1-3 0 0,3 0 4 15,-3 3-1-15,2-2-4 0,2 1-7 16,-4 0-9-16,4 2-5 0,-2-1-10 0,2 2-3 0,2 0 26 16,-3 0 13-16,4 1 3 0,-2 1 0 0,1 0-3 15,-1 1-2-15,3-1-32 0,-1 0-16 16,0 1-11-16,-1 0-6 0,4 0-2 15,-3 0-1-15,0 2 1 0,-2-2 0 0,5 2 6 0,-3-3 5 0,0 3 1 16,1-1-3-16,1 0-3 0,-4 1 2 16,2-3-1-1,0 3-3-15,0-3 0 0,-2 1 2 0,-1-1 4 16,1-1-4-16,-1 0 1 0,-1-1 4 0,0 0 1 16,-1 1-3-16,0-3 1 0,-1 3-1 15,-1-3-10-15,3-1-14 0,-3 2-19 0,-1-1-14 16,0 0-16-16,2-1-18 0,-1 0-9 0,-1 2-13 0,0-2-19 15,0 0-31-15,0-1-63 0,0 2-113 0,0-2-122 16,-3 2-17-16,2-3 75 0,-3 0 114 0</inkml:trace>
  <inkml:trace contextRef="#ctx0" brushRef="#br3" timeOffset="-112463.5">19877 16927 125 0,'-1'0'284'0,"1"0"129"16,0 0 11-16,0 0-75 0,0 0-93 16,1 0-62-1,-1 0-37-15,0 0-24 0,2 0-15 0,1 0-16 16,-3 0-12-16,0 0 3 0,0 0 0 0,0 0-4 16,0 0-6-16,1 0-12 0,-1 0-6 0,2 0-18 15,-1 2-22-15,3-1-11 0,-3-1-2 16,2 3 1-16,1-1 3 0,-1-1-2 0,0 0 0 0,2-1-2 15,-1 2-1-15,-1-2-6 0,-1 0-2 0,1 0 27 16,-1 0 31-16,0-2 23 0,-1 1 22 16,1-2 15-16,-1 0 4 0,-1 0-21 0,-1-1-26 0,-1-2-18 15,1 1-20-15,-1-1-19 0,0 0-3 0,-3 0-3 16,2 2-4-16,-3-2-2 0,2 1 1 0,-3 2 16 16,2 0 12-16,-1 0 10 0,-2 1 6 0,2 2 2 15,-1 4-1-15,3-2-11 0,-3 3-14 0,1 0-8 16,2 3-5-16,2-1-5 0,0 0-2 0,2 2-6 15,2 2-3-15,1-2-2 0,0-1-2 0,3 3 0 16,1-3-1-16,-1-1 0 0,1-1-1 0,-1 0 1 16,1 0-2-16,1-3 2 0,-1 2 0 0,1-2-2 31,1-2-17-31,-2-1-54 0,-1 0-81 0,0 0-105 16,2-1-196-16,-2 1-257 0,2 0-161 0,-3 0 8 15,2-2 197-15,0 2 274 0</inkml:trace>
  <inkml:trace contextRef="#ctx0" brushRef="#br3" timeOffset="-111696.67">20255 16990 138 0,'-3'-4'361'0,"-2"1"186"0,1 0 166 0,0 0-114 0,1 1-74 16,1 1 1-16,1 1-12 0,-1 0-33 15,2-1-62-15,-1 1-72 0,-1 0-85 0,2 0-91 16,0 0-66-16,0 1-44 0,2 0-24 0,-1 3-19 16,2 0-8-16,2 0-5 0,0 1-2 0,3-1 0 15,-2 1-2-15,0-1 0 0,1-1-3 0,-1 0 1 16,0-2 4-16,-1 1-2 0,0 0-1 0,-2-2 3 0,0-2 3 15,1 0-1-15,-3 1-7 0,1-2 1 16,-2 0 1-16,0-1-2 0,-2-2 1 0,2-1 1 16,-3 2 2-16,1-1-2 0,-1 2 0 0,-2-2 0 15,2 1-2-15,-2-1-1 0,1 4 3 0,-1-3-7 32,0 4-27-32,-3 1-58 0,2 1-124 0,-5 4-146 15,1-3-229-15,2 4-282 0,-2 0-233 0,2 1-46 16,0 1 298-16,0-3 387 0</inkml:trace>
  <inkml:trace contextRef="#ctx0" brushRef="#br3" timeOffset="-104106.52">19925 16930 5 0,'0'1'168'16,"0"1"78"-16,0-2 22 0,0 0-25 0,0 2-46 16,-2-2-44-16,2 0-34 15,-2 0-20-15,2 0-2 0,-1 0-4 0,1 0 7 16,-2 0 2-16,2 0 0 0,0 0 0 0,0 0-3 16,-2-2-10-16,2 2-9 0,0 0-12 0,-1 0-2 15,1 0-15-15,0 0-7 0,0 0-9 0,0 0-9 16,0 0-5-16,0 2-7 0,0-2-7 0,0 0-3 15,0 0-4-15,0 0 0 0,0 0-2 0,0 0-2 16,0 0 0-16,0 0 1 0,0 0 1 0,1 0-2 16,-1-2 4-16,0 2-2 0,2 0 2 15,-2-2 0-15,2 2-4 0,-1-1 4 0,-1 1 0 0,2-1 2 16,-2-1 0-16,2 1-2 0,-2 1 6 0,1-2-4 16,-1 1-2-16,0 1 0 0,2 0 0 0,-2-2 2 15,1 2-1 1,-1-1 1-16,0 1 0 0,0 0 2 15,0 0 4-15,0 0 18 0,0 0 14 0,0 0 14 16,0 0 18-16,0 0 26 0,0 0 13 0,0 0-4 16,-1 1-8-16,1-1-10 0,-2 2-20 0,2-2-21 15,0 0-18-15,-1 1-13 0,1 1-5 0,0-1-5 16,-2-1-2-16,2 0-2 0,-2 2 2 0,2-2-2 0,0 1-1 16,0-1 3-16,0 0 0 0,-1 0-3 15,1 0-1-15,0 0-1 0,0 0 0 0,0 0 0 16,0 0-3-16,0 0 0 0,0 0-4 0,0 0 2 15,0 0-3-15,0 0 1 0,0 0 0 0,0 0-1 16,1 1 3-16,-1-1 0 0,0 2 1 0,2-2-1 0,-2 0 0 16,2 0 0-16,-2 0-20 0,0 0-21 0,1 0-22 15,-1 0-19-15,0 0-24 0,2 0-20 16,-2 0-5-16,1 0 3 0,-1 0-3 0,0 0 6 16,2 2 9-16,0-2 12 0,-2 0 11 0,0 0 14 15,0 0 11-15,1 0 10 0,-1 0 6 16,0 0 6-16,0 0 10 0,0 0 4 0,0 0 5 15,0 0 9-15,0 0 5 16,0 0 5-16,0 0 3 0,0 0 2 0,0 0 4 0,0 0 4 16,0 0 4-16,0 0 0 15,0 0 0-15,0 0 4 0,0 0-1 0,0-2 5 0,0 2 2 16,2 0 4-16,-2 0 7 0,0 0 8 16,0 0 3-16,0 0 3 0,0 0 0 15,0 0 1-15,0 0-5 0,0 0-6 0,0 0-5 0,0 0-6 0,0 0-5 16,0 0-3-16,1 0-4 0,-1 0-2 0,0 0-2 15,2 2 0-15,-2-2 0 0,3 1-2 0,-3-1 0 16,0 1 0-16,0-1 0 0,0 2 0 16,0-2 8-16,0 2 8 0,0-2 5 0,0 0 8 15,0 0 7-15,0 0 5 16,0 0-2-16,0 0 0 0,0 0-6 16,0 0-6-16,0 0-6 0,1 0-6 0,-1 0-3 15,0 0-10-15,0 0 0 0,0 0-2 0,0 0-2 16,0 0 0-16,2 0 2 0,-1 0 0 0,1-2 0 15,0 0 0-15,-1 1 2 0,3-2 2 16,0 0 2-16,1-1 1 0,0-2 3 0,3-1 5 16,-2 0 5-16,2-1-3 0,0-3-2 0,1-2 1 0,2 0 3 15,-1-2 4-15,4-1-1 0,-1-2 7 0,2-2-20 16,2-2-12-16,1 0-20 0,3-3-8 0,0-2-9 16,2 0-10-16,6-1 24 0,-3-4 10 0,4 2 7 15,2-7 5-15,1 1 2 0,2-5 0 0,3-3-2 16,0-3 25-16,6-4 2 0,-1-4-4 0,3-4 14 15,0-2 13-15,3-6 9 0,0-3-40 0,5-4-13 16,2-4 23-16,5-4-6 0,0-1-14 0,2 1-8 16,-1 1 1-16,1 2-19 0,-3 1-59 0,-1 6-62 15,-1 3-77-15,-4 5-187 0,-3 4-116 16,-2 8 2-16,-6 4 95 0,-5 5 132 0</inkml:trace>
  <inkml:trace contextRef="#ctx0" brushRef="#br3" timeOffset="-102754.74">20313 16987 39 0,'0'3'188'0,"0"-3"75"0,0 2-6 16,0-2-67-1,2 0-70-15,-1-2-50 0,-1 2-34 0,0-2-12 0,2 1-5 16,-2-2-3-16,3 2 5 0,-1-2-8 16,0 2 1-16,-1-3-2 0,1 3-3 0,-1-2 0 0,3 1 5 15,-3 1 12-15,2-2 2 0,1 1 10 0,0 1 0 16,-1-2 7-16,0 0 7 0,2 1-2 0,0-1-3 16,-2-1-3-16,2 0 1 0,3-2-8 0,-4 2-11 15,1-2 1-15,2-1 9 0,-1 0-1 0,0-1 2 16,0 1 3-16,1-1-7 0,-1-1-7 0,1 1-7 15,0-1-5-15,1 0-4 0,-1 2 0 16,-1-1 4-16,5-1 19 0,-3 1 34 0,2 0 20 0,0-1 7 16,0 1 3-16,0 1-3 0,2-3-22 0,-1 2-34 15,0 0-24-15,3 1-7 0,-1-2-9 16,1 0 0 0,1 0 2-16,-1 0-2 0,-2-1 2 0,3-1 0 15,0 0 2-15,-2 0-2 0,3-3 4 0,-2 0 0 16,0 0-2-16,1 1 4 0,-1-2 3 0,-1 2 4 15,1-2-2-15,-2 1 1 0,1 1-25 0,0-1-14 16,-2 1-13-16,1-1-5 0,-1 0-5 0,1 1-2 16,2-2 26-16,-5 2 10 0,5-2 5 0,-2 1 7 15,-1-1 4-15,1 2 2 0,1-1-2 0,-1 0 0 16,1 0 2-16,0 1-2 0,1-3 0 0,-3 4-2 16,3-1 2-16,-1 1 0 0,0 0-2 0,-1-1 2 15,3 0 0-15,-1 3 0 0,-1-2 0 0,2 2 0 16,0-3 0-16,-1 1 0 0,0 1 0 0,2 0 4 15,-4 0-1-15,6 1 3 0,-4-1 25 0,2 1 9 16,0-1 6-16,1-1 2 0,1 2-5 0,0-3-3 16,2 2-27-16,0-3-13 0,0-1-13 0,1 2 2 15,1-4 5 1,2-1 1-16,-1-1 1 0,3-2 2 16,-4-2 11-16,3-2-3 0,1-2 3 0,-1-2 1 15,2 0 5-15,-3-5 2 0,3 1-2 0,-2 0 0 16,2 0 0-16,-4-1-4 0,1 3-4 15,2-1-1-15,-3 1-6 0,1 3-4 0,-5 1-1 16,1 2-18-16,-1 2-27 0,-3 1-52 0,1 5-92 16,-2 1-229-16,-3 2-132 0,-1 4-16 0,-2 0 88 0,-5 4 154 15</inkml:trace>
  <inkml:trace contextRef="#ctx0" brushRef="#br3" timeOffset="-101556.14">22184 13909 217 0,'-5'-4'358'15,"2"1"136"-15,-2 0 1 0,4-2-147 0,-3 4-77 16,3-1-39-16,-1 1-25 0,2 1-16 0,0 1-19 0,2 2-20 16,3 3-15-16,1 3-26 0,2 3-22 15,4 3-14-15,3 3-13 0,2 3-15 0,-1 1-21 16,5 3-9 0,-3-1-14-16,2 0-3 0,0 0-12 0,-1-2-17 15,2 2-41-15,1 0-63 0,-5 1-77 16,5-2-147-16,0 4-234 0,0-2-116 0,-1 1 29 15,3 0 150-15,1 4 200 0</inkml:trace>
  <inkml:trace contextRef="#ctx0" brushRef="#br3" timeOffset="-101272.33">23284 14941 174 0,'2'-10'408'0,"0"2"171"0,-2 1 103 15,1 4-217 1,2 1-201-16,1 4-121 0,2 3-72 0,-2 4-33 0,3 1-14 0,3 2-9 0,0 2-2 31,1 3-6-31,1 0 1 0,2-1-4 0,0 1-4 16,2 0 1-16,-2 0 1 0,3 2-13 0,-1-3-33 15,2 1-44-15,-2 3-62 0,1 0-99 0,0 1-211 16,-3 0-102-16,1 2 16 0,0-3 109 0,-2 1 149 16</inkml:trace>
  <inkml:trace contextRef="#ctx0" brushRef="#br3" timeOffset="-100540.55">22965 14071 40 0,'-3'-6'264'0,"-5"2"147"0,3-2 135 0,2 3-70 15,1 0-185-15,-1 0-111 0,3 1-65 16,0-1-22-16,5 2-11 0,0 0-6 15,1-1 20-15,5-1 17 0,0-2 10 0,3 3-20 16,1-5-18-16,2 1-6 0,1-3-24 0,-1 0-23 16,0-1-14-16,2-2-8 0,0-2 22 0,-1 1 13 15,-1-1 7 1,-1-1 2-16,-1 2 0 0,-2-2 0 0,1 2-24 0,-4 2-18 0,0 2-9 0,-4-1 1 31,1 3-3-31,-2 1 8 0,-1 3 50 0,0 0 54 16,-2 2 37-16,0-1 16 0,-2 4 8 0,0-1-8 15,0 2-43-15,0 2-44 0,-2-1-32 16,2 2-22-16,-2 0-8 0,2 1-3 0,2 0-6 16,0 0-7-16,-1 1-1 0,2-2-5 0,3 1-3 0,2 1 2 15,2 1 0-15,1 0 3 0,6 1 8 16,2 1 5-16,1 0 2 0,3 3-2 0,1 0 5 16,-1 1-2-16,3-1-2 0,1 4-1 0,0-2 1 15,-2 2-2-15,0-1 0 0,0 2-2 0,-2-1 1 16,-1 0 31-16,-2 0 19 0,-2 0 16 15,-1-2 15-15,-3 1 9 0,-1 1 4 0,-4-2-27 0,0 0-19 16,0 3-12-16,-6-3-17 0,0 2-12 16,-3-1-8-16,0 0-1 0,-3 0-1 0,0 1-7 15,-5 1 0-15,3 2 1 0,-3-2 2 0,-1 1 2 16,-1 1 0-16,-1 1 5 0,2-2 0 16,-5 3 0-1,2-3-7-15,0-2-9 0,-1 0-24 16,2-4-49-16,-3-2-79 0,1-6-99 0,-1 1-113 0,1-7-139 15,-1-1-244-15,3-5-183 0,-2-5-21 16,1 2 172-16,1-5 274 0</inkml:trace>
  <inkml:trace contextRef="#ctx0" brushRef="#br3" timeOffset="-100168.14">23013 14166 204 0,'-7'-8'403'16,"2"2"150"-16,0 0 91 0,1 1-255 15,-1 3-187-15,2 0-99 0,2 2-50 16,-1 2-26-16,4 4 6 0,-1 2 5 0,2 5 7 15,5 4 21-15,0 0 17 0,2 5 20 0,3 2 9 16,2 2 3-16,4-1 16 0,2 5-2 0,1-1 2 16,3 4-11-16,0-6-12 0,0 4 4 0,-1-1-10 15,3-2-6-15,-2-1-10 0,1 0-7 0,-1-3-11 16,0-2-19-16,-2 0-16 0,2-2-9 16,-3-3-9-16,0-2-38 0,-1-3-62 0,-4-1-81 0,0-1-104 15,1-3-199-15,-4-1-253 0,0-1-129 16,-3-2 32-16,-1 0 196 0,-1 0 255 0</inkml:trace>
  <inkml:trace contextRef="#ctx0" brushRef="#br3" timeOffset="-98939.7">21301 15090 68 0,'-4'9'287'15,"-1"0"138"-15,2-1 109 0,2 2-117 0,-1-4-183 16,2-1-108-16,2-1-60 0,2 1-32 0,2-4-15 0,2-1 10 0,4-1 12 16,3-6 4-16,1 0 10 0,5-4 49 0,2-2 24 31,4-4-2-31,0-2-12 0,3-2-9 0,0-3-4 15,2-1-41-15,-2 0-23 0,2 0-12 0,-4 0-5 16,-3 2 5-16,-1 2-9 0,-4 4-4 0,-4 3-1 16,-2 3 24-16,-2 3 44 0,-4 4 15 15,-4 4 13-15,-2 4 3 0,-2 6-4 0,-2 5-27 16,-4 6-45-16,-4 2-52 0,-2 9-65 0,-1 0-75 16,0 8-70-16,-2 1-92 0,3 2-83 0,0 1-106 15,3 1-108-15,0-2 17 0,0-3 114 0,5 0 160 16</inkml:trace>
  <inkml:trace contextRef="#ctx0" brushRef="#br3" timeOffset="-98672.84">21939 15224 180 0,'22'-8'398'16,"-5"0"158"-16,-1 2 102 0,-2 5-220 0,-1-2-205 15,-2 6-112-15,2-2-58 0,-4 4-27 0,-1 0 5 16,1 1 16-16,0 0 12 0,-3 4 25 0,0-1 18 16,2 2 9-16,-2-2-15 0,-1 4-18 0,2 0-12 15,-3 2-22-15,0 0-16 0,2 3-13 0,-5 2-5 16,1 0-1-16,-1 3-4 0,-2 3-5 0,-1 0-4 16,1 3 1-16,-5 2-2 0,-1 3-12 0,-1 0-33 15,0 1-54-15,-4-1-73 0,1-2-128 0,-5 0-258 16,2-4-149-16,-2-1-8 0,0-5 127 15,-3-4 199-15</inkml:trace>
  <inkml:trace contextRef="#ctx0" brushRef="#br3" timeOffset="-93652.78">18922 13806 47 0,'-4'8'267'0,"-3"0"157"0,1 0 142 16,-1-1-60-16,1 1-110 16,2-1-28-16,-1 2 15 0,0-1 22 0,2 0 12 15,-1-2-29-15,1 0-58 0,3-4-67 0,2 1-51 16,3 0-48-16,-1-3-34 0,6-3-11 0,2 0-5 15,3-3 1-15,4-2 4 0,3-3 20 0,3-6 10 16,4-1-1-16,2-7 6 0,4-4-3 0,4-4-21 16,0-4-36-16,3-5-29 0,4-3-15 15,-1-2-17-15,2-4-12 0,-1 0-9 0,-1-1-5 0,-2 1-2 16,1 1-2-16,-6 2-5 0,-3 6-27 0,-2 3-51 31,-6 5-48-31,-2 6-67 0,-7 2-137 0,-1 6-184 16,-5 5-286-16,-3 3-235 0,-5 6-208 15,-2 5-16-15,-4 2 403 0,-5 5 460 0</inkml:trace>
  <inkml:trace contextRef="#ctx0" brushRef="#br3" timeOffset="-92414.32">17950 13987 16 0,'9'6'217'15,"4"2"110"-15,0 2 108 0,1 2-64 16,3 2-125-16,4 2-62 0,-1 3-35 0,7 4-7 0,0 1-3 16,3 4-11-16,3 2 0 0,2 4-9 15,4 3-7-15,6 1-5 0,4 3 5 0,3 3 3 0,5 3-9 16,3 1-9-16,3 6-11 0,4 3-17 15,-1 5-2-15,3 1 17 0,3 6 4 0,-1 3-5 16,3 8 19-16,2 3 40 0,1 8 21 0,4 7 10 16,5 9 5-16,1 6-1 0,3 7-11 0,1 7-25 15,3 2-35-15,-3 3-37 0,3-1-29 0,1 1-13 16,-4-3-6-16,3-4-12 0,-6-7-9 0,-1-7-16 16,-5-7-16-16,-3-9-28 0,-3-4-68 0,-3-10-84 15,-3-6-97-15,-2-9-104 0,-3-8-162 0,-4-7-221 31,-2-7-89-31,-7-7 77 0,-5-7 212 0,-3-4 246 16</inkml:trace>
  <inkml:trace contextRef="#ctx0" brushRef="#br3" timeOffset="-91681.32">18376 14211 241 0,'10'3'451'15,"6"-1"187"-15,3 6 142 0,8 1-239 0,8 5-127 16,9 3-41-16,7 2-12 0,5 6-20 0,9 4-31 0,3 4-28 16,8 5-45-16,0 5-47 0,8 5-45 15,4 7-29-15,2 7-26 0,2 5-27 0,1 7-20 0,2 3-17 16,-1 5 6-16,-3 4 1 0,3 3 2 0,-3 3 0 15,6 7-1-15,3 3 1 0,-1 0-19 16,-3-3-12-16,-3-5-11 0,1 0 3 0,-3-5 5 0,0 0 1 16,-6-5 2-16,4-2-7 0,-4-2 1 0,-1-6-9 15,-5-6-9-15,-2-5-9 0,-4-4-9 0,-5-7-17 16,-3-7-35-16,-8-4-52 0,-2-4-90 16,-4-4-101-16,-5-4-90 0,-1 2-75 0,-2-4-52 0,0 0-27 15,-5 0-2-15,-3 0-54 0,-2-2 36 0,-5 1 103 31,-1-2 140-31</inkml:trace>
  <inkml:trace contextRef="#ctx0" brushRef="#br3" timeOffset="-80122.97">22046 16909 127 0,'-1'-1'246'0,"1"-1"85"16,0 1-40-16,-2 1-90 0,0-1-55 0,2 1-32 0,0-2-14 0,0 2-3 15,0 0-5-15,0 0-2 0,-1 0-11 0,1 0-9 16,0 0-13 0,0 0-7-16,0-2-11 0,0 2-8 15,0 0-7-15,0 0-5 0,0 0 9 0,0 0 3 16,1 0 2-16,-1 0 4 0,0 0 0 0,0 0 0 15,0 0-12-15,0 0-8 0,2 2-3 0,0-2-6 16,-2 0-5-16,0 0-1 0,0 2 0 0,1-1 0 16,-1-1 2-16,4 1 0 0,-4 1 6 0,1-2-1 15,1 1 7-15,-1-1 22 0,1 0 13 0,0 2 8 16,-1-1 6-16,-1-1 4 0,2 0 22 0,-1 1 0 16,1-1 2-16,1 0-2 0,-3 0-2 0,1 0-3 15,1 0 25-15,-1 2 20 0,-1-2 8 0,2 0 8 16,0 0 23-16,-1 0 6 0,1 0-45 0,0 0-29 15,-1 0-22-15,1 0-15 0,-1 0 24 0,3 0 16 16,-3 0 8-16,2 0-1 16,1 0 0-16,-2 0-3 0,2-2-45 0,-3 2-27 0,2-1-16 0,1 1-6 15,-1 0-4-15,0-1-3 0,0-1-1 0,0 2-4 16,1 0 15 0,0 0 13-16,-1 0 10 0,2 0 7 0,-2 0-3 15,2 0 4-15,0 0-17 0,-2 2-12 0,3-1-11 16,-1-1-5-16,0 0-1 0,-1 0 1 15,0 0 0-15,1 0-1 0,-2 1-1 0,3-1-1 16,-5 0-1-16,4 0 1 0,-2-1-1 0,2 1 1 0,-2 0 3 16,1-1-2-16,0-1-2 0,2 2 0 15,-3 0 0-15,2-1-1 0,-1 1-1 0,0 0 3 16,1 0 9-16,-2-2 8 0,3 2 1 0,1-1 4 0,-2 1 1 16,-2 0-1-16,2 0-7 0,-1 0-10 15,0 0-3-15,2 0-4 16,-2 0 0-16,0 0 0 0,-1 1 2 0,2-1-2 0,-2 0 4 0,2 0 2 0,-1 2-4 15,-1-2-1-15,4 0 0 0,-4 0 1 16,2 0-2-16,-1 0-3 0,1 0 4 0,0 0 3 0,-1 0-2 16,1 0 1-16,2 0 0 0,-2 0 1 15,2 0-3-15,-1 0-4 0,2 0-1 0,-1 0 0 16,-1 0 1 0,3 0-2-16,-2-2 2 0,-1 2 3 0,2 0 1 15,0 0 0-15,-2-1-1 0,-1 1 3 0,3 0 0 16,-1-1-1-16,2 1 1 0,-3-2-1 0,2 2 0 15,1-2 2-15,-1 1-1 0,2 0-1 0,-2 1 1 16,4-2 5-16,-2 0-2 0,0 2-3 0,2-1-2 16,-1 0 3-16,2-1 10 0,0 2 21 0,-1-2 10 15,2 1 9-15,-1 1 2 0,3-2 1 0,-3 1-11 0,1-2-17 16,-3 3-10-16,2 0-4 0,-1-2 1 16,-1 2-8-16,2-3 0 0,-2 0-5 0,0 2-2 15,1-1 1-15,-2 0-5 0,0 0 3 0,0 0 3 16,0 0 0-16,1 0-2 0,2 0 0 0,-4-1 2 15,3 0 1-15,-2 2-6 0,2-2 4 0,0 0 1 16,-1 0-4-16,2-1-4 16,-1 2 3-16,1-1 2 0,0-1-4 0,-1-1 7 0,1 0-2 0,1 1 35 15,1-2 28-15,0 1 10 0,-2-2 6 0,3 1 1 32,-2-2 3-32,0 1-27 0,1-2-27 0,0 0-9 0,0-1-6 15,-1-1-4-15,0 0-3 0,2 1-5 16,-2-1 0-16,2 1-3 0,-3 1-3 0,1 0 0 15,2 0-1-15,-2 0 7 0,2 1-1 0,0 0 2 16,-1 2 3-16,0 2 0 0,0-2-2 0,1 2-3 16,2 1 1-16,-1-2 2 0,-3 2-4 0,3 0-2 15,1 2 3-15,-1-2 0 0,2 2 0 0,0-3-1 16,0 3 3-16,0-2 0 0,2 0-1 0,-2 0 4 16,1 0 2-16,2 0-2 0,-2-2 0 0,0 2 2 15,0 0-3-15,0-2-1 0,-2 3-4 16,1-2 1-16,-3 0-2 0,3 1 0 0,-3 0-1 0,1-1-1 15,-1 1 2-15,0-2 0 0,-2 2 0 0,4-1-1 16,-2 0 3-16,-1-1 0 0,1-1 12 0,3 0 11 16,-2 0 5-16,3-2 2 0,0 1-2 0,0-1 1 15,1-1-9-15,1 0-11 0,0-1-2 0,1 1 0 16,0-2-1-16,3 0 0 0,-1-1-1 16,0 1 0-16,1 0-1 15,0-2-1-15,0 1 1 0,0 1-1 0,1-4-1 16,-2 3 0-16,1 0-1 0,-4 1-1 0,2-1-1 15,-2 1 0-15,-5 1-3 0,1 1 1 16,-5 2-4-16,-4 1-15 0,-1 3-40 0,-7 2-54 16,-1 2-50-16,-1 2-95 0,-7 2-143 0,-1 2-199 0,-3-1-264 15,1 0-229-15,-5 2-196 0,2-2 103 0,-5-1 435 0</inkml:trace>
  <inkml:trace contextRef="#ctx0" brushRef="#br3" timeOffset="-79397.44">22116 16387 229 0,'-10'5'396'15,"4"-1"137"-15,2-1 7 0,0-1-197 16,8-2-137-16,3 0-62 0,6-3-34 16,4-3 7-16,7 0 70 0,5-5 69 0,7-1 43 0,3-3 42 15,4-3 22-15,8-3-13 0,1-3-65 0,3-3-60 16,2-2-50 0,3-7-58-16,4-1-49 0,-1-3-27 0,-1-3-13 15,1-4-10-15,-2-2-7 0,0-1-1 16,-1-1-10-16,-5-2-5 0,-2 3 0 0,-5-2-24 15,-1 4-56-15,-5 2-88 0,-4 2-114 0,-2 2-157 16,-6 6-297-16,-6 5-218 0,-2 5-71 0,-5 5 159 16,-6 5 322-16</inkml:trace>
  <inkml:trace contextRef="#ctx0" brushRef="#br3" timeOffset="-79032.15">21813 15587 166 0,'26'-17'463'16,"1"-1"210"-16,2-1 114 0,4-3-138 0,5-1-318 16,4-2-165-16,4-3-90 15,5-2-6-15,0-4 28 0,1-3 16 0,1-1 20 0,-2-4 13 0,5-3 18 16,-4 1-34-16,0-5-41 16,-2 1-22-16,1-1-22 0,-2 0-20 0,-3 0-10 15,-3 0-8-15,-3 3-8 0,-5 1-4 0,-1 3-54 16,-9 2-74-16,-4 6-92 0,-4 3-126 0,-6 5-270 15,-5 5-202-15,-6 6-31 0,-8 7 140 0,-4 2 246 16</inkml:trace>
  <inkml:trace contextRef="#ctx0" brushRef="#br3" timeOffset="-78820.74">21646 14934 280 0,'4'-33'599'0,"-1"0"222"16,2-2 74-16,5-1-217 15,5-2-342-15,4 1-168 0,3-2-84 0,6 2-41 16,3-1-20-16,3 1-9 0,2-1-5 0,4 4-1 16,0-1-35-16,2 2-67 0,-1 1-97 0,2 4-193 15,0 0-243-15,-4 1-159 16,3 1-1-16,-6 1 168 0,0-1 244 0</inkml:trace>
  <inkml:trace contextRef="#ctx0" brushRef="#br3" timeOffset="-74265.19">18913 13866 13 0,'-2'0'142'16,"2"0"35"-16,-2 0-6 0,2 0-39 0,-1 0-47 15,1 0-34-15,-2 0-18 0,2 0-11 0,0 0-6 16,-1 0 1-16,1 0-2 0,0 0-3 15,-2 0 2-15,2 0-4 0,0 0-2 0,0 0-4 16,0 0-2-16,0 0 1 0,0 0-3 0,0 0 0 16,0 0 0-16,0 0-3 0,0 0-1 0,0 0-6 15,0 0-7-15,0 0-7 0,0 3-8 16,0-3-7-16,0 0-4 0,0 1-1 0,0-1 1 0,0 0 5 31,0 2 8-31,0-2 8 0,-2 1 7 0,2-1 3 16,0 0 7-16,-1 1 5 0,-1-1 1 15,2 3 3-15,0-3 2 0,-1 0 6 0,1 0 1 16,0 0 0-16,0 0-2 0,-5 0-1 0,5 0 1 16,-1 2-5-16,1-2-1 0,-2 2-5 0,2-2 1 15,-1 0 1-15,1 2-2 0,0-2-2 0,-2 1 2 16,2-1 0-16,-2 0 2 0,2 0 1 16,0 0-2-16,-1 0 2 0,1 0-3 0,-2 0 3 15,2 0 2-15,0 0 6 0,-2 0 4 0,2 0 9 16,0 0 6-16,-1-1 9 0,-1 1 12 0,2-2 9 15,0 2 10-15,0 0 6 0,-1 0 8 0,-1 0-4 16,0 0-7-16,1 0-13 0,-1 0-6 0,2 0-6 16,-1 2-6-1,-1-2-3-15,-1 1-1 0,3-1 3 0,-1 1 6 16,-1 1 5-16,0-2 3 0,1 2 12 16,-1-1 3-16,2 0 7 0,-3-1-2 0,3 2 1 15,-2-1-3-15,2-1-7 0,0 2-1 0,-1-1-3 16,-1-1 0-16,2 0 1 0,0 2 6 15,-1-2 10-15,1 0 8 0,0 1 6 0,-2-1 11 16,2 0 3-16,-2 2 3 0,2-2-5 0,0 0-8 0,-1 0-13 16,-1 0-12-16,2 0-13 0,-1 1-13 0,-1-1-11 15,-1 0-10-15,3 2-6 0,-3-2-4 16,3 0-5-16,-2 1-2 0,2-1-6 16,-3 0 0-16,3 2-2 0,0-2 0 0,-1 1 0 15,1-1-2-15,0 2 0 0,-2-1-1 0,0 1 0 16,2-1-1-16,0 2-19 0,2 0-46 0,0 0-58 15,-2 0-77-15,0 0-138 0,0 1-246 0,1 3-121 16,-1-3 23-16,-1 3 142 0,1-3 199 0</inkml:trace>
  <inkml:trace contextRef="#ctx0" brushRef="#br3" timeOffset="-66846.97">19000 13797 155 0,'0'-2'358'16,"0"2"168"-16,0-1 71 0,0-2-133 16,0 3-107-16,0 0-48 0,0 0-21 0,0 0 8 0,0 0 12 15,0 0 5-15,0 3-12 0,1-3-26 0,-1 0-34 16,0 0-42-16,0 0-32 0,0 0-31 0,0 0-24 15,0 0-21-15,0-3-16 0,0 3-10 0,0 0-7 16,0 0-2-16,0 3-3 0,0-3 4 0,0 0 0 16,0 0-3-16,0 0 11 0,0 0 1 15,0 0 1 1,0 0-4-16,0 0 11 0,0 0 0 16,0 0-10-16,0 0-9 0,0 0-4 0,0 0-10 15,0 0-15-15,0 0-6 0,0 0-6 0,0 0-4 16,0 0 1-16,0 0-2 0,0 0 0 0,0 0-4 15,-1 0 0-15,1 0 4 0,0 0-4 0,-4 0 2 16,4 1 1-16,-1-1 5 0,-1 0 5 16,0 2 0-16,2-2 1 0,-1 0 4 0,-1 0-4 0,0 0-5 15,0 0-5-15,2 0-3 0,-2 0 0 16,2 1-6-16,-1-1 2 0,-1 0 0 0,1 0 1 16,1 0-1-16,-2 0 1 0,0 0 0 0,-1 0 0 15,3 0 0-15,-1 0 1 0,-3 1 2 0,1-1 0 16,1 0-2-16,-1 3 0 0,2-3 1 0,-4 0 0 15,2 0 0-15,2 0-1 0,-3 2 1 16,0 0 0-16,0 0 0 0,1-1-1 0,1 0 0 0,-1 1 1 16,-3 0 4-16,3 0-1 0,2-2-1 15,-3 2 0 1,1-1 0-16,0 1-2 0,0-1-1 0,1-1 1 16,-1 2 0-16,0-1 0 0,3 1 2 15,-5-2 0-15,4 1 0 0,-1 1 0 0,1-2 3 16,-3 0 0-16,3 1-1 0,-1-1 1 0,2 0-1 15,-2 2-3-15,-1-1-1 0,2 1 1 0,-1-1-3 16,-1-1 0-16,1 2 1 0,-1-1 1 16,0 0-1-16,0-1 1 0,0 4 2 0,-2-3-1 0,3 0 1 15,-1 1-1-15,0-2 1 0,0 2 0 16,0-1-2-16,-2 0 3 0,2 1-2 0,0 0 1 16,0-1-1-16,-1 0 1 0,1-1-2 0,2 2 2 15,-3 1 1-15,1-3-3 0,2 2 1 0,-3-2 0 16,0 0-2-16,2 3 0 0,-1-2-1 0,2-1-1 15,-3 2 1-15,1-1 0 0,0 0 1 16,1 2 1-16,-1-3 0 0,1 2-2 0,-1 0 2 0,-1 0-4 16,1-1 1-16,0 2 0 0,-1-1-2 0,1-1 3 31,2 0 0-31,-3 1 2 0,1-1-2 16,1 2-1-16,-1-1 2 0,-1-1-2 0,1 1 0 0,1-1-3 15,-3 1 2-15,4-1 2 0,-3 1-3 16,1-1 1-16,0 1-1 0,1-1 1 0,-1 1 0 15,0-1-1-15,-3 0 2 0,5-1 0 0,-3 2 2 16,1 0 1-16,1-1 1 0,-1 0 1 0,0-1-1 16,-2 2-1-16,4 0 1 0,-5-1-3 15,3-1-1-15,-1 1 0 0,1 1 0 0,1 0 0 16,-2-1-2-16,0 0 2 0,1 1 0 0,-3 1-2 16,3-1 1-16,0-2 1 0,0 3-1 0,-1-2-1 15,1 1 0-15,2-1 1 0,-3 3-1 0,1-4 1 16,0 0 1-16,-1 2-1 0,2 0 1 0,-3-2-1 15,4 2-1-15,-3-1 0 0,3 2-1 16,-2-1-1-16,1-1 0 0,-1 0 0 0,1 1 1 0,-1-1 0 16,1 2 1-16,-2-1 1 0,2-1-1 15,-1 1 1-15,0 1-1 0,1-2 1 0,-1 1 0 0,0-1 0 32,1 1 1-32,-1-1 0 0,1 2-1 15,-1-2 1-15,2 1-1 0,-4 0-1 0,2-1 0 16,0 0 0-16,-2 1 1 0,3 1 1 0,-1-2-2 0,0 1 1 15,1 1 0-15,-1-2 0 0,-1 1-1 16,2 1-1-16,-1-1 1 0,-2-2 0 0,2 3 1 16,1-2-1-16,-1 2 0 0,0 1 0 0,1-4-1 15,-1 4-1-15,0-2 0 0,-3 0 2 16,5 0 0-16,-3 1-1 0,1-2 2 0,0 2-1 16,1 0 1-16,-1-1 0 0,1 1-1 0,-1-2 0 15,2 2 0-15,-4-1 0 0,2 1-1 0,1 0 0 16,1-2 0-16,-1 0 1 0,-1 1-1 0,1 0 1 15,2 0 0-15,-1 0 1 0,-1 0-1 16,1-1 0-16,1 0 0 0,-4 1 0 0,4 1 0 16,-1-2-1-16,-1 4 0 0,1-5 0 0,1 2 0 0,-2 1 1 31,0 0 0-31,0-2 0 0,0 3 0 0,2-4 0 16,-2 4-1-16,1-2 2 0,-1 0-1 15,1 0 1-15,-1 1-1 0,0-2 1 0,-1 2 0 16,2 0-1-16,-1 0 0 0,-1 0 0 0,1 0 1 15,-1 0-1-15,1 0-1 0,-2 1-1 16,2 0 1-16,-1 0 1 0,2-1-2 0,-4 2 0 0,2-3 2 16,-1 3 0-16,1 0 0 0,1-1-2 0,-1 0 1 15,2 0 1-15,-4-1 0 0,2 2-2 16,2-3 2-16,-1 1-1 0,0 0 1 0,-1-1 0 16,2 1 1-16,-1 0 0 0,0-2 0 0,-1 2 0 15,3-1 1-15,-2 1-2 0,2-2 2 0,-3 0-2 16,3 3-1-16,-1-2 0 0,-2 0 0 0,1 1-1 15,1-2-1-15,-1 3 2 0,1-3 0 0,1 2 0 16,-2 0 0-16,0-3 1 0,1 2 0 0,1-2 0 16,-2 3 0-1,2-3 0-15,0 2 0 0,-2-1 0 0,2 0 0 0,0-1 0 0,-1 1-2 0,-1 2 2 16,2-3 0-16,0 0 1 0,0 2 0 31,-1 0 0-31,-1-2 1 0,2 2-2 0,0-2 0 16,0 1 0-16,0-1 1 0,0 0-1 0,0 1-1 0,0-1 0 15,0 2 0-15,0-2 1 0,-2 2-2 16,2-2 1-16,0 1 2 0,-1 0 0 0,1-1 0 16,-2 2 0-16,2-1-1 0,0 1 1 15,-1-1-2-15,-1 2 1 0,-1-1-2 0,3 1 2 0,-1-2 0 16,-1 2 0-16,1-1 0 0,1-1 0 16,-2 2 0-16,0-2 0 0,1 1-1 0,-1 0 2 15,2-1-1-15,0 0 0 0,-2 1 0 0,2 0 0 16,0-1 0-16,0-1-1 0,-1 1 1 0,-1-1 1 15,2 2-1-15,0-2 2 0,0 0-2 16,-1 2 2-16,1-2-1 0,0 1 0 0,-2-1-1 16,2 0 0-16,-2 1 1 0,2-1-1 15,0 0 2-15,-1 2-2 0,1-2 1 16,-2 3-1-16,2-3 0 0,0 0 0 16,0 0-1-16,0 0 0 0,0 0 1 15,0 0 0-15,0 0-1 0,0 0 0 0,0 0-1 16,0 0 1-16,0 0-2 0,0 0 1 0,0 0 0 15,0 0-1-15,0 0 1 0,-1 0-2 16,1 0 1-16,0 0-2 0,0 0 1 0,0 0-1 16,0 0-5-16,0 0-13 0,0 0-30 0,0 0-60 15,0 2-59-15,0-2-90 0,1 5-142 0,1-3-186 16,-1 2-286-16,-1-2-231 0,2 2-196 0,0-2 54 16,-2 0 427-16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4T16:47:46.44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00B050"/>
    </inkml:brush>
    <inkml:brush xml:id="br4">
      <inkml:brushProperty name="width" value="0.05292" units="cm"/>
      <inkml:brushProperty name="height" value="0.05292" units="cm"/>
      <inkml:brushProperty name="color" value="#00B0F0"/>
    </inkml:brush>
    <inkml:brush xml:id="br5">
      <inkml:brushProperty name="width" value="0.05292" units="cm"/>
      <inkml:brushProperty name="height" value="0.05292" units="cm"/>
      <inkml:brushProperty name="color" value="#7030A0"/>
    </inkml:brush>
    <inkml:brush xml:id="br6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1029 907 47 0,'4'-7'285'0,"-2"-1"187"0,0 4 201 16,-2 4 19-16,0 0-32 15,0 0-27-15,0 0-44 0,0 0-31 0,0 0-25 16,0 0-78-16,0 0-97 0,0 0-76 0,0 0-61 15,0 0-54-15,1 7-54 0,1 2-35 0,1 6-19 16,-1 0-7-16,-1 8 0 0,4 3 3 0,-2 6-4 16,2 5 1-16,1 6-4 0,-1 6-7 0,0 2-5 15,1 5-11-15,-1 2-4 0,0 2-6 0,2 0-4 16,0 0-2-16,-3-1-2 0,1-4-1 0,0-2-1 16,1-7-1-16,-1-4-2 0,-2-8-1 0,0-4-1 15,0-6-2-15,-1-5 0 0,1-4-1 0,-3-4 2 16,2-5 1-16,-2-6 3 15,-2-4 1-15,-3-9 0 0,-1-8 0 0,0-11-1 0,-3-5-3 16,0-8 0-16,0-6 1 0,0-3 1 0,-1-5 1 0,0-1 1 16,0-1 0-16,0-1-3 0,2 2 1 0,0 3-2 31,0 1-2-31,2 2 0 0,3 4-1 0,-2 6 2 16,3 5 0-16,-1 6-1 0,0 5 2 0,1 7 0 15,1 3 2-15,-2 2-2 0,3 6 0 0,-2 1 0 16,2 3-2-16,0 6-1 0,0 0-1 0,6 2 0 15,2 4 0-15,2 5 2 0,4 6 2 0,-1 6 0 16,4 2 2-16,-1 7 0 0,3 4 1 0,-1 4-1 16,2 5 0-16,0 4 0 0,-2 1 5 0,2 0 1 15,-4-2 4-15,3-4 0 0,0-6 0 0,-3-5 0 16,1-4-13-16,-1-4 0 0,-2-5-9 16,-3-5-3-16,-1-2 4 0,-1-3 2 0,-2-2 11 0,-2-5 0 0,-2-5 5 15,0-2 6-15,-3-9-9 0,0-4-4 0,-3-10-4 0,1-6-3 16,-1-5-1-16,0-1-1 0,-2-7 5 0,-4-1 2 15,1 0 1-15,-2-4 0 0,-5-2 0 0,0-2-1 16,1-2 0-16,-2-3 1 0,2 1 0 0,1 4 1 16,3 4 1-16,0 6 4 0,3 6 3 15,1 8 2 1,3 5 0-16,-2 5 1 0,3 3-2 16,-2 8-5-16,2 0-3 0,2 10-2 0,0 0-2 15,5 3-3-15,-1 6 0 0,3 5-2 0,-1 3 0 16,2 3 4-16,3 5-11 0,-3 6-14 15,0 0-45-15,6 4-66 0,-3-1-105 0,2-1-174 0,1 0-275 16,-4 2-322-16,-1-3-300 0,-4 2-181 0,-2-1 237 16,3-1 596-16</inkml:trace>
  <inkml:trace contextRef="#ctx0" brushRef="#br0" timeOffset="382.13">1785 1239 134 0,'-2'-9'737'0,"-1"0"524"0,-2 4 171 0,-3 2-170 16,4 2-425-16,-3 2-313 15,-1 0-160-15,-4 4-110 0,2 4-84 0,-3 2-49 0,-1 2-36 16,1 6-28-16,-1 4-18 0,2 4-8 0,-2 3-6 16,1 1-2-16,3 0-1 0,1 0-2 0,4-1-4 15,2-2-5-15,1 0-3 0,4-5-7 0,1-1-5 16,2-3-3-16,1-5 0 0,0-2 0 0,4-5 0 0,-2-2 2 15,3-5 1-15,0-6 3 0,-1-6 0 0,2-6 1 16,-1-7 1-16,3-4 0 0,-4-6-1 0,3-2 0 0,-1-2-2 16,-2-2-2-16,1 3-1 0,0 3 1 0,-3 4 0 0,0 2 1 15,-1 6 4-15,-2 3 0 0,-2 7 1 0,1 3-1 16,-3 4 0-16,1 3-1 0,-1 4 0 16,1 5 0-16,-2 5 0 0,-2 3-2 0,1 6 1 0,-1 3 0 0,2 6-2 0,-1-1 2 15,1 4-1-15,0 0 0 0,0 3 0 0,1 1 1 16,1-2 0-16,1 2-2 0,0-2-3 0,2 0-11 15,3-2-25-15,-2-3-53 0,2-3-68 0,0-5-95 16,0-6-150-16,0-5-186 0,-2-5-301 0,2-5-252 0,1-5-179 16,-1-5 79-16,0-5 449 0</inkml:trace>
  <inkml:trace contextRef="#ctx0" brushRef="#br0" timeOffset="765.46">2053 1300 151 0,'7'-11'519'0,"-3"4"325"0,1 6 195 0,0 1-97 16,-2 6-220-1,3 3-163-15,-3 8-77 0,2 2-63 0,0 6-69 0,2 4-81 16,-3 4-46-16,4 5-46 0,-2 1-56 0,-1 5-30 0,3 4-16 0,0 3-7 16,-2 2-15-1,4 1-7-15,-2 2-10 0,2 0-12 0,0 0-9 0,-2-6-7 16,1-1-3-16,1-5-5 0,-2-9 0 0,-2-3-4 16,2-8 0-16,-3-5 0 0,1-7 2 0,-3-4 4 15,-1-8 1-15,-2-8 2 0,0-7 2 0,-3-5 0 16,-2-11 0-16,0-4-4 0,-4-5 0 15,1-6-2-15,-3-4-4 0,-2-5-4 0,2-4-2 0,-3-2 3 0,0-3 2 16,1-1-4-16,-1-2-1 0,4 2-1 0,2 0 2 0,1 4-3 16,4 4-3-16,1 5 4 0,0 6 3 0,4 6 4 15,-2 4-1-15,2 7 1 0,-1 5 2 0,1 6-3 16,-1 3 0 0,1 3 0-16,4 5 1 0,-1 2 1 0,1 5 1 15,2 3 2-15,1 5 4 0,-1 4 1 0,0 3-2 0,0 4 1 16,1 5 0-16,1 2 1 0,-3 6-2 0,1 3 5 15,-1 4 3-15,-2 3-3 0,0 0-1 0,0 4-2 0,-2-5-15 16,-3 0-64-16,1-3-63 0,-2-4-108 0,1-7-179 16,-2-4-304-16,-1-6-320 0,0-6-255 0,0-6-158 15,-2-7 303-15,3-7 602 0</inkml:trace>
  <inkml:trace contextRef="#ctx0" brushRef="#br0" timeOffset="1466.55">2306 1069 403 0,'7'11'879'0,"-2"3"294"16,-1 3 3-16,2 3-282 0,-3 4-251 16,2 3-169-16,0 4-110 0,0 4-60 0,0 3-33 0,1 3-53 15,-3 1-63-15,0 2-55 0,2 0-34 0,-2-1-24 0,2-1-22 32,1-2-13-32,2-3-2 0,-2-6-3 0,-1-6-1 15,3-4-3-15,-1-6 1 0,0-5-2 0,1-6-2 16,-3-8-5-16,1-3 2 0,2-9-1 0,-3-4-4 0,1-6-5 15,-1-3 5-15,-2 0 1 0,2-5-6 0,1 2 0 16,-3 0 4-16,0 5 5 0,2-3-2 16,-3 5 5-16,1 5 2 0,0 0 1 0,-1 4 0 0,0 3 1 0,-1 3 2 0,1 2-2 15,-1 1 2-15,1 4 0 0,2 0 4 0,-1 4 1 16,2 3 0-16,-3 0 3 0,3 3 1 0,0 4 1 16,-2 0-4-16,4 1 2 0,-2 2-4 0,0 2 6 15,0 0 3-15,1-3 2 0,-1 2-1 0,-1-3 0 16,1-1-2-16,-2-2-7 0,-1-2-3 0,1-4-3 15,-1-1 0-15,-1-4-5 0,1-2-2 0,-4-5 0 0,1-5-1 16,-1-1 1-16,-1-4-1 0,-2-1 6 0,2 1 5 0,-3 0 1 16,1 0 9-16,-1 1 7 0,-1 3 9 0,1 2 10 15,0 3 11-15,3-1 4 0,0 5-4 0,1 0-6 32,0 3-7-32,2 1-12 0,0 4-11 0,0 2-6 0,2 3-5 15,1 5-1-15,0 4-1 0,5 2-1 0,-2 3 0 16,1 3 1-16,1 3 5 0,3 1-2 0,-2 4 0 15,1 4 0-15,4 3-1 0,-1 3 1 0,-1 3-6 0,2 1 2 16,-1 2 1-16,1 0 0 0,1 1 0 0,-1-2 0 16,-3-2 0-16,1-7 6 0,-2-6 4 0,0-2 0 15,-4-7 1-15,1-3 1 0,-2-7-1 0,-3-2-6 16,0-8-7-16,-2-3-5 0,-2-7-2 16,-1-6-2-16,-2-8-1 0,-1-3-3 0,1-4 5 0,0-2 0 15,-1-4-6-15,-1-3-4 0,0-3 1 0,1-1 2 0,1-2 0 16,2-1 4-16,1 4 8 0,2 1 5 0,0 5-7 15,3 5-5-15,0 2 0 0,2 7-3 0,0 2-2 16,1 3 7-16,2 5 11 0,0 3 9 0,0 2 3 16,3 5 2-16,-3 3 1 0,1 3-5 0,2 4-3 0,-3 2-4 15,0 3 1-15,0 5-1 0,1 0 0 0,1 2 0 16,-3 1 0-16,2 2-3 0,-3-1-8 0,2-4-28 0,-3 2-72 31,0-4-78-31,2-5-149 0,-5-1-248 0,1-4-321 16,-1-7-333-16,-1-2-219 0,1-7 24 0,-2-5 574 15</inkml:trace>
  <inkml:trace contextRef="#ctx0" brushRef="#br0" timeOffset="1632.42">2852 1195 159 0,'-9'-57'749'0,"-3"1"453"0,3 2 131 0,-2 5-110 16,1 6-362-16,2 8-297 0,-1 5-153 0,1 5-89 0,0 5-77 16,3 4-76-16,-1 5-60 0,-2 6-40 0,5 3-31 15,-2 5-19-15,2 4-10 0,3 4-5 0,0 3-2 16,2 3-2-16,1 3-1 0,2 2-10 0,-1 5-17 15,4 2-27-15,0 0-66 0,0 7-67 0,0-2-138 0,3 3-195 16,-3 2-296-16,3 3-318 0,1 1-228 0,1 1-86 16,1 1 443-16,-1-1 566 0</inkml:trace>
  <inkml:trace contextRef="#ctx0" brushRef="#br0" timeOffset="1883">3114 1669 50 0,'19'2'323'0,"-4"1"217"0,-1-6 186 0,-2 1 42 16,1-5-70-16,-2-1-66 0,-1-4-75 0,-4-3-79 15,3-1-51-15,-2-6-65 16,-1 0-71-16,-1-1-45 0,1-2-28 0,-1-3-19 16,-2 1-25-16,-2 0-28 0,-1 0-32 0,0 3-23 15,-1 1-10-15,-2 4-8 0,-3 2-5 0,1 4-8 0,-2 2-11 16,-1 4-12-16,-1 5-13 0,0 2-11 16,-1 5-6-16,-1 4 3 0,0 4-1 0,0 4-1 0,0 6 1 0,0 0-3 15,4 4 2-15,1 3-7 0,0 0-1 0,4 1 0 16,1 1 0-16,4 1 1 0,0 0-3 0,0 0-9 15,3-2-20-15,-1 1-56 0,3-3-68 0,-1-2-126 16,3-3-204-16,3-4-299 0,3-3-331 0,3-3-285 16,3-7-125-16,5-3 418 0,3-8 629 0</inkml:trace>
  <inkml:trace contextRef="#ctx0" brushRef="#br0" timeOffset="2699.72">3533 1674 32 0,'5'0'405'0,"-2"0"316"0,-1 0 206 0,-1-3 13 0,1 1-230 15,-2-4-161-15,3-3-121 0,-1-3-64 16,1-4 0-16,-1-3-24 0,2-5-49 0,-1-2-72 15,0-7-50-15,2-3-31 0,0-3-39 0,0-3-35 16,4-2-21-16,-4 2 5 0,1 0 2 0,1 5-2 0,-2 1-1 16,-2 6 6-16,1 4 11 0,-1 3 4 0,-3 7 4 15,2 1 0-15,-2 5-4 0,0 2-7 0,0 4-15 0,-2 4-12 32,1 4-13-32,-4 6-9 0,2 4-8 0,-2 7-2 15,2 6-2-15,0 6-2 0,1 5 0 0,-1 2-1 0,3 2 0 16,2 1 2-16,-1 3 0 0,1-5 1 0,3 2 1 15,-2-6 0-15,2-1 0 0,-1-6-1 0,1-2-1 16,0-8-2-16,-1-2-2 0,1-3-1 0,-1-6 0 16,3-1 1-16,-2-7 2 0,0-4 1 0,1-3 2 15,-1-9 7-15,3-4 2 0,-1-5 3 0,0-5-5 0,1-2-3 16,0-4-1-16,1 1-7 0,1-2-2 0,-2 1-3 16,1 2 3-16,1 3 2 0,-4 3 1 0,2 2 2 15,-2 6-1-15,0 2 1 0,-2 3 1 0,-1 6 0 0,-2 0 2 16,1 2-1-16,1 1 1 0,-1 2-1 0,-2 1 2 15,3 7-1-15,-1 0-1 0,-1 4 0 0,2 3 0 0,0 3 6 16,0 1 2-16,1 4 0 0,-1 1 1 0,2 0 0 16,-2 2-1-16,2-1-6 0,1-2-4 0,-2 2-2 15,3-3 0-15,-1-2-1 0,1-2-8 0,2-2-14 16,-3-4-31-16,2-1-67 0,-1-3-67 0,2-5-100 0,-3-7-150 31,1-2-206-31,1-4-298 0,1-5-219 0,-3-2-179 16,4-5 90-16,0-2 469 0</inkml:trace>
  <inkml:trace contextRef="#ctx0" brushRef="#br0" timeOffset="2849.77">4058 1161 156 0,'10'-8'471'16,"-2"7"306"-16,1 6 251 0,-3 3-119 0,-1 7-162 0,0 7-131 15,-2 6-93-15,-1 3-98 0,1 8-102 0,0 3-79 16,-3 5-63-16,0 1-47 0,0 3-52 0,0 0-28 16,0 1-20-16,1-1-13 0,-1-4-16 0,2-4-58 15,-2-6-83-15,0-8-164 0,1-6-287 0,1-6-290 16,1-10-338-16,-1-7-225 0,0-9 130 0,-1-8 625 15</inkml:trace>
  <inkml:trace contextRef="#ctx0" brushRef="#br0" timeOffset="3032.14">4156 819 325 0,'-3'-12'942'0,"-2"7"340"0,0 5-45 0,1 5-234 31,-1 4-415-31,2 4-260 0,-2 4-136 0,4 7-64 0,-1 1-36 15,2 4-24-15,3 0-28 0,2 4-22 16,1-2-8-16,5 3-12 0,2 1-26 0,3-1-55 0,0 1-136 16,1-1-187-16,2-2-292 0,0 0-291 0,4 1-259 15,0-5-52-15,1-3 418 0,1-2 491 0</inkml:trace>
  <inkml:trace contextRef="#ctx0" brushRef="#br0" timeOffset="3366.54">4659 1186 121 0,'-5'-15'911'0,"-3"8"652"16,-4 2 8-16,1 5-311 0,-5 2-424 0,-2 4-338 16,0 4-208-16,-2 7-103 0,-2 2-57 0,2 8-27 15,-1 4-15-15,2 6-13 0,2 1-14 0,1 4-9 0,5-1-16 32,0 0-8-32,6 1-12 0,2-2-8 0,3-1-8 15,2-3-5-15,3-5 1 0,2-3-1 16,4-7 0-16,1-5 4 0,3-8 2 0,1-7 1 0,3-8 2 15,1-10-1-15,1-7 1 0,1-8-4 0,-1-5-1 16,-2-3-1-16,1-3 2 0,-4 0 1 0,2 3 1 16,-4 1 0-16,0 4-1 0,-4 6 1 0,-2 7-1 15,-1 5 0-15,-2 4-1 0,-2 2 0 0,-1 9 0 0,1 3-1 16,-1 6-1-16,-1 9-1 0,1 3 0 0,1 7 0 16,1 4 0-16,1 3 1 0,2 0-1 0,1 6-4 15,4-3-15-15,1 3-26 0,4 0-71 0,-1-2-77 16,6-2-149-16,-1 1-222 0,4-4-314 0,7-1-355 15,1-3-238-15,6-5-49 0,1 2 535 0,3-5 590 16</inkml:trace>
  <inkml:trace contextRef="#ctx0" brushRef="#br0" timeOffset="3764.95">6240 1759 138 0,'-6'12'765'16,"0"3"532"-16,1-3 77 0,0-2-200 15,3-2-411-15,1-3-304 0,2-1-140 0,1-2-86 0,4-5-37 16,1-8-16-16,7-7-15 0,0-8-33 0,7-11-32 16,2-7-24-16,6-9-25 0,2-11-21 0,6-3-18 31,2-5-8-31,3-3-5 0,3 0-6 0,1 0 1 15,0 1 6-15,-3 5-2 0,-2 4-2 0,-5 6-5 16,-4 8-21-16,-7 6-52 0,-7 9-95 0,-6 8-196 16,-7 5-278-16,-7 8-322 0,-9 8-367 0,-5 2-275 15,-9 11 175-15,-5 3 795 0</inkml:trace>
  <inkml:trace contextRef="#ctx0" brushRef="#br0" timeOffset="3965.21">6208 1186 98 0,'2'14'627'16,"-1"-1"403"-16,4-2 147 0,0 1-84 0,6-2-376 16,3 1-317-16,4 2-110 0,4-1-18 0,2 2-30 0,4-1-29 15,2 1-9-15,5-1-11 0,1 1-40 0,4-3-53 16,4-1-23-16,-1 1-18 0,4-3-25 0,1 0-19 0,-1-1-11 31,-1-1-41-31,-2 0-66 0,-3 0-141 0,-4 2-255 16,-1 0-288-16,-4-1-342 0,-4 5-306 0,-4-3-75 15,-4 1 558-15</inkml:trace>
  <inkml:trace contextRef="#ctx0" brushRef="#br0" timeOffset="4233.06">7299 406 191 0,'13'-18'804'0,"1"6"413"0,-4 9 62 16,4 7-93-16,2 8-406 0,3 7-293 0,-2 4-134 16,2 8-75-16,2 1-48 0,-4 3-66 0,4 7-55 15,-1 4-32-15,-1 3-30 0,0 5-16 0,0 4-17 16,-3 2-7-16,0 6 3 0,-2 5-6 0,-4 4 2 31,0 6-3-31,-3 1 5 0,-2 5 0 0,-4 5-10 16,-2-1-18-16,-4 2-57 0,-6 0-61 0,-2-1-101 15,-4-5-166-15,-1-7-291 0,-5-5-319 0,-1-7-253 16,-3-9-171-16,0-12 216 0,-6-7 580 0</inkml:trace>
  <inkml:trace contextRef="#ctx0" brushRef="#br0" timeOffset="4699.83">6491 461 440 0,'-55'6'1137'0,"-3"16"324"0,-7 6-137 15,-5 10-268-15,-2 9-520 0,-3 12-245 0,2 8-125 0,-2 12-84 0,0 9-49 16,3 11-18-16,0 9-4 0,3 14-1 0,2 10-4 16,7 14-3-16,5 9 10 0,8 7 7 0,10 1-8 15,11-5-13-15,8-4-10 0,10-9-36 0,13-7-67 16,6-15-147-16,14-16-232 0,10-15-284 0,11-21-314 31,9-20-242-31,7-20-12 0,10-20 498 0</inkml:trace>
  <inkml:trace contextRef="#ctx0" brushRef="#br1" timeOffset="9417">2052 5064 239 0,'1'8'519'0,"1"-2"219"0,-2-2 115 0,1 2-215 16,1-1-170-16,1 2-92 16,0-3-44-16,2 2-24 0,-1-1-29 0,-1 1-48 15,1-1-53-15,1-2-54 0,-2 2-48 0,2-3-33 16,0 2-19-16,-2-1-11 0,2-1-6 0,-2 0-3 15,3-2-4-15,-3 0 0 0,0 0 1 0,-1-2 9 16,1 0 11-16,-1-2 8 0,-1-1 9 0,-1-1 6 0,0-1 3 16,0-1 3-16,-1-1 2 0,-1 0 15 0,-1 0 30 15,1 2 28-15,1 0 20 0,-1-1 5 0,-1 3 4 16,0-2-11-16,-2 1-22 0,2 1-19 0,0 2-17 16,-2 1-13-16,2 1-15 0,1 0-11 15,-1-1-13-15,0 2-10 0,1 2-10 0,1-1-7 0,-1 0-5 0,-1 1-5 16,3 1 0-16,0-2-2 0,0 4-1 0,0 0-2 15,3-1-1-15,0 1 0 0,0 1-8 0,2 0-40 16,-2 0-58-16,2 0-73 0,0-2-139 0,0-1-191 16,2 2-312-16,2-4-279 0,0 1-214 0,0-2-13 15,1 0 448 1,3 0 488-16</inkml:trace>
  <inkml:trace contextRef="#ctx0" brushRef="#br1" timeOffset="10332.43">3511 4986 232 0,'-5'3'549'0,"0"0"282"16,2 0 198-16,-3 0-182 0,3 2-199 0,0-1-154 0,-2 2-103 0,5 1-85 16,-3 2-91-16,3 0-73 0,0 1-53 0,2 1-37 0,-1 0-24 31,2-1-12-31,1 1-5 0,-1-1-7 16,3-1-1-16,-3-2-2 0,3-1 2 0,-1-1-4 0,2 1 0 15,-3-6-1-15,4 0 1 0,-2 0 2 16,-1-6 0-16,-2 0 1 0,2-1 2 0,-2-4 0 15,-1-1 3-15,2-1 17 0,-4 1 35 0,0-3 44 16,-4 3 29-16,4 0 22 0,-3 1 3 0,0 1-6 16,-2 2-22-16,2 2-34 0,-2 2-25 0,-2 1-19 0,1 1-14 15,2 2-18-15,0 0-10 0,0 2-9 16,0 4-4-16,1 1-8 0,1 1-37 0,1 2-52 0,1 1-65 16,1-1-127-16,4 4-181 0,-3-5-310 15,4 4-279-15,1-1-230 0,2 0-86 0,2-1 398 16,-1 1 520-16</inkml:trace>
  <inkml:trace contextRef="#ctx0" brushRef="#br1" timeOffset="11166.6">5133 4995 94 0,'5'8'304'15,"0"-1"149"-15,1 1 142 0,1 2-86 0,0-3-75 16,-2 2-7-1,0 0-2-15,0-1-33 0,-2-1-51 0,3-1-73 16,-1-1-76-16,-2-2-83 0,2-1-51 0,-2-2-18 16,0-2 0-16,2-1 3 0,-2-4 4 15,0-1-1-15,-1-4 15 0,-2 1 19 0,0-2 12 16,0 1 12-16,-2 0 17 0,-1 0 15 0,0 1 12 16,-2 2 26-16,2 0 25 0,-2 3 6 0,-3 3-11 15,2 0-18-15,-2 2-29 0,2 1-43 0,-1 1-41 16,0 4-26-16,2-1-16 0,0 3-11 0,0 3-6 15,4-1-5-15,-1 2 0 0,2-1-6 16,2 3-4-16,1-1-4 0,2 2-47 0,0-1-57 16,2-4-122-1,3 1-182-15,-1-3-296 0,2 0-318 0,2-1-253 16,0-3-121-16,2 0 371 0,1 0 565 16</inkml:trace>
  <inkml:trace contextRef="#ctx0" brushRef="#br1" timeOffset="11900.81">6874 4997 59 0,'8'0'275'16,"-2"1"141"-16,2 0 138 0,-3 1-66 15,2 1-107 1,0-2-37-16,1 3 0 0,-2-3-9 0,3 2-28 15,-3 0-39-15,5-1-39 0,-2 2-32 0,-1-3-49 16,1 1-26-16,1-1-18 0,0-1-10 0,-1-1-16 16,-1-1 4-16,2-1 19 0,-4 0 23 0,3-3 18 15,-4 0 9-15,0 0 5 0,-4-1 31 0,1 1 34 16,-2-2 17-16,-2 3 3 0,-1-2-7 16,-2 2-17-16,-1 1-39 0,-3 3-46 0,-1-2-32 0,0 3-24 15,-2 0-19-15,1 0-14 0,0 3-12 16,-2 0-12-16,4-1-7 0,-2 3-6 0,3-2-4 0,3 1-3 15,0 1-2-15,0 1-2 0,2-1-5 16,3 1-19-16,0 2-57 0,0-1-69 0,2 0-136 16,1 2-236-16,0 0-311 0,0-2-343 0,2 3-273 31,-1-3-79-31,0 2 524 0</inkml:trace>
  <inkml:trace contextRef="#ctx0" brushRef="#br1" timeOffset="12516.32">6983 6392 22 0,'3'5'452'15,"-1"1"365"-15,1 2 233 0,-1 0 54 0,1 3-308 0,-1 1-254 16,1-1-158-16,0 2-81 0,3-1-59 0,-1 1-64 15,-2-3-58-15,3-1-40 0,-2-2-38 16,-1 1-19-16,0-4-11 0,1 1-9 0,-2-4 0 0,1 0 2 16,-1-1 34-16,-1-1 33 0,-1-2 24 15,0-1 15 1,0-1 8-16,-1-1 2 0,-1 0-16 0,1 0-21 16,-3 0-15-16,2 1-9 0,-2 0-7 15,3 0-6-15,-1 0-13 0,-1 3-8 0,1-2-8 16,2 2-3-16,-1 0-6 0,1 0-4 0,-2 2-2 15,2 0-5-15,0 0-4 0,-1 0-13 0,-1 4-45 16,0-2-65-16,-1 0-113 0,0 1-181 0,-3 0-299 16,-2 0-330-16,0-3-300 0,-2-3-166 0,-4-1 328 15,0-4 635-15</inkml:trace>
  <inkml:trace contextRef="#ctx0" brushRef="#br1" timeOffset="13266.79">5326 6415 29 0,'-3'3'286'15,"1"1"197"-15,-2-2 227 0,-1 3 47 16,2-2-126-16,0 0-70 0,1 1-65 0,1 2-65 15,-1-1-84-15,2 1-82 0,2-1-82 0,1 1-65 16,0 4-47-16,3-3-33 0,0 2-18 0,-1-1-10 16,3-2-2-16,-1 1-2 0,2-2-4 0,-3-1-1 31,2-1-1-31,0-1 1 0,-2-1 18 0,1-1 13 0,-3-1 19 0,1-1 12 0,-3 1 18 31,1-1 18-31,-1-1 4 0,-1-1 3 0,-1 1-10 0,-1-1-7 16,-1-1-16-16,-1 0-17 0,0 0-23 0,-2 2-16 15,0-2-38-15,0 0-43 0,-2 1-118 16,0 0-179-16,-2 2-292 0,-1-2-293 0,1 3-266 16,-4-2-151-16,-1-3 326 0,-2 0 549 0</inkml:trace>
  <inkml:trace contextRef="#ctx0" brushRef="#br1" timeOffset="14882.97">2068 6414 84 0,'1'3'413'0,"1"-2"303"0,-2 0 242 15,2 2-68-15,-1-3-156 0,-1 0-152 0,0 0-133 16,-1 0-70 0,1 2-35-16,0-2-36 0,0 0-54 0,0 2-35 0,0 0-29 0,-2-1-29 0,0 0-39 15,1-1-30 1,-1 0-16-16,0 2-17 0,1-2-13 0,1 0-14 16,-2 2-12-16,2-2-9 0,0 1-9 0,0-1-7 15,2 0-5-15,-2 1-2 0,3-1-1 0,2 2-1 16,0-1 3-16,1 2 4 0,0 0 2 0,2 0 1 15,0 0 0-15,3 0 0 0,-5 0 2 0,2-1 1 16,-3-1 2-16,3 0-1 0,-4 1 0 0,0-2 2 16,-1 2 2-16,0-2-1 0,-3 0 0 0,0-2 6 15,0 0 2-15,-1 1 0 0,-3-3-2 0,-1 1 0 16,1-2-1-16,-4 1-3 0,3-1 0 0,-3 1 0 16,2 1 0-16,-3-1 1 0,4 0-2 0,-2 2 0 15,4 2-1-15,-2-3-3 0,2 2-4 0,0 0-3 0,0 1-13 16,2-2-36-16,-1 2-54 0,2 2-47 0,0-1-87 15,2 3-141-15,2 0-234 0,1 2-265 0,0 1-230 16,1 2-205-16,1-1 94 0,-1 1 472 0</inkml:trace>
  <inkml:trace contextRef="#ctx0" brushRef="#br1" timeOffset="15650.86">2008 8111 197 0,'-5'10'346'0,"2"0"123"0,-1 1 6 0,1-2-137 16,1 1-88-16,1 1-45 0,1-2-9 0,0 1-6 15,0 0-12-15,3 0 38 0,2 1 27 0,0 2 28 16,1 1 15-16,1-3 2 0,2 1 10 0,-3 0-49 15,2-2-59-15,0 1-51 0,0-2-46 0,0-1-33 16,-2-2-28-16,1-1-16 0,0-1-3 0,1-1 24 16,-3-2 19-16,0-2 19 0,0-1 13 0,1-3 14 0,-3 0 18 15,3-3 4-15,-2 0 15 0,0-3 9 0,1-2 5 16,-3 1 2-16,1 2-1 0,0 0-10 0,-3 1-11 16,0 0-14-16,-3 3-9 0,0 0-15 0,1 2-16 15,-3-1-18-15,2 1-16 0,-2 2-13 0,-1 2-11 16,0-2-9-16,1 2-5 0,2 0-6 0,-2 2-4 15,2-2-4-15,1 5-4 0,2-2-12 0,0 2-33 0,2 4-64 16,1-1-74 0,0 1-135-16,2-1-227 0,0 0-309 0,4 0-309 0,-1-2-225 0,3 0-15 0,3-1 480 15</inkml:trace>
  <inkml:trace contextRef="#ctx0" brushRef="#br1" timeOffset="16349.61">3432 8226 84 0,'5'0'301'16,"-2"3"146"-16,0-2 112 0,0 1-109 0,0 1-112 15,2 1-62-15,0 1-31 0,3 1-12 16,-4 0-16-16,3 1-7 0,1 1-35 0,-2-1-46 16,3-1-35-16,1-2-23 0,-2 1-12 15,1-1-27-15,-1-4-13 0,0 2-3 0,-1-4 9 16,2-2 25-16,-3-2 33 0,-1-3 37 0,0-1 35 0,0-4 30 15,-4-1 25-15,1-2 3 0,-2 2-8 16,0 1-13-16,0 0 20 0,-3 3 36 0,1 0 3 16,-3 1-13-16,2 1-15 0,-3 3-25 0,-1 0-43 15,0 4-52-15,0-1-38 0,1 3-23 0,1 0-17 16,0 0-11-16,-1 3-7 0,3-1-7 0,3 4-6 16,0 0-4-16,2 3-20 0,1 2-59 0,6 1-80 15,-2-1-145-15,2 1-282 0,2 0-309 16,2-1-339-16,4-1-226 0,2-1 85 0,3-1 604 0</inkml:trace>
  <inkml:trace contextRef="#ctx0" brushRef="#br1" timeOffset="17015.75">5345 8226 380 0,'-6'0'907'0,"1"3"321"0,-1-2-11 15,-1 2-268-15,1 1-286 0,0 0-210 0,1-1-133 0,2 0-76 0,0 0-51 16,0 1-51-16,1-1-59 0,0 0-42 16,1 0-20-16,-1-1-12 0,2-1-9 0,-1-1-4 15,-1 0 0-15,2 0-3 0,0 0-4 0,0 0 3 16,-2-1 4 0,2 1 4-16,0-2 5 0,0 1 1 15,0-1 3-15,0 0 0 0,-2 2-4 0,2-1-5 16,0 1-6-16,2 0 0 0,-2 0-3 0,2 0 0 15,4 1-2-15,-1 1-35 0,3 3-49 0,5 1-98 16,-2 1-164-16,2 2-294 0,2 1-308 0,4 1-281 16,-1 3-179-16,2-3 247 0,-2 3 586 0</inkml:trace>
  <inkml:trace contextRef="#ctx0" brushRef="#br1" timeOffset="18481.24">2014 9891 35 0,'0'-4'303'15,"0"4"190"-15,0 0 163 0,0 2-21 0,0 0-154 16,0 1-95-16,2 2-44 16,0-1-15-16,0 3-7 0,1 1-6 0,-1-1-22 15,-1 0-32-15,1 3-30 0,0-3-36 16,-1 2-28-16,1-1-32 0,-2 1-34 0,1-2-26 0,1-1-25 15,-2 0-15-15,2-1-17 0,-1-3-7 0,-1 2-1 16,0-3 6-16,0 0 3 0,0-1 9 0,-1-1 13 16,-1 0 1-16,2-3-4 0,-3-1-5 0,1-3-4 0,-1-2-8 15,0-2-11-15,0 0-4 0,-1 0 2 0,0 1-7 32,4 1 2-32,-3 2-2 0,1 1-4 0,2 2 2 15,-1 1-2-15,-1 1-2 0,2 2-5 0,3-1 1 16,-1 4 3-16,5 0-19 0,0 3-31 0,-1 1-103 0,2 0-153 0,3 1-281 15,-1 2-284-15,3 0-259 0,2 3-158 16,1-4 266-16,3 4 497 0</inkml:trace>
  <inkml:trace contextRef="#ctx0" brushRef="#br1" timeOffset="19049">3549 10021 40 0,'11'5'215'15,"0"1"96"-15,-1-4 72 0,2 1-125 16,-2 1-68-16,1-2-48 0,0-4-34 0,-2 0-10 0,0 0 6 16,1-3 12-16,-3-1-8 0,-3-1 8 0,1 1 28 15,0 0 36-15,-3 0 56 0,1-1 60 0,-3 1 68 32,0 0 58-32,-2 0 14 0,1-1-26 0,-1 0-40 15,-3 2-22-15,2-1-17 0,0 4-40 0,-2-5-35 16,0 3-27-16,-1 0-26 0,0 1-41 0,1-2-43 15,0 3-27-15,-1 0-23 0,1 1-16 0,1-1-14 16,1 2-11-16,1-1-14 0,0 1-9 0,2 0-6 16,0 0-5-16,0 1-1 0,4 2-1 0,0 1-3 0,4 1-23 15,1 2-58-15,1 1-63 0,4 0-113 16,-1 0-177-16,1 0-309 0,2 0-307 0,1 1-242 16,1-3-130-16,2 0 320 0,1 0 583 0</inkml:trace>
  <inkml:trace contextRef="#ctx0" brushRef="#br1" timeOffset="19632.31">5416 10006 254 0,'4'1'516'0,"-1"3"195"0,0-2 108 16,-1 2-221-1,-1-2-179-15,1 3-118 0,-2-3-54 0,0-2-5 16,0 3 5-16,0-3-25 0,-2-3-33 0,-1 1-24 16,-2-3-13-16,-1-2-20 0,-2 0-26 15,-3-2-9-15,1 0 8 0,-4-2 49 0,3 3 52 16,1-1 22-16,-2 4 1 0,1 0-8 0,3 2-23 16,-3 0-48-16,3 2-48 0,3 1-36 0,0 0-23 15,2 2-19-15,3 3-12 0,2 0-7 0,1 3-7 16,5 0 1-16,3 1-6 0,3 2-40 0,2-2-65 15,3-1-110-15,3 0-180 0,-1 1-296 0,1-7-332 16,3 4-303-16,-1-1-160 0,-1-3 310 16,0 2 627-16</inkml:trace>
  <inkml:trace contextRef="#ctx0" brushRef="#br1" timeOffset="20231.5">7078 10122 264 0,'2'2'575'0,"-1"-2"298"16,-1 2 121-16,2 0-195 0,-2 1-194 15,1 1-154-15,1 1-124 0,1 2-90 0,2 1-77 16,-2 0-57-16,3 3-39 0,1-5-28 0,-1 3-16 0,1-1-12 15,-1-2-8-15,0-3-3 0,2-2-4 16,-3-1 2-16,0-1 1 0,-1-4 3 0,1-2 3 16,-2-4 1-16,-3 2 0 0,0-3 2 0,0-1-1 15,-2-1 6-15,1 3 9 0,-4-1 11 0,2 1 14 32,0 2 7-32,1 1 9 0,-1 2-1 0,0 2-9 15,1 1-13-15,2 0-10 0,0 3-15 0,0 1-17 16,3 2-29-16,1 3-103 0,-1 3-166 15,2 3-295-15,1-2-270 0,0 5-262 0,2-2-157 0,3 1 280 16,3 2 513-16</inkml:trace>
  <inkml:trace contextRef="#ctx0" brushRef="#br1" timeOffset="20867.49">9173 10101 360 0,'-3'3'700'16,"-2"0"283"-16,1 2 106 0,0-1-269 0,1 2-249 16,0-2-164-16,1 2-106 0,-1-1-78 15,2 1-73 1,1 0-60-16,0-2-38 0,1 2-23 0,1-2-15 15,1 1-8-15,3 1-4 0,0-4-2 0,1 2 0 16,1-2-2-16,0-2 1 0,1-2-1 0,-1-2 0 16,0-1 3-16,-1-1-1 0,0-2-1 15,-4 0 1-15,0-1 2 0,-1 0-3 0,-2-2 0 16,-2 3 1-16,-1-3 2 0,0 3-1 0,-3 1-4 16,1-1 4-16,-1 4-2 0,-1-1-2 0,-2 4 1 15,3-1-1-15,-1 2 0 0,1 2-16 0,0-1-70 16,-2 1-139-16,3 1-214 0,0-2-281 0,2-1-268 15,2-1-221-15,1-5 78 0,0-3 435 0</inkml:trace>
  <inkml:trace contextRef="#ctx0" brushRef="#br1" timeOffset="21464.09">9146 8449 168 0,'-3'-6'402'0,"1"1"234"0,1 1 160 0,-1 1-64 16,-1 0-104-16,3 1-90 0,0 2-84 0,0 0-86 15,0 0-93-15,0 0-85 0,0 2-68 0,3 0-46 16,-3 2-32-16,3 3-17 0,-1-1-10 15,1 1-5-15,0 2-2 0,1-2-1 0,0 2-4 16,0-3-3-16,0 0-1 0,-1-1-1 0,0-1-2 0,-1-3-3 16,1 1 0-16,0-2 2 0,-1-3 2 15,1-1 1-15,-1-4 1 0,1-2 2 0,-1-2 1 32,-1-3-4-32,2 2 0 0,-3-1 1 0,0-2-1 15,-3 1-9-15,0-2-69 0,0 3-137 0,-4-1-269 16,1 0-266-16,0 1-254 0,-2-3-185 0,0 2 139 15,0-5 453-15</inkml:trace>
  <inkml:trace contextRef="#ctx0" brushRef="#br1" timeOffset="22064.3">9099 6546 242 0,'-5'7'439'0,"0"-1"165"0,2 2 40 15,0-3-211-15,0 1-177 0,1-4-112 16,0 0-65 0,2 1-38-16,2-2-19 0,-2 2-17 15,3 0-3-15,-1 0-2 0,1-1 2 0,0-2 0 16,1 0 0-16,0-3-21 0,2 0-10 0,-1-3-5 15,0 0 4-15,1-1 23 0,-2-4 33 0,0 2 96 16,2-2 82-16,-4 1 79 0,1-1 63 16,0 2 33-16,-1 1-3 0,-2-1-44 0,0 4-55 15,-2 0-57-15,-1-1-59 0,0 1-54 0,1 4-39 16,-2 0-43-16,-1 1-98 0,2 0-158 0,-2 2-260 16,0 0-277-16,0 0-270 0,2-2-209 0,-1-4 146 15,2-2 477-15</inkml:trace>
  <inkml:trace contextRef="#ctx0" brushRef="#br1" timeOffset="22666.97">9228 4999 124 0,'0'-2'296'0,"0"-2"145"0,0 0 15 0,-1-1-63 16,-1 0-83-16,2-1-67 0,0 2-49 16,-3 0-33-16,3-1-24 0,0 1-12 0,0 1-7 15,0 0-15-15,0 1-9 0,0 2-15 0,0-1-10 16,3-1-15-16,-3 2-4 0,0 0 6 0,0 0 19 16,2 0 28-16,-1 2 34 0,-1-2 37 0,0 1 61 15,0 1 35-15,0 1 2 0,0 1-10 0,0 2-23 16,0 2-34-16,0 0-58 0,0 2-44 15,0-1-34-15,0 0-28 0,0 1-18 0,0-2-10 16,0 1-4-16,0-1-9 0,0-2-5 0,0 2 0 16,0-3-19-1,0 1-87-15,-1-3-182 0,-1-1-289 0,-2-2-265 0,1 0-271 0,-1 0-173 0,-1-2 241 32,-1 0 548-32</inkml:trace>
  <inkml:trace contextRef="#ctx0" brushRef="#br1" timeOffset="24581.83">3628 11708 60 0,'-5'4'538'0,"2"2"418"0,-3-2 214 16,1 2-54-16,2-1-363 0,0 1-272 0,1 0-194 0,-1 0-98 0,1 5-64 16,2-3-50-1,0 3-35-15,2-1-19 0,-2-1-7 0,3 0-10 16,-1 0-1-16,1-1 1 0,0-2-1 15,2-1-3-15,-2-3-3 0,3 0 2 0,-4-2-4 16,3-2-1-16,-2 0 3 0,0-2 4 0,0-3 2 0,1 2-3 16,-3-4 6-16,2 2-1 0,0-2-2 0,-1 2-3 15,-1 1-1-15,1-2 1 0,-1 3-6 16,1 1 2-16,1 0 1 0,0 0-3 0,2 2-2 0,0 2-53 16,0 0-132-16,1 1-210 0,0 1-283 0,1 1-267 15,1 4-254-15,2-3-7 0,2 4 426 16</inkml:trace>
  <inkml:trace contextRef="#ctx0" brushRef="#br1" timeOffset="25498.06">5266 11931 390 0,'0'0'806'16,"-1"0"308"-16,-1 0 45 0,0-2-315 0,1 1-286 16,-1-1-205-16,-1 1-122 15,1-4-84-15,1-1-58 0,-2-1-40 0,1-4-22 16,1-1-12-16,1 0-9 0,0-1-4 0,0-2-1 15,1 2 0-15,1-2 2 0,1 4 0 16,-2 0-3-16,1 2-2 0,1 2-2 0,-3 1 1 16,3 1-2-16,-1 2 3 0,-2 1 3 0,3 2 1 15,-1 0 0-15,1 2 1 0,-1 1 2 0,1 2-3 16,-2 1-1-16,3 0 0 0,0 1 2 0,-1 2-3 16,0-1 1-16,-1 0-1 0,1 0 1 0,-1 1 4 15,1-1-4-15,0-1 2 0,0-1-1 0,-1 0 1 16,1 0-2-16,2-3-2 15,-4 0 0-15,1 0-2 0,-2-2 0 0,0-1-4 0,0-1 3 16,-2-2 4-16,-1-1 4 0,-3-2 9 0,1-2 14 16,0 2 34-16,-1-1 41 0,1-1 39 0,-4 1 19 15,3 2 4-15,-1-1-9 0,-1 3-24 0,2-1-31 16,0 1-34-16,1 1-23 0,0 0-18 0,4 1-11 31,-1-1-12-31,2 4-7 0,0-1-3 0,3 4-4 16,4 3-11-16,-1 0-58 0,3 2-65 0,-1-1-144 15,2 3-264-15,2-1-302 0,-1-2-327 16,2 2-229-16,3-4 18 0,3 3 576 0</inkml:trace>
  <inkml:trace contextRef="#ctx0" brushRef="#br1" timeOffset="26165.66">7127 11859 426 0,'-3'-5'923'0,"-2"2"298"0,-1 0-5 16,-1 2-243-16,-2 1-272 15,1 1-208-15,0 2-127 0,0 0-72 0,-3 2-52 16,2 0-74-16,-1 0-58 0,1-1-37 16,1 4-22-16,2-2-16 0,-1 0-15 0,2 2-5 0,1-2-8 15,1-1-3-15,1-1-4 0,-1 2-1 0,3-2-3 16,0-1 0-16,3 2-1 0,0-2 0 0,3-1-1 15,-1 0 1-15,0-2 0 0,3 0-2 16,0-1 1-16,1-2 1 0,1-1-2 0,-1-3-2 16,2-3-23-16,-1 3-60 0,-2-1-63 15,3-2-117-15,-2 0-176 0,-2 1-311 16,1-1-311-16,1 1-239 0,-1 1-131 0,2 2 336 0,2 1 578 0</inkml:trace>
  <inkml:trace contextRef="#ctx0" brushRef="#br1" timeOffset="27181">9149 11987 128 0,'-3'0'494'0,"-2"0"330"15,2 0 216-15,-2 0-93 0,1 2-243 0,1 0-192 16,-2 4-145-16,3 0-98 0,-1 3-77 0,2 0-68 0,-1 1-50 16,4 0-26-1,-1 2-14-15,2 1-11 0,-1 0-7 16,3-1-5-16,1 0-3 0,0-3-5 0,-1 0-3 15,1-3-3-15,1-1-1 0,0-4 1 0,0-1 1 16,-2-6 4-16,-1-1 1 0,1-4 4 0,-3-2 4 16,-2-4 2-16,0 0 11 0,0 0 24 15,-2 0 59-15,-1 1 52 0,-2 2 27 0,2 0 15 16,-3 2-4-16,-2 4-16 0,0 2-40 16,0-1-33-16,0 4-25 0,-1 3-18 0,-1 0-14 15,2 3-12-15,-1 1-14 0,1 0-9 0,0 2-8 0,1 0-4 16,3 1-4-16,-1 2-2 0,2-5-2 0,0 5 1 15,3-1-1-15,0-1 1 0,3 0-2 0,-1 1 0 16,1-1 0-16,3 1 0 0,-1-1-14 0,1-1-25 16,1 2-68-16,-1-4-75 15,1 1-137-15,0-2-229 0,-1-2-305 0,2-1-330 0,3-1-221 16,-3-4-32 0,3-2 494-16</inkml:trace>
  <inkml:trace contextRef="#ctx0" brushRef="#br1" timeOffset="29081.24">17058 1255 40 0,'2'2'247'0,"-2"-2"120"0,0 1 104 15,0 1-100-15,0 1-134 16,0 0-78-16,-2 0-37 0,2-1-6 0,-2 3 7 15,2 0 13-15,0 1 15 0,-1 1 20 0,1 1 20 16,-2 1 10-16,2 3 20 0,0 0 16 0,2 4 33 0,-2 2 13 16,1 2 3-16,-1 1-9 0,0 5-20 15,2-1-30-15,-2 3-46 0,2 2-39 0,-2 2-33 16,0 0-24-16,0 5-18 0,0-1-10 0,-2 3-16 0,2-1-9 16,-2 3-6-16,2-1-6 0,0 1-7 15,-1 0 10-15,1 2 10 0,0 0-1 0,1-4 1 0,-1 4 1 16,2-3-1-16,0 2-11 0,-1 0-8 0,1 0 2 15,-1 2 44-15,1 2 33 0,-2 1 20 0,2 2 3 16,-2 1-4-16,0 3-5 0,0-1-39 0,-2 2-34 16,2 0-21-16,0 3-9 0,-2-2-3 0,1 0-2 15,-1 3-3-15,2-3 7 0,-1-1 7 0,-1 0-1 16,0 0-1-16,1-2 1 0,-1 0 2 0,2-3-4 16,-2-2-4-16,2 1 0 0,-1-3-2 0,-1 0-2 31,2 0-4-31,0-3 1 0,0 3 5 0,-1-4 14 15,-2 2 9-15,1 0 6 0,2-1 4 16,-3 1 3-16,2-2-6 0,-3 1-11 0,1 0-7 0,2 0-4 16,-3 1-1-16,1-3-4 0,1 2 1 15,-1 0-1-15,2 0-3 0,-4 0-2 0,2 1-2 16,0 2 0-16,-2 2-2 0,4 1-1 0,-4 0 5 16,1 1 1-16,0 3 5 0,-1-2-1 0,2 4 3 15,-2 2-1-15,2 1-2 0,-2 1-1 0,2 0 1 16,-2 4 8-16,-1 1 0 0,2 0 6 0,-1 2 4 15,0-1 3-15,0 4-5 0,-1-3-6 0,-2 5-1 16,3-1-5-16,-1 1-4 0,-1-1-3 0,3 2-2 16,-4 1-2-16,3 0 0 0,-1 0 1 15,-1 1 2-15,2 0 4 0,1-1 0 0,-1 1 2 16,1-1-1-16,-1 0-3 0,2 3-2 0,-1 0-4 16,1-2 2-16,0 4 2 0,0-2 4 0,-2 0-2 31,2 0 2-31,2 0 2 0,-3-2-2 0,0-4-3 0,0-1-3 15,-1-5 1-15,1-5 0 0,-2-3-1 16,1-6 2-16,0-4 1 0,0-5 3 0,-1-5 0 16,3-5 0-16,-3-4 1 0,3-4-2 15,-1-5-1-15,1-3-3 0,1-3-2 0,2 0 0 0,0-3-4 16,0-2-11-16,2 1-38 0,-2-1-67 16,2-1-83-16,-1-2-154 0,-1 0-269 0,0-3-314 15,-1-2-309-15,-1-3-201 0,-1-5 94 0,-2-5 588 16</inkml:trace>
  <inkml:trace contextRef="#ctx0" brushRef="#br1" timeOffset="29897.68">16909 1432 251 0,'0'4'593'16,"2"-4"286"-16,0 0 179 0,-1-4-181 15,2-1-221 1,1-2-168-16,2-3-89 0,0-1-49 0,0-4-57 15,4 0-62-15,1-8-42 0,0 0-31 0,5-6-33 16,-2-1-35-16,3-2-31 0,1-5-17 0,4 0-5 16,0-1-4-16,0 0-4 0,2 2-4 0,-2 4 1 0,2 1-8 15,-7 6-9-15,0 6-6 0,0 1 2 0,-4 5 0 16,-3 6 3-16,1 2 8 0,0 4 10 0,-3 2 5 16,0 5 3-16,0 5 10 0,0 1-5 0,-2 3 0 15,1 3-6-15,-1 3-10 0,0 3-9 0,0 5-4 0,-1 0 2 16,0 2-5-16,2 2-5 0,-3 1 5 0,2 2 1 15,-1 1-8-15,0 0-2 0,0-1-3 0,0-2-5 16,-1 1-37-16,2-1-67 0,-1-3-110 0,-2 0-196 16,1-1-292-16,-1 0-336 0,2 1-326 0,-4 2-161 15,1 1 337-15,-1 7 669 0</inkml:trace>
  <inkml:trace contextRef="#ctx0" brushRef="#br1" timeOffset="31563.33">16301 7328 27 0,'-2'-4'311'0,"1"-1"207"16,-1 3 157-16,2-2-23 0,0 2-228 0,0-1-166 16,0-1-94-16,2 2-32 0,1-1 17 0,0 0 27 15,3-2 49-15,-1 0 16 0,1 2-2 0,4-1 21 16,1 0-24-16,1 1-35 0,1 0-47 0,4 0-13 16,1 0-12-16,1 0-42 0,1 1-15 0,4 1-11 31,-2 1-5-31,2 1-19 0,3-1-9 0,0 2-8 15,1-1-5-15,2 1 5 0,0 1 6 16,2 0 2-16,1 2-5 0,0-3 2 0,0 3-3 16,2-1-5-16,0 2-7 0,0 0 0 0,-2 0-2 15,3 0-2-15,-3-2-2 0,-1 2-7 0,1 3-3 16,1-4 0-16,-3 1-1 0,1 2-1 0,-1-2-3 16,1-1 4-16,-2 3 3 0,0-3-4 0,2 2 47 0,-1-1 57 15,-1-2 30-15,2 2 9 0,1 1-1 16,-1-3 2-16,1 2-41 0,1 0-43 0,0-1-26 15,2-1-9-15,1 1-2 0,-1-1-10 16,-1-1 0-16,2 1 0 0,-3 1 0 0,2 0-5 0,-1-1 0 16,2 1 1-16,-4 1-2 0,2 1 0 15,0 1 2-15,-1-1-3 0,4 4-2 0,-3-3 5 0,0 5 4 16,1-2-4-16,1 4-1 0,-1-4 4 16,3 3-1-16,-1 0-3 0,4 0 1 0,0-1 0 15,1 3-1 1,1-4 3-16,0 1-1 0,2-1-2 15,0 0 3-15,0-2-1 0,1 3 0 0,-1-3-3 16,3 1 0-16,2-2 4 0,-4 1-1 0,5 1-1 16,0-2 5-16,3 2-1 0,0-3 0 15,2 3-2-15,3-2-1 0,1-1 1 0,1 0-5 16,1 0 1-16,0-1-1 0,2-2-3 0,2 2 0 16,-1-1 1-16,0-1 3 0,2-1 2 0,2 1 3 15,1-2 1-15,5 0 0 0,-1 0-3 0,3-1-1 16,-1-1-3-16,1 0 1 0,-1 1-1 0,1-2 0 15,2 3 5-15,0-2-2 0,2 2 6 0,-1-2-1 16,3 3 1-16,-1-1-2 0,0 1-6 0,-1 1 1 16,0-1-5-16,-3 1 0 0,2 3 1 0,-2-1 3 15,-2-1 1-15,5 1 1 0,-2 1 4 0,0-1-3 16,2-1 0-16,-2 2-4 0,-2-1-1 0,0-1-1 31,3 1 0-31,-5-1 4 0,1 1 1 0,-1 0 2 16,1 1 1-16,1 0 0 0,1-1 1 0,-1-2-4 15,1 3-5-15,-5-2 3 0,3 0 1 16,-4 1-3-16,3-1-1 0,-2 1 4 0,2-3 1 16,-2 2-1-16,4-1 2 0,-4-1-1 0,2 1 3 15,0-2-3-15,-1 1 0 0,0-1-1 0,0 0 2 16,-1 0 2-16,-1-1-3 0,0 1-1 0,0-3 0 16,0 1 3-16,0 1-4 0,0-2-1 0,-2 1 1 15,-1 0 2-15,1 1 1 0,-5 0-2 16,-1-1 0-16,-2 2-2 0,0-1 2 0,1 3-1 15,-3-3-1-15,1 2 4 0,0-2-1 0,-2 3 0 16,0-2-1-16,0 0-1 0,-2 1 1 0,-1 0 0 16,0-2 2-16,-3 3 1 0,-2-2-2 0,2 0 1 15,-5-1-1-15,-2 1 0 0,-1 1-2 0,-2-3 1 16,-1 1 4 0,1-1-3-16,-4-1 3 0,0 0 3 0,-4 0-4 0,0-1-3 0,-3 1-1 0,0 0 1 31,-3-2 0-31,-3 2-4 0,-4 0 4 0,-3 0 1 15,1 0 0-15,-7 0-1 0,-3 0-1 0,0 2 6 16,-3-2 0-16,-3 0 1 0,0 1 4 16,-4-1 4-16,4 2-2 0,-8-2-3 0,1 3-2 15,-2-2-3-15,-1 2-2 0,0-1-6 0,0-1-26 16,-1 2-51-16,-2-3-52 0,2 0-87 0,-1-2-152 16,1-2-218-16,-2 0-288 0,4-4-235 0,-1 0-189 0,-2 0 117 15,2-1 465-15</inkml:trace>
  <inkml:trace contextRef="#ctx0" brushRef="#br1" timeOffset="31879.86">26115 7911 403 0,'0'-4'851'16,"-4"3"271"-16,4-2-5 0,0 2-329 0,2-1-306 0,1 1-216 0,2-1-115 0,3 1-55 31,4-1-22-31,3 1-6 0,4-1 2 0,3 2-5 15,0 0-15-15,3 2-8 0,1 1-13 16,0 3-6-16,3 1 3 0,-2 1 8 0,-2 4 29 16,4 0 18-16,-6 3 49 0,2 0 37 0,-3 0 19 15,-1 3 8-15,-5 0-19 0,-5 0-12 0,0 1-36 16,-8 1-27-16,-3 0-23 0,-5 2-19 0,-4-1-13 16,-5 3-11-16,-5-2-9 0,0 1-11 0,-8 3-6 15,-2-3-4-15,-1 1-3 0,-1-1-1 0,-4 1-1 16,2-4-8-16,-2 1-15 0,5 0-47 15,5-6-70-15,-1 1-90 0,6-3-167 0,4-1-295 16,2-3-316-16,6 1-294 0,3 0-165 0,3-3 183 16,6-1 626-16</inkml:trace>
  <inkml:trace contextRef="#ctx0" brushRef="#br1" timeOffset="32746.63">26341 8812 311 0,'3'-9'604'0,"3"-1"240"0,0-1 148 15,2-1-238-15,4-1-172 0,0-2-132 0,3-1-80 16,3 0-58-16,4 0-20 0,2-2-27 15,3 3-44-15,2 0-17 0,1 0-14 0,0 3-12 16,0 1-47-16,-4 4-29 0,1 2-14 0,-2 3-10 16,-2 2-1-16,-3 5 2 0,-2 3 6 0,-6 4 0 15,-2 4 3-15,-4 4-6 0,-3 4-11 16,-4 4-9-16,-5 3-9 0,-1 5-9 0,-4 1-9 16,-3 2-2-16,0 2-4 0,-4 0-2 0,4 1-1 15,-2 0-2-15,0 2-2 0,1-3-4 0,2 2-4 16,0-3-3-16,1 1-3 0,2-4-2 0,4-2-4 15,0-6 0-15,4 0-3 0,4-6-1 0,2-2-1 16,2-5-1-16,4-5-2 0,1 0 0 0,5-5 1 0,0-6 0 16,3-2-1-16,1-4-3 0,3-5-6 15,0-2-8-15,6-4-10 0,-1-3-16 0,2-3-13 16,2-3-14-16,-1 1-11 0,1-4-5 0,0 2-4 31,-2 1 7-31,-2 1 11 0,-4 4 15 0,-5 3 17 16,-2 5 17-16,-6 4 13 0,0 3 11 0,-4 6 7 0,-6 6 3 15,1 5 5-15,-5 2 3 16,-1 6 3-16,1 5 5 0,-2 2 7 0,4 2 1 16,-2 4-2-16,3 1-1 0,4 0-4 0,3 4-6 0,1-1 0 15,1 0 0-15,5-2 1 0,1 0-2 16,4-6 0-16,3-2 0 0,0-5-5 0,3-5-4 16,5-7 0-16,0-5-3 0,2-5 1 0,0-6-1 0,1-7-1 15,-1-3 0-15,1-9 1 0,-3-4-1 16,1-6 1-16,1-7 6 0,-2-2 2 0,-1-4 2 15,-3-2 3-15,1-1 1 0,-3-2 6 16,-7 0-2-16,1 0 0 0,-9-1-3 0,-4 5-2 16,-7 2-2-16,-4 3-5 0,-5 2-4 0,-6 4-1 15,-3 7 3-15,-2 3 2 16,-1 8 1-16,-6 5 2 0,-1 7 0 0,-3 7 0 0,0 10-4 0,-4 8-4 16,2 5-3-16,1 9-2 0,-1 4-2 0,4 5-3 31,3 2-1-31,5 3-6 0,1 0-8 0,6-3-13 15,2 3-30-15,2-4-71 0,6 1-78 0,0-3-152 16,3-3-260-16,1-2-314 0,6-1-338 0,-1-5-206 16,3-3 50-16,-2-4 609 0</inkml:trace>
  <inkml:trace contextRef="#ctx0" brushRef="#br1" timeOffset="32981.21">27218 9093 76 0,'-8'-11'605'16,"-3"4"441"-16,6 2 149 0,-1 3-103 16,4 2-394-16,2 1-325 0,5 4-183 15,3-1-96-15,3 1-48 0,3 5-14 0,5-3-4 16,4 0-7-16,4-1-6 0,3 0 1 0,1-1-2 16,4-5-7-16,3 0-5 0,-2-5 1 0,1-1-8 31,-3 0-52-31,1-1-130 0,-5-2-200 0,-3 0-282 15,-3 1-262-15,-7 0-223 0,1-3 21 0,-7 0 395 16</inkml:trace>
  <inkml:trace contextRef="#ctx0" brushRef="#br1" timeOffset="34029.6">16484 642 244 0,'-5'-6'607'0,"2"1"363"0,-2 2 181 15,0 0-243-15,2 2-231 0,2-2-141 0,-2 3-118 0,1 0-112 16,1 0-80 0,1 3-63-16,-2 1-17 0,2 6-23 0,2 1-27 0,-1 4-19 0,1 2-12 15,1 5-1 1,1 3-23-16,-2 4-15 0,1 3-7 0,-1-1-2 15,-2-1 0-15,0 3-4 0,0 1-3 0,-2-3-6 16,1 0-2-16,-1-2 0 0,0-1-3 0,-1-1-2 16,2-4-34-16,-4-4-54 0,4-3-67 0,-2-4-161 15,-1-1-245-15,1-5-311 0,-2-4-285 0,2-4-213 16,-2-4 33-16,-2-6 567 0</inkml:trace>
  <inkml:trace contextRef="#ctx0" brushRef="#br1" timeOffset="34297.76">16214 516 239 0,'-2'-2'852'15,"1"5"367"-15,-1-1 3 16,2 0-174-16,2 2-475 0,1 0-284 16,4 3-84-16,2-1-13 0,2 4-12 0,1 1-10 15,4-1-9-15,3 0-14 16,1 1-49-16,1-3-42 0,1 3-26 0,3-3-13 15,1 1-13-15,-4-3 0 0,7 0-6 16,-3-3-3-16,1-2 5 0,-2 1 0 0,1-4-11 16,-4 1-47-16,0 0-61 0,-5-3-109 0,-4 4-186 0,-3-1-299 15,-4 4-295-15,-5 0-249 16,-7 1-95-16,-2 5 330 0,-3 0 547 0</inkml:trace>
  <inkml:trace contextRef="#ctx0" brushRef="#br1" timeOffset="34480.04">16161 1291 159 0,'-3'28'687'0,"2"-8"363"0,1-1 85 0,1-2-115 15,6-2-441-15,1-2-301 0,4-2-137 0,1-2-65 0,3-1-33 16,6-2-16-16,2-4 15 0,4-2 13 0,4-2 6 16,4-4 2-16,4-4 3 0,4 0 1 0,3-3-22 15,4-2-16 1,2 1-22-16,4-4-81 0,-1 0-160 15,3 4-274-15,1-2-270 0,-2 2-260 0,2 4-197 16,-1 1 164-16,1 3 491 0</inkml:trace>
  <inkml:trace contextRef="#ctx0" brushRef="#br1" timeOffset="35458.62">25164 913 45 0,'-4'6'499'0,"-5"-4"434"15,5 2 227-15,-2 1-47 0,3-2-395 0,1-2-261 0,0 1-165 0,1 1-105 16,1-3-40-16,1 1 35 0,3 1 26 0,2 0-1 0,5 2-13 16,-2-1-9-16,5-2-16 0,2-1-50 0,5 0-38 15,1-1-12 1,4-2-12-16,2-1-14 0,2-1-7 15,2 0-7-15,-2 1-6 0,1-1-6 0,-1 1-6 16,-3 4-3-16,-2 0-5 0,-3 0 1 0,-2 3 1 16,-3 1 3-16,-4 4 2 0,-5 2 5 0,-1 2 2 0,-5 5 1 15,-5 2 0-15,-5 2 3 0,-2 5 2 0,-3 2-1 0,-5 4-1 16,-3 0-3-16,0 6-2 0,-4-1-4 0,2 4-5 16,-6-1 2-16,2 3 8 0,2-4 5 0,-1 1 4 15,3-1 2-15,-1 0-6 0,7-3-10 16,-2-3-8-16,3-3-8 0,3-3-4 0,5-3-3 0,-1-5 5 15,6 0 2-15,0-4-1 0,1-4 1 16,5 2 0-16,1-4-1 0,2-2 2 0,2-1-2 0,1 0 2 16,4-6 1-16,-1 2 1 0,6-4 0 0,-2-1-1 15,4 0-1-15,1-3-7 0,1-1-22 0,2-1-53 16,-2-2-68-16,0 1-91 0,0-3-161 0,2 1-281 16,-2 0-313-1,-1-1-269-15,2 2-181 0,1-4 153 16,-1 1 591-16</inkml:trace>
  <inkml:trace contextRef="#ctx0" brushRef="#br1" timeOffset="35863.62">26012 1332 59 0,'-6'0'655'0,"-2"1"566"16,0 1 166-16,-4 2-105 0,2 2-363 15,-2 1-363-15,-2 4-184 0,2 0-121 0,-4 4-62 0,2 3-65 16,-4 2-36-16,2 6-23 0,1 3-19 0,-1 2-9 15,0 0-3-15,3 1-6 0,2 0-7 0,3-4-7 16,4-2-8-16,2-4-5 0,4-4-3 0,2-3-2 0,6-6-3 16,2-4-1-16,1-5 4 0,4-8 1 0,4-5 0 15,1-8 1-15,2-5 3 0,1-5 3 16,2-5 1-16,0-5-6 0,-2-1-3 0,1-2-1 0,-3-2-3 16,3 1-5-16,-6 2-3 0,-2 2 5 0,-1-2 3 15,-6 3 2-15,-1-1 2 0,-4 2 1 0,-3 2 2 16,-3 0 1-1,-2 3 7-15,-3 2 4 0,-1 5 4 0,2 3 1 16,-1 5 2-16,0 2-3 0,2 5-4 0,-4 3-5 16,3 4-11-16,-1 4-5 0,0 4-4 0,2 3-1 15,-2 6-1-15,0 3 1 0,1 5 6 0,-1 2 7 16,1 4-1-16,-1 4 4 0,-2 3 1 0,2 3 0 16,-4 4 7-16,5 4 1 0,-5 3 1 0,3-1 0 15,0 2-2-15,0-1-1 0,1-1-8 0,2-3-10 0,1-2-26 16,0-4-54-16,4-3-58 0,0-4-83 15,1-4-144-15,3-3-221 0,3-5-294 0,1-6-248 16,6-3-208-16,0-5 41 0,2-4 470 0</inkml:trace>
  <inkml:trace contextRef="#ctx0" brushRef="#br1" timeOffset="36197.71">26631 1196 98 0,'-3'-10'827'0,"-4"2"678"0,-3 3 61 15,-1 2-271-15,-5 2-434 0,2 1-353 16,-5 2-205-16,3 1-125 16,-1 1-62-16,-2 4-41 0,3 0-19 0,0-1-20 15,3 3-14-15,2 0-10 0,1 1-6 0,3-1-6 16,2 0 0-16,4 1-3 0,1 1-1 0,4-1 6 16,1-1 3-16,2 3 4 0,3-1-1 0,2 0 0 15,2 0 1-15,2 0-8 0,-1 0-4 0,0 1-1 16,0 0-2-16,-2-1-2 0,0 1 1 0,-2 3 0 0,-3-2 1 15,-3 3 0-15,-4-1 2 0,-2 2 4 0,-4 2 2 16,-3 1 1-16,-8 1 1 0,2 1 1 0,-7 1 2 16,-1 0-1-16,0-2 0 0,-2 3 1 0,1-5-3 15,-2-2 0-15,5-3-2 0,1-4-4 16,5 0-13-16,2-9-26 0,0-4-58 0,7-9-62 0,4-2-87 16,2-6-151-16,8-5-211 0,0-6-302 0,8-3-247 15,3 0-201 1,2-6 39-16,1 0 488 0</inkml:trace>
  <inkml:trace contextRef="#ctx0" brushRef="#br1" timeOffset="36380.37">26782 1158 452 0,'8'15'914'0,"-5"4"298"16,-2 2-11-16,-1 5-280 0,0 2-242 0,-3 4-175 16,2 1-124-16,-3 4-78 0,-2 1-56 0,-2 1-67 15,-1 6-63-15,-1-2-45 0,-2 2-26 0,2-1-14 0,1-4-13 16,-1-5-9-16,7-6-12 0,0-4-37 15,3-7-70-15,2-8-81 0,-2-7-148 0,3-8-232 16,0-4-322-16,1-7-302 0,4-6-215 0,-1-8 34 0,2-2 526 16</inkml:trace>
  <inkml:trace contextRef="#ctx0" brushRef="#br1" timeOffset="36528.89">26846 1125 321 0,'5'-41'800'0,"-3"5"371"0,-2 3 66 0,-2 6-254 15,2 5-237 1,0 5-209-16,-1 4-153 0,1 2-101 0,-2 5-73 15,0 0-66-15,2 4-66 0,-1-1-38 0,-1 6-23 16,1 0-8-16,1 4-3 0,-3 2-6 0,1 1-34 16,2 2-55-16,-1 0-76 0,-1 3-156 0,1 2-269 15,1 2-312-15,0 2-294 0,3 4-212 0,-3 0 83 16,1 2 579-16</inkml:trace>
  <inkml:trace contextRef="#ctx0" brushRef="#br1" timeOffset="36963.23">26913 1710 69 0,'-3'3'656'15,"-1"-2"493"-15,4-1 138 0,-1-4-122 16,2-4-319-16,3-2-316 0,1-2-171 0,3-5-88 0,2-1-48 0,0-3-40 0,1-1-50 16,5-3-44-16,-2 0-28 0,2-2-14 0,-2 2-10 15,3 1-1-15,-4 1 1 0,1 3-7 0,-4 4-6 16,0 2-4-1,-4 5-1-15,1 3-5 0,-3 1-3 0,1 5 2 16,-5 6 2-16,0 1 2 0,0 5 6 0,-5 5 2 16,-2 2-2-16,-2 4-3 0,3 1-2 0,-2 1-2 15,0 3-5-15,-1-1-3 0,2 1-2 16,2-3-2-16,0-3-2 0,5-4-3 0,0 0-1 0,4-8 0 16,0-6-2-16,5-4 0 0,3-7-1 0,2-7-1 15,3-5-6-15,4-9-5 0,1-1-3 0,2-6-2 16,0 1 0-16,-3-1 2 0,-1 1 7 0,-1 4 4 0,-5 1 4 15,-1 4 3-15,-2 5 3 0,-3 4 1 16,-2 3-2-16,-1 5 1 0,-1 3 1 0,-2 4 0 16,-2 4-2-16,-2 4-1 0,-2 5 1 0,-1 4-1 0,-1 3-3 15,-1 4-2-15,-1 2 1 0,2 2-12 0,-2 1-48 16,2 2-66-16,-1 0-104 0,3 2-184 0,4-2-302 16,0 0-328-16,4-2-293 0,3-2-158 15,4-3 298 1,5-1 639-16</inkml:trace>
  <inkml:trace contextRef="#ctx0" brushRef="#br1" timeOffset="37596.23">28012 955 384 0,'-5'-13'823'0,"1"-2"334"0,-1 1 40 0,-2-1-294 16,2 2-220-16,1 2-158 0,-4 2-121 0,3 3-85 16,-1 2-57-16,-1-1-57 0,3 4-73 0,-4 2-48 15,2 2-38-15,-1 5-27 0,-1 2-13 0,1 5-9 0,-1 7-2 16,0 6-2-16,0 5 12 0,2 6 11 0,-1 4 5 15,2 7 4-15,1 2 9 0,-1 6 3 0,1 1-3 16,3-1-8-16,2 0-3 0,3-3-9 0,1-2-13 16,4-5-5-16,4-4-3 0,1-7-3 0,5-6-3 15,0-5 10-15,5-8 9 0,-1-8 3 0,6-5-1 16,-3-8 1-16,5-8 1 0,-3-6-7 0,-1-8-6 16,3-5-1-16,-3-3 1 0,-2-9 2 0,1 1 1 15,-5-6 1 1,-3 0 4-16,-1 1-2 0,-4-4 1 0,-2 0-1 15,-5 3 1-15,-2 0-1 0,-4 1-2 16,-4 1-1-16,-2 4 0 0,-5 4 1 0,2 2 0 0,-3 7 0 16,-3 4 2-16,0 5-1 0,0 6 1 0,-1 6-8 15,-1 5-5-15,-2 7 0 0,1 5-2 0,-2 6 0 0,-1 3-1 16,4 6 5-16,-4 6 1 0,2 0-7 0,2 6-16 16,-4 3-37-16,7 2-57 0,-3 0-59 0,2 4-109 15,1-1-165-15,1-1-297 0,2-5-272 0,2 3-231 16,3-7-137-16,1-3 288 0,2-4 557 15</inkml:trace>
  <inkml:trace contextRef="#ctx0" brushRef="#br1" timeOffset="37813.67">27809 1201 109 0,'4'-7'589'0,"-1"1"356"0,2 3 131 0,-2-2-81 15,4 3-411 1,2 2-277-16,3 4-155 0,2-1-70 0,2 1-36 16,5 1-16-16,1 1-11 0,-1 0-4 0,6-1-3 15,-1 0-2-15,4 0 16 0,0 1 5 0,4-1 4 0,-3-1 3 16,3 0-2-16,-1 0-38 0,-2 0-133 0,-2 0-176 16,-2 1-293-16,-2-1-253 0,-3 2-210 0,-4 0-14 15,-3 2 337-15</inkml:trace>
  <inkml:trace contextRef="#ctx0" brushRef="#br1" timeOffset="38029.8">28592 1177 98 0,'9'0'649'0,"-2"1"431"0,-1 3 122 0,1-1-108 15,0 0-394 1,1 0-304-16,4 1-170 0,-2-1-84 0,5 0-39 15,-1 0-29-15,7 0-25 0,-3-2-15 0,2-1-20 16,2 3-7-16,-2-3-2 0,1-3-5 16,1 3-14-16,-2 0-59 0,-2-1-150 0,-1 0-254 0,-4 1-277 15,-1-2-270-15,-4 2-237 0,-3 2 76 0,-1-1 503 16</inkml:trace>
  <inkml:trace contextRef="#ctx0" brushRef="#br1" timeOffset="38231.65">28579 1374 32 0,'-4'10'478'0,"-1"0"365"16,3-2 199-16,4-2-25 0,1 0-312 0,3 0-254 15,6 0-149-15,2-1-76 0,2-3-38 0,3 1-21 16,3-3-42-16,2 0-49 0,2-3-35 0,5 2-16 16,-1 0-15-16,1-3-5 0,2 2-13 0,1 0-48 0,2 0-94 31,-2 1-147-31,0 0-275 0,1-1-273 0,-2 2-253 15,-2 0-95-15,1 0 246 0,-4 2 450 0</inkml:trace>
  <inkml:trace contextRef="#ctx0" brushRef="#br1" timeOffset="38912.64">29672 946 287 0,'-3'-13'623'15,"-2"1"302"-15,0 5 168 0,2 0-248 0,-2 1-228 16,4 1-159 0,-2 1-126-16,3 3-90 0,-2 1-77 0,2 1-49 15,2 7 0-15,-1 4 17 0,2 4 0 0,1 5 5 0,0 5 5 16,1 1-3-16,3 4-20 0,1 2-22 15,-2 3 0-15,3 6-6 0,-3-1-9 0,1 6-1 0,-2 2-12 16,1 0-8-16,-2 4-9 0,-2 2-14 0,0 2-13 16,-3 0-14-16,0-1-5 0,-5-1-6 0,2 1-5 15,-2-5 11-15,0-2 5 0,1-7 0 0,-1-3 1 16,0-3 0-16,1-6 1 0,-3-4-1 0,4-5 5 16,0-5 6-16,-2-1 3 0,2-7 1 0,-2-3-1 15,1-5-4-15,-1-5-9 0,2-3-7 0,-1-7-9 31,3-3-5-31,-1-3-3 0,2-3 3 0,0-4 3 16,2-3 1-16,-1-3 5 0,3 0 3 0,-3-3 2 16,2 4-5-16,1-1-2 0,2 1-4 0,-5 5 2 15,1 0 0-15,-1 5 1 0,-1 3 1 0,0 3 2 16,-1 2 1-16,-1 5 0 0,-1 2-2 0,-1 4-1 16,-1 3 0-16,-2 2-2 0,-1 5 2 0,-2 3 0 0,-2 3 3 15,-1 6 0-15,-2-1 0 0,0 4 0 16,-2 1 0-16,1 4-1 0,-3-1-1 0,2 3 0 0,-2 3 0 15,-1 1-2-15,-1 0-1 0,4 0-1 0,-4-1-2 16,3-2 0-16,0-3-5 0,3-1-18 0,1-4-34 16,3-2-74-16,-1-5-100 0,2-1-186 0,0-5-295 15,0-2-324-15,2-3-344 0,-2-3-164 0,-1-2 256 16,2-2 686-16</inkml:trace>
  <inkml:trace contextRef="#ctx0" brushRef="#br1" timeOffset="40814.51">7949 5023 62 0,'10'2'268'0,"-1"-2"135"15,-1 0 120-15,0 0-108 0,-1 0-123 0,0 0-86 16,-2 0-52-16,1 0-35 0,-1-2-31 0,0 1-27 16,1-1-26-16,-3 0-14 0,4 1-10 15,-3 0-3-15,1-1-4 0,3 2-3 0,-2 0 5 0,2 0 2 16,0 2-8-16,0-1-25 0,1 2-49 0,-1 0-82 16,2 0-172-16,-1 0-173 0,1 0-56 0,-2 0 57 15,4 0 137-15</inkml:trace>
  <inkml:trace contextRef="#ctx0" brushRef="#br1" timeOffset="41013.12">8405 5003 210 0,'6'2'340'0,"2"0"117"16,0 1-54-16,-2-3-144 0,0 1-111 16,-1-1-69-16,0-1-38 0,3 0-21 0,-2-3 5 15,0 0-1 1,3 0-8-16,0-4-4 0,0 0-7 15,1 0 29-15,2-2 9 0,0 1-14 0,0 0-29 16,2 0-51-16,-2 2-100 0,3 2-184 0,-2 1-124 16,1 2-3-16,0 2 82 0,-1 2 125 15</inkml:trace>
  <inkml:trace contextRef="#ctx0" brushRef="#br1" timeOffset="41114.01">8833 4984 33 0,'18'0'156'0,"-3"2"46"16,1-2-23-16,0 0-57 0,0 0-51 0,1-2-36 0,-4-3-57 0,3 3-103 15,-4-2-65-15,1 0-7 0,-2 1 24 0</inkml:trace>
  <inkml:trace contextRef="#ctx0" brushRef="#br1" timeOffset="42412.85">7151 6472 56 0,'6'3'176'0,"5"0"67"0,-3 0-28 15,3 0-44-15,0-1-25 0,2 3-8 0,-1-4-13 16,1 1-15-16,-2-2 0 0,3 3-11 0,-2-3-17 15,0 0-14-15,1 0 5 0,1 0 5 16,0 0-13-16,-1 0-28 0,1 0-21 0,-1 0-10 0,1 0-16 16,0 0-4-16,0 0 3 0,-1 2 22 15,2-2 15-15,-1 0 7 0,0 2 7 0,0-2-19 16,1 2-5-16,0-2-8 0,-2 1-4 0,2 0 0 16,0-1-2-16,-1 2 1 0,0-2 13 15,0 2 23-15,1-1 12 0,-2 0 4 0,1 1 3 16,-3-2 4-16,3 1-14 0,-3 1-19 0,0-1-10 15,3 2-5-15,-4 0-5 0,2-1-5 0,-2 1 2 16,1 0 0-16,1 0-4 0,-2-1-2 0,1 2 0 16,2-2 0-16,-4 2 4 0,1-2-3 0,2 0 3 15,-2 1 27-15,1-2 9 0,0 1 9 0,0 1-2 16,0-3 2 0,0 0 4-16,-1 2-29 0,1-2-13 15,-2 3-7-15,1 0-4 0,2-2-4 0,-2 0-4 16,0 2 3-16,0-3-4 0,0 2 1 0,1 2 3 15,0-3-5-15,-1 0 5 0,-1 1-3 16,2 1 6-16,0-2 0 0,-3 1 2 0,3-1 4 16,0 1 4-16,-1-1-3 0,2 2-1 0,1-1 2 15,-2-1 1-15,3 1-1 0,-2-2-3 0,3 3 5 16,-2-3 1-16,3 0-3 0,-2 0 3 0,3 0 0 16,1 0-3-16,-1-3-4 0,2 1 1 15,0 1 3-15,3-1-27 0,-1-1-16 0,3 0-6 16,1 2-2-16,-2-1-2 0,3 1 21 0,-2 0 39 15,1-1 17-15,0 2 12 0,2 2 4 0,1-2 1 16,-1 1-27-16,0-1-12 16,3 1-8-16,0-1-8 0,-1-1-3 0,1 1-20 0,0-3-44 0,0 0-69 15,0 0-146-15,-1-1-204 0,-1 1-92 16,-3 1 28-16,2-4 129 0,-2 4 164 0</inkml:trace>
  <inkml:trace contextRef="#ctx0" brushRef="#br1" timeOffset="43530.72">7135 5042 164 0,'6'2'269'16,"2"0"102"-16,0 0-57 0,3 3-90 16,0 1-51-16,3-4-25 15,-1 2-13-15,2 1-23 0,2-1-20 0,0 0-7 16,1 0-30-16,2-1 1 0,-1 0 3 0,3-2 0 16,-1 2 1-16,1 0 2 0,0 0-1 0,2 0-18 15,-1-1 33-15,4 1 12 0,-3-2 9 0,3 1 6 16,-2-1-2-16,2-1-3 0,-2 1-41 0,2-1-23 15,-3 0-10-15,3-1-10 0,-2 1-2 0,2-1-5 16,-2-1 2-16,2 2 19 0,-2-1 13 0,-1 1 4 16,2 0 0-16,-3 0 1 0,2 0-3 15,-2 0-24-15,1 1-14 0,-2 1-4 0,0 0-1 16,-2 2 2-16,1-2 3 16,-1 3 5-16,-2 0 2 0,2-1-5 0,-4 1-2 0,2-1 0 0,0 1 2 31,-2-3-4-31,0-1 2 0,0 0-2 0,1-1 2 15,-1 0 2-15,1 0-2 0,-2 0 0 16,0-2-2-16,2 0 6 0,0-1-4 0,-1 0-4 0,1 0 3 16,-1 1-1-16,1-1-1 0,2 0-4 15,-5 2-1-15,4 0 3 0,-2-2 1 0,-1 2 1 16,1 0-2-16,0-1 8 0,-2 0-3 0,2 2-1 16,-3-1-4-16,1 1 0 0,-1 0-2 0,-1-1 2 15,2-1-2-15,-4 0 1 0,4 1 1 0,-3 0-2 16,-1-1 2-16,2 1 0 0,-2-1 0 0,1 1 0 15,1-2 0-15,-2 3-2 0,1-2-1 16,0 2-4-16,-1-1 2 0,-1 1 4 16,2 0-3-16,0 0 3 0,-1-2-3 0,2 2 1 0,-2-2 0 15,0 0-2-15,2-1-2 0,-2 0 2 0,2-3-3 16,-1 1-1-16,2-1 6 0,-1-1-4 0,1 0 7 16,0 1 4-1,0 0 2-15,-1 0 4 0,2 2 0 16,-1 0-1-16,1 1-1 0,-1 1 0 0,-1-1-3 15,1 3 2-15,-2 0-4 0,3 0 4 0,-2 2-5 0,0-1-1 0,-1 1 4 16,-1 1-1-16,1 1-3 16,-3-1-1-16,0 0-10 0,-2 1-41 15,-1 0-76-15,-1-2-147 0,-1 3-262 0,-3-2-168 16,0 0-54-16,0-1 109 0,-1 2 221 0</inkml:trace>
  <inkml:trace contextRef="#ctx0" brushRef="#br1" timeOffset="44479.84">10169 5478 35 0,'-5'-2'346'0,"1"1"280"0,-1 1 281 16,0-2 64-16,-3 1-174 15,2-3-166-15,0 2-109 0,-1-1-53 16,0 1-61-16,0 0-72 0,1 0-52 0,-1-1-38 0,-1 2-35 15,-1-3-48-15,1 3-37 0,-2 0-25 0,0 1-17 16,0 0-15-16,0 1-13 0,-2 0-11 0,1 4-11 16,1 1-8-16,-4 1-9 0,3 4-5 0,-1 1-6 15,0 4-2-15,1 2-1 0,0 3-2 16,2 1 0-16,1 6-1 0,1-1-2 16,1 1 2-16,5 2-3 0,1-3-1 0,1 0 1 0,5-2 0 15,-1-5 0 1,2-1-2-16,1-3 1 0,2-2 0 15,0-4-1-15,1-5 1 0,3-3 2 0,1-4 2 16,2-5 2-16,-1-7 2 0,3-5-1 0,-2-5 1 16,2-4-2-16,1-6-1 0,-2-3-2 0,-1-2-1 15,1-1-1-15,-2-2-1 0,-2 0 0 0,-2 1 2 0,-2 1 2 0,-2 2 3 16,0 1 1-16,-4 2 2 16,-4 2 0-16,0 3 0 0,-3 2-1 15,0 2-1-15,-4 2 2 0,0 3 0 0,-1 5-1 16,0 2-1-16,-1 1 1 0,-1 3 0 0,2 5-2 15,-1 2-1-15,1 1-3 0,2 4-1 0,1 2-1 16,0 5-2-16,3 2 0 0,-2 4-1 16,4 3 1-16,4 4 1 0,-2 5-2 0,4 5 4 0,-1 4 1 15,2 1 1-15,-1 5 3 0,5 2 2 0,-2-1 0 16,1 2-2-16,1-3-3 0,2-1-2 0,1-5-2 16,0-3-5-16,3-5-8 0,-1-4-23 15,1-5-70 1,-2-2-76-16,1-6-149 0,-4-3-280 0,2-2-316 15,-4-5-355-15,0-2-222 0,-1-5 45 16,0-5 631-16</inkml:trace>
  <inkml:trace contextRef="#ctx0" brushRef="#br1" timeOffset="54410.53">17727 6750 31 0,'-2'3'290'0,"-2"-2"182"0,1 2 158 16,-1-1-10-16,1-1-196 0,1 0-105 0,-1 1-31 0,2-2 7 15,1 2 27-15,-2-1 20 0,0-1 0 0,2 0-24 16,0 1-42-1,-1 1-53-15,-1 0-60 0,2 0-49 16,0 0-35-16,0 1-25 0,-1 0-13 0,1 2-3 16,0-3-3-16,1 4 0 0,-1-1-8 0,3 1-5 15,-1 0-8-15,1-1-6 0,2 1-5 0,0 0-3 16,1-2 1-16,3 2 2 0,-1-2-1 16,2 2-3-16,1-1 1 0,-2 1-3 0,3-4 1 0,0 4 1 15,-1-4 1-15,3 1 0 0,-2 1-2 0,2-1 3 16,0 0-1-16,0 0 0 15,0 0-1-15,1 0-2 0,0 0 5 0,2 0-5 0,-2 0 3 16,1 0 0-16,1 0 3 0,1 0 0 0,-1-2-3 16,2 2 1-16,-3 0-4 0,4-2 2 0,-2 3 24 15,-1-3 12-15,4 2 13 0,-4 0 5 0,2 0 6 16,-3 2 0-16,5-3-26 0,-3 2-9 0,2 1-5 16,-2-3-3-16,2 2-5 15,0 0-4-15,-1-1 2 0,0 0 0 0,0-2-6 0,0 2 0 0,-2 0 2 31,2-1 3-31,-3 0-3 0,3-1-7 0,-3 2 3 16,1-3-1-16,-1 1-1 0,1 1 2 16,1-1-2-16,-4 1 6 0,3-2-4 0,-1 1-2 15,-2-1 0-15,2 1 0 0,0 1 2 0,-2 0-5 16,-1-1 7-16,3-1-2 0,-2 1 0 0,0 1-1 16,1 0 5-16,0-1-1 0,-2 1-5 0,1-1 5 15,-1 1 1-15,1-1-8 0,-3 2 1 16,0 0 0-16,2-1 5 0,-4-2-1 0,1 2 1 15,2 1 3-15,-4-2-1 0,2-1-4 0,-1 1-2 16,-1-1-4-16,0 1-2 0,0-1 2 0,0 0-2 16,-2 3 3-16,2-3 1 0,0 0 3 15,0 2 2-15,0-2-5 0,-2 2 3 0,2 0 0 0,1 0-2 16,1 0-1-16,-2 1 32 0,1 0 40 0,1 0 20 16,0 1 9-16,0 0 3 0,-2-2-2 0,0 0-24 31,2 1-32-31,1 0-17 0,-2-2-11 0,1 0-6 15,-1 1-1-15,2 0-5 0,-2-1 0 16,0-1-3-16,0 1 2 0,-1 1 1 0,0 0-3 16,0-2 4-16,-2 1-4 0,2 1 0 0,-1-1 0 15,0 1 0-15,0-2 2 0,-2 1-2 0,1 0 2 16,-1 1-1-16,0-2 0 0,1 3 3 0,-2-3-4 16,3 2 0-16,-2-2 1 0,-1 0 0 0,1 2 3 15,3 1-2-15,-2-2 2 0,-1 0-2 0,3 0-2 16,1-1-1-16,-1 3 0 15,0-3 1-15,5 0-2 0,-4 0 3 0,4-3 0 0,-1 2 1 0,3 0 0 16,0-5-2-16,-2 4 3 0,5-3 3 16,-4 1-1-16,2-2-1 0,0 0 0 0,-1 0-1 15,-2-1-3-15,3-2 0 0,-4 0 0 0,1-1 1 16,1 1 2-16,-2-2-1 0,-2-1 3 0,2 0-1 16,-3-3-1-16,4-1 1 0,-4 3-2 15,1-6 1-15,1 1-3 16,0-1 2-16,0-3 2 0,1 1 0 15,1 0 2-15,1-1-1 0,-1-3-2 0,0 3-1 16,1-1 0-16,-3-1 1 0,3 1-1 0,1 1-2 16,-2-4 2-16,-1-1 0 0,1-1 2 0,1-2-2 15,-2 1 1-15,1-3-1 0,-2-2 1 16,3-2-3-16,-3 1-1 0,1-2-3 0,0 1 1 0,-1 0 3 16,0-2 0-16,2 1-1 0,-2 1 2 15,0-1 0-15,-2 2 3 0,3-2-3 0,-4 3-1 16,2 0 1-16,-2-3 0 0,2 2 1 0,-1 0-5 15,1-2 1-15,0 0 1 0,-1 2-1 0,-1-1 0 16,-2 1 0-16,2 2 1 0,1-3 1 0,-2 2 1 16,-1 1-1-16,1-1-1 15,-3-3 1-15,4 3 0 0,-2-2 1 0,-1 0-1 0,2-1 1 16,-3 2 2-16,5-3-2 0,-4 1 1 0,2 1-2 16,-1 0 3-16,1-1 2 0,0 2-3 0,0-1-1 15,-1 0 0 1,0-1-1-16,2 3-2 0,-2-2-3 0,2 0 0 15,0-1-1-15,2 1 0 0,-1-3 4 16,-1 0 2-16,5-4 1 0,-4 2 2 0,3-1 1 16,0-1 2-16,-1-3-1 0,2 4-1 15,1 0 0-15,-3 1-2 0,2-2-2 0,-2 2 1 16,0 3-2-16,0-1-5 0,-2 3 2 0,1-1 0 16,-1 2 1-16,-1-1-4 0,0 0-1 0,-1-1 4 15,0 1 0-15,0 0-1 0,-1-1 3 0,1-1 2 16,-3 1 3-16,2-1 3 0,-1-1-1 15,0 3 0-15,1-3-1 0,-1 3-3 0,3-3-1 0,-4 3-4 16,1 0-1-16,2 3-2 0,-2-3-1 0,-1 5 0 16,2-1-2-16,-1 3-1 0,2-2-10 15,-3 3-9-15,1 0-9 0,2-1-8 0,0 1-7 16,0 1-2-16,-3-2 10 0,4 2 5 0,-3 1 9 0,3 0 11 31,-2 2 7-31,1-1 3 0,-2 3 5 0,-1 3 8 0,2-1 3 0,-3 3-4 0,2 2 1 0,-3 1 3 31,-1 2-3-31,1 0-2 0,0 0-2 0,-1 1 2 16,1 2 2-16,0 0-1 0,-2-1 4 16,1 1 1-16,1 0-3 0,-1 1 1 0,1 1-4 0,1-1-3 15,-2 1-3-15,2 1-1 0,-1-2 4 0,0 2 1 16,-1 1 2-16,1 1 0 0,-1 0-2 16,1-1-1-16,0 4 3 0,-1-2 1 15,-1 1 2-15,0 1 0 0,2-1 2 0,-2 2-2 16,0-1-8-16,0 1 1 0,0 0-4 0,0 0-1 15,0 1 3-15,0 1 2 0,0 1 3 0,0 0-2 16,0 1 5-16,0 2 1 0,-2 2 1 16,2 0-2-16,0 4 2 0,-1 0 0 0,1 1-4 15,-2 0 0-15,2 4-6 0,0-2 3 0,0 3-2 0,0 0 4 0,0 1 0 16,2 1 1-16,-2-1 6 0,1 2-1 0,1 0 0 0,0 1-4 16,-1 0 4-16,2 0 1 0,3 1 1 0,-3 1-3 15,1 1 4-15,1-1 22 0,-2 2 11 0,2-1 3 16,-4 1 1-16,2 1 2 0,2 0-1 0,-4 0-19 15,2 0-12-15,-1 0-4 16,0-1-4-16,-1 2-2 0,-1-3 0 16,2 1 3-16,0 1-1 15,-2-2 1-15,-2 1 1 0,0-1 2 0,2 0-1 0,-1 1 0 16,-1-2-1-16,-1 1-1 16,1 0-2-16,-2 0 0 0,-1-1 5 0,4 2 5 0,-3-2 4 0,0 1 1 15,0 1 1 1,-1-1-1-16,2-1-5 0,-3 2-6 0,0-2-3 0,1 1-2 0,0 0 0 15,0 0 0-15,1-1 0 16,-2 2 0-16,3-3-1 0,-2 3-1 0,1-2 0 0,1 0 0 16,-2-2-2-16,4 0-1 15,-2 2 0-15,1-4 1 0,-1 3 1 0,2-4-4 0,-1 2 1 16,1-1 1-16,1-3-3 0,-2 2-1 16,0-2 0-16,1-1 1 0,1 1 1 15,-4 0 0-15,1-2 2 0,2 2 1 0,-3-1 0 16,1 0 0-16,0 1 1 0,-1 0-2 0,0-1 2 15,0 2-3-15,0 0 2 0,1-1 0 16,2-1 1-16,-3 2-1 0,0 0 0 0,0 1 2 16,-2 0 1-16,3 0 1 0,0-1-1 0,-2 3 0 0,2-2-1 15,-2 1 0-15,3 1-3 16,-2 0 0-16,-1-1 0 0,2 1 1 0,2 0-1 0,-3 0 0 16,1-2 2-16,2 2-1 15,-3-1-1-15,3 0-2 0,-1 0 3 0,0 1 0 0,-1-1-4 16,3-1-1-16,-1 0 3 15,-2 0-1-15,1 2-1 0,1 0-1 0,-1-2 2 0,1 2 0 16,1-1 0-16,-4-1 1 16,4 2 1-16,-1 0 1 0,-1 0 1 0,1 0 0 0,1-1 0 15,-2 1 0-15,0 0 0 0,1-2 0 16,1-1 0-16,-2 1 2 0,2-2-2 0,-2-1 1 16,2 3 0-16,0-2-1 0,-1-3 0 15,-1 1 1-15,2 1 1 0,-1 0 0 0,-4-1 0 16,5-1-1-16,-3 3-1 0,2 0 0 15,-1-2-1-15,-1 2-1 0,1-1 1 0,0 0 1 16,1-1 0-16,-1 1-1 0,1-3 1 0,-1 0-1 16,0-1 0-16,1 1 0 0,-1 0-1 0,2-2 2 15,0 2-1-15,-1-3-1 0,1 2 0 0,-2 0 0 0,-1 0 1 16,2 0-1-16,-1 0 0 16,2 0 2-16,-1-1 0 0,-1 2-2 0,0-1 0 0,2 2 0 15,-1-1 1-15,-1 0-1 16,2 0 0-16,-2 0 1 0,2 2 1 0,0-5 0 0,0 3-1 15,0-3 2-15,0 2-2 16,0-1 0-16,0-3-1 0,0 3 1 0,0-1-1 0,-1 0 1 16,-1-1 0-16,2 1 2 15,0 1 2-15,-1 1-2 0,1-2 1 0,-2 3 1 0,0 0 2 16,2 0-1-16,0 1-1 0,0-1 0 16,0 1 2-16,2-1-1 0,0 2-2 0,-2-1 0 15,0 0 2-15,1 0-1 0,-1-1 1 16,3 2-1-16,-3-2 0 0,2-1-2 0,0 0-2 15,-1 1 0-15,1-3-2 0,0 1 1 16,-1 0-2-16,2-2 2 0,0 1 1 0,-1-1-1 0,-1 0 3 16,2 2-1-16,-1-3 0 15,0 0-1-15,-1 1 0 0,1 2 0 0,-1-2 1 0,1-1 0 16,1 2 2-16,-1-1-1 16,0 2 0-16,-1-1 0 0,2 0 0 0,-3 1 0 15,5-1-2-15,-2 0 1 0,-2 1 0 0,3 2-1 0,-1-3-1 0,0 0-1 16,0-1 2-16,1 1-1 15,0 0 2-15,1-2-1 0,-2 1 2 0,0 0-1 0,0-1-1 16,1 0 0-16,-1-2 0 16,0 0-1-16,0-2 0 0,0 1 1 0,2-1 1 0,-4 0-1 15,2 0-1-15,-3-2 1 16,2 0-1-16,1 1 0 0,-3-2 0 0,2 1 0 16,0 1 0-16,-1-1 0 0,-1-2 1 15,3 2-1-15,-1 2 1 0,0-3-1 0,-1 3-2 16,2-4 1-16,3 4-1 0,-2-2 1 0,0 0 0 15,1 2 2-15,2-3 0 0,-1 2-2 16,2 0 2-16,-2-2-1 0,0 2 0 0,3 0-1 16,0-1 1-16,-3 1 1 0,0-2 0 0,3 1-1 15,-3 1 0-15,1-2-1 0,1 2 0 0,-3-1 1 16,3-1-1-16,-2 0 1 0,-1 3 0 0,2-2 0 0,-3 2 1 16,3-3 1-16,0 2-2 0,-2 0 1 0,0-1-1 15,0 3 1-15,0-4-1 16,-1 1-2-16,0 1 1 0,0-3-1 0,-1 2 1 15,0 0 0-15,2 0 0 0,-2-2 1 0,1 1-1 16,-3-1 1-16,2 1 0 0,-1-1 2 0,1 0 0 16,2 2 0-16,-4-2 1 0,4 0 0 0,-2 0-2 15,0 0-1-15,2 0-1 0,0 0 1 0,1 0-1 16,-1-2 1-16,0 2 0 0,-1 0 1 0,3-1 1 16,-1 0-1-16,0-1 0 0,2 0-1 0,-1 0 0 15,1-1 0-15,-1 1 0 0,3 1 0 0,-2-4 1 16,0 5-1-16,1-2 1 0,-1-1 0 31,0 1-1-31,1 1 1 0,-1 1 0 0,2 0 0 0,-2 0-1 16,0 0 0-16,0 0 1 0,0 0-1 15,-2 1-1-15,3-1 1 0,-2 2 1 0,-1 1 0 16,1-3-1-16,0 2 2 0,-1-2-1 0,-1 2-1 16,3 1-1-16,-3-1 0 0,3-1 1 0,0 2 0 15,-3 1 0-15,3-1 0 0,-2 0 1 0,1 0 1 16,2 0-1-16,-3 0 0 0,0 0-1 0,3 0 1 0,-4-2-1 15,2 2-1-15,-1-1 2 0,1 1-1 16,0 0 0-16,1-2 0 0,-1 2 1 0,-1-1 0 16,3-1-1-16,-2 0-1 0,-1 3 1 15,1-3 0-15,0 0 0 0,-1 1-1 0,1 1 0 0,-1-2 1 16,1 1 0-16,0 1 0 0,1-3 1 16,-1 2-1-1,-1-2 0-15,3 0 1 0,-1 2-1 0,0 2 0 16,0-3-1-16,1 0 2 0,0 2 0 0,-1-3-1 15,0 2 1-15,2 2-1 0,-2-2 0 16,2 0 0-16,2 1-1 0,-2 0 0 16,0 0 1-16,2 0 0 0,-1 0 1 0,2 0-1 15,-4 0 1-15,3 0 0 0,0 0-1 0,-1-1-1 16,0 0 0-16,2 1 0 0,-2-2 0 0,1 3 0 16,0-1 1-16,-1-2 0 0,1 2-1 0,-1-2 1 15,2 4 0-15,0-3-1 0,-4-2 0 0,5 5 0 16,-3-3 1-16,1 2 1 0,0-2 0 0,-1 2 1 15,2-2 0-15,-4 2-2 0,4 0 2 0,-2-1-2 16,0 0 1-16,0 2-1 0,0-3 0 16,2 3 0-16,-2-2 1 0,2 1-1 0,-2 0-1 0,1 0 1 15,-1-1 0-15,2 1 0 0,0-1-1 16,0 0 1-16,0-1 1 0,-1 4-1 0,2-4 0 16,-1 1 0-16,-1 3-1 0,2-4 1 0,-1 2-1 15,0-2 1-15,-1 1 1 0,1 2 0 0,1-2 0 16,-2 1 1-16,1 1-2 0,-1-1 0 0,-1-1 0 31,1 1 0-31,0 1 0 0,1-2-1 0,-3 0 0 16,1 3 0-16,0-4 1 0,0 3 0 0,1-2-1 15,-2 0-1-15,3 3 2 0,0-4 0 0,-4 2 0 16,4 0 1-16,-1 0 1 0,0-1-1 0,2 2 1 16,-3 1-1-16,0-2-1 0,3 1-1 15,-3 1 0-15,3-2 0 0,-2 2 0 0,0-1 0 16,1 1 0-16,0-1 0 0,1 1 2 0,-2-1-1 0,1 1-1 15,1-1 1-15,-1 1 1 0,3 0 0 0,-2-2-1 16,2 1 1-16,-2 1 2 0,2-2-1 16,0 0-1-16,-1 1 1 0,3-1-1 0,-1 1-1 15,-1-1 1-15,3 2-1 0,-2-4 0 0,3 3 0 16,-2-1 0-16,0 1 1 0,1 0-1 16,1-3 0-16,-1 3 1 15,0-1-1-15,2-1 0 0,-2 0-1 0,1 0 0 0,-2 0 1 0,2 0 0 16,-3 0 0-1,1-2 0-15,-1 1 1 0,1-2 1 16,-2 1-2-16,0 1 0 0,-1 0 1 0,-2-2 1 16,3 0-2-16,-3 2 1 0,0 1-1 15,-1-2 0-15,-1-1-1 0,0 1 0 0,-2 0 1 16,-1 2 0-16,2-3 2 0,-2 2 0 0,-4 0-1 0,1 0 0 0,2 0-1 16,-3 0 0-16,-1-1-1 15,0 1 1-15,1 1 0 0,-3-2 0 0,2-1 1 16,1 3-1-16,-4-3 1 0,1 2-1 0,2-1 0 15,-1 1 1-15,0 0-1 0,2-2-1 0,-2 1 1 16,1 0-1-16,2 1 2 0,-1 1 0 0,1-2 1 16,0 0-1-16,3 1 1 0,0 1 1 0,0-1 0 15,1-1 1-15,2 0-2 0,0-1 0 0,2 2 1 16,0-2-1-16,1 2-2 0,2-2 1 16,0 1 2-16,1-1-1 0,2 2 2 0,-3-1-1 0,2 1 0 15,0-2 1-15,3 1-1 0,-3 0 0 16,2 1-1-16,0-1 1 0,0 1 1 0,0 0-2 31,-2-2 0-31,2 2 0 0,0 1 0 0,0-2-2 0,-2-1 1 16,3 1 1-16,-1 0 0 0,-2-1 0 15,2 0 0-15,-2 0 0 0,0 0 0 0,0 0-1 16,-2 0 0-16,-1 0 0 0,0 3 1 0,-1-3 0 16,-1 0 0-16,-2 2 0 0,-1-2 0 0,-1 2-2 15,-1 0 2-15,-4-1 0 0,2-1 0 16,-2 1 2-16,-1-1-2 0,-2 0 2 0,-1 2-1 15,2-2 0-15,-2 0 0 0,-2 1-2 0,2 1 0 16,-1-1-1-16,-2 2-2 0,-1 0-6 0,0 0-13 16,-1 3-25-16,0-1-73 0,-3 0-86 0,2 0-167 15,-2 0-286-15,-1-1-321 0,1 0-366 0,0 1-205 16,-1 2 129-16,0-4 688 0</inkml:trace>
  <inkml:trace contextRef="#ctx0" brushRef="#br0" timeOffset="72429.1">7132 8018 255 0,'1'-2'512'0,"-1"0"236"0,0 1 140 16,-1-2-179-16,-2 3-140 0,3-2-86 0,-2 1-74 15,1-1-62-15,-1 2-70 0,2-1-72 0,-1-2-66 16,-1 3-51-16,0 0-33 0,-1-2-23 0,1 0-15 15,-1 2-8-15,2 0-2 0,-3-3-3 0,1 2 0 16,0 0-5-16,0 1 2 0,-1-1-2 16,0-2 1-16,-1 1-7 0,1 2-23 0,-1-2-47 15,-3 2-89-15,2-2-105 0,-1 1-128 0,-1 1-180 0,0 1-270 16,-1 1-171-16,1 0 23 0,-3 0 231 16,2 2 308-16</inkml:trace>
  <inkml:trace contextRef="#ctx0" brushRef="#br0" timeOffset="72630.41">6888 8024 84 0,'-3'1'310'0,"0"0"163"0,2 1 145 16,-1-1-99-16,-1 1-118 0,3-2-55 0,-2 0 6 16,-1 1 4-16,1-1-13 0,2 1-40 0,-3-1-48 15,2 0-57-15,-1 2-69 0,2-2-53 16,-2 0-34-16,1 1-21 0,-1 1-13 0,1-2-11 15,-1 3-20-15,-2-1-74 0,2-1-96 0,-3 4-110 16,2-3-136-16,0 4-276 0,-2 0-189 0,0 0 14 16,0 1 195-16,-2-1 266 0</inkml:trace>
  <inkml:trace contextRef="#ctx0" brushRef="#br0" timeOffset="72829.95">6736 8226 48 0,'2'9'302'15,"0"-5"170"-15,-1 0 131 0,1 0-69 0,-2-1-199 32,1-2-145-32,1 1-88 0,-2 1-43 0,3-2-23 15,-3 0-11-15,2 3-8 0,0-3-6 0,-1 2-6 16,2 0 1-16,-1-1-2 0,1 1-2 0,-2-1 3 16,1 2-12-16,-1-2-31 0,-1 2-51 0,2-2-78 15,-2 2-162-15,-2 1-177 0,1-1-56 0,1 0 61 16,-2 1 133-16</inkml:trace>
  <inkml:trace contextRef="#ctx0" brushRef="#br0" timeOffset="73045.21">6763 8455 204 0,'2'5'353'0,"1"-1"127"0,-1 0-25 15,-1-2-126-15,1 2-112 0,-2-3-76 16,3 0-43-16,-3 1-23 15,0-1-16-15,2 1-19 0,-1-2-11 16,-1 0-10-16,0 1-7 0,2 0-4 0,-2-1-3 16,0 2 3-16,2 0-4 0,-1-1-2 0,1 1 0 15,-1 1-6-15,-1-2-27 0,2 2-42 0,-2 1-77 16,0 0-140-16,3 0-175 0,-3 0-59 0,0 2 52 16,0-1 123-16</inkml:trace>
  <inkml:trace contextRef="#ctx0" brushRef="#br0" timeOffset="73245.17">6838 8631 26 0,'1'4'170'15,"3"-1"79"-15,-1 0 7 0,0-1-32 16,1-1-26-16,0 1-21 0,-3-2-10 0,2 1-14 0,-1-1-22 0,1 2-25 0,0-2-30 16,-1 0-25-16,1 0-17 0,-1 0-16 15,1 0-5 1,0-2-1-16,0 2-2 0,0-1 0 0,-1 1-2 15,1-2 5-15,0 1-13 0,-1-1-27 16,-1 1-48-16,1-1-153 0,-2 2-166 0,0 0-62 16,3 0 31-16,-1 2 101 0</inkml:trace>
  <inkml:trace contextRef="#ctx0" brushRef="#br0" timeOffset="73447.47">7031 8682 96 0,'7'0'241'0,"-2"-2"97"16,2 2 6-16,-3-1-119 0,3 1-84 0,-1-3-53 0,0 3-36 15,-1 0-25-15,0 0-11 0,-2 0-3 16,2-2-3-16,0 2 2 0,-1 0-12 0,-1 0-37 16,0-3-73-16,2 1-126 0,-3 2-101 0,-1-1-13 15,1 0 50 1,1 0 93-16</inkml:trace>
  <inkml:trace contextRef="#ctx0" brushRef="#br0" timeOffset="73645.85">7189 8626 26 0,'4'0'224'0,"1"2"111"15,-2-2 99-15,-1 0-90 0,1 0-106 16,0 0-80-16,-1 0-49 0,3 0-26 0,-2 0-10 0,1-2-22 0,0 1-18 15,0 0-11-15,-2-1-8 0,3-1-5 0,-2-2-1 16,2 1-2-16,-2-2-24 0,0-2-50 16,2 3-117-16,-4-2-192 15,1-1-84-15,-1 1 9 0,1 0 87 0,-2-1 131 0</inkml:trace>
  <inkml:trace contextRef="#ctx0" brushRef="#br0" timeOffset="73845.28">7301 8481 220 0,'2'-2'337'0,"-1"2"109"0,1 0-69 15,1-1-123-15,-1 1-112 0,-1-3-63 0,2 2-38 16,0-3-17-16,0 0-11 0,2 1-5 0,-3-3 0 16,4 0-6-16,-2 2 2 0,0-2-2 0,1-1-8 15,-2 1-22-15,0 2-48 0,0-2-110 16,-3 1-171-16,0 0-63 0,0 3 22 0,0-1 89 15</inkml:trace>
  <inkml:trace contextRef="#ctx0" brushRef="#br0" timeOffset="74062.67">7317 8282 90 0,'-2'-6'301'15,"-2"1"147"-15,2-3 125 16,-1 2-132-16,0-1-135 0,-1 0-89 0,3-1-53 15,-2-1-33-15,1 0-25 0,-1-2-31 0,1 1-25 16,-1-3-17-16,3 4-9 0,-4-4-11 16,1 1-2-16,1-1-5 0,-1 3-3 0,-1 0-1 15,1-2-2-15,-2 3 0 0,-1-1-2 0,0 1-23 16,1 1-38-16,-1-1-51 0,-1 1-62 0,-1 3-95 16,-1-1-145-16,1 1-120 0,-2-1 1 0,1 2 94 15,-2-1 139-15</inkml:trace>
  <inkml:trace contextRef="#ctx0" brushRef="#br0" timeOffset="74179.36">7119 7994 87 0,'-6'-2'343'0,"1"2"209"16,-1-1 182-16,-2 1-84 0,0 0-162 16,2 1-122-16,-1-1-93 0,0 0-64 0,2 1-59 0,0-1-53 0,2 0-71 15,0 0-93-15,1 0-114 0,2 1-194 0,0-1-254 16,0 0-163-16,2 0-19 0,1 0 166 16,0-1 251-16</inkml:trace>
  <inkml:trace contextRef="#ctx0" brushRef="#br0" timeOffset="76013.37">10082 8125 197 0,'-3'-4'510'0,"0"1"264"15,1-2 175-15,-1 2-151 0,3-1-171 16,-3 1-120-16,1 1-88 0,1 1-39 0,-1 0-14 16,0-1-34-16,2 0-51 0,0 2-39 15,0-1-34-15,0 1-37 0,0-1-45 0,0 1-36 16,0 0-21-16,0 1-16 0,2 0-10 0,-2 1-9 15,0 1-8-15,0 5-6 0,0 6-4 0,0 6-2 16,0 8-4-16,0 5-2 0,-2 7 0 0,1 1 2 16,-1 6-2-16,2-2-1 0,0 1 2 0,0-2-1 15,2-4-2-15,-1-3-2 0,1-6-4 0,1-6-1 16,2-4-3-16,-2-3-1 0,1-3 0 0,0-5-2 16,1-2 3-1,-1-3-1-15,1-5 3 0,0 0 2 16,0-7 0-16,3-3-2 0,1-5 0 0,-1-4 2 0,0-2-2 0,3-3-2 0,-1 0-1 15,1 1 1 1,0 2 1-16,-2 3-3 0,3 3-1 16,-2 2 3-16,0 4 2 0,-2 1-1 0,4 6 0 15,-4-1 3-15,2 6 1 0,2 1 1 0,-2 3 0 16,0 4 3-16,2 2 1 0,-1 1-1 0,-1 2-1 16,2 1-1-16,-1-1-1 0,-1 1 0 0,2-1-3 15,-2 0 1-15,1 0-1 0,0-1-2 0,0-2 3 16,-1-1-2-16,-1-3 1 0,-1 0-1 0,0-3 1 15,0 0 0-15,-2-3 0 0,-1-1-2 0,1 0 3 16,-1-4 0-16,-2-4 3 0,2-2 1 16,-4-2 0-16,1-5 1 0,-1-3 0 0,1-3 0 15,-2-5-4-15,-2-2-1 0,1-1 0 0,-1-2 0 16,-4-2 1-16,3-1 2 0,-3 1 0 0,1-1 4 16,-2 1-3-16,0 1 0 0,2 3-1 0,0 3-3 15,-1 3-2 1,4 3-2-16,-1 2-10 0,-2 6-38 15,4 1-61-15,-2 3-62 0,3 3-106 0,3 1-175 16,-2 7-304-16,4-1-282 0,-2 2-225 16,2 6-136-16,2-1 286 0,3 0 559 0</inkml:trace>
  <inkml:trace contextRef="#ctx0" brushRef="#br0" timeOffset="76697.06">10888 8754 46 0,'5'-3'554'0,"-2"3"437"15,-1-2 178-15,0-1-63 0,-2-1-346 0,-2-2-307 0,2-4-177 0,-2-3-83 0,-1-1-44 16,2-5-34-16,-1-4-31 0,0-2 8 15,0-6 4 1,0-1-4-16,4-4 2 0,0-3-3 16,-2 0 0-16,2-3-28 0,1 3-22 0,0 0-15 15,2 3-9-15,-2 3 0 0,1 4 14 0,0 3 11 16,0 3-1-16,0 5 2 0,-1 3-1 0,-1 2-2 16,-1 3-21-16,1 4-12 0,0 1 0 0,1 3-3 15,0 2-2-15,2 3 2 0,1 3 2 16,3 2 4-16,-1 7-1 0,1 2 8 0,1 3 5 15,1 3 1-15,-1 5 0 0,4 1-1 0,-3 2-3 16,2 3-1-16,-4 2-6 0,3 3 1 0,-2 0 0 16,0-3-2-16,1 0-3 0,-2-2-4 0,-1-3-1 15,0-2-3-15,0-5-7 0,0-4-31 0,-2-3-57 0,-2-2-55 16,-1-4-116-16,-2-4-183 0,-4-1-307 16,0-3-286-16,-2-3-237 15,-4 0-134-15,1-3 337 0,-2-2 570 16</inkml:trace>
  <inkml:trace contextRef="#ctx0" brushRef="#br0" timeOffset="76929.64">10874 8517 65 0,'4'2'495'0,"-3"1"323"15,2-1 158-15,1-2-22 0,0 2-388 16,4 2-274-16,-2-2-104 0,4 1-17 0,2 0-9 15,3 0-10-15,0-1-7 0,0 0-5 16,2-2-45-16,2 0-43 0,-1 0-24 0,0-1-13 16,0 0-7-16,2-3-3 15,-2 2-4-15,-1-2-18 0,2 1-79 0,-5-1-130 0,-1 2-210 0,1 2-277 16,-4-2-249-16,-2 4-159 0,1-2 139 16,-4 2 389-16</inkml:trace>
  <inkml:trace contextRef="#ctx0" brushRef="#br0" timeOffset="77498.47">11317 8233 238 0,'6'-4'606'15,"-4"-1"289"-15,-1 3 143 0,1-1-196 16,1 2-220-16,-1 0-171 0,-1 1-119 16,-1 0-70-16,2 0-59 0,0 2-40 0,-1 1-4 15,3 1 17-15,-3 7 3 0,5 1-3 0,-3 4-4 16,2 3-14-16,-2 7-38 0,0 2-40 16,2 6-24-16,-3 0-12 15,1 3-13-15,0 1-10 0,-1 0-8 0,2-3-5 0,-1-2-6 0,1-2-4 16,0-8-2-1,0-2-3-15,1-4 3 0,-2-3-1 16,3-4 3-16,-2-5 1 0,1-1 1 0,0-6 1 16,2-5 1-16,-1-5-1 0,5-5-1 0,-3-4 0 15,3-4 0-15,0-4 0 0,0-4-1 0,3 0 1 16,-3-1 2-16,2 1-2 0,1-2 3 0,-1 3-1 0,1 0-2 16,-3 3 3-16,-1 3 2 15,0 2 1-15,-3 5 0 0,-1 3 0 0,-2 2 2 16,-1 1 1-16,0 5 6 0,-3 1 6 0,0 3 1 15,0 2 2-15,-3 0-2 0,0 2 1 0,-1 3-10 16,-2 0-7-16,1 4-2 0,0 1-3 0,-2 3-1 16,0 3-4-16,2 0 0 15,2 5 1-15,-2 4 1 0,2 5 1 0,0 2 2 0,3 6 4 0,0 1 0 16,0 1 2-16,0 1-3 0,3 1 0 0,0-5-4 16,2 1-3-16,3-5-2 0,-1-6 0 15,3-4-2-15,0-3-2 0,3-6-24 0,1-5-57 16,-1-4-61-16,2-7-108 0,0-3-167 0,0-5-309 15,0-3-303 1,2-1-239-16,1-3-141 0,0 1 281 16,1 0 571-16</inkml:trace>
  <inkml:trace contextRef="#ctx0" brushRef="#br0" timeOffset="77811.09">12000 8661 213 0,'-2'1'649'0,"-2"-1"310"0,-1-3 89 16,2-3-153-16,-2-3-284 0,2-4-207 16,0-2-129-16,1-7-67 0,-1-1-36 15,1-5-51-15,1-4-46 0,-2-4-36 0,6-3-18 0,-2-2-6 16,1-1-1-16,1 1 4 0,0 0 5 16,2 5 1-16,0 2 4 15,-2 8-1-15,2 2-2 0,-1 7-5 0,-1 4-1 0,2 3 37 0,-1 5 54 16,0 3 32-1,3 4 9-15,0 5 6 0,-2 4-7 0,2 3-27 16,-1 5-46-16,2 3-29 0,0 5-15 16,-2 2-11-16,2 2-6 0,-2 2-7 0,2 1-3 15,0 1-4-15,-2 1-20 0,3-2-62 0,-5-2-74 16,2-2-157-16,-1-4-267 0,-2-2-307 16,0-5-325-16,1-4-214 0,-3-3 56 0,1-3 592 0</inkml:trace>
  <inkml:trace contextRef="#ctx0" brushRef="#br0" timeOffset="78029.5">11941 8470 241 0,'-6'-6'844'16,"0"2"383"-16,1 1 8 0,2 0-195 0,3 0-447 15,0 3-292-15,2 0-150 0,3 0-73 0,-1 3-37 0,5-2-20 0,3 1-15 16,2-1-1-1,2-1-2-15,2 0-4 0,3-1-2 16,3-2-3-16,3-2-1 0,1 0-12 0,1-1-83 0,1-1-168 0,-2 2-298 16,0 0-257-16,-1 0-265 15,-1 2-181-15,1 0 223 0,0 1 531 0</inkml:trace>
  <inkml:trace contextRef="#ctx0" brushRef="#br0" timeOffset="78794.63">12343 8332 130 0,'-3'-7'370'0,"-2"0"196"0,2-3 181 0,-1 3-84 16,0 0-88-16,1 1-35 15,1 0-27-15,1 2-46 0,-2 0-52 0,1 1-41 16,0 0-51-16,2 1-44 0,0 2-42 0,0 0-30 16,2 0-34-16,-2 2-42 0,0-1-38 15,3 5-29-15,-1 3-19 0,1 4-10 0,0 6 3 0,1 2 2 16,-3 8 0-16,5 2-2 0,-3 3-4 0,0 4-2 16,-1-1-11-16,1 1-10 0,2-4-4 0,-2 0-4 15,2-6-1 1,-2-5-4-16,2-3-1 0,-2-4-2 15,0-5 1-15,0-5 0 0,1-6 2 0,-1-6 1 16,0-7 3-16,0-8-1 0,2-6 0 0,-1-4-1 16,-1-6-1-16,1-1 0 0,-1-4-2 15,-3 3 2-15,3-2 2 0,-1 0 1 0,-2 2 2 16,1 2-1-16,-1 4-1 0,0 6 2 0,2 5-3 0,-2 3-1 16,0 4-2-16,2 5-1 0,-2 6 1 15,1 2-1-15,1 5 0 0,1 5 3 0,1 8 1 16,0 2 1-16,0 6-1 0,3 1-1 0,-1 6 2 15,3 0-1-15,-1 3 1 0,0 4 1 0,2 0 1 16,-1 2 0-16,1 0 1 0,0-2-2 0,-1-2 0 16,-1-3-2-16,0-5 1 0,1-5-4 15,-1-5-1-15,0-4 0 0,-2-6 2 0,2-3 0 16,0-7 1-16,-3-7 3 0,1-6 0 0,-1-6-1 16,0-4-3-16,-2-6 0 0,0-6-2 15,-2 0 0-15,1-4 5 0,-2 1-1 0,-2-2 2 16,1 0-1-16,-2 1 1 15,1 2 0-15,-1 3-2 0,2 5 1 16,-1 4 1-16,0 5-2 0,2 5-2 0,-1 2-3 16,-1 6-3-16,2 3-9 0,2 6-38 0,-1 2-63 15,1 7-67-15,3 2-127 0,1 3-187 0,-2 0-313 16,3 3-283-16,3-1-219 0,0 0-62 0,5-1 400 0,2-3 526 0</inkml:trace>
  <inkml:trace contextRef="#ctx0" brushRef="#br0" timeOffset="79029.28">12956 8181 106 0,'-3'-9'728'0,"-1"3"593"0,-2 0 182 0,-3 1-182 16,0 4-413-16,-2-2-349 0,-2 7-182 0,-1 1-125 0,1 3-85 16,-1 3-55-16,-2 6-37 0,2 3-26 0,0 3-16 15,1 4-10-15,2 4-7 0,3 1-5 0,4 2-5 16,2 2-3-1,4-5-1-15,-1 2-2 0,7-5-3 16,1-1-2-16,3-4 0 0,2-4-9 0,3-3-19 16,-1-4-51-16,5-4-73 0,-3-3-113 0,2-2-186 15,0-6-300-15,-1 3-332 0,-1-5-289 0,0 1-137 16,-2-1 331-16,0-1 629 0</inkml:trace>
  <inkml:trace contextRef="#ctx0" brushRef="#br0" timeOffset="79527.73">13094 8178 80 0,'-5'-4'666'0,"-1"0"484"0,0 2 136 16,-2 2-114-16,3 0-346 0,0 0-321 0,2 1-174 16,0 0-94-16,1 1-54 0,2 1-45 15,0-2-43-15,0 2-47 0,5 0-22 0,-2 0-11 0,4 0-10 16,2-1-1-16,-1 1-7 0,2-3 4 0,2 1-3 15,-2 1-2 1,1-2 3-16,1 1 1 0,0-1 5 16,-3 2-5-16,2-2 2 0,-1 1-1 0,-4 0 1 15,2 1-2-15,0 0 1 0,-2 0 0 0,-1 2 2 16,0 3-3-16,-1 1 3 0,2 1 1 16,-1 3-2-16,-2 1 0 0,1 5 6 0,0 1 15 0,1 6 8 15,0 2 2-15,1 4 11 0,-1 5 9 16,1 5-1-16,-1 3-7 0,0 8-5 0,-2 2 0 15,3 5-10-15,-3 3 0 0,0 1-1 0,-1 2 2 16,-2-1 5-16,0 1 4 0,0-6 7 0,-2-2 0 16,-1-4-1-16,0-6-3 15,-1-8-1-15,1-5-4 0,-2-9-6 0,0-8-6 16,-2-7-4-16,-2-8-7 0,0-6-6 0,-1-10-6 0,-2-8-5 0,0-10 0 16,3-5 1-16,-2-8 0 0,3-8 0 15,2-2 1-15,-3-4 2 0,6-1-1 0,-1 0-1 31,2 3-2-31,4 5 0 0,1 4-1 0,0 5 0 0,2 3-8 16,1 6-13-16,2 3-21 0,1 5-50 16,-1 3-75-16,0 3-89 0,2 4-150 0,2 4-212 15,-2 5-313-15,1 3-280 0,3 4-179 0,-2 2 48 16,1 5 501-16</inkml:trace>
  <inkml:trace contextRef="#ctx0" brushRef="#br0" timeOffset="79862.62">13513 8757 107 0,'0'-8'663'16,"-2"-4"463"-16,-2-4 164 0,-1-4-22 15,1-5-384-15,-1 0-307 0,1-2-179 0,-2-5-104 0,3-4-72 0,-2-1-91 16,1-1-56-16,2-5-32 0,2 0-21 0,0-2-8 0,3 2 2 16,3-1 3-16,2 5 1 15,0 1 0-15,2 7-1 0,1 1-1 0,-2 6-7 0,1 6-6 16,1 4 2-1,-2 4-2-15,4 6 6 0,-2 2 4 0,-1 6 2 16,2 5-1-16,-2 1 0 0,1 7 0 16,1 0-6-16,-1 4-3 0,1 2-1 0,-2 2-2 15,0 3 0-15,0 4-1 0,0 3 0 16,0-1 1-16,-2 4 1 0,1-1-2 0,1 4 0 16,-2-2 0-16,3-1-2 0,-3 2-1 0,0-5-1 15,-2 1-1-15,3-5-9 0,-4-5-31 0,0 0-70 16,-2-6-81-16,-4-4-170 0,-3-4-289 0,0-4-320 15,-6-4-336-15,2-4-203 0,-3-4 129 0,-3-5 670 16</inkml:trace>
  <inkml:trace contextRef="#ctx0" brushRef="#br0" timeOffset="80044.33">13588 8313 100 0,'-2'5'678'0,"2"2"454"0,0 0 110 0,0 2-127 15,3 1-380-15,2 0-281 0,3 1-134 16,1-3-71-16,2 1-36 0,3 2-28 0,-1-3-31 16,4 0-54-16,1 0-44 0,-1-1-21 0,4 0-21 15,-4-2-53-15,2 1-63 0,-3-4-150 0,0 4-258 16,-2 0-294-16,0-1-327 0,-3-1-264 0,-1-1-33 16,-1-2 568-16</inkml:trace>
  <inkml:trace contextRef="#ctx0" brushRef="#br0" timeOffset="87009">5619 6698 72 0,'0'-1'200'16,"0"0"55"-16,0-1 1 0,0 0-25 0,0 1-27 0,0 1-18 0,0-1-17 15,0 1-11-15,0-2-7 0,0 2-7 0,-2 0-5 32,2-2-10-32,0 2-7 0,0-1 2 0,-1 1-4 15,-1 0-5-15,2-1-10 0,0 1-11 0,-1-2-5 16,1 1-2-16,-2 1-3 0,2 0-7 0,0-2-3 15,-2 2-9-15,2-1-12 0,-1 1-12 16,1-2-6-16,-2 1 2 0,2 1 0 0,0 0 6 16,-1-2 8-16,-1 2 5 0,2 0-1 0,0-1-2 15,0 1-1-15,0-2-7 0,0 2-5 0,0 0-6 16,0 0 6-16,0 0 5 0,0 0 12 0,0 0 11 0,0 0 10 16,0 0 3-16,2 0 1 0,-1 0 1 15,-1 0-3-15,0 0-4 0,0 0-4 0,0 0-4 16,0 0-9-16,0 0-11 0,0 0-12 15,0 0-7-15,0 0-5 0,0 2-7 0,0-2-2 16,0 0-5 0,0 0-1-16,0 1-4 0,0-1-3 0,0 0-2 15,0 0-1-15,2 0-2 0,-2 0 2 16,0 0 2-16,0 0-1 0,0 2-1 0,0-2 0 16,0 0 0-16,0 1 0 0,0 1-4 0,0-1 2 15,0 1 2-15,0-2-1 0,0 1-1 0,1 1 0 16,-1-1-2-16,2 2-1 0,-2-1 0 0,3 0 2 15,0 2 2-15,-1 0 1 0,2 0 1 16,-2 3 0-16,3-1 3 0,0 1-3 0,-1 1 0 16,1-1 1-16,0 2-1 0,1 2 0 0,0-3-3 15,-1 3 2-15,0-3-1 0,0 3 0 0,0-1-3 16,1-1 5-16,-2 0 1 0,1-2 2 16,-2 1-1-16,2-1 1 0,-2-1 1 0,1 0-2 0,-3 1-1 15,4-4-2-15,-4 2-1 0,2-1 1 16,-1-2-2-16,0 0-8 0,-2 1-29 0,0-3-44 0,0 1-70 15,-2-1-83-15,2 0-91 0,-2-1-106 16,1 1-122-16,-1 0-179 0,-1-1-72 0,0-1 65 16,0 0 183-16,0 0 219 0</inkml:trace>
  <inkml:trace contextRef="#ctx0" brushRef="#br0" timeOffset="87460.36">5609 6828 157 0,'0'0'338'16,"2"0"146"-16,-2 0 26 0,0 0-103 15,2 0-105-15,-2 0-80 16,1 0-52-16,2 1-11 0,-3 1 11 16,6 1 12-16,-4 1 28 0,4 0 24 0,-1 2 21 15,2 0-7-15,-1 1-20 0,1 4-21 0,0-4-36 16,1 2-33-16,0 0-33 0,1 0-28 0,-2-2-23 15,-1 1-18-15,0-1-14 0,2-1-9 0,-2-2-5 16,-1 0-3-16,0-2 1 0,-2 1 1 0,1-3-1 16,0 0-1-16,-1-3 1 0,2 1 4 15,-4-4-3-15,3-2-7 0,-3-1-1 0,1 0-3 16,-1-3 0-16,1-1-8 0,1 0-33 0,-3 0-80 16,2-2-117-16,-2 3-180 0,2 0-279 0,-1 1-234 15,-1-1-109-15,0 3 156 0,2 2 340 0</inkml:trace>
  <inkml:trace contextRef="#ctx0" brushRef="#br0" timeOffset="88492.95">7040 6673 57 0,'3'-3'248'16,"0"2"125"-16,-1-1 81 0,1 2-72 0,-1-1-75 15,-1 1-57 1,1 0-31-16,-2 0-15 0,2 0-13 0,-1 0-9 16,-1 0-15-16,0 0-19 0,0 1-19 15,0 1-7-15,0-1-6 0,0 2 4 0,0-1-5 16,0 2 10-16,2 1 5 0,-2-3-2 0,0 3-13 15,0 1-11-15,1 0-9 0,1 0-15 0,-2 2-20 16,0-1-13-16,2 1-14 0,-1 1-10 0,2 0-12 16,-3 0-6-16,2 1-3 0,-1-1-4 15,1-1 1-15,-1 0 0 0,-1 1-2 0,2-2-2 16,0 0-1-16,-1-1 5 0,-1 2-3 0,2-3 3 16,-1 1-2-16,1 2 7 0,1-2 3 0,-1 1-5 15,-2 2 1-15,2-3-3 0,-1 0-20 0,1-1-42 16,-2 1-60-16,0-3-70 0,0 0-78 0,-2 0-93 15,2-1-112-15,-3-1-168 0,1 1-110 0,-1-4 29 16,0 1 144-16,-2-2 199 0</inkml:trace>
  <inkml:trace contextRef="#ctx0" brushRef="#br0" timeOffset="88759.02">7024 6854 115 0,'4'5'330'16,"-1"-1"147"-16,-2 2 97 0,5-1-137 15,-4 1-123-15,1-1-62 0,2 2-25 0,-2-1-7 16,2 0-9-16,0 0-23 0,-2 0-37 0,3 0-43 16,0 0-38-16,-1 0-29 0,0-4-16 0,0 0-9 15,1 2-8-15,0-4-1 0,-1 0-5 0,0-4-2 16,1 0-2-16,-1-2-3 0,3-1-5 0,-2-3-6 15,0-1-43-15,1 0-71 0,1-2-111 0,1 0-260 16,-1 2-182-16,0-1-86 0,3 1 83 0,-3-1 217 16</inkml:trace>
  <inkml:trace contextRef="#ctx0" brushRef="#br0" timeOffset="89775.63">8869 6799 80 0,'2'0'252'16,"-2"0"125"-16,0 2 41 0,0 0-56 0,2-1-69 16,-2 0-49-16,0 1-21 0,0-2-1 15,0 2 9-15,0-1 10 0,0-1 14 0,-2 0 11 0,2 1 17 0,0-1-2 0,0 2-8 32,-2-1-17-32,1-1-21 0,-1 2-31 0,2-1-39 15,-3 2-34-15,0 0-27 0,-2 0-19 0,1 2-25 16,-1-1-8-16,0 2-8 0,0 0-5 0,-1 0-7 15,-2 2-7-15,2-1 3 0,-1 1-9 0,-1 0-6 16,-1 0-2-16,3 1-2 0,-2 0 1 0,0 0-4 16,-1 0-3-16,2-1 4 0,-1 3-2 15,0-4-3-15,2 0-2 0,-2 2 0 0,3-3-1 16,-1 2-2-16,1-4 0 0,0 2 4 0,-1-1 2 16,3-1-2-16,0-1 1 0,1 2-2 0,-1-3 1 15,1 2 2-15,1-3-4 0,-1 0-2 0,2-1-8 16,-1 3-6-16,1-3-14 0,0 0-27 0,-2 2-40 15,2-2-63-15,0-2-73 0,0 2-79 16,0-3-88-16,0 2-87 0,0-1-91 0,0-1-121 0,2 1-100 31,-1 0 36-31,-1-3 152 0,0 3 211 0</inkml:trace>
  <inkml:trace contextRef="#ctx0" brushRef="#br0" timeOffset="90093.48">8666 6963 184 0,'-2'3'369'0,"-1"0"165"16,1 2 48-16,1-3-127 0,-3 1-103 0,1 2-68 16,0-1-28-16,0 0-10 0,0 3-3 0,-2-2-1 15,2 2-12-15,0-1-8 0,1 1-25 0,-1-1-28 16,1-1-29-16,2 1-32 0,-3-2-25 0,3 1-26 15,0-1-22-15,0-1-17 0,0 0-12 16,0-2-5-16,2 1-3 0,-1 1-3 0,3-3 2 16,-1 1 1-1,2-2-1-15,1 1 2 0,0-3 0 16,-1 0 1-16,3-1-1 0,-2-1-3 0,3-1 1 16,-1-1-3-16,1-1-33 0,0 0-65 0,-1-3-93 15,0 2-112-15,-2 1-172 0,2 0-272 0,-2 3-165 16,-1 2 0-16,1 0 205 0,-1 2 283 15</inkml:trace>
  <inkml:trace contextRef="#ctx0" brushRef="#br0" timeOffset="90962.53">8828 8430 29 0,'0'0'264'0,"0"-2"165"0,0 2 168 15,-1 0-18-15,-1 0-68 0,2 0-48 16,-3 0-29-16,0 0-21 0,1 2-27 16,-1-2-40-16,2 1-54 0,-3-1-57 0,1 0-41 15,0 0-41-15,-2 0-33 0,2 0-28 0,-3-1-20 16,1 1-13-16,0-2-12 0,-1 2-4 0,0-2-4 15,-2 1 3-15,0 0-3 0,0 1-8 0,-2-2-4 16,1 1-2-16,0-1-7 0,0-1-7 0,0 2-2 16,0-1-1-16,-1 1-1 0,4-1-8 15,-3 0 2-15,2 0-2 0,2 2-1 0,0-2-3 16,1 1 1-16,-1 1 1 0,2 0-13 0,0 0-13 16,1 1-24-16,-1 1-50 0,3-1-87 0,-2 0-113 15,2 3-124-15,-3-3-175 0,3 2-270 0,-1 0-172 16,-1 0 28-16,2-1 248 0,0 0 319 15</inkml:trace>
  <inkml:trace contextRef="#ctx0" brushRef="#br0" timeOffset="91257.95">8607 8434 78 0,'-1'-2'304'0,"-1"1"155"0,-1-2 135 0,1 1-106 16,-1 1-131-16,1-2-67 0,-1 0-23 15,0 0-1-15,1 0 3 0,-2 0 3 0,0-1-8 16,0-1-12-16,1 3-8 0,0-4-10 0,-1 2-14 16,3 2-21-16,-1-2-27 0,-1 1-30 0,3 2-32 15,-2-2-31-15,2 3-25 0,0 0-19 0,0 0-16 16,0 0-7-16,2 0-9 0,0 0-2 0,2 4 1 16,1-2-1-16,0 1 1 0,3 0-3 0,0 2-3 0,0-3 1 15,1 3-4-15,0-2 1 0,1 0 5 16,1-1-3-1,0 2-12-15,-1-1-43 0,-1 0-75 0,2-2-117 16,-3 2-139-16,0 0-230 0,1 0-265 0,-4 0-176 0,2 3 32 0,-1-1 285 16,0 0 336-16</inkml:trace>
  <inkml:trace contextRef="#ctx0" brushRef="#br0" timeOffset="92175.21">8816 9726 140 0,'-2'-2'323'0,"-1"-5"141"16,1 2 53-16,-1 0-98 0,2 3-89 0,-3-2-50 0,1 0-23 0,0 1 2 0,0 0 14 31,0 0 17-31,0 2 0 0,1-1-6 0,1 0-6 16,-1 1-18-16,2 1-35 0,-2-1-33 16,2 1-36-16,-1 0-29 0,1 0-25 0,0 0-25 15,1 1-18-15,-1-1-16 0,2 1-12 0,0 3-8 16,-1-1-11-16,2 1-4 0,2 3-2 15,1-1-4-15,-1 4-5 0,3-1-2 0,-2 0 2 16,5 3-5-16,-3-2 3 0,0 1-1 0,3-1-1 16,0 0-3-16,-3 1 0 0,0-5 3 0,3 1-6 15,-4-1-27-15,-1 0-65 0,0-2-109 0,-1-1-124 16,-2-1-151-16,-2 0-253 0,1 1-233 0,-2-1-68 16,-2 1 175-16,1-2 305 0</inkml:trace>
  <inkml:trace contextRef="#ctx0" brushRef="#br0" timeOffset="92474.05">8779 9778 174 0,'-6'-7'319'0,"3"-2"130"0,-2 0 2 0,1 0-87 16,0-3-66-1,0 4-30-15,0-5-7 0,1 1-14 0,0 0-18 16,0 1-34-16,-1 1-8 0,3-2-10 15,-2 1-2-15,0 2 5 0,1-1 3 0,-1 1-7 0,3 0-25 16,-3 2-34-16,1-1-22 0,1 0-19 16,-1 1-7-16,2 5-2 0,-1-4-1 0,1 5-2 15,1-1-13-15,-1 0-15 0,3 4-8 0,2 1-11 16,0 3-7-16,4-1-4 16,-1 1-3-16,2 3-2 0,2 0-5 0,-1 0-1 0,1 1-2 0,0-1-38 15,-1 0-82-15,2 0-121 0,-4-3-178 0,1 1-281 16,-1-3-239-16,-3-1-101 0,-1-2 155 15,-2-1 344-15</inkml:trace>
  <inkml:trace contextRef="#ctx0" brushRef="#br0" timeOffset="93425.01">7135 9703 134 0,'0'0'390'0,"0"0"200"0,0 2 147 16,0-1-137-16,0 2-164 0,0 0-91 15,0 2-67-15,0 2-50 0,0-1-39 0,0 1-46 16,0 5-47-16,0-3-45 0,0 2-27 0,0 1-14 15,0 0-10-15,0 0-4 0,0 2-2 0,0-2 4 16,-2 1-1-16,2-2 0 0,0-1 2 0,-1-1-10 16,-2 0-38-16,1-1-65 0,1 0-81 0,-1-1-97 15,-1-1-160-15,0 1-231 0,-2-1-100 16,3 0 55-16,-1 0 184 0,0 1 218 16</inkml:trace>
  <inkml:trace contextRef="#ctx0" brushRef="#br0" timeOffset="93692.47">7061 9719 21 0,'3'-6'267'0,"-3"2"152"0,2-2 135 16,-1 2-31-16,2-2-162 0,-1 0-119 15,-1 1-74-15,2-1-38 16,-1 2-25-16,1 0-23 0,-1-2-32 0,1 4-17 15,0-3 2-15,-1 1 42 0,3 2 26 0,-1 2 37 16,1 0 51-16,-2 0 51 16,0 0 21-16,2 2-18 0,0 2-21 0,0 3-30 15,-2 0-45-15,3 2-50 0,-3 1-38 0,2 3-28 0,-2 3-13 16,0-3-17-16,1 2-31 0,-3 0-78 0,2-3-118 16,-3 0-170-16,0-4-284 0,0-1-230 0,-1-5-121 15,-1-4 133-15,-1-3 332 0</inkml:trace>
  <inkml:trace contextRef="#ctx0" brushRef="#br0" timeOffset="94674.4">5665 9855 100 0,'-9'2'262'0,"0"2"120"15,1-2 41-15,0 2-90 0,0-2-92 0,1 3-41 16,0-3-15-16,1 1-11 0,1-2-3 0,0 2 3 0,1-2 20 15,1 2 1 1,0-3-4-16,-1 2-2 0,3-2-5 0,-1 2-19 0,2-2-16 0,0 0-13 0,0 2-17 31,0-2-17-31,0 0-24 0,0 0-16 0,0 0-21 0,2-2-20 0,-2 2-14 0,1-2-5 0,1 0-2 32,1 2 0-32,0-3 1 0,3-1 2 15,1 0 0-15,-1 2 2 0,2-3-2 0,3 1 4 16,-3-2-1-16,3 2 2 0,1-1 1 0,0 1-4 15,-1-2 2-15,1-1-1 0,1 2 2 0,-2 1-4 16,0-4 3-16,-1 2 2 0,2-3-4 16,-4 7 2-16,-1-5 1 0,-1 2 2 0,0-1-20 15,-3 3-51-15,-1 0-78 0,-2 0-104 0,0 2-176 16,-3 1-272-16,-2 0-178 0,1 0-18 0,-3 0 170 16,2 0 275-16</inkml:trace>
  <inkml:trace contextRef="#ctx0" brushRef="#br0" timeOffset="94941.47">5703 9751 198 0,'3'-1'328'16,"2"-2"114"-16,2 1-15 0,-2 0-161 0,1-4-114 15,3 2-69 1,0 0-28-16,-1-1-24 0,1-1-13 16,2 0 69-16,-3 0 38 0,2 1 25 0,-2 0 9 15,1 0 3-15,-3 2 51 0,-1 0-22 0,0 1 32 16,-2 1 39-16,0 0 43 0,3 1 32 0,-4 0-25 15,1 2-30-15,-1 0-61 0,1 1-52 0,-1 2-46 16,-1 1-41-16,1 0-35 0,-1 1-16 16,1-1-16-16,-2 2-7 0,2 1-1 0,-2-1-3 0,0 0-3 15,-2-1-16-15,0 0-43 0,-1-3-88 16,0 1-120-16,-4-3-131 0,0-2-217 16,1-1-265-16,-2-3-158 0,-1-4 71 0,2-4 275 0,-1-2 307 15</inkml:trace>
  <inkml:trace contextRef="#ctx0" brushRef="#br0" timeOffset="95591.37">5565 8341 134 0,'-2'0'377'16,"1"0"206"-16,1-1 150 0,-2 1-118 0,2 0-137 15,0-2-97-15,2 2-83 0,-2 0-69 0,1 0-63 0,1 0-55 16,1 0-46-16,2 0-32 0,1 0-15 16,2 0-1-16,1-1-4 0,1 1-3 0,1-2 1 0,2 2-1 31,-2-2-4-31,3 1-2 0,0 0 5 0,0-1 1 16,-1-1 1-16,-2 2-26 0,2-2-78 0,-5 1-118 15,0 1-221-15,-2 0-248 0,-3 1-179 16,0 0-33-16,-3 0 204 0,0 0 295 0</inkml:trace>
  <inkml:trace contextRef="#ctx0" brushRef="#br0" timeOffset="95808.55">5758 8230 133 0,'8'0'272'0,"3"0"98"0,-2 2-13 16,4-1-130-16,-1 1-72 15,1 1-37-15,1 0-25 0,-2-1 23 0,-1 0 22 0,3 2 7 0,-3-2-22 0,-3 3-14 16,1-1-8-16,-1 1-14 0,-3-1-11 0,0 2-2 31,-4 0-4-31,1 0-5 0,-2 1-1 0,-3 0-49 16,-2 2-71-16,-3 0-134 0,0 0-254 0,-4 0-140 16,0 0-43-16,0-2 86 0,-1-1 175 15</inkml:trace>
  <inkml:trace contextRef="#ctx0" brushRef="#br0" timeOffset="100409.03">5655 9637 74 0,'-2'1'299'0,"1"1"155"0,-2 0 99 0,3-1-133 16,-3 0-173-16,3-1-103 15,0 0-51-15,0 0-19 0,0 0 12 0,0 0 6 0,0 0-6 16,0 0-12-16,0 0-23 0,0 0-23 0,0 0-18 16,1 0-10-16,1 0-6 0,-2 0-2 15,3 0 1-15,-2 0 1 0,1 0 3 0,1 0 53 16,0 0 45-16,2 0 26 0,0 0 8 0,-2 0 4 16,2 0 3-16,1 0-50 0,-1 0 13 0,1 0 40 15,-1 0 41-15,3 2-5 0,0-2-4 0,-2 3-6 16,2-3-51-16,-1 0-51 0,0 2-47 15,1-2-8-15,0 0-7 16,0 0-2-16,0 0 1 0,-2 3-1 0,2-3-1 0,-1 1 1 0,-1-1 0 16,1 0 1-16,0 2 0 0,-1-2 0 0,-1 0 0 15,0 1 0-15,1-1 0 0,0 0 0 0,-1 2 0 32,0-2-3-32,0 0 0 0,0 0 0 0,1 0 2 15,-2 0 2-15,1 2-1 0,0-2 0 0,0 0-1 16,1 0 0-16,2 0 1 0,-2 0-3 15,-1 0 0-15,1 0 2 0,2 0 1 0,-2 0 0 16,1 0 0-16,1 0 0 0,-2 0 0 0,2 0 0 16,-2 0 0-16,-1 0 1 0,2 0-1 0,-1 2 4 15,0-2-1-15,0 0-3 0,-1 2 1 0,0-2 1 16,0 0-2-16,1 2 0 0,-2-2 0 0,1 0 4 16,0 1-3-16,-2-1 1 15,2 1 3-15,0-1-2 0,1 2-2 0,0 0 7 0,-1-1-4 0,0 0 1 16,1-1-4-16,2 2 3 0,-2-1-1 15,-1 1-6-15,3 0 3 0,-3 0 1 0,3 0 18 16,-2-1 11-16,0 1 5 0,1-1 0 0,-1 2 3 16,0-1 1-16,1-2-17 0,-1 1-9 0,-1 1-5 31,1-2-3-31,0 1-4 0,-1-1-1 0,0 1 0 16,0-1 0-16,0 0 0 0,-1 0 0 0,2 0 0 15,-3 0 0-15,2 0 0 0,0 0 0 16,0 2 0-16,0-2-1 0,2 0 2 0,-2 0-1 0,0 0 0 15,1 0 0-15,1 0-1 0,0 0 0 16,1-2-3-16,-1 2 1 0,1 0 1 0,1-1 2 16,-3 1 0-16,2-1-2 0,-1-1 0 0,2 1 1 15,-1 1 1-15,0-2-2 0,0 2 2 0,0-1 0 16,1-1 4-16,-1 1-1 0,0-1-3 0,0 2 2 16,2-1 0-16,-2 1-2 0,1-2 2 15,-1 2-1-15,0 0 3 0,0-2-1 0,-1 2 1 0,1 0-2 16,0-1-1-16,-1 1 2 0,-1-1 0 15,2 1-2-15,-2 0-1 16,1-2 0-16,-1 2 0 0,0-1 1 0,2 1-1 0,-3 0 5 0,1-2 0 16,2 2 0-16,0-1-2 0,-2 0-1 15,2 1-2-15,-1-2-2 0,2 2 2 0,-1-2 0 0,2 2-1 32,0 0 2-32,0-1-1 0,0 1 4 0,0 0-2 15,0 0 1-15,-2 0-2 0,3 1-1 16,-2-1 1-16,1 0 1 0,-2 2-19 0,4-2 9 15,-4 2-13-15,2-2 11 0,1 0-11 0,-3 0-7 16,0 0 11-16,4 0-9 0,-4 0 31 0,2-2-21 16,1 2 6-16,-2-2 21 0,1 2-1 0,0-1 12 15,0 0-8-15,0-1 12 0,2 0 7 0,-2 0-16 16,1 0 11-16,0 0 29 0,0 1 25 0,1-1 15 16,1-2 10-1,-3 4 0-15,1 0-1 0,2-2-37 0,-2 2-32 0,1 0-16 0,-2-3-13 16,1 1 0-16,0 1-4 0,0 0-2 0,-1 1 3 15,-1-2-2-15,2 0-1 0,-3 1-2 0,3 0 0 16,-1-1 1-16,-1-1-1 0,-1 2-1 0,3-1-1 16,-1 0 2-16,-1 2-3 0,2-1-1 0,-1 0 1 31,-1-1-2-31,2 1 0 0,0 1-1 0,-1-2 2 16,1 2-1-16,0-1 3 0,-1 1 2 0,0-2 3 15,0 2 3-15,0-1 0 0,0 1 1 16,0-2-4-16,1 2 5 0,-2 0-1 0,1 0-3 15,1-1 2-15,0 1-5 0,-3 0 6 0,3-2-7 16,-2 2-4-16,1 0 1 0,1 0 1 0,0-2 2 16,-1 2-1-16,1 0 3 0,1-1-1 0,-2 1 0 0,1-1 0 15,0 1-3-15,0 0 2 0,3-2-3 16,-4 2 1-16,3 0 2 0,-1 0-1 16,1 0 1-16,1 0-1 0,0 0 1 0,2 0 1 0,-2 0 2 15,2 0 0-15,0 2-2 0,1-2 5 16,-1 2 2-16,1 0 13 0,0 0-1 0,1 1 2 15,-2 0 1-15,3 0 0 16,0 0-5-16,-3-1-10 0,4 2-2 0,-2-2-1 0,2 2-2 16,1-2-6-16,-3 2-3 0,0-2 1 0,3 0-5 0,-4 1 1 15,2-1 1-15,-3-2 2 0,1 3 4 16,1-2 2 0,-1-1 1-16,-2 0 1 0,0 0 2 15,-2 0 3-15,3 0 0 0,-5 0-3 0,3 0 2 16,-3 0-3-16,2 0-2 0,-1 2-2 0,-2-2 0 15,2 1 2-15,-4-1-5 0,0 2 5 0,0 0 0 16,0-2-2-16,-2 0-6 0,1 2-32 0,-4 0-90 16,0-2-155-16,-3 0-291 0,0 0-270 0,0 0-260 15,-1-4-143-15,-1 0 243 0,-4-3 485 0</inkml:trace>
  <inkml:trace contextRef="#ctx0" brushRef="#br0" timeOffset="102157.95">5339 8305 61 0,'0'5'262'16,"0"-1"122"-16,0 1 107 0,0 0-137 0,2-1-136 15,-1 1-92-15,2 0-57 16,-1 0-26-16,2-2-17 0,1 1-13 0,0 1-1 16,0-1-6-16,4-1 31 0,-1 1 18 0,2-2 6 15,1-1 3-15,1 2 1 0,1-3-3 0,1 2-31 16,-1-2-22-16,2 2 9 0,0-2 66 0,2-2 42 16,-2 2 21-16,2 0 8 0,-1-2 7 0,1 2-15 15,2 0-64-15,0-3-35 0,0 3-20 0,2-1-6 16,-1 0-10-16,4 1-24 0,-2-1-12 15,2 1-9-15,-1-3 0 0,3 3-1 16,0 0-1-16,1 0 135 0,-1 0 104 0,1 0 47 0,1 0 10 16,-3 3 4-16,2-2-7 0,-2 0-98 0,2 0-73 15,-4 2-41-15,2-1-19 0,0 0-12 0,-1 2-4 32,-2-1-8-32,0 1-1 0,0-2-1 0,0 0-1 15,-4 0-3-15,2 0 0 0,-2 0-3 0,1-2 1 16,1 0 2-16,-2 0 1 0,-1 0 1 15,1-2 4-15,-1 0 3 0,-1 0 2 0,1-2-2 0,0-1 1 16,-1-1 2-16,0 2-3 0,0-1 2 16,1 0-2-16,-1-1 0 0,1 0-1 0,-2 2 1 15,2-1-3-15,-1 2-1 0,1 0 3 0,-1 1-4 16,0 0 3-16,-2 2-3 0,2-2-2 0,0 1 1 16,1 1 1-16,-4 0 0 15,4 0-2-15,-2 0 1 0,0 0 4 0,0 0-2 16,0 0-3-16,0 0 0 0,0-2 1 0,0 2 1 0,0 0-2 0,-2 0 1 15,3 0 0-15,-2 2 1 0,2-2 3 16,-2 0-3-16,2 1 1 0,-2 1 3 0,2-1-2 16,-3 0-3-16,1-1-5 0,-1 0 1 0,-1 2 0 15,1-2 1-15,-2 0 0 16,1 0 0-16,-2 0 3 16,0 0-2-16,2 0 1 0,-2 0 0 0,-1-2-4 15,4 2 3-15,-2 0-2 0,0-1 1 0,3 0 0 16,1-1-2-16,2 1 5 0,-3-2 1 0,3 2 4 15,-1-1 6-15,3-1 3 0,-3 2-2 0,1-3 0 16,2 2-1-16,-3 0-2 0,1-1-5 16,1 1 2-16,-1 1-1 0,-2-2-2 15,0 3 3-15,0 0-1 0,0 0-3 0,-2 3-1 0,1-2 2 16,-3-1 0-16,1 2-2 0,0-1 1 0,-2 1-1 16,2-2 0-16,-2 3 1 0,-1-2 0 15,4 1-2-15,-4 0 0 0,3 0 0 0,0 0 0 0,2 1 0 16,0 0 0-16,-1 0-2 0,0-1 2 15,1 3 0-15,2-2-1 0,-2 0 1 16,1 2-1-16,0-3 0 0,0 3 0 0,0-2-2 0,-2 0 2 16,2 2 1-16,-2-3-2 0,1 1 0 0,1 1 2 15,-2-1 0-15,1 0-2 0,-3-2-3 0,4 1 4 32,-2-2 0-32,0 0-3 0,-2 0-1 0,2 0 2 15,-1 0-7-15,1 0 3 0,-1-2 1 16,0 2-1-16,-1-1 3 0,1 1-4 0,-1 0 7 15,-1 0-1-15,2 0-2 0,-2 0-2 0,1 0 2 16,2 0 3-16,-4 0 1 0,4 1 0 0,-4 1 1 16,1-2 4-16,2 2 0 0,-2-1-3 0,-2 0 3 15,0 1-1-15,1-2 2 0,-1 2-4 0,-1-1 3 16,-1 0 1-16,3 1-2 0,-1 0 0 0,-1-2 1 16,-1 1-2-16,3 0 0 15,-2 1-1-15,-1-2 0 0,2 1 2 0,1-1-1 0,-2 2-1 16,-1-2 2-16,2 0 0 0,0-2-1 0,-2 2 0 15,-1-1-3-15,1 1 0 0,-1 0 3 0,1-2-3 16,0 1 3-16,-1 1-1 0,0-1 1 0,0 1 0 16,0 0-2-16,1-2 4 0,-2 2-5 0,0 0 2 15,-1 0 1-15,0 0 0 16,2-2-3-16,-2 2 0 16,2 0-1-16,-1 0-1 0,-1 0 1 0,2 0 2 15,-1 0 2-15,0 0 0 0,0 0 2 16,0 0-4-16,1 0 2 0,-2 0-1 0,0 2-1 15,0-2 1-15,-1 2-1 0,1-2 1 0,0 0-1 16,-1 1 2-16,0 0-2 0,-1 1-9 0,-1-1-34 16,0 1-67-16,-1 0-93 0,-1 0-109 15,0 1-145-15,-1 0-275 0,2 2-189 16,-3-2-29-16,3-1 171 0,-1 3 275 0</inkml:trace>
  <inkml:trace contextRef="#ctx0" brushRef="#br0" timeOffset="104125.01">5348 8662 140 0,'2'-3'275'0,"-1"0"108"0,-1 0-23 0,2 0-74 16,0-1-61 0,-1 1-71-16,-1-2-40 0,0 0-31 0,2 3-30 15,-2-3-24-15,0 3-15 0,1-2 15 0,1 2 13 16,-2 0 14-16,0-1 15 0,0 2 16 0,0-1 4 16,0 2 8-16,0-2 8 0,0 2-2 0,0 0 0 15,0 0 27-15,0 2 19 0,0-2 6 0,-2 2-7 16,1-1-7-16,1 4-15 0,0-1-37 0,-2 2-17 15,2-1-9-15,0 5-5 0,-3-2-3 16,3 3 0-16,-2 1 0 0,1 1-14 0,-1 0 9 16,2 0 6-1,-1 0-2-15,1 3 0 0,-2-1 2 0,2 2-5 16,0-3-20-16,-3 1-12 0,3 1-8 16,0 0-3-16,0 0-6 0,0-1-4 0,3 0 0 15,-3 3 0-15,0-4 0 0,2 1-2 0,-2-2 1 16,1 2 1-16,-1 0 0 0,0 1-1 15,2-3 1-15,-2 2 1 0,1-2-1 0,-1 2 0 0,0 0 0 16,0 1 0-16,0-2 1 0,2 1 1 16,-2 0-1-16,0 2 4 0,0-2 3 0,0 0 2 15,0 0 1-15,0-2 22 0,0 1 20 0,0-1 4 16,0 0 3-16,0 0 1 0,0-2-3 0,0 1-18 16,0 1-17-16,0-1-9 0,0 0-3 15,-2-2-5-15,2 2-1 0,0 2-1 0,0-2-4 16,0 2 0-16,0-1-1 0,0-1 1 0,0 1 0 15,2 0-2-15,-2 0 1 0,0-1 2 0,2 0 1 16,-1-2-2-16,-1 0 0 0,0 0-2 0,2-2 5 16,-2 2-3-1,0-2 1-15,1-2-1 0,1 0 1 16,-2-2 2-16,0-1-1 0,0-1-1 0,0 2 2 16,0-3-2-16,0 1 5 0,0-1-4 0,0-1 3 15,0 0-1-15,0 0-2 0,0-1 0 0,0-1-2 16,-2-3-2-16,1 3-3 0,1-4-1 15,0 0-31-15,-2-1-65 0,2-4-95 0,-3 3-115 16,1-1-202-16,-1 0-275 0,0 0-174 0,-3 1-3 16,3-1 219-16,-2 1 308 0</inkml:trace>
  <inkml:trace contextRef="#ctx0" brushRef="#br0" timeOffset="104990.94">5048 9083 67 0,'0'0'229'16,"0"-1"111"-16,0 0 20 0,0 1-37 0,0 0-38 15,0-2-34-15,0 1-17 0,0-1-2 0,0 1-2 0,0 1 2 32,0-1-1-32,-2-1 17 0,2 0 19 0,-3 2 24 15,3-1 17-15,-3 0 3 0,1-1-12 0,1 2-25 16,-2 0-39-16,0-2-45 0,1 2-33 0,1 0-26 15,-1 2-25-15,0-2-23 0,-1 2-15 16,0-2-16-16,1 2-16 0,-1 2-13 0,0-2-11 16,1 3-5-16,-2 1-8 0,1 1-3 0,-2 2-2 15,3 1 0-15,1 1 4 0,-1 2-1 0,0-1 2 16,1-1 5-16,1 3-2 0,0-1 1 0,0-1-2 16,1-3 1-16,1 1-2 0,-2-3-3 0,3-1-1 15,-1-2-2-15,1-1-1 0,0 0 0 0,2 0 1 16,-2-3 1-16,3 0 1 0,-1-3 0 0,3 0 0 15,0-2 1-15,-2-2 2 0,2-1-1 16,0-3 2-16,1 0 0 0,-1-1 2 0,0-3 1 16,-1 0 1-16,0-1 2 0,0-3 0 0,-1 0 3 15,-1-2-2 1,0-1 2-16,-2-3 2 0,0 1 0 16,2-2-3-16,-4-3-2 0,2 4 2 0,-3-4 0 15,0 2 24-15,-1 2 13 0,-1-1 32 16,-1 4 18-16,-1 1 14 0,-1 3 5 0,2 1-8 15,-2 5 0-15,2 0-26 0,-1 3-15 0,1 2-10 0,-2 3-11 16,1-1-15-16,1 4-14 0,0-1-2 16,-1 2-8-16,1 2-5 0,2 2 0 0,-1 0-2 15,0 3-1-15,2 3 0 0,0 0 2 0,0 4 0 16,0 1-1-16,2 3-1 0,0 0 1 0,-1 2 8 16,2 5 3-16,-1-1 5 0,1 1-2 0,-1 1-2 15,3-1-1-15,1 0-11 0,-2 1-21 0,1-2-56 16,0 0-62-16,0-1-113 0,1-2-177 0,0 1-304 15,-3-1-315-15,2-2-258 0,0-4-141 16,-2 1 336-16,2-3 585 0</inkml:trace>
  <inkml:trace contextRef="#ctx0" brushRef="#br0" timeOffset="116487.11">20045 6736 23 0,'1'-1'195'0,"-1"1"110"0,0-1 44 0,0 1-12 16,-1 0-40-16,1 0-33 0,0 0-28 15,-2 1-12-15,2-1-10 0,0 0-9 0,0 0 3 0,0 0 2 0,0 0 8 0,0 0 0 31,0 0-1-31,2 0-1 0,-2 0 5 0,1 0-5 16,-1 0-13-16,2 0-7 0,-1 0-18 0,-1 0-20 16,0 0-32-16,0 0-26 0,2 1-28 15,-2-1-26-15,0 2-17 0,2-2-14 0,-1 0-12 0,-1 0-2 16,4 1-1-16,-3 1-2 0,2-1 1 16,2 2 0-16,-2 0 2 0,2-1-1 0,-1 2 8 15,3-1 14-15,-2 0 5 0,2 0 4 0,0 1 3 16,-1 0 1-16,2-2-7 0,1 0-15 0,-1 1-6 15,0-2-2-15,4 1-5 0,-3 1 1 0,2-3 3 16,-1 0 1-16,0 0 2 0,2 0-1 0,0 0 1 16,-1 0-4-16,1 0-1 15,-2 0 1-15,1 0-3 0,-1-3-1 0,2 3 2 0,-2 0-2 0,1-2 3 16,-2 2-3-16,1-1 1 0,0 1 1 16,1 0-5-16,-2 0 4 0,1 0-1 0,1 0 3 15,-2 0 0-15,1 0-1 0,-1 1-1 0,1-1-3 31,-2 2 0-31,1-2 2 0,2 3 0 0,-3-3-1 16,0 0 0-16,3 2 1 0,-3 0 1 0,0 1 1 16,0-2-2-16,-1 0 1 0,2 0 3 15,-5 2-1-15,3-3-1 0,0 2-5 0,-2 0 1 16,2-2 1-16,-1 0 1 0,-1 0-2 0,0 0 1 16,1 0 3-16,-2-2-1 0,1 2-3 0,2-2 1 15,-3 2 1-15,0 0 1 0,2 0-1 0,-3 0 1 16,0-3 1-16,0 3-1 15,0 0 0-15,2-1 2 0,-3 1-1 0,1-1-1 0,-1 1 0 16,2 0 2-16,-2 0-3 0,-1 0 0 0,1 0-1 0,-1 0 1 16,3-1-2-16,-3 1 0 0,1-3 2 0,1 3-4 15,-1 0 3-15,-1-2 4 0,3 2 3 16,-3 0-6-16,2-2 3 0,2 2 2 0,-4 0-3 16,2-3-1-16,1 1 0 15,-3 1 1-15,1 0 13 0,1-3 8 0,-1 3 4 0,1-2 1 16,-1 1-2-1,1 1 2-15,-2-2-14 0,4 1-8 0,-2 1-1 16,-2 0-5-16,3-2 1 0,-1 0-2 0,0 1 5 16,0-1-1-16,1 0-1 0,-3 0 4 15,4 0 0-15,-1-1 1 0,-1-1-5 0,-1 1 2 16,1-3-5-16,1 1 0 0,0 2 1 0,0-3-2 16,-1 1 2-16,0-2-1 0,1 1 3 0,1-1 3 15,-2 1-1-15,2 0-1 0,-2 1 1 0,1-3-2 16,-1 1 0-16,0 1-1 0,0 1-2 0,3-1 3 15,-3 0 1-15,2 1 2 0,-2-2 0 16,2 1-3-16,-1-1 2 0,0 2-4 0,1-1 2 16,-2 1-2-16,0-2 1 0,0 2 0 15,0 0 2-15,1 0-1 0,-3 0 0 0,3 0 3 0,-1 0-2 16,-2 2 4-16,2-2-2 0,-1 2 1 0,-1-2-6 16,1 1 0-16,-1-1 0 0,1 1 2 0,0-3 0 15,-1 2-3-15,1 0 4 0,-1 1-2 0,1-3-2 31,1 1-1-31,-1-2-1 0,0 1 7 0,-1 1-5 16,2-1 3-16,2 1 2 0,-4-3-3 16,1 4-3-16,1 1-1 0,-1-1 4 0,-1 0 2 15,1 1-1-15,0 1-2 0,-1-1 1 0,-1 3 1 16,2-2 0-16,-1 2-5 0,-1-1-1 0,0 1 5 16,2 0 0-16,-2 1-1 0,2-2 1 0,-2 3 1 15,0-2 3-15,1 2-4 0,-1 0 1 0,0 0 0 16,0 0 0-16,0-3 0 15,0 3 1-15,0 0 0 0,0 0-2 0,0 0-1 0,0 0-5 16,0 0 2-16,0 0-1 0,2 0 1 0,-1 0-1 16,-1 0 2-16,0 0 4 0,0 0-1 0,2 0 5 15,1 0-1-15,-2 0 1 0,-1 0-3 0,2-2-1 16,-1 2 0-16,1-1-1 0,1 1-3 0,-1-1-1 16,0-1 4-16,-1 0 0 15,2 2-2-15,-1-1 0 0,0 1 1 0,-1-1 0 16,2 1 0-16,-3 0-3 15,4 0 4-15,-4 0-3 0,2 0 1 16,0 0 4-16,0 0 1 0,-1 0 1 0,2 1-1 16,-1 0 4-16,0 1-1 0,-1 1-1 0,-1-2-4 15,3 4-2-15,-3-3 3 0,2 2 0 0,0-1 1 16,-1 1-5-16,-1 0 1 0,2 0 5 0,-1 1-3 0,1-2 1 0,-2 1-3 16,0 1 4-16,2-1 1 0,-2 1-1 0,2-1-3 15,-2 2-1-15,2 1 3 0,-2-2 0 16,2 3-2-16,-2-2 0 0,0-1 1 0,1 2-3 15,1-1 3-15,-1 1-1 0,-1-1-1 16,0 2 1-16,2-4 0 0,0 2 4 0,-1 0-5 16,-1 0 0-16,0 0 1 15,2 1 1-15,-2-4-2 0,1 2 0 16,-1 1 2-16,2-1 0 0,-2-1-1 0,2 1-3 16,-2-1 4-16,0 1-4 0,1-2-2 15,-1 1 3-15,0-1 3 0,2 1 0 0,-2 0-4 0,1-2 4 0,1 3 3 31,-2-2-3-31,0 0-3 0,2 2 1 0,-2-2 2 16,1 2 1-16,-1-3-5 0,3 2 3 0,-1-2 1 16,-2 3 4-16,1-2-4 0,-1 0-1 0,0 1 1 15,0-1-2-15,2 0 1 0,-1 0-1 0,-1 2 1 16,0-3 2-16,2 2-3 0,-2-2 4 0,2 3-3 16,-2-2 0-16,0 0-3 0,0 3 0 15,0-4 3-15,0 3-3 0,0-2 4 0,0 2-1 16,0 0 3-16,0-2-1 0,0 1 2 15,0 1-1-15,0-2-4 0,0 1-1 0,0-2 2 0,1 1-4 16,-1 0 1-16,0 0 4 0,0-2 2 0,0 2 0 16,0-1-4-16,2-1 1 0,-2 0-3 15,0 3 0-15,1-2 0 0,-1 0 2 0,0 1 1 0,0 0 0 16,0 0 0-16,0-1 1 0,0 3 0 16,2-3-3-16,-2 2 1 0,2 0 0 15,-2 0 2-15,0 0-4 0,0-2 0 0,0 1 4 0,1 0 1 16,-1-1 0-1,0 1-1-15,0 0 1 0,0-2 2 16,0 2-2-16,0 0-2 0,0 0-3 0,0 0-1 16,0 0 2-16,0 0-1 0,0 0-4 15,0 0 6-15,0 0 2 0,0 0 2 0,0 0-2 16,2-1 0-16,-2 0 0 0,0 2 0 16,0-2-2-16,0 1 1 0,0-3-1 0,0 2 1 0,0 2-2 15,0-3 1-15,0 0 1 0,0 1-3 0,2-2 3 16,-2 2 0-16,0-1 0 0,0 0 0 0,0 1 0 15,0-2 0-15,0 1 0 0,0 1 0 16,0-1 1-16,1 2 3 0,-1-1-2 0,0-1 0 16,0 1-3-16,2-1 0 0,-1 1-3 15,-1 1-1-15,0-2 2 0,3 1-1 0,-3-1 1 0,2 0 2 16,-2 1 2-16,0 0 0 0,1-1-1 0,-1-1 3 16,0 1 1-16,2 1-3 0,-2 0-1 0,1-1-4 15,-1 0 0-15,2-1 2 0,0 2 2 0,-2 0-1 16,1-1-2-16,1 2 6 0,-1 0-2 0,-1-3-1 31,2 2 0-31,0-2-1 0,-1 2 1 0,-1-2-1 0,2 3 1 0,0-2-4 0,-2 0 3 16,1-1 1-1,-1 1-1-15,0-1 1 0,2 0 1 0,-2 0 0 16,1 3-1-16,-1-3 0 0,0 0 0 0,0 0 0 16,2 0 0-16,-2 0 2 0,0 0 0 0,0 0 0 15,0 0-1-15,3 0-2 0,-3 0-2 16,0 0-1-16,1 0 3 0,-1 0 1 15,0 0 0-15,2 0 3 0,-2 0 2 0,1 2-4 16,1-2-1-16,0 0 0 0,-2 0-1 0,1 0 1 0,1 0 0 16,0 0 2-16,-1 0 0 0,-1 0 0 0,3 0 1 15,-1 0-1-15,0 2-1 0,-1-2 0 16,1 0 1-16,-1 2-1 0,1-2 0 0,1 0-1 16,-2 1 2-16,2-1-1 0,-1 1-1 15,1-1 4-15,-1 0-2 16,1 2-2-16,-1-2 0 0,1 0 10 15,0 2 59-15,0-1 27 0,2-1 11 0,-1 3 5 16,0-3 1-16,-1 1-7 0,0-1-47 0,0 2-28 16,2-2-11-16,-2 1-8 0,3-1-5 0,-2 0-7 15,-1 2-1-15,0-2 2 0,0 1-1 0,0-1 2 16,1 2 3-16,-1-1 1 16,0-1-2-16,0 2-2 0,2-2 3 0,-4 0-5 15,2 1 1-15,2 1 0 0,-3-2 0 0,1 0-1 0,-1 1 0 16,1-1 2-16,-1 2-2 0,1-2-1 0,-2 1 2 15,4 1 2-15,-1-2-3 0,-2 1-3 0,1-1 6 16,0 1-3-16,1-1 2 0,1 2-2 16,-4-2 1-16,4 0 1 0,1 2-2 0,-1-1 0 15,-2 0 3-15,2-1 1 0,0 2-1 16,-1 0 3-16,2-1-1 0,-3 0-1 0,2 1-4 0,0 0 0 16,0-1-1-1,-2 0 0-15,2 1 1 0,1 1-3 0,-3-3 4 0,4 0-1 0,-4 2 0 0,2-2 4 31,-2 2-4-31,2-2 5 0,-3 3-3 0,3-3-1 16,-2 1 1-16,2-1 0 0,-2 0-2 0,1 1-2 16,0-1 4-16,0 1 1 0,2-1-1 0,-5 0-2 15,2 0 3-15,1 0 2 0,-1 0-3 0,-2 3 0 16,3-3 0-16,-3 0 0 0,3 0-5 16,-4 0-2-16,1 0 0 0,-1 0-9 0,0 0-57 15,0 0-86-15,-1 0-188 0,-4 0-285 0,-2 0-301 16,1 2-337-16,-5-2-188 0,5 2 212 15,-6-2 666-15</inkml:trace>
  <inkml:trace contextRef="#ctx0" brushRef="#br2" timeOffset="131240.85">5269 11831 107 0,'0'1'222'0,"-1"-1"58"15,1 0-20-15,0 0-49 16,0 0-54-16,0 0-26 0,0 0-16 0,1 0-13 16,-1 0-11-16,0 0-10 0,2 0-9 0,-2 0-5 15,0 0-8-15,0 0 4 0,0 0 0 0,0 0 3 16,0 0 5-16,0 0 5 0,0 0 12 15,0 0 6-15,0 0 14 0,0 1 10 0,0-1 9 0,0 0 1 16,0 0-2-16,0 0-5 0,0 0-10 16,0 0-14-16,0 0-13 0,0 0-13 0,0 0-12 15,0 0-14-15,0 0-10 0,0 0-12 0,0 0-7 16,0 0-8-16,0 0-6 0,0 0-4 0,2 0-3 31,-2 0-5-31,0 0 1 0,1-1-1 0,-1 1 3 16,2-1 1-16,-1-2 4 0,1 1 0 0,2 2 4 15,1-4-2-15,-2 3 0 0,-1-2-2 16,1 0 2-16,2 0 0 0,-2 0 0 0,-1 2 2 16,1-2-2-16,3 1 5 0,-3-1 0 0,0 1-2 15,-1 0 4-15,1 0-4 0,-1-1-1 0,-1 1 4 16,1 0 1-16,1-1 1 0,-1 2-3 0,-2-3 3 16,1 3 0-16,1-2 16 0,-2 1 12 0,0-1 1 15,0 2-37-15,0-1-50 0,0 2-59 16,0-1-97-16,-2 1-88 0,1 1-147 0,-1 1-189 15,-1-1-67-15,0 2 63 0,0 0 164 0,-1 0 175 16</inkml:trace>
  <inkml:trace contextRef="#ctx0" brushRef="#br2" timeOffset="131473.26">5323 11758 76 0,'3'-1'249'0,"-1"0"107"0,1-2 55 15,-1 1-114-15,-1 2-120 0,1 0-65 0,1-2-41 16,-1 2-3-16,-1 0-3 0,2-2-6 16,-1 2-4-16,1-1 18 0,-2 1 5 0,3-1-13 0,-3 1-4 15,1 0 7-15,1 0 11 0,-1 0-3 0,-1 1-7 16,1 0-2-16,1 1-7 0,-1 0-11 16,-1 0-13-16,2 2-13 0,-1-2-10 0,-1 1-6 0,-1 2-24 15,2 0-15-15,-2-1-54 0,0 1-115 0,0 1-236 16,-2-2-129-16,2-1-5 0,0 0 77 0,0-2 162 15</inkml:trace>
  <inkml:trace contextRef="#ctx0" brushRef="#br2" timeOffset="133823.32">5255 11880 70 0,'0'0'262'0,"0"0"126"0,1 1 90 0,-1-1-114 16,2 0-114-16,-2 0-64 0,0 0-27 0,0 0-8 0,0 0 0 15,0-1 1-15,0 1-5 0,0 0-9 0,0 0 7 16,0 0 16-16,0 0 8 0,0 0-3 16,0 0-11-16,0 0-16 0,0 0-29 0,0 0-40 15,2 0-30-15,-1 0-18 0,-1 0-13 0,2 1-6 16,-2-1-1-16,5 3 1 0,-2-1-2 0,2 1 1 15,0-2 1-15,2 2 0 0,-2-1 2 0,3 0-4 16,0 0 4-16,0 0 18 0,0 0 10 0,1 1 6 16,-1-2 4-16,1 0 1 0,1-1-3 15,-2 1-17-15,3-1-11 0,-3 3-5 0,0-3 37 16,3 0 24 0,-3 0 15-16,0 2 5 0,0-2 2 0,1 2 0 15,-1-2-37-15,0 0-25 0,0 0-15 16,1 3-4-16,1-2-2 0,-2 1-1 0,1-1 2 15,1-1 0-15,-1 2 0 0,2-1-2 0,0-1 2 16,-1 2-4-16,2-2 0 0,-1 0 0 16,1 1 0-16,0 1 2 0,1 0-3 0,-1-1 1 0,1-1 4 15,0 3-1-15,-1-1 1 0,1-1 23 16,1 2 23-16,-3-2 13 0,2 2 3 0,0-2 2 16,-2 2 1-16,3 1-21 0,-3-3-24 0,0 2-12 15,0-1-8-15,0-1-5 0,-1 1 0 0,-1-1-3 16,1 0 6-16,-2 1 7 0,1 0 7 0,1-2 4 15,-1 1-4-15,0 0 2 0,-1-1 1 0,2 0-8 16,-2 2-7-16,3-2-6 0,-3 0 3 16,1 2-2-16,2-2-2 0,-3 0-1 0,2 2-1 15,-1 1 0-15,1-2 0 0,-1 0 1 0,-1 0-1 16,3-1 2 0,-3 3 1-16,2-3-2 0,-1 2-1 15,-1 0-1-15,0-2 0 0,0 0-3 0,0 0 3 16,-2 0 1-16,2 0 2 0,0 0 2 0,0 0 7 15,0 0 6-15,1-4 4 0,2 4-2 16,-3-3 2-16,3 1 2 0,0-4-5 0,2 4-6 16,-2-1-5-16,0 0-1 0,2 0-3 0,-2 0-1 15,1 0-2-15,0 2-2 0,0-2-1 0,-1 1-1 0,-1 0 1 16,2-1-1-16,-1 3 1 0,-1-1 1 16,2 0 1-16,0-1 0 0,0 2 1 0,-2-1 37 15,-1-1 19-15,1 1 10 0,2 0 7 0,-2 1 8 16,2 0-3-16,-2-2-33 0,1 2-16 15,1 0-7-15,-2 0-5 0,3 0 22 0,-1 2 15 16,1-2 11-16,1 2 0 0,-1 0-1 0,1-1-2 16,-1 1-25-16,0 0-14 0,1 0-10 0,-1 1-4 15,-1-1-3-15,2 1-1 0,0 0-2 0,-2-2 0 16,0 2 1 0,2-2-1-16,-2 3 1 0,0-2-3 15,1 0 3-15,-2 0-1 0,1 0-3 0,0 1 0 16,0-1 3-16,-2-2 1 0,-1 1-4 0,4 2 0 15,-4-3 4-15,1 0-2 0,2 2 0 16,-2 0 0-16,0-2 0 0,0 0 2 0,2 0-3 16,-3 0-1-16,2 3-2 0,0-3 0 0,-1 1-1 15,2 1-1-15,-2-1 2 0,0-1 5 0,0 2 1 16,1-1-1-16,-1 1 1 0,2-2 1 0,0 1-3 16,-1 1-3-16,1 1 0 0,0-2-2 0,0 1 3 15,1 0-2-15,-2-1 2 0,3 0 0 0,-1 2 0 16,1-1 5-16,-1-1-2 0,1 0-1 15,-3 2 2-15,3-1-1 0,0 0 2 0,-2-1-2 0,1 1-1 16,0-1 1-16,1 2-2 0,-1-1 1 16,0-1 0-1,-1 0 0-15,1 1 0 0,1 0 0 0,-3-1 2 0,1 0-2 0,0-1 0 0,-1 2-1 16,2 0 1 0,-4-1-1-16,3-1-2 0,-2 1 4 15,0 2-1-15,1-2 1 0,0 0-1 0,0-1 0 16,-1 0 0-16,1 1 0 0,-2-1 0 0,1 3 3 15,1-3 2-15,-2 2-1 0,1 0 1 16,2-2-3-16,-4 0 1 0,2 3-3 0,1-2 0 0,-2 1 2 16,1-1-2-16,2 1 0 0,0 0 2 15,-1-1 1-15,-1-1 1 0,2 1-3 0,-1 1 1 16,1 0 1-16,0-1-4 0,0-1 1 0,-1 1-2 16,-1-1 0-16,2 2 0 0,1-2 4 0,-2 2-1 15,3-2 0-15,-1 1 4 0,1-1 0 0,-3 1-3 16,3-1 1-16,-1 0 1 0,3 2-2 15,-2-2 0-15,-1 1 2 0,3-1 1 0,-2 0 0 0,0 0-1 16,1 0 1-16,0 0 0 0,0 0-4 0,0 0 1 16,-2 0-4-16,2 0 1 0,0 0-1 15,-1-1 2-15,0 1-1 0,0-2 0 0,-1 2 0 16,0-1 3 0,1 0 1-16,-1-1 0 0,1 2 1 15,-3-3-2-15,3 3 2 0,-3-1-2 0,2-1-1 16,-1 0 2-16,0 1 0 0,-1 1 2 0,1-1 1 15,1 1 0-15,0 0 1 0,-1 0-3 0,2 0 0 16,-1 0-2-16,-2 0-1 0,5 0 0 0,-3 1-1 16,2-1-1-16,-2 0 0 0,3 1 1 0,-2-1 0 15,2 0-1-15,0 0 1 0,1 0 0 16,-1 0 2-16,1 0 1 0,-1 0-1 0,3 0 3 0,-3-1 1 16,1 1 1-16,2 0 0 0,-3-1-2 15,3 1-1-15,-1 0 0 0,-1 0 0 0,3 0 0 16,-4 0 0-16,3 0 1 0,-1 0 0 0,2 0-1 15,-4 0 0-15,3 0-3 0,1 0-1 0,-2 0-2 16,1 1 0-16,1-1-3 0,-2 0 1 0,2 0 1 16,-2 0 2-16,-1 0-1 0,2 0 1 0,-5-1-1 15,1-1-5-15,-3 0-12 0,-2-1-33 16,-4 2-71 0,0-2-74-16,-6-4-151 0,-4 4-203 0,-2-4-311 15,-6-1-308-15,-5 0-204 0,-4-6-18 0,-7-2 501 16,-4-3 506-16</inkml:trace>
  <inkml:trace contextRef="#ctx0" brushRef="#br2" timeOffset="135889.32">5671 9685 148 0,'0'2'370'0,"0"-1"160"0,0 1 106 15,0-2-222-15,0 1-181 0,0-1-63 0,0 0-20 16,0 0 4 0,0 0 17-16,2 0 32 0,-1 0 3 15,-1 0-39-15,0 0-35 0,0 0-34 0,2 0-23 16,-2 0-21-16,0 0-13 0,1 0-8 0,-1 0-12 15,2 0-3-15,0 0-31 0,2 0-15 16,-1 2-8-16,2-2-3 0,0 1-3 0,1-1 0 16,-1 2 20-16,4-2 12 0,-2 1 8 0,-1 1 4 15,2-1 3-15,1 0 5 0,-1-1 1 0,0 0 0 16,3 2 0-16,-1-2 31 0,1 0 36 0,1 0 15 16,-2 0 9-16,3 2 4 0,1-2 1 15,-3 1-29-15,3-1-37 0,0 0-16 0,-2 1-11 16,2-1-4-16,-2 2-5 0,2-2-3 0,-2 0 1 15,0 0-1-15,1 0 3 0,0 0 1 0,-1 0 1 16,1-2 3-16,1 2 0 0,-1-1 17 0,0 1 9 16,1-1 2-1,-2-1 1-15,2 0 3 0,1 1-1 0,0-2-15 0,-2 2-12 0,3-1-5 0,-3-1 3 32,2 2-3-32,-2-1-1 0,0-1 1 0,3 1 38 15,-2 1 23-15,0 0 12 0,0-1 1 0,0 1 5 16,-1-1-6-16,1 1-33 0,-1 0-22 0,1 1-14 15,-1-2 0-15,-2 2-7 0,3-2 2 16,-3 2-2-16,3 0-1 0,-2 2 1 0,-1-2-4 16,3 2 2-16,-3-2-2 0,1 1 2 0,0 0-2 15,-1-1-1-15,1 2 3 0,-2-1-1 0,1 1-2 16,1-2-1-16,-2 1 0 0,1 0-1 0,0 1-1 16,0-2 2-16,2 2 0 0,-2-1 2 0,-1-1-1 15,2 0 2-15,-1 0-2 0,-1 0 0 16,2 0 0-16,-1 0 0 0,-1-1 3 0,2-1 0 15,1 2-2-15,-2-2 4 0,2 1 0 0,-3 0 1 16,2-1 1-16,-3 1 12 0,3 1 6 0,-2-2 2 16,0 2 3-16,0-1 0 0,0 1-3 0,2-1-10 15,-3 1-8 1,2-2-4-16,0 0-4 0,-1 2-2 16,2 0 1-16,1-1-3 0,0 1 2 0,-2 0 4 15,2 0-3-15,-1 0 0 0,1 1 1 0,1-1-1 16,-3 2-1-16,2 0-1 0,-1-1 1 15,1 0-2-15,-2 1 4 0,2-1 0 0,-2 1-2 16,3 0 11-16,-3 0 7 0,3 1 4 0,-3 0-4 16,2 0 2-16,1-1 3 0,-1 1-8 0,1-1-12 15,-3 0-4-15,3 1 0 0,-1-2-1 0,0 1-1 16,1 0 0-16,-1-1 4 0,-1 0 0 0,1 1 0 16,1 0-1-16,0-2 0 0,2 1 0 0,-3-1 2 15,4 0 6-15,-4 0 0 0,3 0-2 16,1 0 1-16,-1 0 1 0,0 0-3 0,1-1-4 15,-1 1 1-15,1 0-1 0,1 0 0 0,-1 0-1 16,-1-2-1-16,1 2 2 0,1 0-2 0,-1 0 4 16,2 0-4-1,-3 0 0-15,1 0 4 0,-1 0-1 0,3 0-2 0,-3 2 0 0,1-2 3 16,-1 0-2-16,3 1-2 0,-2 0 51 0,-1-1 35 0,1 5 15 31,1-5 5-31,-1 2 3 0,-2 2 2 0,2-2-46 16,-1 3-30-16,0-1-11 0,0-2-8 15,-1 0-6-15,0 2-6 0,0 0 1 0,-2-1 1 16,1-1-5-16,-1 2 3 0,1-1-1 0,0-2-1 16,-2 2 1-16,3-1 0 0,-2-1 4 0,1 1-3 15,-3-2 0-15,3 1 3 0,-3-1-1 0,2 1 1 16,1-1-4-16,-1 0 4 0,1 0 3 16,-1 0 1-16,2 0 1 0,0 0 1 0,1 0 1 15,-2-1-1-15,0 1 0 0,0-1 1 0,2 1-5 16,-3 0 0-16,1 0-3 0,0 0 0 0,1-2-4 15,-3 2-1-15,1-1 5 0,1 1 0 0,0 0 0 16,0-2-1-16,-1 2 2 0,0 0 1 0,3-1-6 16,-2-1-1-16,2 1 0 0,-2-1 0 0,2 2-1 15,-2-1-1-15,2-1 3 0,-2 0 1 0,2 2-1 16,-2 0 3-16,0 0-1 0,-1 0-1 0,-1 2-1 31,1 0 3-31,-3-1-1 0,2 1-3 0,-4-1 1 16,2 1 1-16,-1 1-1 0,-3-2 1 15,-1 1 2-15,0-1-3 0,0 2-4 0,-3 0-33 0,-1 0-55 16,1 0-63-16,-4-2-136 0,1 4-199 16,-1-2-306-16,-1 0-275 0,-2-1-224 0,3 2-52 15,-3-1 436-15,4 1 516 0</inkml:trace>
  <inkml:trace contextRef="#ctx0" brushRef="#br2" timeOffset="137040.74">9949 9850 142 0,'-1'-4'310'0,"-1"-1"138"0,1 2 24 0,-1 0-74 0,2 0-68 16,-2 0-27-16,2 2-4 15,-1-1 22-15,1 1 28 0,0 1 11 0,1-1-8 16,-1 1-26-16,0 1-39 0,-1 0-41 0,1 1-41 15,-2-1-40-15,2 2-32 0,-1 0-18 0,-1 2-6 16,0 1 6-16,2-1 16 0,-4 1 23 0,4 4 8 16,-2-1-2-1,2-1-11-15,-3 5-18 0,3-1-32 0,-1 0-28 0,-1 3-17 0,0 0-9 16,2 2-10 0,-1 0-4-16,1 1-3 0,-2 3 0 15,2-2-5-15,-1 1-2 0,1 1 0 0,-2 2-3 16,2 1-1-16,0 0 0 0,-2 1 1 0,2 1 1 15,0 0-1-15,-1 1-1 0,1 2 0 0,-2 0-4 16,2-2-3-16,-3 1-3 0,3-1-1 16,-2 0 0-16,2-2 0 0,0 0 1 0,-4 0 0 15,4-1 0-15,-2 0 2 0,2-3 1 0,-1 2 1 0,-1-1-1 16,1 0 1-16,-1 0 0 0,2 0-1 0,-2 0-2 16,-1 1 2-16,3 1-2 0,-3 0-1 15,3 1 0-15,-2-2 0 0,1 1 0 0,-1 0-2 16,0 0 0-16,2-1 0 15,-1 1 4-15,-1-1 1 0,2 0-1 0,-1-1 0 0,-2 0 1 0,1-2-1 16,2 0-2-16,-1 0-1 0,-1-2 0 0,1 1-2 16,-1-3 1-16,2 2 0 0,-2-2-1 15,-1-1 0-15,2 1-1 0,-1-3 0 0,-1 2-2 0,1 1 0 32,0-1-1-32,-1 1-1 0,-1 1 1 15,2 0 0-15,-1 0 0 0,0 1 1 0,1 1 0 0,-1-2 2 16,1 2-1-16,1-4-1 0,-1 2 1 15,-1 0 0-15,1-1 0 0,1 0 0 0,-1-2 0 16,2 0 0-16,-3 0 0 0,3-2-1 0,0-2-1 16,-3 1 0-16,3-2 0 0,-1-1-1 0,-1 0 1 15,2-1-1-15,0 0 0 0,-1-1 0 0,1 1 1 16,0-1 0-16,0-2-1 0,0 1 1 16,0-1-1-16,0 0 0 0,0-2 0 0,0 0-1 15,-2-1 2-15,2-1 0 0,0 2 0 0,0-2 0 16,0 1-1-16,-2-1-1 0,2 0-4 0,0 0-4 15,-1 0-8-15,1 0-10 0,-2-1-14 0,2 1-24 16,-2-2-44-16,2 2-58 0,-3-1-55 0,0-1-108 16,1 0-157-16,-2 2-237 15,-1-2-259-15,0 0-212 0,1 2-147 0,-3 0 243 0,1 0 499 0</inkml:trace>
  <inkml:trace contextRef="#ctx0" brushRef="#br2" timeOffset="137340.65">9575 11742 449 0,'4'-2'936'0,"-2"2"267"16,1-1-48-16,-1 1-321 0,-1 0-326 16,3 0-211-16,0 1-67 0,1 2-7 0,1 1-7 0,2 2-6 15,0 3-12-15,3-1-18 0,0 5-49 0,3-2-45 16,-1 3-25-16,0 0-19 15,1 1-14-15,2 1-10 0,0 0-5 0,0-2-4 0,1-1-5 0,-3 0-1 16,2-2-3-16,-5-3 0 0,3-2-3 0,-3-3 2 16,-1-1 0-16,-3-4 1 0,0-2-3 0,-2-6-2 15,-2-1-12-15,-1-6-29 0,-1-5-42 0,-1 0-47 16,-1-5-37-16,-1-3-49 0,-3-2-81 16,2-4-94-1,-2 1-89-15,3-5-112 0,-1 1-210 16,2 0-212-16,1-1-39 0,0 0 196 0,1-2 315 15</inkml:trace>
  <inkml:trace contextRef="#ctx0" brushRef="#br2" timeOffset="137890.74">9896 9884 154 0,'-3'5'360'0,"1"0"161"16,0-2 80-16,-1 0-154 0,3-2-143 0,-3 2-88 15,3-1-48-15,0-2-6 0,0 0 26 0,3-2 36 0,-1-1 24 16,1 1 20-16,0-4 5 0,2 0-16 0,4-5-28 16,-2 2-31-16,-1-3-24 0,2 1-31 0,1-2-26 15,-1 1-19-15,2 0-18 0,-1-1-22 0,2 1-22 16,-3 1-11-16,3 0-8 0,-1 4-4 0,-1-1-5 31,-1 4-1-31,3 0 4 0,-3 0 3 0,0 4 2 16,3 2 0-16,-3 0 1 0,0 6-1 15,-2 0-6-15,2 2-5 0,-2 3-6 0,-1 4-17 0,-2 2-56 16,-1 1-131-16,-2 3-180 0,-2 2-287 16,1 4-265-16,-1-1-221 0,2 4 5 0,0 0 388 0</inkml:trace>
  <inkml:trace contextRef="#ctx0" brushRef="#br2" timeOffset="138540.82">10558 10821 44 0,'3'-14'367'16,"-1"2"313"-1,-4 4 308-15,-1-1 20 0,-2 5-199 0,-2-1-164 0,-1 4-84 0,-2 1-76 16,0 3-94-16,-2 0-75 0,1 4-51 0,-5-1-42 16,3 6-60-16,-1-2-40 0,0 3-25 0,-2 2-17 15,3 1-13-15,2 3-14 0,1 2-11 16,1 0-13-16,3 4-9 0,3 1-7 0,0-1-5 0,3 1-5 31,1-1-2-31,2-1-2 0,2-2-1 0,0-5-1 16,3-2-1-16,1-3-2 0,-1-4 2 15,2-5-1-15,2-8 1 0,-2-7 1 0,0-7 1 16,2-11 0-16,-2-5 2 0,-1-10-1 0,0-6 0 16,1-4 0-16,-2-4 2 0,-2 2-1 0,2-5 1 15,-5 6-1-15,0 1 3 0,-1 5-1 0,-2 5-2 16,0 6 3-16,-2 6-1 0,-1 6 1 0,0 6 1 16,-1 4 0-16,0 8 0 0,-2 5-3 15,3 5 0-15,-2 8-2 0,2 6-1 0,-1 5-1 0,1 8 0 16,2 5 0-16,-2 4 0 0,3 2 1 15,0 4 0-15,4 2-1 0,-2 3 1 0,1 2 1 16,2-3-7-16,0 0-16 0,1-6-38 0,1-1-72 16,2-6-86-16,-1-8-159 15,0-5-265-15,1-7-312 0,-1-5-317 0,0-6-194 0,-3-8 106 0,0-6 590 16</inkml:trace>
  <inkml:trace contextRef="#ctx0" brushRef="#br2" timeOffset="144728.24">18891 6981 189 0,'0'1'297'0,"1"1"93"0,-1-2-66 0,0 0-106 16,3 1-90-16,-1-1-58 0,-2 0-37 15,0 1-19-15,0-1-12 0,1 2-4 0,1-2 0 0,-1 0 0 16,1 0 2-16,0 0 2 0,-2 0 0 15,1 0-2-15,1 0 0 0,-1 0-2 0,-1 0 2 16,2 0-2-16,-2 0 0 0,2 0 2 0,-1 0 0 16,-1 0 2-16,2 2 0 0,0-2 0 0,-2 1 6 15,1-1-1 1,1 0 5-16,-1 1 0 0,-1-1 0 0,2 0 3 0,1 2 1 0,-3-2 3 16,0 2 11-16,1-2 7 0,-1 0 10 0,0 1 4 31,2-1 10-31,-2 0 2 0,1 0 6 0,-1 0 5 15,0 0 1-15,0 0 5 0,0 0 9 0,0 0-5 16,0 0 3-16,0 0-6 0,0 0-7 0,0 0-11 16,0 0-14-16,0 0-8 0,2 0-14 0,-2 0-12 15,0 0-4-15,0 0-5 0,0 0-3 16,0 0-3-16,2 0 0 0,-2 0 0 0,0 0 0 16,0 0 0-16,1 0 0 0,-1 0 2 0,0 0-2 15,0 0 0-15,0 0-2 0,0 0 2 0,2 0 2 16,0 0 0-16,-1 2 3 0,1-2 12 0,-1 0 41 15,3 1 22-15,-3 1 10 0,2-2 4 0,2 1 1 16,-2-1-4-16,0 1-40 0,0-1-24 16,1 2-12-16,0-2-10 0,0 3-7 0,-1-3 0 0,0 2-1 15,4-2 1-15,-3 2 1 0,1-2 1 16,-1 3 3-16,0-2-1 0,0 0-2 0,2 0-2 16,-2 2 0-16,-1-3 1 0,0 0 1 0,0 2-4 15,0 0 4 1,1 0 0-16,-3-2 0 0,2 0 0 15,-1 1-3-15,1-1 1 0,2 0 2 0,-4 0-1 16,2 0 1-16,-1 0-4 0,1-1 4 0,0 1 2 16,-1-2 3-16,1 0 0 0,-1 0 2 0,1 2 1 15,0-3 2-15,2 1 0 0,-2-2 2 16,2 2-1-16,-1-3 1 0,0 1-2 0,1 1 0 0,-1-2-2 16,2 1-1-16,-1-1 2 0,0 1-4 15,-2-2-1-15,2 1-1 0,0 1 0 0,1 1-3 16,-3-1 2-16,0-1 1 0,2 0 2 0,-2 0 0 15,0 3 1-15,1-4 4 0,-3 4-5 0,2-3 2 16,-1 3-4-16,1-3 3 0,-2 2 1 0,2 0 4 16,-1 0 9-16,-2 0 4 0,2 2 3 0,-1-2-2 15,3 0 2 1,-3 0-8-16,1 0-6 0,-1-2-5 0,3 2-5 0,-3-1-2 0,2 1-1 16,-1 0-3-16,2-2 3 0,-2 3 2 0,1-3 1 31,0 1-3-31,-1 2 3 0,1-3 2 0,-1 2 1 15,-1 2-3-15,1-3-1 0,0 2 4 0,-1-2 0 16,2 3-3-16,-3 0 0 0,2-1 1 0,0 0 2 16,-2 1-5-16,1 1-4 0,-1 0 9 0,0 0-2 15,3 0-4-15,-1-1-2 0,-2 1 0 16,1 0 2-16,-1 0-3 0,2 0 0 0,-1-2 3 0,1 2 2 16,0-1-2-16,-2 1 1 0,1 0-1 15,1-2 0-15,-1 2 0 0,-1-1 0 0,2 1 0 16,0 0 0-16,-1 0 0 0,-1 0-1 0,4 0 2 15,-4 0-1-15,0 0 0 0,0 0 0 0,1 0 2 16,-1 0 1-16,0 0-3 0,2 0 0 16,-1 0 3-16,-1 1 0 0,3-1 2 0,-1 2 1 0,-2-1 2 15,1 1 1-15,1-2-3 0,-1 1 3 16,-1 0 1-16,2 1 0 0,-2 1 1 0,2-2 1 16,-2 1 14-16,1 1 10 0,-1-2 6 0,2 3 1 15,-1-3 3 1,-1 2 2-16,0 0 3 0,0-1 1 15,2 3 1-15,-2-2 0 0,0 0 0 0,2 1-4 16,-1 0-10-16,-1 0-9 0,0 0-5 16,0-1-5-16,2 0-2 0,0 1-2 0,-2-1-4 0,0 0-2 15,1 2 1-15,-1-1-2 0,0-1-3 16,0 2 1-16,2-3-1 0,-2 3-1 0,1 1 0 0,-1-4-1 16,0 0 0-16,3 3 0 0,-3-1 0 0,2-2-2 0,-2 3 1 15,0-2 2-15,1 0 0 0,-1 1 0 16,2-1 3-16,-2 2 24 0,1-2 20 15,-1 0 16-15,0 1 10 0,2-1-1 0,-2 0 1 16,0 0-21-16,2 0-22 0,-2 0-12 0,1 0-10 16,-1 0-4-16,0 0-3 0,3 0 0 15,-3-1-2-15,2 3 0 16,-2-3-2-16,2 2-2 0,-1-2 0 16,1 2 1-16,0-2 1 0,-2 0-1 0,1 1 0 0,1 0 3 0,-1-2-1 0,4 1-4 15,-5-1-1 1,1 2 2-16,2-1 1 0,-3 0 0 15,2-2-1-15,0 1 2 0,-1 0-2 0,3 1 0 16,-3-1-2-16,1 1 2 0,1-2 1 16,0 1-1-16,0 1 1 0,3-2 1 0,-1 0-2 0,2 1 0 0,1-1 3 15,-2 0-1-15,5 0 0 16,-2-1-2-16,3-2 1 0,0 0 0 0,-1-1-2 16,3-3 0-16,-3 3 0 0,2-4-5 0,0 2-48 15,-4 0-119-15,-1-1-206 0,-2 5-280 0,-1-3-256 16,-3 5-228-16,-2 0 15 0,-2 2 382 0</inkml:trace>
  <inkml:trace contextRef="#ctx0" brushRef="#br3" timeOffset="159900.65">3421 6340 42 0,'0'0'251'0,"0"0"132"0,0 0 117 16,0 0-81-16,0 0-104 0,0 2-66 0,-2-2-11 15,1 0 14-15,-1 0 23 0,-1 1 26 0,0-1-4 0,1 0-12 16,-1 0-22-16,-1 0-32 0,0 0-16 0,1 0-26 16,0 0-18-16,0 0-24 0,-2 0-20 0,2 0-21 15,-2 0-37-15,1 0-22 0,-1 1-16 0,3-1-13 16,-3 0-7-16,2 0-6 0,-2 0 0 0,2 0-4 15,-2 0-1-15,-1 3-9 0,2-3-30 0,-3 0-80 16,2 0-98-16,-3 0-118 0,-1 2-138 0,1 2-233 16,0-2-221-16,-1 3-42 0,1 1 149 0,-2-2 276 31</inkml:trace>
  <inkml:trace contextRef="#ctx0" brushRef="#br3" timeOffset="160136.14">3151 6489 173 0,'0'3'373'16,"0"-3"168"-16,1 1 62 0,-1-1-122 15,0 1-116-15,0-1-90 0,0 0-63 0,0 3-42 16,-1-3-39-16,1 0-38 0,-2 2-34 0,2 2-29 16,-3-2-16-16,3 3-5 0,-2-1-9 0,1 2-2 15,-1-1-2-15,2 1 1 0,-1-1 0 0,-1 1-19 0,0 2-38 16,2-2-50-16,-1 2-54 0,-1 0-62 15,0-2-68-15,2 0-47 0,-1-1-93 0,1 3-94 16,-2-2 19 0,2 0 95-16,-1 0 126 0</inkml:trace>
  <inkml:trace contextRef="#ctx0" brushRef="#br3" timeOffset="160317.42">3143 6681 92 0,'3'4'239'0,"0"-1"100"16,0 1 3-16,1 0-91 0,-2 0-56 0,2 0-45 15,-1 1-27-15,0-3-15 0,0 4-10 0,-1-4-15 16,1 3-14-16,0-1-16 0,0-2-20 0,2 3-10 0,0-2-7 16,-2-2-4-16,2 2-6 0,-1 0-1 15,1 0 1-15,0-1 0 0,1-2 0 0,-1 1-8 0,0-1-25 16,-1 0-38-16,1 0-37 0,0-1-138 0,-2 1-173 16,2 0-54-16,-4 0 41 0,2 0 102 15</inkml:trace>
  <inkml:trace contextRef="#ctx0" brushRef="#br3" timeOffset="160499.63">3336 6834 87 0,'6'2'202'0,"-3"2"76"0,2-2-41 16,0 0-45-16,-2 0-23 0,3-2-11 0,-1 0-16 15,1 0-8-15,0-4-23 0,-1 3-51 0,0-2-34 0,0-1-30 16,1-2-22-16,2 1-9 0,-2-2-4 0,2 1 23 15,0-3 9-15,0 1-7 0,0-1-19 16,0 2-27-16,0-1-46 0,-1 0-68 0,0 1-103 0,1 1-53 16,-2-1 27-16,0 1 65 0</inkml:trace>
  <inkml:trace contextRef="#ctx0" brushRef="#br3" timeOffset="160783.13">3581 6601 159 0,'3'-9'277'0,"0"-1"103"0,2 0-42 15,-2-1-82-15,0 2-62 0,0-2-39 0,-1 1-28 16,3-2-13 0,-2 2-16-16,0-2-9 0,-1 1-7 15,2 2 0-15,-1-1 7 0,-3 2 18 0,2 2 31 0,-2-2 44 16,0 4 38-16,0-2 29 0,0 3 18 0,-2-1-5 15,2 0-23-15,-3 2-39 0,0-2-43 0,0 1-41 16,-2-1-35-16,0 4-35 0,1-2-24 0,-3-1-24 16,0 3-43-16,0-2-62 0,-1 2-84 0,0 2-92 15,-1-2-124-15,-1 3-215 0,2-1-180 0,0 1-38 16,-1-2 131-16,3 1 230 0</inkml:trace>
  <inkml:trace contextRef="#ctx0" brushRef="#br3" timeOffset="161586.69">3563 6336 79 0,'-3'0'258'15,"1"4"122"-15,0-2 53 0,0 0-69 0,0 1-90 16,1-1-46 0,-1 2-18-16,2-3 9 0,-1 0 7 0,-1 1 11 15,0 0 0-15,1-1-11 0,1 0-16 16,0 1-27-16,-2-2-22 0,2 0-24 0,0 1-17 0,0-1-21 15,0 0-23-15,0 2-17 0,0-2-12 0,0 0-16 16,2 0-12-16,-2 0-7 0,0 0-4 0,1-2-5 16,-1 2-9-16,2 0 2 0,-2-1 1 0,3 1-1 15,-1-3 1-15,1 2 3 0,5-3 7 0,-4 0 2 16,3-3 0-16,1 2 36 0,3 0 27 0,-2-4 14 16,1 0 5-16,2-1 5 0,-1 1-3 0,2-2-30 15,0 1-25-15,-2-2-13 0,3 1-7 0,-3 0-6 16,2 1-1-16,-1 0 0 0,0 1 14 0,0-1 13 15,-1 0 5-15,-1 1 3 0,2 0-1 0,-2 1-4 16,1 1-15-16,-2-2-11 0,1 3-9 0,0-1-1 16,-1-1 0-16,0 2 3 0,-1 0-1 0,0-1 2 15,3 0-1-15,-3 0 0 0,2 1-1 0,0-3-2 32,0 2 1-32,0-1-4 0,-1 1 2 15,2 0-2-15,-3 1-1 0,1-2 0 0,1 3 0 16,-4-1 1-16,1 1-2 0,-1 1 1 0,0 1-1 15,-3 0-1-15,1 0 3 0,-3 2 1 0,1-1 0 16,-2 1 10-16,0 1 7 0,0-2 11 0,0 2 7 16,-2 0 12-16,1 0 4 0,-1 2-6 0,-1-1-5 15,1 1-8-15,-1-1-9 0,-3 0-14 16,3 1-7-16,1 1-5 0,-1-2-13 0,0 1-15 16,1 0-29-16,-1-1-69 0,-2 0-105 0,2-1-128 15,-3 0-152-15,3 0-273 0,-2 0-234 0,2-1-75 16,-2 0 186-16,3-1 332 0</inkml:trace>
  <inkml:trace contextRef="#ctx0" brushRef="#br3" timeOffset="161951.79">3919 5988 223 0,'0'0'435'0,"0"1"177"16,2-1 43-16,-2 0-164 0,0 0-156 15,1 0-118-15,-1 0-84 0,2 0-45 0,0 0-31 0,2 0-23 16,-1 0 20-16,2-1 21 0,0 1 12 0,3 0 10 16,-1-2 2-16,1 2 45 0,0-1 0 15,2 1-10-15,-1 0-9 0,-2 0-6 0,1 1-7 16,-2-1-39-16,2 2 11 0,-2-1 12 0,-1 2 25 16,1-2 16-16,-1 3 18 0,-3-1 8 0,1 0-28 15,1 1-16-15,-2 0-22 0,-2 2-11 0,3 0-11 16,-3 2-6-16,0 0-10 0,0 0-8 0,-3-1-7 15,1 2-13-15,-2-2-12 0,1 1-6 0,0-1-5 16,-1 0-2-16,-2 1-2 0,1-2-3 16,0-1 0-16,-2 2-2 0,0-3-11 0,2 2-15 31,-1-4-22-31,1 2-37 0,-1-3-86 0,0-1-124 16,1 0-130-16,2-1-193 0,0-1-271 0,1 0-204 15,0 0 17-15,2-4 278 0,0 2 344 0</inkml:trace>
  <inkml:trace contextRef="#ctx0" brushRef="#br3" timeOffset="164242.53">4313 5739 105 0,'0'0'268'15,"0"0"122"-15,0 0 23 0,-2 0-66 16,2 0-80-16,0 0-51 0,-1 0-33 16,1 0-21-16,-2 0-17 0,2 0-15 0,-2 0-5 0,2 0-6 0,-1 0-2 15,-1 0 3-15,0 0 10 16,1 1 11-16,-1-1 10 0,-2 2 11 0,2-2 0 16,1 0 2-16,1 1-3 0,-2 1-10 15,1 0-14-15,-1-2-10 0,2 0-11 0,-2 0-8 16,2 2-13-16,-1-2 6 0,-1 2 0 0,2 0-9 15,-3-1-7-15,3 0-8 0,-2-1-4 0,2 2-22 16,-3 0-9-16,3-1-4 16,-3 0-5-16,1 1-3 0,1-1-8 0,-2 2-5 0,1-2-5 0,1 3-3 15,-1-1-3-15,-1 0-4 0,1 0 5 16,1 0 0-16,-1-1 4 0,-1 2 0 0,1-2 1 16,1 2 2-16,-1-2-3 0,2 2-4 0,-2-2-2 15,1 3-2-15,1-3-1 0,-2 1 2 0,2-2-2 16,0 2-1-16,-1 1-3 15,1-2 1-15,0 3-1 0,0 0-3 0,1-1 0 0,-1 0 3 0,2 1 2 16,-2 1-2-16,3-2-1 0,-1 0 3 0,1 2-2 31,0-1-1-31,0 0 3 0,2-1-3 0,-2 1 2 16,3-2 0-16,-1 0 1 0,2 0 0 16,-1-1-1-16,-1 0 1 0,2 0 1 0,0-2-1 15,-1-2 0-15,2 0 0 0,-1 0 0 0,0-1 2 16,1-3-2-16,0 1 1 0,-1-3 0 0,0 0 0 15,1-1 1-15,-1 0-1 0,-1 0 2 0,2-1-3 16,-2-1 3-16,-1 3 0 0,0-3-4 16,0 1 1-16,-1 1 1 0,1 0 3 0,-2 2-1 15,0-1 3-15,-1 0 3 0,-1 0 3 0,-1 0 6 16,2 0 4-16,-2 1 5 0,-2 1 11 16,2-1 14-16,-1-1 18 0,-1 2 16 0,-1 1 17 0,1-1 10 15,-4 1-2-15,2-1-6 0,0 0-14 0,-2 4-21 16,1-4-16-16,0 3-15 0,-1-1-10 0,0 0-6 15,1 3-7-15,-1-2-1 0,1 0-2 0,0 2 0 16,-1-1 1-16,1 2-2 0,0-1 1 0,1 1-2 31,0 0 1-31,0 1-4 0,0-1-2 16,0 3-2-16,-1-2-11 0,2 3 3 0,-2-2 2 16,2 3-7-16,-2-2 2 0,2 1-4 0,-3 1 2 15,3-3-4-15,0 5-4 0,-1-2 7 0,1 1 4 16,0 0 0-16,0 0 3 0,-1 1 8 0,1 1-4 15,2 1 5-15,-2-1-3 0,0 0 5 0,3 3 2 16,-2-2-6-16,2 0 5 16,0-1-4-16,2 2-1 0,-2-2-3 0,3 2 1 15,0-3-2-15,-2 1-1 0,2 1-1 0,1 0-2 0,-1-3 2 16,2 1 0-16,-2-1-1 0,2 0 2 0,2-1-1 16,-2-1-1-16,0 2-7 0,1-2 1 0,1 0 4 15,2-2-2-15,-3 0 2 0,2 1 3 0,0-3 3 16,2 0 1-16,-1 0-2 15,-1-3 0-15,3 1 0 0,-3 0 0 0,2-3 0 0,-2 0 0 0,1-1 0 16,-1 1 3-16,-2-3 0 0,1-1-1 16,2 2-2-1,-3-3 0-15,-1 2 3 0,0-3 0 16,0 0-1-16,-2 1-2 0,1 0 1 0,-2 1 5 16,-1-1-2-16,-1-1 1 0,-1 3 3 0,1-3 2 15,-2 3 2-15,-2 0-1 0,1-1 0 0,-2 3-2 16,2 0 0-16,-2 2-3 0,0 1 0 0,-1 0-1 15,-2 0 0-15,3 2-1 0,-3 1-1 16,2 0 0-16,-2 1 0 0,2 0-1 0,1 3 0 16,-1-2-2-16,-1 2 0 0,1 0 0 0,2 1-3 15,-1 0 2-15,-2 3 2 0,2-3-2 0,1 1-8 16,-2 4-2-16,1-3-4 0,0 1 7 16,0 3 1-16,2-4 5 0,-2 3 8 0,2-1 4 0,1 0 0 15,-2 1-9-15,1-2-1 0,3 1-2 0,-2 0-3 16,2 1-3-16,2-3 2 0,-2-1-1 0,3 0 0 15,1-2 0 1,-2 0 0-16,3 0 2 0,-2-2 1 0,2 0 2 0,1-2 3 0,1-2-2 0,0 0 1 16,0-3 4-16,-1 1-3 15,2-4-1-15,0 1 4 0,-2 0 1 0,2-5-2 16,-3 4-1-16,4-3 3 0,-4 0 2 16,0 0-3-16,-1 0 0 15,1 2 0-15,-3 1-2 0,0 0 1 0,-1-1-1 16,-1 4 1-16,0-1 3 0,0 0-1 15,-1 2 2-15,-1-1-1 0,0 2-1 0,-1 0 2 16,0 0-4-16,0 0 3 0,-1 2 0 16,1-1-1-16,0 2-1 0,0 0-2 0,-1 0 0 15,0 2-3-15,1-1-2 0,0 1 1 0,1 2-2 0,-1 1 2 16,-2 1-3-16,2 0 3 0,0 1 1 0,0 1 0 16,0 3 3-16,0-1-2 0,1 0 1 0,-1 1-3 15,1-1 2-15,2 0-3 0,-3 1 0 0,3 0 1 16,0-1-2-16,0-2 3 15,0-1-2-15,0 1 0 0,3-2-3 0,-3-2 0 16,2 0 1-16,1 0-3 16,0-3 0-16,-1 0 4 0,3-2 1 0,-1 0 2 15,1-4 1-15,1-1 4 0,-1 0 1 16,2-3-4-16,0 0 2 0,-2-1 1 0,1-1 1 16,-1 2-3-16,0-1 1 0,-2-1 2 0,0 2-1 15,2 0-4-15,-4 1 1 0,-1 0 1 0,0-1-1 16,0 3 1-16,-1-2 3 0,-2 2 3 0,0 0 2 15,-2 0-2-15,2 2 0 0,-2-1 0 0,2 2 0 16,-2 0 2-16,2 0-2 0,-2 3 1 16,2 0-2-16,0 0-7 0,0 3-7 0,-1 0-6 0,1 2-3 15,0 2 1-15,0 0-2 0,1 3 6 16,-1-1 2-16,-1 2 5 0,2 1 0 16,1-1 8-16,-1 0 5 0,2-1 2 0,0-1 2 0,0 0-6 15,0-1-2-15,2-3-39 0,-1 3-63 0,-1-2-68 16,2 0-149-16,-1 0-236 0,2-1-312 0,-1-1-300 15,-1 2-220-15,1-2-2 0,-1 2 540 16</inkml:trace>
  <inkml:trace contextRef="#ctx0" brushRef="#br3" timeOffset="167226.26">7943 3319 147 0,'3'-6'515'0,"0"3"323"0,-1 0 186 16,0 2-127-16,-1 1-220 0,-1 0-184 0,3 0-136 0,-3 0-82 15,2 1-54-15,1 2-41 0,-2 6-11 0,1 0 11 16,1 7 3-16,0 3-5 0,1 3-10 16,0 6-19-16,-2 1-32 0,0 5-39 0,-1 3-29 0,1 1-18 15,-1-1-16-15,1 1-8 0,-2-3-6 16,2 0-3-16,0-2 3 0,0-3 0 0,-2-3-2 16,2-3-10-16,-2-3-41 0,0-4-51 0,-2-4-69 15,0-4-140-15,0-5-192 0,-3-4-306 0,0-4-260 0,0-5-226 16,-1-4-29-16,-1-4 437 0,1-4 492 15</inkml:trace>
  <inkml:trace contextRef="#ctx0" brushRef="#br3" timeOffset="167525.54">7886 3253 90 0,'5'-9'371'0,"-2"3"200"16,3 0 130-16,-3 3-113 0,2 1-151 0,1 1-134 15,3 2-32-15,1 3 16 0,2-1 36 0,2 2 39 16,3 2-27-16,2 1-18 0,2 5-54 0,2-1-56 16,3 1-39-16,0 5-29 0,4 4-25 0,-1 0 36 15,1 1 13-15,-2 3 3 0,-2 3-12 0,-1-1-21 16,-1 4-8-16,-5-1-44 0,-5 3-25 16,-1 0-11-16,-6 1-7 0,-2 2-1 0,-5-2-9 15,-5 3-4-15,-2-3-3 0,-3 4-3 0,-3-5-5 0,-2 1-2 16,-1-4-3-16,-3-2-5 0,-1-1-3 15,2-5-4 1,-1-2 0-16,2-4-11 0,-2-6-31 0,4-2-58 0,-2-6-59 0,4-4-110 0,1-4-161 31,2-5-247-31,4-4-286 0,3 0-224 0,1-2-152 16,2-2 231-16,3 0 496 0</inkml:trace>
  <inkml:trace contextRef="#ctx0" brushRef="#br3" timeOffset="167793.14">8416 3782 4 0,'12'8'403'0,"-4"1"346"0,-1 1 239 15,-2-2 84-15,-1 0-275 0,1-2-257 0,-1 0-159 16,-2-3-81-16,3-2-11 0,0 0-18 0,1-2-35 16,3-5-25-16,-1-3-23 0,4-4-26 15,0-5-44-15,2-6-40 0,2-2-28 0,0-5-18 16,0-2-14-16,-2-3-7 0,3-2-2 0,-4-1-8 15,-2-2-4-15,0 2-1 0,-1-3-1 0,-5 3-15 16,-4-1-45-16,-1 1-44 0,-5 2-48 0,-3 3-90 31,-3 0-134-31,-5 5-143 0,-1 4-170 0,-2 4-249 16,-3 6-210-16,0 6 8 0,-2 4 290 0,0 5 376 16</inkml:trace>
  <inkml:trace contextRef="#ctx0" brushRef="#br3" timeOffset="167978.7">8368 3289 92 0,'3'12'438'16,"1"-1"295"-16,-1-2 261 0,0 4-10 0,0 2-222 15,2-1-185-15,1 2-123 0,-1 1-83 16,1 4-96-16,2 1-87 0,3 1-62 0,-3 1-43 0,3 1-29 16,0 2-26-16,2 0-13 0,-2 0-9 15,3 0-4-15,-3 0-4 0,5 0-18 0,-3-2-32 0,1-3-99 16,0-3-164-16,-1-2-296 0,3-6-277 15,-2-1-274 1,2-5-170-16,0-3 270 0,1-4 537 0</inkml:trace>
  <inkml:trace contextRef="#ctx0" brushRef="#br3" timeOffset="168325.25">8999 3251 88 0,'-3'-28'669'0,"-2"7"496"0,-4 5 201 15,-2 1-90-15,-2 7-390 0,-3 3-334 16,0 4-179-16,-2 6-102 0,0 2-81 0,-1 3-68 0,0 6-43 16,3 2-27-16,2 3-21 0,5 2-13 0,2 2-9 15,2 2-5-15,5 0-3 0,2 1-4 0,4-1-3 16,1 0 0-16,5 0 0 0,1-1-1 0,4-4-1 16,1 1 0-16,2-4-3 0,1-1-17 0,-2-3-27 15,1 1-43-15,0-4-40 0,-2-1-33 0,-2 1-21 16,-2-2 2-16,-4 1 25 0,1-2 50 0,-5 2 45 15,-3-1 32-15,-1 1 18 0,-4-3 10 16,-2 4 3-16,-3-2 4 0,-3 2-2 0,-2-1-3 31,-3 0-2-31,-1 3 1 0,-2-2 6 0,1 1-1 16,-2 2 4-16,3-1 7 0,-1 1 4 0,2-2-4 16,1 0-21-16,1 0-54 0,3-2-110 0,0-4-140 15,4-1-194-15,2-5-291 0,4-1-250 16,0-1-106-16,2-5 217 0,1-1 387 0</inkml:trace>
  <inkml:trace contextRef="#ctx0" brushRef="#br3" timeOffset="168692.78">9133 3284 12 0,'5'-15'524'0,"0"3"508"0,0 1 241 15,-4 4-70-15,3 2-324 0,-3 2-284 0,2 3-187 16,-1 1-104-16,-2 4-55 0,4 2-44 15,-4 0-42-15,0 3-44 16,2 2-38-16,-2 1-22 0,0 2-12 16,0 3-7-16,0 2-3 0,0 1-6 15,0 3-3-15,-2-1-2 0,-2 5-5 0,2 0-4 0,-2 2-2 16,0 3-3-16,0 2-2 0,-1-1-1 16,-2 3-3-16,1-2 0 0,3 1 1 0,-2 0 0 15,2-4 1-15,0 1-4 0,1-3 2 16,-1-5-2-16,3 0-4 0,3-6 0 0,-1-3-1 0,1-3 0 15,2-3-2-15,1-3 2 0,3-2 0 0,1-5 1 16,1-5 0-16,2-1-1 0,1-3-2 16,0-4-2-16,2 1-11 0,1-4-14 0,-2 2-27 15,2-2-51-15,-2-1-56 0,0 3-64 0,-2-1-104 16,-1 1-150-16,-2-3-210 0,1 2-246 0,-2 0-221 16,3 0-146-16,-3 1 212 0,4-2 464 0</inkml:trace>
  <inkml:trace contextRef="#ctx0" brushRef="#br3" timeOffset="169010">9611 3371 63 0,'-2'11'596'0,"-1"3"482"0,-2 5 185 0,-1 2-85 16,-2 5-335-16,2 2-261 0,1 3-179 0,-1 5-105 15,-2-4-61-15,5 2-47 0,0-2-65 0,3-2-54 16,1-1-30-16,4-7-20 0,1-2-11 15,2-5-7-15,2-4-2 0,4-4 2 0,0-6-3 0,0-5-3 16,2-4-6-16,1-4-7 0,-2-6-6 0,2-3-5 16,-1-3-2-16,-2-2 4 0,-1-2 6 15,-1-2 9-15,-4 0 10 0,0-2 2 0,-4 2 4 16,-3-1 3-16,-2 3 0 0,-3-2 5 0,-4 3-4 0,0 1 2 16,-4 4 2-16,-4 1-2 0,-1 5-1 15,-4 3-6-15,2 6-1 0,-3 3-2 0,-1 6-4 16,2 6-2-16,0 6-2 0,2 4-40 15,3 2-53-15,-1 7-97 16,1 0-165-16,2 3-293 0,3 4-315 0,1-2-285 0,4 0-188 0,3 2 233 16,3-1 593-1</inkml:trace>
  <inkml:trace contextRef="#ctx0" brushRef="#br3" timeOffset="169883.38">10101 3385 42 0,'3'0'386'16,"-1"2"311"-16,0-1 276 0,-2-1 19 0,1 1-216 15,-1 1-185-15,0 1-136 16,-1-1-94-16,1 5-81 0,-2 3-64 0,2 1-64 16,0 4-42-16,-2 3 7 0,2 4 1 0,0 6-8 15,0 2-11-15,0 3-2 0,0 1-6 0,0 2-36 16,2 0-22-16,0-1-11 0,1-4-9 0,0-2-6 15,3-4-1-15,-1-4 1 0,0-3-5 0,1-2-5 16,0-6 2-16,2-1 3 0,-2-5 0 0,2-4-3 16,2-6 3-16,1-5 3 0,0-5 1 15,3-7-1-15,0-3 2 0,1-6 0 0,2-2 0 16,0-3-2-16,1 0 0 0,-1-1-2 0,-1 1-1 16,3 1-2-16,-5 2 0 15,2 3 0-15,-5 0 2 0,3 4-2 0,-6 5 2 0,0 2 13 0,-1 5 15 16,-1 2 18-16,-3 3 12 0,0 1 14 0,-3 3 0 15,0 2-10-15,-2 4-13 0,-2 0-16 0,-2 2-13 32,-1 5-12-32,-1 4-4 0,-3 2-2 0,0 2-2 15,2 5-1-15,-4 2 2 0,4 4-3 0,-1 2-3 16,0 2 1-16,1 3-2 0,1 2-1 16,3-1-1-16,1 0-1 0,0 0 1 0,4-5-1 15,2 0 0-15,1-4-1 0,5 0 2 0,0-4-1 16,5-4 0-16,1-5-5 0,3-1-22 0,1-5-61 15,2-3-70-15,2-6-122 0,-1-4-190 0,3-4-308 16,-2-2-316-16,1-1-234 0,-3-1-95 0,0 1 385 16,-1 1 565-16</inkml:trace>
  <inkml:trace contextRef="#ctx0" brushRef="#br3" timeOffset="170192.75">10746 3832 338 0,'0'12'655'0,"2"1"226"15,-1-6 88-15,-1 0-250 16,2-2-199-16,0-3-138 0,-1-6-83 0,3-3-48 0,0-6-40 0,4-3-44 0,0-5-51 31,0-4-34-31,4-5-15 0,-2-5-11 0,1-3-12 16,3-2-9-16,-3-3 3 0,3 0 1 0,-2-2 9 16,-1 4 21-16,1 2 27 0,-4 4 28 15,0 5 18-15,-1 6 12 0,-1 4-8 0,-2 5-21 16,0 3-25-16,0 4-30 0,-2 2-28 0,1 4-20 15,2 5-11-15,1 4-4 0,-1 7 2 0,1 4-4 16,-1 5-1-16,0 2 0 0,1 6-3 0,0 4-1 16,-1 1-3-16,1 4-2 0,-2 3-3 0,-1 0-26 15,0-1-55-15,0 0-64 0,-3-4-136 0,2-4-188 16,-2-2-308-16,0-4-298 0,0-4-236 16,0-4-72-16,-2-4 431 0,2-3 531 15</inkml:trace>
  <inkml:trace contextRef="#ctx0" brushRef="#br3" timeOffset="170376.21">10846 3739 50 0,'-5'-10'538'16,"2"2"428"-16,1 1 191 0,-1 2-73 16,1 3-380-16,2-2-311 0,0 4-186 0,2 0-103 15,1 4-53-15,4-2-25 0,1 3-10 0,4-1-10 16,3-1-1-16,3 0 0 0,3 0-2 0,4-3-14 15,1 0-74-15,0-1-123 0,3-2-180 0,-1-3-285 16,2 0-254-16,-3-2-176 0,3-1 86 16,0-1 369-16</inkml:trace>
  <inkml:trace contextRef="#ctx0" brushRef="#br3" timeOffset="170593.89">11507 3304 47 0,'-11'-4'583'0,"0"4"491"0,-5 2 212 15,2 5-43-15,-4 3-327 16,4 5-322-16,-3 3-197 0,2 1-111 0,1 6-67 0,3-3-72 0,1 5-62 0,1-1-36 31,1 2-22-31,3 0-13 0,2 2-9 0,3-3-4 16,0 1-2-16,3-1-2 0,1-2-2 16,1-1-10-16,4-1-57 0,-1-2-62 0,1-3-130 15,-1-4-201-15,3-1-301 0,-3-1-330 0,3-2-236 0,-2-2-80 16,1-1 436-16,-2 0 561 0</inkml:trace>
  <inkml:trace contextRef="#ctx0" brushRef="#br3" timeOffset="171311.47">11511 3510 6 0,'2'-3'479'0,"0"0"482"16,-1 0 259-16,1 1-62 0,-1-1-350 15,1 2-325-15,-2-1-206 0,2 2-134 0,1-1-58 0,0-1-28 0,3 0-12 16,2-2-5-16,2-1 15 0,2-1 14 0,2-1 5 15,5-2 5-15,-1 0-4 16,2 0-5-16,-2-1-23 0,4-2-17 0,-2 2-13 0,0-1-10 16,-3 3-1-1,-3 1 2-15,0 2 45 0,-4 0 29 0,-2 3 22 16,-1 0 10-16,-2 2 2 0,0 0 2 16,-2 3-33-16,2 3-22 0,-2 3-19 0,-1 2-10 15,4 2-6-15,-3 5-9 0,2 1-6 0,1 6-3 16,1 3-3-16,3 4-3 0,-3 2-2 0,4 5 0 15,0 2 0-15,-1 1 1 0,-1 1 1 0,2 3 4 16,0-1-1-16,-3 4 1 0,0-2 0 0,0 0-3 16,-5-2-1-16,0 0 0 0,0-1 7 0,-3-4 7 15,-3-2 5-15,0-4 6 0,0-1 9 16,-2-6 10-16,-1-1 1 0,-2-7 1 0,2-2-3 16,-2-4-5-16,-2-5-7 0,-1-4-9 15,-2-4-9-15,-2-3-7 0,0-6-4 0,0-2-4 0,0-8-3 16,0-2 0-16,2-5-2 0,-1 0-1 0,3-6-1 15,1 0 0-15,3-4 1 0,3 4-3 16,1 0 0-16,5 2-6 0,1 2-11 0,2 4-17 0,2-1-27 31,4 7-64-31,2-1-66 0,3 2-87 0,0 1-139 16,4 3-196-16,-1-2-297 0,2 1-226 0,3 3-187 16,-1 0 50-16,1 0 453 0</inkml:trace>
  <inkml:trace contextRef="#ctx0" brushRef="#br3" timeOffset="171592.58">12234 3943 452 0,'5'14'914'16,"3"-4"266"-16,-7-2-22 15,2-5-333-15,1-5-291 0,0-4-155 0,1-5-81 0,0-5-31 0,3-4-34 16,-2-5-26-16,2-5-34 0,2-3-55 16,0-6-44-16,0-5-32 0,4-4-21 0,-3-2-8 0,2-3-5 15,1 0 0-15,-1 1 10 0,-1 4 7 16,-2 3 9-16,0 5 5 0,-4 5 8 0,2 7 10 0,-4 5-4 15,-2 3-4-15,1 7-5 16,-3 3-6-16,2 5-9 0,-1 7-8 0,-1 2-10 0,2 7-4 16,-2 6-1-16,2 2-4 0,-1 3 1 0,-1 6-3 31,3 1 1-31,-3 4-1 0,2 3 0 0,-2 2-4 16,-2 3-15-16,1-2-53 0,-2 4-76 0,-2-2-130 15,0-3-228-15,2-1-306 0,0-3-349 16,-1-2-286-16,-2-2-67 0,3-7 486 0,-2-3 637 0</inkml:trace>
  <inkml:trace contextRef="#ctx0" brushRef="#br3" timeOffset="171775.72">12430 3715 138 0,'2'-11'758'0,"-1"5"460"0,-1 4 66 15,0 0-173-15,3 2-417 0,-1 2-340 0,1-2-172 0,2 5-84 16,1-3-44-16,4 2-22 0,-4 2-12 0,5-2-5 15,0-1-8-15,0 1-8 0,2-1-11 0,1 2-26 16,-1-2-95-16,1-2-162 0,-4 2-293 0,-1-1-271 16,2-1-265-16,-3 2-163 0,2-3 246 0,-4 1 516 15</inkml:trace>
  <inkml:trace contextRef="#ctx0" brushRef="#br3" timeOffset="177100.43">5276 4848 176 0,'-2'3'313'16,"2"-1"120"-16,0-1-19 0,0-1-112 16,2 1-89-16,-2 1-48 0,0-2-30 15,1 2-19-15,-1-2-15 0,2 1-18 16,-2-1-23-16,0 0-20 0,2 0-13 0,0 0-15 0,0 0 33 16,1-1 31-16,0 1 42 0,2-2 42 0,0 0 38 15,0 0 63-15,4-2 20 0,-3 2 15 0,4-3-8 16,0-1-18-16,2-2-31 0,-1 1-45 0,2-3-43 15,1 0-42-15,-1 0-37 0,3-2-19 16,-2-2-18-16,3 1-16 0,0-1-11 16,-1-1-5-16,0 2 2 0,0 0-2 0,-2 0 0 0,-1 0 1 15,-2 2-4-15,0 1 0 0,-3 1 0 0,0 2-1 16,-3 1 2-16,1 0 2 0,-3 1 0 0,-3 2-19 31,0 0-58-31,-2 1-86 0,-2-3-120 0,1 4-148 16,-4 0-269-16,1 2-240 0,-2 3-109 0,-1-2 119 15,-1 0 310-15</inkml:trace>
  <inkml:trace contextRef="#ctx0" brushRef="#br3" timeOffset="177359.26">5576 4573 205 0,'7'-6'456'16,"-3"-1"197"-16,2 1 137 15,-1-1-177-15,0 2-128 0,1-1-63 0,-2 2-30 0,0-1-21 0,2 1-39 0,-4 2-55 16,1-2-69-16,0 3-59 0,-1 0-50 0,1-1-39 16,-1 2-22-16,-1 0-15 0,3 2-8 15,-3 0 5-15,1 2 4 0,1 2 5 0,0 1 2 16,-2 4 3 0,-1 1 2-16,0 1-8 0,0 2-7 0,0 2-6 15,-1 3-4-15,-4-1-5 0,2 1-4 16,0 3-7-16,0-2-12 0,-2-1-57 0,-3 1-126 15,0-3-173-15,-3-2-290 0,-2-1-271 0,-1 0-242 16,0-3-20-16,-3 0 374 0</inkml:trace>
  <inkml:trace contextRef="#ctx0" brushRef="#br3" timeOffset="178307.57">3200 4765 69 0,'1'2'330'0,"-1"-2"222"0,0 1 228 0,0 1 4 16,0-2-71-16,0 0-86 15,-1 0-86-15,-3-2-73 0,1-1-64 0,0 2-66 0,0-2-54 0,-2 3-45 16,2-2-34 0,0-3-25-16,-2 2-32 0,0-4-33 0,-1-1-29 15,-2 1-19-15,2-4-12 0,-2 2-13 0,1-3-6 16,-3-1-10-16,2-4-10 0,-2 3-3 0,-1-4-6 0,2-2 1 16,-1 1-5-16,-1-2 1 0,3 0 0 0,-3-1 0 15,3 0-3-15,-1 0-2 0,1 1 2 16,1 0 1-16,3 3 0 0,-4 1-2 0,5 1 0 0,0 3-2 15,1 2-3-15,-1 3-1 0,1 1 0 0,2 1-1 16,-1 1 0-16,-1 2-1 0,2 0-4 0,-2 3-17 16,2 0-31-16,0 2-47 0,0 0-51 0,0 3-91 15,-1 3-152-15,-1-1-209 0,-3 1-279 0,-1 5-241 32,2-2-190-32,-3 1 128 0,-1-2 480 0</inkml:trace>
  <inkml:trace contextRef="#ctx0" brushRef="#br3" timeOffset="178573.47">2894 4311 102 0,'-1'-13'404'0,"-1"3"261"16,-1-2 209-16,0 2-67 0,3 1-188 15,-2 0-115-15,-2 0-75 0,4 2-62 0,-2 1-61 0,1 1-60 0,1 1-56 16,0 2-55-16,0 0-51 0,0 0-37 0,0 2-22 15,0 0-18-15,1 0-6 0,1 2-1 0,4 1-1 16,0 0-2-16,2 4-1 0,-1-1 4 16,5 5 0-16,-2 0-2 0,1 2 1 0,1 1 1 0,0 1-1 15,0 0 0-15,1 4 2 0,-2-1-2 0,5 0-10 16,-2 0-53 0,0 2-103-16,1-3-148 0,0 3-270 15,-2 0-277-15,2-1-252 0,0 1-80 0,0-4 269 16,0 2 435-16</inkml:trace>
  <inkml:trace contextRef="#ctx0" brushRef="#br3" timeOffset="179790.44">5441 6838 20 0,'0'-2'236'0,"0"1"146"15,0 0 138-15,2-1-50 0,-2 2-90 16,0-1-71-16,2 1-48 15,-2 0-41-15,1 0-33 0,-1 0-33 0,0 0-36 16,2 0-37-16,-2 1-29 0,2 1-21 16,-1-1 3-16,2 4 33 0,-1 1 24 0,3 1 13 15,0 1 48-15,0 3 43 0,2 2 2 0,-1 0-25 16,1 2 3-16,2 1 6 0,-1 2-31 0,0-1-35 16,0 1-19-16,3-1-12 0,-3 1-31 0,3 0-18 15,-2 0-14-15,1-4-9 0,0 3-4 0,-1-2-2 16,0 0-4-16,-2-3-1 0,-1 0 2 0,-1-1-1 15,1-1-6-15,-1-3-31 0,-4-1-69 16,-1-2-108-16,-1-1-130 0,-3-2-193 0,1-1-283 16,-3-1-184-1,0 0-4-15,-2-5 241 0,3 1 322 0</inkml:trace>
  <inkml:trace contextRef="#ctx0" brushRef="#br3" timeOffset="180058.61">5481 7041 59 0,'3'3'304'0,"-3"0"160"0,2 0 127 15,0 1-72-15,1 2-172 0,0 0-93 0,1 3-39 16,1 0-1-16,0 1 12 0,0 1 16 0,1 1 14 16,5 0-6-16,-3 1-13 0,2 1-24 0,-1-1-27 15,4 2-39-15,-2-4-39 0,0 0-38 0,0-2-29 16,0-2-13-16,3-1-4 0,-3-3 20 15,3 0 16-15,-2-3 5 0,-1 0 5 0,1-5-3 0,-2 0 0 16,-2-3-27-16,1-1-14 0,-3-3-9 16,-1-1-7-16,0-1-6 0,-3 0-26 0,-2 0-67 15,-4-1-118-15,1 0-143 0,-5 2-292 0,1-3-262 16,-1 4-190 0,-4 2 35-16,0-4 326 0</inkml:trace>
  <inkml:trace contextRef="#ctx0" brushRef="#br3" timeOffset="182106.21">2730 4193 131 0,'-2'2'316'0,"2"-2"135"0,-1 1 34 15,1-1-107-15,0 2-119 0,0-2-77 16,0 2-39-16,0-2-17 0,0 0 6 0,0 0-1 16,0 0-8-16,0 0-12 0,0-2-21 0,1 2-23 15,-1 0-22-15,0 0-22 0,2-2-9 0,-2 2-9 16,0 0-1-16,1 0 0 0,-1 0 1 0,0 0 2 15,0 0 7-15,0 0 21 0,0 0 16 0,0 0 12 16,0 0 23-16,0 0 17 0,2 0 7 0,-2 0-15 16,0 2-13-16,0-2-14 0,2 2-24 0,-1-2-21 15,-1 0-15-15,2 0-5 0,3 1-1 0,0-1 1 16,1 2 3 0,3-1-1-16,-1-1 4 0,2 2 2 0,4-2 0 15,-3 0 13-15,5 0 100 0,0 0 52 16,-1 0 22-16,3 0 3 0,1-2 15 0,0 1-9 0,0-1-94 15,4 1-49-15,-1-3-25 0,-1 1-15 16,3 2-24-16,1-2-14 0,0 2 10 0,1-2-1 16,1 0 5-16,3 1 4 0,-2 1 0 0,4 1 0 0,-2 0-4 15,3 0 5-15,2 0 16 0,1 1 10 16,0 1 2-16,1 0 2 0,1-1 3 0,4 0-3 16,0 1-6-16,-1-2-3 0,6 0-1 0,-4 0 1 0,4-2 43 15,1 1 49-15,2-2 12 0,4 1-4 16,0 1-7-16,1 0-9 0,2 1-39 0,2 0-33 15,-3 1-16-15,3 2-2 0,-2 1 2 0,-3 2 0 16,3 3-7-16,-4 0-8 0,-1 0-8 0,-2 0 1 16,-2 2 2-1,-1-4 2-15,0 2 5 0,-3-1 0 0,0-4 1 0,-3 2-1 0,1-4 0 16,-2 1-1-16,-3-3 0 0,-1 0 0 0,-4 0-3 0,-4-2-4 31,-4 2-3-31,-3-1-3 0,-5 1-5 0,-5 3-33 16,0 0-45-16,-8 1-78 0,-3 2-160 0,-5 4-267 15,-6-2-304-15,-2 4-265 0,-2 1-208 16,-3-2 138-16,-4 1 566 0</inkml:trace>
  <inkml:trace contextRef="#ctx0" brushRef="#br3" timeOffset="183111.58">3548 6756 107 0,'-7'1'352'0,"1"1"171"0,-1-2 123 16,3 1-129-1,1-1-228-15,0 0-143 0,1 0-66 16,4 0-40-16,-1-1 3 0,2 1 21 15,5 0 70-15,0-2 61 0,0 2 66 0,6-1 38 0,0 1 8 16,5-2 9-16,1 2-35 0,3-1-42 0,1 1-47 16,2 0-31-16,3-2-26 0,-1 2-31 15,4 0-23-15,0 0-16 0,-1 0-11 0,4 0-2 16,2 2-5-16,1-2-1 0,1 1-3 0,5 1 4 0,1-2 1 0,2 0-7 16,1 0 4-16,0 0 27 15,3 0 17-15,1-2 2 0,2 1-1 0,1-1 0 16,-1 1-7-16,3-1-31 0,0 1-18 0,0-1-11 15,1 1-5-15,1 1-5 0,-1-2-5 0,1 2-2 16,-4 2-6-16,-1-2 1 0,-5 1 0 0,-1-1-1 16,-3 2 0-1,-5-1 1-15,-2-1-1 0,-4 0 3 16,-4 0-1-16,-4 0 1 0,-4-1 0 0,-2-2-1 16,-5 1 0-16,-1-2-3 0,-3 1-19 15,-3-2-45-15,-3-1-39 0,1 0-62 0,-3-1-124 16,-3-1-167-16,0 1-288 0,-3-1-242 0,0 1-224 15,-2-2-52-15,-1 1 355 0,-1-1 466 0</inkml:trace>
  <inkml:trace contextRef="#ctx0" brushRef="#br3" timeOffset="184258.1">5788 5595 85 0,'3'-3'381'15,"-3"0"256"-15,2 0 219 0,-2 1-36 0,-2-3-128 16,2 4-96-16,-3-2-104 0,0 0-59 15,-1 2-31-15,1-3-49 0,0 4-57 0,-3 0-56 0,1 0-39 16,-1 0-38-16,1 0-43 0,0 0-38 0,-2 2-27 16,0 0-16-16,1 0-9 0,-1 3-8 15,-2 3-9-15,3-1-4 0,1 4-5 0,-1 2 0 16,1 4-5-16,0 2-1 0,1 2 2 0,0 5-1 0,3 1 1 16,-1 0-3-16,2 0 0 0,2 1-1 15,-1-2-2-15,3-2-2 0,0-2 1 0,1-4 0 16,0 0 2-16,1-4 1 0,-1-4-1 0,1-1 3 15,3-3 2-15,-2-3 4 0,1-3-3 0,3-6 6 16,-2-5 1-16,1 0-1 0,2-4 1 16,-2-4-2-16,1-5 3 15,1 1-3-15,0-5 0 0,-1 2-1 0,1-3-4 0,-2-2 1 0,2 1-1 16,0-2-4-16,-3-1 2 0,2 1-3 0,-3-4 1 31,0 4 3-31,-2 0-3 0,-1 1 3 0,0 0 1 16,-4 0 4-16,-1 3 11 0,0-1 8 15,-1 4 7-15,-4 2 9 0,2 2 9 0,-2 3 7 16,-1 3-5-16,1 3-3 0,0 2-5 0,-1 3-6 16,1 1-9-16,2 1-9 0,-2 2-6 0,1 3-8 15,0 3-4-15,1 3-3 0,0 3-2 0,-1 4-2 16,2 5-1-16,-1 5 3 0,3 4 2 0,0 2 2 16,0 7 3-16,3-1-5 0,-3 6-2 0,2-1-3 15,0 1 4-15,2-1-1 0,-1-2-2 0,0-3-1 16,3-3-18-16,-2-6-40 15,-1-4-66-15,2-3-58 0,-1-6-79 0,-2-6-121 0,-1-2-156 0,-2-7-180 16,-1-4-223-16,-2-3-218 0,-1-4-88 16,0-4 253-16,-1-2 442 0</inkml:trace>
  <inkml:trace contextRef="#ctx0" brushRef="#br3" timeOffset="185122.6">5394 4338 52 0,'-3'0'211'0,"0"-2"93"0,0 1 27 15,1 0-58-15,-1-1-78 16,0 2-47-16,1-2-23 0,-1 2-17 0,2-1-14 16,-1 1-19-16,2 1-16 0,-1-1-12 0,1 2-14 15,-2 0-9-15,2 0-9 0,0 3 1 0,-2-1 8 16,2 4 11-16,0-1 20 15,0 2 15-15,0 1 25 0,0 3 23 0,0 2 26 0,0-1 40 0,0 5 22 16,0 2 24-16,2 0 11 0,0 3 11 16,-1 2-5-16,1-1-7 0,-1 3-8 0,2 2-12 15,-3 3-9-15,2-2-22 0,-1 4-17 0,1 2-40 16,-2 0-19 0,1 1-24-16,1 0-22 0,-2 1-19 15,0 0-14-15,0 0-3 0,2 0-5 0,-1 0-1 16,-1-3-5-16,0 3-1 0,2-3 1 15,-2 3-2-15,1-3-3 0,1 3-8 0,-2-3 1 0,2 0 0 16,-2 1 3-16,1-1-5 0,-1-1-4 16,0-1 3-16,0 0-2 0,2-3 2 0,-2 3-7 0,0-3 0 15,2 0 46-15,-2-1 21 0,0 0 15 16,1 0 1-16,-1-1 8 0,0 2-2 0,2-2-37 16,-1-2-23-16,-1 1-17 0,2-1-5 0,2-1-4 15,-2 0-3-15,1-1-6 0,0-1 2 0,1-1 5 16,0 0 0-16,0 1-2 0,-1-1 7 0,3-2 2 15,-3 3 0-15,0-2-4 0,0 2 0 0,-1 2 4 16,0-1-6-16,-1 3 2 0,1-1 1 16,-1 4-1-16,-1 0 2 0,-1 0-4 15,-1 1 1-15,2 1-1 0,-1-1 0 0,-1-2 1 0,0-2-3 16,2-1-2 0,0-3 2-16,-1 0 4 0,1-5-2 15,-2-2 0-15,2 1 5 0,0-4-3 0,-2-3 2 16,2 0-6-16,-1-3-8 0,-1-1-33 0,1-4-47 15,-4-1-78-15,2-4-133 0,-2-5-185 0,-1-6-297 16,1-5-260-16,-1-2-210 0,-2-9 45 0,2-5 407 0</inkml:trace>
  <inkml:trace contextRef="#ctx0" brushRef="#br3" timeOffset="189104.97">20238 6673 74 0,'-2'0'209'0,"0"2"74"15,1-1 7-15,-1 1-39 0,2-2-41 16,0 1-25-16,0 1-24 16,0-1-12-16,0 1-8 0,0-2 2 0,0 0 0 0,0 1-8 0,0-1-6 0,0 0-2 31,0 1-10-31,0-1 1 0,0 0 9 15,0 0 17-15,0 0 14 0,0 0 14 0,0 0 13 16,0 0 8-16,0 0 2 0,0 0-4 0,2 0-4 16,-2 0-3-16,1 0-8 0,-1 0-13 0,0 0-21 15,2 2-22-15,-2-2-25 0,0 0-27 0,0 0-21 16,2 0-17-16,-2 2 0 0,1-1-7 0,-1 2 1 16,4 0-1-16,-4 0 0 0,1 0-1 15,2 0-8-15,2 0-4 0,-2-1-3 0,0 0-5 16,0 2-1-16,2-2-1 0,2 1 0 0,-3-1-1 15,4-2 1-15,-2 2 1 0,2-2 1 0,-1 0 2 16,2 0-2-16,-1-2 10 0,0 0 3 0,2-2 6 16,-1 2 1-16,0-3 1 0,1 0-1 0,1-1-5 15,-2-2-7-15,-1 2-3 0,2-1-2 0,-2 0 8 16,0-1 8-16,-2 1 5 0,2 1 2 0,-2-1 1 16,-1-1 0-16,0 3-5 0,0-3-9 31,-1 2-6-31,1 2 1 0,-2-2-3 0,0-1 1 0,0 2-3 15,1-2-3-15,-1 1-1 0,2-2-1 16,-4 0 1-16,7-2-1 0,-4 2-4 0,1 0 3 16,0-1-2-16,2-2-2 0,-3 2-2 0,5 1 0 15,-4-3 5-15,2 3 4 0,-1-3 2 16,3 1 0-16,-2 1-2 0,-1 0 0 0,1-1-4 16,-1 3-2-16,0-3-1 0,-1 3 1 0,0-1 3 15,-1 1 2-15,0 1 5 0,-3 1 1 0,3 1 3 16,-3-1-7-16,-1 1-2 0,2 1 2 0,-1-2-1 15,-1 4-2-15,3-2-1 0,-3-2 3 0,2 3 2 16,-2-2-4-16,1-1-1 0,1 1-3 16,-1 0-2-16,-1-1 1 0,4-1-2 0,-3 0 0 0,1 0-1 15,-1 2 5-15,1-2 1 0,0 1 4 0,-1 2 2 16,-1 0 8-16,0 0 36 0,2 2 24 16,-2 1 28-16,2-2 17 0,-2 1 8 0,0 1-1 15,0 0-29 1,0 1-23-16,0-1-19 0,-2 2-20 15,0-1-13-15,1 2-8 0,-1 0-6 0,0 0-1 16,-1 2-7-16,2-1 2 0,-3 0 0 0,3 2 0 16,-1-1 0-16,1 0-2 0,1-3 2 0,-2 3-2 15,-1 0-1-15,3-2 1 0,0-1 0 16,-1 3 3-16,1-1-1 0,-2-2 1 0,2 3 0 16,0-2-1-16,-1 1 1 0,1 1-3 0,0 1 1 15,-2 0 1-15,2 0 1 0,-2 0 1 0,1 2 0 16,-1 2 0-16,0-2 0 0,-1 2-1 0,2 2-1 15,-3 0-2-15,3-1 3 0,-2 3 0 0,-2-1-1 16,2 3 2-16,0-1-1 0,0 1-1 0,1 2-1 16,-1-3 1-16,1 3 0 0,-1 0-1 0,1 0 1 15,-1 1 3-15,2 0 1 0,-3-1-3 16,4 0-1-16,-4-2 2 0,2 1-1 0,2-2-5 0,-1 1 0 16,1-3 0-16,0 1-1 0,0 0-22 15,1-4-51 1,-1 1-51-16,2-3-113 0,2-2-169 15,-2-2-302-15,1-6-294 0,2-1-240 0,0-4-129 16,1-5 314-16,1-3 545 0</inkml:trace>
  <inkml:trace contextRef="#ctx0" brushRef="#br3" timeOffset="190572.48">20268 6702 31 0,'3'2'255'0,"0"3"135"15,0-3 116-15,2 0-76 16,-2 1-166-16,0-2-112 0,0 0-58 16,2 0-18-16,-2 2-7 0,2-3-9 0,0 2 18 15,1-2 34-15,0 0 14 0,-1 0-3 0,3-2 61 16,1-1 36-16,-1 0 34 0,0-4 11 15,2 0-5-15,4-3-10 0,-3-1-23 0,3-4-7 16,1-2-31-16,0-1-21 0,1-3-13 0,1-3-14 16,-2-1-35-16,0 0-23 0,2-1-18 15,-4 0-22-15,0-1-14 0,1 0-2 0,-2 1 2 16,-4 3-8-16,1-1-4 0,-1 1 0 0,-2 2-2 16,-1 0 0-16,0 1-10 0,-2 2-1 0,0 2-3 15,2-2-1-15,-4 2 0 0,2-2-3 0,1 4 1 16,-3-1 2-16,2 0-2 0,-1 2 2 0,1-1 0 15,1 2 2-15,-3 0-2 0,2 2 1 0,-1 1 2 16,1 1-3-16,-2 1-1 0,-1 3-3 16,0-2 5-16,2 3 1 0,-1 1-4 0,-1-1 4 15,0 0-1-15,0 3 4 0,0 0 3 0,0 0 0 16,0 0 0-16,0 0 1 0,0 0 3 0,0 0-2 16,0 0-2-16,0 0-5 0,0 0 1 0,0 0-4 15,0 0 0 1,0 3-2-16,0-2 10 0,0 2 16 15,0 1 13-15,0 2 5 0,2-2 2 16,-2 2 9-16,2-1-10 0,-2 3-9 0,0-2 31 0,0 3 26 16,0-2 15-16,0 1 2 0,0 1 3 15,-2 0-5-15,0-1-36 0,-1 2-21 0,2-1-10 16,-2 3-6-16,0-2-7 0,0 1 1 0,-1 2-4 16,1 0-4-16,0 0-9 0,0 2-4 0,-1 0-2 15,3 0-5-15,-2 3 0 0,1 2 3 0,-2-1-2 16,2 3 2-16,1 1 0 0,-1-1 0 0,0 4 1 15,1 0-3-15,-1-3 1 0,0 2 0 0,4-3-1 16,0 0-1-16,-2 1 0 0,1-4 0 0,3-2 2 16,-1-2-1-16,1 0-2 0,-1-1 0 15,0-4 2 1,1 1-3-16,-3-4-6 0,4 1-34 0,-2-2-56 0,1-2-62 0,-3-1-125 0,2 0-183 31,2-3-311-31,-5-1-275 0,1-3-227 0,2 2-84 16,-1-4 381-16,0-2 527 0</inkml:trace>
  <inkml:trace contextRef="#ctx0" brushRef="#br3" timeOffset="197024.57">3565 8183 96 0,'0'2'254'0,"0"1"121"0,0 0 21 0,0-1-52 15,1 1-80 1,-1-2-70-16,0 1-34 0,2-2-25 15,-2 1-24-15,0-1-10 0,2 0 7 0,-2 0 5 16,1 0-11-16,-1 0-14 0,0-1-16 0,0 1 0 16,2-2 68-16,-2 1 55 0,1-4 59 0,1-1 35 15,1 0 24-15,-1-1-4 0,1-4-60 0,-1-1-49 16,2-1-39-16,-1-2-32 0,0-3-30 0,1 1-20 16,-1-2-16-16,0 1-17 0,-1 0-19 0,-1-2-12 15,1 2-8-15,0 0-3 0,-2 1-4 0,0 2 4 16,0 1-2-16,-2 1 0 0,0 0-2 0,2 4 5 15,-3 1 1-15,0 3-3 0,1 0-14 0,-1 3-41 0,-2-2-79 16,-1 3-128-16,0 1-130 0,-2 1-177 16,1 4-276-16,-1-1-184 0,-1 0 22 0,3 3 260 15,-1-3 308-15</inkml:trace>
  <inkml:trace contextRef="#ctx0" brushRef="#br3" timeOffset="197289.9">3541 7813 238 0,'5'-7'400'0,"-2"-4"166"15,0 2 63-15,3-3-180 0,-2 1-79 16,-1 0-26-16,2-3 5 0,-2 1-13 0,3 1-15 0,-1 0-34 16,1-1-53-16,-1 5-57 0,-2-1-47 0,2 1-45 0,-2 2-36 15,0 2-20-15,1 0-11 0,-3 2 10 0,2 2 24 16,0 2 24-16,0-1 11 0,-1 5 6 0,1 3 0 15,-3 1-14-15,0 3-23 0,0 4-22 0,0 2-12 16,-3 0-9-16,1 1-16 0,-1 3-62 0,-3-1-135 0,0-2-134 16,-1 1-284-16,-1-2-276 0,-1-4-233 15,-1 1-22 1,2-4 344-16,0-4 384 0</inkml:trace>
  <inkml:trace contextRef="#ctx0" brushRef="#br3" timeOffset="198273.29">2085 8086 95 0,'0'2'261'0,"0"-1"113"0,1 1 14 16,1 0-85-16,-2-1-94 0,0-1-73 0,0 1-43 15,2-1-23-15,-1 0-19 0,-1 0-11 0,0 0-13 16,2 0-13-16,-1 0-10 0,1 0 20 0,0 0 15 16,-1 0 35-16,3-1 34 0,-1 0 41 0,4-1 31 0,-4-1-3 15,2 0 30-15,2 0-3 0,-1-3-17 16,2 2-30-16,-2-1-27 0,2-1-18 0,0 0-45 16,1-2-24-16,-1 1-13 0,2-2-1 0,2-3 0 0,0 0 1 15,-1-1 0-15,3-1-3 0,-3 0-3 16,3-2-4-16,-3 1-5 0,1-1-5 0,-2 0-1 0,0 3 2 15,-2-2 1-15,0 1-6 0,-2 2-54 0,-1-1-73 16,-4 4-100 0,-1-2-147-16,0 2-268 0,-3 2-175 0,0 1-6 0,-5 3 164 0,2 0 244 15</inkml:trace>
  <inkml:trace contextRef="#ctx0" brushRef="#br3" timeOffset="198559.04">2271 7799 50 0,'5'0'282'0,"-2"0"149"0,1 0 120 15,-1 0-101-15,-1 0-165 0,-1-2-124 16,1 2-48-16,2-2 4 0,1 1 17 0,0-2 30 0,1-3 17 16,2 0 10-16,3-4 3 0,0 2-14 0,2-4-25 0,4-1-31 15,0 2-22-15,-2-1-15 0,5-2-31 0,-4 3-20 16,3 1-13-16,-3 0-6 0,1 2-3 0,-4 1-4 15,1 3 18-15,-4-1 11 0,-2 2 6 0,-1 3 7 16,-2 2 4-16,-2 0-17 0,-1 6-28 0,-2 2-15 16,-3 4-15-16,-2 2-11 0,-4 4-50 0,2 2-58 15,-2 2-85 1,-2 0-109-16,3 1-199 0,-2 3-219 16,4-4-61-16,1 1 103 0,1-4 220 0</inkml:trace>
  <inkml:trace contextRef="#ctx0" brushRef="#br3" timeOffset="199724.22">5084 7878 256 0,'2'-6'453'0,"1"0"176"0,-1 1 25 0,1 2-172 15,-3 0-141-15,2 2-111 0,0 0-70 0,-2 1-45 16,2 0-38-16,0 0-27 0,1 2-6 0,0 3 21 16,2 3 25-16,1 2 25 0,-1 0 28 0,3 4 15 15,-2 1 0-15,-1 0-24 0,3 3-27 16,-2 1-24-16,0 0-26 0,2 0-22 0,-3 0-13 16,2 1-10-16,0-3-3 0,-2 2-1 0,0-4-6 15,-1-1 1-15,1 0-2 0,-3-3-1 0,1-3 3 16,-1-1 2-16,-1-1 2 0,-1-3-4 0,-1-2-21 15,-2-1-40-15,-1-3-50 0,-2-1-49 0,-2-3-50 16,0-2-39-16,-1 1-12 0,-1-1 15 16,-2-1 27-16,0-1 34 0,1-1 29 0,-1 0 20 15,1-3 19-15,-1 3 20 0,0-2 19 0,2-1 17 16,-2 0 19 0,1-2 22-16,-1 1 13 0,2 0 20 0,0-2 13 15,0 2 19-15,1-3 20 0,3 4 20 16,1 2 26-16,0 1 21 0,2 2 30 0,1 1 9 15,1 1 8-15,-1 3 15 0,2-1 1 0,2 0-13 16,-1 0-24-16,1 1-16 0,3 0-21 16,-2 1-35-16,4-2-27 0,-1-2-20 0,1 1-16 15,1 1-12-15,1-3-6 0,1 1-4 0,0 0-1 16,0-1-2-16,0 2 1 0,-2 1-1 0,0 1 3 16,0 1-1-16,0 1-2 0,-2 3-30 0,-1 1-68 15,-3 4-93-15,-1 1-123 0,-1 4-252 0,-3 2-235 16,0 2-112-16,-2 4 82 0,0 2 250 15</inkml:trace>
  <inkml:trace contextRef="#ctx0" brushRef="#br3" timeOffset="200606.59">1897 6501 33 0,'-11'-7'274'16,"3"2"163"-16,0 0 146 0,0 0-40 0,3 1-158 16,2 1-87-16,0 2-33 0,3-3-22 15,-2 4-23-15,1-1-27 16,1 1-38-16,1 0-44 0,3 0 15 0,0 1 41 0,7 1 17 0,2 1 8 15,4 2 18-15,4-1 46 0,3 1-33 0,6 2-57 16,3 1-4-16,3 0 6 0,7-1-7 0,3 2-48 16,6 0-13-16,5-3-11 0,6 0-29 0,4 0-26 0,2-4-13 31,5 3-10-31,-1-3-8 0,3 1-6 0,0 0 2 16,0-1 3-16,1 1-1 0,-2-3 4 0,0 4 3 15,-2-2-2-15,-5 2-6 0,-3-1-35 16,-8 3-51-16,-5 0-113 0,-9 3-156 0,-5 1-299 15,-8 2-283-15,-9 4-241 0,-6 4-95 0,-7 1 310 0,-6 5 483 16</inkml:trace>
  <inkml:trace contextRef="#ctx0" brushRef="#br3" timeOffset="201190.57">2039 7678 201 0,'-3'-1'452'0,"1"-2"195"16,1 1 102-16,-1 1-224 0,1-2-221 0,1 3-135 0,0-2-82 0,1 1-46 16,2-1 46-16,4 0 37 0,2 1 83 0,4-2 68 15,4 2 35-15,6-2 42 0,5 0-46 0,7 2-32 0,9-1-61 32,4 0-54-32,8 1-36 0,9 1-44 0,6 0-27 15,2 1-23-15,5 3-18 0,2-3-4 0,0 3-4 16,2 0 2-16,1 3 3 0,2-1 2 0,2 0 5 15,-4 1-5-15,2 0-3 0,-3-1-10 0,-4-2 1 16,-1 0-3-16,-6-1-3 0,-2-1 0 0,-5-2 3 16,-2 0 3-16,-3 0-2 0,-6 0 2 0,-4 0 3 15,-5 0-1-15,-4 1-9 0,-5 1-23 16,-5 1-52-16,-5 1-89 0,-4 0-123 0,-7 0-163 16,-2 1-294-16,-5 2-239 0,-1-1-123 0,-6 0 131 15,0-2 348-15</inkml:trace>
  <inkml:trace contextRef="#ctx0" brushRef="#br3" timeOffset="204455.76">20935 6773 126 0,'3'6'322'0,"-1"1"140"0,-1-1 78 0,2 1-133 0,1-1-122 16,0 0-76-16,0-1-26 0,2-1-2 15,0-1 12-15,0-1 2 0,2-2 1 0,2 0-6 16,-1-3-11-16,3-2-15 0,0 1-10 0,-1-4-12 15,5 0-13-15,-3-3-12 0,1-3-11 0,3-1-9 16,0-3-8-16,-2 1-11 0,4-5-7 0,-3 0-6 16,1-1-8-16,-1-1-13 0,-1 0-12 0,2 1-11 15,-4-2-7-15,0 2-5 0,0 1-8 16,-4 5 3 0,-1-2-1-16,-1 4 14 0,-1 3 18 0,-2 3 18 15,-2 2 9-15,0 1 5 0,-1 3-2 16,-1 1-9-16,-1 2-20 0,-1 4-16 0,0 0-11 15,2 0-5-15,-3 4-2 0,2-1 1 0,1 2-2 16,-3 2-2-16,1 2 11 0,2 0 4 16,0 3 10-16,0 2 6 0,0 3 9 0,2 1 3 15,1 2-9-15,-3 1-6 0,1 3-9 0,1-1-12 16,-1-1-8-16,1 0-5 0,1-2-3 0,1-1-34 16,-3-3-108-16,2-4-169 0,-1-4-290 0,0-2-265 15,-2-4-250-15,1-5-101 0,-1-1 319 0,0-6 478 16</inkml:trace>
  <inkml:trace contextRef="#ctx0" brushRef="#br3" timeOffset="206889.64">2167 9871 72 0,'-3'0'96'0,"-3"0"9"0,1 0 13 0,0 0 5 15,-1 0 11-15,-2 0 2 0,2 0 9 16,-1 0-3-16,-1 0-9 0,1 0-10 0,0 0-15 16,1 0-16-16,1 0-13 15,0 0-5-15,-2 0 3 16,4 0-13-16,-2 3-13 0,0-3-1 0,2 0 1 0,-2 0 0 15,2 0 0-15,-2 2-28 0,2-2-13 16,0 3-8-16,1-2-12 0,-1 1-7 0,0 0-9 0,1 1 18 16,1-1 12-16,-1 2 4 0,0-2 2 0,1 2-6 15,-1-2 0-15,2 3 2 0,-1-2-2 0,1 0-4 16,1 1 0-16,-1 1-2 0,2-2 0 0,1 1-4 16,2 2 2-16,1-2 0 0,1 2-4 0,2-1 6 0,2 0 26 15,3-1 17-15,2 0-18 0,3 2-7 0,2-4-2 16,6 3-6-16,3-2-28 0,3-2-17 0,6 1 21 15,4-1 8-15,6-1 6 0,0 0 4 16,5 2 4-16,1-2 0 0,3 1 4 0,0-1 23 0,2 3 10 16,-2-1 16-1,4 2-20-15,-4 1-10 0,2-1-8 0,-1 4-26 0,1-1-15 0,-2 1-13 0,-1 3 14 32,-3-3 11-32,0 0 8 0,-4-1 0 0,-2 1 2 15,1-4 2-15,-6-1 1 0,2-2 27 0,-3-2 10 16,-3-2 7-16,0-3-5 0,-2-1-3 0,-4-1 1 15,-1-2-26-15,-4-1-9 0,-1-2-7 0,-3-1-27 16,-5 1-53-16,1-1-138 0,-7 4-214 16,1-1-101-16,-6 5 2 0,-3-1 101 0,-2 3 156 0</inkml:trace>
  <inkml:trace contextRef="#ctx0" brushRef="#br3" timeOffset="208066.89">3038 8014 69 0,'0'0'250'0,"-1"0"123"16,1 0 75-16,0 0-88 0,0 0-97 0,0 0-63 0,0 2-47 0,0-2-41 0,0 3-28 31,0 3-20-31,0 1-6 0,1 4 7 0,-1 3 22 15,2 3 38-15,-2 4 31 0,3 5 62 0,-1 0 40 16,-1 8 27-16,2 3-4 0,1 5 0 0,-3 3-11 16,1 6-53-16,0 3-41 0,-1 4-27 0,-1 4-15 15,0 4-33-15,-1 6-25 0,-1 2-17 0,-1 3-1 16,-2 5-21-16,0 2-15 0,-1 0 8 0,-2 0 0 16,0 0 6-16,0-2-8 0,0-2 0 0,-1-4-1 15,1-2-14-15,1-5-9 0,1-5-3 0,-2-3-1 16,5-5-3-16,-3-5 3 0,4-2 3 15,-1-8 0-15,0-3-4 0,1-7-1 0,-1-6-2 0,3-3-10 16,-2-7-9-16,2-5-17 0,0-4-36 0,0-6-56 16,-1-6-74-16,-2-4-87 0,3-8-85 0,-2-3-87 15,1-5-68-15,1-2-81 0,-2-1-131 0,2-5-6 0,-1-1 112 32,-1-1 179-32,2 0 180 0</inkml:trace>
  <inkml:trace contextRef="#ctx0" brushRef="#br3" timeOffset="208455.33">2899 9703 123 0,'0'2'276'15,"0"-2"114"-15,0-2 25 0,0 0-104 0,0-2-95 16,-3-2-41-16,1-2-30 0,-1-1 2 0,2-3 9 0,-3-1 14 16,3-2-2-1,-2 0-6-15,0-1-18 0,1 0-24 0,1 0-34 16,1 2-35-16,0 3-21 0,0 2-18 0,0 1-10 15,0 3-5-15,3 1-6 0,1 3 5 16,1 2 22-16,3 5 22 0,2 3 16 0,4 5 28 16,-1 2 18-16,2 4 4 0,0 2-18 0,2 2-13 15,-1 3-13-15,3 0-24 0,-2 0-13 0,0-2-10 16,1-4-5-16,-2-1-2 0,1-5-1 0,-3-4 0 16,0-5-40-16,-2-6-50 0,-1-6-75 0,-2-6-87 15,-3-6-123-15,1-5-225 0,-4-4-132 0,-1-7 0 0,-2-5 145 16,-2 1 202-16</inkml:trace>
  <inkml:trace contextRef="#ctx0" brushRef="#br3" timeOffset="208740">2999 8563 150 0,'3'-13'353'0,"3"0"146"0,-3 0 98 16,2-5-216-16,0 3-168 16,0-2-81-16,4-2-31 0,-3 1-43 0,4-1-23 15,-2 1-10-15,1-2-4 0,1 2-29 0,1-1-19 0,0 1 12 16,-1 1 5-16,1 2 3 0,-1 2 1 0,0-1 2 16,1 5-2-16,0 2 0 0,-3 2 4 15,0 5 2-15,0 4 4 0,0 1 0 0,-2 6 0 0,-1 4 8 16,0 4-26-16,-4 4-54 0,1 1-142 0,-2 6-210 15,-2 0-99-15,1 2-10 0,-2 4 96 0,-2-1 156 16</inkml:trace>
  <inkml:trace contextRef="#ctx0" brushRef="#br3" timeOffset="210440.83">19137 6900 27 0,'0'4'249'0,"2"1"133"16,1-3 109-16,-3 2-80 0,1-2-142 15,1 3-100-15,-1 0-51 0,3-1-14 0,-1 1-3 0,2 0 6 16,0-2-3-16,1 4-4 0,1-3-8 0,2 1 0 16,-1-1 0-16,0 2-2 0,2-2 15 15,-2-2 20 1,2 0 11-16,1-1-2 0,-2-1 27 0,1 0 11 15,2-1-12-15,-2-2 4 0,1-2-2 0,2-2-2 16,-2-1-16-16,1-3-8 0,1 1-8 0,3-7-26 16,-3 3-14-16,1-4-11 0,2 0-11 0,-4-2-5 15,2-2-5-15,1 1-5 0,-3-2-6 16,1 2-3-16,-2 0-14 0,-2 0-9 16,-1 1-6-16,-1 0-4 0,-2 2-2 0,1 1 1 0,-5 1-2 15,1 0 0-15,-2 2-1 0,0 1-3 0,-2 1-1 0,1-1 1 16,-2 4-2-16,1 0 0 0,1 2 0 15,-1 1 0-15,2 0-2 0,-1 1-1 0,1 1-1 16,0 1-2-16,0 2 0 0,0-1 4 16,1 0-5-16,1 2 0 0,1 0 2 15,1 0 2-15,1 0 0 0,2 2 2 0,-3 0 3 0,1-1 0 16,0 2 1 0,1-2 1-16,-1 2 4 0,0 2 7 15,-1-2 9-15,0 3 9 0,0-1 8 0,0 5 11 16,0-2 4-16,-1 5 9 0,0 0 7 0,-1 2 2 15,0 3-2-15,-1 3-8 0,-1 0-7 16,0 3-14-16,0 1-15 0,-1 3-13 0,-1-1-5 0,0-2-4 16,1 1-5-16,-1-2-1 0,1-2-2 15,-3 0 2-15,4-3-29 0,0-3-31 0,0-1-75 16,0-2-145-16,4-5-208 0,-3-2-300 0,4-2-257 16,1-3-216-16,-1-1 72 0,4-3 454 0</inkml:trace>
  <inkml:trace contextRef="#ctx0" brushRef="#br4" timeOffset="-206666.22">8468 13534 139 0,'1'-15'387'16,"1"4"237"-16,-2-2 273 0,0 4-61 0,-2 0-88 0,1 3-90 15,1 1-36-15,-2 3-63 0,2-1-121 0,-1 0-105 16,-1 1-80-16,2 2-62 0,-2 2-73 15,-1 1-51-15,2 2-31 0,-1 5-20 0,2 5-11 16,0 3-4-16,2 7-4 0,2 7-2 0,0 4 11 16,0 6 14-16,3 3 6 0,-1 5 3 0,0 0 5 15,1 1 3-15,-2-1-10 0,-1-1-11 0,1-7-6 16,0-3-2-16,1-4-4 0,-3-7-4 0,0-3 0 16,-1-6-1-16,1-5-2 0,-3-2 3 0,2-1 10 31,-2-6 8-31,-2-3 4 0,-1-2 3 0,0-5 0 15,-2-6-6-15,-3-4-5 0,0-6-8 16,-1-4-6-16,-2-4-2 0,1-3-1 0,-1-5-2 16,-1 0-3-16,0-4 0 0,0 0 3 0,-4-3 1 15,3 0 1-15,-2-2 6 0,2 2 2 0,-1 3 0 16,4 1-1-16,-1 6-1 0,3 3-3 0,2 6-4 16,1 6-1-16,0 4-1 0,4 1 0 0,-1 5 0 15,4 4 2-15,3 5 1 0,3 4 1 0,2 6 2 16,5 5-2-16,2 5-1 0,2 4 2 0,2 3-2 15,2 7 0-15,-2 5 4 0,4 0 2 16,-1 5 1-16,-2 0 0 0,0 4 4 0,0-5-3 16,-3-3-2-16,-1-4 0 0,-1-3-2 0,-4-4-2 15,1-8-3-15,-3-2 0 0,-3-4-1 0,1-3 0 16,-4-4 2-16,0-4 5 0,-2-4 2 0,-1-6 1 31,-2-6 3-31,-2-5 1 0,0-8 0 0,-1-8-4 16,-2-4 0-16,-4-5 2 0,3-5 0 0,-4-2 1 15,1-2 3-15,-2-2-2 0,0 3 2 0,1 0-11 16,-1 5-6-16,3 6-1 0,3 5 0 16,-1 9 2-16,0 5 1 0,3 4 14 0,1 4-1 15,-1 3-2-15,3 6-3 0,2 5 2 0,1 5 2 16,0 4-6-16,3 4 3 0,2 6-1 0,0 0-17 16,3 5-46-16,0 2-73 0,-1 0-93 0,-1 3-164 15,2 1-293-15,-1 1-312 0,-1 0-303 0,2-1-175 16,-3-2 187-16,0-3 618 0</inkml:trace>
  <inkml:trace contextRef="#ctx0" brushRef="#br4" timeOffset="-206463.93">8904 13716 313 0,'10'3'839'0,"-1"1"323"15,-4 6 15-15,1 3-214 16,-1 3-384-16,0 6-231 0,1 4-110 0,-3 4-65 15,0 2-36-15,-1 1-32 0,1 1-33 16,0-1-26-16,-1 0-25 0,3-3-8 0,-2-1-34 0,-1-4-52 16,0-4-125-16,0-4-188 0,-2-4-287 15,-2-2-289-15,-2-7-257 0,1-2-82 0,-2-6 380 16,-3-4 506-16</inkml:trace>
  <inkml:trace contextRef="#ctx0" brushRef="#br4" timeOffset="-206281.87">8836 13518 347 0,'-1'-24'914'16,"-1"1"336"-16,-1 7-11 0,1 2-246 16,-1 6-365-16,3 0-259 0,-3 2-141 0,2 3-76 0,-1 1-53 15,2 4-38-15,3 2-34 0,0 3-13 16,-1 3-18-16,2 1-35 0,0 3-46 0,0 1-116 31,1 3-160-31,-3 3-284 0,4 0-286 0,0 3-246 0,-1 2-120 16,1-2 295-16,1 1 493 0</inkml:trace>
  <inkml:trace contextRef="#ctx0" brushRef="#br4" timeOffset="-205849.95">9184 13766 451 0,'-3'-4'967'15,"1"-2"300"-15,-2 2 39 0,0 1-295 0,1 1-307 16,-2-1-221-16,-1 3-125 0,2-1-78 15,-1 1-82-15,-2 1-62 0,1 1-46 16,0 1-31-16,0 0-24 0,-1 3-14 0,2 1-8 16,-1 4-6-16,-2 2-4 0,4 0-2 0,0 3 0 15,1 2 0-15,0 1-2 0,3 3 2 0,0 1-1 16,3-1-1-16,-1 1 2 0,1 0-1 0,3-1 0 16,0-3-2-16,2-1 1 0,0-2-1 0,0-3-3 15,3-3 1-15,-1-2-3 0,1-4 4 16,1-2-3-16,-2-4 2 0,4-4 2 0,-3-1-1 0,1-6 3 15,1-2-4-15,-3-2-13 0,-2-2-33 0,3-1-66 16,-5-1-57-16,-3 2-97 0,1-2-148 16,-3 1-184-16,-2 3-288 0,-1 0-217 0,-1 3-194 15,1 2 68-15,-1 2 431 0</inkml:trace>
  <inkml:trace contextRef="#ctx0" brushRef="#br4" timeOffset="-204117.29">9197 13809 37 0,'0'0'210'15,"1"-1"113"-15,-1-1 49 0,0 0-27 0,0 0-43 0,0 2-48 32,0 0-32-32,0-3-24 0,0 3-21 0,0-1-22 0,-1 1-9 15,1 0-7-15,0-1 1 0,-2 1 6 0,2 0 13 16,0 0 11-16,0 0 3 0,0 0 4 0,0 0 5 16,0 0-3-16,0 1-1 0,0-1-5 0,0 0-10 15,0 1-16-15,2-1-26 16,-2 3-27-16,0-3-28 0,0 0-23 0,1 0-19 0,-1 0-14 0,0 0-7 31,2 2-3-31,-1-2-4 0,-1 2-3 16,2 1 4-16,1 0-5 0,0 0 6 0,1 1 0 15,1 1 3-15,-1-1 0 0,2 1-1 0,-1-1 4 16,3 0-3-16,-3 2-1 0,1-1-1 0,3 0 1 16,-4-3 0-16,2 3 0 0,-1-3 0 0,-3 1 1 15,3 0-1-15,-3-1 2 0,-1 1-22 0,-2 1-68 16,0 0-103-16,-2 0-121 0,-1 1-195 15,-3 3-278-15,0-2-200 0,1 1-8 0,0 0 229 16,0 1 314-16</inkml:trace>
  <inkml:trace contextRef="#ctx0" brushRef="#br4" timeOffset="-202901.59">9157 14009 181 0,'0'-2'329'0,"2"-2"154"0,-2 2 11 16,0-2-44-16,-2 2-35 16,2 0-3-16,0 0 15 0,-1 1 11 0,-1 1 1 15,2 0-30-15,0-1-46 16,-1 1-54-16,-1 0-60 0,2 1-56 0,-2-1-57 0,2 1-42 16,0 3-26-16,0 0-23 0,0 0-17 0,2 4-16 15,0 1-3-15,1 2-7 0,0-1 0 0,3 2-2 16,0 1-2-1,2 1 5-15,-1-3-1 0,2 4-1 16,-1-5 1-16,0 2-1 0,2-1-1 0,0-3-1 16,-2 2-1-16,1-3 4 0,1 0-2 0,-3-4 0 15,-1 0 0-15,2 3 1 0,0-5 0 16,-4-1-3-16,1-1 1 0,0-5 5 0,0 1-1 16,0-3-3-16,-2-5-1 0,3-1-6 0,-3-1-18 15,0-1-50-15,-1-1-101 0,-2-1-143 0,0 2-229 16,-2 1-281-16,1 2-257 0,-1 0-129 0,2 2 214 15,0 1 434-15</inkml:trace>
  <inkml:trace contextRef="#ctx0" brushRef="#br4" timeOffset="-202389.53">9394 13941 323 0,'0'7'696'16,"0"1"262"-16,0 0 66 0,2 0-218 15,-2 3-238-15,3 1-171 16,2 2-93-16,-2 4-51 0,5 4-40 16,-2 1-60-16,2 7-52 0,3-1-13 0,-1 6-18 0,1 2-9 15,1 1-5-15,0 2-8 0,0 2 0 16,1-3-25-16,-2-2-8 0,1 0-3 0,-2-7-6 16,-2-2-3-16,0-6-7 0,1-4 2 15,-4 0 3-15,0-8 3 0,-2-1 0 0,-1-5 7 0,-2-4 3 16,-2-3-3-16,0-7-3 0,-1-5 2 0,-2-5 2 15,-1-5 0-15,-2-4-1 0,2-7 6 0,-4-5-3 16,2-6-4-16,-2-5-3 0,0-4-7 0,0-1-4 16,-2-5-4-16,4-1 2 0,1 1 4 15,-2 4-1-15,6 0 7 0,0 8-3 16,1 3-1-16,2 9 0 0,2 6-4 0,1 2-4 0,0 8-1 16,3 1 7-16,1 7-1 0,1 3 3 0,3 4-5 15,1 3 7 1,1 4 0-16,4 4 1 0,-2 5-2 0,0 3 0 15,0 5 7-15,0 2-1 0,-2 4-3 0,0 2 0 16,-4 5 4-16,-1 2 2 0,-1 1 0 16,-4 3 4-16,1 3-3 0,-4-2 1 0,-4 2-2 15,1-2-2-15,-4-1 0 0,1-4-2 0,-1-3-1 16,1-5-5-16,-3-6-19 0,2-3-32 0,-1-7-35 16,2-3-51-16,-3-10-87 0,4-2-123 0,-1-6-120 15,2-5-130-15,1-5-207 0,3-1-213 16,0-1-28-16,3-1 200 0,1 0 303 0</inkml:trace>
  <inkml:trace contextRef="#ctx0" brushRef="#br4" timeOffset="-202168.52">9636 13899 147 0,'13'1'346'0,"1"4"180"0,-1 1 112 0,1 4-58 0,-1 3-38 0,0 5-22 15,1-2-35-15,0 3-43 0,0-1-57 0,-1 0-80 16,2-1-88-16,-2-2-75 0,1-4-53 16,-3-1-19-16,-1-4-6 0,2-4 8 0,-3-3 25 15,-1-5 30-15,1-3 35 0,-3-6 18 16,-1-1-2-16,-2-5-7 15,0-4-15-15,-3 2-17 0,-3-4-25 16,-2 2-19-16,-1 0-11 0,-5 0-11 0,0 0-13 0,-3 3-14 16,-1 0-9-16,1 2-10 0,-3 2-10 15,-2 5-6-15,3 2-5 0,-1 3-2 0,1 8-3 16,0 2-3-16,3 6-5 0,1 4-1 0,4 5-7 16,2 3-31-16,2 3-66 0,4 2-72 15,2 0-142-15,1 1-229 0,4-2-311 0,3 0-318 16,0 2-217-16,4-4-15 0,2 0 517 0</inkml:trace>
  <inkml:trace contextRef="#ctx0" brushRef="#br4" timeOffset="-201219.07">10138 13762 270 0,'1'-6'556'0,"-2"2"215"0,1-1 124 0,-2-1-210 16,2 2-147-16,0-2-95 0,-2 2-58 0,1-3-39 0,-1 3-46 15,-1-3-55-15,1 3-61 0,2 0-41 16,-1 0-18-16,-1 0 10 0,1 0 12 0,-1 2-2 16,2-1-7-16,0 3-18 0,0-1-22 0,0 1-29 0,0 0-33 15,2 1-18-15,-1 1-15 0,4 2-4 16,0 5-2-16,4 3-2 0,1 4 6 0,1 4 4 15,2 3 4 1,1 4 0-16,0 1 0 0,0 2 0 16,1 0-1-16,-2 1-3 0,0 0-1 0,1-3-3 15,-2-1-1-15,-1-2 0 0,-2-3 1 0,-1-3-1 16,0-3-1-16,-2-3 1 0,0-2 0 16,-4-4 0-16,1-3 0 0,0-2 2 0,-1-5 2 15,-2-6 0-15,2-5 1 0,-1-4-1 0,-1-3-4 16,3-4 0-16,-1-1-1 0,3-1-2 0,-2 1-2 15,3 0 0-15,0 2 2 0,-1 3 0 0,3 4-4 16,-3-1 1-16,3 5 2 0,-2 2 0 0,2 1 0 16,-1 4 1-16,-1 2 4 0,3 0 5 0,-2 4 2 15,-1 1 2-15,0 4 10 0,3 1 9 0,-4 3 5 16,0 0 7-16,-2 3 4 0,2 1 1 16,-5 3-7-16,2 2-7 0,-2 0-5 0,-2 1-8 0,2 1-6 31,-1 1-6-31,-1 0-3 0,2-2-4 0,0 3-2 0,0-5-3 0,3 1-3 0,-1-2 0 15,1-3-7-15,3-2-42 0,0-1-61 0,2-6-69 32,-1-4-127-32,2-2-180 0,-1-8-312 0,0-3-274 15,2-1-209-15,2-5-61 0,-1-2 380 0,3-2 510 16</inkml:trace>
  <inkml:trace contextRef="#ctx0" brushRef="#br4" timeOffset="-200778.71">10708 13758 342 0,'0'-5'774'0,"0"4"340"15,-3 2 65-15,-3 5-306 0,1 1-248 0,0 5-169 16,1 4-126-16,0 2-92 0,-1 1-60 0,2 3-44 0,2 2-39 16,-2 1-38-16,6 0-25 0,-2 0-11 0,4 1-7 15,0-3-4-15,1-1-3 0,2-2-9 16,3-4-1-16,0-3-6 0,2-3 3 0,1-6-1 0,1-4-14 16,0-4-19-16,-2-6-25 0,1-4-10 0,-3-3-7 15,2-2-5-15,-5-4 9 0,-2-1 26 16,-1 1 20-1,-2-1 18-15,-1 2 14 0,-4 3 32 16,-1 2 37-16,-2 4 46 0,0 1 26 0,0 4 11 16,-4 2-4-16,3 2-25 0,-1 4-29 0,1 1-40 15,1 4-23-15,2 2-12 0,-1 4-13 0,2 2-5 16,2 2-1-16,3 3 0 0,0 0-2 0,2 0 0 16,0 3 1-16,-1-1 0 0,3 1 0 0,1-2 1 15,-1 0 0-15,2-2-1 0,-3 1 1 16,2-2 3-16,1 2 1 0,-4-1 0 0,1-2 0 15,-2 2 2-15,-1-2-2 0,-2 0 0 0,-2 3-2 16,-1-1 7-16,-3 3 7 16,-1 0-1-16,-1 1 2 0,-2 3-3 0,1-2 2 0,-3 4-6 15,0-1-6-15,0-1-2 16,3 0-1-16,-3-1-2 0,3-4-32 0,0 0-63 0,0-6-75 16,2-3-157-16,0-2-258 15,3-7-314-15,-1-2-302 0,4-5-203 0,0-5 74 0,2-3 573 16</inkml:trace>
  <inkml:trace contextRef="#ctx0" brushRef="#br4" timeOffset="-200167.67">11127 13616 153 0,'8'-23'842'0,"-6"7"572"0,-2 3 69 0,-2 4-225 15,-4 5-429-15,0 4-327 0,-2 4-181 16,-2 7-113-16,-2 2-69 0,-3 5-47 0,1 6-33 0,-2 3-22 15,1 5-14-15,0 4-7 16,0 3-6-16,3 1-2 0,1 2-2 0,4 0-2 0,3-3-1 16,3-3-3-16,2-6-2 15,3-6-2-15,5-5 0 0,0-11-1 0,3-4-2 0,1-10-2 16,2-11 0-16,0-4-7 16,0-9-9-16,1-8-10 0,-2-6-3 0,2-8-1 0,-4-2 0 15,0-4 7-15,-2-2 11 0,-2 1 10 16,-3 0 6-16,-3 2 2 0,0 2 3 15,-4 3 0-15,0-1 0 0,-3 6 0 0,-1 1 1 16,1 6 7-16,-1 5 12 0,3 8 10 0,-2 5 4 16,0 5 1-16,1 5-1 0,-3 6-6 0,2 7-10 0,1 10-9 15,-1 6-3-15,2 9-1 16,0 5-2-16,1 8 0 0,2 9-2 0,2 4-2 16,-1 10-2-16,3 4 1 0,0 6 1 15,2 3 1-15,1 1 2 0,2 3 2 0,1-2-3 0,4-4-2 16,4-6-2-16,0-10 0 0,4-9-3 15,1-11-1-15,2-9 1 0,0-11 0 0,-1-8-3 16,0-10-11-16,-2-10-15 0,-2-8-21 0,1-10-12 16,-3-5-13-16,-3-9-4 0,-2-1 10 0,-2-6 19 15,-3 0 30-15,-5 0 20 0,0 2 26 0,-4 3 25 16,-3 4 19-16,-1 5 14 0,-2 3 7 0,-1 8 8 16,-2 1-2-16,1 6-9 0,-2 2-12 0,1 8-14 15,1 3-12 1,-2 5-13-16,3 6-11 0,1 5-11 15,1 3-4-15,2 6-3 0,2 4-3 0,2 3 0 16,3 2-1-16,3 2 2 0,-1 5 0 0,1 0 0 16,4 3 2-16,-1 2-2 0,1-1-2 15,0-5-1-15,0-1 0 0,0-3-8 0,1-5-14 16,1-5-22-16,-3-5-47 0,0-4-68 0,0-7-68 0,-4-5-118 16,2-4-148-16,-3-9-188 0,0-6-236 15,0-5-213-15,-2-8-151 0,1-5 163 0,2-5 423 16</inkml:trace>
  <inkml:trace contextRef="#ctx0" brushRef="#br4" timeOffset="-199819.04">11508 13411 181 0,'0'-63'623'0,"-1"4"412"0,-1 4 173 0,-2 10-142 16,2 4-213-16,-1 9-207 0,1 6-163 15,-1 5-111-15,3 5-80 0,-2 2-79 0,2 5-79 16,0 5-49-16,0 5-30 16,0 5-23-16,0 6-10 0,4 7-8 0,-1 3-2 0,0 6-4 0,3 6 1 15,0 7 0-15,1 6-3 0,-1 6 0 0,2 3-2 16,1 4-1-16,-1 3 1 0,1 0-2 0,1-3 0 31,1-4-2-31,1-7-2 0,2-8-1 0,-1-10-4 16,2-8-2-16,-2-10-3 0,3-9-10 15,-4-10-9-15,0-7-6 0,0-10-3 0,-4-3 0 0,2-6 2 16,-3-1 13-16,0-1 13 0,-3 1 10 0,-2 4 11 16,0 3 14-16,-2 6 15 0,0 2 11 15,0 5 7-15,-2 5 3 0,2 3-1 0,-2 7-6 16,1 4-10-16,-1 6-10 0,2 6-7 0,2 6-6 15,-1 4-6-15,3 2-4 0,-1 5-2 0,3 2-4 16,3 2 0-16,1 0 0 16,1 4-2-16,3 0-2 0,2-1-3 0,0-1-4 0,2 0-19 0,0-5-46 15,1-1-74-15,0-5-120 0,0-5-195 0,2-1-302 16,0-7-337-16,2-4-318 0,2-4-136 16,2-3 374-16,5-4 653 0</inkml:trace>
  <inkml:trace contextRef="#ctx0" brushRef="#br4" timeOffset="-199051.35">13257 13666 136 0,'-5'-12'578'15,"-1"2"412"-15,0-2 197 0,-2 1-122 16,-2 2-261-16,-1 0-193 0,2 2-136 0,-5 2-101 0,-1 3-69 0,0 0-55 0,-2 4-71 16,0 0-55-16,1 4-37 0,-1 3-30 0,1 5-18 15,0 0-13-15,4 8-10 0,-1 2-7 0,2 4-2 16,3 5-3-16,0 2 2 15,4 1-3-15,2 1-1 16,2 1-2-16,2-3-1 0,2-1-2 16,2-4-2-16,2-7-2 0,2 1 1 0,-2-8-1 15,4-3 1-15,1-7 2 0,1-4-1 0,-1-6 2 16,1-7 1-16,0-5 2 0,1-7-1 0,1-6 0 16,-4-2 3-16,2-5-2 0,-1 0 1 0,1-1 0 15,-4 4 3-15,-1 2-1 0,1 4 3 0,-6 5-1 16,1 4-1-16,0 5-1 0,0 5-2 15,-2 3-1-15,3 6-1 0,-1 7 2 0,1 7 1 0,1 2 0 16,-1 7 0-16,3 4 0 0,-1 4 0 16,0 2 0-16,2 2 0 0,2 1-2 0,-2 1 0 0,2-2-2 15,1-3 0-15,-2-1-21 0,3-7-60 16,-1-2-63-16,0-7-99 16,-4-5-162-16,2-6-272 0,0-5-318 0,0-8-245 0,-2-6-180 0,0-8 194 15,-3-5 551-15</inkml:trace>
  <inkml:trace contextRef="#ctx0" brushRef="#br4" timeOffset="-198833.17">13504 13203 264 0,'-3'-55'750'15,"-2"9"393"-15,0 8 85 16,0 7-253-16,2 10-308 0,0 5-228 0,1 9-134 16,1 8-59-16,1 7-44 0,1 9-39 0,1 9-25 15,3 6-17-15,1 11-29 0,1 6-41 0,2 5-23 16,-1 8-13-16,0 7-8 0,1 4-1 0,-1 6-2 15,-2 2 0-15,2 1 0 0,-1 0-2 0,2-4-2 16,-3-4-24-16,4-8-59 16,-2-9-73-16,1-9-140 0,-1-8-206 0,-1-9-307 0,-1-6-301 15,-3-7-218-15,0-5-1 0,-6-5 465 0</inkml:trace>
  <inkml:trace contextRef="#ctx0" brushRef="#br4" timeOffset="-198634.92">13365 13639 118 0,'-5'-41'724'0,"3"9"454"16,2 6 85-16,0 5-155 0,0 4-402 15,3 1-354-15,2 6-161 0,2 0-72 0,3 5-39 16,3 0-20-16,4 2-10 0,1 0-7 0,2 0-20 16,4 0-13-16,0 2-6 0,1-2-4 0,1 2-1 15,-1-1 3-15,2 0 2 0,-3 4-8 0,1 0-26 16,-2 2-83-16,-1 1-168 0,-5 3-296 0,-2 2-274 15,-2 4-276-15,-5 3-187 0,1 1 212 16,-4 3 542-16</inkml:trace>
  <inkml:trace contextRef="#ctx0" brushRef="#br4" timeOffset="-198385.17">13781 13894 16 0,'12'36'433'16,"2"6"351"-16,0-3 209 0,-1 2 13 0,4-4-297 15,1-4-263-15,2-4-164 0,1-6-57 0,1-6-28 16,2-6-29-16,1-8-37 0,0-9-33 0,2-8-14 0,0-7-25 0,-3-9-5 31,1-6 19-31,-1-4 42 0,-4-4 50 16,-2-2 22-16,-1 0 11 0,-7 1 3 0,-4 5-13 0,-3 2-31 15,-4 5-36-15,-6 6-22 0,-4 2-22 16,-3 2-21-16,-4 7-18 0,-2 5-15 0,-5 3-11 16,-2 6-7-16,-1 6-4 0,-2 4-1 0,2 9 0 15,-2 5-3-15,5 8-2 0,3 5-20 0,3 5-66 16,6 1-79-16,4 1-160 0,4-3-283 0,8-2-320 15,2-3-365-15,6 0-232 0,6-5 76 0,1-1 675 16</inkml:trace>
  <inkml:trace contextRef="#ctx0" brushRef="#br4" timeOffset="-197474.87">14183 14189 16 0,'4'5'412'15,"-3"0"321"-15,1-2 202 0,-1 0 16 0,1-3-317 16,1 0-211-16,0-3-101 16,1-3-44-16,0-3-15 0,1-4-7 0,1-2-19 0,-1-3-33 15,3-5-22-15,0-4 0 0,1 0-6 16,-1-6-8-16,2-2-8 0,-2-1-22 0,3-2-34 16,-2 0-34-16,-1 1-20 0,1 4-15 0,-4 1-4 15,0 5 1-15,0 6 13 0,-2 3 11 0,-1 4 4 16,-1 5 0-16,-1 3-9 0,2 6-9 0,-2 6-14 15,0 6-11-15,0 6-9 0,3 8-2 0,0 8 0 16,0 5 1-16,2 5-3 16,1 2 1-16,2 4-2 0,2-3 0 0,-1 5-3 0,2-4-2 15,3-4 1-15,-1-1-3 0,3-6-1 0,-3-5 0 16,1-6 0-16,-2-3 2 0,1-6-2 0,1-7 1 16,-4-5 3-16,2-7 0 0,0-8 3 0,-4-6 3 15,0-9-2-15,1-4 1 0,-1-9-1 0,0-3-2 16,-2-3-2-16,3 1-2 15,-2 1 3-15,-2 2 0 16,-1 7 3-16,0 4 10 0,-3 5 11 0,4 6 8 16,-4 5 3-16,-1 3 0 0,2 6-2 0,-1 6-10 15,1 5-8-15,0 8-8 0,-1 4-3 16,2 7-1-16,1 4-1 0,1 2-2 0,-1 4 0 16,2 1-1-16,2-2-1 0,0-2 0 0,0-3-1 15,1-3-1-15,1-2 2 0,0-6-1 16,0-5-1-16,2-5 1 0,-3-4 0 0,5-8 1 0,-4-6 1 15,2-9 0-15,0-6 1 0,-3-8 1 0,2-4 0 16,-1-6 0-16,-1-3-2 0,-1-1 0 0,1-2 0 16,-2 1-2-16,-2 2 2 0,0 5 1 15,-1 5 1-15,-2 5 2 0,2 6 1 0,-2 5 0 16,-2 5 1-16,0 7-2 0,0 5-2 16,0 5 0-16,-2 8 0 0,2 4 1 0,0 6-2 0,0 6 1 15,0 4-1-15,0 5 0 0,3 0-2 0,1 5-5 16,1-2-17-16,-1 0-34 0,4-2-73 0,1-4-80 15,0-3-151 1,0-4-241-16,3-7-312 0,-2-6-324 16,3-3-205-16,1-8 31 0,-1-6 538 0</inkml:trace>
  <inkml:trace contextRef="#ctx0" brushRef="#br4" timeOffset="-197201.82">15180 13857 93 0,'6'-5'685'16,"0"5"472"-16,-1 6 115 0,1 5-135 15,-1 4-340-15,1 4-306 0,-1 4-154 16,3 3-88-16,0 3-47 0,1 1-35 0,0 2-51 16,1-1-53-16,2-1-33 0,-3-1-17 0,5-4-7 0,-3-2-4 15,3-5-2-15,-2-5-1 0,-1-3 0 0,1-6 1 0,-2-6-1 16,-1-7 1-16,-1-3 1 0,-2-6 1 16,-2-6 0-16,-3-3 0 0,-1-3 1 0,-1-2 1 15,-4 0 1-15,-3-1 0 0,0 0-1 0,-3 0 1 16,-3 3-3-1,0 2 0-15,-4 2-2 0,1 3 0 16,-2 4 0-16,1 2-5 0,1 8 0 0,3 3-6 16,-2 6-50-16,6 8-51 0,-2 3-105 0,4 5-164 15,3 3-299-15,2 3-308 0,3 3-250 0,3 0-160 16,5 0 275-16,6 3 565 0</inkml:trace>
  <inkml:trace contextRef="#ctx0" brushRef="#br4" timeOffset="-196467.29">15501 13719 158 0,'3'-5'480'0,"1"0"271"0,-2 1 207 16,-1 1-103-16,-1 0-170 0,2 0-145 0,-2 2-96 0,0 1-28 16,0 0-28-16,0 0-64 0,2 1-53 0,-1 2-44 0,-1 3-30 15,0 3-45-15,0 1-46 0,0 6-19 16,-1 3-19-16,-1 4-9 0,2 4-15 15,0 3-10-15,0 3-8 0,0 1-10 0,2 1-5 0,-1-1-5 16,3 0-3 0,-1-3-2-16,0-5-3 0,3-1-2 15,0-7-1-15,1-3 0 0,1-5-1 0,0-4 2 16,1-5 1-16,-1-5 2 0,2-5 1 0,-1-3 2 16,5-2-3-16,-2-5 1 0,1 1 1 0,0 2 0 15,3 0-2-15,-2 2 0 0,2 2 3 16,-2 2-1-16,2 4-1 0,-2 4 1 0,2 3 1 15,-2 2 1-15,2 3 0 0,-2 4 1 0,-1 3 2 0,0 0-2 16,-2 1 0-16,1 2-2 0,-2-3-1 16,0 0 0-16,-4-2-1 0,1-1 0 0,-2-4 0 15,0-2 1-15,0-4 2 0,-2-3-3 0,-1-2 3 16,-1-7 1-16,1-6 0 0,-2-2-3 16,0-4 0-16,0-5 0 0,-2-1-2 0,1-2 1 0,-1-1-2 15,-1 1 2-15,0-1 0 0,0 3 0 16,-2 0-1-16,1 4-2 0,1 2-8 0,-1 3-27 15,-1 3-59 1,4 3-59-16,-1 1-80 0,0 6-126 16,2 1-167-16,4 1-212 0,-3 2-234 0,7 3-218 15,-2 2-69-15,1 1 267 0,2 0 435 0</inkml:trace>
  <inkml:trace contextRef="#ctx0" brushRef="#br4" timeOffset="-196033.5">15996 13709 185 0,'7'10'681'0,"0"0"420"0,-3 2 132 0,-2 3-126 16,0 3-260-16,-1 2-234 0,1 2-174 15,0 2-100-15,-2 2-70 0,0 2-84 0,1-1-69 16,1 0-44-16,-1-3-25 0,5-1-20 0,-1-2-11 16,2-3-8-16,1-5-4 0,2-4-2 0,0-4-3 15,1-5 0-15,3-8 0 0,-1-4 0 0,4-6-3 16,-2-4 1-16,2-7-1 0,-1-2 0 0,-1-2-2 16,2-2-2-16,-4-1 0 0,0 1-5 0,-3 3 0 15,-1 1 0-15,-2 0 3 0,-3 4 3 0,-2 2 2 16,-2 3 5-16,-2 3 1 0,-1 1 2 15,-2 2-2 1,0 1 3-16,2 4-2 0,-3 2 0 0,2 0-2 16,0 3 3-16,1 2 0 0,0-1 0 0,0 5 0 15,1 0-3-15,0 5 0 0,2 2 0 16,0 5-1-16,2 3-2 0,0 5 2 0,3 1 2 16,-2 4 2-16,2 6 2 0,1 0 0 0,1 4 5 15,2 6 5-15,0 6 3 0,0 5 1 16,1 2-1-16,0 8 0 0,0 2-4 0,0 6-4 0,-2-1 9 15,3 0 8-15,-2 3 7 0,1 1 9 0,-2 1 2 16,0-2 5-16,-4 6-8 0,-2-3-8 16,0 0-7-16,-4-3-7 0,-1-2-4 0,-5-6-6 0,0-7-2 15,-5-4-2-15,-1-10-3 0,-3-8-1 16,-5-10-1-16,-3-7-4 0,-4-8-3 0,-1-7-10 16,-3-8-12-16,-4-4-34 0,-1-7-79 0,-4-3-127 15,-1-4-238-15,2-2-295 0,-3-5-361 0,4-2-390 0,2 0-102 31,2 0 526-31,0 0 732 0</inkml:trace>
  <inkml:trace contextRef="#ctx0" brushRef="#br4" timeOffset="-188106.08">3614 9741 137 0,'0'0'263'0,"2"0"86"0,-2-2-16 16,1 2-56 0,-1 0-55-16,0 0-40 0,3-2-31 0,-3 2-47 15,0 0-31-15,2 0-22 0,-1 0-20 0,-1-2-6 16,0 2-3-16,0 0 33 0,0-2 26 0,0 2 22 15,0-1 20-15,0 1 6 0,0 0 1 0,-1-2-12 16,-1 2-3-16,2 0 16 0,0-1 9 0,0 1 10 16,-3-3 9-16,3 3 7 0,0 0-6 0,-1 0-33 15,1 0-25-15,-2 0-24 0,2 0-11 0,-1 0-2 16,-1 0 8-16,2 0 15 0,-2 0 19 0,1 0 11 16,-1 0-7-16,2 0-8 0,-3 0-3 0,1-2-14 15,2 2-19-15,-3 0-12 0,1 0 2 0,-1 0-1 16,2 0-9-16,-4 0 0 0,2 0 4 0,0 0-1 15,1 0-10-15,-3 0-7 0,2 0-8 0,0 0-3 16,1 0-3-16,-1 0-3 0,2 0 1 0,-3 0-4 16,0 2 3-16,2-2-8 0,-1 0-3 0,2 0 0 15,-3 0-2 1,3 0-1-16,-1 3-3 0,-1-3 1 0,1 1-1 0,-1-1-3 0,0 0 0 0,1 2 2 16,-2-1 2-16,1 1 1 0,1-2 4 0,-1 2-1 31,0-2 1-31,0 0-2 0,-1 2-1 0,1 0-2 15,0 0-3-15,1-2 0 0,-2 1 2 0,2 0 2 16,-1 1 2-16,0 0 0 0,1-2-1 0,-1 2 1 16,-2 0-4-16,2-1 0 0,0 1 1 0,-3 0 0 15,3 0 0-15,-2 1 0 0,3-1 2 0,-3 1-1 16,2-2-1-16,0 1 0 0,0 1 1 0,-2-2-2 16,1 0-4-16,-1 1 3 0,2 1 2 0,-1 0-2 15,1-1-1-15,0 0 2 0,0 0 0 0,0 0 1 16,-2 0-1-16,2 3 1 0,0-5 4 0,1 2-1 15,-1 1-1-15,0-2-3 0,1 2-1 0,-1-1-1 16,1 0-1-16,-1 2 3 0,2-2 2 0,-1 0 2 16,0 2 1-16,-2-3-1 0,2 2 0 0,1-2-1 15,-1 2-2-15,-1-2 0 0,1 3 0 0,-1-1-2 16,2 0 0 0,-3 0-1-16,3 1 2 0,-3-1-2 0,3 0 1 15,-1 2 2-15,-2-3-2 0,1 3 2 16,1-2-2-16,1 2 1 0,-1-2 0 0,-1 0 0 15,1 2 2-15,2-3 0 0,-1 2-2 0,-1 0 2 16,2-1 0-16,-2 1-1 0,2-1-1 0,0 0 3 16,-1 2-4-16,1-2 1 0,0 0-2 0,0 1-1 15,0-1 2-15,0 1-3 0,0 1 4 0,1 0 1 16,-1-1 0-16,0-1 1 0,2 2-1 0,-2-1 3 16,2 0-2-16,-1 2-1 0,1 0 2 0,-1-2 2 15,1 2-4-15,1-2 0 0,-1 2 0 0,1 0 0 16,1 0 1-16,-2 0 0 0,1-1 0 0,0 2-1 15,1-2 2-15,-1-1 1 0,0 2-3 0,0-1 1 16,-1 0 1-16,3-1-1 0,-3 2 1 0,2-2-3 16,0 1 0-16,-2-1 0 0,1 2 0 0,0-2 1 15,1 2 0-15,-1-1 5 0,-2 1-3 0,3-4-1 16,-3 4 1 0,4-1 0-16,-4-1-2 0,2-1-1 0,1 2-2 15,-3-1 3-15,2 0 2 0,-1-1-2 0,1 2 1 16,-1-1-2-16,1 2 1 0,-1-1-3 15,-1-1-2-15,2-1 4 0,0 2-1 0,-1-1 1 16,-1-1 1-16,1 2 2 0,0-2 2 0,-1-1-2 16,1 1 0-16,1 1 1 0,0-1 0 0,-1-2-3 15,1 3 1-15,-1-2-2 0,1 0 1 0,3 1 0 16,-3 0-1-16,0-2 1 0,2 2-3 0,0-1 3 0,0-1-2 16,1 2 1-16,0-1 2 0,-1-1 0 15,1 1-2-15,-1-2 0 0,0 2-1 0,2-2 0 16,0 4-4-16,-2-3 3 0,1-1 2 0,-1 1-1 0,3 1 3 15,-4 0 0-15,3-1 0 0,-1-1 0 0,-1 1 2 16,3-1-1-16,-2 2-1 0,-1-2 0 0,1 0-2 16,1-2 0-16,0 2-3 0,0-1 0 0,-1 0 0 15,1-1 1-15,0 0 3 0,-2 0-4 0,3-2 4 32,-2 3 0-32,-1-2 0 0,0 0-1 0,2 2-2 0,-2-2 3 0,2 0-2 0,-2 0 0 31,1 0-1-31,0 0 2 0,0 0 3 0,-1 0-1 0,2-1 2 15,-3 0 1-15,2-1 0 0,-1 1-4 16,0 0 0-16,0 2-2 0,0-4 1 0,-1 1-1 16,1 1-2-16,1 0 3 0,-3-1-5 0,2-1 3 0,0 0-1 15,0 0-2-15,-2-1 1 0,3 0-1 16,-1-3 4-16,1 1-1 0,-3-2 3 0,2 3-2 16,0-1-2-16,-2-2 3 0,3 1-1 0,-1 1 0 15,-2-2-1-15,0-1 3 0,1 1 0 0,-3 1-1 16,1 0-1-16,0-1-2 0,-1 1 5 0,-1-2 2 15,0 0 4-15,0 0 9 0,-1 0 10 0,-3 0 8 16,3-1 15-16,-4 0 20 0,0 0 20 0,0-1 7 16,-1 1 4-16,-2-1-2 0,-3-2-8 0,0 0-23 15,-2 0-18-15,1 1-4 0,-4-1-5 0,0-1-2 32,2 2-4-32,-2 1 4 0,2 1 0 0,1 1-11 15,-1 4-5-15,1 0-5 0,2-1-3 0,0 7-7 16,3-3-1-16,0 3-4 0,-1 2-7 0,1 2-3 15,3 3-13-15,-1 3-49 0,1 1-51 0,1 3-109 16,-1 0-179-16,2 1-297 0,-2 1-309 0,3-2-249 16,-1 2-144-16,3-3 326 0,-2 1 576 0</inkml:trace>
  <inkml:trace contextRef="#ctx0" brushRef="#br4" timeOffset="-182797.65">3544 10009 45 0,'2'2'261'0,"-2"-1"137"15,0 0 142-15,0 1-45 0,-2 0-104 0,1-2-35 16,-1 0 25-16,-1 0 26 0,0-2 18 15,-1 0-11-15,1 1-30 0,-3-2-62 0,3-1-54 16,-2-1-53-16,-1-1-52 0,1-1-41 0,-1-1-29 16,-2 1-9-16,0-3-3 0,2 3 26 0,-1 1 25 15,0 1 12-15,2-1 0 0,2 4-6 0,-2-2-12 16,3 2-31-16,-1 0-32 0,0 4-20 0,1-1-15 16,-1 5-9-16,0 1-7 0,3 6-5 0,-1 0 2 15,1 5 1-15,1 1-1 0,-1 6-1 0,3-1-7 16,2 1-6-16,-2 1-5 0,2-2-5 0,1-2-3 15,1-1 1-15,0-4 13 16,1-4 5-16,2-1 5 0,2-3 5 0,-2-3 3 0,1-3 1 0,3-5-5 16,-3-5-4-16,1-3-2 0,0-6-4 0,-1-7-1 15,2-2-3-15,-4-4 0 0,3-5-2 0,-2 2 3 0,-2-5 8 32,-1 3 5-32,-1 0 7 0,-3 1 3 0,0-1 7 15,-3 6 5-15,0 1 2 0,-3 3 5 0,-3 3-1 16,1 3-6-16,-3 3-2 0,0 5-8 15,-3 1-7-15,0 3-9 0,-3 6-5 0,1 4-1 0,-4 5-1 16,1 5 4-16,-1 2 4 0,2 7-2 16,-2 1 3-16,4 4 4 0,-1 2-6 0,5 0-9 15,1 2-5-15,3 0 1 0,3-1-5 0,2-1-2 0,2 0 6 16,1-2 3-16,2 1 4 0,1-5 0 0,1-2 0 16,3-2-1-16,0-2 2 0,1-5-1 15,2-2-2-15,0-3 2 0,-1-3 1 0,2-5 1 0,0-3 0 16,-1-6 7-16,2-3 3 0,-1-2 2 0,-1-5-1 15,-1-4-1-15,-1 0 0 0,0-3-7 0,0-1-5 16,-3 0-2-16,-1 3 1 0,-1-1 2 0,-2 1 1 16,-1 2 3-1,-1 1 6-15,-4 4 5 0,1 0 5 0,-2 0 4 0,-5 4 6 16,3 1 1-16,-3 1-3 16,0 4-5-16,-4 0-4 0,2 3-6 0,-1 3-3 15,0 2-7-15,0 4-1 0,0 3-1 0,0 2-4 16,1 5 3-16,2 1-1 0,-1 3-6 0,3 1-3 15,1 3-1-15,3 2 0 0,2-2-3 0,0 4 0 16,2-2 6-16,3 0 4 0,0 0 1 0,1-2 1 0,3-1 2 16,1-3-2-16,-2 0 1 0,4-2-1 15,-2-6 1-15,3 0-1 0,-1-6 1 0,-1-1 6 16,3-6 4-16,-1-2 1 0,0-5 0 0,-1-3 1 16,1-4 0-16,-2-4-6 0,0-1-5 0,-1-3-2 15,2 1 0-15,-4-5-3 0,-1 2 1 0,-1 0 2 16,2 3 0-16,-4-1 3 0,0 1 1 0,-3 2 3 15,-1 3 1-15,0 1 1 16,-3 3 2-16,0 0 0 0,-5 2 0 0,0 3 0 0,-1 2-2 0,-3 1-2 16,-3 1 1-16,0 4-1 0,-2 2-3 0,3 1-1 0,-4 3 1 15,4 3-2-15,-2 2-3 0,4 2 1 16,-1 4 2-16,5 0 0 0,0 5-7 0,2 0-2 31,3 4-1-31,3 1 0 0,0 1-4 0,3 2 1 16,5-1 6-16,-2-1 0 0,4-1 3 0,2-2 1 0,-1-2 0 0,2-2 0 15,3-5 7-15,-3-5 2 0,4-2 4 16,-1-4 0-16,1-6 2 0,0-3-3 16,-2-6-6-16,-1-2-2 0,-1-5-1 0,-2-5-1 15,0-1-2-15,-5-3 3 0,-1-2 2 0,-2 3 1 0,-1 0 1 16,-4-1 5-16,-1 5 3 0,-4 1 4 16,-3 1-1-16,-3 5 1 0,0 0-1 15,-6 2-3-15,-1 2-3 0,-3 2-1 0,1 3-2 0,-3 3 0 0,3 0-2 16,1 6-2-16,-1 0-1 0,5 3-4 0,1 3-1 15,2 2 0-15,4 4-5 0,4 0-3 16,1 2 1-16,3 7 0 0,4-1-1 0,1 3 0 16,2 0 6-16,3 0 3 0,3 1 1 0,0-1 0 0,4-1 1 15,0-3 3-15,4-1-9 16,0 1-21-16,3-4-78 16,0-4-94-16,1-1-184 0,2 0-296 0,-1-3-334 15,2-2-394-15,0 0-194 0,-1-1 222 0,2 3 739 16</inkml:trace>
  <inkml:trace contextRef="#ctx0" brushRef="#br4" timeOffset="-180913.06">5304 11568 18 0,'0'-3'248'0,"0"0"154"0,0 0 150 0,0 0-15 16,0 0-92-16,-1 1-48 0,-1-1 0 15,0 2 23-15,1-1 11 0,-1 1-17 0,-1 0-29 16,1-1-50-16,-1 2-66 0,0-2-56 16,1 0-43-16,-2 2-21 0,1 0-17 0,1 2-12 15,-1 0 7-15,0-2 11 0,-2 2-7 0,3-1-14 16,-3 0-15-16,2-1-13 0,-1 2-19 0,-1-1-20 15,0 1-8-15,2-1-4 0,-2-1-6 16,0 2-3-16,1-1 0 0,-2 1-2 0,1-2-4 16,0 2-3-16,0-1 0 0,-1-1-1 0,1 1-2 15,-1 1-1-15,1 0-3 0,-1-2 2 0,1 2-3 16,0 0 0-16,-2-1 0 0,2 1-2 0,0 0-2 16,-1 1 0-16,1-1-3 0,0 1 0 0,-1 0-3 15,1 0 0-15,-1 0 1 0,1 0-3 0,0 0 0 16,2 0-1-16,-3-1 1 0,1 3-1 0,0-3 0 15,2-1 1-15,-2 4 0 16,0-1 1-16,2 0-1 0,-3-1 0 0,3 0 0 0,-2 0 0 16,2 1 0-16,0 0 0 0,-2 0 0 0,2-1 0 15,-3 2 0 1,3 0-1-16,0 0 2 0,-1-1-1 16,-1 1-1-16,2-1 1 0,0 3 1 0,0-4-1 15,0 2 0-15,0 0 0 0,0 2 0 0,1 0-2 16,-1-1-1-16,1 1 1 0,-1 0-1 15,0-1 4-15,1 2-2 0,-1-3 2 0,1-1-1 0,1 3 0 16,-1-3-1-16,1 3-2 0,-1-3 1 16,2 2-1-16,-3 0 2 0,3 0 1 0,0-1 2 15,-1 0-2-15,-1 2 3 0,2-1 0 0,0 0-1 16,-1 0-2-16,1 0-1 0,-2-1 0 0,2-1-1 16,0 3 0-16,0-1 2 0,0 0 1 15,0 0-1-15,0 0 0 0,2 0-1 16,-2 0 0-16,1 1-2 0,1 1-1 0,-1 0 1 0,2-3 1 0,0 3 2 15,-1 0-1-15,1 1 1 0,0-2 0 16,-1 2 1-16,1-1-1 0,0-1-1 0,-1 1 1 16,3-1-3-16,-2 1 1 0,1-2-2 0,-1 0 0 15,1 1 4-15,-1-1-3 0,3 0 1 16,-2 0 1 0,0 0 1-16,2 0-1 0,-1 0-3 0,2 0 1 15,-1 0 2-15,0-2-3 0,2 3 1 0,-2-3 1 16,1 2 1-16,-1-1 1 0,3 1 0 15,-2-2-2-15,-1 0 2 0,2 3-2 0,-1-3 0 0,2 1-2 16,-3-3 0-16,4 3 4 0,-1-2 0 16,-1 1 0-16,0 0-1 0,2-2 2 15,-1 1-1-15,0-1-3 0,3 0 1 0,-2 1-1 0,0-2 0 16,1 1 0-16,3-1 0 0,-2-1 1 0,0 2 1 16,1 0-1-16,1-1 0 0,0-1 0 0,1 1 2 15,0 1-1-15,0 0 2 0,0-2 1 0,1 1-2 16,-2-1 0-16,1 0 0 0,0 0-1 0,0-1-2 15,0-1 2-15,0-1 1 16,0 0 1-16,-3-2 1 0,0-1 2 0,-1 0-1 16,-1-5-2-16,-1 1 2 0,-1-5 0 0,0-1 1 0,0-6-1 15,-3 0-2-15,2-3 0 0,-2-3 2 0,0-1 0 16,-2-3-2-16,1 0 1 0,-3 3 2 0,-1-2-2 31,-3-2-1-31,1 4 1 0,-4-1 1 0,-1 1 2 16,-2 2 4-16,-2 0 9 0,-2 2 5 0,-1 1 10 15,-2 3 5-15,-3 0 3 0,1 3 0 0,-2-1 2 16,-3 5-4-16,-1 1-6 0,-1 3-6 0,1 2-3 16,-1 1-7-16,-1 3-8 0,3 2-6 15,0 2-2-15,3 3-2 0,1 2-1 0,1 2-2 16,3 2-11-16,4 3-25 0,1 2-72 0,1 0-108 16,2 3-210-16,3 0-293 0,0-1-343 15,3 1-390-15,1 0-191 0,1-2 344 0,1-2 771 16</inkml:trace>
  <inkml:trace contextRef="#ctx0" brushRef="#br4" timeOffset="-173732.86">3503 10251 22 0,'3'-2'174'0,"-1"2"79"0,-2 0 12 0,3-3-45 15,-3 3-38-15,2 0-29 16,-1 0-16-16,1 0-6 0,-2 0-1 0,0 0 3 16,2 0-6-16,-2 0 3 0,1 0-8 0,-1 0-9 15,0 0-10-15,0 0-8 0,0 0-9 0,0 0-8 16,0 0-4-16,0 0 1 0,0 0-6 0,0 3 0 16,0-3-9-16,0 0-10 0,0 0-14 0,0 0-9 15,0 0-11-15,0 0-9 0,0 0-5 0,0 0-2 16,0 0 0-16,0 0-2 0,0 0 1 0,0 2-5 15,0-2 4-15,0 0 2 0,0 0 0 0,0 3 0 16,0 0 2-16,0-1 4 0,0 1-5 0,0 3 7 16,0-2 11-16,-1 0 38 0,-1 1 19 0,2 1 12 15,-2 0 4-15,1 0 5 0,-1 0-12 0,-1 1-29 16,3-1 2-16,-2 2 9 0,-1-2 2 0,0 3 4 16,1-1 0-1,-2-1 21-15,1 0-5 0,1 1-10 0,-1 1-5 16,1-3-7-16,-1 1-5 0,2-1-25 0,-1 1-15 15,0-1-12-15,1 0-5 0,-1-2-1 0,0 2-2 16,1-2-1-16,1 1 2 0,0-1-1 16,-2 1-2-16,2 0 0 0,0 0-4 0,-1 1 3 15,1 0-3-15,0 2 2 0,0-2 0 0,0 1 2 16,0 1 2-16,0-2 4 0,0 1-5 0,0-1 1 16,0 0 2-16,0-2-4 0,0 2 0 0,0-1-2 0,0 1 5 15,0 0-1-15,0-2 0 0,0 2 5 0,1 1 18 16,-1-1 11-16,0 0 17 0,2 0 26 15,-2 1 15-15,0 1 5 0,1 0-14 0,-1 2-9 16,2-1-13-16,-2 2-27 0,0 1-15 0,2-2-8 16,-1 2-4-16,-1-1-3 0,2 1-2 0,0 0-2 0,-1 0 0 15,-1-1-2-15,3 1 0 0,-3-2 0 16,2 3 0-16,0-3 1 0,-1 0-16 0,1 1-5 0,-1 0-11 16,1-1-2-16,1-1-1 0,-2 0-3 0,1 1 18 31,1-1 9-31,-1 0 10 0,-1 3-2 0,1-2 3 15,1 0 0-15,-1-1-3 0,1 2 0 0,-1-1 1 16,-1-1 2-16,2 1-2 0,-1 0 1 0,2 1 3 16,-2-3-3-16,1 1 1 0,0 2 0 15,-1-2 0-15,1 2 2 0,-1-3-3 0,1 3 1 0,0-2-2 16,0 1 1-16,-1 1-2 0,4-3 1 0,-3 1 1 16,0 2-1-16,-1-2 1 0,1-1-2 0,2 1-1 15,-2 1 6-15,2-1 15 0,-2 0 9 16,3-1 4-16,-1 3 2 0,0-3 1 0,1 3 0 0,-1-2-19 15,3-1-8-15,-2 3-6 0,0-1-1 0,1-1 0 16,2 2 0-16,-3 1 2 0,1-3 1 0,1 2 0 16,-2-2 3-16,2 1-3 0,0 1-1 0,-2-3-2 15,1 3 0-15,0 0 2 0,1-2 15 0,-3-1 21 16,0 0 13-16,1 1 7 0,0 0 3 16,1-1-5-1,-2 1-16-15,-1-2-19 0,1 1-9 0,0 0-9 16,1-1-5-16,-1 2 2 0,0-2-1 0,1 1 1 15,-1 0-3-15,1 1 2 0,2-1 2 0,-2 1 1 16,1 1 2-16,-1-2-2 0,2 1 2 0,-2-1 1 16,0 0-4-16,1 1 3 0,-2-3-2 0,4 2-2 15,-3 0 2-15,-1-1 1 0,0 1-1 16,1-1-2-16,2-1 0 0,-3 2 6 0,1-2-5 16,-1 0-1-16,1 0 2 0,0-1-2 0,1 1 0 0,-1-2-1 15,-1 0 1-15,0-1 1 0,2 2-1 16,-2-2 0-16,0-1-2 0,0 0-1 0,0 1 1 15,-1-1 0-15,4 0 1 0,-3 0 2 0,1-1 5 16,1 3-2-16,-1-3 0 0,3-1-1 16,-1 2 1-16,-1-1-3 0,1 1-3 0,-1-2 1 0,1 1-1 15,0-1 3-15,-1 0-3 0,2 2 3 16,-1-2 2-16,-2 0-3 0,1 0 1 0,0 0-1 16,-2 0-2-1,2 1-1-15,-3-1 1 0,1 0 2 0,0 2 1 0,-1-2 1 0,1 0 1 0,-2 1-1 31,1-1-2-31,-1 2 2 0,0-2-3 0,-1 0 1 16,1 0 1-16,-2 1 2 0,1-1-3 0,0 1 0 16,-1-1 3-16,2 0-1 0,-1 0-2 15,-1 0-3-15,1 0 3 0,-1 2 0 0,1-2-3 16,1 0 1-16,-1 0 0 0,1 2 1 0,-1-2 0 16,1 0 1-16,0 0-1 0,0 0 2 0,3 2 0 15,-3-2 1-15,2 3 2 0,0-3-2 0,-2 0-1 16,4 1-1-16,-1-1 0 0,-2 0-1 0,1 0-1 15,2 0-1-15,-1 0 3 0,-1 0 0 0,1 0-1 16,0 0 1-16,-2 0 0 0,0 0 0 0,-2 0 0 16,1 0 0-16,-1 0 2 0,-1 0-4 15,1 0 3-15,-2 0 2 0,3 0 5 0,-3 0 9 16,0-1 15-16,0 1 19 0,-3 0 18 0,3 0 12 16,0 0 2-16,-2 1-11 0,2-1-9 0,-1 0-21 31,1 0-15-31,0 0-17 0,-2 1-11 0,2-1-2 15,0 0-28-15,0 1-26 0,-1 2-49 0,-1-3-102 16,0 4-137-16,1-1-181 0,-1 1-278 16,-1-1-248-16,3-1-162 0,-2 1 163 0,-1-1 403 0</inkml:trace>
  <inkml:trace contextRef="#ctx0" brushRef="#br4" timeOffset="-173267.45">4246 11595 186 0,'0'-6'373'0,"-1"1"160"15,-1 1 81-15,0 0-151 16,1 1-58-16,1 1-27 0,-2 0-19 0,2 2-22 0,0-1-29 0,0 1-43 0,0-2-67 16,0 2-62-16,0 0-42 0,0 0-29 0,2 0-18 31,-2 0-10-31,0 2-9 0,1-2-5 0,-1 1-5 15,2-1-2-15,0 0-6 0,-1 2 25 0,4-1 14 16,-2 0 8-16,2 2 5 0,0 1 1 16,2-3 0-16,0 2-27 0,1 0-16 0,0 0-8 15,3 0-5-15,-3 1-5 0,3-2-2 0,1 2 1 16,-2 0 0-16,4-2 0 0,-3 3 3 0,2-1 3 16,1 0-1-16,-3-1-2 0,3 0 1 0,-4 2-2 15,-2-3 31-15,3 2 23 0,-3-2 24 0,-2 0 33 16,-1 1 54-16,0-1 50 0,-2 1 8 15,0 2-6-15,-2 0-15 0,-2-1-28 0,-4 3-44 16,2 2-42-16,-3 1-29 0,-2 0-17 0,0 1-10 16,-3-1-10-16,1 1-4 0,-1 1-2 0,0-1-5 15,2-3-6-15,-1 0-6 0,3-1-1 0,0-1 0 16,2-1-4-16,0-2-5 0,2 0 0 0,0-2-4 16,3 0-6-16,0 1-23 0,2-2-45 0,2 0-50 31,1-2-60-31,2 0-102 0,1-3-159 0,2 1-189 15,2-2-256-15,0 0-229 0,1-2-158 16,0-1 156-16,1 0 462 0</inkml:trace>
  <inkml:trace contextRef="#ctx0" brushRef="#br4" timeOffset="-171613.77">5200 11326 61 0,'0'0'246'0,"0"0"131"0,0 2 59 15,1-2-58-15,-1 1-84 0,0-1-70 0,2 0-47 16,-2 2-35-16,0-2-20 0,1 0-22 0,-1 0-14 15,2 0-12-15,-2 0-3 0,0 0 4 0,0 0 8 16,0-2 18-16,0 2 11 0,0-1 3 0,0 1-4 16,0-2-13-16,0 2-19 0,0-3-20 0,-2 2-19 15,2-1-15-15,-1 0-9 0,1-2-4 0,0 2-6 16,-2-2-1-16,2-1-3 0,0 1 1 16,-1-2 2-1,1 0-2-15,-2-1 2 0,2-2 2 0,0-2-1 0,-2 1 1 0,1-3-1 0,1-2 1 16,0 2 4-1,0-3 28-15,0-1 19 0,0 0 10 16,0 1 7-16,0-1 5 0,-2 0-2 0,2 1-25 16,-3-3-18-16,3 2 24 0,-3 1 9 0,0 0 9 15,2-1 23-15,-1 1 11 0,0 0 3 16,-1 2-27-16,0-1-15 0,0 0 3 0,-1-2-4 16,1 2-2-16,-3 0 4 0,3-2 1 0,-2 0 0 0,-1 0-16 15,1 1-18-15,0-2-14 0,-1 0-9 16,0 0 0-16,-2 0 2 0,1 0 6 0,1-1 2 15,-3 2 6-15,2-1 1 0,1 0-2 0,-2 1-4 16,-1 2-4-16,2-3 3 0,1 2 0 0,-2 0-1 16,2 0 0-16,0 0-4 0,-1 0-3 0,1 2-7 15,-1-1-6-15,0 0-5 0,0-2 1 0,1 3 1 16,-1 0-2-16,1-1 3 0,-1 1-3 16,0 0 32-1,1 1 19-15,-1 0 31 0,-2-1 23 0,3 1 12 0,-4-2 1 0,2 2-23 0,-3-1-20 31,0 0-17-31,0-1-12 0,-3 0-12 0,1 0-3 16,1 0-1-16,-1 0-1 0,0 2-13 0,0-2-7 16,2 1-8-16,-1 2-2 0,2-1 1 15,-1 1-1-15,0 1 2 0,2-1 1 0,-1 3 1 16,-1-2 0-16,2 1-2 0,-1 3 2 0,-1-2 3 16,3 1 7-16,-2 1 2 0,0 1 1 0,0-2-1 15,0 1-1-15,1 0-3 0,-2 0-4 0,3 1-4 16,-3 0 0-16,2 2 2 0,-1-2 5 0,2 1 1 15,-1 1 1-15,1-1 2 0,0 1 2 0,0 1-2 16,0 0-6-16,2-1-2 0,1 1-3 0,0 2-1 16,0 0 1-16,-1-1-2 0,3 2 1 0,0-1 1 15,1 1-1-15,-1 0-2 0,2 0 2 16,-1 0-2-16,2 0-1 0,-2 0-1 0,2 0-1 16,0 0-2-1,-1 0 1-15,1 0 0 0,0 0 2 0,0 0-2 16,0 0 3-16,0 1 0 0,0-1 0 15,0 0-1-15,0 0 1 0,0 0-1 0,0 0 0 16,-2 0 0-16,2 0 1 0,0 0 0 0,0 0-1 16,0 0 2-16,0 0 2 0,0 0-2 0,0 0 3 15,0 0-1-15,0 0 0 0,0 0-1 16,0 0-2-16,0 0 0 0,0 0-2 0,0 0 1 16,0 0-2-16,0 0 1 0,-2 0-3 0,2-1-1 0,0 1-1 15,-1 0-1-15,1 0-4 0,0 0-13 16,0 0-25-16,0-3-43 0,0 3-46 0,-2 0-47 15,2 3-70-15,-1-2-99 0,-2-1-99 0,0 2-92 16,1-1-146-16,-1 3-249 0,0-2-135 0,1 2 63 16,-1-2 267-16,0 2 314 0</inkml:trace>
  <inkml:trace contextRef="#ctx0" brushRef="#br4" timeOffset="-171233.14">4393 10086 103 0,'-1'1'363'0,"-1"-1"219"16,-1 1 229-16,2-1-65 15,-2 0-114-15,1 0-77 0,-1-1-75 0,-2-2-69 16,3 0-86-16,-3 0-76 0,1-3-71 0,-1 0-55 16,-1-1-36-16,1-1-27 0,0 0-14 0,0-3-10 15,-1 0-9-15,0 1-8 0,0-2-5 0,1-2-4 0,0 1-8 16,2 0 0-16,-2 0 1 0,3 1 0 15,-2 2 1-15,1-1-2 0,1 1 1 0,1 1-3 16,1-1 0-16,0 5-1 0,0 0-1 0,0-1 2 16,1 1 0-16,1 4-1 0,-1-4 0 15,5 4 1-15,-3-2-2 0,4 1-2 0,-2 1 0 0,3 1 2 16,3 0 2-16,-2 0-2 0,2 1 2 16,3 1 2-1,-1 0-2-15,1-1 0 0,1 2-5 16,0 1 4-16,0 0-6 0,0-2 2 0,1 3-1 15,-2-3 2-15,2 2 0 0,-2-1-5 0,1 1-4 16,-1 3-34-16,-1 0-97 0,-4 1-149 0,2 1-269 16,-5 1-272-16,2 4-260 0,-1 1-134 15,2 2 234-15,-3 0 470 0</inkml:trace>
  <inkml:trace contextRef="#ctx0" brushRef="#br4" timeOffset="-148666.2">18886 6878 79 0,'0'0'102'0,"0"0"-3"0,0 1 2 0,0-1 0 16,2 0-2-16,-2 0 1 0,0 0-5 0,1 0-5 15,-1 0-10-15,0 0-15 16,2 0 0-16,-2 0 6 0,1 0 8 0,-1 0 10 15,0 0 12-15,3 0 6 0,-1 0 4 16,-2 0-4-16,0 0-7 0,1 0-10 0,-1 0-9 16,0 0-8-16,2 0-9 0,-1 0-3 0,-1 0-4 15,0 0-1-15,2 0-1 0,-2 0-3 0,2 0-8 16,-2-1-3-16,0 1-5 0,0 0-3 0,0 0-3 16,0 0-3-16,0 0-2 0,1 0-6 0,-1 0-6 15,0 0-7-15,2 0-3 0,-2 1 1 0,1-1 0 16,-1 1 9-16,2 1 10 0,0 0 1 15,-1 0 4-15,-1 1 0 0,4-1 6 0,-3-1-6 16,1 2-4-16,-1-1 0 0,4-1 0 0,-4 1 0 16,1-1-1-16,1 1 10 15,-1-2 5-15,1 1 13 0,-1-1 8 0,2 0 10 0,0 0 5 0,-3 0-3 16,2-1-4-16,2-1-6 0,-2 1-5 0,0-1-4 16,0-1-1-16,1 2 3 0,-1-2-2 15,0 0 0-15,-1 0-1 0,1-2-1 0,-2 3 3 16,1-2 0-1,0 2 7-15,0-3-3 0,1 1-3 16,-1 0-3-16,0-1-9 0,-1 3-8 0,3-3-11 16,-3-1-6-16,1 3-1 0,-1-1-6 0,1-1-3 15,0 1 3-15,-1-1 3 0,2 1-2 0,-1-1-1 16,2-1 0-16,0 0 0 0,-3 1 0 0,4-1-9 16,-2 2 2-16,0-3 0 0,1 1-3 0,-1-2 2 15,0 2 3-15,0 0 2 0,2 0 0 0,-2-1-2 16,0 1 4-16,-1 0-2 15,1-2 1-15,-2 1 2 0,3 2 2 0,-1-3 5 0,-1 2 0 0,1 0 2 16,-2-1 1-16,4 1 0 0,-4-1-3 16,1 1 1-16,-1 0-5 0,3-1 2 0,-3 2-2 15,-1-1 3-15,2 1 16 0,-1 2 20 0,-1 0 21 16,0 0 16-16,2 2 16 0,-2-3-1 0,0 4-12 16,0-1-19-16,0 1-19 15,0-1-18-15,0 1-15 16,0-2-9-16,-2 2-6 0,2 0-4 0,0 0-2 15,0 0 0-15,0 0 0 0,0 0 0 16,0 0 4-16,0 0-2 0,0 0 0 0,-1 0-2 16,-1 2 0-16,2-2-3 0,0 1-2 0,-1 0 3 15,-1-1 0-15,0 4-1 0,1-3 1 0,1 0 0 16,-2-1 3-16,2 2-2 16,0 0 1-16,-1-1 0 0,1-1 1 0,0 0 1 0,0 1-3 0,0-1 1 15,-2 2 0-15,2-2 0 0,-3 0-2 16,3 3 1-16,0-3 3 0,-1 0 0 0,-1 2 0 0,2-2 3 15,-1 0-3-15,1 0 1 0,-2 3-2 0,0-1-1 16,2-1-2-16,-1 0-1 0,-1 0 2 16,0 2 0-16,2-1-1 0,-1 2-2 15,-1-2 4-15,2 3 1 0,-1-2 3 0,1 1-7 0,-2-1 1 16,2 2-1-16,-2 1 2 0,2-2-2 0,0 2-2 16,-1 0 3-16,1 1 2 0,-2 0 0 0,2 1-3 31,0 3 0-31,0-2-4 0,0 2 1 0,0 0 1 15,0 3-2-15,0-1 2 0,0 3-4 0,0 0 3 16,2-1 5-16,-2 2-1 0,1 0 5 0,1 0 0 0,0 0 4 0,-2-1 1 16,1 1-3-1,2-2-1-15,-1-2-4 0,1 1 5 0,-1-4-2 16,1 1-3-16,0-1-31 0,2-3-72 0,-2-4-115 16,2 0-147-16,-1-1-254 0,1-2-271 15,0-2-184-15,4-1 36 0,-2-3 306 0,1 2 351 16</inkml:trace>
  <inkml:trace contextRef="#ctx0" brushRef="#br4" timeOffset="-143216.87">20921 6692 108 0,'-2'4'270'16,"2"-2"120"-16,0 2 18 0,-1 0-82 0,1-1-79 15,0-1-57-15,-2 0-35 0,0 2-25 0,2-3-19 0,0 0-14 0,-1 2-18 0,1-3-16 16,0 2-13-16,0-2-12 0,0 0 9 16,1 0 34-16,-1 0 37 0,2 0 41 0,0-2 38 15,1 2 42-15,2-4 19 16,-1-1 1-16,2 1-7 15,-1-2-18-15,3-3-24 0,1 0-28 0,-1-1-35 16,0-2-33-16,0-2-31 0,3 1-19 0,0-2-19 16,1-2-14-16,2-1-6 0,-1 0-7 15,-1-2-3-15,2 0-8 0,0 1 1 0,-1-1-2 16,0 0-2-16,-1 2 1 0,0 2 1 0,0-1 10 16,-2 2 4-16,-2 0 4 0,-2 3 3 0,2 0 1 15,-4 2 0-15,1-1-6 0,0 2-3 0,-2 2-6 16,1-1-3-16,-1 0-1 0,-2 4 0 0,4 0 2 15,-5-1-2-15,1 2 5 0,-1 2 3 0,0-2-1 16,2 1-1-16,-2 1 1 0,0 1 3 0,0-2 2 16,0 2 0-16,-2 0 6 0,2 0-7 15,-1 2 0-15,-1 1-3 16,-2 1-7-16,1 4-2 0,-2-1-8 16,0 5 0-16,0 2-1 0,0 3-2 0,-1 3 0 15,1 3 2-15,1 3 1 0,-1 5 2 16,2 0-2-16,-2 2-1 0,2 2 0 0,-1 1-1 15,4-3 1-15,-2 1-3 0,4-4-1 0,2 1 3 16,-1-5-4-16,2-2-8 0,-1-4-19 0,3-1-60 16,-2-5-128-16,1-4-173 0,-2-4-291 15,1-3-267-15,2-5-234 0,-4-3-1 0,2-4 384 16</inkml:trace>
  <inkml:trace contextRef="#ctx0" brushRef="#br5" timeOffset="-131415.45">2014 11631 42 0,'0'-2'263'15,"4"1"139"-15,-2-2 132 0,-2 0-75 0,0 0-102 16,2 0-44-16,-2-1 26 0,1 0 62 0,-1-1 50 0,2 1 16 0,-2 1-21 15,0-1-56-15,0-1-71 0,-2-1-76 0,2 1-46 16,-1 1-7-16,1 1 1 0,0 0-11 0,0 1-5 16,-2 0-12-16,2-1-17 0,-2 0-33 0,-2 1-29 15,2-1-10 1,-1 2-11-16,0-2-7 0,-2 1-6 0,2 1-6 0,-2 0-7 0,0-1-5 0,-2 2-6 0,0 0-2 31,1-2-3-31,-1 2-5 0,0 2-2 0,-1-2-4 16,0 2-2-16,0 0-1 0,-1 3-1 0,2 1-1 15,-1 0-8-15,0 1-4 0,-1 0 0 0,3 4-2 16,-1-1 0-16,1 1-2 0,-2 1 7 0,3 2 4 16,1 0 1-16,-1 2 1 0,2 1-1 0,-1-1 0 15,1 2 1-15,2 1-4 0,-1 0 3 0,2 1-2 0,0 0 0 16,0-2 1-16,2 2 0 0,1-4 0 0,0 1-1 16,0-1 0-16,2-1 0 0,1-1-1 0,2-1 2 0,0-1 0 15,2 0 0-15,2-2 6 0,-1-2 5 16,2 0 1-16,3-4 1 0,0 2 2 0,1-5 1 0,-1-2-6 15,4-5-3-15,-1 0 0 0,0-3-3 0,0-4 2 16,2-2 0-16,-4-4 0 0,-1-2 1 0,0-1 0 16,-1-2-1-16,-3-2 0 0,-1 1-2 0,-2-2 1 15,-1 1 2-15,-3 2 5 0,-2-1 3 0,-1 2 5 16,-2 0 5-16,0 3 4 0,-3 0 1 16,-2 2-2-1,-2 1-2-15,-2 2-3 0,-4 0-5 0,0-2-3 16,-2 5-4-16,0 1-3 0,-2 2-1 0,0 0-1 15,-4 3-1-15,1 3-2 0,2 2 0 0,-1 1-1 0,3 3 1 16,-1 0-2-16,3 3 1 0,-2 1-2 0,5 2 0 16,0 2 0-16,0-1-4 0,3 3-4 0,0 3-2 15,2-1 1-15,1 1-2 0,2 1 0 0,1 2 5 16,1 2 4-16,1 0 0 0,1 0 2 0,1 0 0 16,1-2 0-16,0 3-1 0,2-5 1 0,1 0 0 15,2-2 0-15,-2-3 0 0,4 0 1 0,-1-4 0 0,1 0 1 16,1-1 5-16,0-3 3 0,0-2 2 0,0-2-1 15,3-2 1-15,-4-2 0 0,4-4-5 0,-4-1-3 16,1-3-2-16,0-2 0 0,-2 0 0 0,-1-3 0 16,-1 1-1-16,2-2 1 0,-3 1 0 0,-3 2 0 15,1 1 1 1,-3-1 0-16,-1 5 3 0,0-2 0 0,-1 3 2 0,-3 2 1 0,0-1-2 0,-3 1 0 0,0 2 0 31,0-1-2-31,-1 4-1 0,2-1-1 0,-2 1-1 0,0 4-1 16,2 1-1-16,-1-1-1 0,3 4 0 15,-4 2-1-15,3 1 0 0,2 1 1 0,-2 2 1 16,2 2 0-16,1 1 0 0,2 1 0 0,-1 1 0 0,1-1 0 16,0 2-1-16,1 0 1 0,-1-1-1 0,2-1-1 15,1-2 1-15,-1-2-1 0,1-1-1 0,-1-1 1 16,1-4-2-16,0 0 0 0,3-1 0 0,-3-4-1 16,2-2 2-16,0-1 2 0,1-6 0 0,-1-1 1 15,3-3 2-15,-2-3-1 0,-1-2 0 0,1 0 0 0,-1-3 0 16,1 1-1-16,-3 0 1 0,0 2-1 0,-1-1 1 15,0 3 0-15,-2 1 1 0,-2 0 1 0,-1 5 0 16,0-2 1-16,-3 2 0 0,-1-1 0 0,1 2-1 16,-2 3 0-16,-3-1 0 0,3 2-2 0,0 1 0 15,0 1-1-15,2 1-1 0,0 1-1 0,1 1-1 0,0 2 1 16,3 3-1-16,-1 3 0 0,0 1 2 0,3 4 0 16,-2 3 1-16,2 1 0 0,2 0 1 15,-2 3-1-15,3 0-1 0,0-2 1 0,-1 1-1 16,3-4 0-1,-2 1 0-15,2-2-1 0,2-4 0 0,-2-1-1 0,0-2 0 16,0-1 0-16,3-1 0 0,-2-2 1 0,0-2-1 16,2-2 2-16,-3 0 0 0,0-3 1 0,0-2 1 15,1-1 0-15,-3 0 0 0,2-3 0 0,-2-1 2 16,-2 1-2-16,1-3 1 0,-2 2 0 0,-2-3 0 16,1 2 1-16,-1 1-1 0,-1 0 1 0,-2 1 1 15,-1 0-1-15,0 2 1 0,1-1-2 0,-3 2 0 16,2 0 0-16,-2 1-1 0,2 0-1 0,-1 4 1 0,2 0-1 15,2 0 0-15,-2 1-1 0,1 2 0 0,-1 2-2 16,4 2 1-16,-1 4 0 0,0 3 1 0,1 4 1 16,1 1-1-16,-2 3 1 0,2 1 0 0,2-2-1 15,-2 0 0-15,1 0 0 0,1-3-1 0,0-2-1 16,-1-4-1-16,1-1 1 0,1-3-2 0,-3-1 2 16,4-3-1-16,-2-3 2 0,1-3 0 0,0-5 1 15,1-3 1 1,-1-3 1-16,0-5 0 0,0-4 0 0,-1 0-1 15,1-1 1-15,-1 2 0 0,-2 2 0 0,0 0 1 16,0 2 1-16,-2 3 0 0,-1 1 0 0,1 3 0 16,-1 3 1-16,0 0-1 0,0 4-1 0,-2-1 0 0,2 2-3 15,-1 3 0-15,-2 3-3 0,2 3 0 0,-1 2-1 16,0 1-3-16,0 8-9 0,0-1-13 0,1 1-24 16,1 2-45-16,1 2-71 0,1-2-94 0,-1 1-162 15,0 1-258-15,2-2-314 0,0 0-300 0,2-2-192 16,0 1 133-16,-1-1 617 0</inkml:trace>
  <inkml:trace contextRef="#ctx0" brushRef="#br5" timeOffset="-130248.56">1949 12696 54 0,'2'-2'288'0,"-1"1"163"0,1 1 155 0,-2-2-66 15,3 2-125-15,-3 0-63 0,1 2-7 0,-1-1 46 16,0 1 19-16,2 0-1 0,-2 5-31 0,-2 0-43 16,2 2-59-16,-1 3-73 0,-2 2-50 0,3 4-30 15,0 3-8-15,0 2 13 0,3 7 16 0,-2-1 4 0,-1 6-6 16,0 2-9-16,-1 4-9 0,-2 4-27 0,0 2-26 15,-2 3-22-15,0 3-7 0,-1 1-8 0,-1 3-16 16,0-3-7-16,0 2-6 0,-1 2 0 0,2-5-4 16,1-4-3-16,-1-3 1 0,1-4 1 0,2-4 2 15,0-5 2-15,3-5-2 0,-2-6-3 0,2 1-2 0,0-10-4 16,0 1-3-16,0-3 1 0,2-5-1 0,-2-2-1 31,1-2-6-31,1-4-26 0,-2-4-37 0,0-1-36 16,0-5-33-16,0-2-39 0,0-1-52 0,0-4-59 15,-2-2-77-15,1-2-94 0,-1-1-118 0,1 0-178 16,-1-1-201-16,-1-1-37 0,1 1 189 0,-1-1 279 0,-1 2 252 16</inkml:trace>
  <inkml:trace contextRef="#ctx0" brushRef="#br5" timeOffset="-129782.49">1734 13034 112 0,'-1'-2'272'0,"-1"-2"125"0,2 2 24 0,-2-2-77 0,1 2-69 16,-1 0-41-16,2-1-14 0,0 2-15 15,0-2 0-15,3 1 5 0,-1-2 18 0,0 1 44 0,1-3 37 16,3-1 26-16,-3-1 7 0,3-1-9 0,-4-4-33 16,3 0-56-16,-2-2-48 0,2-2-46 0,-2-3-33 15,4-2-19-15,0 0-8 0,1-3-3 0,2-1 2 16,0 0 11-16,0 1 8 0,2 1-15 0,-2 2-14 16,-2 3-10-16,0 0-15 0,1 2-15 0,-2 4-18 15,-1 2 0-15,-1 2-1 0,-2 3-4 0,0 0-6 16,0 2-2-16,0 1-3 0,0-1 2 0,-1 4-1 0,1 0 6 15,2 0 0-15,0 4 3 0,0-1 3 0,2 2-4 16,0 1-2-16,-1 1-4 0,2 0 7 0,1 4 3 16,-1 0 1-16,0 0 0 0,0-1 0 0,3 5-2 15,-3-3-8-15,0 1-7 0,1 1-2 0,-1 0-1 16,-1 0-3-16,1 2-1 0,1-3-2 0,-3 1-1 0,1 1-11 16,-1-1-57-1,-1 1-54-15,-2-2-120 0,0 3-180 16,-1-3-303-16,-2 1-312 0,0 1-238 0,-2-2-120 15,-2 1 370-15,-1-2 553 0</inkml:trace>
  <inkml:trace contextRef="#ctx0" brushRef="#br5" timeOffset="-128682.66">1065 14654 16 0,'0'0'391'0,"0"0"322"0,0 0 222 16,0 0 59-16,0 0-308 15,2 4-194-15,1 3-103 0,0 4-67 0,2 2-26 0,-2 2-20 31,3 8-41-31,2 2-43 0,2 6-48 0,-1 1-8 16,2 5-20-16,0 1-25 0,1 1-15 0,0-2-13 16,-2 3-10-16,-1-5-28 0,0-3-14 0,1-1-8 15,-4-6-6-15,1-5-3 0,-4-1-18 0,1-6-41 16,-4-3-42-16,0-3-89 0,0-7-152 16,-9 0-246-16,1-8-284 0,-5-2-245 0,-4-7-190 15,3-3 154-15,-5-2 503 0</inkml:trace>
  <inkml:trace contextRef="#ctx0" brushRef="#br5" timeOffset="-128330.64">1041 14716 192 0,'10'0'362'0,"-2"0"134"16,1 0 76-16,-1 2-101 0,0 1-26 15,3 0 44 1,2 0 63-16,-2 0 8 0,5 1-57 15,0 2-72-15,1 0-92 0,2 3-88 0,2 2-52 16,2 0-23-16,2 3-15 0,1 1-20 0,-2-1-27 16,-1 0-15-16,-1 1-27 0,0 1-23 0,-4-1-12 15,-1 0-7-15,-1 1-3 0,0 0 9 0,-5 1 1 0,0 1 2 16,-2 2 1-16,-2 0 1 0,-4-1 11 0,0 1-3 16,-1 1-2-16,-4 1-5 0,-1-1-3 0,0 1-7 15,-2 0-11-15,-1 0-7 0,-2-3-5 0,2 0-3 0,-2-4 1 16,0-1-1-16,-2 0-2 0,1-4-1 15,1-2-2-15,-3-2-4 0,3-3-5 0,-2-2-6 0,2-2-11 16,-1-4-19-16,0-3-33 0,-1 0-47 0,-1-2-44 16,0-7-55-16,1 2-89 0,3-5-117 15,2-1-122-15,0 0-151 0,5 0-248 0,0-1-189 0,2 1 27 32,1-1 288-32,0 1 359 0</inkml:trace>
  <inkml:trace contextRef="#ctx0" brushRef="#br5" timeOffset="-128009.42">1448 14923 91 0,'13'11'370'0,"1"1"226"0,0 3 198 16,3 3-38-16,4 2-110 0,-2 3-76 0,1 4-76 15,-2 1-63-15,1 0-73 0,0 0-85 0,-2-2-80 0,2-2-76 16,-1-3-47-16,0-3-32 0,1-3-15 0,-1-3-14 16,1-5-5-16,-3-2 0 0,3-5-2 0,-5-3-2 0,2-5 8 15,-5-4 15-15,1-3 14 0,-4-4 13 0,0-5 20 16,-3-4 21-16,-2-2 26 0,0-1 0 0,-6-1 5 15,0 2 3-15,-3 0-4 0,-4 3-11 0,-4 2-24 16,-2 1-10-16,-6 2-16 0,0 2-16 0,-4 4-13 0,-1 0-10 16,1 5-4-1,-1 2-5-15,3 4-3 0,3 2-4 0,-1 4-1 0,5 3-2 0,1 2-6 0,2 3 0 16,6 2-2-16,0 3-2 0,3 3-1 0,2 1-4 31,3 4-9-31,3 1-23 0,-1 2-52 0,4 2-54 16,-1 2-90-16,2-1-166 0,3 1-273 0,0-2-291 0,1-2-244 15,1 1-170-15,1-5 193 0,1-2 571 0</inkml:trace>
  <inkml:trace contextRef="#ctx0" brushRef="#br5" timeOffset="-127324.87">2039 14830 280 0,'-1'-4'618'0,"-1"-1"301"15,2 0 146-15,-2 3-217 0,1-3-226 0,-1 2-155 0,1 2-84 0,-1-2-55 0,2 3-45 32,2-2-49-32,-2 4-36 0,1-2-33 0,-1 0-31 15,2 2-37-15,-2-1-33 0,1 2-19 0,1 1-11 16,-2 4-3-16,3 2-2 0,-1 6-1 0,1 0 8 15,3 5-3-15,-3 4-2 0,0 4-4 0,1 2-6 16,-1 3 0-16,0 4-7 0,-1-1-1 0,1-2-3 16,-1 1-2-16,-1-3-1 0,1-5-3 0,2 0-2 0,-2-7-1 15,-1-3-3-15,-1-3 1 0,2-4-1 0,-2-4 2 16,0-1-1-16,0-5 2 0,0-4 1 0,-2-2 1 16,1-7 1-16,-1-7 0 0,-2-3 3 0,1-6-2 0,-2-3 3 15,0-2 1-15,-2-3-1 0,1-1 1 0,-3-2-1 16,1 0-10-16,-2-1-5 0,-2 2-5 0,2-1-1 15,-1 3-2-15,0 1 0 0,0 5 7 0,3 4 7 16,2 4 7-16,0 6 5 0,1 2 1 0,3 2 1 0,-1 5 1 16,1 1-4-1,1 4-7-15,2 4-3 0,1 3-1 0,3 5-1 16,1 3 2-16,3 5 0 0,-1 3 1 0,2 2 1 0,2 2 5 0,-2 2 5 0,1 0 1 31,2 0-1-31,-4-1 0 0,1-2-1 0,2 0-7 0,-2-5-4 16,-2-1-4-16,1-3-3 0,-1-1 2 15,0-5 0-15,0-4 0 0,1 0 2 0,-1-6 3 0,-1-4 2 16,-1-6 2-16,3-6 2 0,-2-4 0 16,-1-5 2-16,2-4-1 0,-3 0-2 0,2-1-1 0,0 0-4 15,-2 3 1-15,-2 2-2 0,0 3 0 16,0 6 3-16,-1 2 3 0,2 5 1 0,-4 1-1 16,2 3 0-16,0 3 1 0,-1 3-2 0,1 4-3 0,-2 5 1 15,3 3 1-15,0 4 2 0,2 5-3 0,-2 4-2 16,2 0 3-1,3 4 0-15,-2 3-2 0,-1-2-2 0,1 4 1 0,1-1 0 0,0 1-4 0,-2 1-2 16,3-3 0-16,-3-3-2 0,1 1-1 0,2-4-5 16,-2-4-22-16,-1-1-54 0,0-3-59 15,-2-3-79-15,0-3-140 0,-1-3-181 0,2-3-294 0,-4-1-239 32,2-4-208-32,-2-1 0 0,0-5 409 0,0 1 462 0</inkml:trace>
  <inkml:trace contextRef="#ctx0" brushRef="#br5" timeOffset="-126998.72">2501 14714 260 0,'3'0'731'0,"-1"0"380"0,-1 1 97 16,1 0-273-16,1 2-230 0,-2 2-156 0,1 1-134 15,1 3-94-15,2 1-60 0,-2 5-42 16,0-2-55-16,1 4-58 0,-1 3-41 0,4 0-19 16,-5 5-12-16,3 2-11 15,-2 0-8-15,0 1 4 0,-1 2-1 0,1 1-2 0,0-3-2 0,-1 0-3 16,-1 1 0-16,1-4-11 0,-2 0-9 0,4-2-13 31,-4-4-36-31,0-3-56 0,2-3-53 0,-2-5-67 16,2-3-102-16,-2-4-133 0,0-7-132 0,0-2-189 15,0-5-231-15,1-3-150 0,-1-5 86 0,2-4 333 0,1-3 365 16</inkml:trace>
  <inkml:trace contextRef="#ctx0" brushRef="#br5" timeOffset="-126749.95">2670 14522 247 0,'5'-14'666'15,"-2"3"384"-15,0 5 142 0,0 5-256 0,-3 2-235 16,2 5-139-16,1 2-124 0,-1 3-95 0,1 5-71 15,1 1-44-15,-2 3-42 0,1 2-51 0,0 3-49 0,2 2-27 0,-2 0-15 16,2 1-15-16,0 4-10 0,1-3-14 16,0 3 9-16,-1-1 4 0,2 1-1 0,-1-2-2 15,3 0 0-15,-1-1-1 0,-1-2-8 0,1-4-6 0,1 0-3 16,-1-1 1-16,0-2-3 0,3-1-1 16,-2-5-1-16,-1 1 0 0,3-3 0 15,-3-1-4-15,2-4-8 16,-2-2-11-16,4-3-25 0,-4-2-43 0,0-2-51 15,3-2-47-15,-3-3-75 0,0-3-118 0,-3-4-147 16,2 1-209-16,-2-3-230 0,0-2-212 16,0 2-17-16,-2-3 327 0,0-1 429 0</inkml:trace>
  <inkml:trace contextRef="#ctx0" brushRef="#br5" timeOffset="-126516.61">2751 14572 84 0,'-2'2'597'0,"2"3"418"0,-1-1 150 16,2 0-92-16,1-1-407 15,1 2-273-15,3-3-162 0,4 2-85 0,-1-1-41 0,2-2-20 0,2 1-12 16,1-1-26-16,2-2-23 0,1-1-10 0,-1-1-10 16,1-2-7-1,1 1 2-15,-1-2 0 0,1 0 0 16,-1-1 0-16,-3-1-15 0,2 2-64 0,-5 0-143 15,0 0-185-15,-6 1-288 0,0 3-271 0,-2 2-216 16,-3 0 50-16,-2 0 415 0</inkml:trace>
  <inkml:trace contextRef="#ctx0" brushRef="#br5" timeOffset="-126299.8">2751 14841 18 0,'3'8'457'15,"1"2"374"-15,1-4 210 0,-2 0-16 16,2-2-303-16,2-2-243 0,-1 0-163 0,5-2-73 0,0-2-38 0,0 0-25 0,2-2-44 16,0-1-49-16,0-1-37 0,0 0-22 0,3-2-13 15,-2 0-8-15,0-1-7 0,1 0-2 0,0 1-1 16,-2 1-8 0,0 1-51-16,-1 1-123 0,0 1-174 15,-4 3-287-15,1 1-275 0,-1 1-254 0,-2 2-47 16,1 1 368-16,-1-1 462 0</inkml:trace>
  <inkml:trace contextRef="#ctx0" brushRef="#br5" timeOffset="-125682.24">3296 14556 164 0,'0'-7'791'0,"-3"1"531"16,-2 2 130-16,0 1-181 0,-2 1-439 16,0 1-302-16,-2 0-157 0,-1 1-109 0,-4 1-78 15,3 0-53-15,-3 4-37 0,1-3-29 0,-1 4-22 16,1 1-16-16,2 1-10 15,0 1-8-15,2 1-6 0,2 0-3 0,2 0-4 0,1 0-1 0,2 0-1 16,4 0 0-16,2 0 0 0,1 1 0 0,3-1 4 16,2 0 0-16,2 2 2 0,1 1-1 0,1-1 0 15,2 1 0-15,1 1 0 0,-1-3 0 0,1 3 0 16,0-2 0 0,0 2 1-16,-3-2 0 0,3 1-2 0,-4-1 0 0,-1 0 1 15,-2 0 0-15,-2 2 1 16,-3-2 0-16,-1 1 1 0,-2 2 1 0,-2 1-1 15,-4 0-1-15,-1 0 0 0,-3 0-1 0,1 1-1 16,-5 2 0-16,1-2-1 0,-2 0 0 0,-1 1-2 16,1-1 0-16,-1-3-1 0,1 0-9 0,4-4-17 15,-2-3-29-15,1-1-59 0,2-4-61 0,-1-4-78 16,3-4-124-16,1-2-164 0,0-3-258 0,2-2-230 16,3-5-218-16,0-1-67 0,3-3 318 0,0-1 485 15</inkml:trace>
  <inkml:trace contextRef="#ctx0" brushRef="#br5" timeOffset="-125415.73">3399 14593 163 0,'9'-9'427'15,"1"2"235"-15,-4 1 190 0,2 1-106 0,0 3-115 0,-2 0-85 16,-1 0-75-16,3 1-73 0,-3 1-75 0,2 0-86 16,0 1-71-1,-1 3-53-15,1-2-34 0,0 4-1 16,1 1 1-16,-1 1 17 0,-1 4 3 0,-1 3 10 15,1-2 11-15,0 7-6 0,-2-1-5 0,0 6-20 0,1 0-14 16,0 0-20-16,1 2-14 0,0 1-9 16,-1-3-7-16,0 2-2 0,0-3-2 0,0 1-2 15,1-1 0-15,-2-4-11 0,1 0-3 0,0-2-4 16,-2-4-2-16,1 1-4 0,0-4-8 0,-1-1-43 16,0-3-56-16,-1 0-75 0,1-3-141 0,-3 0-228 15,0-3-310-15,0-1-265 0,3-1-215 0,0-3 30 16,2-2 497-16</inkml:trace>
  <inkml:trace contextRef="#ctx0" brushRef="#br5" timeOffset="-124549.16">3916 14562 64 0,'8'-14'309'0,"1"0"169"0,-1 2 140 15,-3 2-48-15,1-2-111 16,2 3-49-16,-2 2 9 0,-1 0 31 15,0 2 8-15,-2-1-44 0,2 4-58 0,-3 2-49 16,2-3-17-16,-1 6-19 0,2 1-26 0,1 2-21 0,1 5-18 16,-1 3-24-16,3 5-50 0,-1 4-31 0,2 4-18 15,-1 4-14 1,1 4-11-16,1 2-11 0,0 2-5 0,0 2-14 0,-1-1-10 0,2-1-7 0,-4 0-5 31,2-4-4-31,1-5-2 0,-2-3-1 0,-1-5-3 0,0-3 1 0,3-6-1 0,-3-3 0 31,0-5 1-31,1-4 2 0,-2-7 3 0,-1-6 2 16,1-5 1-16,-1-8 0 0,1-6-1 0,0-5-4 16,1-5-1-16,-2-1-1 0,2-2-3 0,0 1-2 15,-2 0 0-15,-1 2 4 0,0 5 0 0,-1 1 1 16,-2 4 4-16,-2 4 2 0,0 3 2 16,0 6 0-16,-2 3 1 0,-4 3 1 0,2 3-4 0,-1 6 0 15,-2 3-4-15,1 3-3 0,-3 6 0 16,2 5 0-16,-1 4 3 0,2 3 2 0,-2 7 4 0,2 3 1 15,1 2-3-15,2 4 1 0,1 1-2 16,4 2-2-16,-1 0-2 0,4-1 0 0,2 0 1 16,2-1-2-16,-1-4-2 0,3-2-1 15,1-3-1-15,1-5-3 0,3-1-2 0,-2-4-16 0,2-7-38 32,0-1-60-32,0-6-58 0,-2-4-105 0,-3-5-159 15,3-4-232-15,-2-4-272 0,0-3-223 0,-1-2-167 16,-1-5 184-16,-1 0 487 0</inkml:trace>
  <inkml:trace contextRef="#ctx0" brushRef="#br5" timeOffset="-124266.59">4651 14430 362 0,'5'9'877'0,"0"1"326"0,1 5 9 15,-3 0-250-15,2 5-234 0,0 3-217 0,1 4-135 0,-3 4-76 16,0 3-54 0,1 4-72-16,-2 1-65 0,0 3-43 15,-2-2-30-15,2 1-18 0,-1-6-11 0,-1 0-10 16,2-6-35-16,-1-5-72 0,-1-5-101 0,-3-4-184 15,2-3-293-15,-3-6-327 0,-2-4-322 0,0-2-169 16,-2-5 278-16,0-2 654 0</inkml:trace>
  <inkml:trace contextRef="#ctx0" brushRef="#br5" timeOffset="-123549.08">4589 14128 201 0,'2'-6'852'16,"-2"2"426"-16,0 1 14 0,-3 2-193 15,0 1-452-15,-2 1-317 0,2 2-166 0,-2 0-78 0,0 1-47 0,2 2-42 16,-2 0-95 0,2 2-195-16,-2-1-287 0,-1-1-273 0,0 0-281 0,-2-4-197 0,3 3 223 0,0-4 582 31</inkml:trace>
  <inkml:trace contextRef="#ctx0" brushRef="#br5" timeOffset="-109860.95">10054 7146 94 0,'22'15'194'16,"-2"2"62"-16,0 0-67 0,0 1-75 0,0 0-46 15,0 0-27-15,0 0-16 16,-3 0-11-16,1-1-4 0,-1-2-8 0,-1 0-2 0,1-2 2 16,-2-1-4-16,0-2-2 0,-2 1-1 15,1-3 2-15,-1 3-1 0,1-4-3 0,-3-1 4 16,-1 1 1-16,2 0-2 0,-1-3-1 0,-1 1 2 15,-1 0-1-15,1-1 3 0,0 1-3 0,0 0-5 32,-2-3 2-32,2 3 2 0,1-1-2 0</inkml:trace>
  <inkml:trace contextRef="#ctx0" brushRef="#br5" timeOffset="-101344.85">19434 6801 81 0,'0'2'261'0,"0"0"125"0,0 0 46 0,0 0-61 16,0-1-77-16,2 0-64 0,-2 1-36 0,0-1-21 0,2-1-17 31,-2 0-23-31,1 2-24 0,-1-2-18 0,0 0 1 16,2-2 28-16,-1 2 33 0,-1-1 40 0,2-1 35 15,1 0 24-15,2-3 1 0,-2 0-18 16,2 0-23-16,-2-1-26 0,0 2-21 0,0-3-21 15,2-3-19-15,-2 2-16 0,3-1-20 0,-3-2-14 16,2 1-15-16,-2-3-14 0,2-1-10 0,0 0-8 16,0-4-3-16,1 2-4 0,-1-4-4 0,1-1-2 15,1-3-1-15,-1 1 0 0,1-5-9 0,0 0 2 16,-1-1-2-16,2-2-1 0,0 0-2 0,-2-2-2 16,1 2 0-16,-1-1-5 0,1 0-3 0,0 0-2 15,0-1 3-15,-1 1 4 0,0 1 3 16,2 0 3-16,-2-1 4 0,-1 2 4 0,2 0-4 15,-1 1-1-15,2 3 6 0,-4 0 7 0,1 2 4 16,-2 2 3 0,2 1 5-16,-1 2-3 0,-3 2-5 15,2 0-8-15,2 2-3 0,-4 2 9 0,-1 0 20 16,2 5 23-16,-1-1 23 0,-1 3 10 0,0 1 2 16,0-1-6-16,0 3-17 0,0 1-22 15,0 0-23-15,0 0-9 0,0 1-10 0,0 0-4 0,0 1-7 16,0 1-1-16,0 2-2 0,0 0-3 15,-1 1 1-15,1 2-2 0,0 2 1 0,0 2 2 16,0 0 3-16,0 3 1 0,0 2 1 0,0 1 1 16,-2 1 0-16,2 2-1 0,0 2-4 0,-1 2 4 15,1 1-4-15,-3 2 1 0,1 3 0 0,2 1 2 16,-3 2 4-16,3 3 11 0,0 3 6 16,-1 3 7-16,1 1 1 0,0 3 2 0,0 1 1 0,0 4-9 15,0-4-6-15,1 1-7 0,2-3-5 16,2 0-2-16,-1-5-4 0,3-4-3 0,1-6-1 15,0-3-4 1,1-5-33-16,2-6-61 0,-1-3-72 0,1-6-145 0,-2-2-221 0,1-8-312 0,1-3-282 31,-2-4-205-31,-1-3 25 0,2 0 499 0</inkml:trace>
  <inkml:trace contextRef="#ctx0" brushRef="#br5" timeOffset="-100377.8">20908 6582 72 0,'8'-4'68'15,"0"0"-19"-15,0 2-24 0,0-2-19 0,1 3-19 16,0-2-21 0,-1 0-25-16,0 3-13 0</inkml:trace>
  <inkml:trace contextRef="#ctx0" brushRef="#br5" timeOffset="-99625.46">21366 6911 22 0,'0'2'50'0,"0"0"-7"0,0-1-4 15,0 0-4-15,0-1-2 16,0 2-3-16,0-2-1 0,0 2 2 0,0-2-3 0,0 0-2 16,0 1-3-16,0-1-5 0,0 1-8 15,0-1-6-15,0 0-4 0,0 0-1 0,0 0-6 16,0 0-2-16,0 0 0 0,0 0-4 0,0 0-6 15,0-1-7 1,0 1-6-16,0-1-7 0,0 1-4 16,0 0-8-16,0 0-4 0,0 0-2 0</inkml:trace>
  <inkml:trace contextRef="#ctx0" brushRef="#br5" timeOffset="-98961.92">21333 6910 77 0,'-1'1'107'0,"-1"1"9"0,0-2 4 15,0 2 3-15,2-1-2 0,-4 0-1 0,4 1-3 32,-1 0-9-32,-1-2-10 0,1 1-14 0,1 0-5 15,-2 1 2-15,0 0 9 0,2-1 8 16,0-1 8-16,-1 1 17 0,1-1 7 0,-2 0 11 16,1 0 3-16,1 0 8 0,-2 0 7 0,0-1 5 15,1 1 9-15,-1 0 10 0,0-1 14 0,2 1 6 16,0 0 2-16,-1 0 4 0,-1-2-9 0,2 2-17 15,0-2-21-15,2 2-26 0,-1-1-15 16,-1 0-21-16,2-3-15 0,1 2-6 0,1-3-1 16,0 1 2-16,0-2-9 0,0-2-10 0,2-2-3 15,-1 0-9-15,2-1-11 0,1-3-12 0,-2 1-3 16,2-2 0-16,0 0-4 0,0-1-4 0,0 0 2 16,1 0 1-16,-3-1-4 0,2 0 2 15,0-1-1-15,0 0 2 0,-2 1 0 0,1 1-4 0,-2-3 2 16,-1 2-3-16,4 3-1 0,-3 0 0 0,-4 3 2 15,3 1 7 1,-3 1 7-16,1 2 14 0,-2 2 16 16,0 2 4-16,0 1-1 0,0 2 3 0,-2 0-9 15,2 4-14-15,0-2-15 0,0 3-6 16,0 1-2-16,0 1-5 0,0-1 0 0,0 1-2 0,2 0-4 16,-1 2 1-16,3 2-1 0,-3-1-6 15,2 1-1-15,3 3 23 0,-1 0 34 0,0 3 15 16,1 2 10-16,-1-1 6 0,2 5 1 15,0-2-21-15,0 3-22 0,-1-2-20 0,-1 2-12 16,1-1-3-16,0-2-7 0,-1 0-3 0,-2-2-35 16,0-3-51-16,1 2-73 0,-4-4-157 0,0-2-261 15,-2 0-303-15,0-3-283 0,-1-1-196 0,0-4 94 16,-2-2 558-16</inkml:trace>
  <inkml:trace contextRef="#ctx0" brushRef="#br6" timeOffset="-73462.47">17520 6469 52 0,'-4'0'293'0,"1"0"166"0,2 0 151 15,-4 0-51-15,2 0-147 0,3 0-76 0,0 0-28 0,-2 0-13 16,2 0-20-16,0 0-32 0,0 0-44 0,2 0-49 16,-2 0-49-16,0 0-39 0,0 0 5 0,2 0 17 15,-1 0 6-15,-1 0 20 0,3 0 13 16,-3 0 2 0,2 0-30-16,-2 0-25 0,1 0-15 0,-1 2-23 15,0-2-15-15,2 0-7 0,-1 0-2 0,-1 0-4 16,2 1 1-16,0-1 37 0,-2 0 28 0,1 1 13 15,2-1 4-15,-1 0 4 0,1 2 0 16,1 0-34-16,-3-2-29 0,2 1-11 0,2 0-4 16,-2 1-6-16,0-2-3 0,3 3 63 0,-2-3 41 15,1 2 18-15,-1-2 4 0,2 3 3 0,-1 0-2 16,2-2-59-16,-1 0-34 0,0 2-19 0,0-3-10 16,1 4-4-16,-1-2 1 0,1 0-1 0,-1 0 2 15,3 1 3-15,-2 0-2 0,1-2-3 0,-2 2 2 16,3-1-2-16,-1 1 1 0,0-2 16 15,0 1 14-15,1 1 5 0,-1-3 0 16,2 1 3-16,-1 1-1 0,-1-1-18 0,0 1-10 0,0-2-7 16,1 1-2-16,-1-1-1 0,1 1 0 0,0 1 0 15,-3-2 0-15,2 2 0 0,0-2 0 0,0 1-2 16,-2-1-1-16,2 0-2 0,-1 1 1 0,-1 1-1 31,2-2 0-31,-2 2 1 0,0-2-1 0,1 1 1 16,-1-1 1-16,0 1 1 0,1-1-1 15,-1 0 1-15,-1 2-1 0,1-2-1 0,0 2 0 16,1-2-1-16,-3 0-2 0,3 0 1 0,-1 0 3 16,0 0-1-16,1 0 0 0,-1 0 2 0,1 0 14 15,-1 0 8-15,1 0 1 0,2 0 1 0,-3 0 0 16,2 0 2-16,-1-2-15 0,2 2-6 0,-1 0-4 16,0 0-2-16,1 0 0 0,-3 2-1 15,2-2-1-15,0 0 0 0,0 1 2 0,-2-1-1 0,1 0-1 16,-1 1 3-16,0-1-2 0,-1 2 1 15,1 1-2-15,-3-3 0 0,2 0 0 0,0 0 0 16,-2 0 0-16,3 2 1 0,-1-2 0 0,0 0 0 16,0 3 0-16,0-1-2 0,-1-1 1 0,4-1-1 15,-2 1 1-15,-1 0 0 0,3 2 0 16,-3-3 0-16,4 0-1 0,-2 0 1 0,1 0 1 0,-2 2 0 31,2-2 2-31,0 0-2 0,0 0 2 0,-2 0-1 16,2 0-1-16,0 0-1 0,-2 0 0 0,0-2 1 15,4 2 1-15,-6 0-1 0,4 0 0 16,-3 0 1-16,2-3-1 0,0 3 0 0,-2 0-1 16,1-1 1-16,-1 1 0 0,2-1 0 15,0 1 0-15,0-1 2 0,-1-1 0 0,1-1-1 0,-1 3-1 16,1-2 2-16,0 2 0 0,-1 0-3 0,2-3 1 16,0 3-1-16,-2-2 2 0,2 1-2 15,0 0 1-15,2-3 3 0,-2 3-2 0,0 0 0 0,1-3 0 16,0 3 1-16,1-2 0 0,-2 0-1 15,3 2 2-15,-3-2-1 0,2 1 2 16,-1-1-2-16,-3 0 2 0,2 2-1 0,2-2 0 0,-1 0-1 16,-1 1-2-16,0-1 1 0,0 2-2 0,1-2 0 15,-2 0 3-15,1 2-3 0,-2-3 2 0,2 2 0 32,-2-1 0-32,0 1 0 0,1-4-3 0,-1 4 3 15,0-3-2-15,2 1 1 0,-1 0 0 0,1-1 1 0,1-1 0 16,0-1-1-16,0 1 1 15,1-2 0-15,-2-1-1 0,4 1-2 0,-3 0 0 16,0 0 1-16,1-2-1 0,1 2 0 0,-2-1 0 16,1 0 0-16,-2 0 1 0,4 1 1 0,-4-2 0 15,2 1 0-15,1 2-1 0,-2-3 1 0,1 2 0 16,1-1-1-16,-2 1 1 0,0 0 2 0,0 0 7 16,-1-1 7-16,-2 1 2 0,1 1 1 15,2 1 0-15,-3-2-2 0,1 1-6 0,-1-1-5 0,0 2-3 16,2-1-1-16,-3-2 1 0,1 0-1 15,1 1-1-15,-3-3 0 0,2 3-1 0,-1-3-1 16,2-1 2-16,-3 0 0 0,3-1 0 0,0-2 1 16,-2-1 1-16,3 0-1 0,-1 0-1 0,-3-2-1 15,4 3 0-15,-3-2 0 0,1 1 0 16,-1 0 2-16,2 3-1 0,-3-5 0 0,2 5 2 0,-1-2-1 31,0-1-1-31,0 3 0 0,0 0-1 0,-1-1 1 16,1 2-1-16,-1-1-1 0,1-2 1 0,0 1 0 15,0 1 1-15,-2-2 0 0,5 0-1 0,-4-2 0 16,1 1 0-16,0-1 0 0,2 0-1 0,-1 2 1 16,1-4-1-16,-2 2 0 15,3 0 0-15,-3-1 0 0,4 0 0 0,-2 0 0 16,-1 0-1-16,1-1 1 0,-1-1 0 0,2-2 0 0,-4 3 1 16,1-1-1-16,0-2 0 0,-2 1 2 0,2 0-1 15,-2 2 1-15,2 0-1 0,-4-1 2 0,1 0-1 16,-1 2-1-16,-1 2 0 0,2-1 0 0,0 0 0 15,-2 3-1-15,1-1 0 0,1-1 0 16,-1 3 0-16,1-2 0 0,0 2-1 0,-1-2 1 0,3 0 1 16,-3-2-2-16,2 0 2 0,3 0 0 15,-3-3-1 1,2-2 1-16,2-1-1 0,-1-2 1 0,2 0-1 0,-2 0-1 0,2 0 0 0,-1-2 0 31,2 2 0-31,-3 0-1 0,1-2 1 0,1 4 0 16,-2-2-1-16,2 2 1 0,0 1-1 0,-4 1 1 15,3-1 0-15,-1 1 2 0,3-1-1 0,-2 1 0 16,-1-4 2-16,2 3 0 0,0-2 0 0,0 1 0 16,-2-1 1-16,2-1-1 0,1-1 0 0,-1 2 0 15,1-1 0-15,-3 1-1 0,3-2-1 0,-2 2 0 16,1-1 0-16,-2-1 0 0,1 1 0 16,2-3 0-16,-3 3 0 0,0 0 0 15,4-1-1-15,-4 1 0 0,0-1 0 0,1 2-2 0,0 2 0 16,-2-2 0-16,2 2 1 0,-3 1-1 0,3 1 1 15,-1 1 0-15,0-3 1 0,1 4 1 0,-3 0-1 16,3-2 1-16,-1 1 0 0,0 1-1 0,2-1 1 16,-1-1 1-16,-1 2-1 0,3-1 2 0,-2-1 0 15,1 2 0-15,-2-1-1 0,3-1-1 16,-1 2 1-16,0 0-1 0,0-1-2 16,1 1 1-16,0-2 0 15,-1 3 0-15,-2 0 0 0,3-2 0 16,-1 2 0-16,-1 0 0 0,1-1-1 0,1 2 0 15,-3 0 0-15,2-1 0 0,-1 2 1 0,0 0 0 16,1-1 0-16,-3 4 0 0,3-2 1 0,0-2 1 16,0 3-2-16,-2-1 0 0,1 0 1 15,2-1-1-15,-1-1 0 0,0 0-1 0,1 1 2 0,0 0 0 16,0 0 0-16,0 1 0 0,2-4 0 0,-1 2 1 16,-1 0-1-16,4-2 0 0,-4 0 0 0,3 3 1 15,-2-2 0-15,1 1-1 0,-1 0 1 0,2-3 1 16,0 2-1-16,2 1 1 0,-5-1 1 0,4 0 0 15,-1-2-1-15,1 2 1 0,1-1 0 16,-1 2-2-16,0-2-5 0,-1 2-3 0,1 1-3 0,0 2-3 0,-2-2 1 16,0 1 0-16,1 0 4 0,0 1 3 15,-1 1 2-15,1-2 1 0,0 1 1 0,0 0 1 32,-1-1 0-32,-1 1 0 0,2 1 1 0,-4-1-1 15,3 3 1-15,-1-3 0 0,-2 2-1 0,1 1-1 16,-1-1 0-16,1 2 0 0,-2 1 0 0,-1 0-1 15,-1 3 7-15,3-2-2 0,-4 2-1 0,0 0 4 16,0 3-3-16,-2-2-2 0,1 2-7 0,1 0 6 16,-3 1 0-16,2 1 0 0,2-2 5 0,-2 2 3 15,0 0 2-15,0 0-4 0,1 2 2 0,-1-2-5 16,2 0-1-16,-4 0-2 0,4 0 0 0,-1 1 1 16,1-1-2-16,-2 0 1 0,2 0 0 0,-2 0 0 15,2 0 0-15,3-1-1 0,-4 1 1 16,3 0-1-16,-1 0 1 0,1 0-1 0,0 1 0 0,-2-1 2 15,2 3-1-15,-3-2 0 0,1 3 0 0,0 0 0 0,3 0 0 16,-4 1-1-16,1 3 3 0,2-1-1 0,-2 1 0 16,2 0 0-16,-1 0 1 0,1 3-1 15,-1-1-1-15,1 2 1 0,0-1-1 0,0 4 1 16,-1-2-1-16,1 1-1 0,-1 0 0 16,1 3 1-16,-2 0 1 15,0-1-2-15,2 2 2 0,-4 0 0 16,3 1 1-16,-3-2-1 0,0 3 2 0,0-1-2 15,1 0 1-15,-3 1-2 0,2-1 0 0,-1 1-1 0,0 0-1 16,-1-1 1-16,-1-1 1 0,2 3 0 16,-1-4 1-16,1 2 2 0,0 1 0 0,-2-1 0 15,0 0-1-15,2-2 0 0,-2 3 1 0,0-1-1 16,2 1 0-16,-2 0 2 0,2 0 1 0,-2-1-1 16,1 3 1-16,2-1 0 0,-3 0 0 0,4-1-1 15,-3 2-2-15,2-1 2 0,1 0-1 0,-1-2 0 16,0 2-1-16,5-1 0 0,-5 0-1 0,2 0 0 15,-1 0-1-15,1-1 0 0,0 3 0 16,3-3 0-16,-4 0 0 0,1 0 0 16,0 1 1-16,0 0-1 0,0-1 0 0,1 0 0 0,-3 2 0 0,2-2-1 15,-4 1 1-15,2-1 1 0,-1 2 0 16,1 0 1 0,-1 0 0-16,0 2 1 0,-1-2-1 15,-1 1 0-15,3-1 0 0,-1 3 0 0,1-2 0 16,-2 1-1-16,2 0 1 0,-1-1 1 0,0-1-2 0,-1 0 2 0,1-2-1 0,0 2-1 15,-1-1 1-15,2 0-2 0,-1-3 1 16,0 2-1-16,-1-1 1 0,-1 3-1 0,3-4 1 16,-3 2 0-16,0 1 1 0,2-1 4 0,1 0 2 15,-2 0 2-15,-1 1 1 16,3-1 1-16,-1 0 0 0,0-1-2 16,-1 1-2-16,3 0-1 0,-1 1 0 0,0-1 1 15,0-1 1-15,0 2 0 0,1-2 1 0,0 1-2 16,-1-1 1-16,0 0-3 0,1 1-1 0,0 0-1 15,0-1-1-15,-1 1 0 0,0-2 0 0,3 0 0 16,-3 1 0-16,0 0-1 0,2 1 1 0,-2-3-2 16,2 2 1-1,-2 1 0-15,2-3 0 0,1 1-1 0,-1-1 0 0,-2 0 0 0,2 2-1 16,0-3 1-16,-2 0 1 0,3 2-1 0,-3-2 1 31,2 0 1-31,-2-2 1 0,0 2 0 0,2-1 0 16,-1-1 3-16,-1 2 0 0,0-3 2 0,0 2-1 15,0-1 2-15,0 1 0 0,-1-1 0 0,1 1 1 16,0-1-1-16,0 1 0 0,1 1 0 0,-1-2-2 16,0 2 0-16,1 1-1 0,1-2-1 15,0 1-1-15,0 1 0 0,0 1-1 0,-1-3-1 0,4 1 1 16,-2-2 0-16,-1 2-1 0,2 0 1 0,1-1 0 16,-2 0 0-16,2-1-1 0,-4 0 0 15,3 0 1-15,-1 0-2 0,2-1 1 0,-2 0-1 16,1 0 0-16,-1-2 0 0,2 0 0 0,-2 1-1 15,0 0 1-15,-1-2 0 0,2 0 0 16,0 0-1-16,-2 0 1 0,0-2 0 0,-2 2 1 16,4 0 0-16,-4 0 0 0,3 0 0 0,-2 2 0 15,1-1 1-15,0 1 0 0,0 0 0 0,0 1 0 16,1-1 0-16,0 2-1 0,1-1-1 0,-3-1 0 0,3 1 0 31,0 0-1-31,0 0 0 0,-1 2 1 0,1-2-2 16,-1-1 1-16,2 2 0 0,-4-2-1 15,4 0 0-15,-3 1 1 0,2 1 0 0,0-2-1 16,0 3 1-16,-1-2 0 0,2 1 0 0,0 1-1 16,0-2 0-16,-2 1 1 0,1 1-1 0,2-3-1 15,-3 3 1-15,1-2 0 0,1 0-1 16,-4-1 1-16,4-1-1 0,-2-1 1 0,-1 0-1 16,2-1 0-16,-3-1 1 0,2 1-1 0,-2-3 1 15,0 1 1-15,0-2-1 0,-3 0 1 0,2 1 0 16,1-3 0-16,-3 3 0 0,2-2 0 0,-1 2 0 15,0-2 0-15,-1-1 1 0,4 3 0 0,-4-2-1 16,2 1 0-16,-1 0 0 0,1 0 1 0,0 1-1 16,1 1 0-16,0-1 0 0,0 3 1 0,2-2-1 15,-2 0 0-15,1 2 0 0,3-1 1 0,-3 1-1 16,4-1 0-16,-2 0 0 0,-1 0 1 16,2 1-1-16,1 2 1 0,1-3-2 0,-2 2 0 15,3-1 0-15,-3 0 0 0,1 2 0 0,1-2 0 16,1 2 0-16,-2-2 0 0,3 2 0 15,-2-3 0-15,3 2 0 16,0 0 0-16,-2 0 0 0,0-2 0 16,3 1 0-16,-3 0 0 0,3 0 0 0,-1-2 0 15,-2 0 0-15,3-1 0 0,-2 0 0 0,1-1 0 16,-3-1 0-16,3 2 0 0,-2-2 0 0,-2-1 0 16,3 2 0-16,-2-3 0 0,-2 2 0 0,1-1 0 15,1 0 0-15,-2 2 0 0,0-2 0 16,0 3 0-16,3-3 0 0,-1 2 0 0,-1 0 0 0,2-1 0 15,-3 3 0-15,3-2 0 0,0-1 0 16,0 1 0-16,1-1 0 0,-2 2 0 0,2-2 0 16,-3 0 0-16,4 0 0 0,-2-2 0 0,0 2 0 15,0-2 0-15,0 1 0 0,1 1 0 0,0-2 0 16,2 3 0-16,-5-3 0 0,4 2 0 0,-1 0 0 16,1 0 0-16,-1 0 0 0,3-1 0 15,-2 3 0 1,3-2 0-16,-4 0 0 0,4 3 0 15,-1-2 0-15,2-1 0 0,-3 1 0 0,3 1 0 16,-1-1 0-16,2 1 0 0,-2-2 0 16,2 1 0-16,0 1 0 0,-1-3 0 0,2 3 0 0,-3 0 0 0,4-4 0 15,-1 2 0-15,1 0 0 0,0-3 0 16,0 2 0-16,0 1 0 0,-2 0 0 0,2-3 0 16,0 1 0-16,0 0 0 0,0-1 0 0,0 0 0 15,-1 0 0-15,-1 0 0 0,0 0 0 16,-2 0 0-16,2 0 0 0,-2 0 0 0,-2 0 0 15,-1 0 0-15,0 0 0 0,-1 0 0 0,-3 0 0 16,2 3 0-16,-5-3 0 0,1 0 0 0,-1 0 0 16,0 0 0-16,-3 2 0 0,1-2 0 0,-3 2 0 15,3 0 0-15,-4-2 0 0,1 2 0 0,-1 0 0 16,0 0 0 0,-1-1 0-16,1 2 0 0,0-2 0 15,-2 2 0-15,2 0 0 0,-2 0 0 0,1-1 0 16,1 2 0-16,-4-1 0 0,3 0 0 0,-2 0 0 15,-3 1 0-15,-1 2 0 0,1 2 0 0,-4 0-23 16,0 4-47-16,-5 0-56 0,-2 1-86 16,-2 3-166-16,-2 1-274 0,-1 2-329 0,4-3-390 15,-2 0-317-15,1 1 64 0,3-3 763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4T16:55:46.2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1293 839 218 0,'3'0'385'16,"-3"0"166"-16,0 5 36 0,0-5-116 0,0 0-59 15,0 5 4-15,0 1 13 0,-3 2 27 0,1-2-11 0,2 2-44 16,-3 0-54-16,0 2-83 0,0 2-69 0,1 2-45 16,-1 4-30-16,2 4-3 0,1 5-6 0,1 4 8 31,2 4 6-31,0 5-9 0,-1 4-3 0,1 6-21 0,2 2-13 0,3 2-4 0,-2 2-6 0,3-1-12 15,-2 1-15 1,-4-3-3-16,0-1-5 0,1-4-6 16,-3-4-8-16,1-4-6 0,-1-7-2 0,1-5-3 0,2-4-3 15,-2-5-3-15,-1-2-2 0,1-8-1 0,0 2 0 16,-1-5 0-16,-1-2 2 0,2-4 1 0,-2-3 4 0,0-5 2 16,2-9 1-16,-2-4 0 0,0-8 4 0,0-4 1 15,0-6 0-15,0-3-6 0,0-2-2 0,-2-5-3 0,2-2-7 16,0 1-1-16,-2-2-4 0,2 3 4 0,0 1 0 15,0 1 3-15,0 1-1 0,2 5 0 0,0 2-2 0,1 5 0 16,0 1 2-16,0 4-1 0,0 4 0 0,3 1 0 0,-1 5 0 16,0 3-1-16,0 3-1 0,1 1 1 0,3 1 3 15,1 5-3-15,-2-1 4 0,4 2 1 0,1 2 2 0,0 1-1 16,1 2 0-16,-1 2 1 0,2 1-2 0,0 2 3 16,0 2 0-16,0-2-2 0,2 3 3 0,-4 0-1 0,4 3 3 15,-4-1 2 1,1 4 3-16,-1 0 6 0,-2 4 5 0,-2-1 5 0,-1 1 4 0,-1 3 0 0,-4 2-1 0,0 2-1 31,-1 2-1-31,-4 2-4 0,0 0-2 0,-1 5-3 0,-3 0-1 16,-2-2-3-16,-1 4-2 0,-1-2-2 0,-1-1-1 15,0 0-1-15,1-1 0 0,1-4-1 0,-2 1 0 0,0-5 0 16,3-2-2-16,1-1-1 0,-2-4-1 0,4-2-1 16,-1-3-1-16,3-2-1 0,-1-2-2 0,1-2 0 0,2-2-2 15,-1-1-1-15,2 0-1 0,0 0-2 0,0-6 0 16,3 1 0-16,-1-2 1 0,4-4 1 0,-1 0 0 15,3-4 0-15,3-3 1 0,0 0 0 0,2-1 1 16,1-3 0-16,2 1 0 0,1 1-2 0,-1-2 1 0,3 2-1 16,-2 3-2-16,-1 1-2 0,1 1 2 0,0 1 0 0,-2 4 0 15,-2 4 1-15,2 3 0 0,-2 1 2 0,3 3 0 0,-3 5 0 16,2 2 0-16,-2 5 2 0,2 1 1 0,0 3 2 16,1 5-1-1,1 2 2-15,2 3 0 0,-1 0-1 0,1 1-2 16,-2 1 0-16,4-1 1 0,-1-2-1 0,-2-1-1 15,4-5 1-15,-2-2 0 0,0-6 0 0,2-3 0 16,-2-5 0-16,-1-4 2 0,0-4 0 0,-3-4 1 0,0-3 0 16,-4-8 0-16,-1 0-1 0,-3-5 0 15,-3-3 0-15,-2-4 0 0,-4 2-1 0,-4-3 6 0,0-1 4 16,-6 0-4-16,0 0-2 0,-5 2-1 0,-1 0 1 16,-4 1-5-16,0-1-4 0,-2 2 4 0,-1 1 3 0,-1 3 0 15,1 1 0-15,2 3 0 0,2 3 0 0,2 1 0 16,1 5 0-16,4 3-2 0,1 0-1 0,2 4-1 0,3 3-3 15,3 2-2-15,-1 4 0 0,4 5-1 0,1 2 1 0,3 1-1 16,3 4-5-16,0 1-9 0,2-3-12 0,2 2-29 16,2 0-66-16,0-2-72 0,0-3-105 0,-1 2-154 15,2-7-191-15,3 3-292 0,-2-5-222 0,0-1-166 0,1 0 138 16,0-3 450-16</inkml:trace>
  <inkml:trace contextRef="#ctx0" brushRef="#br0" timeOffset="267.32">2270 1486 45 0,'16'-10'248'0,"-1"-2"134"0,0 0 139 31,2-1-56-31,-1 1-65 0,3-1-17 0,-1 1-9 0,0-1 12 16,1 1 9-16,-1-1-8 0,1 1-29 0,-3 1-41 15,-1 0-38-15,-2 2-52 0,-2 2-50 0,-1 1-41 16,-4 1-12-16,0 2 53 0,2 3 35 0,-5 2 17 16,0 3 4-16,-3-1-11 0,0 5-26 0,-3 1-58 0,-2 5-41 15,-4 2-24-15,0 3-20 0,-3 3-10 0,-2 3-10 16,0 2-6-16,-2 2-7 0,2 5-3 0,0-1-4 0,1 2-2 15,1 2-1-15,2-1-3 0,2-1-2 0,2-2-1 16,2-2-3-16,2-3-3 0,4-4-1 0,2-2-2 16,2-5 0-16,5-3-1 0,2-5 1 0,1-5-7 15,5-1-18-15,2-8-44 0,1-1-73 0,1-5-110 16,2-5-181-16,2-3-297 0,-1-3-321 0,4 0-298 0,-3-5-129 16,1 3 308-16,1-3 614 0</inkml:trace>
  <inkml:trace contextRef="#ctx0" brushRef="#br0" timeOffset="1181.78">2879 1836 196 0,'-5'8'469'0,"0"-3"244"15,0-1 176-15,2 0-149 16,-3-1-163-16,4-2-106 0,-4-1-90 0,3-1-74 0,-2-4-72 16,2-1-80-16,0-4-60 0,1-4-32 15,2-1-16-15,0-6 5 0,2-1 7 0,3-4 12 0,0-2 8 16,2-3-7-16,1-1-6 0,2-1-17 15,-1-2 14-15,2 2 0 0,0 0-2 0,-1 3 43 0,1 2 23 16,-3 2 8-16,0 5-18 0,1 4-14 16,-3 1 10-16,-2 7-32 0,-1-2-13 0,0 5-14 0,0 2-6 15,-1 2 0-15,-1 4-11 0,1 6 4 0,2 2-3 16,-4 7 6-16,2 5-2 0,-2 4 0 0,0 1-1 0,0 4-12 0,-2 1-14 0,2 4-9 16,0-2-2-16,2 1-5 0,-2-3-5 0,3 2-4 15,0-6 6-15,-1-2 4 0,1-2-2 0,2-5-1 16,-2-4 0-1,2-3-1-15,1-4 3 0,0-4 0 16,1-5 3-16,1-7 2 0,3-5 0 0,-2-8-1 16,1-6 0-16,2-6 5 0,1-3-3 0,0-3-3 15,3 0 0-15,-2-1 1 0,0 5 1 0,-1 1-7 0,-1 6 2 16,-2 3 0-16,-4 5 0 0,2 4 0 0,-2 4 0 16,-4 3 1-16,3 1 0 0,-4 6 2 0,1 2 1 0,-1 2 7 15,1 8 4-15,-2 1 2 0,-2 5 2 0,1 7 2 16,-1 0 2-16,2 2-5 0,-1 4-2 15,-1 2-2-15,2-1-1 0,2 2-3 0,-1-1-2 0,1 1-3 16,-1-4-1-16,3-1-1 0,-1-4-3 0,0-4-1 0,3-4-1 16,-1-2-1-16,1-2-1 0,1-5 2 0,1-6 1 15,1-5 0-15,-1-5 3 0,2-8 0 0,2-3-1 16,-1-6 0-16,0-4-2 0,3-2 0 0,-1 0-1 0,3-1 0 16,-2 2-1-16,2 1-3 15,-2 0-3-15,2 3-3 0,-2 1-2 0,2 5 2 0,-5 0-1 0,2 4 2 0,-1 4 2 31,-2 3 3-31,-2 4 2 0,-1 5 0 0,2 3 2 16,-3 5 1-16,0 2 2 0,2 4 0 0,-2 4 1 0,-1 2 7 16,2 5-4-16,-1 1 0 0,0 1-1 15,0 1-1-15,-1 4-2 0,0-2-6 0,3 1 3 0,-2 1 2 16,0-4 1-16,1 2 0 0,1-3 0 0,-2-3 1 16,2 0-1-16,-2-5 0 0,1 1 0 0,-1-4-11 15,0-3-29-15,-1 0-72 0,-2-4-104 0,0-2-184 16,-1-3-295-16,-2-2-326 0,0 0-346 0,-2-2-177 0,-1-3 278 15,0-4 671-15</inkml:trace>
  <inkml:trace contextRef="#ctx0" brushRef="#br0" timeOffset="1368.48">3596 1201 405 0,'-10'-24'1184'15,"-3"2"354"-15,2 4-154 0,-2 2-266 0,2 5-499 16,0-1-237-16,0 3-150 0,3 2-77 0,1 0-45 0,3 3-37 0,-2-1-30 0,4 2-24 31,2 3-15-31,3-1-8 0,3 2-1 0,4 5 1 16,1-4 1-16,3 7-11 0,2 0-41 0,1 4-60 0,1 2-95 15,-1 4-156-15,2 2-278 0,-1 4-313 0,0 1-291 16,0 5-206-16,4 0 155 0,-3 2 584 0</inkml:trace>
  <inkml:trace contextRef="#ctx0" brushRef="#br0" timeOffset="1799.94">4112 1586 121 0,'-6'-5'959'0,"1"1"659"0,-5 2-37 0,-4 2-303 15,0 0-422-15,-6 1-345 0,0 4-215 0,-2 0-105 16,-1 3-54-16,-1 5-40 0,2-1-29 0,0 4-20 0,1 1-18 16,2 5-11-16,3-2-7 0,2 0-8 15,2 3-5-15,3-2 1 0,3-1-2 0,3 0-1 0,3-4-2 16,3 2 4-1,0-6 1-15,5-3-3 0,0-1-2 16,3-5 0-16,2-3 1 0,4-4-5 0,-1-7-8 16,5-4-9-16,-1-5-9 0,1-2-13 0,1-3-21 0,1-5-24 15,-2-2-43-15,1 1-42 0,-3-1-41 0,-3 3-28 16,1-1-8-16,-4 5 17 0,-1 0 59 0,-3 5 63 0,-3 1 49 0,-3 2 32 16,-1 3 23-16,-2 1 21 15,-2 2 34-15,2 4 40 0,-3 2 24 0,3 1 13 16,-3 2 1-16,1 4-13 0,-1 2-28 0,1 5-31 15,-1 1-25-15,1 2-14 0,1 4-8 0,1 2 2 0,0 2 6 16,1 1 4-16,1 1 3 0,1 0 1 16,-1 4 0-16,1-2-4 0,2 1-6 15,0 0-2-15,0-3-5 0,1-2-2 0,0-4-3 0,2-1-1 16,-2-4-17-16,5-5-36 0,-1-4-41 0,0-4-47 16,0-4-116-16,0-5-149 0,0-4-186 0,0-4-264 0,-2-2-239 31,2-3-150-31,-2-1 214 0,-1-1 421 0</inkml:trace>
  <inkml:trace contextRef="#ctx0" brushRef="#br0" timeOffset="2050.17">4308 1507 125 0,'6'-13'364'0,"-1"2"220"0,0 4 182 0,-1 4-27 16,1 4-80-16,-2 5-85 0,2 3-88 0,-2 6-64 15,4 2-65-15,-2 6-87 0,1 2-76 0,-2 2-66 16,3 1-39-16,-1 0-28 0,1 4-22 0,0-2-18 0,1 0-13 16,0-3-2-16,0 2-4 0,0-5 1 15,0-2 1-15,0-5-4 0,-2-3 2 0,2-3 11 16,-2-5 22-16,2-4 33 0,-3-4 31 15,0-4 28-15,1-6 17 0,-3-4 1 0,2-5-9 0,-2-5-22 16,0-1-19-16,-1-1-14 0,0-4-12 0,-1 1-12 16,-1-1-8-16,-1 2-7 0,-1-1-9 0,2 0-10 15,-2 5-6-15,1 2-6 0,1 1-5 0,0 3-4 0,0 3-4 16,1 2 0-16,4 1-2 0,0 1-2 0,6 2-1 16,0 2-7-16,3 2-34 0,2 1-66 15,1 2-87-15,1 0-157 16,4 4-291-16,0 2-317 0,2 1-311 0,6 3-189 15,4 1 152-15,1 0 613 0</inkml:trace>
  <inkml:trace contextRef="#ctx0" brushRef="#br0" timeOffset="2848.39">5864 1099 66 0,'8'-15'285'15,"-4"2"153"-15,1-1 145 0,0 1-75 16,-2-1-98-16,-1 1-27 0,3 1 13 0,-1 1 19 0,-2-2 9 0,1 1-19 16,-2 0-38-16,1 0-35 0,-2 0-31 0,2 4-7 15,-1 2-14-15,-1 1-17 0,2 4-18 0,-2 1-27 16,0-1-36-16,0 1-40 0,0 0-32 0,0 0-27 16,-2 0-21-16,2 1-17 0,-3 5-10 15,1 0-13-15,-2 5-9 0,-2 4-6 0,1 3-2 0,0 7-1 0,0 1-3 16,2 6 2-1,-2 6-3-15,2 4 3 0,-1 4-3 16,2 8-1-16,-1-3 2 0,1 4 2 0,2-1 2 0,2 0 3 16,-1-5-1-16,3-2 0 0,2-7-1 15,-2-3-2-15,4-8-3 0,2-3-1 0,1-6 1 16,0-6-1-16,3-3-1 0,-1-7 1 0,4-6-1 16,-1-8 1-16,3-5-2 0,-1-7 5 0,2-8-2 15,0-3 1-15,0-5-1 0,0-1 1 0,-2 0 1 0,-1 1-6 16,0 0 2-16,-3 3 0 0,-2 5 2 0,-3 3 1 15,-1 3 2-15,-2 4 13 0,-4 4 9 0,1 2 7 16,-3 3 4-16,0 2 0 0,-3 3-2 0,1 3-10 16,-4 0-7-16,1 6-9 0,-4 1-4 0,1 7-3 15,-2 3-2-15,1 4-1 0,-2 7 0 0,1 2-2 16,2 2 6-16,-1 5-1 0,1 1-2 0,3 2 1 0,0 1-1 16,1 0 1-16,2-1-5 0,0-1 0 0,2-5 0 15,2-5 0-15,1-1-1 0,2-7-1 0,1-4-4 31,4-3-14-31,1-6-15 0,0-7-49 0,0-4-65 16,3-6-72-16,-1-6-104 0,1-4-141 0,-1-3-191 16,2-1-246-16,-2-1-214 0,0-1-159 0,-2 3 109 15,0 0 410-15</inkml:trace>
  <inkml:trace contextRef="#ctx0" brushRef="#br0" timeOffset="3214.72">6338 1330 270 0,'0'0'536'16,"0"2"253"-16,0 1 102 0,-2 3-157 0,1 1-117 15,-1 2-121-15,2 0-94 0,-1 2-69 0,-1 1-66 0,2 1-68 16,0 1-63-16,0 1-44 0,0-2 0 0,2 2 8 16,-1 0-1-16,-1 2-6 0,3-2-4 0,-1-2-4 15,1 0-27-15,-1-3-28 0,1-1-16 0,0-3-8 16,2-2 1-16,0-1-2 0,4-4 0 0,-2-2 5 0,2-5 0 16,2-4 0-16,-1-3 2 0,1-3 3 15,1-3-1-15,1-1 1 0,1-1 1 0,-1-1-1 0,-2 3-7 31,1 0-3-31,-2 2-1 0,-2 2-3 0,1 4 2 16,-2 1 11-16,-1 3 21 0,-3 0 18 0,2 7 6 16,-2-4 4-16,0 4-3 0,-1-1-7 0,-1 3-16 15,-1 3-13-15,0-1-4 0,0 4-7 0,0 0 5 0,-1 5 2 16,-1-1-1-16,-1 4-3 0,2 2 0 16,-1 2 0-16,1-1-10 0,-1 2-6 0,2 1-5 0,-2 1 1 15,2-2 0-15,2 1 1 0,-2-3 1 0,2 2-1 16,-1-6 2-16,2-1-4 0,0-3-2 0,0-3-14 15,2-3-53-15,-2-3-57 0,2-4-91 0,0-5-162 16,-2-3-298-16,2-3-311 0,1-3-248 0,2-2-169 16,-2 1 205-16,-1-2 583 0</inkml:trace>
  <inkml:trace contextRef="#ctx0" brushRef="#br0" timeOffset="3749.26">6793 1392 447 0,'2'0'942'0,"-4"0"287"16,2 0-37-16,-1 2-344 0,-2 0-285 0,1 4-185 15,2 0-91-15,-1 3-55 0,-1 3-33 0,2 3-29 0,-1-1-30 16,-1 5-42-16,0-1-41 0,2 3-21 0,0 1-13 0,2-2-7 16,0-1-5-16,1 0-5 0,3-2-3 0,-2-3-5 15,3-3-3-15,1-4 0 0,0-2-1 16,3-7 1-16,0-4-3 0,1-4-3 0,1-5-1 0,0-2-6 16,1-4-13-16,-1-1-10 0,-1-2-5 0,-1 2-1 15,1-1 4-15,-3 2 6 0,1 0 15 0,-2 2 14 31,-2 3 6-31,0 4 3 0,-3 2 4 0,0 1 2 16,1 3 6-16,-3 1-8 0,2 2 1 0,-3 1 0 0,2 7-4 16,-2-3-1-16,2 7-6 0,-1 1 5 15,-1 3 3-15,2 4-3 0,-1 1 2 0,-1 3 8 0,0 3 12 16,2 1 13-16,-2 5 9 0,-2 1 15 0,1 3 11 16,-4 5-3-16,2 2 1 0,-4 3-9 0,1 3 0 15,-5 3-8-15,3 2-10 0,-3 0-6 0,-3 2-8 16,3-3-7-16,-2-1-9 0,2-5-3 0,1-6-3 15,1-6-2-15,1-6-4 0,2-4 0 0,1-9-6 16,0-4-5-16,2-9-24 0,3-7-59 0,0-7-60 16,0-10-109-16,3-7-183 0,2-7-305 0,1-8-306 15,1-5-245-15,-1-4-136 0,5-6 323 0,-1-3 595 16</inkml:trace>
  <inkml:trace contextRef="#ctx0" brushRef="#br0" timeOffset="4016.59">7193 902 175 0,'2'-7'804'0,"-4"4"470"16,-2 3 92 0,-1 4-128-16,-1 4-433 0,-1 7-299 0,1-2-162 15,-2 4-93-15,0 1-67 0,3 2-66 0,2 1-44 0,0 1-30 16,0 0-17-16,3 3-15 0,3-1-4 0,0-2-6 16,4 1-2-16,-1 2-3 0,5-1 0 0,-3 0-1 0,3-1-1 15,1-1 2-15,1 0 2 0,-1 0 0 0,0-2-2 16,-1 3 0-16,0-3 1 0,-3 4-4 0,0-2 1 15,-3 2 3-15,-2 2 2 0,-3-1 2 0,-1 2 0 16,-3-1 3-16,1 0-2 0,-2 2-3 0,-3-3-9 16,1-3-27-16,0-2-52 0,-1-4-57 0,2-8-71 15,-1-4-126-15,3-6-163 0,1-4-271 0,1-9-239 16,1-2-215-16,2-5-72 0,1-7 332 0,-1-4 472 16</inkml:trace>
  <inkml:trace contextRef="#ctx0" brushRef="#br0" timeOffset="4216.39">7393 820 72 0,'8'-17'613'16,"-1"9"474"-16,-3 5 177 15,0 5-70-15,-2 6-309 0,1 6-289 16,2 3-177-16,-3 7-96 0,-1 1-64 0,-1 5-60 0,0 3-76 16,-1 3-42-16,-1 3-33 0,0 2-13 0,1 1-7 0,-1 4-6 15,1 0-3-15,-1 1-5 0,2-2-4 0,2 0-9 16,-1-3-5-16,2-5-21 0,-1-2-61 0,3-7-66 15,-4-4-128-15,3-3-202 0,0-7-309 16,-4-3-332-16,2-4-248 0,-4-5-97 0,-1-3 430 0,0-6 594 16</inkml:trace>
  <inkml:trace contextRef="#ctx0" brushRef="#br0" timeOffset="4399.16">7320 1120 228 0,'-8'-13'798'0,"0"1"408"0,0 3 55 15,0 3-211-15,-1 1-343 0,4 4-267 0,2 2-158 16,0 2-83-16,3 2-57 0,0 0-38 0,3 1-39 16,0-1-29-16,5 3-14 0,1-1-11 0,1-1 0 15,6-1-2-15,-2 1-8 0,3-5-17 0,3 3-42 16,0-3-83-16,0-1-174 0,1 0-293 0,-2 1-292 16,5 0-298-16,-2 4-203 0,3-5 180 0,-1 2 606 0</inkml:trace>
  <inkml:trace contextRef="#ctx0" brushRef="#br0" timeOffset="5365.97">7918 1352 29 0,'-7'0'475'0,"-1"0"444"16,-1 2 280-16,-1 0-19 0,2-2-351 0,-1 1-225 15,1 3-141-15,0-1-108 0,0 4-76 0,-1 0-52 16,3 3-45-16,-1 1-56 0,-1 1-46 0,3 4-28 0,-1 1-16 31,3-2-12-31,0 2-7 0,1-1-8 0,1-2-5 16,1-1-6-16,1-2 2 0,1-2-2 0,3-4-2 15,2-3-2-15,1-4-1 0,0-3 4 0,2-4-1 16,2-5 5-16,1-4 2 0,1-2 1 0,-1 0 0 16,1-2-2-16,-1 0 1 0,1 2-3 0,-3 0 1 15,0 2 1-15,-3 4-1 0,0 2 1 0,-3 5-4 0,0 1 3 16,-1 3-2-16,-2 2 1 0,1 3 2 0,0 4 0 15,-1 5-1-15,0 2-2 0,0 4 1 0,-2 3-2 16,2 1 0-16,0 2-1 0,-1 1 3 0,2 2 0 16,-1-2-1-16,4 1 2 0,-1-1-1 0,0-3 0 15,4-3-3-15,-2-3 1 0,2-1 1 0,2-7-2 16,0-4 1-16,2-4 1 0,1-6 2 0,2-7-1 16,1-5 3-16,-1-7 2 0,2-6 2 0,0-2 2 0,-2-3-1 15,0-6 4 1,0 0-5-16,-2 0 1 0,-1 1-4 15,-3-4-2-15,0 2-1 0,-3 0-4 0,-3-1 0 16,1 0-1-16,-5 0 0 0,-1-1 2 0,-3 3 8 16,1 1 16-16,-2 6 18 0,1 5 13 0,-4 4 11 15,3 6 2-15,-1 6-6 0,-1 5-14 0,-2 10-16 16,1 6-11-16,2 11-8 0,-1 6-4 0,-1 5-6 16,2 7-5-16,3 4 1 0,0 6-2 0,3 4 2 15,0 5 2-15,3 3 6 0,-1 2 2 0,1 2 2 16,3-1 0-16,2-4-6 0,3-3-1 0,3-9-1 15,1-6-2-15,3-8 1 0,3-9-3 0,1-8-1 16,2-7-6-16,1-8-7 0,-4-8-4 0,4-5-10 0,-3-6-5 16,0-1-2-16,-4-4 1 0,2-1 6 0,-4 0 7 15,-2 1 9-15,-2 4 8 0,-2 4 4 0,-2 2 4 0,-1 2 0 16,-2 6 1-16,-2 1 3 0,-2 4-1 16,1 4 2-16,-2 4-2 0,-2 7 0 0,-1 1 0 15,0 1-1-15,-2 4-1 0,0 4-2 0,-1 0 1 0,0 0-3 31,3 2 1-31,1 0 1 0,-1 0-2 0,3 0 3 16,-2 0-1-16,2 2-2 0,0-4-33 16,2-1-72-16,-2-2-86 0,0-6-160 0,3-3-249 15,-1-2-328-15,-1-6-330 0,4-3-200 0,-4-5 96 0,1-3 587 16</inkml:trace>
  <inkml:trace contextRef="#ctx0" brushRef="#br0" timeOffset="5514.72">8534 1208 61 0,'-3'-39'635'0,"-2"2"553"15,-1 6 243-15,-2 4-116 0,2 4-396 0,0 7-349 0,1 2-202 16,-2 4-125-16,1 2-87 0,2 5-65 0,0 2-40 16,1 4-24-16,3 2-14 0,0 2-12 0,0 2-43 15,3 0-63-15,2 1-74 0,4-1-166 0,-1 1-291 16,2-2-316-16,4-2-289 0,0 2-192 0,3-3 113 16,1-1 633-16</inkml:trace>
  <inkml:trace contextRef="#ctx0" brushRef="#br0" timeOffset="6116.96">9178 742 214 0,'3'-4'598'0,"2"1"341"0,-2-2 179 16,-1 3-205-16,-1 1-231 0,-1-2-163 15,0 3-108-15,3-1-76 0,-1 1-70 0,-1 1-57 16,2 2-25-16,-3 2-27 0,4 5-36 0,-3 5-25 16,2 6-16-16,-1 3-5 0,1 5-20 0,-3 4-15 15,0 3-12-15,0 2-7 0,-1 3-6 0,-1 3-6 16,-3 2-4-16,2 1 7 0,-2 2 3 0,-1-1-2 0,1 0-2 16,1-2-2-16,0-5 1 0,0-1-8 0,0-7-5 31,3-1 1-31,1-5 3 0,-2-3 0 0,2-4-2 0,0-4-5 15,0-3-30-15,0-2-49 0,0-4-50 16,2-2-46-16,-2-4-69 0,0-3-108 0,0-3-107 16,0-4-99-16,0-1-179 0,0-2-243 0,-2 0-139 15,2-2 93-15,-1-1 317 0,-1 2 332 0</inkml:trace>
  <inkml:trace contextRef="#ctx0" brushRef="#br0" timeOffset="6514.99">8931 1131 382 0,'-1'1'767'0,"-1"3"296"0,0-3 49 16,2 0-322-16,0 0-266 0,0 1-180 0,0 1-128 16,2-3-69-16,0 2-39 0,2-2-32 0,1 0-14 15,6 3 38-15,-1-2 18 0,2 2 0 0,6 1-11 16,-1-3 0-16,4 2 24 0,2-1-20 0,2-1-15 15,2 0-12-15,2-1-4 0,0-1-8 0,2 1-26 16,-1-3-20-16,0 1-9 0,2 0 2 0,-4 0 3 0,1 0 0 16,-2 1-5-16,-1-1-3 0,-4 4-4 0,-2-1-47 15,-2 3-54-15,-3-2-64 0,-3 3-124 0,-4 2-180 16,-3 0-310-16,-3 1-265 0,-1 2-234 0,-4 0-84 0,0-2 378 16,-2 3 517-16</inkml:trace>
  <inkml:trace contextRef="#ctx0" brushRef="#br0" timeOffset="6914.84">9428 1352 210 0,'3'-2'646'15,"0"-2"394"-15,0 3 149 0,0-2-244 16,-1 2-233-16,-1-1-138 0,-1 2-127 0,2 2-92 15,-1 2-67-15,-1 1-42 0,-1 1-42 0,-1 4-61 16,1 6-41-16,-1 1-26 0,-1 3-16 0,0 5-11 0,0 1-11 16,0 2-8-16,-1 2-8 0,1 2-5 15,3-4-3-15,0-2-5 0,2-1-9 0,1-6-1 16,2 0-3-16,0-7 1 0,2-3-1 0,3-5 0 0,0-5 4 16,2-6 0-16,1-7-2 0,2-6-3 0,-2-4 2 15,4-1 0-15,-1-4 3 0,0 4 0 0,-2-2 1 31,-1 3 1-31,0 1 1 0,-4 4-2 0,-1 4-1 16,1 3 0-16,-4 2-2 0,0 3 2 0,-2 3-1 16,1 1 1-16,-1 4 0 0,-2 4 1 0,1 1 0 15,1 6 0-15,-3 1-1 0,1 2-1 0,-1 5 1 0,2-1 0 16,1 2 0-16,0 3 0 0,1-3-2 16,2 3-15-16,0-4-55 0,5-1-75 0,-3-2-139 15,3-3-217-15,2 0-309 0,0-3-348 0,2-1-288 0,3-2-71 16,2-2 507-16,4-2 609 0</inkml:trace>
  <inkml:trace contextRef="#ctx0" brushRef="#br0" timeOffset="7799.1">11616 1188 232 0,'3'-10'567'0,"-1"2"314"0,-1 2 192 16,-1-1-190-16,0 0-215 0,0 3-150 16,0-1-88-16,0 2-66 0,0 1-66 0,0 2-58 15,2 0-46-15,-2 1-34 0,3 0-41 0,-2 5-28 16,1-1-21-16,-1 5-17 0,-1 5-8 0,2 5-9 0,-2 2-4 15,-2 6 1-15,2 1-2 0,-1 5-2 0,-1-3-3 16,-2 2-2-16,2 1 1 0,-1-1-12 0,0 0-5 16,1-3-2-16,-1-1 0 0,3-2 0 0,-3-5-3 15,1-2-1-15,1-2 0 16,-1-3-3-16,0-3 0 0,1-4 0 0,-1 0 1 0,1-2-4 0,-2-1-14 16,0-5-41-16,0 0-57 0,-1-2-55 0,-1-4-106 15,-1-1-151-15,1-4-204 0,-1-2-264 0,2-2-226 16,-1 0-176-16,1-5 140 0,1-1 450 0</inkml:trace>
  <inkml:trace contextRef="#ctx0" brushRef="#br0" timeOffset="8183.26">11491 780 421 0,'0'-5'822'0,"0"4"264"15,0-2 11-15,2 3-335 0,-1 0-274 0,-1 4-168 0,3 3-106 16,-1 0-52-16,1 5-33 0,3 1-19 0,1 4 12 16,1 1 22-16,0 4 24 0,4 3 6 0,-2 3 2 15,-1 0-3-15,2 2-28 0,0-1-37 0,-3 2-35 16,1-2-24-16,-2-1-12 0,1-2-12 0,-2-2-9 0,3-3-8 16,-4-3-1-16,0-4-3 0,0-2-4 15,-2-1 3-15,0-4 0 16,3-3 2-16,-2-1-1 0,-1-4 1 0,0-4 3 15,2-4-1-15,1-7-1 0,-1-1-1 16,4-4-1-16,-2-3-1 0,-1-3-3 0,2-2-3 16,1 0 9-16,-1-4 1 0,-1 1 3 0,-1 2-1 15,3-2-1-15,-2 2 2 0,-1 0-7 0,-1 5-3 0,1 1-4 16,-4 6-1-16,2 3-3 0,-1 5-17 16,-3 2-55-16,2 5-54 0,-4 3-77 0,1 3-124 15,-1 1-169-15,-2 4-306 0,2-2-239 0,1 1-214 0,1 1-27 16,0-2 357-16,1 1 475 0</inkml:trace>
  <inkml:trace contextRef="#ctx0" brushRef="#br0" timeOffset="8768.04">11266 549 188 0,'-12'-10'527'16,"-4"2"312"-16,-3 0 210 0,1 2-137 16,-2 2-242-16,-2 1-155 0,-2 3-117 0,-1 4-90 0,-4 5-61 15,-1 7-28-15,-3 8-29 16,-2 7-35-16,-1 9-21 0,1 8-15 0,1 8-24 0,0 7-43 15,1 5-23-15,0 7-11 0,1 2-13 0,1 4-6 16,2 0-4-16,4 0 0 0,3-1 2 0,6-4 2 16,5-4 2-16,5-3 1 0,6-6-3 0,6-3-44 15,5-5-49-15,5-6-77 16,9-4-151-16,4-7-243 0,5-4-310 0,7-4-250 16,5-7-200-16,1-3 108 0,4-3 511 0</inkml:trace>
  <inkml:trace contextRef="#ctx0" brushRef="#br0" timeOffset="9465.29">12201 624 21 0,'3'-10'416'0,"0"2"318"0,2 3 191 0,-4-1 13 15,4 3-299-15,0 0-221 0,1 3-136 0,4 3-39 0,1 1-6 16,0 4-9-16,5 2-36 0,0 4-36 0,1 3-28 31,1 4-37-31,0 2-27 0,0 7-13 0,2 1-15 16,-1 3-13-16,-3 2-5 0,3 2-5 0,-5 4-5 15,0 2-2-15,-1 3 27 0,0 4 29 0,-4 2 19 0,-2 4 4 16,-2 2 0-16,-4 1 7 0,-1 4-20 0,-3-1-28 16,-2 2-14-16,0 0-7 0,-4 3-6 0,-1-1-6 15,-2-1-6-15,0-1-4 0,-5-4-2 0,0-2-4 16,1-2-3-16,-4-5-23 0,0-1-36 0,-2-4-37 15,-1-4-82-15,-1-4-141 16,0-3-276-16,0-4-269 0,-1-4-236 0,2-6-182 0,2-5 154 0,-1-5 503 16</inkml:trace>
  <inkml:trace contextRef="#ctx0" brushRef="#br1" timeOffset="18539.8">18941 1054 134 0,'3'-4'274'0,"-3"-2"111"15,4 1-11-15,-4 1-95 0,1 1-74 0,-1-1-31 16,0 3-20-16,0-2-3 0,0 3 9 0,0-1 7 16,0-1-4-16,0 2-8 0,0 0-21 0,0 0-20 15,0 0-12-15,0 2-11 0,0-2-8 0,0 1-10 16,0-1-3-16,2 2-11 0,-2-2-13 0,1 1-15 0,-1-1-13 15,0 1-6-15,0-1-4 0,0 4 2 0,2-1 61 16,-2 1 50-16,3 2 24 0,-3 1 6 0,0 4 8 16,1 0 35-16,-1 1 4 0,0 1-6 0,0 2-1 15,0 2-7-15,0 1-6 0,0 0-40 0,-1 3-51 0,1 2-36 16,-3-1-9-16,1 3-4 0,-1 0-5 0,3 3-1 16,-1-1-2-16,-3 1-4 0,1 2-13 0,2-1-7 15,-1-1-3-15,0 2-2 0,-1 0 4 0,1 1 59 31,-1 1 50-31,2 3 17 0,-4-1 7 0,2 1 4 16,2-1-9-16,-3 1-44 0,1-2-40 0,1-1-22 16,1 3-10-16,-1-3-12 0,1 0-1 0,-1 0-5 15,0-2-4-15,-1 2 1 0,2-1-2 0,-4 1 2 0,2-2-1 16,2 2 0-16,-3-3-1 0,1 4 2 16,1-4 3-16,-1 2 2 0,-2 1 1 0,2-1 3 15,-3 1 3-15,1 1 0 0,2 1 2 0,-2-1-2 16,1 0-2-16,-3 2-2 0,1-2 0 0,1 1-1 15,1-1-5-15,-1 0 4 0,0 0-2 0,0-2-3 16,0 3 0-16,1-1 0 0,-1 0-2 0,2-2-2 0,0 2 3 16,0 2 1-16,1-4 0 0,-1 2 1 15,-1-2 4-15,3 3 0 0,-1 0-2 0,-2-1 7 16,2 2 1-16,1-2-1 0,-2 0 4 0,1 1-3 16,0-1-1-16,-1-1-3 0,2 1-1 0,-3-2 0 31,3 0-3-31,-1 3 0 0,0-1 0 0,-1-2-1 0,2 4 1 0,-2-1 11 0,1 1 5 15,-1-2 4 1,2 1 4-16,-3 0 2 0,4 0-1 0,-3-2-11 16,1 2-4-16,1-3 0 0,-1 1-6 15,1-1-1-15,-1 0 2 0,0 0-2 0,1 0 1 16,-1-1-2-16,-1 2-1 0,0 1 1 0,0-2-4 16,2 2 2-16,-3 2-2 0,1-2-1 0,0 1 0 15,0 2 2-15,1-1-2 0,-1 0 0 0,1 2 0 16,-1 0-1-16,-1 0 4 0,2 0 0 0,-1 1 2 15,0-1 0-15,-1 2 3 0,1-2-2 0,2 2-1 16,-3 0 1-16,3-1 1 0,-2 1-1 16,1-1-3-16,-2 0 0 0,2-1 0 0,-1 0-2 0,1-1-1 15,1 1 1 1,-3-1 1-16,1 0 0 0,2 2 1 0,-3-1 1 0,1 1 3 0,0-1-2 16,-3 1 0-16,4-1 0 0,-2 4 0 0,-1 0-2 15,0 3 0-15,0 1 2 0,0-1-1 0,-1 1 1 31,2 0 0-31,-3 0 0 0,2-3-1 0,0-1-4 16,1 0 1-16,-1-2-2 0,1-1 1 0,0-1 0 16,1-4 0-16,1 0 2 0,-1-3 2 0,2-2 0 0,-1-5-2 15,0-2-1-15,-1-3-7 16,2-5-31-16,-2-5-53 0,0-3-53 0,-4-5-82 0,2-7-130 16,-3-10-183-16,-4-4-284 0,2-10-232 15,-1-11-202-15,-3-10 23 0,1-12 385 0,-2-13 455 16</inkml:trace>
  <inkml:trace contextRef="#ctx0" brushRef="#br1" timeOffset="19506.99">18851 1083 11 0,'2'-1'293'0,"-1"1"219"0,-1-2 228 16,0 0 68-16,0 2-94 0,0-1-106 0,0-2-91 16,0 0-58-16,0-2-68 0,0 0-71 0,0-4-69 15,2 3-49-15,-2 1-34 0,1 0-16 0,-1-1-11 0,2 0-17 16,-2-1-18-16,3-1-16 0,0-2-17 15,0-1-30-15,0 0-16 0,1 0-14 0,0-2-7 0,1 0-7 16,0 0-4-16,3 0 2 0,0 1-2 0,-4 1 3 16,5-2-3-16,-3 4 1 0,1-3-2 0,2-1 1 15,-1 0 0-15,1-1 0 16,-1 2 1-16,0 2-1 0,0 1 2 0,2 1-1 0,-1 1-2 0,-1 5-1 16,-2-3 10-16,3 5 7 0,-1 5 4 15,2 0 10-15,1 4 9 0,-3 3 6 0,0 3 0 0,0 1-1 16,-1 2-1-16,1 2-5 0,-3-1-8 0,-2 4-3 15,2-1-7-15,-2 1-5 0,2-1-1 0,-5 1-4 16,1 1-3-16,2-2-2 16,-3 2 0-16,2-1-3 15,-4 1-45-15,2-1-59 0,-3-1-101 0,2-2-175 0,-7 4-297 16,3-1-325-16,-1 0-282 0,-2-1-176 0,-1-3 274 16,1 3 614-16</inkml:trace>
  <inkml:trace contextRef="#ctx0" brushRef="#br1" timeOffset="21582.28">18321 5579 132 0,'-1'5'360'0,"-1"-3"167"16,0-2 127-16,1 3-168 0,-1-2-147 15,2 1-75-15,-1-2-32 16,1 1-8-16,0-1 0 0,0 2-8 0,0-2-22 0,1 0-38 16,-1 0-33-16,0 0-37 0,2 0-33 0,-1 0-23 15,1 2-16-15,1-2 62 0,2 0 50 0,2 1 26 16,-3-1 15-16,5 1 0 0,0-1-2 0,0 0-57 31,3 2-49-31,-2-2 0 0,1 2-1 0,3-2-1 16,-1 0-3-16,1 1 0 0,1 0-2 0,2 1-20 15,1 0-16-15,-1 0-9 0,0 0-1 0,4 1-6 16,-1-1-1-16,-1 3-1 0,3-2 2 16,-1 2 1-16,0-2 0 0,-1 1 3 0,0-1-2 15,1 2-2-15,-2-1 1 0,3 0-1 0,-3 1 0 16,2 0 1-16,-1 1 0 0,-1-2-2 0,0 2-2 15,0 0 1-15,0 0-4 16,0 0 0-16,-3 2-1 0,3-3 6 0,0 1-5 0,-2 2-1 0,0-2 0 16,1-1 1-16,3 4 2 0,-4-5 0 15,2 2 49-15,1-1 23 0,-2 1 14 0,4 0 0 16,-2 0 6-16,0 0 2 0,0 0-38 0,2-2-23 16,1 0-9-16,-1 1-3 0,1 1-11 0,1-4-3 15,0 4-3-15,0-3 6 16,1-1-3-16,-2 4-5 0,3-4 1 15,-6 2-2-15,2-2-3 0,0 1-1 0,-4 0 0 0,1 0 7 0,-3-1 5 0,1 1 2 32,0 0-1-32,-2 0-2 0,0-2-3 0,1 2 2 15,0 0-2-15,0 0-7 0,1 0 1 16,-1-1 2-16,3 0 6 0,-1 2-3 0,2-3-3 16,-1 2 7-16,0 0-4 0,2-1 3 0,1-2-5 15,-1 3 0-15,0-2-2 0,5 1 5 0,-3-1 3 16,1-1 0-16,3 2 2 0,2-2 1 0,1 0-2 15,1-2-3-15,-1 2 4 0,4-1-6 0,0 1 2 16,0-2-4-16,3 1 2 0,-2 1-6 0,2-3 0 16,-3 3 3-16,4-2-3 0,-3 2 0 15,4 0 4-15,-2-3 6 0,1 1-4 16,-2 1-5-16,4 1 0 0,-2-1 3 0,-2 1 2 0,1-2-2 16,1 2 3-16,-1-2 6 0,1 2 5 0,0 0-6 0,2 2-5 31,1 0-1-31,-2-2 1 0,1 1-3 0,2 2-3 15,-2 0 7-15,-2-1-2 0,3 2 3 16,-3-1-4-16,-1 1 2 0,1 0-3 0,0 0-1 16,-1 1 1-16,0-1-4 0,-1-1 2 0,1 0-4 15,-3 2 6-15,1-2 1 0,3 0 4 0,-2 0 2 16,-1-1-1-16,2 0 1 0,-3 1-2 0,4-2-1 16,-2 3 2-16,1-2-6 0,-1 2 2 15,1-2 4-15,-1 3 2 0,0-3-7 0,-1 2 0 16,-2 1 0-16,2-1-1 0,-2 1-5 0,1 0-3 15,-3 0 8-15,1 1-3 0,0-1-1 16,-1 1 0-16,-1-2 2 0,2 2 2 0,0-1-3 0,-2 1 4 16,0-2 5-16,0 1 1 0,1-2-2 0,1 0 1 15,1-1-1-15,0 1-2 0,2-1 3 0,-1 0-1 16,1 0 3-16,2-2 2 0,-1 1-5 0,-1-1-2 16,3 1-1-16,-2-1-1 0,-1 2-2 0,1 0-3 15,-1 0 0-15,0 0 6 16,2 1-5-16,0-2 5 15,0 2-2-15,-3 0 1 0,3-1 3 0,-1 1 2 16,0-2 0-16,1 1-4 0,1-1 2 16,0-1 1-16,3 0 1 0,0 0-4 0,0-1-3 15,5 1 4-15,-2-3 5 0,0 1 1 0,1 1-1 16,-2-2-3-16,2-1-3 0,-2 2 0 0,1-1-6 16,1 0-2-16,-1 0-1 0,-3 1 3 0,0 0 5 15,2-2-1-15,-4 2 7 0,3 2 4 0,-2 0-1 16,2 0-3-16,-1 0-1 0,1 0-1 0,0 2-1 15,-3 2-2-15,4-2-2 0,-4 2 2 0,1-2-1 16,-2 1 3-16,1 1-6 0,-2 1-3 16,1-3 2-16,-3 1 3 0,-1 0 7 0,2 0-7 15,-2-2 5-15,-3 2 2 0,2-1 3 16,-3-1-7-16,0 0-2 0,0 1 7 0,-1 0 0 0,-3 0-3 16,-1 0-6-16,0 0 3 0,-1-1-4 0,-2 2-2 15,-3 0-1 1,1-1 4-16,-2 2 3 0,-1-1 2 0,-1 1 0 0,0-2 2 0,-3 0 1 0,1 1-7 31,-5-2 6-31,4 1-2 0,-5 1 0 0,0-2 0 16,-2 1 2-16,-1-2-2 0,1 1-2 0,-3-1 2 15,0 0 2-15,-1 2 4 0,0-2 46 16,1 1 33-16,-3-1 18 0,1 0 6 0,-1 0 1 16,0 0-5-16,0 0-38 0,0 0-27 0,-1-1-17 15,-2-1-8-15,-1 1-7 0,-1-1-6 0,1 0-20 16,-4-2-52-16,2 0-52 0,-2 0-66 0,-2-1-109 15,-1-1-170-15,2 1-281 0,-1-3-240 16,1 1-229-16,1 0-100 0,1-2 277 16,-2 0 505-16</inkml:trace>
  <inkml:trace contextRef="#ctx0" brushRef="#br1" timeOffset="21907.67">25220 5877 163 0,'0'0'691'0,"0"0"412"0,0 0 90 0,-2 1-173 16,2-1-396-16,0 0-266 16,0 0-172-16,2 0-90 0,-1 0-35 0,4 0-20 15,1 0-4-15,2 0-6 0,2 0-6 16,3 0-3-16,0-1-7 0,4 1-7 0,1 1 0 16,3-1-7-16,-4 3 6 0,4 0-3 0,-2 2-1 15,0 3 1-15,0-1-4 0,-3 3 0 0,-2 1 11 16,-2 0 7-16,0 5 7 0,-2-3-1 0,-1 2 1 15,-5 2 14-15,0-3 19 0,-3 3 12 0,-1-1 8 16,-1 0 19-16,-3 0 13 0,-2-1-9 0,-4 0-23 16,0 1-21-16,-2-2-15 0,-3 0-18 15,-1 2-13-15,-2-3-8 0,1 2-16 16,-2 0-44-16,1-1-44 0,0-2-102 0,0 1-163 0,2-2-301 0,2-1-289 31,3 1-239-31,1-2-146 0,6 0 268 0,-2 0 538 0</inkml:trace>
  <inkml:trace contextRef="#ctx0" brushRef="#br1" timeOffset="22806.33">25294 6445 98 0,'2'0'406'0,"-1"0"240"0,-1 2 157 16,0-2-115-16,2 0-244 0,1 1-167 15,-2-1-121-15,1 0 15 0,-1 2 8 16,4-2 44-16,-1 1 37 0,2 1 9 0,0-1 9 16,3 1-52-16,1-2-36 0,0 1-51 0,0 1-44 15,2-1-16-15,1-1-9 0,-1 1-16 0,2 1-9 16,0 1-6-16,3 0-1 0,-4 0-7 16,2 2-14-16,0 2 36 0,-2-2 36 0,3 0 16 15,-3 4 9-15,-4-2 21 0,2 3 13 0,-3 1-35 16,0-1-23-16,-3 2-6 0,-1 1-5 0,-2 0-20 15,-2 0-12-15,-2 4-1 0,-4-3-2 16,2 5-12-16,-4-1-2 0,-2 0-5 0,-2 0-3 0,0-1-6 16,-2 4-6-16,2-4-1 0,-1 3-1 0,-3-5-1 15,3 4-1-15,-1-1 0 0,3-3 1 0,-1 1-2 16,2-1-2-16,0 0 1 0,4-2-3 0,-2-1 1 16,4 0-3-16,0-2 1 0,1 0-1 0,3-2-1 15,0 0 1-15,0-2-2 16,3 1 2-16,1-1 0 0,0-1-1 0,2-1 1 0,2-1 1 15,0 0-1 1,2-2 0-16,1 3 1 0,0-4 0 16,3 1 1-16,0-1-3 0,-1-1 1 0,5 1-1 15,0-4 1-15,-2 3 0 0,3-2 1 0,0 0 1 16,0 0-1-16,2-1 0 0,-4 1 0 16,2-2-4-16,-3 1-16 0,0-1-48 0,-2 1-61 15,2 0-60-15,-5 0-99 0,1-1-155 0,-2-1-206 16,0 2-260-16,-2-2-215 0,1 1-168 0,-3 1 118 15,2 0 446-15</inkml:trace>
  <inkml:trace contextRef="#ctx0" brushRef="#br1" timeOffset="23224.1">25986 6777 336 0,'2'9'712'0,"-2"4"258"15,-2 1 48-15,2 2-236 0,-1 2-239 16,1 3-158-16,0 2-88 0,0 1-44 16,1 3-30-16,-1 0-49 0,4 0-51 0,-1-1-34 15,2 1-32-15,-1-4-18 0,6-1-13 0,-2-3-13 16,1-3-1-16,4-1-4 0,1-5-2 16,2-3-1-16,0-5 2 0,2-4-2 0,2-3 0 15,2-7-1-15,0-4-5 0,0-5 0 0,2-2-4 16,-1-5 0-16,-1-2-4 0,-1-2 2 0,0 1 3 15,-6-1 0-15,0 1 9 0,-6-1 11 16,2 2 43-16,-4 2 30 0,-4-1 28 0,-2 2 18 0,-2 2 3 16,-4-1 3-16,-3 4-28 0,-3 1-18 0,-2 2-19 15,-4 1-13-15,1 5-11 0,-6 1-10 0,-1 3-9 16,-3 5-11-16,1 3-7 0,-2 2-5 0,-2 5-6 16,3 1-4-16,0 5-1 0,0 0 1 0,5 2-3 31,-1 4 0-31,1 0 3 0,5 0-1 0,1 1-2 0,2 1-2 0,0-2 0 0,5 1-5 15,0-1-30 1,3-3-54-16,2-1-62 0,2-2-77 0,1-2-146 16,0-1-204-16,1-1-291 0,2-4-244 15,2 1-182-15,0-5 21 0,0 0 445 0</inkml:trace>
  <inkml:trace contextRef="#ctx0" brushRef="#br1" timeOffset="23472.78">25986 6760 8 0,'-3'0'430'0,"-2"1"416"0,1 1 254 0,-1 0-8 15,4 0-356-15,-3 2-257 0,3-2-173 0,-1 3-117 16,2 1-56-16,2 2-29 0,1-1-14 0,0 4-29 16,4-2-21-16,2 0-13 0,0-1-8 0,3 0-11 15,2 1-5 1,-1-3 1-16,4-2-4 0,0 1-3 15,5-4-1-15,-1-1 2 0,2 0 4 0,1-2-14 16,-2-2-56-16,0 0-123 0,-1-3-175 0,-4 1-291 16,1-2-269-16,-7 1-228 0,-1 1-4 0,-4-2 375 15</inkml:trace>
  <inkml:trace contextRef="#ctx0" brushRef="#br1" timeOffset="25272.48">18196 589 84 0,'-1'3'282'0,"-1"1"127"0,0 0 109 16,1 0-135-16,-1-2-108 0,1 5-55 0,-2-1-17 16,1 0-1-16,2 3-3 0,-3 2 16 0,3 1 25 15,0 1-3-15,0 3-18 0,0-2-5 0,0 5 17 16,0 1-30-16,2-1-48 0,-1 3-27 0,-1-3-17 31,0-1-23-31,2 1-39 0,-2-5-18 0,0 0-13 16,0-1-6-16,0-2-3 0,0-1-5 0,0-2 5 15,0-1-3-15,0-1 2 0,0-4-5 0,0 2 6 16,-2-2-15-16,2-1-43 0,-3-2-86 0,3-2-105 16,-1-2-149-16,-3-2-279 0,1-1-220 0,2 0-82 0,-3-2 148 15,3 1 285-15</inkml:trace>
  <inkml:trace contextRef="#ctx0" brushRef="#br1" timeOffset="25590.19">18125 494 249 0,'2'-2'532'0,"-1"2"214"0,1 0 83 0,-1-2-255 16,1 2-244 0,-2 2-128-16,3-2-40 0,0 2-10 15,2 0-8-15,0 3 3 0,4-1-5 0,-2 1-23 16,2 1-24-16,-1-1-41 0,3 1-18 0,2 0-13 16,-1 0-8-16,0 1-7 0,-1-3-20 15,1 2 6-15,-1-3 4 0,-1 2 3 0,2-2 2 16,-4-1-2-16,1 0 2 0,0 1-6 0,-5-1-47 15,1-1-83-15,-5 2-114 0,0 2-165 16,-3-2-267-16,-2 1-193 0,-1 0-20 0,-2 4 179 16,-1 1 285-16</inkml:trace>
  <inkml:trace contextRef="#ctx0" brushRef="#br1" timeOffset="25823.9">17933 966 186 0,'-4'9'405'0,"1"-2"158"16,1-1 98-16,2 0-233 0,2 0-189 0,1 1-122 31,1-3-58-31,0 0-27 0,4 1-15 0,0-2-3 16,3 0-7-16,1-1 4 0,1 0-1 0,4-2-1 0,0 0-1 15,3-2 1-15,2 1 1 0,-1-2-1 0,2 0 26 16,1 1-8-16,0-2-7 0,-2 2-37 0,0 0-74 15,0-1-179-15,-1 3-240 0,1 1-96 0,-2 1 5 16,-2 0 127-16,-1-1 185 0</inkml:trace>
  <inkml:trace contextRef="#ctx0" brushRef="#br1" timeOffset="28910.68">21466 2995 61 0,'0'0'269'16,"2"0"145"-16,-1 0 116 0,1 0-88 15,0 1-97-15,-1-1-57 0,-1 0-19 0,0 2-5 0,0-2 2 16,0 2 0-16,0-2-4 0,0 0-8 16,0 1-11-16,0-1-10 0,0 1-11 0,0 1-11 15,0 1-18-15,0-2-24 0,0 3-30 0,0 0-25 16,-1 1-22-1,1 0-21-15,-2-2-17 0,0 4-10 0,1-1-12 16,-1 1 7-16,1 1 0 0,-1 1-2 16,0 0 1-16,2 1-8 0,-1-1 6 0,-1 4 26 15,0-3 34-15,2 2 21 0,-1 1 2 0,-1 1 3 16,1-1-7-16,-4 0-34 0,5-1-34 16,-1 1-22-16,-1 0-10 0,1-1-2 0,1 2-3 15,-2 1-2-15,2-2-1 0,-2 1-3 0,2-1 1 16,0 0-1-16,0 1-1 0,0 0 2 0,0-1-3 15,0 1 3-15,-1-1-3 0,1 1-2 0,-2-1 1 16,2 2-3-16,0-1 7 0,-2-1-5 0,1 2 0 16,-1-2 2-16,2 1 0 0,-1 2 1 0,-3-4-2 15,3 4 0-15,-1-2 5 0,1 0 0 16,1 0 1-16,-5-1-2 0,5 1 0 0,-1-3-1 0,-1 4-4 16,1-4 1-16,1 1 0 0,-2 1 2 15,0 0-3-15,1-3-2 0,-1 2 1 0,2 0-1 16,-2 0-2-16,2 0 2 0,0-1 4 0,-1 1-4 15,-1-1 4 1,2 0 3-16,0 1-1 0,-1 1-4 16,1-2 0-16,-2 1 4 0,0 0-2 0,1 1-2 15,1-3 4-15,-2 2-3 0,2-2 1 0,0 1-1 16,-1-1-1-16,1 1 1 0,0-3-2 16,0 2 1-16,0-1-2 0,0 0 0 0,0 0 2 0,0 0 0 15,0-2 1-15,0 1 2 0,0 0-2 16,0 1 2-16,0-2 2 0,0 0 0 0,0 1 0 15,0-1 1-15,-2 0-1 0,2 1-2 0,-3 0-3 16,3-1 4-16,0 3 0 0,-1-2 0 0,1 0-1 16,-2-1 3-16,2 1 0 0,0-1 1 0,-1 0 2 15,1 3 2-15,-2-3 1 0,0 1-3 0,1-1 2 16,1 1-3-16,-4 1-4 0,4-1-1 0,-3 0-1 16,2 1 1-16,-1 0-1 0,0 2-1 15,-1-3 2-15,2 3-1 0,-1 1 1 0,-1-1 1 16,2 0-2-1,-1 2-1-15,2-3-2 0,-2 0 1 0,1 0-1 0,-1 2-2 0,2-1 2 0,-1-2 1 32,1 2-1-32,-2 0 1 0,0 0 0 0,1-1 2 15,1-1 2-15,-2 1-5 0,2-1 2 0,0 0-1 16,-1-1 0-16,-1 1-2 0,0-1 2 16,2 1 2-16,-1 1 0 0,-1-3 0 0,1 3 0 0,1-2 3 15,-4 0-4-15,4 1 1 0,-2-1 11 16,2 3 5-16,-4 0 4 0,3-2 0 0,-1 2 4 15,1-2-2-15,-3 2-8 0,3-2-5 0,-1 1-5 16,1 1-2-16,-1 0 0 0,0-2 0 0,-1 1-1 16,1 1-1-16,-1-2 1 0,2 1 1 0,-4 0-2 15,4 3 2-15,-2-2 0 0,1-1-2 0,-3 2 1 16,4-2 2 0,-3 2-3-16,3 0 0 0,-3-3 1 0,1 2-3 0,2-2 2 0,-4 1-2 15,2-2 1-15,2 2-1 0,-1-3 1 0,0 1 0 16,-1 0 0-16,3-2 1 0,-1 2-1 0,-1-4 0 15,0 2 0 1,2-1-1-16,-1 2-1 0,-1-3 1 16,0 1-2-16,2-1 1 0,-1 2 1 0,-1-2 1 15,2 2-1-15,-1 1 0 0,1-1 3 0,-5 1 0 0,4 3-2 16,-2-2 1-16,1 0 1 0,0 1-2 16,-1-2-1-16,1 3 0 0,1-2-1 0,-1 1 1 15,-1 1 0-15,1-3 0 0,-1 3 0 0,2-2 1 16,-1 0-1-16,-1 0-1 0,0 1 1 15,2-1 2-15,-1-1-2 0,0 1 0 0,1 0 0 16,-3 0-1-16,1 0 0 0,2 1 0 0,-1-2 0 16,0 3-1-16,-1-2 3 0,2-2-1 0,-1 2-1 15,-1-2-1-15,0 0 1 0,1 1 0 0,1-1 0 16,-1 2 0-16,1-3 3 0,-3 3-2 0,4 0-1 16,-3-1 0-16,2-2 0 0,-1 3 0 0,-1-1-1 15,1 0 2-15,1 2 2 0,-1-1-2 16,0 0 0-16,0 0-1 15,-2 1 2-15,3-1-3 0,-1-1 0 16,1 1 2-16,-3 0 0 0,4-3-1 0,-1 1 0 16,-1 0 1-16,1-1 1 0,1 0 0 15,-2 0 1-15,0 0 0 0,1 1-1 0,1-2-2 16,-2 1 3-16,2-1-2 0,0 1 0 0,0-1 0 16,0 1 1-16,-2 0 0 0,2-1-1 0,0 0 0 15,-1 2-1-15,-1-1 1 0,2 1-1 0,-1 0 1 16,1 1 0-16,-5 0 0 0,4 0 0 15,-1 4 0-15,1-4 1 0,-3 2 0 0,3-2-1 16,-1 2 2-16,1-2 0 0,-1 3-1 0,0-2 1 16,-1 2 0-16,1-2 0 0,1 0-1 0,-1 1 0 15,1 0 0-15,-2-1 0 0,1-3-1 0,2 1 0 16,0-1 0-16,-1 1 0 16,1-3-1-16,0 2 0 0,0-2-1 0,-2 0 0 0,2 0 1 0,0 0-2 15,-1 0 3-15,1-1-1 0,0 0 1 0,0 0 1 31,0 0 0-31,0-1 1 0,0 2-2 0,0-2 0 0,0 2 1 0,0 0 0 0,0 0 0 16,0 0-1 0,0 0 0-16,0 0 0 0,0 0-1 15,-2 0-1-15,2 0 2 0,0-2 0 0,0 3 0 0,-2-2 3 16,2 2-1-16,0-3 0 0,0 2-1 16,0 0 0-16,0-1 0 0,0-2-1 0,0 3-1 15,0 0-1-15,0-2 1 0,-1 1 1 0,1 0-1 16,0-1 1-16,0 0 0 0,0-1 1 0,0 0-1 15,0 2 0-15,0-2-1 0,0 2 1 16,0-2 0-16,0 0-1 0,0 0 0 0,-2 0 0 16,2 0 0-16,0 0 0 0,0 1 1 0,0-1 1 15,0 1 1-15,0-1 1 0,0 2-2 0,-1 1-1 16,1-2 1-16,0 2-2 0,-2 0 0 0,0-2 1 16,2 3 0-16,0-3 0 0,0 1 0 0,0-1 0 15,0 1 1-15,0 1-1 0,-1-3 1 16,1 1-2-16,0-1 1 15,0 2-2-15,0-2 2 0,0 1-2 16,0-1 2-16,0 0 0 0,0 0 0 16,0 0 2-16,0 0-1 0,0 0 1 0,0 0-2 15,0 0 0-15,0 1 2 0,0-1-2 0,0 2 0 16,0 0-1-16,-2-1 1 0,0 2 0 0,2-1-1 16,0 0-1-16,-1 3 1 0,-1 1 1 0,2-4 0 15,-1 4 1-15,-2-1-1 0,1 1 1 0,2-4 0 16,-1 2-1-16,1-3-1 0,-2 2 3 0,2-2-2 15,0 1 0-15,-1-1 1 0,1 0 0 0,0 1 0 16,0-2-1-16,-2 0 0 0,2 0-1 16,0 0-2-16,0 0 0 0,0-3-1 0,2 0-1 15,-2 0 1-15,1-3-8 0,2 0-22 0,-1-1-68 0,2 1-68 16,-2-2-140 0,3 2-234-16,-4-1-308 0,4-1-328 15,3 1-220-15,0-1-31 0,0 1 513 0</inkml:trace>
  <inkml:trace contextRef="#ctx0" brushRef="#br1" timeOffset="30107.82">23151 5463 201 0,'4'-2'368'0,"-3"1"174"15,1 0 23-15,-1-1-41 0,1 2-43 0,0 0-43 0,-1-2-28 16,-1 2-31-16,2 0-46 15,-2 0-47-15,2 0-45 0,-2 0-43 0,0 0-35 16,1 0-29-16,-1-1-26 0,0 1-19 0,0 0-17 16,0 0-16-16,0 0-6 0,0 0-5 0,0 1-4 15,0-1 4-15,0 2 12 0,0 1 19 16,0 1 22-16,0 2 15 0,0-1 16 16,0 2 0-16,0 2-9 0,-1 2-17 0,1 1-23 0,-2 0-20 15,0 1-13-15,1 4-11 0,-1-1-5 0,0 2-4 0,-1 1 0 31,2 1-6-31,-3 1-3 0,3 1-2 0,-2-1-3 0,1 3 0 0,-2 1-2 0,1 0 3 32,-1-1-2-32,3 2-2 0,-3-1 0 0,0 2-5 15,0-1-3-15,1-1-2 0,2 1 1 0,-4 0 1 16,2-1-1-16,-2-1 1 0,4-2 0 0,-3-1-1 16,1 0-1-16,2-2-1 0,-1-1 2 15,0-2-2-15,-1-4 2 0,3-1 0 0,-1-1 0 16,-1-4-1-16,-1-2-1 0,3-1 0 0,0-6 0 15,0 0-4-15,5-4-1 0,-5-5-8 0,1-2-49 16,1-1-58-16,-1-4-68 0,3 0-136 16,-3 2-218-16,1-1-309 0,1-3-256 0,-1 6-206 0,1-2-5 15,2 4 463-15</inkml:trace>
  <inkml:trace contextRef="#ctx0" brushRef="#br1" timeOffset="31040.22">24884 5654 160 0,'4'-2'438'0,"-3"-2"238"0,3 0 188 0,-4 1-113 15,1 2-140-15,-1-1-106 0,2 0-79 0,-2 1-69 0,1 1-75 0,-1 1-72 31,2 1-61-31,1 1-44 0,-3 2-18 0,1 1 3 0,2 3 23 0,1 2 16 0,-3 2 8 16,2 2-5 0,1 2-12-16,-3 2-20 0,-1 2-32 0,2 1-26 15,0 1-19-15,-2 3-10 0,-2-1-10 16,0 0 0-16,1 2-6 0,-4-1-50 0,0 2-66 16,-1-3-147-16,-3-2-270 0,0-1-292 0,1-2-318 15,-1-3-220-15,1-5 42 0,0-5 562 0</inkml:trace>
  <inkml:trace contextRef="#ctx0" brushRef="#br1" timeOffset="94726.53">4650 3642 189 0,'0'-2'313'0,"0"1"107"0,-2 0-28 0,2-1-144 16,0 2-87-16,-2-2-39 0,2 0-10 15,0-1 10-15,0 2 25 0,0-1 24 0,0-3 27 16,-1 3 33-16,1-1 35 0,-2-1 39 0,2 1 28 16,-3 0 18-16,3-1-2 0,-2 2-19 0,-2-2-41 15,2 3-49-15,-1-2-42 0,0 2-28 16,0-1-2-16,-2 1-3 0,0-1 0 0,-3 2 1 16,-1-1-15-16,-1 1-19 0,1 1-33 0,-4 1-24 0,-1-1-18 15,-2 3-14-15,0 1-8 0,-3 1-3 16,-3 0-3-1,1 3-6-15,-2 1-7 0,-4 3-6 16,0-1-3-16,-1 4-5 0,-2-1-2 0,-2 2-1 16,-1 1-3-16,0 1-1 0,-2 2 0 15,0 1 1-15,2 0-1 0,-2 0 5 0,-3 3 1 0,2 0 4 16,1 0 0-16,0 1 6 0,-1 1 2 0,-1-2-1 16,0 3 4-16,0-3-7 0,1 2-3 15,1 0-7-15,-2-2-1 0,1 1-3 0,2-1-4 0,-1 1 7 16,3-3 2-16,-1 2 2 0,1 2 0 0,-1-2 8 15,0 2 2-15,1 0 1 0,1 2 1 0,1-1-2 16,-2 1-3-16,5 0-7 0,0-1-3 0,0 0 0 16,5 1-2-16,-2-3 2 0,4 2 1 0,2-1 0 15,-2 1 2-15,3-1-1 0,2 2 0 0,0-1-2 16,2-2 2-16,2 5 0 0,0-2 0 0,1 1 1 16,2 0 1-16,1 0-2 0,0 0 1 0,4-2 0 15,0 2-2-15,0 2-4 0,1-2 1 0,2 1 2 16,-2 0 1-1,2 3-4-15,0-1 2 0,0 1 2 0,0-1 1 16,0-1 0-16,0 1 0 0,0-1 2 0,0 2-2 16,0-5 1-16,0 5-1 0,-1-3-1 15,-1-2 3-15,-1 2 1 0,1-1 2 0,-2 1-1 0,-1-2 0 16,-1 0 1-16,-1 3-2 0,-1-2 0 16,-4 2 4-16,1-1 3 0,-3 1 2 0,1 0 2 0,-3 2-1 15,2-2 1-15,-3-1-4 0,-1 2-4 0,1-2 0 16,1 1-1-16,-1-2 0 0,0 0 1 0,2 2-1 15,-1-1 0-15,2 0-2 0,1 1-8 0,-1 0-3 16,3-2-3-16,1 1-1 0,0 0 6 0,1-2-3 16,3 0 11-16,1 2 5 0,2-2 2 0,0 1 1 15,3 0-8-15,3-2 4 0,0 2-7 0,0 0-1 16,2 0-2-16,2-1 0 0,-1-1-2 0,3 1 0 16,1-1 1-16,-2 0 4 0,3-2-1 0,-2-1 1 15,3 1 3-15,0-2 3 0,1 1-1 0,2 0-3 16,-2-1 2-16,4 1-2 0,-2 0-3 0,-1-2-2 15,3 1 0 1,2-1 0-16,-3 1-1 0,3-2-1 16,2-1 3-16,1 2 2 0,0-4 1 0,3 1 0 15,-1-2 2-15,5-2 0 0,-1 1 1 0,2-2-1 16,3 0 0-16,3-2 0 0,1 0 1 0,1-2 0 16,3 1-1-16,0 0 0 0,-1-2-2 0,-1 4-1 15,2-1-1-15,-3 0-1 0,-1 4-2 0,-1-3 0 16,-1 2 0-16,-2 4 1 0,0 0 0 0,-1 2 2 15,-2 0 1-15,-2 3 1 0,1 0-1 0,-1 3 3 16,1 0-2-16,-3 2 1 0,1 0-1 0,0-1 3 16,-2 1-1-16,1 2 1 0,1 0 0 0,1-4 0 15,-1 2-1-15,0-2-2 0,0 2 0 0,-1-4 1 16,1 2-1-16,-1-5 0 0,-1 1-1 0,2-1-1 16,0-2 1-16,-2-3-1 0,2 1-3 0,3-2 1 15,-3-1 0-15,3 0 1 0,3-5-2 16,0 0 1-1,2-2 3-15,2-3 0 0,1 0 3 0,1-5-1 16,4-1 2-16,1-2 0 0,3-5 1 0,1 1-1 0,4-4 0 0,2-1 0 0,-2-2 0 31,5-1-1-31,-2 0-2 0,1-2-2 0,-1 1 0 16,-1-1-2-16,0 1 0 0,-1-3 2 0,-2 6 1 16,-2-2 2-16,-2 1 0 0,-4 4 1 0,1 0 1 15,-6 2-3-15,0 2 1 0,-3 4-2 0,-2-2 1 16,-1 7 2-16,-4-2-3 0,1 3 1 0,-4 3 0 15,0-1 1-15,-4 3-1 0,1-1 0 16,-2 2 0-16,-2 1 0 0,1 1 0 0,-2 0-1 0,1-2-1 16,-1 0 1-16,-1 1 0 0,4-3 0 15,-2 0-2-15,2-1 1 0,2-1 1 0,2-1-1 16,0-1 0-16,5-2 2 0,-1-3 0 0,5-2 2 16,0-2 1-16,5-2-1 0,0-3 2 0,3-2-2 15,5-4 3-15,0-2-4 0,6-3 3 0,-1-3-2 16,4-2-1-16,2-2-1 0,0-3-2 0,1 0-1 31,1-3-1-31,-1 0 0 0,-2-1 1 0,1 0 1 16,1 0 2-16,-4 1 2 0,-1 0 0 15,-2 1 1-15,0 1-2 0,-1 0 0 0,-2 1-2 0,-2 2 1 16,-4 1-1-16,0 3 1 0,-5-1 1 16,-2 4 1-16,-5 0-1 0,-1 1-1 0,-5 3-1 15,-1 0 1-15,-4 0-1 0,-1 2 2 0,-1 0 0 16,-3-2 0-16,0-2-1 0,-1-1 1 0,1 0 0 15,-3-5-1-15,-1 2-1 0,2-4 0 0,0-2 1 16,0-4 0-16,-1 0-2 0,1-1-1 0,1-3 1 16,-1-3 1-16,3-1-1 0,-2-2 1 0,3-3 1 15,0-2-1-15,1-2 1 0,1-1 0 0,0-1 0 16,0-1-1-16,1-1 0 0,-2 2 1 0,-1 2-2 16,-3 0 1-16,-1 5 1 0,-4 1-1 0,-3 2 3 15,-2 4 1-15,-3 4 1 0,-1 1 0 16,-4 1-1-16,-3 4 3 15,-3-1 2-15,-5 5 1 0,2 2 1 16,-7 1 1-16,1 3-1 0,-5 1-1 0,-1 2-2 16,-1 0-3-16,-3 5 2 0,-2-1-2 15,1 1 1-15,-1 1 1 0,2-2-1 0,0 2 0 16,2-3-1-16,1 0-2 0,3-1-1 0,1-3-2 16,3-3 0-16,3-3-2 0,4-4 1 0,1-2-1 15,2-4-1-15,4-2 0 0,4-2 0 0,1-3 1 16,2 1-1-16,1-1 1 0,3-3 1 15,1 2 1-15,-1-2 1 0,4 1 0 0,-2 2 1 16,-1 0-1-16,-1 2 1 0,1-1 0 0,-1 2 0 16,-2 2 0-16,-2-1-1 0,1 1 2 0,-4 0-2 15,1 2 1-15,-1-1-2 0,-4 2 0 0,3-3 0 16,-2 1-1-16,-1 0-1 0,-1-1-1 0,3-1 0 16,-4-1 1-16,3 1 0 0,-1 0 1 0,1-1 2 15,0 0 0-15,0 0 2 0,-1 0 0 16,2 1 0-16,0 1 0 0,1-1-1 0,-2 2-2 0,2-1 1 15,-2 0-1-15,-1 0 1 0,3 2-1 16,-2 0-1 0,-1 0 0-16,1 2-1 0,-1 1 1 15,-2-1-1-15,0 4 0 0,-2 1 1 0,0 1 1 16,-2 2 1-16,0 1-2 0,-2 2 1 0,-1 3 0 16,-2-3-1-16,1 5-1 0,-3 1 1 0,0 1-1 15,0 3 1-15,-1 1-1 0,-1-1 1 0,0 2 1 16,-1 1-1-16,2 2 1 0,-1-1 0 0,-1 2 2 15,0 0-1-15,1 0 0 0,-1 1 2 16,0-2-1-16,3 2 0 0,-1-3 0 0,-1 0-1 16,5 0 0-16,-3-1-1 0,3-3 0 0,-1 2 0 15,0 0 0-15,1-2 1 0,0-2 0 0,2 1 1 16,1 1-1-16,-1-2 1 0,0 0-1 0,1 2 0 16,0-1 2-16,-1 1-1 0,3-1-1 0,0 1 1 15,-1 0-1-15,0 1-1 0,-2 0 0 16,3-1 1-16,-2 2-1 15,-1-1-1-15,1 1 1 0,-2 0 0 16,2 1 0-16,-4-2-1 0,2 2 1 0,-2 2-1 16,1-1-1-16,-3 0 0 0,-1 3 1 0,2-2-1 15,-2 2-1-15,-1 0 1 0,1 0 2 16,-1 1-2-16,2-2 0 0,0 2 3 0,-1-2 0 16,0 0-1-16,2-2 1 0,-1 0 1 0,1-2 0 15,0 0 0-15,0-2-1 0,-1 0 2 0,0-2-1 16,2 1 0-16,-2-2-1 0,1 1 2 0,-1 0-1 15,2-2 1-15,-4 1-1 0,1 1 0 16,1 1-1-16,-2 1 0 0,-1 0 0 0,-3 2-1 0,1 1-1 16,-5 0 1-16,-1 1 1 0,-1 4-2 15,-4 0 0-15,-1 1 0 0,1 2-2 0,-3 1 0 16,2 2-2-16,-1 2 1 0,1 2-2 0,1 0 2 16,2 1 1-16,0 2 1 0,1 0 0 0,-1-1 0 15,5 3 1-15,-1-2-1 0,2 1-10 0,5 0-16 16,0-3-27-16,3 0-65 0,3 1-69 0,2-4-133 31,6-1-194-31,3-5-299 0,2 1-318 0,5-5-238 16,1-1-98-16,3-5 418 0,5-2 586 15</inkml:trace>
  <inkml:trace contextRef="#ctx0" brushRef="#br1" timeOffset="95506.53">6555 3145 147 0,'-8'5'409'0,"0"-1"200"0,2-1 122 16,1 0-178-16,3 0-219 0,2 0-130 0,2 0-79 16,4-1-10-16,2 0 23 0,6 1 31 15,4-3 39-15,4-3 22 0,5 1-5 0,6-3 9 16,3-4-12-16,8-2-27 15,3-3-36-15,5-3-29 0,3-2-19 16,3-4-40-16,4-1-30 0,3-2-14 0,3-1-11 16,2 0-5-16,4-3-2 0,0 2-38 0,-1-1-100 15,1 4-144-15,-6 4-259 0,-5 4-267 16,-3 1-244-16,-8 7-98 0,-7 6 236 0,-10 6 413 16</inkml:trace>
  <inkml:trace contextRef="#ctx0" brushRef="#br1" timeOffset="96322.17">8508 7140 236 0,'-17'9'467'0,"0"-2"174"0,0 4 96 0,-1 0-253 15,4-1-212-15,0 1-97 0,4-1-46 0,4 0-26 0,4-1-11 0,2-1 5 16,7 0 31 0,4 1 3-16,6-4 3 0,6-2 45 15,5-3 40-15,5-1 10 0,6-6-33 0,6-3 4 16,5-4-8-16,3-2-41 0,7-5-44 0,3-4-21 16,6-4-14-16,6-2-34 0,2-5-17 0,4-1-12 15,1-5-5-15,0 3-8 0,-2-4-6 0,-2 2 4 16,-5 1-37-16,-5 2-103 0,-1-2-140 0,-5 5-235 15,-7-2-267-15,-3 2-260 0,-8 1-102 0,-6 0 239 16,-10 0 402-16</inkml:trace>
  <inkml:trace contextRef="#ctx0" brushRef="#br1" timeOffset="96940.05">9410 3404 44 0,'3'3'248'0,"2"1"116"16,1 2 100-16,-1 0-97 0,3 3-115 15,5 2-58-15,0 3 1 16,4 5 80-16,2 3 69 0,3 5 57 0,3 5 2 15,2 9-21-15,5 7-12 0,1 7-67 0,3 7-61 16,2 10-59-16,2 9-42 0,1 7-31 16,0 11-44-16,1 4-11 0,0 5-9 0,-3 3-11 0,2 3-3 15,-3 0-4-15,-1-2-9 0,-2-2-10 0,-4-4-8 16,-1-3 2-16,-1-8-4 0,-4-7 1 0,-2-3 5 16,0-9-5-16,-3-7-10 0,-2-6-40 0,-4-10-65 15,0-7-98-15,-1-7-117 0,-4-9-144 0,-1-3-220 16,-3-7-225-16,-2-5-80 15,-3-5 136-15,-3-6 280 0,-2-2 271 0</inkml:trace>
  <inkml:trace contextRef="#ctx0" brushRef="#br1" timeOffset="97522.01">9252 3466 49 0,'2'-12'252'0,"2"-3"129"0,-1 0 128 0,1-2-86 15,-1 1-100-15,3-4-36 0,-1 3-12 0,3-3 24 0,0-1-3 16,1-1 24-16,-1 0 11 0,5-1-6 0,-2 0-28 16,3-1-51-16,0 1-29 0,-1 1-39 0,3 0-44 15,-2 3-41-15,0 0-24 0,-2 2-13 0,1 6-12 16,-3 0-22-16,-2 4-8 15,1 3 2-15,-1 4 9 0,-1 2 3 0,-1 6 5 0,-1 7 0 0,1 4 3 32,-3 6-8-32,-1 4-10 0,-2 5-5 0,1 3-5 15,-1 3-5-15,0 3-10 0,0 3-39 16,0-1-95-16,0 0-131 0,2-1-200 0,1-2-286 16,0 1-260-16,-1-3-143 0,1-1 166 0,-3 0 387 15</inkml:trace>
  <inkml:trace contextRef="#ctx0" brushRef="#br1" timeOffset="98022">9903 5243 279 0,'-6'-13'543'16,"2"3"212"-16,-1 1 92 0,0 2-270 15,2 6-166-15,-1 1-91 0,4 6-41 0,2 5-6 0,1 3-4 16,2 3-16-16,0 8-31 0,3 2-31 0,4 1-41 16,0 2-39-16,2 1-30 0,-2 2-22 0,6-1-19 15,-1-3-14-15,2 2-9 0,0-5-3 16,0 0-6-16,3-3-2 0,-1-2 2 15,-1-3-4-15,2-3-1 16,-4-2-3-16,2-2 2 0,-2-2-2 0,-2-4-4 16,1-4 2-16,-3-2 0 0,2-5-2 15,-2-4-1-15,0-5-1 0,-2-3 0 0,0-3-22 16,-1-1-66-16,-1-5-116 0,-2-2-149 0,-1 2-250 16,1-6-280-16,-3 2-225 0,0-1-7 0,-3-1 307 15,-1 0 389-15</inkml:trace>
  <inkml:trace contextRef="#ctx0" brushRef="#br1" timeOffset="99005.58">10906 3531 47 0,'-2'-4'293'0,"-1"2"194"0,0-3 232 16,-2 2 15-16,0-1-103 0,-1 1-49 0,2-3-37 0,-1 1-58 31,-2 2-84-31,-1-1-69 0,1 1-39 0,0 2-36 16,-1-1-34-16,0 0-23 0,-2 0-23 0,0 2-26 15,0 0-38-15,-2 2-32 0,-1 0-29 16,1 1-19-16,-3 1-5 0,1 2-3 0,0 0-3 16,-1 2-4-16,0 0-2 0,0 3-1 0,1-1-9 15,1 1-8-15,3 1 1 0,0 0-5 0,4 3-1 16,1-1-1-16,2-1 1 0,4 2 1 0,2-1 4 15,2-1-1-15,5 1 1 0,2-1 0 0,1 0 1 16,4-3 3-16,3 0-4 0,0 1 0 16,4-2 2-16,-2 0 2 0,3-2 0 0,0 0-2 0,-1 0-2 15,1-1 2-15,-4-1-1 0,0 1 0 16,-4-1-1-16,0 1 0 0,-4-1 2 0,-2 1 3 16,-3-2 0-16,-1 3-1 0,-6 0 2 0,-1 0-1 15,-1 0 2-15,-4 3-5 0,-3-1 3 0,-2 1-4 16,-4 3-1-16,1-2 2 0,-4 1-4 0,1 0 1 15,0 1 0 1,0 0 0-16,-1 1-1 0,3-2-9 16,-2 1-42-16,3-1-53 0,1-4-51 0,2 1-96 15,4-5-152-15,1-1-211 0,2-2-264 16,3-4-222-16,3-1-196 0,3-7 125 0,2-1 458 0</inkml:trace>
  <inkml:trace contextRef="#ctx0" brushRef="#br1" timeOffset="99273.35">11197 3471 125 0,'16'-20'511'16,"-7"5"336"-16,0 5 194 0,-4 1-84 0,-3 3-281 15,-2 4-192-15,0 4-132 0,-2 1-86 0,-1 6-56 16,1 3-48-16,-1 3-30 0,2 6-10 0,-2 0-10 16,3 4-13-16,0 4-12 0,0-1-11 0,4 4-19 15,1 0-24-15,0 0-10 0,1-1-6 0,4-2-6 16,1-2-2-16,0-2-4 0,5-3 2 0,0-3-6 15,2-4-1 1,2-2 1-16,0-7-4 0,2 0 0 16,2-6-3-16,-3-4 0 0,2-2 1 0,-1-1-6 15,-1-5-24-15,-1-2-32 0,-1-2-35 0,-4 0-84 16,-1-3-132-16,-5 1-171 0,-4-1-272 0,-2 1-244 16,-1-2-199-16,-5 3 74 0,-4 0 381 15</inkml:trace>
  <inkml:trace contextRef="#ctx0" brushRef="#br1" timeOffset="99489.01">11124 3436 281 0,'-3'2'583'16,"0"-2"226"-16,0 1 77 0,1-1-268 0,4 2-184 16,2-1-84-16,1 0-76 0,6-1-35 0,0 2 10 15,5-4-4-15,3 1-63 0,3-2-53 0,5-1-29 16,0-2-22-16,0-2-35 0,3 1-18 0,0-3-9 15,2 2-9-15,-4 0-2 0,-1-1-1 0,-2 3 1 32,-3 0-3-32,-4 2-43 0,-3 1-92 0,-5 0-132 15,-3 1-214-15,-4 2-283 0,-3 4-263 16,-3 0-122-16,-6 0 177 0,-2 4 397 0</inkml:trace>
  <inkml:trace contextRef="#ctx0" brushRef="#br1" timeOffset="99754.43">11191 3495 300 0,'-10'6'622'0,"-1"0"252"0,0-2 75 0,1 1-266 16,1 0-240-16,1 1-129 0,3 1-111 0,1-2-58 0,2 2-29 15,4-1-31-15,2-1-34 0,4 1-21 0,2-2-10 16,4-1-8-1,3-2-3-15,5-1-3 0,2 0-1 0,3-3-2 0,3-1-6 0,0-3 0 0,4 1 1 16,-4-3 2-16,1 2 0 0,-2-2 2 31,-3 1-23-31,-2 3-75 0,-2-3-101 0,-6 2-127 0,-2 3-254 16,-3-1-244-16,-1 1-143 0,-4 2 74 16,0-1 264-16,-1 0 292 0</inkml:trace>
  <inkml:trace contextRef="#ctx0" brushRef="#br1" timeOffset="100472.95">11886 3274 52 0,'0'-4'465'16,"0"-1"345"-16,-1 3 229 0,-1-4 43 0,2 6-349 16,-2-4-230-16,2 3-150 15,-1 0-82-15,1 1-47 0,1 1-24 0,1 4-4 16,3 3-4-16,0 3-7 0,1 4-8 0,0 3-18 16,0 5-35-16,2 0-37 0,-1 4-29 0,-1 4-15 15,2-1-15-15,-2 4-10 0,1-1-6 0,-1-1-7 16,-1 3-4-16,2-5 0 0,-2 1-2 0,0-6 1 15,0-4-2-15,-2-2 1 0,0-4 2 16,2-3 1-16,-4-4 4 0,-1-4 1 0,0-3 0 16,0-5 0-16,-1-3 0 0,-2-5-2 0,0-5-2 15,-2-2 1-15,0-2 1 0,-1-3 0 0,-2-2-1 16,-3 1 1-16,-2-4 2 0,-1 1-3 0,-2-4-2 16,-1 2-2-16,-1 0-3 0,-1 0-2 0,1 0-1 15,2 5-2-15,0-1 5 0,3 7 0 0,3 1 2 16,1 4 2-16,1 2-3 0,2 4-1 15,1 2-2-15,3 3 1 0,1 6 0 0,2-1 0 16,1 6 5-16,1 1 1 0,0 0 0 0,4 3 0 16,-1-1 3-1,5 1 0-15,0 1-3 0,-1-1 1 16,4 0-1-16,0-3 0 0,0 0-3 0,2-3-1 16,2-4 0-16,-1-2 0 0,2-2 0 0,1-4 2 15,0-6-2-15,0-1-1 0,2-8 0 16,-1 0-2-16,1-4 1 0,-2 0-2 0,-2-1 1 0,1 1 1 15,-5 1 4-15,-3 1 0 0,-3 4 4 0,-1 1 0 16,-4 3 0-16,-2 2 1 0,-2 5 1 16,-4 0-2-16,2 5-1 0,-2 3 1 0,-2 5 2 0,1 1 2 15,-1 4-2-15,0 6 4 0,1 0-1 0,1 3 0 16,0 2-1-16,1 5-3 0,2-2 0 16,2 4-1-16,0 0-3 0,0-1-1 0,3 5 1 15,3-1-6-15,-1-2-10 0,0 0-51 0,1-1-59 16,2-2-112-16,0-2-183 0,0-2-299 0,0-4-321 15,4-1-269 1,-4-2-152-16,4-5 323 0,-2 1 603 16</inkml:trace>
  <inkml:trace contextRef="#ctx0" brushRef="#br1" timeOffset="100622.72">12378 3557 320 0,'2'11'878'0,"-4"1"325"16,-1 3-20-16,-2 0-238 0,-1 3-392 0,1 0-254 15,0 2-131-15,-1 1-63 0,1 1-30 0,0-2-24 16,-1 1-16-16,3 0-18 0,3-3-29 0,0 0-68 16,3-4-160-16,0 0-278 0,3-3-270 0,-1 0-272 15,3 0-202-15,0 0 126 0,3-2 521 16</inkml:trace>
  <inkml:trace contextRef="#ctx0" brushRef="#br1" timeOffset="101140.02">12667 3028 245 0,'-6'-5'491'0,"0"1"216"0,-1 1 101 15,6 0-254-15,-3 2-139 0,4 2-51 32,0 5-29-32,4 1-16 0,0 5 1 0,4 2-7 0,0 7-37 15,5 4-47-15,-2 6-41 0,3 3-31 0,0 5-38 16,-1 3-25-16,1-1-20 0,-2 2-20 15,1-1-18-15,-3-3-18 0,1-2-11 0,-2-4-4 16,1-3-7-16,-2-5-4 0,1-5-16 0,-4-3-17 16,0-4-16-16,0-8-55 0,-4-3-100 0,-1-8-120 15,-1-8-131-15,-1-3-213 0,-1-6-271 0,-2-6-152 16,2-2 93-16,-3-5 299 0,1-1 326 0</inkml:trace>
  <inkml:trace contextRef="#ctx0" brushRef="#br1" timeOffset="101407.08">12762 2994 114 0,'2'-12'337'15,"1"3"156"-15,0 5 125 0,0 0-146 0,2 4-138 32,1 2-80-32,4 2-20 0,2 2 9 0,1 2 27 15,3-1 9-15,1 3 7 0,4 0-11 0,2 1-26 16,1 2-20-16,2-1-25 0,1 1-26 0,1 1-30 16,0-1-19-16,1 1-5 0,-4 1-13 0,-1 0 12 15,-5 1 14-15,1 2 34 0,-5 2 5 0,-3 1-8 16,-5 3-14-16,-4-2-28 0,-5 4-28 15,-3 1-34-15,-7-1-20 0,-1 3-9 0,-6 1-6 16,-2-1-6-16,-2-1-6 0,-4 1-3 0,0-1-5 16,2-2-4-16,-1-4-4 0,4-2 1 0,0-4-3 15,6-3-10-15,1-2-36 0,3-5-52 0,6-2-48 16,0-6-80-16,5-2-128 0,5-4-159 0,4-5-211 16,1-3-236-16,4-3-218 0,4-4-32 0,1-1 305 15,1-2 415-15</inkml:trace>
  <inkml:trace contextRef="#ctx0" brushRef="#br1" timeOffset="101705.34">13325 3049 96 0,'5'-10'463'0,"0"-1"350"16,-4 4 249 0,1-1-72-16,-2 2-248 0,-2 3-197 0,2-1-142 15,-1 2-101-15,1 0-69 0,-2 2-50 0,0 0-41 16,-1 4-27-16,1 0-14 0,-1 4 1 0,-1 1-11 15,2 6-4-15,-1 1-4 0,2 3-2 0,-3 4-8 16,3 4-16-16,-1 2-9 0,0 3-10 0,2 0-9 16,2 2-2-16,1-2-8 0,1 0-7 0,2-2-1 15,3-5-3-15,-1-1-5 0,5-2-2 0,1-6 1 16,0-3-1-16,4-3 2 0,0-2 0 16,2-5 1-16,2-2-1 0,0-3 2 0,0-3-1 0,0-1-5 15,2-2-9-15,-5 0-45 0,1-1-54 16,-2-2-70-16,-4 0-135 0,0 3-190 0,-3-3-309 15,-3 1-257-15,3-1-219 0,-5 1-33 0,2-2 423 16,-1-3 492-16</inkml:trace>
  <inkml:trace contextRef="#ctx0" brushRef="#br1" timeOffset="102038.62">13908 2835 191 0,'-6'-6'795'0,"-2"1"410"0,-5 2 46 0,0 3-128 15,-4 3-390-15,0 2-258 0,1 1-138 0,-1 0-75 16,1 3-45-16,0-1-47 0,5 3-62 0,0-1-45 16,3 1-32-16,5 1-14 0,2 0-6 0,1 0-8 15,4 1-3-15,4 0-2 0,3 0 2 0,2-1-4 16,4 0-1-16,2 1 0 0,3-1 1 0,0 1 2 16,-1-1 1-16,3-2 1 0,0 4 0 0,-1-4 2 15,-2 2 1-15,1-1-1 0,-3 2-4 0,-2-1 2 16,-3 2 0-1,-4-3 2-15,-2 5-2 0,-5-2 6 0,-3 2 1 0,-1-1 1 0,-6 1 0 16,-1-1-1-16,-1 1 2 0,-7 1-1 0,2-2 0 0,-4 0-2 31,2 0 0-31,-1-3-3 0,-2 2-3 0,3-4-5 16,-1 1-8-16,1-4-55 0,1-2-58 0,-2-1-119 16,3-1-195-16,2 0-298 0,-1-3-328 15,0 2-258-15,1-1-130 0,-1 5 387 0,0 1 600 16</inkml:trace>
  <inkml:trace contextRef="#ctx0" brushRef="#br1" timeOffset="102989.62">11412 5173 239 0,'-3'3'645'0,"1"-1"347"16,-1-1 135-16,0 1-216 0,0-2-286 0,-1-2-176 16,0 1-122-1,0-1-77-15,1-1-44 0,-1-3-28 16,2 0-17-16,-1-4-6 0,3-2-15 0,-1-6-18 16,2-2-18-16,1-3-23 0,1-7-20 0,3-2-24 15,0-6-15-15,2-4-10 0,0-3-9 0,3-1-5 16,0-4 4-16,-1 1 3 0,4 0-3 15,-3 2 2-15,0 4 1 0,-3 4 1 0,0 7 0 16,-2 6 7-16,-1 5 5 0,0 4 1 0,-1 4 1 16,-2 6 0-16,1 3-6 0,2 8-6 0,-2 3-5 15,4 7-3-15,0 5 4 0,0 5-1 0,1 3 1 16,0 5 1-16,2 2 3 0,0 2 0 0,1 3-1 16,0 0-1-16,2 2 0 0,-1-2-2 0,-2 0-1 15,1-3-3-15,2 0-1 0,-5-5-2 0,1 0-2 16,-1-4-17-16,0-5-51 0,-3-1-52 0,-2-6-63 31,-2 0-127-31,-1-5-172 0,-4-1-276 0,-1-1-242 16,0-4-221-16,-4 0-78 0,-1-2 336 0,-3-2 476 15</inkml:trace>
  <inkml:trace contextRef="#ctx0" brushRef="#br1" timeOffset="103171.63">11314 4886 298 0,'9'0'498'0,"-1"2"202"16,4 1 131-16,3 0-254 0,1 1-136 0,4 0-57 15,2-2-37-15,-1 3-58 0,6-5-57 0,-2 0-68 0,2 0-55 16,3 0-45-16,0-5-29 0,-1 3-13 0,1-3-11 16,-2 0-40-16,-1-1-96 0,-3 2-139 0,-2 0-273 15,-2-1-253-15,-5 2-208 0,0 0-39 0,-5-1 258 16,-2 0 368-16</inkml:trace>
  <inkml:trace contextRef="#ctx0" brushRef="#br1" timeOffset="103620.85">11878 4540 55 0,'5'11'416'0,"1"1"284"15,-1 1 220-15,0 3 78 0,4 3-287 0,-1 2-178 16,2 1-111-16,-1 1-63 0,1 1-59 0,-1 0-60 16,4 2-61-16,-2-1-44 0,0-1-30 0,3-1-21 15,-3 1-19-15,3-4-19 0,-2-2-15 0,-1-2-11 16,0-3 16-16,-2-3 20 0,-1 1 19 0,-1-5 17 16,-1-2 13-16,-2-1-1 0,-2-4-18 0,-2-4-23 15,0-1-18-15,-2-4-18 0,-1-2-14 0,-3-1-7 16,0-3-3-16,-2-1-1 0,-2 2-2 0,-2-4 0 31,-1 0-2-31,-3-3 0 0,0 3-1 0,-1-3 0 0,-1-1 1 0,1-2-2 0,1-1-1 0,2 2 1 31,1-1 3-31,3 3-2 0,3-3 1 0,2 6 2 16,4-1 0-16,2 3 1 0,3 0-3 16,2 1 1-16,3 2 1 0,1 2 0 0,1-1 0 15,3 3 0-15,2 1 0 0,1 0 0 0,1 3-1 16,2 0-1-16,1 1 0 0,0 0-2 0,-1 0-1 15,2 1 1-15,-3 1 0 0,0 0-1 0,0 0-13 16,-3 1-36-16,-1 2-44 0,-5 2-41 0,-2 1-50 16,-3 1-93-16,-1 1-126 0,-4 1-151 15,-4 1-247-15,-1 0-237 0,-3 3-182 0,-2-2 95 16,-2 3 408-16</inkml:trace>
  <inkml:trace contextRef="#ctx0" brushRef="#br1" timeOffset="103821.88">11899 4707 309 0,'3'9'542'0,"3"-2"180"15,-1-1 96-15,1-3-241 16,4 0-157-16,2-2-65 16,1-2-33-16,1-2-27 0,4-3-40 0,1-2-62 15,0-1-66-15,1-2-57 0,2-3-42 0,2 1-19 16,-1-1-14-16,0-1-19 0,-1 3-65 0,-3 0-116 15,0 3-153-15,-2 1-286 0,-1-1-230 0,-2 7-157 16,-4 0 90-16,-2 4 326 0</inkml:trace>
  <inkml:trace contextRef="#ctx0" brushRef="#br1" timeOffset="104505.17">12501 4446 313 0,'0'-5'742'0,"0"0"321"16,0 1 70-16,0 3-286 0,-1 1-270 16,-1 1-194-16,2 3-125 0,0 4-62 0,0 5-11 15,0 0 7-15,3 6 5 0,-3 2-5 0,2 3-12 16,-1 3-19-16,1 3-39 0,-2 2-37 0,2 1-32 15,-1 0-18-15,1 0-14 0,0-2-10 0,-1 1 0 16,2-6-3-16,2-1-2 0,-1-4-1 0,-2-5-3 16,3-3 1-16,-2-2 1 0,2-6 2 0,-2-4 2 15,0-3-2-15,3-7 2 0,-3-2-2 0,-1-6-3 16,1-2-3-16,-1-5 0 0,-2-2 1 16,0-2 1-16,-2-3-2 15,-1 0 0-15,-2-1 2 0,-4 0 0 0,3 0-1 0,-1-1 1 0,-2 2 2 16,0 1-1-16,2 0-2 0,-1 2-1 0,2 3 2 15,-2 3-2-15,5 4 0 0,-2 3 3 0,3 3-1 16,-1 3 3-16,0 3-5 0,3 4 1 0,0 2 0 31,0 5-2-31,3 5 0 0,0 3-2 0,1 1 3 16,0 6-1-16,1 1 2 0,1 1-2 16,2 3 1-16,-3-2 2 0,3 2 0 0,0-4 1 15,-2-1-2-15,4-2 1 0,-1-2 1 0,0-6 0 16,1-1 1-16,1-5-1 0,2-2 2 0,0-6-1 15,0-4 2-15,2-4-2 0,-1-4-1 0,-1-2 2 16,-2-2-2-16,3-2 1 0,-3-3-2 0,-3 2 2 16,1-3 0-16,-1 0 0 0,-3 3-1 0,0-4 0 15,-2 1 2-15,2 2-1 0,-2 0-1 16,0 3-1-16,-3 3 1 0,3 3-2 0,-1 3-1 16,0 4 2-16,-1 6 3 0,2 2 3 0,-1 6 2 15,1 4 2-15,2 3 1 0,1 5-1 0,-1 3 0 16,0 3-5-16,1 3-1 0,0-1-2 0,3 6-1 15,-2-4-3 1,1 2 0-16,-2-2 1 0,4 0-1 0,-1 0-1 0,-1-3-8 0,0-3-39 16,1 1-70-1,-2-3-107-15,-1-4-189 0,-1-1-295 0,1 1-328 16,-1-3-315-16,-4-3-152 0,1 1 305 16,1-2 649-16</inkml:trace>
  <inkml:trace contextRef="#ctx0" brushRef="#br1" timeOffset="106787.21">11334 6334 134 0,'0'-3'461'16,"-1"0"252"-16,-1 0 158 0,-1 0-72 16,1 0-211-16,1-1-115 0,-1-1-71 0,-1 1-42 0,0-1-37 0,2 1-52 15,-1-1-50-15,0 2-46 0,2 0-21 16,-1 1-22-16,1 0-18 0,0 0-17 0,0 2-19 15,0 0-27-15,1 2-21 0,1 0-12 16,1 3 19-16,5 3 7 0,-2 4 9 0,4 2 14 0,-1 5 5 16,2 2 0-1,1 1-19-15,0 4-12 0,-1 1-8 16,0 0-13-16,0-1-7 0,0-3-5 0,-1-2-5 16,1-2 1-16,-3-1-3 0,-2-2 2 0,3-4 1 15,-4-2 0-15,-2-3 9 0,1-1 7 16,-3-2 6-16,2-3 6 0,-3-1 1 0,0-3 3 15,0-3-9-15,0-2-6 0,-3-3-6 0,3-3-6 16,-3-3-3-16,1 0-2 0,1-3-1 0,-2-1-1 16,1-1-2-16,-2-1-1 0,2 1 0 0,-1 0 0 15,1-2 0-15,-1 4 0 0,3 2 1 16,-2 0 2-16,1 3-1 0,-1 1 1 0,2 2 0 0,-1 2-2 16,-1 1-2-16,2-1 0 0,-2 5 1 15,2-1-4-15,2 1 3 0,-2 1-1 0,2 0 1 0,-1 2-1 16,2 0 3-16,1-1-1 0,0 2-2 0,2-3 3 15,-1 3 0-15,2-2 1 0,1 0-1 16,0 0 0-16,1 0 1 0,0-1-1 0,0-1 0 31,1 1 0-31,0-1 0 0,-2 1 0 0,4 0-2 16,-4 0 1-16,0 1-3 0,0-1-13 0,0 4-44 16,-2-2-61-16,-1 2-57 0,0 0-103 0,0 2-153 15,-2 2-210-15,0 0-263 0,0 3-218 0,-2 1-174 16,1-1 140-16,1 0 451 0</inkml:trace>
  <inkml:trace contextRef="#ctx0" brushRef="#br1" timeOffset="107088.51">11644 6303 100 0,'2'8'341'0,"1"4"183"0,0 1 152 0,3 4-93 16,2 2-151-16,0 1-76 0,2 2-37 0,2 0-36 0,1 1-18 16,3-3-36-16,0-2-33 0,1-1-15 0,2-2-10 15,2-4 3-15,-1-4-1 0,-2-2 1 16,1-4-8-16,-1-4-24 0,-3-3-25 0,-1-4-22 15,-1-4-12-15,-2-2 20 0,-2-4 39 16,-1 1 26-16,-5-2 17 0,0 1 4 0,-6 0-10 0,-2 1-32 16,-4 3-41-1,-2 0-31-15,-2 2-24 0,-6 0-18 16,3 0-12-16,-4 4-9 0,1 0-5 0,1 1-3 16,1 3-1-16,1-1-2 0,2 3-2 15,3 0-2-15,0 4-2 0,3 0-2 0,3 0-11 0,-1 0-38 16,4 3-58-16,2 0-56 15,0-2-94-15,2 0-149 0,1-1-223 0,2-1-270 0,3 0-223 16,1-2-182-16,1-2 131 0,0 0 453 0</inkml:trace>
  <inkml:trace contextRef="#ctx0" brushRef="#br1" timeOffset="107304">11978 6134 139 0,'14'-8'401'15,"2"0"220"-15,-2 1 193 0,0 0-74 0,-1 3-131 0,1 0-72 0,-3-1-63 16,1 2-63-16,-2 1-61 0,-2 1-42 0,1 2-8 15,-2 3-22-15,-1 2-21 0,-1 1-20 0,-2 1-23 16,-3 5-41-16,0 1-56 0,-1 2-38 0,-2 2-25 31,-2 2-13-31,0 1-12 0,-1 1-7 0,3-1-7 16,0 2-5-16,-1-2-4 0,4-2-5 0,0-2-4 16,2 1-1-16,1-3-4 0,4-3-19 0,0-2-50 15,1-3-59-15,2-3-76 0,1-3-154 0,-2-2-250 16,3-4-303-16,0-1-258 0,-1-3-199 15,-1-1 69-15,0-2 537 0</inkml:trace>
  <inkml:trace contextRef="#ctx0" brushRef="#br1" timeOffset="108004.98">12331 6367 162 0,'-2'-4'444'0,"1"-4"207"0,-1 0 151 15,0 0-118-15,1-3-165 0,1-2-90 0,1-2-50 0,-1-3-29 16,4-3-38-16,-1 0-57 0,1-5-62 0,2 1-53 0,-1-1-34 16,2-1-21-16,-1 0-17 0,3 3-8 15,-2 3-2-15,-1 1-6 0,-1 4 1 0,1 3 6 16,-1 2 15-16,-2 4 20 0,-2 1 10 0,3 1 23 15,-3 4 11-15,1 1-4 0,1 3-14 0,-1 2-20 16,-1 3-16-16,1 1-25 0,0 4-14 0,-1 0-9 16,2 5-6-1,-1-2-2-15,2 2-5 0,-2 0-2 16,1 0-4-16,-1 0-7 0,1-3-2 0,0 0-2 16,0-3-3-16,-1 1-1 0,1-6-3 0,0-1 1 15,-1-2 1-15,2-2-1 0,1-4 3 0,0-2 1 16,1-3-1-16,-1-6 0 0,3-2 0 0,0-1-1 15,-2-2-1-15,2-1 1 0,0 0 0 16,0 1 2-16,-2 1 0 0,-1 2-1 0,-2 1-3 16,2 2 1-16,-2 2 3 0,-1 3-2 0,2 1 1 15,-4 2 0-15,2 2-2 0,-2 2 1 16,1 2-3-16,-1 2-1 0,2 3 0 0,0 3-1 0,-1 3 4 16,1 0-2-16,0 1 1 0,1 1 3 0,0 1-1 15,0 1 0-15,0-4-2 0,2 3 1 0,-2-3-1 16,0 1-2-16,2-2 2 0,-2-3-2 0,2-1 2 15,0 1-1-15,-2-5-1 0,3 0-9 16,-3-2-33-16,0-2-62 0,1-2-58 16,-1-2-103-16,-2-4-162 15,3-1-242-15,-3-2-285 0,4-1-224 16,-1 1-165-16,1-6 197 0,2 2 495 0</inkml:trace>
  <inkml:trace contextRef="#ctx0" brushRef="#br1" timeOffset="108154.59">12729 5986 261 0,'5'2'496'0,"2"2"193"0,-3 1 93 16,1 1-181-16,1 1-138 0,0 0-82 0,3 4-34 0,0 3-22 16,0-1-38-16,0 2-55 0,1 0-62 0,0 2-45 15,0 0-48-15,0-1-30 0,-2 0-23 0,2-1-55 16,-1-3-114-16,-1-1-168 0,-2-1-293 0,-1-4-253 16,4-1-227-16,-4-5-21 0,1-1 324 15</inkml:trace>
  <inkml:trace contextRef="#ctx0" brushRef="#br1" timeOffset="108320.44">12814 5800 350 0,'-11'-19'880'0,"0"1"334"0,0 4-5 0,3 1-282 16,-3 6-366-16,5 1-239 0,1 4-144 15,0 2-78-15,2 1-44 0,3 5-24 0,2 2-18 0,3 3-11 16,1-1-17-16,0 3-72 0,5-1-152 15,-1 4-277-15,1 0-270 0,3 0-270 0,-1-1-208 16,2 1 130-16,0 1 506 0</inkml:trace>
  <inkml:trace contextRef="#ctx0" brushRef="#br1" timeOffset="108672.02">13141 5848 513 0,'-7'-5'1051'0,"-1"1"267"15,1 1-21-15,-2 2-267 0,-2 1-366 0,3 0-215 16,0 3-125-16,-3 1-75 0,3 4-76 0,0-1-67 16,2 5-46-16,-2 0-28 0,5 2-16 0,0 0-6 15,1 0-7 1,2-1-1-16,3 1-2 0,1 0 0 16,3-2-1-16,-2 0-1 0,3 0 3 15,0-3-2-15,3-1 1 0,-2 2-1 0,0-3-2 0,0-1 1 16,-1 1-2-16,0-3 1 0,-2 0 1 15,2-2 0-15,-2 1 3 0,-1-3-2 0,0-3 1 16,0 0-7-16,-2-4-9 0,0-1-8 0,1-2-8 16,-1 0-12-16,-1 0-15 0,0-1-18 0,-2 1-27 0,-2 1-28 15,2 0-34-15,-2 0-23 0,2 2-16 16,0 1-16-16,-3 0-23 0,2 4-41 0,-4-2-57 16,4 3-80-16,-1-2-104 0,1 3-158 15,1 0-184-15,0 0-48 0,0 0 119 0,0 0 236 16,1-1 242-16</inkml:trace>
  <inkml:trace contextRef="#ctx0" brushRef="#br1" timeOffset="108971.58">13191 5886 95 0,'1'-2'350'0,"1"2"179"0,2 0 133 16,-2 0-100 0,1 0-153-16,0 5-121 0,2-1-33 15,0 2 11-15,1 2 20 0,2 1-10 0,-2 0-21 0,2 2-20 16,0 1-20-16,0 1-32 0,-2-2-35 0,2 2-31 15,-1-1-23-15,-1-2-12 0,2-1-31 16,-2-2-25-16,-1 1-14 0,2-3-4 0,-3-1 2 16,-2-1 9-16,2-2 7 0,-2-2 8 15,-1 0 8-15,-1-5 9 0,0 4 2 0,0-5-1 0,0 1 4 16,0-2 7-16,-1 1 14 0,-2-1 4 0,-2-2-2 16,2 1-8-16,2 0-12 0,-4-2-9 15,1-1-21-15,1 0-14 0,0 0-10 0,0 0-2 16,0-2-5-16,1 1-8 0,-1 0-31 0,3 1-29 15,0 0-72-15,-1 1-143 0,2-1-194 0,-1 3-294 16,3 0-252-16,2 1-215 0,-2 1 60 0,3 2 441 16</inkml:trace>
  <inkml:trace contextRef="#ctx0" brushRef="#br1" timeOffset="109837.92">13998 5475 44 0,'-6'0'326'15,"2"1"219"-15,-1 1 199 0,2-1 13 16,-1 1-150 0,1-1-91-16,2 1-69 0,1-1-56 0,-2-1-60 15,2 0-68-15,2 1-75 0,-2-1-64 0,3-1-36 16,0 1-19-16,3-1-13 0,4-1 7 0,2-1 10 15,1-1 9-15,4-1-12 0,1-1-8 16,2 1-7-16,1-1 12 0,-2-2 24 0,3 2 9 0,-2 1 4 16,-3-1-5-16,-2 3-2 0,-2 0-22 15,-2 2-3-15,-3 1 5 0,-2 0 8 0,-3 2 5 16,-3 3 1-16,-1 3 0 0,-4 1-21 0,-1 1-18 16,-7 3-16-16,2 3-7 0,-3 0 0 0,1 2-4 15,-4 0-2-15,4 3-1 0,-4-1-2 0,4 2-2 16,2-1-3-16,-1 1-2 0,2 1-5 0,2-2-2 15,0 0-1-15,4-3-1 0,2-1-3 16,0 0-1-16,2-6 1 0,4 1 0 0,0-3-1 0,2-2-3 16,2-1 3-16,2-1 0 0,2-3-1 15,1-2-1 1,3-2 2-16,0-1 1 0,2-1 0 16,0-2 1-16,1-2-1 0,-1-2 0 0,0 0 0 15,1 2-1-15,-3 1-1 0,1-3-8 0,-4 3-19 16,-3-1-43-16,1 1-64 0,-3-1-65 0,-2 2-113 15,-3-1-162-15,2-1-255 0,-4 1-271 0,1-2-214 16,-1 0-144-16,-1-2 239 0,0 1 506 16</inkml:trace>
  <inkml:trace contextRef="#ctx0" brushRef="#br1" timeOffset="110053.39">14418 5417 134 0,'5'4'457'15,"2"0"277"-15,-2 2 235 0,1 2-45 0,-1 0-201 16,2 2-152-16,0 1-69 0,-1 2-38 0,2 0-68 16,-1 2-86-1,-1-1-64-15,3-1-50 0,-2 2-55 16,-1-1-52-16,-1-1-37 0,3 2-20 0,-4-1-14 16,1-1-7-16,-1 1-2 0,-1-1-2 0,-2 1-34 15,-1 1-66-15,-3-2-90 0,0 4-179 0,-2-2-292 16,-4-2-321-16,1 2-319 0,0 0-168 15,-2 2 220-15,0-2 642 0</inkml:trace>
  <inkml:trace contextRef="#ctx0" brushRef="#br1" timeOffset="114186.77">14768 5740 131 0,'-4'3'340'0,"2"-1"154"16,-1-4 91-16,3 1-147 15,-1-5-126-15,1 1-63 0,1-4-21 0,-1-2 11 16,2-2 19-16,1 0 20 16,1-5 1-16,0-2-12 0,0-1-21 0,1-2-28 0,0-3-21 0,1-3-31 15,2 1-25 1,-2-2-14-16,2 1-19 0,-1-1-12 16,-1 3-15-16,3 1-9 0,-4 1-9 0,0 4-8 15,0 2-2-15,-2 3 5 0,0 0 2 0,2 6-8 16,-2 0-1-16,-2 5-5 0,1-1-9 0,-2 3-11 15,2 1-12-15,-1 4-4 0,3 1-5 0,-1 4-6 16,2 3 1-16,-2 2-5 0,3 4 1 16,0 2 5-16,1 0 0 0,-1 3 3 0,2 1 2 0,1 1 1 15,-1 1 2-15,0-3-1 0,1 1 2 16,1-1-3-16,-2 0 0 0,2-3-2 0,-1 0-2 16,0-3-5-16,0-1-6 0,-2-1-16 0,-1-2-27 15,-1-3-48-15,-2-1-98 16,-3-3-137-16,0-1-201 0,0 0-274 0,-3-1-249 0,-2-1-132 0,1-2 175 15,-4-1 404-15</inkml:trace>
  <inkml:trace contextRef="#ctx0" brushRef="#br1" timeOffset="114403.95">14750 5538 314 0,'1'-2'582'16,"2"2"197"-16,2-1 109 0,0 0-201 15,6-3-197-15,0 2-97 0,5-3-46 0,0-1-27 16,2-2-56-16,3-1-76 0,1-1-56 0,4-2-49 16,0-2-33-16,3-1-25 0,-2 0-12 15,-2-2-7-15,1 3-9 0,-3 0-51 0,-3-1-116 16,-5 2-156-16,-1 4-291 0,-4-1-264 0,-6 3-240 16,0 3-33-16,-3-1 328 0,-4 2 428 0</inkml:trace>
  <inkml:trace contextRef="#ctx0" brushRef="#br1" timeOffset="114987.34">15116 5149 11 0,'5'-2'433'0,"-2"0"364"0,1 0 215 0,0 2-5 15,0 2-337-15,2 1-242 0,0 2-139 16,2 2-65-16,0 3-20 0,3 2-10 0,-2 4-9 0,3 1-36 15,0 3-46-15,-1 1-27 0,2 1-20 16,-4 4-17-16,3-2-9 0,-2 1-8 0,-2 1-4 0,0-2-7 16,0-4-7-16,1 0-2 0,-4-2-2 15,0-4 0-15,0-3-1 0,-2-1 7 0,0-2 8 16,-1-3 14-16,-2-3 1 0,0-2 2 0,0-2-2 16,-2-3-3-16,-1-3-10 0,0-2-7 0,0 0-2 15,-2-3 0-15,-2-1-5 16,-2-1-2-16,3-2 3 0,-2 0-6 0,-2 1 2 0,1-4-4 15,1 2 4-15,0 0 0 0,0 0-1 0,2 0 1 0,1 2 4 16,2 0-4-16,3 1-2 0,0 2-2 16,3 3 4-16,1-3-4 0,0 5 0 0,5-2 1 15,-1 1 5-15,2 2 0 0,2-1-1 0,-2 2 0 32,3 0-3-32,1 0 2 0,-1 2 0 0,1-2 7 15,-1 1-6-15,1-1 2 0,-3 1 1 0,-2 1-1 16,1 1-1-16,-4 0-1 0,-1 1 16 0,-2 2 14 15,-1 0 6-15,-2 2 13 0,-4 2 17 16,1 1 10-16,-3 2-2 0,-3 3-3 0,1 0 0 16,-2 2-3-16,0 2-11 0,-2 1-7 0,2 1-12 15,-2 1-7-15,4-1-7 0,0 1-10 0,1-1-8 16,0-2 0-16,5 4-2 0,-1-5-2 0,2 2-2 16,1-1 1-16,1-4 0 0,2 2-3 0,3-2 0 15,-1 0 0-15,2-3 0 0,1-1-1 0,2-1 3 16,-2-2-1-16,2-1-1 0,2 0 1 15,1-2-1-15,-2-2 2 0,2 0-3 0,-2-1-9 16,3-2-50-16,-3-1-53 16,1 0-73-16,-2 1-147 0,-2-3-209 15,0 0-309-15,0 1-246 0,0-1-203 0,-2 1 29 16,1-3 466-16</inkml:trace>
  <inkml:trace contextRef="#ctx0" brushRef="#br1" timeOffset="115686.94">15606 5046 67 0,'4'-4'399'0,"-1"3"275"0,0-2 202 0,-1 1-36 15,-1 1-207-15,-1 1-134 16,4 0-94-16,-4 0-62 0,1 3-42 15,2 1-46-15,-1 2-39 0,2 5-25 0,-1 0-11 0,-1 3-6 0,0 3-2 16,-1 3-9-16,1 1-16 0,-2 3-28 0,0 1-33 31,0 2-28-31,0 0-22 0,-2 0-14 0,2-1-7 16,0-2-7-16,0-2-5 0,0-2-1 0,0-4-2 16,2-3-1-16,-2-2-1 0,1-4 0 0,1-1 0 15,-2-2 4-15,2-6-1 0,-1-2 4 0,-1-4-1 16,4-1 0-16,-3-4-1 0,1-2 1 0,-1-3 0 15,1-2-3-15,-2 1 0 0,0-2 1 16,0 0-1-16,0-3 0 0,0 1-3 0,-2-3 2 16,1 3 0-16,-1-1 1 0,2 0-1 0,-1 3 0 15,-1 0 1-15,0 1 1 0,2 3 0 0,-1 4 1 16,-1 3 3-16,2-1 4 0,0 4 2 0,-2 3-3 16,2-1 0-16,0 4-1 0,2 1-2 0,-2 1-4 15,3 4-3-15,-1 2 3 0,1 3-1 0,0 1-1 16,2 0 0-16,-1 6 0 0,1-4 2 0,0 3 0 15,2-1-2-15,-1 1 2 0,1 1-2 0,0 0-1 16,-2-2 0-16,1 1 1 16,-1-2 0-16,3-1 0 0,-4 0 0 0,1-2 1 0,0-1-2 31,0-2 1-31,-2-2 2 0,3 0 1 0,-3-4-3 16,2 2 0-16,-2-3 2 0,0-1-4 0,2-1 2 15,-1-1 0-15,0-1 2 0,1 0 2 0,-2-3-1 16,2-1 1-16,-1-1-1 0,1 0-2 0,-1-4 1 15,0-1 0-15,1-2 2 0,-1 0-1 0,0-1 1 0,-1-2-1 16,0-1 2-16,0-3-1 16,-1 0-2-16,0-1 1 0,-1-4 1 0,-1 0-1 15,0 1-3-15,0 0-1 0,0 2 0 0,0 1 0 16,0 2 0-16,-1 3 0 0,1 5 2 0,0 1-1 16,-2 4-3-16,2 1-2 0,0 3-7 0,0 4-43 15,0 3-58-15,0 0-57 16,0 4-105-16,2 2-154 0,-1 0-234 0,-1 1-260 0,3 2-225 15,2 3-149-15,-1-2 199 0,1 3 456 0</inkml:trace>
  <inkml:trace contextRef="#ctx0" brushRef="#br1" timeOffset="116069.48">16098 5314 46 0,'0'-9'586'0,"0"-1"482"16,0-4 182-16,0-2-84 0,0-6-304 16,2 1-277-16,-1-7-182 0,3-2-103 15,-3 0-55-15,4-4-39 0,-2-1-60 16,0-1-53-16,3 2-31 0,-2-1-16 0,0 4-9 0,1 3-11 16,0 2-9-16,-2 4-8 0,0 3-4 0,1 1-2 15,2 5-5-15,-5 2 1 0,2 4 0 0,1 2-1 16,-1 4 2-16,2 1 2 0,0 3-1 15,-1 1-1-15,1 2 1 0,-1 3 0 0,1 3 0 0,-2 1-1 16,2 3 1-16,-1 2 1 16,0 1 0-16,1 4 0 0,-2-1-2 0,0 2 0 0,0 1 0 31,1 0-2-31,-1 0 2 0,0-2 0 0,0 1 0 16,0-3-3-16,2-1 2 0,-1 0-2 0,-2-3-13 15,1-2-32-15,-1-2-51 0,0-3-54 0,-2 0-60 16,0-3-119-16,-2-1-159 0,-1-4-234 15,-1 1-238-15,0-6-215 0,-1 3-112 0,1-5 283 16,0 1 471-16</inkml:trace>
  <inkml:trace contextRef="#ctx0" brushRef="#br1" timeOffset="116269.57">16178 5022 99 0,'3'3'588'0,"3"0"388"15,-3 0 204-15,2-3-60 0,1 0-376 16,2 0-221-16,4-2-131 0,-2 1-78 0,3-2-69 0,3 0-51 0,-2-1-47 16,2 2-63-1,2 0-39-15,-2-1-21 0,3 2-15 16,-1 1-28-16,1 1-58 0,-2 1-107 0,0 1-199 16,-2-1-290-16,1 2-304 0,-2-1-311 0,0 3-148 15,-1-2 325-15,-1 2 622 0</inkml:trace>
  <inkml:trace contextRef="#ctx0" brushRef="#br2" timeOffset="127938.26">5538 7932 58 0,'0'-2'283'16,"-2"2"164"-16,1-1 158 0,-1 0-67 0,-1 1-103 16,0-4-56-16,2 4-23 0,-1-2-12 0,2 2-15 15,-3-3-27-15,3 3-39 0,-2-2-37 0,1 1-37 0,-1-2-32 16,2 1-27-16,-2 0-25 0,1-1-13 15,-1 0-15 1,2 0-7-16,-1-1-8 0,-1 1-8 0,0-2-1 0,2 0-6 0,-3 1-9 0,3 0-9 16,-3-2-7-1,3-2-5-15,-2 1-4 0,2-3-7 16,-2 2-1-16,0-1-2 0,2-3 0 0,2 0-7 16,0 0-3-16,-2-3 0 0,2 0 0 0,1-2 0 15,0 1-1-15,1-1 1 0,0-1 1 0,1 2 0 16,0-3 5-16,3 2-1 0,-2-2 4 0,0 0 5 15,1-1-1-15,2 1 3 0,-3-1-2 0,1 0 3 16,1 0-3-16,-2 1-1 0,2 0-1 0,-3-1 8 16,-2 2 17-16,2 0 26 0,-2 2 40 15,0 0 44-15,-3 3 26 0,0 1-1 0,0 0-2 16,-3 1-19-16,0 3-34 0,-2-3-33 0,-2 3-23 16,0 1-16-16,-1-3-13 0,0 5-9 0,-2-2-4 15,1 0-4-15,-1 3-1 0,1-2-1 0,-2 0-1 16,3 2 1-16,0-1-1 0,2-1-1 0,-2 4-2 15,2-3 1-15,-1 3-2 0,2-1-1 16,0 0 0-16,2-1 2 0,-1 2-3 0,1-3-2 16,-2-1 0-1,3 1-3-15,-1-5 2 0,2 1-3 0,-1-3 0 16,0-2 2-16,2 0 0 0,-1-2 2 16,1-1-2-16,-2 2 4 0,2-3 1 0,0 1-1 15,0 1 0-15,0 1 1 0,0 0 3 0,0 3-2 16,0-2-1-16,-2 3 2 0,1 0 0 0,1 1 1 15,-2 0 0-15,-2 1-1 0,1 0 1 0,1 0 1 16,-3 0-1-16,2 0-2 0,-2 0-1 16,0 2 0-16,1-3 2 0,-2 1-3 0,1 2 2 15,0-2-2-15,0 0 2 0,-1 0-1 0,1 0 0 16,-1 0 1-16,1 1 0 0,-1-1 1 0,1 3-1 16,2 2-3-16,-2-3-16 0,-1 2-57 0,0 0-56 15,-1 3-114-15,1-2-174 0,-5 0-304 16,3 1-310-16,0-1-243 0,0 1-154 0,-3-2 318 15,0-1 573-15</inkml:trace>
  <inkml:trace contextRef="#ctx0" brushRef="#br2" timeOffset="130491.24">3638 7391 60 0,'-2'1'282'0,"-1"1"141"16,1 1 111-16,2-3-98 0,-1 0-192 0,-1 2-117 15,2-2-62-15,2 2-36 0,-1-2-13 0,1 0 21 16,3-2 27-16,0 0 16 0,4-2 34 0,0-3 33 15,4 0 17 1,1-3-19-16,2-2-25 0,3 0 59 0,1-3 15 0,1-2-30 0,3 1-20 16,-1-2-16-16,3 2-7 0,-2-3-67 0,-1 2-47 0,1 0-6 31,0 2 1-31,-4 2-1 0,1 0-1 0,-4 3-1 16,-1 1 1-16,-2 1-2 0,-1 2-2 15,-2 4 0-15,3-3 3 0,-4 4 1 0,1-1 55 16,3 2 47-16,-3 2 22 0,5-1 9 0,-2 2 3 15,0 0 3-15,2 2-51 0,0-1-38 0,2 2-22 16,0 0-10-16,0-1-7 0,1 1-4 0,1-1-4 16,-1 1-1-16,2-2 1 0,2-2 0 15,1-1-1-15,-1-1 21 0,2-3 11 0,0-1 3 0,2-5 2 16,-2-1 2-16,-1 0 3 0,1-4 9 16,0 1 4-16,-1-2 4 0,-2 1 3 0,-3 0-3 15,-2 2-4-15,-2 2-23 0,0 2-18 0,-3-2-6 16,-3 3-6-16,-1 3-1 0,-2-2-1 0,1 2 1 15,-4 3 0-15,2-3-1 0,-2 4-1 0,1-2 0 16,1 2 2-16,-2 2 0 0,4 1-2 0,-1-1 5 16,2 2-4-16,1 0-2 0,-1 0-1 0,2 2 1 31,1 0 1-31,0 1 0 0,-1-3 3 16,2 2-1-16,-2-2 3 0,1 0-3 0,1 0-3 15,1-1-3-15,1-3 3 0,-1 0 0 0,1 0-1 16,-1-3 0-16,4-1 3 0,-3 0 1 0,2 0-1 15,0-2-1-15,1-2 0 0,-2 1 0 0,0-2 1 16,0-1 1-16,-1 2-1 0,-1-4-2 0,-2 1 4 16,1-1-2-16,-1 0-1 0,-1 1-1 15,-1 0 2-15,-1 3 4 0,-3-1-2 0,-2 3 10 0,1 2 7 16,-3-1 0-16,1 4 0 0,-1-1 2 16,2 1-6-16,-3-1-6 0,0 1-8 0,2 1 2 15,-1 0-2-15,-1-2-5 0,0 2 2 0,2-1-1 16,-2 1-2-16,3 0 2 0,-3-2-2 0,3 2 2 15,-1-1 0 1,-1-1 1-16,1 1 1 0,0-1 0 0,-1 2 1 0,1-1 0 0,-2 1 1 16,0-2-3-16,2 2 0 0,-2 0-3 0,0 0 2 31,0 0 1-31,0 0 1 0,0 0 2 0,0 0 0 16,0 0 2-16,0 0 0 0,0 0 1 0,0-1 1 15,0 1 1-15,1 0 1 0,-1-3 8 0,0 2 4 16,3-3 3-16,-3 2-3 0,3-4 2 0,0 1-5 15,-1-3-4-15,-2 2-6 0,3 0 1 0,-1-1 0 16,-2 1 38-16,1 0 47 0,-1 0 35 0,0 0 18 16,-1 1 9-16,-3 1-3 0,1 0-32 0,-3 0-38 15,0 2-33-15,-2-1-18 0,-2 1-16 16,-4 2-5-16,1 0-4 0,-2 1-1 0,-3 0-2 16,-1 2-3-16,-1 1-1 0,-1 0-4 0,-1 1 0 15,0-1-2-15,1-1-1 0,-1 2 1 0,0-2 2 16,1 0 1-16,1 0 0 0,1-2 2 0,3 1 0 15,-1-2 0-15,2-2 3 0,2 1-1 0,1-1-1 16,1-1 3-16,0 0-1 0,0 0 0 16,3 0-2-1,-1-1 0-15,1 0 1 0,1-2-2 0,1 0 1 16,-2 0-1-16,2-1 1 0,1-2-1 0,0 0-1 16,1-1 1-16,-2-1-3 0,1 1 3 15,2-3 1-15,-1-3 1 0,0 2 1 0,0 0 2 16,-1-1 1-16,2-1 1 0,-4 0 0 0,2 1 0 15,-1-1-1-15,-1 1 2 0,-2-1-1 0,1 0-2 16,0-1-1-16,-2 1-1 0,0-1 1 0,0-2 0 16,0-2-1-16,1 3-1 0,-1-3-2 0,2 1 1 15,-1 1-2-15,1 0 2 0,2 0 1 0,-1 3 0 16,1 1 0-16,0 2 1 0,1-1-1 0,2 5-1 16,-2-2 5-16,2 3 7 0,0 3 0 15,-1-1 4-15,3 2-1 0,-1 0 0 0,2 2-4 16,-1 0-6-16,1-1-3 0,-3 2-3 0,3-1-3 15,0 1 0 1,0 1-3-16,0-3 2 0,3 0-1 0,-2 0 1 16,1-3 1-16,-1 0 1 0,1-1 1 15,1-2-3-15,1 1 1 0,-1 0 1 0,0 1 0 16,0-1 0-16,0 1 2 0,1-2-1 16,0 3-2-16,-1 0-1 0,0 1 0 0,-1-1-3 0,1 4 4 15,0-3-1-15,2 2 3 0,0 0 0 16,4 1 1-16,-1-3 1 0,2 3-4 0,2-2 0 0,3 0 1 15,2 0 0-15,-1-4 1 0,4 1 2 16,1-1 3-16,-2-2 2 0,3 0 2 0,2-1 2 16,-2 2-3-16,0-1 1 0,0 3-3 0,-3 0-8 15,0 1-6-15,0 1-3 0,-3 1 1 0,1 2-1 16,-2 1 0-16,0 1 6 0,-2 0 3 16,1 1 3-16,-1 1 1 0,1 1 1 0,0-2-3 15,-1 2 2-15,3 0 0 0,0-1-1 0,1 1 1 16,-1-2-1-16,1 2 8 0,0-1 7 0,1-1 1 15,1 0 1 1,-1 1-2-16,2 1 0 0,0-2-7 0,-2 1-4 16,1 0-2-16,-2 0-2 0,1 3-1 15,-2 1-1-15,-1-4 0 0,1 4-2 0,-2-1 1 16,-1 2 0-16,-1-1 1 0,1 1 2 0,-2 1 0 16,0-2-1-16,-1-1 0 0,2 1-1 0,-4 0 0 15,0 0 0-15,2-1 1 0,-3 1 1 16,2-2-1-16,-3-1 3 0,2 3-1 0,-1-4-1 15,0 2 2-15,-1-2-1 0,1 1 0 0,0 2 1 16,-2-2 1-16,0 1-1 0,1 1-2 0,-1 0 2 16,0 1 2-16,1 2 1 0,-1 1-1 0,-2-1 0 0,0 3 0 15,0-1-2-15,-1 0 3 0,1 1 0 16,-1 1-2-16,0-2 3 0,-1 2 1 0,1 0-2 16,-2 0-3-16,1 0 0 0,-1 1 1 15,0 1-2-15,0-1-1 0,-1 3 4 0,1-3-2 16,-2 2-1-16,2-1 1 0,0-2-1 0,-3 0 0 15,3-2-2 1,-2 1 3-16,-1-2 2 0,0 1-1 0,0-1 0 0,-2 0 3 0,0 1-1 0,-4 0-2 16,4-1-1-1,-1-2 0-15,-1 1 0 0,2-1-2 16,-1 0 1-16,2-1 0 0,0-1 1 0,1 1 0 16,-2-1 1-16,2-2 0 0,-2 2 3 15,-1-3-2-15,0 2 1 0,-2-2 2 0,-2 2-1 16,-4-2 3-16,0 1-3 0,-2 0 2 0,-1 0-2 15,-4 2 1-15,1 1-8 0,-1-2-6 0,-1 2-2 16,3-1-1-16,1 1-2 0,3-2-2 0,2 1 11 16,4-2 3-16,1 1 3 0,6 0-2 0,4 0 2 15,4 0 2-15,3 1-7 0,6-1-1 0,4 2-1 16,4-1-1-16,0-2-1 0,5 1-1 0,2-1-2 16,0 2 5-16,-1-3 1 0,-1 2 3 0,-1 0 2 15,-2 0-1-15,-4 1 2 0,-1-1-3 16,-4 2-1-16,-5-1 0 0,-1 1-1 0,-4 0 3 15,-4 0-1-15,-2 0 1 0,-2 0-6 0,-4 0-25 16,-1 1-50-16,-2-1-52 0,-2-1-63 0,0 1-132 16,1-4-179-1,-4 0-289-15,3-2-241 0,1 0-218 0,0-2-71 16,2-3 382-16,-1 1 494 0</inkml:trace>
  <inkml:trace contextRef="#ctx0" brushRef="#br2" timeOffset="131292.51">5508 6247 144 0,'0'-5'489'0,"-2"3"284"0,-1-2 193 15,3 0-97-15,-3 3-234 0,3-2-160 0,0-2-121 16,0 2-73-16,3-3-75 0,-1 2-64 16,1-3-45-16,3-4-34 0,1 0-19 0,2-3-10 15,2 0-4-15,2-3-1 0,1 0-7 0,1-2-4 16,0 1-3-16,0-1-3 0,2 0 0 0,-3 2-5 15,0 0-5-15,-1 2-1 0,1 2 0 0,-3 1-1 16,-3 3 4-16,0 1-3 0,-2 1 3 16,-1 3 3-16,-2 2 3 0,-1 0-1 0,1 0 4 15,-1 4 13-15,-1 1 2 0,-1 2 3 0,2 1-3 16,0 1 0-16,-1 1-3 0,1-1-9 0,-1 3-5 16,2-2-5-16,2 0-6 0,-2 1-3 0,0-2-3 15,2 0 1-15,2 1 1 0,0-3-2 16,1 2 3-16,0-3 3 0,5-2 4 0,1 0-1 15,2-4 2-15,4 0 1 0,4-3 3 0,1-3-3 16,-1-4 0-16,5 0-3 0,-1 0-1 0,1-1 0 16,-1 0-1-1,-1 2 1-15,0-2-1 0,-1 3-1 16,-2 0-1-16,0 0-1 0,0 2-4 0,-2 1 0 16,-3-1 2-16,0 2 2 0,-2 1-2 15,-1 2-1-15,0 0 8 0,-4 2-3 0,4-1 0 0,-5 2-1 16,2 0 6-16,1 2 0 0,1-1-2 15,0 0 4-15,1 1-5 0,1 1 1 0,1-3-3 16,1 2 1-16,0-2 1 0,0 3 1 0,3-3 1 16,0 0-1-16,0 0-3 0,4-3 1 0,-1 1 1 0,2-1-4 15,1 0 1-15,0-2 5 0,1-1 3 16,-2 0-1-16,-3 1-4 0,1-1 0 0,-3-1 3 16,0 2-2-16,-3 1-3 0,0-2-1 0,-3 0 3 15,1 1-3-15,-4-1 1 0,3-1-1 16,-2 1 1-16,0-1-1 0,-1 1 1 0,1-1 4 15,-3 1-2-15,-1-2 0 16,2 4-1-16,-2-2-1 0,-2 1-3 0,1-1-2 0,-3 2 3 0,1 1-2 31,-1 1 1-31,-1-1 3 0,1 0 0 0,0 3 0 16,1-1-5-16,3 1-16 0,-1 0-40 16,0 0-103-16,1 0-159 0,-2 0-296 0,3-2-277 0,0 2-252 15,1 0-121-15,0-3 289 0,0 0 492 16</inkml:trace>
  <inkml:trace contextRef="#ctx0" brushRef="#br2" timeOffset="132087.85">6169 5739 37 0,'9'-3'268'0,"-2"1"149"0,-1-4 148 15,-1-1 24-15,1-1-93 0,0-4-20 16,-1 0 7-16,0-3 1 0,0 0-10 0,0-3-64 15,-1-1-76-15,2-2-67 16,-3-1-45-16,2 0-8 0,-5 1 2 0,0-1-10 0,0-1-11 0,-5 0-15 31,-2 2-18-31,-1-1-35 0,-2 0-36 0,-4 4-19 16,0-2-10-16,-5 3-9 0,1 3-8 0,-2 2-10 16,-2 1-5-16,0 4-6 0,0 0-4 0,0 2-4 15,2-1-3-15,3 4 1 0,4-1-5 0,-1 0-4 16,6 2-2-16,0-3-4 0,2 3 0 0,2 0-3 0,2-3 0 15,0 0-1-15,4-2-7 16,1-3-4-16,6-1 0 0,-1-5 0 0,2-2-2 16,5-3 4-16,0 0 7 0,0-1 3 0,2-3 1 15,-2 1 1-15,0 1 2 0,0-2-1 0,-4 1 1 0,-1 1 1 16,-1-1 1-16,-1 0 3 0,-5 3 2 16,1-3 0-1,-4 2-1-15,-2 0 1 0,-3 2 1 0,-1-2-4 0,-3 4 0 0,-3-1-2 0,1 2 6 16,-3 1 1-16,1-2 1 0,-4 2 0 15,3 0 7-15,-2 1 1 0,2 0-1 0,0-3-3 16,1 2-1 0,3-1-6-16,0-2-10 0,1 0-6 0,3-3-4 15,1-1 1-15,-1 1-2 0,5-5 6 0,1 2 3 16,0-1 3-16,0-1 1 0,1 1 0 16,-1 3-1-16,0 1 0 0,0 3 2 0,0 3 0 15,-1 2 2-15,-1 2-1 0,-1 1 1 0,-2 2-4 16,-3 3-13-16,-3 3-31 0,-2 2-59 0,-3 6-66 15,-4 3-137-15,-2 4-197 0,-2 2-302 16,-3 3-301-16,0 7-241 0,-3-2-84 0,0 6 444 16,-2 1 553-16</inkml:trace>
  <inkml:trace contextRef="#ctx0" brushRef="#br2" timeOffset="132953.48">4961 6013 29 0,'-6'4'273'0,"-1"0"161"0,0-4 142 16,2-2-20-16,0-2-194 0,0-4-94 0,2-2-47 0,1-5-20 0,-1-2 4 15,3-6 9-15,3 1 14 0,-1-6 12 0,1-1 1 16,0-2 3-16,2-3 14 0,-2 0-8 0,1-1-22 31,0-1-27-31,-2 2-29 0,-1-3-30 0,-1 1-26 16,0 6-6-16,-3-2 1 0,-1 5-1 16,-1 2 16-16,0 1 6 0,-3 3-11 0,2 0-22 15,-4 3-16-15,2 2-15 0,-1 0-24 0,-2 1-14 16,3 2-5-16,0 1-6 0,0 1-8 0,0 1-2 15,2 1-4-15,3 1-7 0,0 1-5 0,1-1-3 16,4-1 0-16,2-2 1 0,3 2 3 0,5-5 5 16,1-2-8-16,6 2-3 0,2-4-1 0,2 0-5 15,6-2 2-15,1-1-5 0,1 1 8 0,4 0 6 16,0-1 3-16,3 0 3 0,-2-3 10 0,2 1 6 16,0-1 2-16,-3 0 1 0,3 2-3 15,-7-1-2-15,-1 0-13 0,-4 4-5 0,-4 1 3 16,-3 2 1-16,-5 1 4 0,-2 1 22 0,-5 1 13 15,-1 1 8 1,-4-1 8-16,-4 3 3 0,-1 1-1 0,-3-2-12 0,-1 3-6 0,-2 1-6 0,1-1-6 16,0 2-2-1,2-1-4-15,-2 1-4 0,3-3-8 16,2 2-3-16,2 0-4 0,2-4-4 0,1 1-3 16,4-4 1-16,2-1 1 0,1-2 0 0,4-2 1 15,3-1 2-15,0-1 5 0,4-4-6 0,-1 2-2 16,2-3-3-16,-1 2 0 0,-2 0-2 15,1-1-5-15,-2 5 8 0,-4 0 5 0,-2 4 3 16,0 0 0-16,-5 1 4 0,-1 5 2 0,0-1-2 16,-5 3 1-16,-2-1-1 0,-1 1-1 0,0 2 0 15,-4-2 0-15,1 3-1 0,-3-1-2 0,2 1 0 16,-1 0 0-16,-1 1-1 0,-2 1-1 0,3-1 2 16,-2-1 6-16,1 2 2 15,3 0 4-15,-1 2-1 0,1-1-3 0,1 1-4 0,-1 0-32 16,1 2-59-16,-1-1-62 0,1 3-101 0,-1 0-165 0,-2 1-280 15,3 2-301-15,0 0-246 0,2 0-170 16,2-2 212-16,-1 2 560 0</inkml:trace>
  <inkml:trace contextRef="#ctx0" brushRef="#br2" timeOffset="133636.51">5813 4459 299 0,'3'-2'533'15,"-1"-4"179"-15,1-1 102 0,0-2-228 16,-1 0-135-16,1-1-43 0,0-1-11 0,-1 1-8 16,1-1-19-16,-2 3-67 0,-1-2-85 15,2 0-48-15,-2 2-37 0,3-1-27 0,-3 2-34 16,2-1-8-16,-1 2-17 0,3-1-32 0,-1 0-20 15,3-1-14-15,3 2-5 0,-1-3-8 0,5-2 13 16,1 1 6-16,2-4 6 0,3 0 3 0,3-2-3 16,2-2 21-16,0-1 5 0,1 1 3 0,3-2 1 15,-1 0 1-15,0 3 2 0,-3 2-17 0,0-3-5 16,-1 6-5-16,-1-1-5 0,-1 5-1 16,-2 0 1-16,-1 2 0 0,-1 2 2 15,-3-1-1-15,0 4 2 0,-1 0 2 0,-1-1 1 0,-2 2-4 16,0 0 2-16,-1 2 5 0,-1-2 2 0,-2 0 0 15,-1 0-6-15,0 0 7 0,-1 0-3 0,-2 0 5 16,1 0 36-16,0 0 33 0,-1 0 30 0,1-2 9 31,0-2 6-31,1-1-5 0,0-5-35 0,4 0-28 16,0-5-27-16,3-1-14 0,2-3-5 16,-1-3-3-16,4-2 2 0,2-3 2 0,0-4-5 15,2-1-5-15,0-1-5 0,-1 0-4 0,-1-1-3 16,0 4-3-16,-3 2 8 0,-1 2 7 0,-3 3 4 15,-3 5 8-15,-2 1 7 0,-1 4 2 0,-4 3 1 16,-1-1-5-16,0 4-2 0,-4 1-8 0,-2 3-9 16,-2 3-4-16,-2 3-28 15,-4 1-51-15,1 5-52 0,-6 0-104 0,3 3-150 0,-4 4-215 16,-1-2-286-16,-3 3-237 0,2-3-184 0,-1 3 170 16,0 0 458-16</inkml:trace>
  <inkml:trace contextRef="#ctx0" brushRef="#br2" timeOffset="134770.94">5054 5191 202 0,'-14'6'469'16,"2"0"206"-16,0-3 150 0,0 0-153 15,2-1-139-15,2-2-57 16,-1 0-40-16,0-2-28 0,0-1-52 0,1 0-69 16,-1-2-70-16,1 1-74 0,2-2-45 15,-1-1-33-15,1-1-20 0,0-1-10 0,1 2-6 16,2-3-10-16,0-1-2 0,0 2-4 0,1-2-6 15,0 1-1-15,2-4-5 0,-1 2 2 0,1 0 0 16,1-2 10-16,-1 1 12 0,2-3 2 0,0 1 10 16,1-3 12-16,0-1 8 0,-1 2 0 0,1-3 0 15,-2 1 11-15,1 0 9 0,-2 2-4 16,-2-1-4-16,-1 2 7 0,-2-2-2 0,-3 4-8 0,-1-1-13 16,-5 3-9-16,-2 2-9 15,-3 0-14-15,-3 3-10 0,-3 5-4 0,-1 2 0 0,-4 0-10 16,-2 6-3-16,1 2-6 0,-4 1 3 0,2 2-1 15,0 2-4-15,1-2 6 0,2 1 4 0,5-1 4 16,2 0-1-16,3-3 0 0,4-3 0 0,2 1 1 16,4-1 2-1,1-2 0-15,3-3 1 0,3 0 1 16,-1-3 0-16,3-5-3 0,4 0-1 0,0-4 0 16,2-4-3-16,4 1 1 0,-1-3-2 0,-1 2 3 15,-1-5 2-15,3 6 1 0,-4-3 11 0,-2 1 2 16,0 1 4-16,-1 0 1 0,-2 2 0 15,0 0 0-15,-3 1-12 0,-4-1-6 0,1 4-3 16,-6-2-3-16,-1 2-1 0,-1 2-1 0,-4 0 4 16,-1 2 1-16,1 0 1 15,-2 2 0-15,0-1-2 0,-2 3-1 0,1-3 0 0,2 2 3 0,0 0 0 16,-1-3 0-16,1 4 0 0,3-4 4 0,-1 1 0 16,2-2-1-16,-2 1-1 0,4-3-2 15,-1 0 1-15,3-1-1 0,0-2-1 0,-2 1-1 0,4-2 2 16,-1 1 2-16,-1-1 1 0,3 2-2 15,-1-1 1-15,-2 0 1 0,1 4-3 16,-1 1-3-16,-3 1 0 16,0 1-2-16,-2 5 0 0,0 3 0 0,-3 3 0 15,-1 3-3-15,-1 5-10 0,0 4-48 16,-1 1-47-16,2 4-77 0,-1 1-142 0,1 3-194 16,0-1-309-16,3 2-251 0,0 0-231 0,-1 1-5 0,4-2 455 15,2-1 482-15</inkml:trace>
  <inkml:trace contextRef="#ctx0" brushRef="#br2" timeOffset="136137.92">2945 6027 13 0,'6'-6'291'15,"-1"0"183"-15,-3 0 154 0,1 0 5 0,-1 1-227 16,-1-1-144-16,1 2-58 15,-2 1 1-15,0 0 51 0,1 1 28 0,-1 0 1 16,2 2-27-16,-2-2-47 0,0 0-55 0,4 2-69 16,-2 0-45-16,3 0-25 0,0 0-30 0,1 2-13 15,2-2-6-15,3 2-4 0,-2-1-3 0,3 0-4 16,0 1 19-16,-1 1 9 0,2 1 6 0,-2 0 4 0,-1 1 1 16,0 0 2-16,0 2 2 15,-2-1 0-15,0 1 2 0,-1 4 2 0,0-5 0 0,1 1-1 16,-2 0 1-16,2-1-1 0,-2-2 1 0,2 0-2 0,0 1-2 15,3-3 1-15,-3-2 2 0,2 0 0 0,4-2 1 16,-3-3 3-16,5 1 0 0,-2 0 1 16,-1-2 2-16,1-1 0 0,-1 2 0 0,1-1-2 0,-3-2 3 31,1 3-1-31,-2 1-3 0,-2 0-2 0,0-1 1 16,1 2-4-16,-4 0 0 0,0 0-1 0,1 2 3 15,-3-1-2-15,1 2-1 0,0-1 3 0,-1 1 0 16,-1 1-3-16,1-1-2 0,0 2 1 0,-1-1 0 15,1 1 0-15,0 1 0 0,-1-2 0 0,1 2 4 16,3 0-2-16,-3 0 0 0,-1 2-2 16,3-3 2-16,-2 3-2 0,3 1 0 0,-1 0 2 15,0 1 1-15,4 0 1 0,-1-1-1 0,0-2 0 0,1 0-3 16,1 1 1-16,1-3 2 0,3-1 1 0,-1-1 1 16,1-3 3-16,-1-2 2 0,4 1 1 0,-4-3-2 15,4-1 0-15,-3 1 1 0,2-4-2 0,-2 1-3 16,1-1 1-16,-1 1 3 0,-1-2-4 0,-1 2 1 15,-2 0 19 1,1 1 11-16,-2-2 33 0,-1 1 25 0,0 3 21 0,-1-1 17 0,-1-1-2 0,-2 4 2 16,-2-1-17-16,1 0-7 0,-1 1-15 0,-2-1-9 31,0 1-9-31,0-1-13 0,-2-2-13 0,1 1-16 16,-3-2-7-16,1 0-6 0,0 1-8 0,0-4-2 15,-2-1-3-15,2 0-1 0,0-2-2 0,0 0-3 16,1-2 4-16,-1-3-4 0,1 2-1 15,1-1 2-15,-1-1-1 0,1 0-4 0,-1-1-1 0,0 0 1 16,2 0-3-16,-2 1 2 0,0 1 3 0,-1-2 1 16,1 3 18-16,-1 1 26 0,0 1 26 0,0 1 16 15,-1 1 3-15,-1 1 7 0,2 0-12 0,-4 3-23 16,2 1-17-16,-1 0-12 0,-1 2-5 0,-2 1-7 16,1 0 0-16,-2 2-4 0,1-1-2 0,-4 2-2 15,2 0-3-15,-1 1-2 0,-1-1-1 0,0 0-7 16,-1 2-6-16,1 0-6 0,-1-2 1 0,1 2-2 15,-1-2 2-15,0 1 5 0,0 0 4 0,1-3 2 16,-4 2 1-16,2 0 0 0,-2-1-3 0,1-1 2 16,-1 1 2-16,-1-2-1 0,1 1 3 0,-1-1-1 31,1 0-2-31,1-1 2 0,-1 2-2 0,3 1 2 16,-2-2-1-16,0 0 0 0,0-2 1 0,2 2-2 0,-2-2 0 15,2 1-2-15,0 0-1 0,1 0 3 0,-1-4 0 16,1 3-2-16,1-3 1 0,1 3 3 15,1-1-2-15,-1 0 1 0,3 0-1 0,0 1-1 16,0 1 2-16,1 1-4 0,2-1 9 0,0 4 2 0,0-2 3 16,2 1-4-16,-2 3-50 0,2 1-46 15,0 1-71-15,-1 3-131 0,0 2-178 0,-1 1-313 16,2 2-250-16,-2 2-231 0,1 1-68 0,-2 1 377 0,-1 0 501 16</inkml:trace>
  <inkml:trace contextRef="#ctx0" brushRef="#br2" timeOffset="137155.1">4034 5684 61 0,'-4'1'264'0,"-3"3"134"16,-2-1 118-16,-2 3-116 15,1 0-106-15,-2 0-58 0,-1 0-23 0,-1 1 10 16,1 1 26-16,0-3 25 0,-1 4 46 0,3-1 9 16,-3-2 5-16,5-1-24 0,-1-1-36 0,-1 1-34 15,3 0-50-15,0-1-35 0,3-1-37 0,-1 0-22 16,3 0-22-16,0-2-24 0,1 1-18 0,1 0-14 15,-1-2-10-15,2 1-6 0,0 0-3 0,2-1-1 16,1 2-3-16,0 0 2 0,5-1 2 0,-2 2-2 16,2 0 3-16,2-3 0 0,0 2 3 0,2 1-1 31,-1 0-2-31,1 0 1 0,0 1 0 0,0 1-13 16,-1 0-7-16,0-1-3 0,3 1-1 15,-4 2 1-15,1 0-1 0,-2 2 9 0,-1 0 6 0,1 0 18 16,-2 0 14-16,-2 2 16 0,0-1 11 15,-2 1 20-15,0 0 12 0,-3 3-7 0,3-3-11 16,-1 4-13-16,-2 0-9 0,0-2-14 0,0 0-13 16,0 4-8-16,0-4-2 0,0-1-4 0,2-1-2 15,-1 0 0-15,2-1-1 0,3-1 1 0,-1 0-1 16,2 0 0-16,1-1-2 0,2 0 3 0,-2-1 0 16,2-1 2-16,2 1 2 0,0-1 0 0,-1-1 3 15,0 1-2-15,0-2-2 0,-2 2-3 0,2-1 0 16,-3 1-1-16,0-1-3 0,0 1 2 15,-2-2 4-15,1 2-2 0,-1 0 2 0,-1 0 4 16,1 0 1-16,2 1-5 0,-2-1 0 0,1 0 1 16,-1 0-3-1,2-1-3-15,-2 1 1 0,1-1 3 16,-1-3-3-16,-1 2-1 0,2-2 1 0,-2 0 1 16,-2 1 3-16,-1-3-1 0,1 1 5 15,-1 1-2-15,-2-2 5 0,1 1-1 0,-1-1 1 0,0 2 0 16,0-1 0-16,-1 1 1 0,-1 2-3 15,-1 1-1-15,1 1-5 0,-1 2-1 0,0 3-2 16,1 0-2-16,-2 1-1 0,2 0-1 0,2 0 4 16,2-2-1-16,2 1-4 0,1-1-1 0,0-2-14 15,3-3-17-15,0-2-37 0,1-1-92 0,1-4-134 16,1-2-185-16,0-3-283 0,-2-2-259 0,1-3-190 16,-1 0 118-16,-2-2 415 0</inkml:trace>
  <inkml:trace contextRef="#ctx0" brushRef="#br2" timeOffset="140238.63">5989 7851 56 0,'4'0'461'0,"-2"0"354"15,-1 0 225-15,1 0-15 0,-2 0-292 0,0 0-216 16,2-2-152-16,-2 2-92 0,0 0-54 0,0-2-53 16,0 2-49-16,0 0-43 0,0 0-25 0,0 0-19 15,0-3-15-15,0 2-9 0,0 0-6 0,0-3-3 16,0 0-10-16,0 1-16 0,0-1-35 15,-2-2-95-15,0 1-131 0,1-3-180 0,-1 1-285 16,-2 0-262 0,2-1-171-16,-1 0 135 0,0-2 393 0</inkml:trace>
  <inkml:trace contextRef="#ctx0" brushRef="#br2" timeOffset="140395.21">5963 7507 139 0,'0'-7'464'0,"-3"-1"252"16,-1 2 163-16,1 0-118 16,-1 0-263-16,1 0-181 0,0-1-113 0,0 2-66 15,1-1-55-15,-1 0-41 0,1-2-24 0,-1 1-36 16,3 0-83-16,-3-4-97 0,2 3-95 16,1-3-231-16,-2 0-221 0,0-1-102 0,2 0 110 15,-1 0 226-15</inkml:trace>
  <inkml:trace contextRef="#ctx0" brushRef="#br2" timeOffset="140588.07">5902 7092 90 0,'-5'-8'323'16,"2"2"158"-16,-2-1 121 0,2-1-96 0,-3 1-173 15,1-4-113-15,0 2-68 16,-3 1-39-16,2-3-24 0,1-3-46 0,0 2-25 15,2-1-40-15,-2-2-50 0,1-1-80 0,2-2-127 16,1 2-215-16,-1-2-108 0,1 1 23 0,1-2 124 16,0 1 175-16</inkml:trace>
  <inkml:trace contextRef="#ctx0" brushRef="#br2" timeOffset="140772.1">5794 6477 223 0,'-6'-16'415'16,"-1"3"158"-16,1-1 77 0,0 2-229 0,1-1-165 16,0 2-102-16,2-1-56 0,0 4-32 15,1-1-33-15,2 0-16 0,0 2-28 16,2-2-55-16,0 4-84 0,1 2-233 0,-2 1-162 16,1-1-68-16,1 6 54 0,-1-1 159 0</inkml:trace>
  <inkml:trace contextRef="#ctx0" brushRef="#br2" timeOffset="141188.2">6174 7726 355 0,'4'5'754'16,"-4"-3"304"-16,0 1 67 0,0-1-291 15,0 0-269-15,0-2-193 16,0-2-126-16,0-1-82 0,0-1-57 0,2-2-47 0,-2-3-30 0,0-4-17 16,3-4-13-16,0 2 1 0,1-5-3 0,0 1-5 15,-2-4-28-15,1-1-83 0,0 0-126 16,-1-1-159-16,-2 2-284 0,0-1-267 0,0 3-187 0,-2 0 82 15,1 2 359-15</inkml:trace>
  <inkml:trace contextRef="#ctx0" brushRef="#br2" timeOffset="141353.96">6161 7209 18 0,'-3'-6'422'0,"-2"0"345"0,2-2 219 16,-2 3 32-16,-1-1-341 0,3-4-259 0,-2 1-177 15,0 0-92-15,2-3-53 0,1 0-43 0,1-1-27 0,-1-3-44 16,2-3-81-16,0 1-109 0,0-3-141 16,0 1-269-16,0 0-237 0,0-1-124 0,0 0 100 15,0 0 287-15</inkml:trace>
  <inkml:trace contextRef="#ctx0" brushRef="#br2" timeOffset="141521.39">6091 6684 142 0,'-3'-11'362'0,"2"1"157"0,-3 0 107 16,0-4-186-16,1 2-182 0,1-2-107 0,-1-2-65 15,1-1-35-15,1 1-15 0,-1-6-45 16,-1 3-73-16,3-1-169 0,-2-2-210 0,-1 0-99 16,2 1-1-16,-1 0 110 0,0-2 173 0</inkml:trace>
  <inkml:trace contextRef="#ctx0" brushRef="#br2" timeOffset="141639.17">6011 6040 166 0,'-5'-6'317'0,"0"0"113"16,0 5 29-16,2 1-192 0,-3 2-147 0,3 5-220 0,0 0-212 0,1 3-89 16,2 1-1-16,0 3 70 0</inkml:trace>
  <inkml:trace contextRef="#ctx0" brushRef="#br2" timeOffset="141971.51">6481 7441 447 0,'0'0'880'16,"0"0"250"-16,-2-1 1 0,-1-3-315 15,0 1-310-15,-1 1-205 16,1-4-111-16,-2 1-64 0,1-2-44 15,0-2-32-15,2-1-34 0,-2 0-64 0,1-5-123 0,0 0-160 0,1-1-296 16,-1-4-272-16,2 1-243 0,-1-2-41 0,2-2 337 31,-2-1 434-31</inkml:trace>
  <inkml:trace contextRef="#ctx0" brushRef="#br2" timeOffset="142156.18">6406 6951 377 0,'-3'-7'792'0,"-2"1"284"16,2 2 36-16,-3-3-281 0,3-1-310 0,-2 0-192 16,0 0-123-16,2-3-70 0,0-1-45 0,1-2-38 0,0-4-22 15,1-1-20-15,2-1-39 0,1-3-84 16,-2-2-123-16,0 2-155 0,3-2-242 0,-3 2-273 0,2 0-184 16,-2 0 52-16,0 2 312 0,2 4 350 0</inkml:trace>
  <inkml:trace contextRef="#ctx0" brushRef="#br2" timeOffset="142321.87">6335 6411 49 0,'-8'-13'336'0,"2"-1"225"0,-1-3 197 15,1 3-13-15,-2-3-209 0,2-2-142 16,0 2-95-16,-1 1-74 0,2-3-57 0,2 1-51 16,-2 0-42-16,3 2-34 0,0-3-22 0,0 3-9 15,1 1-5-15,1 0-4 0,1 2-2 0,-1 0-5 16,2 5-45-16,-2-3-87 0,0 5-110 15,2 0-226-15,-2 3-236 0,0 3-156 0,0 0 26 0,-2 3 217 16,2 2 272-16</inkml:trace>
  <inkml:trace contextRef="#ctx0" brushRef="#br2" timeOffset="142588.45">6765 7255 191 0,'1'19'534'0,"-1"-2"256"0,-1-2 115 0,-2 1-143 0,-2-5-217 15,2 1-158-15,0-3-94 16,1-3-51-16,-1-1-34 0,0-3-57 0,1-3-68 15,-1-2-93-15,1-4-115 0,-1-4-127 0,3-4-170 16,-3-2-286-16,3-4-234 0,0-2-80 0,2-4 159 16,-1-2 318-16</inkml:trace>
  <inkml:trace contextRef="#ctx0" brushRef="#br2" timeOffset="142788.46">6721 6548 160 0,'-5'-20'738'0,"-3"1"433"15,-3 2 94-15,3 2-136 0,0-1-390 16,2 5-275-16,-2-1-158 0,2 2-86 16,1-3-58-16,-1 1-42 0,2-1-55 0,1-1-37 0,2-1-18 31,-1-3-25-31,4 0-41 0,-1-1-44 0,1-2-82 16,-1-3-132-16,1 3-162 0,0-2-253 0,-1 3-252 15,2-2-224-15,-1 4 15 0,-2 0 351 0,3 1 409 16</inkml:trace>
  <inkml:trace contextRef="#ctx0" brushRef="#br2" timeOffset="142887.15">6654 6007 238 0,'-3'-4'429'0,"0"-1"148"0,1 2 51 0,-1 0-218 15,0-1-185-15,1 2-123 0,0 0-51 0,0 0-28 0,2 0-88 16,0 2-257-16,-2-1-178 0,2 1-78 0,0 0 24 16,2-1 116-16</inkml:trace>
  <inkml:trace contextRef="#ctx0" brushRef="#br2" timeOffset="143571.39">6449 5682 266 0,'4'-3'588'0,"0"-2"231"0,0 3 55 16,-2-3-280-16,4-1-237 16,-1 1-197-16,0 1-103 0,4-4-48 0,-1 0-9 15,2 1-5-15,2-2 5 0,1 0 0 0,3 1 1 16,-2-2-1-16,3 3-33 0,-1-2-78 0,0 3-126 15,0 0-273-15,-2 1-185 0,0 1-86 16,-1 2 81-16,1 1 229 0</inkml:trace>
  <inkml:trace contextRef="#ctx0" brushRef="#br2" timeOffset="143737.92">6891 5511 175 0,'7'-2'422'15,"1"-1"185"-15,-3 0 109 0,1 0-192 0,0 0-191 16,-1 0-132-16,0-1-74 0,0-1-37 0,1-1 2 15,5-1-21-15,-2-1-12 0,1-1-7 16,1 2-21-16,0-2-57 0,1 1-103 16,-2 0-164-16,1 1-252 0,0 1-154 0,0 2-33 0,-1-2 134 31,1 1 217-31</inkml:trace>
  <inkml:trace contextRef="#ctx0" brushRef="#br2" timeOffset="144138.75">6541 5286 274 0,'1'0'501'0,"-1"3"172"16,3-3 111-16,0-3-254 0,2 1-216 0,-2-1-121 15,4 0-62 1,-1-2-30-16,3-1-43 0,1-1-43 0,1-2-5 16,1 0-3-16,1 1-4 0,3-2-1 0,-2 0 0 15,2-1-44-15,-3 4-81 0,4-3-135 16,-4 5-261-16,-2-3-170 0,3 2-69 0,-3 2 111 0,-1 1 222 16</inkml:trace>
  <inkml:trace contextRef="#ctx0" brushRef="#br2" timeOffset="144338.09">6942 5113 102 0,'13'-3'324'0,"-4"-1"172"16,-1-2 167-16,1-2-97 15,0 1-126-15,-3 0-94 0,5-4-62 16,-2 0-57-16,1-1-64 0,2 0-63 0,1-2-48 16,0 0-23-16,3 0 8 0,-2 1 5 0,3-3 4 15,-1 3 0-15,0 0-1 0,0 0 6 0,1 0-23 16,0 2-11-16,-1 1-8 0,0 0-3 15,-2-1-8-15,2 3-42 0,-3-2-77 0,-2 3-73 16,1-1-116-16,-4 3-275 0,-1 2-184 0,-1-1-36 16,-3 3 141-16,-3 1 212 0</inkml:trace>
  <inkml:trace contextRef="#ctx0" brushRef="#br2" timeOffset="144620.38">6839 4791 13 0,'-16'0'259'16,"-2"0"156"-16,2 0 141 0,3-2-9 0,0 1-195 15,1-1-134-15,2 1-80 16,2 0-50-16,1-3-29 0,0 3-33 0,4-2-12 15,0 0-14-15,0 0-2 0,1 0-4 16,2 0 0-16,0 0 1 0,2 1-1 0,1 0-5 16,0-3-14-16,0 1-17 0,4-2-27 0,0 2-33 15,1-2-79-15,0 2-181 0,2-4-126 16,1 2-21-16,0 1 68 0,1-1 125 0</inkml:trace>
  <inkml:trace contextRef="#ctx0" brushRef="#br2" timeOffset="144920.26">6466 4836 114 0,'0'-2'306'0,"2"-4"125"0,1 0 96 15,3-3-170-15,2-1-139 0,3-2-75 0,-1-1-45 0,5-4-21 16,0 0-9-16,2 1-29 0,2-3-18 0,2 0-11 0,1 0-1 16,-3 2 1-16,1-1-27 0,-1 4-61 15,-3-1-194-15,-3 0-175 0,-4 4-73 0,-4 0 20 16,-3 1 111-16</inkml:trace>
  <inkml:trace contextRef="#ctx0" brushRef="#br2" timeOffset="145121.2">6703 4360 362 0,'5'-10'677'15,"0"-2"213"-15,-2 2 48 0,0-1-282 0,1 1-262 16,0-1-172-1,4-1-89-15,-2-1-41 0,4 2-25 0,4-3-32 16,2 0-17-16,4-2-11 0,2 0-3 0,2-2-24 16,3 0-88-16,2-2-131 0,-3 2-286 0,1 1-226 15,-2 0-166-15,-2 2-9 0,-4 1 258 16</inkml:trace>
  <inkml:trace contextRef="#ctx0" brushRef="#br2" timeOffset="147721.93">4251 4078 99 0,'0'6'285'0,"3"-1"117"0,-1 2 94 0,1 1-183 0,-1 1-147 16,4 1-78-16,-3-1-41 0,3 0-23 15,-1 1-11-15,2-2-5 0,2 0-4 16,-1-2-2-16,0 0 2 0,3 0-2 0,0-2 4 0,-2 0 0 15,3 1 4-15,0 0-14 0,-1-1-30 16,0 2-54-16,0-2-125 0,-3 2-160 0,0 3-54 16,0-2 35-1,-3 0 95-15</inkml:trace>
  <inkml:trace contextRef="#ctx0" brushRef="#br2" timeOffset="147906.03">4518 4413 198 0,'5'7'304'0,"0"1"106"16,-2-1-52-16,2 0-124 0,0-1-89 0,1 3-49 16,-2-5-28-16,1 3-28 0,0-2-15 0,0 0-11 15,4-1-2-15,-1 0 0 0,0-1 25 0,2 0 10 16,2-2-4-16,-2 3-39 0,1-1-128 0,1 0-204 16,1 1-120-16,-2 2-18 0,0 0 72 15,2 3 131-15</inkml:trace>
  <inkml:trace contextRef="#ctx0" brushRef="#br2" timeOffset="148053.63">4874 4725 38 0,'8'11'242'0,"-2"-1"120"0,1-2 103 0,-1-1-80 15,-1 0-132-15,2-2-92 16,0 0-49-16,-1-3-28 16,1 2-9-16,-1-3-28 0,3-1-18 0,-1 0-7 15,0-3-7-15,3-1 1 0,-3-4-30 16,0-1-70-16,0 0-224 0,0-2-146 0,-4 1-46 15,1-3 35-15,-3 2 121 0</inkml:trace>
  <inkml:trace contextRef="#ctx0" brushRef="#br2" timeOffset="148337.16">4626 4042 229 0,'2'-4'472'15,"-1"1"188"-15,-1 0 103 0,2 1-255 16,-1 1-201-16,-1 1-130 0,0 0-81 16,0 0-42-16,2 1-28 0,2 1-15 0,-2 2-10 15,3 1-1-15,0 0 2 0,1 5 2 0,2-1 1 16,-1 2 4-16,3 2-2 0,0 1 0 0,1 0-21 15,0 1-55-15,0 1-76 0,3 3-117 0,-1-2-251 16,2-1-146-16,0 0-15 0,2 0 128 0,1-2 189 16</inkml:trace>
  <inkml:trace contextRef="#ctx0" brushRef="#br2" timeOffset="148503.89">5046 4410 93 0,'10'7'255'0,"-4"1"119"0,2-1 62 0,-2-1-125 16,-1 2-102-16,0-3-54 0,-2 1-23 0,2-2-30 15,-1 2-27-15,-2-1-19 0,3-3-9 0,-2 3-10 16,2 0-15-16,-2-1-7 0,2 0 1 0,1-1-10 16,2 2-28-16,-3-1-52 0,-1-1-106 15,1 3-210 1,-1-2-103-16,-1 2 3 0,1 0 93 16,-1 1 135-16</inkml:trace>
  <inkml:trace contextRef="#ctx0" brushRef="#br2" timeOffset="148872.13">4744 3923 114 0,'7'-2'286'0,"2"2"113"16,-1 2 89-16,3 1-205 0,3-1-135 0,2 4-70 15,0-1-39-15,3 2-19 0,0 1-9 16,1-2-5-16,1 1 2 0,1 2 0 0,-3 0-4 16,0 0-28-16,0 1-85 0,-3 1-204 0,-2 2-94 15,-1 0-7-15,-2 2 62 0,-2-2 107 0</inkml:trace>
  <inkml:trace contextRef="#ctx0" brushRef="#br2" timeOffset="149019.92">5279 4307 23 0,'9'2'136'15,"-2"0"45"-15,-1 2-43 0,-1 1-54 0,1-2-36 16,0 2-40-16,-3-3-95 0,-1 2-63 0,1-3-14 31,-3 2 17-31</inkml:trace>
  <inkml:trace contextRef="#ctx0" brushRef="#br2" timeOffset="149325.51">5201 3882 74 0,'-1'-4'381'0,"-3"0"233"0,3 3 160 16,-1-2-89-1,-1 3-250-15,3-2-182 0,0 1-128 16,0 2-71-16,3 1-40 0,0 1-14 0,4 0-5 16,-1 1-1-16,4 2 5 0,2 0 1 15,1 2 1-15,1-2 6 0,1 3 2 0,2-3 1 0,-1 5 2 16,1-4 0-16,-1 2-50 0,1 0-84 15,-1 0-110-15,0 0-267 0,-2 1-164 0,0 1-68 16,-1 0 112-16,1-3 215 0</inkml:trace>
  <inkml:trace contextRef="#ctx0" brushRef="#br2" timeOffset="149503.69">5625 4001 168 0,'3'0'427'0,"0"0"187"15,-3 1 106-15,2 0-205 0,1 0-203 0,-1 2-153 0,1 3-84 0,0-1-38 0,2 1-15 16,1 2-10-16,0-1-2 0,2 0-7 0,-1 0-28 16,2 0-56-1,-1-1-84-15,0 1-177 0,0 2-199 16,1-3-94-16,-4-1 46 0,1 1 150 16</inkml:trace>
  <inkml:trace contextRef="#ctx0" brushRef="#br2" timeOffset="149738.48">5764 3679 58 0,'2'-8'324'0,"-2"3"180"15,0 0 127-15,0 3-73 0,3 0-224 16,0 2-152-16,3 2-98 0,-1 0-42 0,3 3-18 15,3 0-10-15,3 5-7 0,-1-2-3 0,4 1 3 16,1 4-1-16,2-1 3 0,2 0-33 16,-2-1-55-16,0 3-103 15,-1-1-246-15,-1 2-133 0,-1 0-31 16,-3-2 94-16,0 0 165 0</inkml:trace>
  <inkml:trace contextRef="#ctx0" brushRef="#br2" timeOffset="152888.23">5391 6999 20 0,'2'0'230'0,"-1"0"123"0,1 0 106 15,0 0-84-15,-1 0-122 16,-1 1-90-16,3-1-53 0,-3 2-22 16,0-2-1-16,2 0 5 0,-2 1 13 0,0 2 13 0,3 2 7 15,-2 3 18-15,-1 2 18 0,0 3 18 0,0 4 22 16,2 3 26-16,-2 6 29 0,0 3 16 15,3 4 9-15,-1 6-6 0,-1 4-18 0,1 8-34 16,1 6-41-16,-3 5-28 0,2 4-31 0,-2 4-24 16,0 7-18-16,-2 5-18 0,1 5-7 15,-3 5-15 1,-2 1-1-16,0 3 14 0,1 0 9 0,0 0 23 16,2-1 7-16,-2 0 1 0,2-1-10 0,-2-1-21 15,4-2-18-15,1-4-17 0,0-2-10 16,0-4-7-16,1-2 3 0,1-4-4 0,1-6 0 15,-1-4-5-15,1-4 0 0,-2-4-2 0,1-5-3 16,0-4-1-16,-1-6 1 0,1-5-2 0,0-4-6 16,-1-3-30-16,-1-4-37 0,0-7-32 0,0-1-85 15,0-7-147-15,-3-4-218 0,1-5-262 0,-1-2-243 16,0-5-210-16,-2-7 110 0,0-3 461 0</inkml:trace>
  <inkml:trace contextRef="#ctx0" brushRef="#br2" timeOffset="154453.76">8079 6181 36 0,'0'3'229'0,"0"-1"110"15,0 2 101-15,-1 0-99 0,-1 5-112 0,2-2-65 16,-2 2-26-16,2 1-9 0,-3 3 1 0,3 1 12 16,-2 2 19-16,1 4 25 0,-1 3 28 15,2 1 29-15,-3 3 22 0,1 1 17 0,1 4 0 0,-2 1-6 16,1 2-10-16,-1 2-20 0,0 1-26 15,2 2-36-15,-3 0-34 0,3 2-30 0,-1-1-29 16,0 0-28-16,1 3-13 0,-1 0-13 0,2 1-1 16,-1 0-2-16,-1 3-4 0,0-2-2 0,2 3-4 31,-3-1-2-31,3 2-9 0,-3 0-5 0,0 0-3 16,2 2-4-16,-3-2-3 0,1 0 2 0,0 0 7 15,0-1 8-15,-2-1 6 0,3-1 4 16,-2-3 5-16,0 2-2 0,0-2-4 0,1-1-9 15,0-3-6-15,1 1-1 0,0-4-2 0,-1 1-8 16,2-2 0-16,1-2 0 0,-2 1-3 0,2-1 0 16,0-1 1-16,0 0 2 0,0 2-2 0,0-2 0 15,0-1 3-15,0 0 0 0,-2 1-1 0,2-2 2 16,0 1 3-16,-1 0 11 0,-1 0 12 0,0 0 10 16,1 0 9-16,-1 1 6 0,-2-4-3 15,2 3-5-15,-1-2-13 0,0-1-6 0,1-1-8 0,-1 1-5 16,2-3-4-16,-1-1 0 0,-1 0 2 0,1 0-4 15,-1-2-5-15,1 2 2 0,-4-3-2 16,3 2 0 0,0 0 0-16,0 0 1 0,-1-1 4 0,0 3-8 0,0 0 2 0,-2-1 0 0,0 2 3 15,1-1-1 1,-1 2-1-16,1 0 8 0,0 2-3 16,-1-1 4-16,0 0-6 0,-1 1 1 0,3 0-3 15,-1-2 1-15,0-1-2 0,-1 0-2 0,1-2 2 16,2-3 1-16,0-1-1 0,1-1-3 15,-1-4 3-15,1 0-2 0,2-1-4 0,-3 0 3 0,3-4-1 16,0 3 6-16,-1-3-4 0,-1 4 0 16,2-2 1-16,0 4-3 0,-2 2 2 0,2-2 1 15,-2 3 6-15,0 1 2 0,0 0 0 0,1-3-4 16,1 1-2-16,-2-4-2 0,1-1-5 0,-1-2-3 16,2-5 2-16,-2-1 1 0,2-3-2 0,-1-1-16 15,-1-2-25-15,-1-3-22 0,1-2-34 0,-1 1-64 16,-2-2-99-16,1-1-115 0,-1-1-126 0,0 0-234 15,2 1-245-15,-2 0-112 0,2 1 129 0,0 0 321 16,0 0 315-16</inkml:trace>
  <inkml:trace contextRef="#ctx0" brushRef="#br2" timeOffset="155570.24">5738 9707 80 0,'-2'0'305'0,"0"0"134"16,-1 0 107-16,0-1-122 0,1 1-171 0,1 0-76 15,-1 0-2 1,0 0 54-16,-1 0 54 0,3-1 52 16,-3 1 22-16,0-2 3 0,3 2-35 0,0 0-40 15,0 0-41-15,0 0-47 0,0 0-35 0,0 0-46 16,0 0-32-16,0 0-34 0,3 0-22 15,0 0-17-15,0 3-12 0,2-2-3 0,3 4 0 16,3-2 3-16,2 1 0 0,4 3-1 0,1-3 1 16,4 3 2-16,3-1-1 0,1-2 3 0,4 0-1 15,1 1 6-15,2-1-2 0,3-1 17 0,1 0 10 16,1 0 2-16,3-1 0 0,0-1 0 0,2 1 3 16,1-2-17-16,-1 0-8 0,0 0-1 0,-1-3 0 15,1 1 7-15,-1 1 6 0,-2-2 4 0,-2 1 3 16,0-1-2-16,1 1-1 0,-5 0-7 15,-3-1-8-15,-1 0-4 0,-3 0-6 0,-1 0-2 16,-3 0-1-16,1-1-1 0,-4 2 5 0,0-3-5 16,-2 1 4-1,-2 2 0-15,0-1-1 0,-1 0 2 16,-2 2-4-16,-3-3-2 0,1 3-4 0,-3 0 2 16,-2-1 0-16,-1 2 1 0,-2-2-3 0,1 2 7 15,-3 2-6-15,-1-2-14 0,-3 2-45 16,0-1-101-16,-4 0-139 0,-1-1-204 0,-2 2-288 0,0 0-261 15,-3-2-153-15,1 0 189 0,-1-2 411 16</inkml:trace>
  <inkml:trace contextRef="#ctx0" brushRef="#br2" timeOffset="155839.5">6808 9533 74 0,'3'-1'480'16,"-3"1"319"-16,2 0 169 0,-1 0-85 15,1 1-357-15,1 4-234 0,3-2-132 0,0 2-45 16,2 0-24-16,2 1 9 0,1 0 3 0,2 0 5 16,2 1-30-16,0-1-10 0,2-1 3 0,-1 2 2 31,1-1-3-31,-1 0-4 0,1 0-6 0,-1 0-18 16,-2 0-17-16,-2-2-9 0,-2 2-1 15,-2-2 17-15,0 2 16 0,-3-1 9 0,-3 3 6 16,1 1 2-16,-6-1-5 0,0 1-19 0,-4 2-16 15,-4 1-30-15,-3 1-63 0,-2 0-110 0,-3-1-131 16,-3 0-201-16,-3-3-291 0,-1 0-240 0,-1-2-87 16,-3-4 206-16,-1 0 377 0</inkml:trace>
  <inkml:trace contextRef="#ctx0" brushRef="#br2" timeOffset="156520.85">6060 9535 8 0,'-2'-2'297'0,"1"1"209"16,-3 0 172-16,0-2 41 15,-1 3-225-15,-1-2-113 0,-1 2-7 0,1 0 18 16,-3 0 10-16,2 2-11 0,-2 1-36 0,-2-1-61 16,0 3-81-16,-2-2-67 0,1 2-49 0,-3 0-26 15,1 0-17-15,0 1-5 0,-2 1 12 0,2 0 17 16,-2 0 13-16,3 1 3 0,-1 0-2 0,-2 0-7 16,2 3-21-16,-2-1-21 0,2 2-16 0,-2 2-11 15,3 2-11-15,-1 1-4 0,1 2-4 0,-1 1 0 16,3 4-4-16,2 0 2 0,-1 1 0 0,4-4 4 15,4 2 3 1,1-3-7-16,4 0 4 0,3-2-5 0,8-1 0 0,1-4-1 0,7-2 1 16,5-4-1-1,4-5-9-15,4-4-39 0,5-5-35 0,2-4-79 0,3-4-145 0,0-1-236 0,1-4-291 32,0-1-245-32,-3 0-201 0,-2 1 101 0,-2 3 478 0</inkml:trace>
  <inkml:trace contextRef="#ctx0" brushRef="#br2" timeOffset="158102.54">5481 10274 57 0,'0'2'313'0,"-1"3"173"0,-1-1 148 0,0-1-41 16,2 2-157-16,-3-1-66 0,1 0-8 16,1 0 1-16,-1 0 3 0,-2 0-16 0,2 2-41 15,1 1-60 1,-1 0-55-16,2 3-38 0,-1 0-34 16,1 3-26-16,1 1-18 0,-1 2-10 0,2 0-17 15,1 3-11-15,3 0-6 0,-1 0-2 0,1 1-7 16,-1-2-3-16,3 1 0 0,1-2-2 0,-2 2-3 15,1-3-8-15,-2-1-2 0,3 1-1 16,-1-1 17-16,2-2 40 0,-1 3 31 0,1-3 12 16,-2 1 2-16,0-1 3 0,1 0-13 0,-3-1-36 15,1-2-26-15,-2-1-14 0,-1-2-8 0,1 0-10 16,-2-2-5-16,-2 0 5 0,1-2 14 0,1-2 16 16,-3 1 19-16,2-4 14 0,0-1 9 0,-2-4-1 15,1-2-9-15,-1-5-11 0,0-2-11 0,0-1-11 16,-1-6-5-16,-3 1-5 0,1-4-2 0,0 1-3 15,-5-2 0 1,4 0-3-16,-3-1-1 0,2 2-2 0,-1 2-1 0,0 4 0 0,1 3-2 16,2 2-3-16,1 4-4 0,1 2-2 0,-1 2-4 15,2 1-2 1,2 1 0-16,-1 0 2 0,4 1 4 16,0 1 1-16,4 0 1 0,-1-1 2 0,2 1 0 15,0 0-4-15,2 0-6 0,2 0 0 0,0 0-2 16,1 1-4-16,0 0 0 0,1 2 1 0,1-2 6 15,1 0 1-15,-1 0 3 0,-1 2 1 0,2 0-1 16,-1-3 1-16,-1 1 0 0,1-1 0 16,-1 0 1-16,-2 1 2 0,-1-3-2 0,-2 1 0 15,-3 1 2-15,-2 0-1 0,-1 0 2 0,-2 2 1 16,0-1 3-16,0 2 0 0,-3-2 1 0,0 4-2 16,-4 0-1-16,0-1-4 0,0 0-2 0,-3 4-2 15,2 0-1-15,-1 2-1 0,0 1 1 0,1 3 0 16,2-1 1-16,1 3-1 0,-1 2 7 15,5 3 4-15,1 1 1 0,2 0 2 0,1 3-1 0,3 1 1 16,4-1-8-16,1 0-5 0,-1 1-3 16,4-2-1-16,-1-3-1 15,3-3 0-15,0-3-1 0,2-3 4 0,-1-2-1 16,-1-6 2-16,2-2 2 0,-1-4 0 16,-2-3 2-16,-1-3 1 0,-4-2 0 15,1 0 1-15,-4-2 1 0,-4-2 3 0,0-1 0 16,-4 2-1-16,1-2 1 0,-6 2 0 0,-2-2 1 15,0 2 0-15,-3 1 0 0,-1 1 0 0,-4 0-2 16,2 0-7-16,-3 2-5 0,1 2-4 0,2 1-1 16,0 1-4-16,3 1 0 0,0 2 6 15,3 0 1-15,1 3 0 0,1 1-1 0,3 1 1 16,1 0-1-16,3 0 1 0,2 1 8 0,0-1 6 16,2 1 3-16,3-1 1 0,0 0 2 0,2-1 0 15,-1-2-6-15,3-2-4 0,0 0-2 0,-2 1-1 16,4-2-2-16,-1 2-2 0,1-2 0 0,0 3 0 15,1-2-1-15,0 2 0 16,-1 0 4-16,-2 3-1 0,0 0 3 16,-2 2 2-16,-2 1 2 0,0 1 1 0,-3 1 1 0,-3 2 4 0,1 2-1 0,-3 2-1 15,-3 0 1-15,-3 5-2 0,0 0-2 16,-3 2-2 0,-1 2 1-16,1 1 0 0,-2 1-2 0,-1 2 1 15,1-3-2-15,1 0 0 0,1 1-4 16,1-1-1-16,-1-2-1 0,3 0 0 0,3-3 1 15,0 2 0-15,0-5 1 0,5-1-6 0,-1 0-24 16,2-4-56-16,1 0-65 0,1-4-77 0,0-2-145 16,3 0-221-16,-2-2-303 0,1-2-242 0,4 0-194 15,-1 0 19-15,2-2 476 0</inkml:trace>
  <inkml:trace contextRef="#ctx0" brushRef="#br2" timeOffset="158984.26">6719 10624 57 0,'4'2'356'0,"-3"-2"212"0,2 0 147 0,0-2-43 0,-1-3-211 15,1-2-135-15,0-2-46 16,0-4-3-16,2-2 22 0,0-3 23 0,1-3-16 16,0-2-29-16,-1-1-45 0,2-2-34 0,-3 1-40 15,1-1-37-15,0 1-27 0,1 1-20 0,-3 2-7 16,0 5-4-16,-1-2 5 0,1 5 4 0,-1 4 1 16,-1 1-5-16,-1 1-6 15,0 3-10-15,2 3-18 0,-2-1-11 16,0 3-11-16,2 1-4 0,-2 2-7 0,1 3-1 15,-1 4 2-15,2 1-1 0,-2 3 6 0,1 0-4 0,1 4 4 0,2 1 0 16,-2 0 10-16,0 0 20 0,1 2 8 0,-2 1 8 16,3-2-3-16,-1-2 1 0,0 0-8 0,-1-4-19 15,1-2-16-15,0-1-9 16,1-3-3-16,0-2 1 0,-1-2-1 0,0-3 2 0,3-2 5 0,-1-4 2 31,0-2 2-31,3-4-1 0,0-4-1 0,0-2 0 16,1-1 0-16,0 2 0 0,1-2-1 15,-2 2-1-15,1 1 1 0,-4-1 1 0,2 6-4 16,-3 1 2-16,0 3-2 0,-1 0-1 0,0 2-2 16,0 1 0-16,-2 2 0 0,-1-3 0 0,2 4 1 15,-1-1 4-15,1 1-3 0,-2 1 0 0,2 3 3 16,-1-2-3-16,1 3 1 0,1 1-4 0,0 1 5 16,-1 0-1-16,3 3-2 0,-2-2 2 15,3 2 0-15,-3-2-2 0,0 0-5 0,2-2-2 16,0 0 3-16,0-1-5 0,2-1 0 0,-2-2 0 15,0-2-26-15,3-2-46 0,-2-1-50 16,2-4-84-16,0-2-141 0,0-1-197 0,0-3-274 0,3-2-234 16,0 0-193-16,0 0 89 0,3-2 421 0</inkml:trace>
  <inkml:trace contextRef="#ctx0" brushRef="#br2" timeOffset="159120.1">7238 10309 61 0,'11'15'300'0,"0"0"175"0,-3 5 176 0,0 1-12 15,1 0-107-15,-1 6-67 0,-3-2-59 16,1 3-51-1,-1-3-66-15,1 0-76 0,-3 0-80 0,2-3-61 16,-2-1-35-16,-1-3-22 0,1-3-20 0,0-3-53 16,-1-5-76-16,0-5-106 0,-1-2-148 0,-1-4-280 15,-1-6-192-15,-1-3-47 0,-3-4 159 0,2-4 275 16</inkml:trace>
  <inkml:trace contextRef="#ctx0" brushRef="#br2" timeOffset="159269.82">7200 10129 147 0,'1'-4'357'0,"3"3"148"0,0 3 106 16,0 4-205-16,2 3-175 0,2 3-103 0,1 2-56 0,1 1-26 0,2 2-15 15,1 0-6-15,4 4-38 16,-1-1-101-16,3 2-257 0,-1-1-144 0,4 3-42 0,0-4 49 16,1-1 144-1</inkml:trace>
  <inkml:trace contextRef="#ctx0" brushRef="#br2" timeOffset="159603.04">7723 10319 236 0,'-9'-10'960'0,"1"2"519"0,-5 4-5 0,-1 3-241 0,-2-1-454 16,-1 4-288-16,1 1-167 0,-1 1-104 16,2 2-68-16,1 2-49 0,3-1-39 0,3 2-29 15,0 2-18-15,5 2-10 0,0 1-6 0,3-1-1 16,3 4-2-16,0-2-2 0,3-2 1 0,1 1 0 15,-1-2-2-15,2-4-1 0,1 3 0 16,1-6 0-16,-2-2 1 0,0-1-1 0,3-3 2 0,-3-1 0 16,0-3 2-16,-2-4 0 0,2 1 1 0,-2-2 1 15,-1-1-1-15,0-1 0 0,-2 2 0 0,0 0 2 16,0 3 0-16,-1-2 1 0,-1 3 0 16,-1 3-1-1,2 0 0-15,-1 1-2 0,-1 4-2 16,0 2-1-16,2 2-1 0,-2 7-1 0,2 0-8 0,-1 5-16 0,1 3-26 15,1 2-61-15,0 2-62 16,1 0-88-16,0-2-148 0,1 0-236 0,-1-5-296 16,3-2-233-16,1-4-188 0,3-4 93 0,-2-6 517 15</inkml:trace>
  <inkml:trace contextRef="#ctx0" brushRef="#br2" timeOffset="159951.6">7902 10329 168 0,'0'-3'761'0,"-2"3"408"0,-2 0 57 0,2 7-154 16,-1 1-430-16,1 2-308 0,2 2-155 0,2 1-76 16,1 4-34-16,0-1-26 0,3 4-19 0,2 1-12 15,-1-2-9-15,2 3-3 16,2-4-4-16,0 1 0 0,-1-3-3 0,2-1-1 0,1-2-1 16,-2-4 2-1,0-3 3-15,-1-3 4 0,1-3 1 16,-3-5 18-16,-2-2 34 0,1-3 56 0,0-7 50 15,-4 3 28-15,2-2 14 0,-3-4-12 0,-2 1-21 16,0-2-40-16,-2 0-35 0,0-1-29 0,-1-2-17 16,0 2-13-16,-3-1-14 0,3 0-8 0,1 0-7 15,-1 4-4-15,3 3-3 0,-2-1-2 0,4 6 0 16,0 2-3-16,1 0 1 0,3 3 1 0,3 2 1 16,1 1 2-16,1 0-2 0,5 1-6 15,-2 1-48-15,5-1-60 0,0 1-61 0,0 0-108 0,2-3-161 16,1 4-268-16,-3 0-258 0,3 0-216 15,-2 4-148-15,-2 0 217 0,-1 2 500 16</inkml:trace>
  <inkml:trace contextRef="#ctx0" brushRef="#br2" timeOffset="161168.38">4948 11151 298 0,'3'-4'576'0,"-3"0"217"0,0 1 120 15,0 0-222-15,2 0-167 0,-2 1-95 0,0 1-62 0,2 1-51 16,-2 0-59-16,1 3-65 0,1 2-75 0,-1 2-54 31,4 5-29-31,-1 5-4 0,3 2 0 0,-1 5 1 16,4 3-2-16,0 4-2 0,0 1 1 0,3 1-13 15,-3 0-4-15,4 2-6 0,-3-2 2 16,0-2 0-16,0 1-1 0,-1-3 1 0,1 1-3 16,-3-5 3-16,1 2-2 0,-2-4 1 0,0-3-3 15,1-3-3-15,-3 1-2 0,0-4 1 0,-2-3 1 16,0-4 0-16,0 1-1 0,0-3 2 0,-1-2 11 16,1-5 3-16,-1-1-1 0,1-6 0 0,0-3 3 15,0-3-4-15,1-3-8 0,0-3-4 0,2-4-3 16,1 0 0-16,1-3-3 0,0 0 5 15,1-2 0-15,2 1-1 0,-1 0 4 0,2 0 2 16,-1 2-1-16,1 2 3 0,-2 0-1 16,0 4 0-16,-2 3-6 0,-2 3 4 0,0 1 27 0,-2 4 29 15,-3 1 48-15,1 3 35 0,-1 1 21 0,1 1 11 16,-2 1-18-16,0 0-24 0,0 3-40 0,-2 0-30 16,-1 3-22-16,0 0-17 0,0 3-12 15,-2 1-8 1,-1 4-4-16,1 1-1 0,2 1-4 0,-2 4-1 15,2 3-3-15,1 1 2 0,1 3 2 0,-1 1 5 16,2 1 2-16,0 1 0 0,2 0 5 0,1-1-4 16,0 0-2-16,0-3-2 0,4-2 0 15,-1-1-3-15,3-4-3 0,-1-3-2 0,2-1-3 16,2-3-43-16,1-3-56 0,1-2-47 0,-1 0-72 16,0-4-116-16,3-2-159 0,-2-1-170 0,0-1-237 15,0-1-221-15,0-1-84 0,-1 0 227 0,1-1 408 16</inkml:trace>
  <inkml:trace contextRef="#ctx0" brushRef="#br2" timeOffset="161702.32">5581 11276 10 0,'0'-1'403'0,"0"-1"320"15,-2 2 202 1,2 3 24-16,0 1-331 0,2 3-257 15,0 2-126-15,2 2-43 0,1 2-3 0,1 4 12 16,-1 1 6-16,3 3 1 0,0 1-35 0,1 3-34 16,-1 1-33-16,0 4-13 0,3 2-11 0,-3 0-17 15,0-2-10-15,2-2-7 0,-1 2-3 0,-1-6-17 16,-2-3-12-16,1-3-5 0,0-3-7 0,-4-5-4 16,2-3 1-16,-3 0 17 0,1-3 13 0,-1-5 5 15,-2-4 6-15,1-4 4 0,-1-4 1 16,-1-3-16-16,1-5 8 0,-2-1 8 0,0-2 3 0,1-5 3 15,-1 0-2-15,-1-5-1 0,1 0-19 16,2-2-10-16,0 0-7 0,0-1-6 0,4 1-4 16,-1 0 0-16,2 3 1 0,0 1-2 0,2 2-6 15,1 3 6-15,0 3-5 0,-1 2-1 0,0 7-4 16,-2 0 0-16,1 4 2 0,-1 4 0 0,-2-1 2 31,1 6 1-31,0 0 6 0,-2 2 4 0,2 3 0 16,-1 3 2-16,-1 1 2 0,-2 4 0 0,0 2-2 15,0 3-6-15,-2 5-1 0,1 1 10 16,-1 2 10-16,-2 3 3 0,1 3 3 0,0 0 4 16,-1 4 2-16,1 0-12 0,0 3-6 0,1-1-4 15,1 0 0-15,-1 0-4 0,2-2-1 0,0-2-2 16,2-5-4-16,-1-1-1 0,4-3 1 0,0-3-3 16,0-3-3-16,2-1 0 0,0-3 2 0,1-2-3 15,0-2-29-15,4-2-55 0,-1-5-57 0,3-2-104 16,-1 0-176-16,0-2-307 0,1-2-289 15,0-2-227-15,2 0-129 0,-1-2 300 0,0 2 552 16</inkml:trace>
  <inkml:trace contextRef="#ctx0" brushRef="#br2" timeOffset="161901.39">6101 11723 213 0,'3'-5'452'0,"-1"-4"198"0,-2-3 204 0,3-4-132 15,0-3-130-15,3-3-83 0,-1-6-58 0,0 0-54 16,1-5-95-16,1-1-92 0,0-2-75 0,-2-2-52 16,3 1-33-16,-3 0-22 0,1 3-13 15,-1 0-8-15,-2 2-3 0,-2 4-4 0,1 4 0 16,-5 1-12-16,1 5-45 0,-7 1-117 0,1 4-147 16,-3 4-232-16,-3 3-280 0,-1 5-250 0,-2-1-85 15,0 4 279-15,-1 0 403 0</inkml:trace>
  <inkml:trace contextRef="#ctx0" brushRef="#br2" timeOffset="162084.78">5971 11243 189 0,'3'2'426'0,"2"3"174"0,-1-1 103 0,2 2-154 16,1 2-155-16,0 0-102 0,3 5-47 0,0-3-27 31,0 3-21-31,1 3-65 0,0 0-58 0,2 1-31 16,0 0-15-16,1 2-13 0,0 0-6 0,0-1-78 15,-1 4-137-15,-1-5-297 0,-1 3-215 16,-1-2-137-16,1-3-8 0,-3 2 246 0</inkml:trace>
  <inkml:trace contextRef="#ctx0" brushRef="#br2" timeOffset="162418.31">6375 11128 456 0,'1'-13'950'16,"-2"2"296"-16,-3 4-21 0,1 1-284 16,-2 2-273-16,-2 0-219 0,0 4-125 0,1 0-76 0,-1 1-54 0,1 2-63 0,-3 3-55 15,4 1-31-15,-1 2-18 0,-1 1-11 16,1 3-7-16,3 2-8 0,-2 4-1 0,2-1-3 31,1 3-3-31,2 0-1 0,2 1 1 0,0 1 0 16,2 0 0-16,4 2 1 0,0-1 3 0,3-2 0 15,2 2-3-15,-1-1 3 0,3-2 2 0,2-3 2 16,0 3-2-16,1-3-2 0,-1 0 2 0,1-2 3 16,-1-1-3-16,1 0 2 0,-3-1 0 0,0-1 1 15,-3-1 2-15,-1-2-4 0,0 3 1 16,-5-4-4-16,-1 0-13 0,-3 0-39 0,-1-2-48 16,-2 2-42-16,-2-3-62 0,-2 0-115 0,-3-1-145 15,0 0-209-15,-3-4-238 0,0 0-231 0,0-1-110 16,-2-1 257-16,2-3 444 0</inkml:trace>
  <inkml:trace contextRef="#ctx0" brushRef="#br2" timeOffset="162651.59">6541 11256 249 0,'7'-5'473'15,"1"2"211"-15,0 3 188 0,0 5-150 16,3 1-123-1,-3 1-73-15,0 5-56 0,1 2-76 0,1 2-93 16,-2 1-103-16,0 2-83 0,1 2-51 16,-1 3-27-16,0 3-14 0,-1 0-7 0,2 3-6 15,-3 0 1-15,2 1-3 0,-3 0-5 0,4-1-17 16,-4-3-60-16,-2-5-97 0,0-2-124 16,1-6-175-16,-3-1-298 0,-1-6-256 0,0-2-112 0,-1-4 165 15,-3-4 360-15</inkml:trace>
  <inkml:trace contextRef="#ctx0" brushRef="#br2" timeOffset="162884.68">6477 11275 34 0,'-4'-13'449'16,"-1"2"357"-16,0 1 203 0,3 2-11 0,1 1-380 31,-1 3-260-31,4 0-172 0,1 1-100 0,2 0-47 16,3 0-21-16,3 0-4 0,1 0-5 0,4 0-1 15,0 0-1-15,3 0 1 0,0 0-4 16,3 1 3-16,2-2-4 0,1 3 2 0,-1-1-2 0,1 2 0 16,-1 2 1-16,-1-1-22 0,-2 5-65 15,-2 3-112-15,-2 3-203 0,-2 2-269 0,-4 3-210 16,0 2-97-16,-3 0 151 0,-2 3 320 0</inkml:trace>
  <inkml:trace contextRef="#ctx0" brushRef="#br2" timeOffset="163200.97">6986 11681 93 0,'2'-13'445'15,"1"0"295"-15,-3-3 235 0,0-4 7 0,0-3-253 16,0-2-191-16,2-3-124 0,1-3-64 0,0-3-54 16,2-2-40-16,4-2-40 0,1-1-22 0,-1 0-13 31,2-1-26-31,0 2-31 0,-1 2-44 0,1 2-21 15,-3 3-20-15,0 5-18 0,-2 6-10 0,0 2-6 16,-1 4-4-16,-2 6-3 0,2 2-1 0,-2 4 4 16,2 4 1-16,0 5 1 0,1 4 4 15,-1 5-2-15,1 2 0 0,-1 3-4 0,1 2-1 16,2 4-1-16,-2 0-1 0,2 1 0 0,0 1 1 16,0 1 1-16,0-2 2 0,0-1 1 0,-2 0-4 15,2-3-1-15,-2-1-51 0,1-2-56 0,-2-4-81 16,-2-1-140-16,-2-2-200 0,-1-3-321 0,0 0-249 15,-1-2-205-15,-2-1 32 0,-2 1 448 0</inkml:trace>
  <inkml:trace contextRef="#ctx0" brushRef="#br2" timeOffset="163402.35">6969 11473 259 0,'0'-9'482'16,"0"1"170"-16,3-1 83 15,2 4-283-15,-1-1-206 0,6 0-126 0,0 1-56 16,2 1-31-16,4-2-15 0,1 0-8 0,1 1-7 16,1-1-1-16,3 1-6 0,-3-1 3 0,1 0 1 15,1 1 3-15,-2 0 8 0,0 1 0 16,-3-1-4-16,3 4-52 0,-5-1-109 0,0 0-279 16,-2 2-162-16,-2 2-72 0,-3-2 56 0,-3 0 179 15</inkml:trace>
  <inkml:trace contextRef="#ctx0" brushRef="#br2" timeOffset="163733.84">7350 11031 365 0,'3'-5'762'16,"0"3"302"-16,-3-2 65 15,2 4-303-15,-2 0-252 0,0 0-185 0,0 4-111 16,0 0-63-16,0 3-22 0,0 2 4 0,0 0-3 15,3 2-4-15,-3 1-12 0,2 3-19 16,-2 1-24-16,1 2-37 0,-1 1-18 0,0 5-16 0,0-1-12 16,0 4-8-16,-1 0-12 0,1 1-3 15,-2 2-11-15,2 1-6 0,2-3-3 0,-1 1-3 16,1-4 0-16,1 1-4 0,2-2 0 0,1-3-2 16,2 0-2-16,-2-5 2 0,2 3-2 0,3-6 1 15,0 0-2-15,-1-1 1 0,4-3 0 0,-3-2 1 16,3-3-2-16,-1 1 1 0,1-4-4 0,-3-1-16 15,-1-4-44-15,2-2-60 0,-2 1-61 0,-2-6-103 16,0-1-155-16,-1-1-208 0,-2-2-264 16,0-2-224-16,-2 2-164 0,1-3 146 0,-1 2 454 0</inkml:trace>
  <inkml:trace contextRef="#ctx0" brushRef="#br2" timeOffset="163967.89">7698 11156 393 0,'0'0'837'15,"0"-3"313"-15,0 3 24 0,0 3-329 0,0-1-275 16,1 2-204-16,-1 2-123 0,2 1-50 0,0 3-13 16,1 2-6-16,0 3-11 0,0-1-14 0,-1 8-15 15,2-1-34-15,-1 3-37 0,-1 1-27 0,1 1-14 16,-1 2-9-16,1 0-4 0,0 0-6 0,-3 0-43 15,2-1-54-15,-2-2-89 0,0-1-161 0,0-2-287 16,0 0-310-16,-2-2-265 0,2 0-188 16,0-5 180-16,0 0 569 0</inkml:trace>
  <inkml:trace contextRef="#ctx0" brushRef="#br2" timeOffset="164501.81">7963 11196 11 0,'5'-5'350'0,"-2"-1"273"0,-1 3 203 0,1 2 15 0,0-1-242 16,-1 4-142-16,1-1-85 0,2 4-38 0,-1 1-16 16,1 2-13-16,3 5-41 0,-1-1-48 0,-1 5-34 15,3 0-27-15,-1 3-5 0,-1 1-6 0,-1 0-9 16,3 3-16-16,-2-2-26 0,-3 3-22 0,1 0-24 15,0-1-20-15,1 2-9 0,-3-3-9 0,-1 1-5 16,-1-2 0-16,1-3-38 0,-2-2-45 16,-2-1-54-1,-1-4-113-15,0-4-146 0,-1 1-220 0,-3-7-272 0,2 0-233 0,1-4-150 0,-3 0 206 0,-2-7 430 16</inkml:trace>
  <inkml:trace contextRef="#ctx0" brushRef="#br2" timeOffset="164754.17">7900 11205 373 0,'3'-5'750'0,"-3"1"251"16,3-1 21-16,-3 3-311 0,2 0-287 16,0-1-161-16,1 1-81 0,2 1-38 0,0-1-21 15,1 1-12-15,5 1-7 0,-2 0-33 0,5 0-33 16,-2 1-18-16,0 1-10 0,4 1-2 0,-2 0-1 15,4 1-1-15,-4 1-2 0,3 0-1 0,-1 3 0 16,0-2-2-16,-2 1-24 0,0-1-75 0,-1 0-118 16,1 1-158-16,-3-3-291 0,-1-1-258 15,4 0-177-15,-4-1 83 0,0-2 348 0</inkml:trace>
  <inkml:trace contextRef="#ctx0" brushRef="#br2" timeOffset="165054.82">8299 11196 153 0,'0'4'517'0,"0"2"273"0,0 0 166 0,0 1-80 0,0 2-227 15,3 2-173-15,0 1-106 0,0 3-64 16,0 1-57-16,2 3-70 0,2 5-56 0,-1-1-41 16,3 3-20-16,-1 1-13 0,2 2-7 0,2 0-9 15,-1-1-8-15,3-3-9 0,-1 0-9 0,0-6-7 16,1-4 1-16,-1-5-1 0,-1-4-1 0,1-6 2 15,-2-4-1-15,2-7 5 0,-4-5-5 0,1-3 5 16,-1-7 8-16,-1-1 29 0,-3-4 30 0,1 0 22 16,0 0 13-16,-4-3 2 0,-1 3-6 0,-1 2-25 15,-1 1-26-15,1 2-21 0,-3 2-15 16,-2 3-10-16,2 5-46 0,0 2-52 0,-2 2-123 31,-1 2-212-31,-1 4-290 0,1 3-313 0,0 2-263 16,1 2-129-16,0 1 405 0,0 2 595 0</inkml:trace>
  <inkml:trace contextRef="#ctx0" brushRef="#br2" timeOffset="167484.13">4628 12306 161 0,'-2'-2'375'16,"0"1"172"-16,1 1 142 0,-1-1-147 16,-1 1-101-16,1 0-7 0,-1-2 23 0,-2 2 7 0,2-2-27 0,-3 1-60 0,3-1-61 15,-2 1-71-15,0-2-37 0,0 3-29 0,1 0-4 16,-4 0 1-16,3 0-6 16,-1 3-12-16,-1-2-29 15,1 2-24-15,-2 1-32 0,2 2-24 16,-2 1-15-16,2 3-11 0,-2 2-7 0,2 7-6 15,1 0-1-15,0 6-2 0,2 6 1 0,1 2-4 0,2 5 1 16,2 4 1-16,1 5-2 0,3 5-3 16,1 1-6-16,4 4 1 0,0-1 3 0,0 3 2 15,3 1 2-15,2-1 2 0,0-1 2 0,0-4-3 0,1-1-2 0,3-7-2 16,-2-4-1-16,2-5 1 0,2-6 0 16,-1-6 0-16,0-6 0 0,-1-2-3 0,1-6 0 15,-1-5-1-15,-2-2 6 0,1-4-1 16,-2-1-1-16,-3-2 1 0,0-2-8 15,-4 1-33-15,-2-2-47 16,-2 1-45-16,0 1-44 0,-1-2-81 16,-3 0-138-16,-1 0-128 0,-2-2-252 0,-1 2-234 0,2-2-211 0,-1 2 20 0,-1-1 391 15,-2 0 411-15</inkml:trace>
  <inkml:trace contextRef="#ctx0" brushRef="#br2" timeOffset="168099.27">4906 13021 421 0,'-3'7'844'0,"1"-1"247"0,0 1-18 16,2-4-326-16,0-2-303 0,0-1-179 15,4-1-88-15,0-4-36 0,4-7-9 0,2 0 3 16,1-3 4-16,4-4-7 16,0-4 6-16,2-2 4 0,2-5 3 0,3-3-9 0,0-3-10 0,0-1-25 31,-1 0-27-31,1-1-26 0,-1 0-19 0,-2 1-10 16,1 2-13-16,-4 1-3 0,0 4-2 0,-3 5 0 15,-3 1 1-15,-1 6 0 0,-3 3 2 16,-3 2 1-16,-1 4-24 0,-2 4-44 0,-2-1-42 15,-3 4-85-15,-3-1-156 0,-1 6-228 0,-4-1-279 0,-1 4-248 16,-3 0-208-16,-1 2 102 16,-2 1 495-16</inkml:trace>
  <inkml:trace contextRef="#ctx0" brushRef="#br2" timeOffset="168320.23">4831 12589 189 0,'0'2'402'0,"2"1"154"0,4 1 109 16,1 4-173-16,5 0-117 0,3 1 13 16,2 4 67-16,2-2 19 0,3 6-23 0,3-3-49 15,0 2-68-15,2 1-99 0,-1 0-91 0,1 2-53 0,0 0-29 16,-2-1-30-16,2 1-15 16,-4 1-10-16,1 0-3 0,-2-1-8 0,-3 2 1 0,-1-1 0 15,-1-1-2-15,-1-1-9 16,-2 1-39-16,-4-1-81 0,-2-4-118 0,-1 0-139 0,-2-4-241 15,-3-1-278-15,-1-3-184 16,-1-2 42-16,0-2 296 0,0-2 344 0</inkml:trace>
  <inkml:trace contextRef="#ctx0" brushRef="#br2" timeOffset="169052.17">5402 12618 199 0,'2'-3'607'15,"-2"2"316"-15,3-1 101 0,-2 2-205 0,1 0-303 16,-1 2-160-16,3 3-100 0,1 3-45 15,-1 2-18-15,3 4-10 0,2 1-13 0,-1 6-42 0,0-2-41 16,2 6-33-16,0-2-19 0,-2 3-14 16,0-3-8-16,3 2-3 0,-4-1-8 0,-1-4-1 0,2 2 0 15,-2-2 0-15,-1-3-1 16,0-1 0-16,-2 1 3 0,0-2 1 0,-1-3-1 16,-1 0 2-16,-1-3 13 0,0-3 23 15,0 0 9-15,0-3 10 0,-3-3 1 0,1-1-7 0,-1-5-12 16,0-3-19-16,0-5-13 0,-2-2-8 0,2-4-4 0,-2-4 8 15,2-4-1-15,-2-3-4 16,1-1 1-16,0-3 4 0,1-1 1 0,2 0-4 16,-1 2-5-16,5-1 1 0,-3 5-3 15,5 0-1-15,-2 4-3 0,2 4-4 0,3 1 7 0,-2 2 2 16,4 3-1-16,-1 0-4 16,2 3 6-16,0 0 0 0,1 1 1 0,0 1-1 0,1 3 2 15,-2-1 6-15,3 3-5 0,-3 0 3 16,1 3-4-16,0 0 1 0,-3 3-1 15,2 0-1-15,-1 3 17 0,-4 2 33 0,2 1 44 16,-2 1 22-16,-1 2 18 0,-2 3 2 0,-3 0-10 16,0 3-28-16,-3 1-33 0,-2 1-18 15,-2 3-14-15,0-1-5 0,-4 2-7 0,1 2-1 16,-2 0 0-16,-1-1-2 0,-2 0 1 0,0-1-1 16,1 0-3-16,1 0 1 0,-1-1-5 15,5-2-3-15,1-4-5 0,1 2-2 0,1-3-1 0,2 1-4 16,2-3-1-16,2 1 1 15,0-3 0-15,3 2 1 0,0 0-2 0,3 0 4 0,1-3 1 16,-1 1 1-16,2-1-2 16,3 1 2-16,0-1 0 0,0 0-1 0,3-2-1 0,-1 2 0 15,1-2 0-15,-1 0-1 0,3-2 3 16,0 1 0-16,-1-5 1 0,3 3-3 0,-1-3-11 16,-1-3-43-16,1 3-62 0,-2-5-65 15,-1 0-132-15,-1-4-202 0,-1 1-304 0,-1-3-271 0,0-1-220 16,0 0-65-16,-3-1 418 0,0-2 535 15</inkml:trace>
  <inkml:trace contextRef="#ctx0" brushRef="#br2" timeOffset="169268.39">6000 12459 193 0,'1'7'624'0,"1"4"318"0,1-1 108 0,-3 2-112 0,3 3-281 15,1 0-221-15,-1 2-109 0,0 1-57 16,3 1-39-16,-3 1-64 0,2 0-53 0,-2 4-37 16,0-1-31-16,1 1-20 0,-1 2-17 15,0-2-8-15,1 0-5 0,-2-2-11 0,0-1-20 0,-1-1-35 16,-1-4-91-16,-1-4-141 16,-3-1-221-16,0-5-279 0,1-4-262 0,0-3-172 0,-2-4 164 15,0-3 442-15</inkml:trace>
  <inkml:trace contextRef="#ctx0" brushRef="#br2" timeOffset="169568.57">5971 12409 341 0,'2'-7'600'16,"-2"-1"190"-16,3 3 38 0,-1 0-302 0,1 2-221 15,2 0-148-15,2 2-81 0,3 1-36 16,0 0-16-16,2 1 40 0,2 2 35 0,0 3 17 15,2 0 46-15,2 1 38 0,-4 2 25 0,3 2-7 0,-1 2-11 16,0 1-6-16,0 1-30 16,-2 3-30-16,-3 1-27 0,0 2-23 0,0 0-1 0,-3 3 14 15,-3 2 27-15,0-1 21 0,-2 4 11 16,-3-2-3-16,0 3-20 0,-3-1-27 0,-2 0-35 16,0 1-28-16,-1-1-22 0,-1-2-14 15,-2-2-6-15,1-1-4 0,2-4-8 0,-1-4-48 16,0-2-60-16,0-6-111 0,1-2-172 15,1-1-300-15,2-5-321 0,1-5-263 0,4-1-145 0,1-1 308 16,2 0 571-16</inkml:trace>
  <inkml:trace contextRef="#ctx0" brushRef="#br2" timeOffset="169768.29">6495 12754 85 0,'8'2'616'15,"-2"0"449"-15,0 2 161 0,-3 0-96 16,-1 3-381-16,-1 3-234 0,-1 3-133 0,0 0-81 0,0 6-53 0,-1 0-41 16,-1 2-40-16,-1 2-57 15,3 4-50-15,-3 0-28 0,0 1-15 0,2 1-27 0,-1 1-64 16,0 0-74-16,2-2-144 0,-1-2-237 16,-1 1-306-16,2-5-314 0,2-1-219 15,-1-3 3-15,3-3 518 0</inkml:trace>
  <inkml:trace contextRef="#ctx0" brushRef="#br2" timeOffset="172189.94">6869 12433 49 0,'5'-9'275'0,"-3"0"145"0,1 3 133 0,-1 0-76 16,-1 1-129-16,2 3-52 15,-3 0 31-15,2 1 37 0,-2-1 20 0,0 2-14 16,0 2-39-16,0-2-61 0,1 1-87 15,-1 1-71-15,2 2-54 0,-1 2-30 0,1 4-12 0,1 1-7 16,-1 3-3-16,4 4 1 16,-1 1 7-16,1 0 23 0,0 4 18 0,1 1 10 0,-1 2 5 15,2 1 1-15,0-1-8 16,-2 3-22-16,2 2-18 0,-1-2-14 0,0 0-5 0,-2 1-5 16,2-2-2-16,-3-2 3 0,1-1-6 15,-2-3 3-15,2-3-2 0,-2-1-18 0,-2-6-37 16,1-3-72-16,-2-5-82 0,0-4-102 15,0-3-130-15,-2-6-221 0,1-3-201 0,-2-3-56 16,-2-4 118-16,-1-2 247 0</inkml:trace>
  <inkml:trace contextRef="#ctx0" brushRef="#br2" timeOffset="172501.39">6828 12421 35 0,'-3'-1'421'0,"1"-1"353"0,-2 2 265 16,2 0 33-16,1 0-331 0,1 0-214 15,-2 0-162-15,2 0-108 0,2 0-81 0,-2 0-63 16,3 2-44-16,1-1-34 0,0 0-18 0,2 1-9 16,0 1-5-16,1 1-1 0,5-2 3 0,-1-1-3 15,1-1 5-15,3 2-3 0,1-4 2 16,3 2-1-16,0-2-4 0,3-2 3 0,0 0-1 15,0 1-1-15,0-2-3 0,1 0 0 0,2 0-2 16,-1 1-4-16,-1-1-5 0,0 2 5 0,-1 0-2 16,0 1-35-16,-3 0-72 0,1 2-109 0,-4 0-129 15,0 2-225-15,-2-1-284 0,-1 3-198 0,-2-1-1 16,0 2 263-16,-3-1 346 0</inkml:trace>
  <inkml:trace contextRef="#ctx0" brushRef="#br2" timeOffset="173285.63">7399 12436 85 0,'5'-10'349'15,"-3"2"199"-15,0 2 170 0,0 0-73 0,0 2-129 0,-1 0-53 32,-1 3-36-32,2 0-15 0,-1-1-32 0,-1 2-45 15,2-1-67-15,-2 1-72 0,0 0-52 0,0 0-44 16,0 1-29-16,0-1-18 0,0 3-8 15,0 2-3-15,0 2-6 0,0 2-3 0,2 4 3 16,-2-3 3-16,1 7 7 0,-1 0 17 0,3 1 17 16,-3 3 12-16,2 2 2 0,1 1-2 0,-1 1-9 15,1 4-22-15,0-1-15 0,2 2-16 0,-1 0-14 16,1 0-6-16,0-1-6 0,0-4-1 0,1 2-2 16,2-2-1-16,-2-5 0 0,2 2 4 0,0-3 2 15,1-3-1-15,1-1-5 0,-2-1 3 16,3-3-2-16,-1-1-5 0,-1-1 1 0,2-1 1 15,-3-2 2-15,3-1-5 0,0-2 2 0,0 2 2 16,-1-4 0-16,2-1-1 0,-1 0 3 0,2-1 0 16,0-1 0-16,-2-2-2 0,3 1-36 0,-1-1-36 15,-2-2-34 1,3 0-29-16,-1-2-51 0,-1-2-87 0,-1 0-78 0,-1 1-87 0,-1-3-130 0,1 0-241 31,-4 2-204-31,3-2-28 0,-2-1 195 0,-1-3 307 16</inkml:trace>
  <inkml:trace contextRef="#ctx0" brushRef="#br2" timeOffset="173671.54">7429 12475 12 0,'-3'0'403'15,"3"2"327"1,0-1 200-16,0 1 16 0,0-2-338 0,3 1-268 16,2-1-170-16,1 2-91 0,2-1-38 0,3-1-16 15,5 0-5-15,0 0 41 0,4 0 35 16,1-3 19-16,1 2 4 0,0-4 3 0,2 1-6 15,-1-1-42-15,-2 1-32 0,1-2-20 0,-1 2-9 16,-4-3-6-16,0 3-5 0,-2 2 3 0,0-3-1 16,-3 4 1-16,-3 1-3 0,-1-1 1 0,-2 2-17 15,-1-1-39-15,-3 1-62 0,-1 4-81 16,-2-3-94-16,-2 1-110 0,-1 1-175 0,-4 1-219 16,1 1-81-16,-3 1 75 0,0 0 208 0,-2 3 241 15</inkml:trace>
  <inkml:trace contextRef="#ctx0" brushRef="#br2" timeOffset="173870.44">7526 12656 48 0,'-2'8'325'15,"2"-2"195"-15,0 1 145 0,0-1-40 0,0 0-230 16,3-2-155-16,2 0-58 0,-1 1-21 0,3-2-12 31,1 0 20-31,3-2 0 0,0 1-1 0,2-2-32 16,1 0-26-16,0-2-15 0,2-1-37 0,-2 0-19 15,2 0-15-15,0-1-10 0,-1-1-3 0,0 3-4 16,0-3-1-16,-2 0-28 0,1 3-61 0,-1-2-87 16,-3 1-121-16,0-1-234 0,0 4-227 15,-3-2-105-15,1-3 80 0,-1 3 229 0</inkml:trace>
  <inkml:trace contextRef="#ctx0" brushRef="#br2" timeOffset="174701.94">8071 12495 224 0,'0'-4'534'16,"-3"2"262"-16,1-1 171 0,1 1-161 0,-1-1-184 15,0 2-137-15,1-1-91 0,-1 1-70 16,-1-1-68-16,3 2-72 0,0 0-63 0,0 0-41 0,0 0-30 16,0 2-15-16,0-2-13 0,0 3-9 15,0-2-4-15,2 5 6 0,-1 0 25 0,2 3 34 0,1 3 36 16,-1 1 23-16,0 3 8 0,2 2-5 16,-2 2-20-16,3 1-28 0,-3-1-31 0,0 3-19 15,2 1-12-15,-3 0-4 0,1-1-4 0,0 0-5 16,-1 0 0-16,0-2-2 0,-1-2-3 0,-1-2-3 15,2-2-1-15,-1-2 0 0,-1-2-1 0,0-3 2 16,2-2 8-16,-2 0 9 0,0-2 8 0,-2-2 2 16,2 0 2-16,-3-2-4 0,2 0-7 15,-1-3-8-15,-3 1-8 0,2-5-4 0,-2 3-3 16,2-4 0-16,-2-2-1 0,-1-2 3 0,0-5-2 31,-1 0 0-31,1-5 0 0,-2-2 1 0,0-4-1 16,2-4-3-16,-1-2 2 0,1-1-2 0,0-2 1 15,3-2 0-15,0 0 0 0,1 3 1 0,0 0-1 16,2 4 0-16,0 3 2 0,-1 3-2 0,1 2 2 16,0 5 0-16,0 3 1 0,0 2-1 15,0 4 0-15,0 2-1 0,0 1-3 0,1 3-2 16,-1 1-1-16,2-1 1 0,0 4 2 0,-1 2 1 16,4 3 3-16,-2 1 3 0,3 3 0 0,1 2 3 15,-1 2-2-15,1 3 0 0,0 2 2 0,1 1 2 16,-2 3 1-16,1 0 2 0,-1 2 4 0,2 2 4 15,-3-1 0-15,-1 2 0 0,1-1-1 16,0-4-2-16,-2 1-5 0,2-6-4 0,-1-3-5 16,1-1-1-16,0-6-3 0,0-3 2 0,1-4 0 0,2-4 0 15,0-5 3 1,0-6-1-16,0-5 0 0,3-3-1 0,-2-2 2 0,-2-2-3 0,4 0 1 16,-5 2-1-16,2-1 0 0,-2 4-1 0,-1 3 1 31,1 0-1-31,-1 2 0 0,-2 6 1 0,0 2 1 15,-1 2-2-15,1 1-1 0,-1 1 2 0,0 4-1 16,2 1 0-16,-1 1 1 0,3 4 1 16,-2 1 1-16,0 1 2 0,1 3-1 0,2 0 1 0,-1 5 1 15,-2-1-1-15,1 3 1 0,0-1-2 16,2 2 1-16,-3 2-1 0,1 3-2 0,-2 0 0 16,-2 4-1-16,1-1 0 0,-2 4-1 0,0 0 1 15,0 0-3-15,-2 1-3 0,1 1-17 0,-1-4-57 16,2-1-70-16,-1-4-128 0,-2-4-196 0,3-1-307 15,0-4-336-15,3-3-267 0,-3-4-111 0,1-1 414 16,-1-2 607-16</inkml:trace>
  <inkml:trace contextRef="#ctx0" brushRef="#br2" timeOffset="176151.37">8759 12870 230 0,'2'-5'506'0,"-2"2"252"15,0 0 174 1,-2 0-197-16,2 0-164 0,0 2-82 16,-2-1-71-16,2 2-70 0,0-2-69 15,0 2-63-15,0 2-62 0,0-2-56 0,0 2-37 16,2 1-23-16,0 0-18 0,0 4-11 0,3 0 9 15,0 5 15-15,1 1 13 0,-1 2 1 0,3 1 4 16,0 2 2-16,-2 2-7 0,1-1-17 0,-1 2-16 16,0 1-3-16,-1 3-1 0,-2-3 1 0,0 2-4 0,0 0-5 15,-1-1-13-15,0 1-25 16,-1-3-43-16,-4-2-98 0,1-2-147 0,-1-4-225 16,0-1-279-16,-2-6-255 0,-1 0-169 0,0-9 178 15,-1-1 449-15</inkml:trace>
  <inkml:trace contextRef="#ctx0" brushRef="#br2" timeOffset="177018.51">9045 12462 168 0,'3'-6'462'0,"-1"0"240"0,-1 1 166 15,-1 1-109-15,2 2-154 16,-1-1-87-16,-1 1-77 0,0 1-56 0,0 0-44 15,0 1-48-15,0 0-54 0,2 0-35 16,-2 0-22-16,0 1-10 0,2-1-20 0,-1 1-31 0,-1 1-30 16,0 1-32-16,0 2-22 0,0 3-17 15,0 0-11-15,-1 5-5 16,1 5 1-16,0 5 3 0,0 0 8 0,0 4 6 0,1 0 3 0,-1 5 3 31,0 2-2-31,0-1-2 0,0-1-7 0,0 0-10 16,0-2-5-16,0 0-2 0,0-5 2 0,0-5-4 15,2-2-2-15,-2-1 4 0,0-5-2 16,0-3 4-16,0-1-3 0,0-1 4 0,0-4 0 0,0 0 0 16,0-2 1-16,0-1-2 0,0-3 1 15,0-1-1-15,0-3 1 0,0 0-1 0,2-1 1 16,-1-3-1-16,-1-2 3 0,2-1-2 0,-1-1-1 16,1-1 0-16,-2-3-1 0,3-2 1 0,-2 0-2 15,1-3-1-15,-1 1 2 0,-1-5 0 0,2 3 0 16,-2-4 0-16,0 2-1 0,0 2 0 0,-2-2-1 15,1 1 1-15,-1 2 0 16,1 0 0-16,-2 3 1 0,1 0-1 0,-1 6 1 0,2-3-1 16,-1 6 1-16,0 1-1 0,1 3 1 0,-1 1 1 15,2 1-2-15,-2 2-2 0,2 1-2 0,0-1 1 16,0 4-4 0,2 4 0-16,1 1 2 0,4 3 0 15,0 3 2-15,1 4 1 0,2 4 5 0,1 5 2 16,0 1 2-16,3 4-1 0,0 0 0 0,-1 4-2 15,4 2-2-15,-2 1-3 0,0-2 0 16,2 2 0-16,-2-4 1 0,0 2 0 0,0-3-1 0,-2-6 0 16,2-1 0-16,-3-7-2 0,-1 0-1 15,1-4 2-15,-2-5 5 0,0-4 3 0,0-4 2 16,-2-6 0-16,-1-4 8 0,-1-5 4 0,2-3 0 16,-3-3 6-16,-1-3 3 15,-2-1 7-15,1-4-2 0,-1 2-5 0,-2-6 0 0,0 0-7 0,-2 0-6 16,1-1-6-16,-3-1-4 0,1 1-1 15,-2-1-3-15,1 4-1 0,-4 1-1 0,3 1-2 16,0 4 2-16,1 4-1 0,-1 4-2 0,0 2-1 16,3 3-3-16,-2 4-20 0,1 2-54 0,0 1-64 15,1 4-99-15,0 2-171 16,1 4-301-16,-1-1-314 0,4 3-270 16,-1 1-168-16,3-1 251 0,0 2 607 15</inkml:trace>
  <inkml:trace contextRef="#ctx0" brushRef="#br2" timeOffset="181527.77">9613 12378 211 0,'1'-3'460'0,"1"1"196"0,1 1 100 15,-1 1-234-15,-1 0-221 0,-1 1-115 16,3 3-51-16,0 0-5 0,-1 2 9 0,1 4 8 16,0 2 4-16,2 1-12 0,0 4-25 15,1-2-15-15,0 4 6 0,-1 1 1 16,3 1 11-16,-3 2 13 0,1-1 5 0,2 2-20 0,-3-1-26 15,0 1-25-15,-1 2-22 0,1-1-20 16,-2-1-13-16,1-1-9 0,-2 2-6 0,1-1 1 16,-1-2-4-16,0-1 1 0,-2-1 0 0,1-4 3 15,-1-1 3-15,-1-3-12 0,-1-1-30 0,0-5-69 16,-1-2-93-16,-1-2-100 16,-1-5-115-16,0-2-169 0,2-2-217 0,-2-3-60 0,0-6 108 0,1-1 215 15,-2-2 224-15</inkml:trace>
  <inkml:trace contextRef="#ctx0" brushRef="#br2" timeOffset="181911.01">9643 12337 189 0,'3'-7'461'0,"0"-1"212"0,-1 2 116 15,-1 2-209-15,1 1-225 0,1 0-143 16,-2 0-95-1,2 3-39-15,2-1 12 0,0 2 12 0,3 2 47 16,3 0 33-16,0 3 11 0,4 0 1 0,0 3-14 16,4 2-5-16,2 4-9 0,1-1-8 0,1 6-5 15,3-1-12-15,-4 5-28 0,3-1-23 0,-1 4-36 16,0-1-22-16,-4 2-14 0,-1 1-5 16,0 0-2-16,-3-1-6 0,-3 5-3 0,1-4-2 0,-6 2 6 15,-2-2 3-15,0 1 4 0,-3-3 10 0,-3-1 2 16,0-2 9-16,-3-4-1 15,-1-1-3-15,-1-1-4 0,-3-4-3 0,0 0-2 0,-3-4-8 16,-2 1-3-16,-1-3-3 0,-2 1-1 0,-2-3-6 16,0 0 0-16,-1-2-6 0,1 1-15 0,1-3-14 15,1 2-17-15,1-4-30 0,2 1-80 0,2-2-98 32,3-1-97-32,3-2-102 0,5 2-138 0,3-1-217 15,2 1-118-15,2-2 63 0,3 2 186 16,2 0 241-16</inkml:trace>
  <inkml:trace contextRef="#ctx0" brushRef="#br2" timeOffset="183693.22">10001 11941 134 0,'5'-8'327'16,"-2"0"112"-16,1-1 81 0,-1 2-215 0,2-1-158 16,-2 2-88-1,4 0-51-15,-2 1 0 0,0 1-4 0,0 0 0 16,1 1-4-16,3 3 24 0,1 0 31 0,1 2 15 16,3 3 17-16,-1 1 43 0,6 3 39 15,0 4-1-15,3 2 44 0,0 5 21 0,3 2 7 16,1 4 0-16,-1 5-15 0,2 0-19 0,0 5-54 15,0-1-33-15,-2 3 10 0,0-1 7 0,-1 4 7 16,0 1 18-16,0 1 7 0,-4 2-4 0,-1 0-27 16,0 2-35-16,-3 0-23 0,0 3-27 15,-5 0-18-15,1 0-14 0,-2 3-2 0,-4 0-8 16,1 1-3-16,-1-1-1 16,-5 2 1-16,1-3 3 0,-2 2-2 15,-2-1-1-15,1 0-7 0,-4-1-5 0,2 0-21 16,-2-1-69-16,-1 0-130 0,-1-1-172 0,-2-1-287 15,0-2-268-15,-1 2-202 0,2-2 46 0,-3-1 384 16</inkml:trace>
  <inkml:trace contextRef="#ctx0" brushRef="#br1" timeOffset="197732.38">14868 9083 123 0,'2'-2'313'15,"-1"2"130"-15,-1-2 88 0,0 2-186 0,2-1-135 16,-2 1-67-16,2 0-31 15,-2 0-5-15,0 1 13 0,0-1 15 0,0 0 4 0,0 0-10 16,0 0-12-16,0 2-23 0,0-2-18 16,1 0 8-16,-1 1 31 0,2 0 44 0,-1 4 45 15,3 0 28-15,-3 1 24 16,2 2-7-16,2 3-19 0,-2 3-34 0,0 1-26 0,2 1-24 0,-2 2-22 16,2 2-15-16,-2 5-15 0,0 2-12 0,-1 0-17 15,2 5-13-15,-1 2-9 0,-3 2-10 0,2 1-9 31,-2 2-8-31,0 4-4 0,2-1-2 0,-2 0 0 16,0 1-5-16,0 1-5 0,0-1-4 16,0 0 1-16,1 0 3 0,-1 0 9 0,0 0 16 0,2 0 10 15,-2 1 10-15,-2 0 0 0,2 1-1 16,-1 1-12-16,-1 1-6 0,0 1-5 0,-1-1-8 16,-1 3 34-16,1-1 26 0,0 0 14 0,-1 1 1 15,1 0-2-15,-2 0 2 0,0-3-30 0,1 1-24 16,-2 1-12-16,-1-1-8 0,3 2 0 0,-5 1-7 15,0-2-1-15,1 3 0 0,0-2-3 0,0 1 2 16,-2 0-4-16,1-2 3 0,1 1 4 0,-1-1 8 16,3-2 4-16,-1-2 2 0,1 1 3 0,1-4 2 15,2 3-8-15,-3-5-7 0,4 0-2 0,-2-1-3 16,2-1-3-16,0-2 0 0,2-2-1 0,-1-1-1 31,2-2-2-31,-1 0 0 0,2-5 0 0,0-1-3 0,1-1 4 16,0-5-1-16,1 0-2 0,0-2 3 15,-1 0 2-15,0-4-1 0,0-1-3 16,0-2 1-16,1 0 2 0,-1-1-1 0,0-2-2 16,0 1 1-16,2-2-1 0,-4 0 2 0,2-1-2 15,-1 0-1-15,1 0 2 0,0-1 0 0,-1-1 0 16,0 2 0-16,-1-3 0 0,3 3 0 16,-3-1-3-16,1-2 3 0,-1 2 1 0,4 0 0 15,-4 2 0-15,2-1 3 0,-1-3 1 0,0 3 4 0,-1 0 3 16,2 0 1-16,-1-1 3 0,-2 3 1 15,2-3 0-15,-1 1-5 0,1 1-2 0,0-2-2 16,-2 3 0-16,1-4-3 0,-1 4-1 0,0-3-1 16,2-1 0-16,-1 1 0 0,-1-2-3 0,0 2 2 15,0-3-2-15,2 2 0 16,-2-3-1-16,0 2 0 0,0-1 3 0,0-1-2 0,0 1 0 0,0-1 0 16,0 0 2-16,0 2 2 0,0-2-4 15,0 0 4-15,0 0-1 0,0 0-1 0,0 0 2 16,3 0-4-1,-3 0 3-15,0 0-3 0,0 0 1 16,0 0 3-16,0 0-4 0,0 0 1 0,0 0-1 16,0 0 1-16,0 0 1 0,0 0-2 0,0 0 1 15,0 0 0-15,0 0 0 0,0 0-1 0,0 0 0 16,0 0 0-16,0 0-2 0,0 0 3 0,0 0-1 16,0 0 2-16,0 0-3 0,0 0 1 0,0 0 2 15,0 0-1-15,0 0 0 0,0 0-1 16,0 0 2-16,0 0-1 0,0 0 1 0,0 0-1 15,0 0 2-15,0 0-2 16,0 0 1-16,0 0-1 0,0 0-2 0,0 0 0 0,0 0-1 0,0 0 0 16,0 0 1-16,0 0 2 0,0 0 1 0,0 0-1 15,0 0 3-15,0 0-3 0,0 0-1 0,0 0 0 16,0 0 2-16,0 0-2 0,0 0-1 0,0 0 2 16,0 0 1-16,0 0-2 0,0 1-1 15,1-1 1-15,-1 0 2 16,0 0-2-16,2 2-3 0,-1-2-1 15,1 1 3-15,1 0-1 0,1 1-2 0,-3 0 4 16,4-1 1-16,0 1 2 0,2-2-3 16,-2 1 3-16,3 1-2 0,0-2-2 0,1 1 0 15,-1-1-1-15,2 0-1 0,2-1 1 0,0 1 2 16,0-2 0-16,1 2 0 0,1-1 1 0,2 1 0 16,-2 0 1-16,5-2-1 0,-3 2-1 0,3-1 2 15,1 1 0-15,-2 0-2 0,6-2 0 0,-2 2 0 16,-2-2 1-16,2 2-2 0,0 0 1 15,-1-1 0-15,3 1 0 0,0-1 0 0,-2 1 0 16,0 0 0-16,2-2 1 0,-1 2 2 0,2 0-1 16,-2-1 2-16,2 1 2 0,2-2 2 0,-2 1-3 15,4 0-2-15,-3 1 1 16,1-2 0-16,-3-1 0 0,3 2 0 0,2-1 0 0,-1 0 1 0,0 0 0 16,-1 0-2-16,3-1-1 0,-3 1-2 15,3-2 0-15,-2 2 0 0,3 0 1 0,-6-1-1 0,5 2 2 31,-1 0-1-31,-1 0-1 0,1-3 1 0,-3 3-1 16,1-1 0-16,2 0 0 0,-3 1 2 16,1 0 2-16,-1-1-2 0,2 0 1 0,-1 2-3 15,0-1 2-15,1 0-1 0,2-1 0 0,-1 2 2 16,1-1-1-16,-2-1 1 0,4 2 1 0,-2-1-1 16,2-1 2-16,-1 2-2 0,2-1 0 0,-1-2-1 15,3-1 1-15,0 2-2 0,1 0-2 0,2-2 1 16,-2 1 1-16,1-1 1 0,-1 0 0 0,-1 2 0 15,1-3 2-15,-3 2 1 16,0 0-2-16,-1 3 0 0,0-2-1 0,-1 4 0 0,-2-2-1 0,-1 3 0 16,-2 0 1-16,2 2 2 0,-2-1-1 15,0 2 2-15,0 0 2 0,-1 1 0 0,0 2 2 16,-1 0-1-16,1 0 1 0,1-2 0 0,-1 4-3 16,2-3 0-16,-3 1-3 0,3-2 1 0,-1 1 1 15,3-2-2-15,-1 1 2 16,2 0-2-16,2-1 1 15,-1 0 0-15,-1 1 1 0,2-1 0 0,0 0-2 16,-1-1 3-16,3 1 0 0,-1-2 1 16,-1 1-1-16,1 0 0 0,0 1 2 0,1 0-1 15,-2 0 0-15,0 1 0 0,-1-1 1 0,1 1 1 0,-2 4-1 16,2-4 0-16,-2 2 2 0,0 0-2 0,0-2-1 16,0 2 1-16,0 0-2 0,0 1-2 15,-3-3 0-15,1 1 0 0,1-1-1 0,-2 0-2 16,-1-1 0-16,-2 0-1 0,-3-1-1 0,-1 1-3 15,-2-2-10-15,-6 0-18 0,-4 1-44 0,0 1-74 16,-8-3-88-16,-4 0-158 0,-4-1-254 0,-5-2-316 16,-4-2-301-16,-4-5-182 0,-6-5 104 15,-5-2 572-15</inkml:trace>
  <inkml:trace contextRef="#ctx0" brushRef="#br1" timeOffset="200015.04">15214 9008 57 0,'-8'-2'273'0,"-1"-1"136"0,1-1 109 0,2 0-106 16,1 2-181-16,0-3-101 0,-1 0-58 15,1 2-23-15,2-1 4 0,2 2 16 0,-3-4 14 16,3 4 12-16,-1-2 7 0,1 3-4 16,1-1-15-16,-4 0-21 0,4 1-19 0,0 1-39 15,0-1-23-15,0 1-19 0,0 0-7 0,0 0-8 16,0 0-2-16,0 0 27 0,2 1 28 16,0-1 23-16,1 1 13 0,0 1 15 0,2 1 34 0,0 1 13 15,2-1 22-15,1 2 14 0,3 0 31 16,0 1 11-16,2 0 2 0,4 2 14 0,3 0-10 15,0 1-3-15,3-1-25 0,4 2-17 0,1-2-26 16,3 1-26-16,7-2-27 0,-2 1-26 0,6-4-11 16,2 0-4-16,0-3 5 0,3-1 2 0,4-1 34 15,4-3 23-15,2 0 9 0,3-2 1 16,4-3-5-16,-3 1-10 0,4-3-28 0,-2 3-24 0,1-3-14 16,-1 1-10-16,-3 2 11 0,0 0 14 15,-2 1 5-15,-1 1 8 0,-1-1 5 0,-4 2 5 0,2-1-15 31,-2 3-13-31,-3 0-3 0,1 2-8 0,-1-2-5 16,-4 3-1-16,-2 0-2 0,1 0-1 16,-5 1-5-16,1 1 2 0,-1-1-4 0,-2 2-1 15,-3 0 1-15,0 0-3 0,-1 0-1 0,0 2 3 16,0-1 5-16,-1-1 2 0,0-1 1 0,-1 2 2 16,4-2 5-16,-4-1 0 0,4-2-1 0,0-1 2 15,1-2-2-15,1-3 1 0,1 0-2 0,3 0-2 16,-2-2 0-16,0 1-2 0,-3-2 0 15,1 1-3-15,-2 2 0 0,0-1 1 16,-3 3-1-16,-2-1-3 0,-2 4 3 0,-1-2 2 0,-2 4-4 16,-1-1 1-16,-2 2-2 0,-1 0-2 0,-2 2-1 15,0 0-2-15,0 2 3 0,-5-3 2 0,3 4 1 16,-4-1 7-16,0 1 1 0,3-2 0 0,-7 2 1 16,5 1-5-16,-4-1 2 0,1 0 0 0,-2 0-2 31,1 0 3-31,-2 2-5 0,-2-4 7 0,3 1 1 15,-1 1 4-15,1 0 2 0,0-1 2 16,-3 1 4-16,4-1-2 0,-2 1-2 0,1 0-7 16,-1-1 0-16,2-1-5 0,-4-1-1 0,3 1 0 15,1 0 1-15,-1-2 3 0,1 2 1 0,-1-2 1 16,1 3-4-16,1-3 2 0,-2 1-3 16,1 0 0-16,1 0-5 0,-3 0-1 15,1 2 0-15,-1-3 3 0,3 3-4 0,-3-1 1 0,2 0 3 16,0 1 1-16,-1-2-2 0,-1 0 0 0,-2 2 2 15,3-3 0-15,-1 2 3 0,0-2 1 0,1 2 3 16,-1-2 0-16,0 2-3 0,0-2 1 0,0 3-1 16,-2-5-3-16,2 5 0 0,-3-4-2 0,2 2 1 0,0-1-4 15,0 1 1 1,-3-2 0-16,1 1-1 0,0 0-1 0,3-2 7 0,-5 1-2 16,2 0 2-16,-1 1 2 0,0 0 0 0,1-2 0 0,-2 1-2 15,0 0-1-15,1 1-2 0,-2-2-3 16,1 1 4-16,-1-1 0 0,1 2-3 0,0-2 5 31,-1 1 1-31,1-1-1 0,0 1-2 0,0-1 1 16,2 2 6-16,-2 0-3 0,-2-1 8 0,3 1 6 15,-1-1 7-15,0 2-2 0,0 0-1 0,2 0 2 16,-2 0-7-16,3 0-8 0,-2 0-6 0,-1 0 2 16,2 1 1-16,-2-2-2 0,2 1-2 15,-4 0 2-15,4-1 2 0,1 1-3 0,-3 0-2 16,2-2 0-16,0 1 0 0,-2 1 0 0,3-2-1 15,-2 1 0-15,2 0-1 0,-2-1 0 16,1 0-2-16,0-1-1 0,2 2 3 0,-3 0 1 0,2-1 1 16,1-1 0-16,-3 1 3 0,1-1 2 0,0 2-4 15,-2-2-2-15,3 1-3 0,-3 1-1 0,1-2-1 16,-1 1 1-16,-1 0-2 0,1-1 8 16,-2 2 2-16,3 1 0 0,-3 0 3 0,2 2-2 15,-1 0-1-15,1 1-2 0,-2 2-1 16,1 1 2-16,-1 2-6 15,-1 1 3-15,2 1 0 0,-2 1-1 16,0 0-3-16,2 3 2 0,-2 0 3 0,1 1-1 16,-1 1 0-16,4 2 1 0,-4 0 3 0,1 2-3 15,-1 2 1-15,3-4-4 0,-1 5 1 16,0-3-2-16,-1 2-1 0,1 0 2 0,-1-2-3 16,1 3 6-16,-2-3-1 0,2 1 5 15,0 2-2-15,0-4-1 0,-1 3 3 0,-1-1 0 0,0-1 1 16,2 1 1-16,-2-1 1 0,0 1-4 0,2 1-4 15,-2 1-2-15,-2 1-3 0,2 0 0 0,0 1 0 16,-2 2 1-16,2 0 4 0,-3 0 12 0,3 2 17 16,-2 1 1-16,0-2 3 0,0 2 3 0,2 0 5 15,-1 0-14-15,1 2-13 0,-2-4 0 16,2 1-3-16,-1-1-4 0,1 0-3 0,-2 0 0 16,0-3 1-16,2 3-7 0,-3-4 3 0,3 0 3 15,-1 1-1-15,1-2 4 0,-4 1-5 0,3 1 0 16,-1-1-2-1,0 2-3-15,-1-1 7 0,2 0-5 16,-4 1 4-16,2 2 1 0,0 1-4 0,1 1 1 16,-1 1-4-16,0-1 0 0,1 0-3 0,-1 3 2 15,1-2 5-15,-1 3 1 0,2-1-1 16,-4-2 4-16,2 1 4 0,2-1-1 0,1 1 0 16,-4-3-7-16,1 3 0 0,1 0-2 0,-2 1-1 15,0-3-1-15,-2 6 0 0,-3-1 5 0,-1 3-2 16,1-1-4-16,-4 2-6 0,0 2 0 0,-4 1-2 15,3 2-1-15,-3-3 3 0,0-2 1 16,0 1 1-16,0-4-6 0,-1-3-12 0,1 1-17 0,1-3-17 16,1-5-11-16,0 0-20 0,1-8-26 0,1-2-67 15,2-6-103-15,-1-6-122 0,2-6-185 0,4-5-275 16,-1-8-206-16,1-8 5 0,3-5 272 0,2-10 341 16</inkml:trace>
  <inkml:trace contextRef="#ctx0" brushRef="#br1" timeOffset="200916.23">19090 9259 78 0,'-13'4'329'0,"0"4"167"0,-4-3 128 16,1 4-92-16,-1 0-229 0,3-2-129 0,-2 0-61 0,5-2-24 0,1-2-11 15,4 0-3-15,-2-3 4 16,3-3 5-16,2 0 3 0,3-2 15 0,3-2 19 0,1-1 11 16,5-3 15-16,-1-2 7 0,5 0 9 15,2 0 2 1,4-2 2-16,2-3 12 0,2 0-1 0,4-3-6 15,3-3-14-15,3-4-22 0,2 0-26 16,5-3-21-16,6-5-24 0,-2-3-21 0,8-3-15 16,1-5-12-16,2-4-11 0,2-3-12 0,1-1-11 15,2-5 0-15,0 2 6 0,-1-4 5 0,-1 3 10 16,-2 0 5-16,-1 1 0 0,-1 3-32 0,-4 1-64 16,-4 5-93-16,-3 3-112 0,-7 4-135 0,-3 5-225 15,-6 3-232-15,-7 6-107 0,-3 3 94 0,-8 1 267 16,-4 4 286-16</inkml:trace>
  <inkml:trace contextRef="#ctx0" brushRef="#br1" timeOffset="201881.73">15102 8775 39 0,'-3'7'285'16,"2"-1"151"-16,-3 0 125 0,3-1-41 0,-1-3-237 15,2 2-130-15,0-3-68 0,3-2-29 0,1-1 2 16,2-4 15-16,3 0 15 0,2-4 28 0,5-2 26 16,3-6 21-16,6-1-7 0,5-5-13 0,5-4-23 15,9-5-33-15,2-6-42 0,10-6-33 0,4-5 0 16,6-3-1-1,7-8 6-15,8-5 4 0,2-5 14 16,7-5-2-16,4 0-32 0,2-5-25 0,2 1 3 16,0-1 9-16,0 1 10 0,3 0 9 0,1 2 13 15,-3 1 1-15,1 2-55 0,-5 2-74 0,-2 6-81 16,-3 3-88-16,-6 6-197 0,-5 3-182 0,-6 8-46 16,-5 4 89-16,-6 4 175 0</inkml:trace>
  <inkml:trace contextRef="#ctx0" brushRef="#br1" timeOffset="202482.26">17406 7263 63 0,'-2'18'294'0,"2"0"150"0,5-4 118 0,7 3-84 31,8-2-209-31,7 0-122 0,9 0-61 0,11-2-36 16,7 2-19-16,8-5-15 0,4-1-12 0,9-3-4 15,3-1 11-15,8 0 10 0,4-3 12 0,6-1 7 16,6-2 8-16,5-4 6 0,5 1-17 0,4-3 3 16,1-4 2-16,0 1-1 0,2-2 0 0,1-2-11 15,-2 0-1-15,-1 1-21 0,-4-1-16 0,-4 2 1 16,-8 1-1-16,-3 4 7 0,-5 3 4 15,-3-1-1-15,-4 5-41 0,-4 2-64 0,-9 2-117 16,-7 4-237-16,-6 0-130 0,-5 5-13 0,-4 2 110 16,-7-1 166-16</inkml:trace>
  <inkml:trace contextRef="#ctx0" brushRef="#br1" timeOffset="203066.06">20721 7604 75 0,'12'9'281'0,"-4"4"146"16,2 2 139-16,0 4-96 0,1 7-100 0,2 4-35 15,0 3 2-15,2 6 16 0,0 4 9 0,-2 7-13 16,2 1-27-16,-3 5-36 0,1 6-51 0,-3 4-47 16,0 3-36-16,-5 6-32 0,0 5-28 0,-2 4-23 15,-3 5-13-15,-3 3-19 0,2 3-19 0,-6 1-9 16,2 1-1-16,-4 1-6 0,0-1 0 0,0-1-7 16,-3 0-30-16,-1-1-67 0,-1-4-96 0,-2-4-98 15,-1-3-114-15,-1-2-129 0,1-2-206 16,-2-5-152-1,-1 0 21-15,-1-6 159 0,2-3 243 16</inkml:trace>
  <inkml:trace contextRef="#ctx0" brushRef="#br1" timeOffset="203581.49">18793 12412 96 0,'26'-35'542'0,"0"-5"337"16,-4 0 155-16,-3-2-46 0,4-5-413 0,1-3-288 0,3-5-126 16,1-3-70-16,2-4-43 0,2-1-18 0,1-3-13 15,5 1-5-15,0-3-3 0,2 0 2 0,6-1 5 16,-2 0-1-16,5-1 5 0,1-1 3 0,3-2-6 16,0-4-13-16,6 0-17 0,1-2-17 0,3-2 6 15,2-3 10-15,5-1 9 0,4-2 5 16,2-3-8-1,4-2-68-15,0 0-131 0,0 4-206 0,-4 3-275 16,0 5-221-16,-8 4-100 0,-5 7 172 0,-4 4 338 16</inkml:trace>
  <inkml:trace contextRef="#ctx0" brushRef="#br1" timeOffset="204382.07">21474 9805 189 0,'9'-4'406'0,"-2"2"160"0,-1-9 100 15,5 1-203-15,0-3-183 0,4-3-60 16,0-7-12-16,0 0 12 0,3-2 4 0,2-4-20 0,0-4-16 0,4-1-40 0,-2 1-40 15,0-4-38 1,3 3-21-16,-3 1-19 0,-1 1-13 16,0 2-7-16,-3 4-10 0,-1 3-5 0,-4 2-8 15,-3 5-47-15,-3 1-84 0,-3 4-111 0,-4 3-231 16,-1 4-226-16,-2 0-138 0,-4 2 39 0,-3 2 223 16,1 0 261-16</inkml:trace>
  <inkml:trace contextRef="#ctx0" brushRef="#br1" timeOffset="204781.3">21778 9072 251 0,'9'-6'455'0,"0"-2"164"0,1 1 84 0,1-2-278 0,2-1-176 16,1 0-75-16,3 0-19 15,1-1 1-15,2 1 14 0,1-1 22 16,0 2-3-16,1 0-15 0,0 3-25 0,0 0-23 16,-1 3 7-16,-3 3-9 0,3 3-4 15,-4 3 7-15,1 5 7 0,-6 1 2 0,1 4-23 0,-2 4-13 16,-3 1-20-16,-1 3-12 0,-3 1-8 16,-1 2-8-16,-1 0-10 0,-2 2-6 0,-5-1 1 0,1 1-13 15,-5-1-9-15,1 1 0 0,-2-3-8 16,-3 2 0-16,-2-2-3 0,0-3 0 0,-1-1-1 15,-1-3-3-15,-2 0 2 0,3-6-2 0,-1-2 0 16,4-4-3-16,0-5 0 0,4-4-13 0,-1-2-20 16,2-3-25-16,0-5-42 0,4-2-55 0,-1-1-66 15,2-4-62-15,3-1-55 0,0 1-41 16,1-1-24-16,6 0-7 16,-3 2-36-16,4 1-135 0,0 0-66 0,0 5 40 0,2-1 121 0,0 2 165 15</inkml:trace>
  <inkml:trace contextRef="#ctx0" brushRef="#br1" timeOffset="205800.19">22956 8106 80 0,'9'-17'419'0,"-4"2"278"0,-4 2 203 0,-1 3-22 15,-1 2-261-15,-1 3-147 0,-1 2-101 16,0 3-61-16,-3 1-51 0,1 4-51 15,-2 4-49-15,-1 2-45 0,-1 7-39 0,1 2-26 16,-3 2-20-16,-1 4-14 16,-3 5-5-16,0 2-10 0,-3 3 1 0,-2 1-3 0,-1 3 4 0,-1-2 4 15,-4 4-2-15,0-2 6 0,-1 3-4 0,-2-1-2 16,-2-2-3-16,-1-1-6 0,1-1 3 16,-3-2 1-16,3-3 3 0,-4-4 2 0,2-3 1 0,-1-3 5 15,3-7 0-15,1-1-1 0,3-7-2 16,3-3 1-1,5-4 1-15,3-2-1 0,5-4-4 0,5-1-4 16,6-1 2-16,3 1-5 0,7-1-3 16,2 0-1-16,9 1-4 0,6 1 2 0,3 2 0 15,6 3 6-15,5 2 7 0,5 1 2 0,3 0 5 16,7 0 2-16,2 0-3 0,4-1-3 0,-2 0-7 16,3-5-2-16,-1-1-2 0,-2-2-1 0,-2-5-7 15,1-2 3-15,-6-4 3 0,-2-4 4 16,0-3 1-16,-7-4 1 0,-2-4 6 0,-5-2-4 15,-2-4 2-15,-7-2 8 0,-3-1 18 0,-7-1 69 16,-6 3 72-16,-5 1 31 0,-9 4 7 0,-6 1-9 16,-7 2-23-16,-6 1-53 0,-9 2-52 0,-5 0-31 15,-4 3-14-15,-6 3-9 0,0 2-7 0,-2 2-4 16,0 8-6-16,3 2-2 16,1 6-6-16,4 5-31 0,4 5-56 0,2 4-58 0,4 4-117 0,6 4-182 15,1 1-308-15,6 2-285 0,3 2-220 0,2 2-100 31,5 0 362-31,1 0 533 0</inkml:trace>
  <inkml:trace contextRef="#ctx0" brushRef="#br1" timeOffset="207264.03">13994 8991 65 0,'0'0'236'16,"0"0"108"-16,0-2 32 0,0 2-55 0,-2-1-68 15,-1 1-48-15,2-1-15 0,-3-1 30 16,1-1 41-16,-2 1 53 0,1-2 71 16,-4 2 46-16,0-3 18 0,0 2-25 0,-3-4-47 15,-2 3-61-15,0-2-70 0,0 1-57 0,-2-1-38 16,-2 1-14-16,-1 0-14 0,-1-1-16 0,-1 0-7 16,-1 0-7-16,-2 0-22 0,-1 1-25 0,-1-2-10 15,-1 1-11-15,-1-2-9 16,-3 4-7-16,2-2-1 0,-1 0-2 0,1 0-5 0,-1 0-1 0,4 1-2 15,0 1-3-15,3 0-2 0,0-1 1 0,3 2-1 16,1 0 1-16,4 1 0 0,1 2-1 16,1-3-6-16,2 3-37 0,4 0-36 0,1 0-61 15,0 0-114-15,1-2-132 0,2 2-166 0,2 0-266 16,2 2-243-16,2 1-117 0,-2-3 188 16,1 2 367-16</inkml:trace>
  <inkml:trace contextRef="#ctx0" brushRef="#br1" timeOffset="207659.9">13224 9126 363 0,'-10'-2'813'0,"-1"-6"266"15,-6-2 5-15,1-2-211 0,-3-1-447 16,-3-2-204-16,3-2-80 16,-5-7-30-16,2-1-10 0,0-1-9 0,1-1-5 15,1-1-7-15,2 1-17 0,3-3-26 0,0 1-16 0,5 1-12 16,1-1-5-16,3 2 0 0,1-1-3 0,4 1-2 16,2 0 0-16,1 3-1 0,3-1-1 0,3 0-3 15,1 4-2-15,4 0-1 0,1 2-1 16,3 3-2-1,1 0 1-15,2 3-2 0,2 1 4 0,2 1 5 16,2 4 3-16,1-1 1 0,1 3 5 16,0 3 1-16,2 1 0 0,0-2-1 0,0 6 0 15,-1-2-2-15,-2 4-26 0,-1-1-53 0,-3 0-88 16,-1 3-120-16,-2-1-165 0,-4 1-297 0,-3 1-234 16,-4 2-101-16,-4-2 139 0,-3 0 336 0</inkml:trace>
  <inkml:trace contextRef="#ctx0" brushRef="#br1" timeOffset="208665.1">11992 8651 202 0,'0'-4'404'0,"-1"0"159"0,-2-1 93 0,-1 2-236 15,1 0-141-15,-2 2-58 0,0-1-33 0,-2 2-11 0,-1 0-13 0,-2 2-22 16,1 2-36-16,-5 2-39 0,-1 2 0 16,-2 0 14-1,-1 3 6-15,-4 3 4 0,2 1 0 0,-2 0 2 0,-1 1-4 0,1 2-18 0,-3 0-14 16,2-1-8-16,-1 1 0 0,0 0-9 0,0-2-20 15,1 1-10-15,2-2-6 0,-1-2-4 0,2 0-1 32,2-5-2-32,1 1 3 0,1-3 0 0,0-2 1 15,5-3 1-15,0-2-1 0,0-4-1 16,3-1 0-16,1-2-3 0,0-5-2 0,2-1-1 16,3-2-1-16,2-2 1 0,4-2-1 0,0-1-3 15,4-1 3-15,0-2 0 0,3 4 1 0,5-3 2 16,0 2-2-16,1 0 3 0,5 1-1 0,-1 2 0 15,4 3 0-15,4 1 1 0,1 2 1 0,3 5 2 16,0 1-19-16,4 4-9 0,-1 4-8 16,1 2-3-16,0 2 0 0,-1 4 17 0,-1 1 31 0,0 2 16 15,0-3 8-15,2 2 2 0,-2-3-1 16,-1-2-17-16,-3-1-10 0,1-2-4 0,-2-3 4 16,-3-2 3-16,-2-3 20 0,-4-2 36 0,-1-3 40 15,-4-1 40-15,-2-2 22 0,-6-3 15 0,-3-2-15 16,-2-1-25-1,-6 0-37-15,-3-1-35 0,-4 0-22 16,-5 1-18-16,-5 2-11 0,-3 0 0 0,-4 2-4 16,-3 1-1-16,-4-1-4 0,1 4-2 0,-2 2 3 15,1 1-8-15,2 3 0 0,2 0-4 16,3 4-4-16,3 0-15 0,4 0-44 0,2 2-84 16,6 0-98-16,2 0-115 0,9 1-165 0,2 1-292 15,7 1-192-15,6-2-17 0,3 0 190 16,3-1 311-16</inkml:trace>
  <inkml:trace contextRef="#ctx0" brushRef="#br1" timeOffset="211058.34">18941 8858 39 0,'-1'5'240'16,"-1"3"119"-16,0-3 106 0,1 0-106 16,-1 1-133-16,0-1-85 0,2 2-45 0,0-5-19 15,0 2-8-15,0-2 4 16,0 1 9-16,0 0 8 0,0-2 14 0,0 1 14 0,0 0 19 16,0-2 23-16,0 0 30 0,0-2 31 0,2 0 17 15,-2-2 8-15,0-1-7 0,2-1-20 0,-1-5-23 31,-1 1-27-31,4-2-25 0,-3-3-13 0,2-3-12 16,-1-2-12-16,1 0-14 0,0-3-22 0,2-3-16 16,-2 0-16-16,-2-1-16 0,3-2-12 15,-3 0-10-15,1 3 0 0,0-3-2 0,-2 4-1 16,-2 2-3-16,0 0 1 0,1 6 0 0,-1 1 0 16,-1 0 1-16,0 7 1 0,-5-2-24 0,3 4-61 15,-1 2-100-15,-2 4-117 0,-3 1-162 0,1 1-287 16,1 3-215-16,-2 2-49 0,1-1 194 0,-1 1 314 15</inkml:trace>
  <inkml:trace contextRef="#ctx0" brushRef="#br1" timeOffset="211391.91">18810 8432 146 0,'5'-8'414'0,"-2"0"197"16,-2-1 122-16,3 1-136 16,-3-3-189-16,4-1-82 0,-2 3-31 15,2-3-1-15,-1-2 7 0,1 2-17 0,0 1-35 0,0-3-45 16,1 1-47-16,0 0-43 0,1 1-33 16,-1 2-27-16,-1-1-17 0,1 3-19 0,0 0-10 15,-1 1-1-15,0 3-6 0,-2 2-1 0,4-1-3 16,-4 3 2-16,3 3 1 0,-2-1 0 0,0 4 0 15,-1 0 1-15,0 5-1 0,0-2-1 0,2 3-4 16,-3 2-1-16,-1 1 2 0,4-1-5 0,-5 5-1 16,1-5-5-16,-1 4-41 0,0-2-84 0,-1-3-115 15,-4 1-139-15,2-3-294 16,0-2-243-16,-2-2-111 0,0-2 124 0,0-4 318 0</inkml:trace>
  <inkml:trace contextRef="#ctx0" brushRef="#br1" timeOffset="212240.5">18879 7819 106 0,'5'-9'323'0,"-3"0"151"0,0 1 127 15,-1 0-132-15,1-1-134 0,-2 2-53 0,0 1-2 0,0 2 21 16,0 1-6-16,0 0-29 0,-2 2-42 0,1 1-46 16,-1 0-58-16,0 1-49 0,-1 1-29 0,-2 2-15 15,0 0-7-15,1 5-3 0,-4-1-2 16,2 3-1-16,-2 1-1 0,0 0-3 0,-5 3-2 16,2 2 0-16,-3-1-2 0,1 2 0 0,-1 1-1 15,-3 3 1-15,-2-1-3 0,-1-1-3 0,-2 1 0 16,1 0 0-1,0-2-2-15,-5 0 1 0,3-3-1 16,1-3 4-16,2 0-2 0,0-5 0 0,3-6-2 16,2 0-2-16,3-5 1 0,3-3-2 0,0-3 1 15,5-2 1-15,0-1-1 0,4-3 1 0,2 0 0 16,3 0 3-16,1 1-4 0,5-2 0 16,0 3-1-16,5 1 2 0,3 0 2 0,1 3-3 15,0 2 2-15,2 1 1 0,1 1 0 0,1 4-1 16,0 2-1-16,0 1 0 0,1 3-1 0,0 1 1 15,0 3-2-15,-1 2-1 0,2 0-1 16,-3 2 1-16,2-1 3 0,-4 1-2 0,3-1 0 0,-4-3 2 16,2-1 15-16,-2-4 25 0,-2-1 30 0,0-5 37 15,-1 0 28-15,-1-5 22 0,0-4 2 16,-3-1-19-16,-1-5-17 0,-2 1-28 0,-1-3-15 0,0-2-16 16,-4 0-8-16,0 0-3 0,-2 1 1 15,-1 1 4-15,-2-1-3 0,-3 1 0 16,-2 2-6-16,-2 0-5 0,-5 2-10 0,-1 0-9 15,-1 3-10-15,-2 2-6 0,-1 2 0 0,-1 4-6 16,0 4-2 0,0 4-20-16,-1 6-27 0,0-1-73 0,0 8-140 15,2 1-223-15,-1 3-288 0,4 1-255 0,1 3-203 16,-1-1 90-16,5 1 445 0</inkml:trace>
  <inkml:trace contextRef="#ctx0" brushRef="#br1" timeOffset="-161153.52">13698 7681 103 0,'0'-3'267'0,"0"2"118"0,0-1 25 0,0 1-60 16,-2-2-63-16,2 1-32 0,-1 1-2 16,-1 1 19-16,1-2 28 0,-1 2 32 15,-1 0 40-15,0 0 14 0,2 0-4 0,-3 2-21 16,1-2-31-16,1 0-15 0,1 1-13 0,-1 1-24 16,1-1-28-16,1 1-27 0,-2-2-27 0,2 1-38 15,0-1-38-15,0 0-26 0,0 0-19 16,0-1-14-16,0-2-10 0,0-2-10 0,2-3-10 0,-1-1-9 15,2-5-5-15,-1-4-6 0,3-7-3 0,1-1-2 0,2-6-4 16,0-3 0-16,2-3-2 0,0-3 1 16,3-2-1-16,-2 1-1 0,3-1 2 0,-4 5-1 15,2 1 0 1,-2 4 1-16,-2 2 0 0,0 6 3 0,-2 4-1 16,0 2 8-16,-4 5 5 0,1 3 3 15,0 4 4-15,-1 1 0 0,0 3 1 0,-1 5-4 16,-1 3-2-16,0 4 0 0,2 5-1 15,-1 2 0-15,-1 5-2 0,2 5 0 0,1 1-4 16,0 5 2-16,0 2 2 0,0 3 2 0,2 1 0 16,-2-1 0-16,2 2-1 0,-1-1-5 15,0-3-3-15,2-3-3 0,1 0-1 0,-3-4-2 16,5-3-1-16,-5-5 0 0,4-3-1 0,-3 1 0 16,1-6 0-16,-1 0-1 0,1-4-1 0,0-1-1 15,1-1 0-15,-2-2-2 0,-1-1-1 0,1-2-5 16,0 1-10-16,-1-2-16 0,0-2-31 0,-1 1-69 15,-2 0-81-15,-1-4-131 16,0-2-175-16,0-1-305 0,-3-2-319 0,3-2-214 0,-1-4-56 0,-3 0 401 16,4-5 529-16</inkml:trace>
  <inkml:trace contextRef="#ctx0" brushRef="#br1" timeOffset="-160821.35">14068 7219 286 0,'6'17'619'16,"-1"2"289"-16,2 2 172 0,2 6-210 0,-1 2-209 16,3 2-88-16,1 3-85 0,1 0-91 0,1-4-90 15,-1 1-79-15,4-4-67 0,-1-4-68 16,3-5-46-16,1-6-19 0,0-6-7 0,0-3-6 16,1-9 1-16,1-5-4 0,-2-6-1 0,-2-5 1 15,-1-4-4-15,-2-5 0 0,-3-2-3 0,-4-1 1 16,-5-1-1-16,-1-1 0 0,-7 2-2 15,-4 1 11-15,-7-1 5 0,-4 4 2 0,-5-2 4 16,-3 3-3-16,0 4 3 0,-1 0-11 0,-1 8-6 16,3 2-4-16,2 4-2 0,3 5 0 0,1 6-1 15,3 5-2-15,3 4 2 16,1 1 1-16,4 5-2 0,4 4 0 0,3 0-2 0,1 3-2 0,5 1-28 31,2 5-64-31,0 0-74 0,3-1-158 0,4 4-277 16,0 0-312-16,3-2-315 0,1-1-196 0,3 0 99 15,0-6 604-15</inkml:trace>
  <inkml:trace contextRef="#ctx0" brushRef="#br1" timeOffset="-160053.74">14615 7353 35 0,'-3'-4'317'16,"0"-1"214"-16,1 0 208 0,1 2 55 16,-1-1-134-16,-1 1-95 0,3 2-67 15,-2-3-64-15,1 4-69 0,-1-2-86 0,2 2-83 16,0 2-61-16,0 2-27 0,0 0 5 0,3 5 19 16,1 1 27-16,0 5 6 0,1 3 5 0,1 3-14 15,1 3-27-15,-1 4-27 0,2 1-26 0,1 2-16 16,-2 1-13-16,2 1-11 0,-1-2-7 0,1 0-11 15,0-1-6-15,-1-5-5 0,1 0-5 0,-3-8-3 16,2-1 0-16,-1-1 1 0,-3-7-2 0,4-2 6 16,-3-4-2-16,-2-4 1 0,0-5-2 0,0-5 1 15,-1-3-1-15,-2-5-2 16,0-2 2-16,-2-4-1 0,1-1 4 16,-2-1 0-16,-4-4 2 0,-4-1-1 15,3-3-1-15,-5-1 0 0,1-2-1 16,-1 0-1-16,-1 0-1 0,3 3 5 0,-2 1 5 0,3 4 3 15,-2 3 1-15,3 6 4 0,-1 3 0 16,4 2-4-16,-2 5-3 0,3-1-3 0,2 6-2 16,-1 2-3-16,2 0 1 0,0 3-2 0,1 4-3 15,-1 1 1-15,2 3-1 0,0 2 0 0,0 3 0 16,3 2 1-16,-1 2 0 0,1 2-1 0,3 2 0 16,-1 0 1-16,1 2-2 0,1 0 0 0,-1 0 1 15,5 2 0-15,-3-3 2 0,2 1-3 16,0 0 3-16,2-4-2 0,-1-2-1 0,1-1-1 15,0-4 1-15,1-1 1 16,-1-5-1-16,-1-2 2 0,3-4 1 0,-3-1 1 0,2-3-2 0,-4-4-2 16,1-1 0-16,-1 0 0 0,-1-3 0 0,0 0 0 15,-3-3 2-15,0 2 0 0,-1 0 0 0,-2-2-1 16,-2 2-3 0,-2 0-14-16,-2 2-29 0,1-1-48 0,-4 2-57 0,2 5-55 0,0-1-90 15,-1 2-129 1,-2 4-141-16,2 2-208 0,1 4-227 15,2 2-197-15,0 1 24 0,0 4 345 0,-1-1 406 16</inkml:trace>
  <inkml:trace contextRef="#ctx0" brushRef="#br1" timeOffset="-159454.2">14754 7182 122 0,'-1'-3'373'0,"-1"0"214"16,1-1 194-16,-1 0-77 0,0 2-109 0,2-1-76 0,0 1-61 0,0 2-56 31,0 0-63-31,0 0-69 0,2 2-66 0,0 3-39 16,1 1-24-16,0 2-24 0,3 1-15 0,0 1-17 15,1 2-21-15,-1 2-20 0,2 0-14 0,0 0 10 16,3 0 9-16,-3-1 2 0,2 1 2 0,0-2-3 16,-2-1-1-16,1-1-23 0,-3 0-16 0,3 0-3 15,-2-3-2-15,-3-2-2 0,1 1-1 16,-2 1-2-16,2-2 0 0,-2 0-3 0,-2-3-21 16,-1 3-37-16,2-3-41 0,-2-1-86 0,-2-1-138 15,2-2-181-15,-3 1-283 0,2-4-242 0,-2 0-193 16,1 1 86-16,-1-4 408 0</inkml:trace>
  <inkml:trace contextRef="#ctx0" brushRef="#br1" timeOffset="-158720.41">15004 7394 124 0,'0'-2'394'16,"0"-2"231"-16,0-2 211 0,0 1-45 16,0-5-119-16,0 1-100 0,0 0-82 15,-1-2-68-15,-1-3-75 0,0-1-67 0,1-2-56 16,-2-1-30-16,-1-3-13 0,3-1-21 0,-2-2-19 15,1 1-27-15,-1-2-21 16,2 1-15-16,-1 2-15 0,2 3-1 0,0 2 1 16,0 1-2-16,0 5-8 0,0 2-7 0,0 2-12 0,0 1-9 15,0 2-11-15,3 4-4 0,0 2-4 0,-1 2-2 16,-1 4 1 0,2 1-2-16,1 3 1 0,-1 0-1 0,0 1 0 15,0 2-2-15,2 0 0 0,-2 0 1 16,3-2 0-16,-3 1-1 0,2-1 1 15,-2 0-2-15,2-4 1 0,-1 0 0 0,-1-3-3 16,1-3 3-16,-1-2 2 0,2-1-1 0,-2-4 0 16,0-3 1-16,2-4 0 0,0-1-2 0,0-3-2 0,1 0 1 15,-1 0 0-15,0 0-1 0,-1 2-1 16,1-2 2-16,-2 4 2 0,2 0-2 0,-1 2 2 16,0 1-2-16,-1 1-1 0,0 3-1 0,2 1 0 15,-2 2 2-15,2 1-1 0,-1 1 4 0,1 3 3 16,0 1 0-16,0 1 2 0,-2 1-3 0,2 1 0 15,0-1 0-15,2 0-2 0,-2 0-3 16,0 0 1-16,0-3-1 0,-1 2 2 0,4-4-1 16,-2-2 1-16,-1-2-1 0,3-4 0 0,-1-3 0 15,0-1-1-15,1-3 0 0,-3-1-1 16,3-2 0-16,0 0-1 16,-2-1 1-16,2 0-1 0,-1 1 0 0,-3 0 1 0,2 1 1 0,-1 5 1 0,-2 1 1 31,1 3 1-31,-1 2 0 0,0 2 7 0,2 4 5 15,-2 0 7-15,5 6 5 0,-4 2 9 16,1 3 2-16,0 2 0 0,1 2-4 0,0 0-5 16,-1 3-7-16,0 1-5 0,3-2-5 0,-2 1-5 15,-1-3-4-15,4 2-3 0,-2-4-3 0,1-2-16 16,-2-2-43-16,2-4-82 0,-3-1-152 0,-2-4-271 16,0-2-314-16,0-2-374 0,2-1-351 0,-2-3 5 15,5-2 689-15</inkml:trace>
  <inkml:trace contextRef="#ctx0" brushRef="#br1" timeOffset="-128566.15">9145 13326 223 0,'-2'8'374'15,"0"2"127"-15,-1-2 23 0,0-4-228 0,3 2-137 16,0-3-67-16,1 1-43 0,3-2-18 0,-1-1-5 0,2 0-7 15,0-1 3-15,1-1-5 0,0 0-1 16,2-1-3-16,-2-2-3 0,4-1 0 0,-1 1-3 16,-1 0 3-16,0-3-4 0,0 3 2 0,1-1-3 15,-1 1 3-15,-3-1-4 0,2 0-2 0,-1 3 2 16,-2 0 0-16,0 0 11 0,-1 2 12 0,2 0 10 16,-2 0 5-16,3 4 6 0,-1-2 20 15,-1 4 6-15,1-1 1 0,0 3 10 0,2-2 5 0,-1 3 1 16,0-1-19-16,0 0-13 0,-1 1-18 15,2-1-17-15,-1-2-9 0,0 0-10 0,2-2-5 32,-2 0-2-32,1-2 0 0,2-2 2 0,-3-2-3 15,2 0 3-15,1-3 3 0,0-2-1 0,0 1 0 16,-1-2-2-16,-1-1 2 0,2 2-2 0,-1 0 0 16,-2 1 0-16,2 1 1 0,0 2 1 15,-2 0 2-15,1 3 4 0,-1 0 25 0,2 3 13 16,-2 1 7-16,-1 0 8 0,3 3 7 0,-3 2-1 15,2-2-18-15,-2 2-9 0,3 0-11 0,-3 0-8 16,1 0-6-16,2 0-7 0,-2-2-7 0,2 0-2 16,-1-2-3-16,2-1 0 0,1-4-3 0,1-2-1 15,1-2 0-15,1-6 0 0,0-1-2 0,4-6-1 16,0-1-1-16,-1-1 6 0,3-2 1 0,-1 1 2 16,-1 1 3-16,2 1 6 0,-2 0 1 0,2 4-2 15,-3 2 3-15,-2 3 1 0,-1 1 3 16,0 6 15-16,1 2 36 0,-3 4 43 0,0 2 44 15,0 3 31 1,0 4 13-16,0 3-4 0,-3-1-33 0,2 3-34 16,-1-2-45-16,2 0-32 0,-3 0-20 15,3-2-16-15,2-1-4 0,-2-3-3 0,5-2-2 16,-2-4-1-16,3-1-2 0,-1-3-1 0,3-3-2 16,0-3 2-16,-1-1-17 0,0-4-53 15,0 0-92-15,-1-1-110 0,-1 4-158 0,0-2-287 16,-3 3-215-16,-1 2-54 0,-1 3 173 0,-1 4 302 15</inkml:trace>
  <inkml:trace contextRef="#ctx0" brushRef="#br1" timeOffset="-120760.31">5366 13455 4 0,'3'3'201'15,"-3"-2"100"1,0 2 93-16,0-1-68 0,0-1-142 0,0-1-82 15,0 1-50-15,0-1-21 0,0 0-18 0,0 0 1 16,0 0-2-16,-1-1 1 0,1 1-1 0,0 0 0 16,0-1-3-16,0 1 1 0,0-2-6 0,0 2-4 15,0 0 2-15,0 0-2 0,0 0-2 0,0 0 0 16,0 0 2 0,0 0 2-16,0 0-2 0,0 0 2 15,0 0 4-15,0 0-2 0,0 0 0 0,0 0 2 16,0 0-3-16,0 0 5 0,0 0 4 0,1 0 6 15,-1 0 7-15,0 0 12 0,0 0 14 0,0 0 16 16,0 0 14-16,0 0 11 0,0 0 10 16,0 0 9-16,0 0 2 0,0 0 2 0,0 0-4 15,0 0-9-15,0 0-10 0,0 0-11 16,0 0-8-16,0 0-16 0,0 0-14 0,0 0-10 0,0 0-10 16,0 0-5-16,0 0-7 0,0 0-6 0,0 0-3 15,0 0-2-15,0 0-2 0,0-1 2 16,0 1 2-16,0 0 1 0,0 0-3 0,2 0 2 0,-2 0 0 15,0 0-4-15,0 0-1 0,0 0-1 16,0 0 2-16,0 0 0 0,0 0 1 16,1 0 1-16,-1 0 1 0,0 0 1 0,0 0 0 0,3 0 0 15,-3 0 0-15,2 0-1 0,-1 0-1 0,1 0 2 16,1 0 0 0,-1 0 1-16,1 1-1 0,0-1 0 15,2 0 2-15,-2 0-1 0,2 2-1 0,1-2-2 16,0 0 0-16,1 0 0 0,-1 0 0 15,3 0-2-15,-2 0-1 0,2 0-1 0,-1 0-1 16,3 0 1-16,0-2 4 0,-1 2 5 0,4-1 4 16,-1-1 2-16,1 1 3 0,0-2-1 0,0 0-1 15,2-1-3-15,-2 2-2 0,2-1-2 0,0-1 2 16,0 0 0-16,1 0 2 0,-1 0-25 0,1-1-10 16,-1-1-10-16,3 4-5 0,-3-4-5 15,1 0-5-15,2 1 26 0,-3 3 11 0,1-3 5 16,1 2 3-16,-1 0 1 0,-2 0 5 0,0 2-2 15,-2-1 2-15,1 1 0 0,-1 1 2 0,1 1 3 16,-3 1-1-16,-1-1 3 0,2 1 2 0,-2 1 0 16,-2 0 0-16,0-1-3 0,1 2-1 0,-1-2 0 15,-3 0-3-15,0 1 2 0,1-2 0 0,-3 1-3 32,0 0 1-32,0-1 0 0,-1 0 2 0,1-1-1 15,-1 2 1-15,-1-2-1 0,1 3 3 0,0-3-3 16,-1 0 1-16,-1 0 1 0,2 0-1 15,-1 2 1-15,1-2 1 0,2 0-3 0,-4 0 4 16,2 0 1-16,1 3 0 0,-1-3 7 0,1 0 18 16,-1 1 35-16,-1-1 19 0,2 0 9 0,-1 2 6 15,0-2-6-15,-1 1-16 0,1-1-33 0,-1 0-19 16,1 2-14-16,-2-2-4 0,4 0-5 16,-4 0 0-16,0 0-4 0,2 0 1 0,-2 0 1 0,0 0 2 15,0 0-1-15,0 0 4 0,0 0 7 16,0 0 16-16,0 0 16 0,0 0 11 0,-2 0 8 15,2 0 3-15,-2-2-6 0,0 2-16 0,0-1-17 16,-1-1-14-16,2 2-21 0,-1-1-59 0,0-2-91 16,1 1-110-16,-1-3-294 0,1-1-208 0,-1 0-122 15,-1 0 77-15,1-1 251 0</inkml:trace>
  <inkml:trace contextRef="#ctx0" brushRef="#br0" timeOffset="-101727.16">22170 11442 200 0,'1'-2'310'16,"2"1"102"-16,1 1-58 0,-3-2-140 0,-1 2-82 15,2 0-44-15,0 0-24 16,-1 0-3-16,1 0 0 0,-1 0 4 0,-1 0 15 16,5 0 3-16,-5 0 1 0,1 0 18 0,-1 0 20 15,2 2 43-15,-1-2 15 0,-1 1 30 0,0 1 23 16,0 1 6-16,-1-1-6 0,-1 2-33 16,1 1-21-16,-4-2-9 0,2 4-12 0,-2-1-28 0,0 1-14 15,1 3 16-15,-4-2-3 0,0 3-22 16,0-1-14-16,-2 3-8 0,1 0-10 0,0 1-28 15,-3-1-20-15,-2 3-4 0,2 0 9 0,-1 3 6 16,-3-1 2-16,-1 3-2 16,1 1 0-16,-3 3 0 0,-2 0-18 0,-1 1-8 0,0 5-6 0,-1-1-2 15,-2 1-3-15,-1 2-5 0,1-1-5 0,-1 0-2 32,0 1-1-32,3-2-4 0,-1-2 0 15,1 2 0-15,-1-3 8 0,5-1 5 0,-1-1 2 16,-1-2 8-16,3-2 0 0,0-1 1 0,2 0 0 15,-2-3 0-15,6 0 1 0,-4-4 0 0,2 4 1 16,1-5 1-16,0 1-1 0,4-1-5 0,-4-3 0 16,5 3 1-16,-1-4 3 0,0 1 3 15,2-1 4-15,1-1 5 0,-1-1 0 0,1-1-6 16,3-1-6-16,0 0-4 0,1-2-5 0,-1 2-1 16,3-5-1-16,-2 2 4 0,2-2-1 0,-1 4 1 15,-1-2 0-15,2-1-1 16,0 1 0-16,0 0-1 0,0-1 2 0,0 2 0 0,0-1-2 0,0-1 1 15,-1 0 1-15,1 1 0 0,0 0 0 16,0 0-2-16,0-2-2 0,-2 2 0 0,0-1-1 0,2 1 0 31,0-1 2-31,0 0 1 0,0-1 0 0,0 0 1 16,0 2 2-16,0-2-3 0,-1 2 0 0,1-2 7 16,0 0 2-16,-2 0 2 0,2 1-3 15,0-1 1-15,0 0 2 0,0 0-6 0,0 0-2 16,0 0-3-16,0 0 2 0,0 0 3 0,0 0-1 15,2 0-1-15,-2 0 4 0,0 0 0 0,0 0-2 16,0 0-3-16,0 0 1 0,0 0-2 0,0 0-1 16,0 0-4-16,0 0 5 0,0 0-1 15,0 0-3-15,0 0 2 0,0 0 1 0,0 0 2 16,0 0-2-16,0 0 0 0,0 2 3 0,0-2-2 16,0 0 0-16,0 0-1 0,0 0-3 0,0 0 3 15,-2 1-1-15,2 1-3 0,0-1 2 0,-1-1 5 16,1 3 0-16,0-3-1 0,-2 2 2 0,2-1 5 15,0 0-2-15,0-1-2 0,0 2 2 16,0 0 0-16,0-2-7 16,-3 0 0-16,3 1 2 0,0-1-2 0,0 1-2 0,0-1 2 0,0 0 10 15,0 0 12-15,0 0 7 0,0 0 8 0,0 0 5 16,0 0 2 0,0 0-4-16,0 0-14 0,0-1-8 15,0 1-4-15,0 0-4 0,0 0-7 0,3 0-2 16,-3 0 5-16,0 0-5 0,0 0-1 0,2 0 5 15,-2 0-3-15,1 1 3 0,2-1-2 0,1 2 0 16,0 0-2-16,3 0 1 0,2 2 1 16,1 3 27-16,3-5 32 0,4 9 24 0,0-3 9 15,5 3-1-15,4 2 1 0,0 0-26 0,6 4-27 16,1 2-16-16,5 0-11 0,4 0-3 0,3 1-3 16,6 4-7-16,0-3 0 0,2 1-4 0,2-2 2 15,2 0-2-15,-3-2 2 16,3-1 0-16,0-5 0 0,-2-1 3 0,-3-3 2 0,-1-6-2 0,0 1 2 15,-4-4 0-15,-3-1-5 0,-4-2-6 16,-3-2-20-16,-6 0-44 0,-2 0-48 0,-7 1-48 16,-4 0-82-16,-6 2-129 0,-4-2-141 0,-4 0-200 15,0 0-238-15,-4 1-205 0,-4-2 11 0,1 0 311 32,-2 0 391-32</inkml:trace>
  <inkml:trace contextRef="#ctx0" brushRef="#br0" timeOffset="-101127.37">22204 11589 286 0,'0'-2'500'16,"0"1"174"-16,0-2 74 0,5 0-285 0,0-2-129 15,7 1-61-15,1-1-9 16,4-1 15-16,4 2 31 0,5-2 3 0,4 0-19 16,6-1-32-16,6 2-33 0,6-1-40 0,7 0-28 15,9 0-24-15,2 1-27 16,8 2-18-16,2 2-18 0,3-1-6 0,-1 4-17 0,-3 1-16 15,-2 1-7-15,-4 5-11 0,-8 3-8 0,-4 2-6 16,-10 4-3-16,-5 4-2 0,-12 5-2 0,-7 3 0 16,-8 2 3-1,-7 7 1-15,-8-1 4 0,-8 5-3 0,-4 0 3 0,-5 4 3 0,-4 1 2 0,-6 1-6 16,-1 1-1 0,-4 1 2-16,-1-1-1 0,0 3 0 15,0-1-6-15,-5 0 3 0,3-2 2 0,2 0 2 16,0 0-4-16,1-4-3 0,2-2 0 0,2-3-3 15,3-1 0-15,-1-6-8 0,4-2-22 16,0-5-26-16,1-1-29 0,4-5-69 0,-4-5-117 16,4-4-136-16,-4-5-180 0,3-3-269 0,-2-4-215 15,-2-1-40-15,2-6 250 0,-1-3 364 0</inkml:trace>
  <inkml:trace contextRef="#ctx0" brushRef="#br0" timeOffset="-100460.89">22386 10849 189 0,'2'-17'395'0,"-4"6"153"16,1 4 102-16,-4 0-238 0,0 6-162 0,-4 4-49 0,-1 4-5 0,1 5 35 15,-4 4 21-15,0 8 10 0,-2 4 9 0,0 4-34 16,0 6-39-16,0 2-56 16,0 1-40-16,2 3-25 0,2-1-41 0,-2 1-24 0,4-3-17 0,1 0-13 15,0-2-1 1,5-3-21-16,1-3-79 0,2-3-111 16,0-3-185-16,4-3-257 0,0-3-198 0,2-2-74 15,1-5 185-15,-3-3 305 0</inkml:trace>
  <inkml:trace contextRef="#ctx0" brushRef="#br0" timeOffset="-100209.81">23461 11008 270 0,'18'14'741'15,"-6"-1"301"-15,-2 2 42 0,-5 3-171 16,-2 5-455-16,0 0-202 0,-3 3-95 0,-1 3-45 0,-2 2-20 0,-1 2-17 16,-1 3-9-16,1 1-12 0,-3 1-23 0,1 1-15 31,1 1-9-31,1-1-4 0,-3 0-10 0,2-1-75 16,2-4-131-16,-2-1-149 0,1-4-295 15,-1-2-258-15,0-5-205 0,2 0 59 0,-2-6 351 16</inkml:trace>
  <inkml:trace contextRef="#ctx0" brushRef="#br0" timeOffset="-99910.5">22363 10914 373 0,'23'-5'687'0,"6"-4"216"16,2 0 40-16,9 2-285 0,7-1-314 0,7 1-159 16,6 0-79-1,8 3-48-15,2 2-30 0,3-1-19 0,1 3-15 16,-1 3-1-16,-1 0-2 0,-1 6 6 0,-3-1 7 15,-3 3 7-15,-2 1 5 0,-4 1-44 0,-5 1-107 16,-7 1-160-16,-4-2-280 0,-12 2-208 0,-10 0-128 16,-5 0 84-16,-15 2 284 0</inkml:trace>
  <inkml:trace contextRef="#ctx0" brushRef="#br0" timeOffset="-99492.36">22056 11016 139 0,'-15'24'539'0,"-5"1"273"0,-7 3 114 0,-3 4-48 16,-5 2-516-16,-3 7-298 0,-4 3-190 0,-3 1-123 0,-3 1-148 0,-3 2-245 0,-3 0-96 15,-3 2 71-15,0 0 168 0,-3-1 175 32</inkml:trace>
  <inkml:trace contextRef="#ctx0" brushRef="#br0" timeOffset="-99060.97">21288 11950 254 0,'6'41'431'0,"1"-1"147"15,0 2 82-15,-1 1-330 0,2 1-229 0,2-1-227 16,-2 1-259-16,0 0-131 0,-2-4-28 0,3 1 95 0,-1-2 154 15</inkml:trace>
  <inkml:trace contextRef="#ctx0" brushRef="#br0" timeOffset="-97894.33">23999 10510 65 0,'-1'-1'292'0,"-4"-2"168"16,2 0 167-16,-2 1-57 0,0 0-106 0,-3 0-27 15,4 0-25-15,-1 2-14 0,-2 0-29 0,-1 2-26 16,2 0-46-16,0 0-53 0,-1 1-45 0,3 0-40 0,-1 2-35 16,2-1-38-16,-2 1-28 0,4-1-23 0,-1 1-3 15,2 2-1-15,2 0-4 0,2 5 6 0,1 0 16 16,1 1 12-16,4 2-5 0,2 2 20 0,3 3 15 15,0 1 5-15,0 1-11 0,3 3-7 0,2 0-3 16,0-1-25-16,1 2-16 0,-4-1-9 0,4-2-5 16,-4 2-3-16,1-4-1 0,-1 2-2 15,-4-2 1-15,-1-1-4 0,-1-1-2 0,-3-1-2 0,-1-2-2 32,-6 0 1-32,1-1-3 0,-4-1 1 15,-3 0-3-15,-3-3 1 0,0 1-1 0,-4 0 0 16,1-2-2-16,-5-1-2 0,2-2 1 0,-3 0 0 15,-1-2-3-15,1-2 0 0,-4-2-19 0,5-1-44 16,-3-4-49-16,2-3-97 0,0-4-146 0,2-3-217 16,0-6-288-16,2-3-237 0,-1-2-178 15,4-2 150-15,0-1 454 0</inkml:trace>
  <inkml:trace contextRef="#ctx0" brushRef="#br0" timeOffset="-97627.03">23969 10537 305 0,'8'-6'534'16,"-2"0"237"-16,1 0 142 0,1 0-224 0,2-1-120 15,-2 1-99-15,4 0-59 0,0-1-75 0,1 1-76 16,0-1-67 0,4 0-59-16,0-1-44 0,1 0-26 15,0 3-18-15,2-3-12 0,2 2-10 0,0 0-8 16,-1 0-3-16,1 0-5 0,0 1-2 0,-2 2-4 15,-1-2-2-15,0 3-1 0,-3-1-2 0,0 1-1 16,-2 2-14-16,-2 2-22 0,-2 1-70 0,-3-1-121 16,1 1-146-16,-4 0-271 0,1 2-268 15,-4-1-221-15,3 2 3 0,-3-2 322 0,1 4 394 16</inkml:trace>
  <inkml:trace contextRef="#ctx0" brushRef="#br0" timeOffset="-97260.98">24553 10669 252 0,'-4'32'524'0,"0"5"242"15,-3 1 163-15,1 2-209 16,-3 1-168-16,4-2-119 0,1-2-80 0,1-4-72 16,5-5-70-16,3-2-59 0,1-7-42 15,6-5-32-15,1-5-21 0,3-6-9 0,0-4-8 16,3-7-12-16,-3-4-14 0,4-6-12 0,-1-2-3 15,0-6 0-15,-2-3-1 0,1-1-4 0,-1-1 0 16,-5-1 8-16,-2 0 12 0,-3 0 5 0,-4 0 6 16,-1 1 11-16,-6-1 1 0,-1 1-4 0,1 0 5 15,-7 6 2-15,1 1 4 0,1 4-1 0,-4 3-1 16,0 4-2-16,0 5-12 0,0 4-7 16,-1 4-11-16,-1 5-8 0,0 2-3 0,0 6-5 15,0 6-5-15,-1 2 8 0,3 5 1 0,-1 2 2 16,1 2 1-16,1 2 5 0,3 2-1 0,3 1-7 15,1-2-15-15,4 0-23 0,1-5-54 0,4-4-110 16,4-4-131-16,2-3-202 0,6-7-279 0,1-4-249 16,2-3-106-16,5-6 210 0,1-3 391 15</inkml:trace>
  <inkml:trace contextRef="#ctx0" brushRef="#br0" timeOffset="-96945.36">25051 10553 137 0,'-3'4'457'0,"-4"3"270"0,-3 7 186 16,0 4-104-16,-3 3-194 0,2 5-128 15,-3 3-100-15,2 2-65 0,3 4-53 0,-2 1-61 0,5-1-58 16,1-1-50-16,1 1-33 0,4-4-30 0,4 1-21 16,2-5-12-16,2-5 1 0,4-3-4 0,1-4-2 15,3-7 1-15,2-3 2 0,4-5 5 0,0-6-7 16,-1-3-1-16,2-5-4 0,1-2-3 0,-5-5-2 15,1-1-2-15,1-3-2 0,-7 0 5 0,0 0-1 16,-4 0 3-16,-4-3 3 0,-4 2-2 16,-4 0 4-16,-3 0 1 0,-4-1 2 0,-4 1 3 0,-1 2 0 15,-3 2-1-15,1 2-2 0,-3 5-3 16,0 5-7 0,-2 2 1-16,3 7-2 0,-2 4-2 0,1 4-2 15,5 4-29-15,-2 2-84 0,5 2-136 16,0 2-193-16,3-1-282 0,4 4-262 0,2-3-151 15,2 3 148-15,3-2 402 0</inkml:trace>
  <inkml:trace contextRef="#ctx0" brushRef="#br0" timeOffset="-96045.24">25409 10953 123 0,'4'3'369'0,"-4"-3"173"15,0 0 124-15,0 0-136 0,1 0-161 0,2-2-53 31,1 1-10-31,0-1 20 0,-1 0 22 0,4-3 1 16,-3 0-24-16,5-1-45 0,0-1-48 0,0-4-47 16,1 1-37-16,1-2-30 0,2-3-21 0,-1 1-18 15,1-1-6-15,1 0-2 0,0-1 2 0,-1 1 10 16,-1-1 19-16,0 3 19 0,-3-2 8 16,-1 5 4-16,0-1-1 0,-3 4-11 0,-4 2-15 0,2-1-19 15,-3 4-16-15,-1 0-12 0,-1 4-15 16,-3 2-10-16,1 3-10 0,-2 2-8 0,-2 3-3 15,1 5-5-15,1-1 0 0,-1 5-3 0,0 0-1 0,2 3 0 16,0-3-2-16,0 3 1 0,4-1-3 16,-1-3 1-16,4 0 1 0,-1-2-1 0,3-4-2 15,0-4 1-15,3-1 1 0,2-5 0 0,1-4 1 32,1-5 1-32,3-3 1 0,-1-7-1 0,4 0-2 15,-3-3 2-15,5-2-3 0,-3-4 0 0,3 1-1 16,-3-2 0-16,0 2 1 0,-2-1-1 0,0 1 1 15,-4 3 1-15,-2 1 2 0,1 4-1 16,-6 4 6-16,0-1 2 0,-3 6 2 0,0 1 2 16,0 3 1-16,-3 4 0 0,0 4-1 0,0-1 0 15,-3 7-3-15,2-1 0 0,1 4-2 0,0 2 0 16,0 0-3-16,1 3-2 0,1-2-3 0,1 2 0 16,0-3-1-16,1 2-1 0,2-3-4 0,1-1-4 15,0 0-13-15,1-5-34 0,4 0-66 0,-1-3-65 16,-1-2-110-16,2-2-169 0,-1-2-290 0,-2-2-294 15,3-2-216-15,1 0-131 0,-2-1 280 16,0-2 548-16</inkml:trace>
  <inkml:trace contextRef="#ctx0" brushRef="#br0" timeOffset="-95394.85">26013 10960 245 0,'0'-1'513'0,"2"-2"241"0,-1-2 178 0,1 1-192 16,1-2-150-16,2-2-107 0,0-1-79 0,0-3-72 16,2-1-76-16,1-1-64 0,2 1-48 0,1-2-29 15,-3 0-10-15,1-2 21 0,1 2 14 0,1 0 7 16,-3 3-1-16,-2 3-6 0,2-1-3 15,-4 2-22-15,0 5-17 0,-3 1-19 0,-1 6-13 16,0 0-12-16,0 5-10 0,0 4-12 0,-1 0-6 0,-3 3-5 16,3 2-3-16,-1 3-3 0,2-4-2 15,-1 4-2-15,1-2-2 0,1-1-2 0,-1-1-1 32,3-2-3-32,2-2 1 0,-1-4-4 0,2-1 1 15,2-5 0-15,3-2-2 0,0-4 1 0,3-3 0 16,0-4 0-16,4-4 1 0,-2 0 0 15,2-3 0-15,-1-2 0 0,0 2-1 0,-1 1 2 0,-1-1-1 16,-2 2-1-16,1 1 1 0,-3 4 0 16,-3 1 0-16,3 1 0 0,-4 2 1 0,1 2 5 15,-3 4 3-15,2 0 5 0,-2 4 3 0,0 4 2 16,-4 1 2-16,2 3-5 0,1 1-2 16,-3 1-1-16,-1 3-4 0,2 0-2 0,0-1-3 0,1 2 1 15,-2-3-3-15,4 1-2 0,-2-4-1 16,3-2 0-16,1-2-2 0,1-6 0 0,2 0-1 15,2-6 2-15,3-2-1 0,1-4 1 0,5-5-1 16,0-3 0-16,2-4 1 0,2 2-1 0,2-5 0 16,2 3 0-16,-3-1 2 0,1 4-1 0,-3 1-1 15,-2 3 1-15,0 3 1 0,-5 3-1 0,-2 3 2 16,-4 4 1-16,-1 4 1 0,-1 2 1 0,-4 3 0 31,0 4 1-31,-4 1-1 0,1 1-1 0,-2 4-2 16,-2 0-1-16,1 2-2 0,-2 0-3 15,-1 0-17-15,3-1-49 0,-3-2-75 0,3-2-133 16,-1-1-219-16,2-3-306 0,2-3-348 0,-1-3-300 16,3 1-83-16,-1-4 487 0,2-2 633 0</inkml:trace>
  <inkml:trace contextRef="#ctx0" brushRef="#br0" timeOffset="-87067.54">20203 5688 116 0,'-2'1'266'16,"2"-1"110"-16,0 2-4 0,-1-1-77 0,1 0-84 16,-4 1-57-16,4-2-24 0,0 2-16 0,-1-2-4 0,-1 1-3 15,2-1 0-15,0 0-8 0,0 0-3 0,0 0-4 16,0 0 1-16,0 0 0 0,0 0 4 0,0 0 4 31,0 0 7-31,0 0 8 0,0 0 2 16,0 0-5-16,0 0-6 0,0 0-16 0,0 0-15 15,0 0-5-15,2 0 12 0,-1 0 5 0,-1 0 5 16,4 0 11-16,-3 2 21 0,1-2-3 0,-1 0-8 16,3 1 3-16,-3-1-3 0,2 0 4 0,1 0-9 15,0 0-5-15,-1 0-10 0,0 0-18 16,1 0-15-16,-1 0-15 0,0 0-9 0,0 0-14 16,1 2-7-16,-3-2-5 0,5 0-1 0,-3 0-1 15,2 1-4-15,-2 1 6 0,0-2 4 0,2 1 5 16,0-1-2-16,-2 2-2 0,3-1 4 0,-1 0-4 15,2 1-5-15,-3 0-7 0,1-1 2 0,0 0-1 16,1 3-3-16,-1-2-4 0,0 0 4 0,-1 1-1 16,1 0-2-16,-2 0 2 0,3-1 0 15,-2-2 2-15,-1 3-6 0,0-2 5 0,0 1-2 16,-1-1 0-16,1 1 0 0,-1 0 4 0,1-2 1 16,-2 2 4-1,1-2 6-15,2 0-2 0,0 2 2 16,-3-2-5-16,2 2 2 0,1-2-5 0,-3 0-6 15,2 0 1-15,1 0 6 0,-1 0 5 0,0-2 4 16,3 0 4-16,-3 2 5 0,4-2 0 16,-6 2-1-16,4-2-9 0,-2 0-6 0,1 1-6 15,-1 1-1-15,3-2 0 0,-5 1 1 0,2 1 1 16,1-3 0-16,-3 3 1 0,2 0-5 0,-1 0-1 16,0 0-3-16,-1-2-3 0,3 2 2 0,-3 0 0 15,2 0 0-15,2 0 0 0,-4 0 3 0,2 0 1 16,1 0 1-16,-3 0 3 0,3 0 0 15,-3 2 0-15,2-2 0 0,1 0-1 0,-3 0-1 0,2 0-1 16,-1 3 1-16,2-3-5 0,-2 0 3 16,1 1-1-16,-1-1-1 0,1 0 1 0,0 0-2 15,-1 0 5-15,1 0-2 0,-1 0 1 0,1 0-4 0,-2 0 1 32,4-1 2-32,-1 1-1 0,-2 0 0 15,1-3-1-15,2 3 4 0,-2-2-1 0,1 2 0 16,0 0 2-16,-2 0-2 0,4 0-4 0,-3-3 1 0,0 3-4 15,1-2 2-15,-1 2 0 0,0-1 4 16,0 1 4-16,0 0 1 0,-1-1 1 0,4 1-2 16,-3 0-3-16,0-2-3 0,-1 0-1 0,1 1 2 15,0 0-1-15,-1 1-1 0,1-2 2 16,-1 0 1-16,1 1 0 0,-1 1 2 0,2-1-2 16,-2-1 4-16,1 0-5 0,-2 1 0 0,4 1 2 15,-3-1-4-15,1-1 0 0,-1 2-4 0,1-1 2 16,0-1 1-16,0 1 0 0,2-2 2 0,-2 1-1 15,0-1 5-15,0 1-1 0,-1 0 1 16,1 0-3-16,-1-1 1 0,-1 2 1 0,3-2-2 0,-3 1 2 16,1 0-1-16,-1-2 0 0,4 2 0 15,-4-2 0-15,1 1 0 0,-1-1 0 0,3 2-4 16,-3-1 1 0,3 0 6-16,-3 0-3 0,2 0 0 15,2 0-4-15,-2 0 5 0,2 0 4 0,-4 1-3 16,2 0 0-16,1 0 1 0,1 1-2 0,-4-1-1 15,2 1-4-15,1-1 1 0,-1 1 0 0,0 1 3 16,1-2 4-16,-2 1-6 0,1-1 2 16,0 0 0-16,1 1 0 0,-3 0 0 0,2-1-1 15,-1 1 3-15,1-2-1 0,0 0 1 0,1 0-2 16,0-2 1-16,-1 3-2 0,0-2 1 0,2 0 0 16,-2 1 2-16,1-2-1 0,1 2-1 0,-4 0 1 15,2-1-1-15,2 0 1 0,-2 2-3 0,0-2 0 16,0 2-1-16,0-1-4 0,-1 0 5 15,1 0-3-15,-1 1 3 0,0-1 1 0,1 0 4 16,-2 0 1-16,2 2-1 0,-1-2 0 0,-1 0 1 16,2-1-2-16,-1 0-1 0,0 2-1 0,-1-3 0 15,-1 2-2 1,3-2 2-16,-1 0 1 0,0 1 0 0,-1 0-1 16,3 0 1-16,-3 0 1 0,2 0-2 15,2-1-3-15,-4 1-1 0,2-1 2 0,1-1-2 16,1 1 2-16,-2-1 2 0,0 0 2 15,0 1 2-15,2-1-2 0,-1-2-2 0,-1 3-3 16,1-2-1-16,-1 1 0 0,0 2 2 0,0-2 1 16,-1-1-1-16,0 2 5 0,-1 1 1 0,-1-2 0 15,3 0-1-15,-3 1 1 0,0-1 1 0,2 1 0 16,-2 1-3-16,2-2-1 0,-2 1 0 0,2-2-3 16,0 1-3-16,0 0 2 0,-1-2 1 0,1 3 2 15,1-1-2-15,-1-2 5 0,1-1 2 0,0 4-5 16,0 0-1-16,0-4 0 0,1 3 3 15,0-1-2-15,-1 0-3 0,0-1 5 0,1-1-2 16,-1 2 1-16,2-2 2 0,-2-2 0 0,0 2 0 16,5 0 1-16,-5-3 2 0,2 2-1 0,-1 0-2 15,1-1 1-15,0 0 1 0,3 1-5 0,-4-1 0 16,0 1-3 0,0-1 3-16,1 2 0 0,-1 1-2 15,0 0 7-15,1-2-5 0,-4 3 2 0,2 0-3 0,1-1-1 16,-1 2 1-16,0 0-2 15,-1-1 3-15,1 1-1 0,-1-2 2 0,1 2-3 16,-2-1 3-16,4 0 2 0,-2 0 0 0,0-2 2 16,2-1-3-16,-2 0-1 0,2 1 1 0,-2-2-4 15,0 2 1-15,3-2-1 0,-3 0-1 0,1 3 4 16,-1-1 0-16,0-2-1 0,0 1-3 0,1 1 1 16,0-2-2-16,2 0 1 0,-1 1-4 15,2 0 6-15,-4-1 3 0,2 1-3 0,-1 0 2 16,1-3-4-16,1 2 4 0,1-1-4 0,-4 1-1 15,2 0 2-15,-2 1-5 0,0-1 3 16,3 0-3-16,-3 1 5 0,0-1 2 0,1 3-6 16,-1-3 4-16,0 1 0 15,0 1 2-15,1 0-1 0,-3-2 0 0,2 4 5 16,3-3 0-16,-4 2 0 0,1 0 2 16,-1 1-6-16,-1-1 2 0,1 1-3 0,0-1 0 15,-2 0 1-15,1 2-1 0,-1-4 2 0,2 3 1 0,-1-1 3 16,-1 0-3-16,0 0 1 15,0 1 1-15,2-3 0 0,0 3-2 0,-2-2-2 16,0 1 0-16,0 0-2 0,0 1 2 0,0-1-1 16,0 1-2-16,0-2 3 0,0 0 0 0,0-1 4 15,0 2-3-15,0-1 1 0,1 0 2 0,-1-1-2 16,0 2-1-16,0 0 0 0,0-2 0 16,0 1 0-16,0 1 0 0,0-1-1 0,0 2 4 0,0 1-1 15,0-1-4-15,0 0 0 0,0 2 1 16,0-1 2-16,0 0-3 0,-1 1-4 0,1-1 7 15,0-1-4-15,0 3 0 0,0-5 1 0,0 2 3 16,0 0 4-16,0-1-5 0,1-1-1 0,-1 3 1 16,0-1-1-1,0-1 0-15,0 2-1 0,0-2-2 0,0-1 3 16,0 2-3-16,0-2-1 0,2 2 0 16,-2 0 3-16,0 0-1 0,0 1 3 15,1 0 3-15,-1 2 1 0,0-3-5 0,2 1 2 16,-2-3-2-16,3 2-2 0,-2-2-5 0,1 2 1 15,-1-2 5-15,1 0-6 0,0 1 2 0,-2 1 3 16,1-1 3-16,-1 2 2 0,0-1-3 0,2 2 2 0,0-1-1 0,-2 2 0 16,0 1 0-1,1-2 1-15,-1 2-1 0,0-1 1 0,2 1 0 0,-1 0-2 16,-1-2-1-16,2 1-3 0,0-1 2 16,-1 1 1-16,1 0 0 0,-1-2-3 0,4 2 3 15,-4-1 1-15,1 1-1 0,-1 0 1 0,1-1 0 16,1 2 0-16,-1-1-2 15,0-1 2-15,-1 0 0 0,1 1-1 0,-1 0-2 0,3-2 3 0,-3-2-1 16,1 2-3-16,-1 0 3 0,3 1-2 0,-4 2 2 16,2-2-2-16,-2 1 5 0,4 2 1 0,-4-1-2 15,0 0 1-15,1 1-3 0,-1 1 5 16,0-2-2 0,2 3-2-16,-2-2 0 0,0 1 3 15,0 1-3-15,0-2 0 0,0 2-2 0,0-2 2 16,1 2-1-16,-1 0-2 0,0 0 3 0,2 0 0 15,0 0 2-15,-2 0-3 0,1 0 0 0,1 0 3 16,-1-1-1-16,3 1-1 0,-3 0-2 0,2-2 4 16,-1 1-2-16,4 0-1 0,-3-1 0 15,0 1 1-15,1-1 2 0,0 1-2 0,0-2 3 16,-1 1-2-16,0 1-4 0,0 0 1 0,2 1 1 16,-4 0 1-16,1 0-3 0,-1 0 4 0,3 0 3 15,-4 1-3-15,1 0 8 0,-1 1 9 0,3 1 8 16,-3 0 6-16,2 0 1 0,1-1 3 0,-1 1-7 15,0 1-8-15,-2-1 0 0,1 1-8 0,1-1-4 16,-1 2 3-16,-1-1 6 0,3 0-2 16,-1 1 5-16,-2-1 6 0,0 2 7 15,0-1-2-15,0 1-5 0,0 0 2 16,0 0-7-16,0 0-3 0,0 0-6 0,0 0-2 16,0 0-1-16,0 1 2 15,0-1-2-15,0 0 2 0,0 1 1 0,0-1 1 16,0 0 0-16,0 1-4 0,0-1 1 0,0 0-1 15,1 2-1-15,-1-2 0 0,0 1 3 0,0 1-2 16,0-1 0-16,0 1 0 0,0-1-3 0,0 3 4 0,0-3-6 0,-1 1 5 16,1 0-2-1,0 1-1-15,0-2 4 0,0 4-2 0,-2-3-1 0,-1 2-3 16,3-1 4-16,0 0 1 0,0 2-5 16,-1-1 2-16,1 1 0 0,0-3 0 0,0 3 0 15,0 0-2-15,0-2 1 0,0 1-1 0,-2 1 3 16,2-1 0-16,0 0-2 15,0 0-3-15,-1 0 3 0,1-1-3 0,0 0-1 0,-2 2 1 0,2-2 0 16,0-1 5-16,0 3-6 0,0-3 4 16,0 2-2-16,0 1-4 0,0-2 2 0,0 0-1 15,0 0 2-15,0 1-3 0,0-1 1 0,0-1 0 16,0 2-2 0,0 1 1-16,0-2-1 0,-2 0 1 15,2 1 0-15,0-1 0 0,-1 0 4 0,1-1 0 16,-2 3-2-16,2-4 2 0,0 2 1 0,0-2 1 15,0 1-1-15,0-1-5 0,0 0 4 0,-2 2 1 16,2-3-4-16,0 1 0 0,-1-1-2 0,-1 2 2 16,2-2 0-16,0 1-1 0,0 0 1 0,-1 1 1 15,1-1 5-15,0 1-4 0,0-1 0 16,0 1 0-16,0 1 0 0,0-1 1 0,0-1-2 0,0 0 2 0,0 2 2 16,0-1 0-16,0-1-1 15,0-1-3-15,0 0 0 0,0 0-2 0,0-1-2 16,0-1 2-16,0 1 0 0,0 0 2 0,0-3 3 15,-2 2-1-15,0-2 0 0,2 1-2 0,-1 1 0 16,-1 0 2-16,2 0-2 0,-1 1 0 16,-4-1 2-16,4 1-2 0,-1 1 2 15,1-1-3-15,-1-2 2 0,0 2-2 0,1 1 1 0,-3 1 0 16,3-1 1 0,-1 0-3-16,1-1 4 0,-3 3-2 15,1-1 0-15,2 0 1 0,-1 1-1 0,-1 0 2 16,0-1-3-16,3 1 2 0,-2-1-2 0,-1 1-1 15,2-1 2-15,1-1-2 0,-2 2 1 0,0-2-1 16,1 1 2-16,-1-1 2 0,2 0 1 0,-1 2-2 16,-1-2 2-16,0 0 0 0,2 0-1 0,-1 1 0 15,-1-1 0-15,2 0 3 0,-1 2-2 0,-1-3 0 16,0 1 1-16,2 0-2 0,-2 2 0 0,2-3-2 16,-4 1 2-16,4 0 0 0,0 0 0 0,-1 0 1 15,1 0 1-15,-2 0-2 0,2 0 0 16,-1 0 0-16,1 0 1 15,-2 0 1-15,0 0-2 0,2 1 0 0,0-2 0 0,-1-1 0 0,1 2-3 0,-2 0 0 16,2-1 0-16,0 1 0 0,-1 0 0 16,1-2 0-16,-2 1 1 0,2-1 1 0,-2 1-1 15,1-1 2-15,-1 0 0 0,2 0-3 16,-2 0 1 0,2 1-2-16,-3-1 1 0,3 1-1 15,-1-1 0-15,-2 1 0 0,1 1 0 0,1-2 0 16,-1 2 0-16,2 0 1 0,-1-1 0 0,-1 0 0 15,0 0-1-15,2 0 2 0,-3 1-2 0,3-2 0 16,0-1 2-16,-1 2 0 0,1-1-2 0,-4 1 0 16,4-2-1-16,0 0 0 0,-1 2 0 0,1-1 1 15,-2-1 1-15,0 1 0 0,1 1 0 16,1-1 0-16,-2 1-1 0,2-1-1 16,-1 0 4-16,1 1-2 0,0 0-1 15,-3-1 0-15,3-1 0 0,-2 2 0 0,2-1 0 0,0 1 1 0,-1 0 1 16,-1-3 1-16,2 3 2 0,0-2 0 0,0 1-1 15,0-1-2-15,0 2 0 0,0-2-3 0,0 0-2 16,0 0 1-16,0-1 0 0,0 3 0 0,0-4 2 16,0 3 1-16,0-3 2 15,0 3-1-15,0-2 1 0,2-1-2 0,-1 4-1 0,-1-5 1 0,0 2-1 16,0 1 0-16,0 0 2 0,0-2 0 16,0 1 1-1,0 0-3-15,2 0 2 0,-2 2-2 0,0-3-1 16,3 2 0-16,-3 0 3 0,0 0-3 15,0 0 0-15,0 1 1 0,0-1 0 0,0 0-1 16,0 0-2-16,0 0 4 0,0 0 0 0,0 0-1 16,1 1-1-16,-1 0 0 0,0 0 2 0,0 0-2 15,0 1 1-15,0-3 3 0,0 4-2 0,2-1 2 16,-2-3-3-16,0 3-1 0,1 0 2 0,-1-1-1 16,0-1 0-16,0-1 0 0,0 3 1 15,0-2 0-15,0 0 0 0,2 0 1 0,0 0 0 16,-2 0 0-16,0-1 2 0,0 0-1 15,1 0-1-15,-1 0 0 0,0-1-1 0,2 0 2 0,0 3 1 16,-2-3 1-16,0 2 1 0,1 0 1 0,-1-1-1 16,2 1 1-16,-1 0-2 0,-1 0 1 0,2-1 1 15,0 0-1-15,-1 2-1 0,-1-2-1 16,3 2 0 0,-3-2-2-16,5 0 0 0,-5 1 0 0,1-1-1 15,1 0 2-15,-1 1-1 0,-1-1-2 16,2-1 1-16,1 2 1 0,-3-1-2 0,4 1 1 0,-3-1 2 15,-1 2-1-15,3-2 0 0,-3 2 0 16,2 0-1-16,0 0 0 0,-1 1 1 0,1 0 0 16,-1-1-1-16,3 1 1 0,-2 0-1 0,0-1 1 15,0 2-2-15,-1-3 0 0,2 1 3 0,-1 1-1 16,0-1 1-16,-1 1-1 16,2-3 0-16,1 3-1 0,-4-4-2 0,1 3 1 0,2-2-1 15,-1 2 0-15,0-3 1 0,-1 2 0 0,4 0 2 16,-4-3-1-16,-1 2-1 0,3-2 2 0,-1 4-2 15,0-2 1-15,-1-1 1 0,-1 1 1 16,3-2 0-16,-3 2-1 0,2-2 1 0,0 1-1 16,-2 0-1-16,0-1 1 0,1 2 0 15,-1 0 1-15,2-2-1 0,0 1 1 16,-1 0-2-16,-1 1-1 0,2-2 2 16,-1 2-1-16,4-1 0 0,-4 2-1 0,1-3 3 15,-1 1-2-15,3 1 0 0,-3-1-2 16,2 0 2-16,-1 1 1 0,1 1 0 0,1-1-1 0,-3-1 1 0,2 1 1 15,2 1-1-15,-4-2 0 0,4 2 1 16,-2 0 0-16,0-1-2 0,-1 0 1 0,3 0 0 0,-2 1-1 16,0 0-1-16,3-1 0 15,-3 0 2-15,1 0-1 0,1 1-1 0,-2-3 1 0,2 0-1 16,-2 2 0-16,3-2 1 0,-3 3 0 16,2-3-2-16,0 0 1 0,-1 1 1 0,0-1-1 15,0 2-1-15,2-2 2 0,-2 1 0 16,0 1 0-16,1 0-1 0,-2-2 0 15,1 0 1-15,0 2-1 0,0-2-1 0,2 2 1 16,-5 0 0-16,4-2-1 0,0 1 0 0,0-1 0 0,-1 1 1 0,0 1 1 16,2-2-1-16,-2 0 1 0,1 2 0 15,0-2-1 1,0 1 0-16,0-1 0 0,2 0 0 16,-2 1 0-16,1-1 0 0,-1 2 0 0,0-2 0 15,3 0 0-15,-2 1 0 0,-1-1-1 0,1 0 1 0,1 0-1 16,0 0 2-16,0-1-1 15,-1-1 1-15,1 1 1 0,1-2 0 0,-1 1 0 0,0 0-1 16,-1-2 0-16,-1 2 0 0,2 0-3 16,-2 0 1-16,-2 1 1 0,2 1-1 0,0-2 1 15,-2 2 0-15,0 0 2 0,-1 0-2 16,1 2 0-16,-3-2-2 0,3 0 1 0,-1 0 0 16,-2 1-2-16,-2-1-2 0,-1 2-21 15,0-2-63-15,-2 2-73 0,-1-2-155 0,-1 0-283 16,-1 0-316-16,-1 0-358 0,0 0-248 15,-1-2 30-15,-1 0 664 0</inkml:trace>
  <inkml:trace contextRef="#ctx0" brushRef="#br3" timeOffset="-73642.09">27224 12120 165 0,'2'-2'307'0,"0"2"114"0,-2-2-6 0,1 2-128 0,-1 0-96 16,0-1-42-16,0 1-11 0,0 0 3 15,0 0 21-15,0-1 19 0,0 1 9 0,0 0 4 16,0 0-10-16,0 0-12 0,0 0-24 0,0 0-24 16,0 0-24-16,0 1 0 0,0-1 5 0,0 1 20 15,0 1 21-15,0 1 7 0,0 0 9 0,-1 1-5 16,1 1-14-16,-4 1-23 0,3 2-17 0,-2-1-12 15,-1 3-15-15,0-1-5 0,-4 7-1 0,2-2-7 16,-4 6-9-16,-2 1 2 0,-1 5 0 0,-3 1-10 16,0 4-12-16,-3 3-9 0,2 1-2 31,-5 2-8-31,0 2-9 0,2 2-4 0,0-7 0 16,1 2-2-16,3-1-4 0,2-5 3 0,5-1 0 15,1-7-1-15,3-1 1 0,2-3-1 0,-1-5 1 16,4-3 1-16,0-3-4 0,0-1-8 0,4-1-16 15,-4-4-41-15,1-1-74 0,1-1-97 16,-2-4-110-16,1 1-121 0,3-2-187 0,-3-1-225 16,2-3-75-16,1 1 109 0,0-3 246 0,4 0 259 15</inkml:trace>
  <inkml:trace contextRef="#ctx0" brushRef="#br3" timeOffset="-73109.11">27224 12131 116 0,'5'-3'331'16,"2"2"144"-16,-1 0 122 0,-2 1-151 0,1 1-129 15,2 0-48-15,-1 3 4 0,3-2 24 0,-1 3 24 16,4 1 11-16,-2 1-4 0,5-3-21 15,-1 4-37-15,3-3-37 0,1 1-44 0,1 0-36 0,1 0-38 16,4 0-34-16,-2-2-23 0,4 1-20 16,-1 1-10-16,-2-2-6 0,4 0-6 0,-3-1-3 15,2 0-1-15,-1-2-5 0,-3 3-4 0,0-2-1 16,-5 0 0-16,2 1 0 0,-4-2-2 0,-3 1 5 16,-2 0 0-16,-1-1-4 0,-2 0 1 0,-1 1 1 15,-2-1-4-15,0-1-2 0,-3 2 3 16,2-2 7-16,-3 0 5 0,2 1 1 0,-2 0 1 15,0-1 1-15,0 2-3 0,2 0-5 0,-2-1-6 16,0 2-1-16,1 0 1 0,1 0-2 0,0 1 2 16,-1 2-1-1,1 0 0-15,1 3-3 0,0-2 4 16,-2 1 6-16,1 2-3 0,-1-1 2 0,-1 3-1 16,-3 0-3-16,2 1-2 0,-4 1 7 0,2 1 18 15,-2 1 8-15,-3 1 12 0,2 2 10 16,-5-2 3-16,1 2-7 0,-2 2-13 0,-2-1-11 15,1 4-9-15,-3-2-4 0,2 0 0 0,-5 3-7 16,3-1-5-16,-3 0-4 0,0 0-4 0,0-2-18 16,0 1-26-16,2-2-25 0,-4-2-45 0,6-2-92 15,-1-3-130-15,-2-3-155 0,6-3-274 16,0-5-242-16,2-3-136 0,2-3 143 0,1-5 372 0</inkml:trace>
  <inkml:trace contextRef="#ctx0" brushRef="#br3" timeOffset="-72843.37">27022 12681 292 0,'2'10'512'0,"2"-3"180"0,3 3 92 16,1-2-274-16,1 0-182 0,5 0-70 0,2-1-16 0,2-2-8 16,2-1-15-16,1 0-27 0,2-2-32 0,3 0-46 15,-1-2-40-15,3-2-34 0,1 1-22 0,-2-2-12 16,1 0-51-16,1-3-101 0,-2 4-133 16,-2-4-293-16,-2 1-228 0,0 1-159 0,-1-2 33 0,-2 0 283 15</inkml:trace>
  <inkml:trace contextRef="#ctx0" brushRef="#br3" timeOffset="-72192.15">28033 11756 49 0,'-7'0'308'0,"1"0"174"0,-2 0 143 15,-1 1-50-15,2 0-217 0,2 3-123 16,0-2-67-16,2 3-20 0,2-1 3 0,-1 4 3 16,4 0 5-16,-1-1 0 0,2 3-13 0,2-1-18 15,3 2-10-15,0 0-8 0,1 3-4 0,3-1-3 16,-3-1-1-16,4 1-5 0,-2 1-10 0,1-1-10 15,0 4-13-15,-1-3-9 0,0 1-9 0,0-1-9 32,-3 1-6-32,1 2-8 0,-3-3-7 0,-1 0-3 0,-2-1-5 0,-3 0-3 0,0 2 2 15,-1-3-5 1,-2 1 0-16,-1-1 1 0,-2-2-3 16,-2 3-1-16,0-2-7 0,-1 0-6 0,-2-1-29 15,0 1-51-15,-2-1-75 0,1-1-94 0,-1-1-105 16,0-1-165-16,4-5-229 0,-1 2-105 0,1-5 62 15,3-4 205-15,1-1 243 0</inkml:trace>
  <inkml:trace contextRef="#ctx0" brushRef="#br3" timeOffset="-71941.93">28080 11723 145 0,'5'-1'385'15,"-1"-2"177"-15,1 2 136 16,2-1-149-16,2 1-147 0,-1 0-63 0,3 1-21 16,1 0-1-16,3-2-12 0,0 2-27 0,3 0-43 15,-1-2-53-15,4 1-49 0,-2-2-39 0,3 0-35 16,0-2-21-16,-1 0-15 0,1-1-11 16,0 2-5-16,-3-3-3 0,0 3-21 0,-3-1-68 15,-2 0-110-15,-4 2-144 0,-1 0-282 0,-5 0-250 16,0 3-157-16,-4 0 66 0,-4 3 308 15</inkml:trace>
  <inkml:trace contextRef="#ctx0" brushRef="#br3" timeOffset="-71642.01">28519 11959 98 0,'9'32'313'16,"-2"0"138"-16,-1-3 114 0,2-3-133 0,1-4-142 15,0-1-50-15,-1-5-9 0,1-1 21 0,-1-7 24 16,5-3 7-16,-5-4-7 0,1-2-23 0,4-5-25 16,-4-5-17-1,-1-3-19-15,3-2-8 0,-3-4-15 16,-1 0-7-16,-3-5-14 0,-2 2-15 0,-4-4-20 16,-2 0-22-16,-3 2-21 0,-2 0-20 0,-4 0-15 15,0 2-14-15,-1 4-8 0,0 1-8 0,-2 5-1 16,2 5-4-16,-2 3-4 0,3 5-3 15,1 5 1-15,1 1-1 0,1 5-19 0,2 2-45 16,1 2-94-16,0 0-128 0,6 0-170 0,-3-1-293 16,8 3-250-16,0 1-134 0,1-1 154 0,6-2 371 15</inkml:trace>
  <inkml:trace contextRef="#ctx0" brushRef="#br3" timeOffset="-70759.31">28836 12124 196 0,'7'0'357'0,"0"-3"134"0,-2 0 19 16,3-1-146-16,-4-1-101 0,6-1-41 0,-4-3 3 16,0 2 17-16,2-3 25 0,2-1 15 15,-4-3 5-15,2 1-13 0,-1-3-15 0,2 2-21 16,-1-1-19-16,0-1-19 0,-3 2-26 0,1 0-21 16,-2 3-24-16,-1 0-17 0,1 2-19 0,-3 2-11 15,-1 2-13-15,0-1-15 0,0 4-8 0,0 0-10 16,-1 2-9-16,1 2-12 0,-4 0-6 0,3 4-3 15,-1-1-2-15,-2 3-2 0,2 0-4 16,1 3 2-16,-1 1-4 0,1 1 2 0,-3-1 0 16,4 3-2-1,-1 0 3-15,-1 0-2 0,0 0 1 0,2-4-3 16,2 1 2-16,0-1 1 0,-1-3-1 16,3-1 2-16,-1-2 2 0,3-4 3 0,-2 1-6 15,1-4 4-15,3-2-1 0,-1-2 1 0,2-2-1 16,-1 1-1-16,2-3 5 0,-1-1-2 15,-1-1-3-15,0 0 0 0,1 0 2 0,-1 0-1 0,-2-1-4 16,1 3 0-16,-2 0 3 0,-2 1 1 16,0 1-4-16,-1 2-2 0,-1 2 5 0,-1 1 1 15,-1 2 2-15,1 1-1 0,-4 1 3 0,3 4 2 16,-1 0-4-16,-1 2 1 0,1 3-6 0,-1-1 0 16,2 3-2-16,-3 0 1 0,4 0 1 0,-1 0-3 15,2 1 5-15,-1-3-3 0,4 2 2 16,-1-1-5-16,-2-2 0 15,4-1 0-15,-2-2 2 0,2-2 0 0,3-1-7 0,-2 0-10 0,-1-2-35 16,0-1-84-16,0-1-136 0,-4 0-175 0,4-1-288 16,-4-1-258-1,2 1-173-15,-1 0 111 0,1-1 393 16</inkml:trace>
  <inkml:trace contextRef="#ctx0" brushRef="#br3" timeOffset="-69835.85">29185 12124 232 0,'0'0'381'0,"0"0"151"0,0 0-14 0,0 0-110 15,1 0-90-15,-1 0-47 16,2-2-23-16,0 1-11 0,-1-2-10 0,4 0-3 16,-2-1-17-16,2-2-10 0,3-2-19 0,0 1-15 15,-2-2-21-15,2-2-19 0,3-1-10 0,-1-1-15 16,-1 1-12-16,4-2-1 15,-2 1 0-15,-1-2-4 0,-1 5-8 0,0-3-7 0,-1 4-8 0,-1 0-14 16,-1 2-4-16,-2-1-2 0,0 4 8 16,-3-1-1-16,1 1 4 0,-1 2 6 0,-1-2-3 15,0 4-3-15,0 0-11 0,-1 4-4 0,-1-1-8 32,1 3-8-32,-3 0-5 0,3 3-6 0,-2 0 0 15,-2 2-2-15,4-1-1 0,-1 3-1 0,1-2-1 16,-1 1-3-16,2 0-2 0,0-1-4 0,2-1 2 15,-2 0 0-15,3-1 1 0,-2-1 0 16,4 0 1-16,-1-2 3 0,0-1 0 0,0-3 0 16,1 1 4-16,2-3 3 0,0 0-2 0,1-3 2 15,0 1-1-15,2-6 0 0,1 0-1 0,0-1 0 16,1-3-1-16,0 1 1 0,-1 0-1 0,3-1-2 16,-5 2 3-16,1-1-3 0,1 1 1 0,-5 5-2 15,1-1-1-15,-1 2-1 0,0 3-2 0,-1 1 3 16,-2 3 0-16,0 1-3 0,0 2-1 15,-1 1 4-15,0 3-2 0,-1-1-2 0,1 0 2 16,1 0 2-16,-1 0 2 0,4-1-2 0,-3-1 1 16,2-2 1-16,0-3-2 15,3 1 1-15,1-3 0 0,0-4 0 0,3-2 4 0,1-1-2 0,0-2 1 32,1-2-2-32,1 0 2 0,-1-2-2 0,2-1-4 15,-3 3 0-15,1 0-1 0,-1 1 1 16,-1 2-1-16,-2 1 2 0,-1 1 2 0,0 3-1 15,-2 0 2-15,-1 3-2 0,1 1-1 0,-3 3-2 16,2 0 1-16,-3 2 1 0,1-1-2 0,-1 5 2 16,2 0-3-16,-4 0 3 0,3 3-2 0,-1-3 0 15,0 3 2-15,1-2-4 0,1 1 3 0,-2-2 0 16,1 1-3-16,0-3-6 0,1 1-15 16,-2-3-23-16,1-2-80 0,-4-2-149 0,0 0-242 0,0-2-280 15,-2-2-249-15,0 0-181 0,-1 0 157 0,-2-2 465 16</inkml:trace>
  <inkml:trace contextRef="#ctx0" brushRef="#br3" timeOffset="-62661.52">19994 5613 193 0,'-1'1'351'0,"1"-1"140"0,0 0 22 16,-2 0-136-16,2 0-98 0,-2 0-53 15,2 0-21-15,0-1-11 0,0 1-7 0,0 0-8 16,0 0-7-16,0 0-10 0,0 0-10 0,2 0-12 0,-2 0-11 15,2 0-12-15,-2 0-17 0,0 0-7 16,1 0-9-16,1 0-1 0,-1 0-1 0,-1 0 10 16,2 0 11-1,0 0 7-15,-1 0-1 0,2 0-8 0,-1 0 0 0,-2 0-10 0,0 0-18 0,1 0-14 32,-1 0-2-32,0 0-2 0,2 0-4 0,-1 1-7 15,1-1-3-15,0 2-1 0,1-1-12 16,-2 0-7-16,3 1-10 0,1 1-4 0,-4-1 2 15,5-1-3-15,-3 1 2 0,0 1-2 0,2-2 0 16,0-1 3-16,-2 2-1 0,2-1 0 0,1 0 2 16,-3 1 3-16,4-2 9 0,-4 2 2 0,0-1 0 15,4 0 1-15,-4-1-2 0,3 2-1 0,-2 0-8 16,1-2-4-16,0 1 0 0,0-1-2 16,1 0 0-16,0 0 1 0,1 0-1 0,-2 0 0 0,1 0-1 15,0 0 6-15,2 0-2 0,-2 0-1 16,-1 0 0-16,3-1-2 0,-3 1 0 0,3 0-2 15,0 0 2-15,-4 0 1 0,3 0-1 0,-1 0 0 16,0-2-3-16,1 2-1 0,-1 0 0 0,-1 0 0 16,1 0-3-1,0 0 4-15,-1 0-1 0,1 0 0 16,-1 0-2-16,2 0-2 0,0 0 3 0,0 0 0 16,-1-2-3-16,2 2 0 0,0 0 1 15,-2-1 1-15,2 1-2 0,-1 0-4 0,1-1 1 16,-1 1 3-16,0-2 0 0,-1 2 5 0,0-2-3 15,2 1 2-15,-2 1 0 0,-1-1-6 0,2-1 6 16,-1 1-9-16,0 1 6 0,0-2-1 0,-1 1 3 16,2-1 5-16,-2 1-8 0,-1-2 1 0,4 1-4 15,-2 0 5-15,-1 0-5 0,2 0-4 16,-3-1 3-16,5 2 7 0,-2-2 4 0,-1 0-7 16,2 0 5-16,0 0 0 0,-2 2 0 0,1-3-7 15,-1 1-3-15,2-1 2 0,-2 2-3 0,1-1 4 16,-3 0-2-16,3 0 2 0,0-1 2 0,-2 0 5 15,2 0 0-15,-3 0 2 0,1-1-6 0,0 1 2 16,3-1 5-16,-4-1-8 0,1 1 5 0,2-1-2 16,-2 0 6-1,-1-1-5-15,2 1-9 0,-1 0 6 16,-2-1 0-16,2 2-3 0,0-1-2 0,0 0 2 16,1 0 0-16,-2 0-5 0,1 2-2 15,0-4 1-15,0 4 3 0,1-2 5 0,-1 0 0 16,-1 1 1-16,1-1 5 0,-1 1 0 0,0-1-3 15,1 2 3-15,0-2 2 0,-1 2 1 0,1-2-7 16,2 1 2-16,-3-1-2 0,0 2-5 0,0-2-2 16,2 0 1-16,-2 1 3 0,0-1-2 0,1 0 4 15,-2 1 3-15,2-1-2 0,-2-1 3 0,2 3-2 16,1-4 0-16,-1 2 1 0,-2 0-1 0,0-1 2 16,2 2-3-16,-1-2 3 0,-3 1 1 0,5 1-6 15,-3 1 3-15,0-2-1 0,1 0-5 16,-3 0 1-16,2 0-1 0,-1 0 3 0,1 0-3 15,1 0 0-15,-3-1 3 0,2 1 4 0,2-2 2 16,-4 3 3-16,1-2-3 0,-1 1-3 0,3-2 3 16,-3 2-6-16,1 0-3 0,-1 0 1 0,1 0 5 31,1 1-3-31,-3-1-4 0,4 0 1 0,-3-1 3 0,1 1-1 0,-1 0-3 0,4 0 7 0,-5 0-1 31,3 0 5-31,0-1 1 0,-1-1-6 16,1 1 0-16,-1-2-5 0,1 2 1 0,-2-4-3 0,3 3-1 15,-3 1 3-15,2-3 3 0,2 3 0 16,-4 1 5-16,-1-1-2 0,2 1-3 0,-1 0 2 16,1 0-3-16,-2 1 5 0,2-2-6 0,-1 5 4 15,1-4-1-15,0 0-1 0,-1 0 1 0,1 0-1 16,-1 2-1-16,3-2 6 0,-3-2-3 0,2 2 3 16,1-1 0-16,0 0-5 0,-1-1 0 15,0 0-5-15,1 0 5 0,-3 1-3 0,4 0 2 16,-3-1 1-16,1 0 1 0,0 1-5 0,-1 0-2 15,2-2 2-15,-2 3-2 0,1-2 4 0,-2 3 0 16,3 0 4-16,-3-1-2 0,1 1 0 0,-1 1 1 16,1-1 3-1,0 2 1-15,-1-2-3 0,2 1-1 0,-1 0-1 16,1-2 1-16,3 1-4 0,-3-1-5 16,2-1 1-16,2 0 3 0,-1 0 1 0,2 0 1 15,-2-1 2-15,0 1 5 0,-1-1-5 0,2 2 1 16,-1 0-4-16,-2 2 7 0,0 0-4 15,1-1-5-15,-2 2 8 0,0-2 1 0,0 3-1 16,0-1-3-16,-1 1 0 0,2 1 0 0,-1-2-3 16,-1 1 1-16,1 0 1 0,-1 0-1 0,1 0 2 15,0 0 4-15,1-1-1 0,0 0-2 0,2 2 0 16,-1-4-2-16,0 2-2 0,1-2-2 0,1 1 1 16,0 1-2-16,-2-1 6 0,2 1 1 15,-3 0-2-15,1 0 5 0,0 0 2 0,-2 1 1 16,3-1-7-16,-3 2 4 0,2-2 0 0,-2 1-3 15,1 2-2-15,1-5-4 0,-2 3 3 0,3 1-4 16,-2-3 7-16,0 1-3 0,0 0 3 0,1 0-1 16,-1 0 2-1,0 0-1-15,1 2-2 0,-2-1-1 0,0 1 2 16,-1-1 2-16,-1 1 0 0,1 1 2 0,0-2 2 16,-1 2-1-16,-1 0-7 0,3 0 1 15,-3 0 0-15,2 0-1 0,0 0-5 0,-1 0 5 16,-1 2 3-16,2-2 4 0,-1 0-4 0,1 1 4 15,1 1 1-15,-2-1-6 0,1 1 3 16,-1-2-1-16,1 1 4 0,0 1-2 0,-1-1-1 16,-1 2 5-16,4-1-1 0,-4 0-6 0,1 0-4 0,1 1 3 15,-1 1-3-15,1-2 1 0,0 4-3 16,-1-4 2-16,1 2 7 0,-1 1 2 0,1-2 0 16,1 2-1-16,-2-1 1 0,-1 2 3 0,3-2-5 15,-3 2-6-15,2-1 0 0,0-1 6 16,-1 2-3-16,1-2-6 0,0 2 4 0,-2 0 6 15,1 1 1-15,1-1-4 0,-1 1 1 0,-1-1 3 0,2 2-1 16,0-3-2-16,-2 3 1 0,1 0-4 16,-1-1 3-16,2-1-3 0,-1 1 0 0,-1 0-1 0,0 2 1 15,2-3 1-15,0 2 1 0,-2-3 1 16,2 3 1 0,-2-1 3-16,0 0-2 0,2-1 0 15,0 0-2-15,-2 2 0 0,1-3 1 0,-1 2 0 16,2 1-4-16,-1-2 0 0,-1 0 3 0,0 1-3 15,2-1 5-15,-2 0-8 0,2 3 1 0,-2-3 7 16,0 1 2-16,1 0 1 0,-1 0-4 0,0-1 0 16,2 2-1-16,-1-2-8 0,1-2-1 15,0 2 3-15,-2 0 3 0,1-1 3 0,1-1-1 16,-1 0 2-16,-1 2 3 0,2-1-3 0,-2-2-6 16,3 2 2-16,-3-1 0 0,3 1 4 0,-1-2-3 15,-1 2-1-15,-1-1 3 0,2 2-1 0,-1-1-1 16,3 2-4-16,-4-1-1 0,1-1 4 0,2 1 1 15,-3 3-4-15,4-1 2 0,-3-2 4 0,1 2-1 16,0-1 0-16,-1 1-5 0,2-1 5 0,0 1-1 16,-1-1-5-16,-1 0 2 0,2 2-4 0,1-1 4 31,-3-2-4-31,2 1 6 0,-1-1 2 0,1 1-1 16,-1-3 0-16,1 2 1 0,-1 2 4 15,2-4-6-15,-2 2-1 0,-1-2 2 0,2 2-1 16,1-1-5-16,-3 1-1 0,2-4 0 0,-1 5 4 15,1-2-2-15,-1 0 2 0,1-1 4 0,0 0 1 16,2-1-1-16,-2 1 2 0,-2 1-2 0,3 0 0 16,-1 1-4-16,0-2 6 0,0 0-3 15,1 2 0-15,-3-1 0 0,2 1 2 0,2-1-1 0,-4-1 2 16,2 2 3-16,-1-1-3 0,1 0 4 16,1 0 6-16,-3-1 5 0,2 1 3 0,1 0 11 15,-3-1 9-15,2 2 1 0,-1-2-1 16,2 2 0-16,0-1-6 0,-4 1-10 0,1-4-8 0,2 4-6 15,-1-1 0-15,0-1-4 0,-1 0 0 0,2 1-1 0,-3-1 1 16,2 0-2-16,0 1-2 0,-1-2-2 16,-1 2 0-16,2-2-2 0,-1-1 0 0,1 3 1 15,-2 0 2-15,2-3 1 0,-1 3-2 32,2 1 1-32,-1-4 4 0,-2 2-1 0,1 1-2 15,-1-1-2-15,3 1 2 0,-3 1-3 0,2-2 1 16,0 0-2-16,-1 1 1 0,-1 0 1 0,2-1-2 0,-1 2 2 15,1-2-1-15,0 0 0 0,-2 0-1 16,1 0 2-16,1 1-2 0,-1-3 0 16,1 1-2-16,0 0 3 0,-1 0 2 0,2 0-3 15,-1 0 2-15,-1 0 2 0,1 0-4 0,-1 0 0 16,1 0-1-16,0-2 1 0,-1 2 1 0,1 0-3 16,-1 0 2-16,1 0 2 0,0 0 0 0,-1 0-2 15,-1-1 0-15,2 0 1 0,0 0 1 0,-1 1-1 16,1 0 2-16,-1-1-1 0,2 0 0 0,-1 2 0 15,-1-3 0-15,2 2-2 0,-1 0-2 0,0-1 2 16,-1 2 2-16,2-1-1 0,-1 1 0 0,-2-3-1 16,3 2 0-16,-1 0 1 0,0 0-1 15,-1 0 0-15,2-2 1 16,-1 2 2-16,1-1-2 0,-2 0-1 0,2 0 3 16,-1 1-1-16,1 0-2 15,-1 0 0-15,1-1 4 0,-1 1-4 0,1-2 0 0,0 2 0 16,0 0 0-16,2-2 0 0,-2 3 0 15,0-2-2-15,0 2 5 0,1-2-2 0,-1 3-3 16,2-3 2-16,-1 1-1 0,2 0 1 0,-1 0 0 16,0 0 1-16,0 2 1 0,0-3 0 0,-1 0 0 15,4 1 2-15,-2 0-1 0,-1 0-1 0,2-1 0 16,-3 0-1-16,6 1 2 0,-4-1-3 16,0 1 0-16,3-2 1 0,0 1 3 0,0-1-1 15,-1-1-1-15,5 0 0 0,-4 0 2 0,4 0 2 16,-1 0-4-16,0 0 1 0,2 0 0 0,-1 0 0 15,-1 0-3-15,2 0 2 0,-1 0 0 0,1 0 0 16,1 0 1-16,-1 0-2 0,-2 2 1 0,1-2-5 16,3 1 3-16,-2-1 1 0,0 0 1 0,2 0 2 15,2 0-1-15,-2-1 0 0,1-2 1 0,2-2-1 32,-2 1 0-32,4-4-1 0,-4 1 0 15,2-1-1-15,0-1-3 0,-1 0-4 0,-5 3-16 16,0-2-39-16,-1 4-52 0,-2 1-51 0,-5 2-100 15,0 1-173-15,-3 1-292 0,-2 4-262 0,-2-1-227 16,0 2-138-16,1 3 272 0,-1-3 551 0</inkml:trace>
  <inkml:trace contextRef="#ctx0" brushRef="#br2" timeOffset="-49236.28">30360 12952 205 0,'0'0'354'15,"-2"0"128"-15,0 0-6 0,1 0-132 0,-1 0-99 16,2 0-39-16,-1 0-11 0,-2 0 13 16,1 0 21-16,2 0 27 0,-1-1 10 0,-1 1 5 15,1-2-2-15,1 2-2 0,-2 0-15 0,2-2-23 16,-2 2-24-16,2 0-27 0,-1-1-23 0,1 1-27 15,-2-1-25-15,1 1-12 0,1-2-12 0,0 0-5 16,-2 2 5-16,0 0 1 0,2-1 14 0,-1 1 5 16,-1 0 9-16,0-1 6 0,2 1-4 0,-1-2-6 15,-2 2-15-15,0 0-15 16,1-1-17-16,1 1-15 0,-2-2-14 0,-1 2-6 0,3 0-7 0,-3 0-2 16,1 0 0-1,2 0-3-15,-3 0-2 0,3 0-3 16,-4 2 2-16,1-1-1 0,-1 1-4 0,2-1 1 15,-2 0-1-15,2 3 1 0,-2-3-3 0,2 0 0 16,-2 3 2-16,0-3 1 0,2 3 1 0,0-3-1 16,0 1 0-16,0 3 0 0,-1-5-1 0,3 2-1 15,-2 1-1-15,-1 0 1 0,2-2-1 0,0 3 0 16,0-3 2-16,-1 2-3 0,3 0 4 0,-1-2-3 16,-1 3-1-16,0-3 1 0,2 2-1 0,-1-2-1 15,1 2 1-15,-2 2 2 0,1-2 0 0,1-2 0 16,0 2 0-16,-2 2 0 0,0-3-3 0,2 2 2 15,0-2 3-15,0 2-3 0,0-2 0 16,0 2 2-16,0-2-2 0,2 0 0 0,0 1 0 0,-2-1 0 0,0 1-2 16,1 0 2-16,1-2-1 0,-2 3-1 15,1-3-1-15,1 2 2 0,0-1 0 0,-1 0 1 16,2 0 0-16,1 0 0 0,-2 0 0 0,2 0-1 0,-1 1 1 31,-2-2 2-31,3 0-1 0,-3 3 0 16,2-3 1-16,1 1 1 0,-3-1 0 0,2 2 0 15,-1-1-2-15,1-1-2 0,0 1-1 0,0-1 1 0,-1 0-2 16,1 1 0-16,0 0 3 0,0-1 0 0,1 0 0 16,-1 1 1-16,2 0 0 0,-1-1-1 0,1-1-1 15,0 3 2-15,-2-1-1 0,2-1 1 0,0 0 3 16,-1-1 0-16,4 5-4 0,-3-5 1 0,0 0 0 16,-1 2 0-16,3-2-3 15,-1 3 2-15,-3-2 0 0,2-1 0 0,0 3 2 16,-2-1-2-16,2 0-1 0,-2-2 1 0,0 1 0 0,1 0 1 0,-1 1 0 15,1-2 1-15,1 2-1 0,-2-2 0 0,-2 1-2 16,3-1 1-16,-1 0 0 0,0 1-1 0,1-1 1 16,0 2 1-16,-1-2 1 0,-2 0-3 0,4 0 1 15,-3 0-1-15,1 2 1 16,-1-2 0-16,1 0 0 0,-2 0 0 16,3 0 1-16,2 1 0 0,-3-1 0 15,-2 0-2-15,3 0 0 0,-1 0 3 0,0 0 0 16,0 0 1-16,1 0-2 0,-3 0-1 0,2 0 3 0,0 0-5 15,0-1 4-15,-1 1-2 0,1 0 1 16,-1 0 0-16,1 0-1 0,-2-2 0 0,4 2-1 16,-1-2 0-16,-1 1 0 0,-2 1 2 0,4-1-1 15,-2-1-2-15,2-1 1 0,-4 2-1 0,4 1 2 16,-2-2-2-16,-1 0 0 0,1 1 2 0,-1-1 1 16,1 1 3-16,0 1-2 0,0-3 0 0,-2 3-2 15,-1-2 5-15,4 2-4 0,-3-5-3 0,1 4 2 16,0-2 2-16,-1 0-1 0,1 0-3 0,-1 1 3 15,3-2-1-15,-1 1 0 0,-2 0 0 16,-1-1 3-16,5 1 0 0,-5-2-3 0,1 2 3 0,-1 0 3 16,3-1-1-16,-3 1-1 0,2 0 4 0,-2-2 4 0,0 3 0 15,0-2 3-15,0 0 2 0,0 1 2 0,-2-2 0 16,2 2-1-16,0 0-3 0,-1 0-2 16,-1 0-2-1,2-1-2-15,-1 0-3 0,-2 2 0 16,1-1 2-16,2 0-4 0,0 0-2 0,0 1 0 0,-1-1 2 0,1 0-3 0,0 2-1 15,-2-2 1 1,1 1 1-16,1 0-2 0,0 0 3 0,-2-1 0 16,2 0 0-16,-2 1 2 0,2 1-1 0,0 0 3 15,-1-3 0-15,1 3 0 0,0-1 1 0,-2 1 0 0,2-2 0 16,-1 3-2-16,1-2-1 0,-2-1-2 0,0 1-1 16,2 0 1-16,-1 1 0 15,1-2 1-15,-2 2-1 0,0-2 2 0,2 1 0 0,-1 2 1 0,1-1-2 16,-3 0 1-16,3-1 2 0,-5 0 0 0,4 2-1 15,-1-1-1-15,-1 1 1 0,0-1-2 0,0 1-1 16,-1-2 0-16,1 2 0 0,0 0-2 0,-3 0 0 16,3 0 1-16,-4-1 0 0,4 1 0 0,-2-2 0 15,0 2 2-15,2 0 2 16,-3-1 1-16,2 1 2 0,0-2 1 0,1 1 1 16,0 1-1-16,0-2-2 0,-1 1-1 0,1-1-3 15,2 0 0-15,-4 2-1 0,4-1-1 16,-4 1-1-16,2-1 0 0,-1-1 0 0,3 2 0 15,-2-3-1-15,-1 3 0 0,0-2 0 0,-2 0 0 16,2 0 0-16,0 1 0 0,-3 0-1 0,1-1-1 16,-1-1 0-16,-2 2-3 0,1 1-8 0,0-2-19 0,-3 2-43 15,2 0-68-15,-1 2-77 16,-2-1-148-16,4 0-231 0,-2 1-305 0,2-2-290 16,1 2-199-16,2-2 13 0,0 1 518 0</inkml:trace>
  <inkml:trace contextRef="#ctx0" brushRef="#br2" timeOffset="-46800.31">30911 12568 75 0,'0'2'305'16,"0"-2"157"-16,-1 0 140 0,1 1-107 0,0-1-134 15,-2 1-79-15,2-1-29 0,0 0 6 0,0 0 12 0,0 0 10 0,-1 0-4 16,1 0-15-16,0 0-33 0,0 0-41 0,1 0-42 16,-1 0-41-16,0 2-33 0,2-2-24 0,-2 0-19 31,0 0-12-31,1 0-9 0,-1 0-3 0,2 0 11 16,0 0 13-16,1 0 21 0,0 0 18 0,0 0 13 15,2 0 7-15,0 0-6 0,2-2-9 0,-2 2-11 16,3-2-13-16,0 0-9 0,2 0-5 0,-1 0 1 15,1-1-2-15,2 0-6 0,-1 0-5 0,2-4 1 16,0 5-7-16,1-3-3 0,2 1 3 0,-3-2 6 16,0 2 7-16,0 0-3 0,1 0 2 15,-2 1-2-15,-3-2-5 0,0 2-10 0,-1 1-8 0,-1-1 2 16,-2 2-2-16,-2 0 18 0,0-1 25 0,-1 2 32 16,0 0 33-16,0 0 13 0,0 0 8 0,-2-2-9 15,1 2-20-15,1 0-23 0,-2 0-23 0,0 0-12 16,-2 0-9-16,1 0-11 0,-1 0-5 0,0 0-8 15,-2 0-5-15,1 0-2 0,-2 0-6 16,-1 2 1-16,-1-2-1 0,-2 2-1 0,1-1 0 0,-2 0-3 16,2 3 1-16,-4-3-1 0,2 2 2 15,-2 0-1 1,1-1 2-16,-1 1 1 0,2-2-2 0,-2 2 1 16,3 1 1-16,-2-3 0 0,1 0 0 0,2 1 0 15,0 1 0-15,1-2 3 0,0 1 0 0,3 0-3 0,-3-2 0 16,2 2-1-16,-1 0 0 0,3-1-1 15,-2-1 0-15,4 2 0 0,-2-1 1 0,-1 0-2 16,3-1-1-16,1 0 0 0,-2 2 1 0,0 0-1 16,2-2 0-16,0 3 1 0,0-2-2 0,2 2 0 15,0 0 0-15,-2 0 2 0,0 2 1 0,1-3 2 16,-1 2 1-16,4 1 0 0,-4-2 2 0,1 2 0 0,1-3 0 16,-1 4-2-16,3-1 1 15,-3-1-1-15,2 2-2 0,1-2-1 0,0 1 2 0,1-1-2 16,0 1-1-16,-1 1 1 0,3-1 2 0,2 1 2 0,-1 0 0 15,2 0 1-15,-1 1 1 0,2 0 1 0,-1 1-1 16,2 0-3-16,-1-3 0 0,-1 1-1 0,2 0 2 16,0 0-2-16,-1-2 2 0,-1 1-1 15,0-2 1 1,0 0-1-16,0 1 1 0,-1-2-2 0,-1-2 0 16,0 1-2-16,-2-1 1 0,-2 2-2 0,3-2-5 15,-6 0-21-15,3 0-38 0,-4 3-45 16,1-3-40-16,-1 0-59 0,-1 0-99 0,-3 0-111 0,1 0-120 15,-2 0-210-15,1 0-247 0,0-3-178 0,0 3 70 16,1 0 339-16,0 0 370 0</inkml:trace>
  <inkml:trace contextRef="#ctx0" brushRef="#br2" timeOffset="-46187.32">31440 12496 99 0,'1'-1'344'0,"-1"-3"180"0,0 3 141 16,0-2-112-16,0 2-150 0,0-1-83 0,0 1-26 0,0-1-3 0,2 2 3 15,-2-1-2-15,0-1-17 0,1 2-28 0,-1-1-31 16,2 1-36-16,0-2-35 0,-2 0-28 0,1 1-22 16,3 0-23-16,-3 1-13 0,2-2-8 15,2 1-4-15,-2-1-9 0,-2 1-1 0,4 0-5 16,-2 1-6-16,2-2-7 15,2 0-1-15,-1 1 3 0,2 1-8 0,-2-1 0 0,1 1 0 0,-1 0-6 0,1 1-1 32,2-1-2-32,-3 3-2 0,-1-3-3 0,2 3 5 15,-3 0 10-15,0 0 24 0,-2 3 19 0,0 0 20 16,-2 1 25-16,0 0 12 0,-4 3-3 0,0-1-15 16,-2 2-17-16,-2-1-14 0,0 0-26 0,-1 2-14 15,-1-1-6-15,-1 1-10 0,-1 0 15 0,-2 0 8 16,5 0 5-16,-4-2 2 0,4 2-1 0,-1-3 1 15,-1 1-18-15,5 1-9 0,-1-2-6 0,3 1-1 16,-1-2-4-16,2 1-3 0,-2-1 3 0,5-1-2 16,0-1 0-16,3 0-4 0,-1 0 4 15,2 0 2-15,1-1-5 0,0-2 2 0,2 2 0 0,3-4 1 16,0-1-2-16,0 0 1 0,3-1 0 0,0-1 0 16,3-2-9-16,-3 0-36 0,4 1-47 0,-4-1-43 15,2 2-53-15,-2-4-97 0,0 1-131 0,-1-1-122 0,0 2-187 16,-3-2-244-16,2 0-180 0,-1 2 59 15,-2-2 319-15,2 1 364 0</inkml:trace>
  <inkml:trace contextRef="#ctx0" brushRef="#br2" timeOffset="-45864.64">31716 12649 209 0,'4'3'383'0,"-4"3"154"0,1 0 24 0,1 0-123 16,-2 3-111-16,0 2-52 0,1 1-16 15,-1 0 2-15,4 1 1 16,-3 1-3-16,2 1-16 0,3-2-24 15,2 1-25-15,-1-1-34 0,1-1-33 0,3-1-32 0,0-3-8 0,2-2-6 16,1-2-10-16,-1-2 2 0,4-2 4 16,-1-5-4-16,-1-1-15 0,1-2-9 0,3-4-4 0,-2 0 5 15,-2-3-1-15,0-1 5 0,-3-2 9 16,-1-1 5-16,-5 0 7 0,2 1-3 0,-5-1 3 16,-5 0-4-16,1 0-11 0,-8 0-9 15,1 1-1-15,-4-1-2 0,-2 5-6 0,0 0 1 0,-3 3-5 0,-1 3-3 16,-2 2-10-16,-1 3-9 0,0 1-5 0,3 5-8 15,-3 2-5-15,4 1 4 0,-2 3-1 16,3 1-4-16,0 1-2 0,3 2-5 0,1 1-28 0,2 1-32 31,1 0-41-31,2 1-90 0,0-1-136 0,2 2-205 16,2-1-264-16,1-1-246 0,4 1-176 0,-1-1 130 16,4-2 418-16</inkml:trace>
  <inkml:trace contextRef="#ctx0" brushRef="#br2" timeOffset="-44934.44">32138 12816 250 0,'4'0'423'0,"-1"0"163"0,-2-2 21 0,3 2-152 16,-4 0-95-16,3-3-31 16,-3 1-8-16,0 1-11 0,1 1-15 15,-1-2-14-15,2-1-24 0,0 1-44 0,-1-2-30 0,2-2-22 16,-1 2-19-16,1 0-19 0,2-2-25 0,-1-2-18 15,1 1-12-15,0-2-9 0,0 0-7 16,0-1-7-16,2 0-4 0,0 1-4 0,-1-1-2 0,1-1-2 16,0 2-1-16,-1 1-1 0,1-3 3 15,-2 3-4-15,-2 2 3 0,0-1 5 0,0 2 7 16,-1 1 8-16,1-1 1 0,-2 4 2 0,-1-2-7 0,2 1-5 16,-2 0-10-16,0 2-6 0,0 2-7 0,-2 0 0 15,1 1 0-15,-2 3-7 0,0 1-5 0,0 2-3 16,-1 3-2-16,1-1-4 0,0 1-4 0,0 1 1 15,-1-1 1-15,3 3-1 0,-1-3 0 16,1 1 0-16,1-1-1 0,0-3 3 0,0 2-1 0,1-4 1 31,1 1 0-31,1-1 1 0,0-4-1 0,0 2-1 16,2-5 6-16,2 0 4 0,0-3-3 0,1-1 0 16,0-4 0-16,2-1 1 0,2 0-6 0,-2-3-2 15,2 1 2-15,0-3 0 0,-3 2 1 0,-1 0 4 16,1 1 0-16,-1 0-1 0,-3 3-1 15,0 1 3-15,-2 1 3 0,0 1-4 0,-1-1 0 0,-1 6-1 16,-2 0 3-16,1 0-4 0,-5 4-4 0,2 3 1 16,0-1 0-16,-4 2 0 0,4 3-3 0,-2-1 1 15,2 0 0-15,0 2 3 0,-1 1-1 0,2-1-3 16,0 0-1-16,2 0 2 0,0-2-2 0,0 0-1 16,2 1 1-16,0-5-2 0,-1 2-33 0,4-1-35 15,-1-1-38-15,0-1-88 0,0-1-127 0,3-2-165 16,-2 1-251-16,1-2-250 0,-2-1-202 0,3 2 44 15,-1-1 358-15,1-1 406 0</inkml:trace>
  <inkml:trace contextRef="#ctx0" brushRef="#br2" timeOffset="-44250.63">32531 12876 21 0,'5'-2'351'0,"-1"0"272"0,-1 0 215 16,0-2 25-16,1 0-227 0,-1 0-161 0,-2-2-107 0,4 0-65 15,0-1-37-15,-2-3-29 0,5 0-40 0,-2-1-44 16,2-1-29-16,0-3-23 0,1 2-17 0,3-2-5 0,-3 1-4 15,2 1 3 1,-1-1 4-16,-1 2-1 0,2 2-4 0,-4 1-7 16,1 0-10-16,-4 3-13 0,1-1-11 15,-2 5-7-15,0-2 6 0,-1 3-3 0,-1 0 17 16,-1 1 20-16,2 1 7 0,-2 3 3 0,-2-1-8 16,2 4 1-16,-1-1-19 0,-3 3-16 0,3 1-10 15,-2 1-7-15,0 2-4 0,0 0-3 0,1 0-2 0,-1 2-3 16,1 0-1-16,1-2-1 0,1 0-1 15,0-1-2-15,0-1-1 0,0 0 0 0,1-3-2 0,3-1 0 16,-1-1-2-16,0-2 5 0,3-2 0 0,0-1 1 16,1-2 1-16,2-2 0 0,1-4 1 0,1 0-2 15,2-1 1-15,1-2 1 0,-1 1 1 0,0-4-2 0,0 2-1 16,1 1 0-16,-3 1 0 0,1 0 1 0,-2 0-4 16,2 3 1-16,-4 0-2 0,-1 4 0 15,0-1 0-15,-2 1-1 0,-1 4-1 0,0 1 0 0,-1-1 4 16,-2 4-1-16,-1 1-4 0,0 1 2 0,0 1 1 15,-1 0 0-15,1 1-3 0,0-1 2 0,0 1 3 16,0 0-2-16,1-2-2 0,1-1 1 0,2-1 0 0,0 0-1 31,0-4 0-31,4 2 1 0,0-4 1 0,5 0 2 16,0-5 2-16,4 1-1 0,1-5 2 0,2 2-2 16,0-4-1-16,1 1-1 0,3-1-2 0,-2 0 2 15,-1 0-2-15,-3 4-1 0,3 1-3 0,-5 2 1 0,-2 0 0 16,-1 2-2-16,-4 4 2 0,0-1 1 0,-2 2 2 15,-2 3 1-15,-4-2-2 0,3 3 2 0,-4 1-2 16,0 0-1-16,-2 0 0 0,0 1-15 0,1-1-37 16,-2-3-53-16,1 3-49 0,-1-4-79 0,-1 0-129 15,1 0-174-15,-1-2-267 0,1 0-230 0,0-1-214 16,-1-1 15-16,-1 0 375 0,2 0 457 0</inkml:trace>
  <inkml:trace contextRef="#ctx0" brushRef="#br2" timeOffset="-40384.97">19730 5486 78 0,'1'2'304'0,"1"0"153"16,0-1 122-16,-1 0-136 0,3-1-164 0,-4 2-117 15,1-2-71-15,1 2-15 0,-1-2 4 16,3 0 29-16,-1 0 23 0,3 0 37 0,-2 0 34 16,1 0 7-16,2 0-6 0,-1 0-6 0,-1-2-9 15,4 2-29-15,-2 0-32 0,1 0-25 0,-2 0 0 16,3 0-17-16,-2 0-16 0,1 0-6 0,0 2-5 15,1-2 27-15,-1 0-6 0,0 0-4 0,3 0 1 16,-3 0-5 0,0 0 16-16,1 0-20 0,0 0-12 15,0 0-7-15,-1-2-3 0,1 0-2 0,0 2-17 16,-1-1-9-16,2 0-4 0,-1-1 0 16,2-1-3-16,-3 2-2 0,3-1-1 0,-1 2-1 15,0-1-2-15,0 1-2 0,0-2 2 0,0 2-1 16,-1 0 1-16,0 0-4 0,-1 2 1 0,2-2 1 15,-1 0 0-15,-1 0-3 0,0 0 0 0,1 0 3 16,-1 0-3-16,0 0 0 0,0-2 0 16,0 1 4-16,-2-1-4 0,2 1 2 0,-1-1 10 0,-1-1 3 15,3 0 7-15,-2 0 0 0,-1 2 6 16,1-3-4-16,0 0-8 0,0 2-5 0,-1-2-9 16,1 2-4-16,0 0 1 0,-1-1-2 0,1 1 2 15,-1-2-1-15,2 4 4 0,0-2 2 0,-2-3-1 16,2 3-3-16,-1-2 0 0,0 2 2 0,1-3-1 15,-1 2-3-15,-1-1-1 0,1 1 4 0,0-2-1 16,-2 2-1 0,1 0-3-16,-1 1 3 0,0 0-1 0,3 0-1 0,-4 1 3 0,3-2 0 31,-1 2 0-31,-1-1 0 0,3 0 2 0,-4 1-5 16,4 0 1-16,-3-3 1 0,2 3 1 0,0-2-1 15,0 1-2-15,-1-1 2 0,1 2 0 0,-3-2-2 16,4 1-1-16,-2-3 2 0,-1 3 4 0,2-2 4 15,-3 2-2-15,4-2-2 0,-3 2 1 0,1-3 2 16,1 2-5-16,-3 0-1 0,4-1-3 0,-2-1 4 16,1 1-2-16,-1-1-3 0,1 1 3 15,0-2 4-15,1 0-1 0,-1 0 0 0,-1 1 1 16,2-2 3-16,-2 1 0 0,0 0-4 0,1-2 3 16,-1 1 0-16,2-1 0 0,-2 1-4 0,-1 0-1 15,2-1 0 1,-3-1-2-16,1 4 0 0,-1 0 2 0,0-2 2 15,-1 3 2-15,-2-1 1 0,3 1-4 0,-3-1 7 16,3 1-7-16,-3-1 0 0,2 1-2 0,2 1 3 0,-2 0-2 0,0-1-5 16,0-1 5-16,1 2 0 0,0-3-2 0,1 1 0 31,0 0 2-31,-1 2-1 0,1-2 0 0,0 1 0 16,-2 0 2-16,4 1 2 0,-4 0-2 0,2-1 1 15,1 1-3-15,-2 0 2 0,0-2-3 0,0 2 0 16,1 2 3-16,-2-2 0 0,2 0 4 0,1 0-1 15,-3 0 0-15,2 1-4 0,-2 0-1 0,1-2 2 16,-1 1 0-16,0-1-2 0,0 2 0 16,0-1 5-16,0 1-1 0,-1 0-2 0,-1-2 0 15,3 3 2-15,-3-2 1 0,2 1-3 0,-1 1 0 16,1-2 3-16,1 1-1 0,-1 1 0 0,3-2-1 16,-3 2-1-16,3-2 2 0,-1 0-1 0,0 1 1 15,1-1 0-15,0 1 0 0,1 1 0 0,-2-2 1 16,1 3-2-16,0-1-1 0,0 1 1 15,-1-2-1-15,2 2 3 0,1 0-1 0,-2 0 0 0,2 0 0 16,0 0-1 0,0 0 1-16,0 0 1 0,1 0-2 15,-1 0 0-15,-2 0 1 0,2-1-2 16,1 1 1-16,-1 0 0 0,-1 0-1 0,-1 0 0 16,3 0 0-16,-2-1-2 0,-1 1 2 0,2-2 0 15,0 2 0-15,-2 0-1 0,2-2 0 0,-1 1 3 16,0 1-2-16,1 0 2 0,-3 0 0 0,2 0 0 15,2 0 1-15,-5 0 1 0,5 0 0 0,-3 0-3 0,2 0 9 16,1 1 14-16,-1-1 7 16,0 2 1-16,0-2 3 0,1 2-1 0,-2-1-5 15,-1-1-11-15,2 1-7 0,1 2-1 0,-1-1-4 16,1-1 0-16,-3 2-3 0,3-1 1 0,-1-1 56 16,0 2 23-16,3-1 17 0,-1 1 7 0,-1-2 2 15,0 2-3 1,3-2-46-16,-3 1-26 0,4 1-17 0,-5-2-7 0,1 1-5 0,2 1-5 0,-1-2 12 15,-1 3 8-15,-1-2 6 0,3 0 2 16,-3 1 4-16,2-1-2 0,-1 1-9 0,-1 0-7 16,0 0-3-16,-2 0-5 0,3 0-5 0,0 0 3 31,-1 0-4-31,-2 0 0 0,1 0 0 0,2 0 1 16,-3-1 5-16,0 2-4 0,4-1-2 0,-6 1 3 15,4-1-1-15,-1 1 0 0,-1 1 0 0,3-2 0 16,-1 1 1-16,0 1 1 0,2-2 1 0,-2 2-2 15,1-2-1-15,-1 0 1 0,1 0 2 16,-1 0-3-16,1 0 0 0,0 0 2 0,0 0-1 0,-1 0 0 16,0 0-2-16,0 0 13 0,0-1 5 15,-2 2 3-15,2-1 2 0,2 1 1 0,-4-1-1 16,0 1-9-16,1 1-5 0,-2-2-3 0,2 1-3 16,-2 0 0-16,0-2 1 0,0 3-2 0,-1 0-1 15,1-1 0-15,1 0 0 0,-1 0-1 0,0 0 1 16,0 1 1-16,0-1 2 0,-2 0 8 15,3 1 3 1,-2 1 3-16,0 0 1 0,0 0 0 0,1 1-1 0,0-1-5 16,3 1 2-16,-4 2 0 0,5-1 0 15,-1-1-1-15,2-1 0 0,2 1-2 0,-1-1-4 16,1 0-4-16,3 0-2 0,-1-1-1 16,0 0 1-16,2-3-2 0,0 1-1 0,2 0 0 15,-1-1 0-15,0-2 1 0,-3 3-1 0,3-3 0 16,-1 0 1-16,2 0-1 0,-2 1 2 0,-2-1-1 15,0 2 0-15,0-2 1 0,-1 0 0 0,1 1-2 16,-1-1-1-16,-1 2 1 0,-1-2-1 0,2 2 1 16,1 0-2-16,-3 0 2 0,3 0 2 0,-1 0-3 15,2 2 2-15,-1-3 1 0,-2 2-1 16,6 0-1-16,-4-2-1 0,3 0 1 0,2 1 0 16,-1-4 0-16,2 1 1 0,-1-2 0 0,3 0 2 15,0-3-2-15,0 0 0 16,-1-1-1-16,1 1 2 0,-1-2 0 0,-4 3-1 0,-1-1 0 0,-3 0 0 15,-2 2-3-15,0 1-4 0,-5 0-9 0,1 2-17 16,-6-1-47-16,1 2-74 0,-4 0-126 0,1 2-217 16,-6-1-298-16,1 2-338 0,-1 0-303 0,-2 0-100 15,1 0 452-15,-2 0 651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4T17:03:54.09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1449 711 53 0,'0'-3'220'15,"0"0"104"-15,-1 0 67 0,1 0-86 0,0 0-57 16,0-1-17-16,1 0 17 0,3 2 44 0,-1-2 47 16,0 3 53-16,3-1 39 0,-1 0 10 15,-2 1-23-15,-3 0-50 0,0 1-58 0,0 0-69 16,-2 1-44-16,1 4-40 0,1 3-29 0,1 8 12 0,6 3 9 16,4 7 2-16,3 4-17 0,1 4-15 0,0 4-5 15,0 2-33-15,2 4-22 0,-3 1-11 0,0 2-9 0,-1 3-6 16,1-1-14-16,-3 2-4 0,-1-2-4 0,-1-5-5 15,1 0 6-15,-2-7 1 0,0-3 6 0,-1-6 2 0,0-4-2 16,-1-4 1-16,-1-5-10 0,0-3 3 0,1-5-6 16,-3-4-1-16,0-4 2 0,0-7 2 0,-1-4 2 0,-2-7-6 15,-2-5 5-15,2-5-1 16,-5-4-3-16,1-4 0 0,-4-1 0 0,0-4-4 0,-2 2-1 0,-2-2-2 0,-1-1 1 16,-2 2-1-16,-1-1-2 0,-3 0 3 0,1 0-3 0,-1 1 2 15,3 0 0-15,-3 2 0 0,2 7 1 0,3 0 0 31,1 5 2-31,-1 5-1 0,6 3 0 0,0 4-1 16,2 4-1-16,3 3 0 0,1 6-1 0,5 6 1 16,2 3 0-16,4 7 2 0,1 5-1 0,4 4 2 15,-3 2 0-15,4 4 1 0,0-1-1 0,-2 1 1 16,4 0 0-16,-2 4 0 0,0-4 1 0,0 0-1 0,0-2-1 16,0 0 1-16,-1-4-2 0,-1 0-2 0,-1-4 0 0,1-4-3 15,-2-1 3-15,0-4 0 0,0-1-1 0,0-7 4 0,0-2-3 16,0-5 1-16,2-3 0 0,-2-6-2 0,-1-5 3 15,0-7-2-15,0-4 1 0,0-3-4 0,0-3 0 16,-3-3 3-16,1-1 0 0,-2-2 0 0,-3 3 1 16,1 1 4-16,-3 4 4 0,2 6 3 0,-3 2 7 0,-3 6 7 15,3 3 6-15,-1 4 1 0,1 3 1 16,-2 3-6-16,2 5-6 0,2 4-9 0,-1 5-5 0,2 8-4 16,0 4-4-16,0 5 1 0,2 6 1 0,0 3 0 15,0 2 0 1,4-1 0-16,-3 1 1 0,1 1 0 0,1 1 0 15,0-3-1-15,1 2-1 0,-1-1-1 0,0-2 0 16,1 2-1-16,-1-2-1 0,-1 0-4 0,1-5-6 0,-1 0-18 16,0-3-34-16,-1-3-62 0,-1-2-68 0,-3-5-123 15,1-3-165-15,-3-1-274 0,-2-4-289 0,2-1-225 0,-3-5-113 16,-2-1 318-16,2-3 520 0</inkml:trace>
  <inkml:trace contextRef="#ctx0" brushRef="#br0" timeOffset="384.54">2176 1382 46 0,'12'12'260'0,"1"-4"148"0,-1 0 158 16,-1-5-34-16,0-2-62 0,2-4 10 0,-2-3 22 0,1-3 2 0,0-4-39 0,-3-4-59 0,2-3-78 15,-3-2-79-15,0-6-64 0,1 1-44 0,-2-4-19 31,-1-1-5-31,-1 0 2 0,0 2 10 0,-2-3 8 16,0 2 2-16,-6 1-8 0,0 1-6 0,1 2-17 0,-4 0-14 16,-1 5-11-16,-1 2-15 0,-4 2-1 0,2 3-9 15,-1 3-2-15,0 3-10 0,0 2-10 0,0 4-5 16,0 3-14-16,3 4-14 0,-3 2-8 0,3 5-4 0,2 1-3 16,3 2-1-16,-2 3 1 0,5 3 8 0,0-1 1 0,0 5 1 15,3-1 1-15,2 2 2 0,0 2 0 0,1 0 0 16,0 2 1-16,2 1 0 0,0-2-1 0,0 1-1 15,1-1-2-15,-1-1-1 0,0-1-1 0,0-2 0 16,1-2-2-16,-1-3 3 0,1-2-24 0,0-3-60 16,-1-1-62-16,-2-6-98 0,-1 0-151 0,0-4-225 0,1-3-302 15,-2-2-230-15,1-4-177 0,-1-3 133 0,-3-4 469 16</inkml:trace>
  <inkml:trace contextRef="#ctx0" brushRef="#br0" timeOffset="684.39">2599 431 36 0,'8'-11'490'16,"-5"2"390"-16,0 3 198 0,2 1-33 0,-2 5-324 0,2 2-255 15,1 4-140-15,2 3-28 0,0 4 4 16,0 7-9-16,1 1-39 0,-1 7-40 0,0 4-42 0,2 2-44 15,0 5-43-15,0 6-25 0,0 2-11 0,0 5-11 16,0 1-6-16,-2-1-13 0,1 2-6 0,1-1-2 16,-2-4-6-16,0 0-1 0,1-2-1 0,-1-3 5 0,2-5 2 15,-1-3 2 1,-1-7-4-16,2 0-5 0,-4-6-26 0,3-4-52 0,-4-4-53 0,0-2-49 0,-2-3-78 16,-3-3-143-16,0-5-152 0,-3 1-220 0,0-6-235 0,-2 1-206 15,0-5 3-15,-2-3 385 0,0-1 419 0</inkml:trace>
  <inkml:trace contextRef="#ctx0" brushRef="#br0" timeOffset="900.57">2596 814 155 0,'-5'-7'631'0,"0"2"424"0,0 1 144 0,2 0-164 0,0-1-372 15,1 0-251-15,2 3-156 0,0-2-105 0,2 1-55 16,3-1-28-16,3 4-21 0,1-2-12 0,5 2-6 15,2-5-12-15,3 4-7 0,0-1-6 0,2-2-3 16,4-1 0-16,-3 3-4 0,3-2 0 0,-1 0-3 16,2 1 1-16,-3 0 1 0,1 2-15 15,-3-1-37-15,-1 1-81 0,-3 4-111 0,-2-2-148 16,-1 5-247-16,-3 0-273 0,-3 0-190 0,-2 2 31 16,0-1 297-16,-4-1 365 0</inkml:trace>
  <inkml:trace contextRef="#ctx0" brushRef="#br0" timeOffset="1150.58">2993 900 35 0,'6'24'266'0,"3"4"163"16,-1 1 175-16,2 3-3 0,2 1-62 0,1 3-28 16,3 1 2-16,-2-1-33 0,3-2-64 0,-1-2-80 15,3-2-88-15,-1-5-78 0,2-5-76 0,2-2-43 0,-3-6-36 16,3-5-17-16,-1-5-2 0,0-5 7 0,-1-6 9 16,-1-5 13-16,-5-1 25 0,2-8 20 0,-5 0 30 0,-1-1 37 15,-1 0 37-15,-3 0 27 0,-4 3 20 0,-2 2 10 16,-2 0-20-16,-6 1-32 0,-1 3-37 0,-4 2-32 15,-2-1-31-15,-1 3-26 0,-5 3-17 0,1 0-14 0,2 2-11 16,-4 3-5-16,0 2-4 0,1 2-3 0,1 2-3 16,0 5-1-16,2 2-7 0,-1 2-11 0,5 5-34 0,0 0-63 15,4 0-80-15,0 3-152 16,6-1-238-16,2 0-309 0,2-4-307 0,3 3-218 0,4-2 40 0,1-3 560 16</inkml:trace>
  <inkml:trace contextRef="#ctx0" brushRef="#br0" timeOffset="2016.75">3733 1024 13 0,'-4'2'314'0,"1"0"265"0,0 2 266 0,-2-1 77 0,2-2-169 16,0 2-118-16,-3-3-103 0,4 0-80 16,-1 0-43-16,-2 2-56 0,2 1-62 0,0-2-60 0,-2 2-40 15,2-1-39-15,-3 0-47 0,1 2-30 0,0 1-19 16,-1-2-16-16,-1 4-10 0,-2 0-9 0,3 4-4 15,-1 1-6-15,-1 1-5 0,2 5-3 0,0 3-2 0,1 4-2 16,0 4 1-16,4 3-2 0,-1 0-2 0,2 4 10 16,0-4 4-16,2 3 2 0,-1-6 0 0,4-1-1 0,0-4-2 15,1-5-9-15,2-4-4 16,1-4-4-16,1-5 0 0,2-6 3 0,1-8 5 0,1-4 2 0,-1-9 4 16,0-6 3-16,3-6-1 0,-2-6-3 0,2-4-2 0,-2-4-2 15,2-2-1-15,-4-1-2 0,1-2-2 0,-2 1 0 31,-1 0-3-31,-3-2 4 0,-2 2 2 0,-2-3 2 16,-1 3 5-16,-4 4 3 0,-1 3 6 0,-2 4-1 16,-1 6 4-16,-2 6 9 0,0 3 3 15,2 6 6-15,-3 3-4 0,-1 4-2 0,4 2-8 16,-2 7-9-16,0-2-7 0,0 10-5 0,3 1-3 16,0 7-2-16,2 3 0 0,2 5 0 0,1 6 6 15,1 3 6-15,2 7-1 0,2 0-3 0,2 4-1 16,-1 2 0-16,3 2-6 0,-1-1-5 0,0 2 3 0,3-5 3 15,0 0 1-15,1-3 0 16,3-5 0-16,-2-3-1 0,4-6 1 0,1-4-3 0,1-7 0 0,-1-4 0 16,3-6 0-16,0-6 1 0,-1-6 2 0,-2-6 2 15,-1-6 0-15,1-4 0 0,-3-2 1 0,-2-4-1 16,-1 0-1-16,-4-1 2 0,-3 2-1 0,0 4 8 16,-3-1 3-16,-4 2 0 0,0 3 3 0,-1 1 2 0,-2 4 0 31,-1 5-8-31,0 2-5 0,1 2 0 0,0 7-3 15,-1 2-2-15,1 4-8 0,0 5-4 0,-1 2 1 16,3 5-2-16,0 1-1 0,3 4-1 0,0 3 7 16,0 0 5-16,3 3-3 0,2 2-10 0,1 0-20 15,2 2-41-15,-2 1-56 0,2-1-66 0,3 4-139 0,-1-1-191 16,1-2-290-16,3-3-270 0,0 1-228 0,4-8-61 16,-1-2 439-16,0-5 524 0</inkml:trace>
  <inkml:trace contextRef="#ctx0" brushRef="#br0" timeOffset="2400.84">4469 979 432 0,'-11'-9'1289'0,"-6"2"312"16,1 4-208-16,-3 3-290 0,0 0-475 0,0 4-266 0,0 1-149 0,3 2-65 15,-1 5-38-15,1 0-31 0,2 3-26 0,4 5-22 16,-2-1-14-1,6 4-9-15,1 1-5 0,3 0-2 0,1 0-1 16,2-2-1-16,2 2-2 0,4-5 0 0,0 0-2 16,3-3-1-16,1-4 0 0,3-3-1 0,1-6 2 15,2-3 0-15,-1-6 2 0,1-6 2 0,-1-4 0 16,1-4 1-16,-1-7-2 0,0-2 0 0,-3-3 0 16,-1-1 7-16,-2 1 4 0,-4 1 2 0,-3 1 4 15,-1 4 0-15,-5 0 2 0,0 6-4 0,-4 1-4 16,-1 6-7-16,-1 1-5 0,-1 5-2 0,-3 2-2 0,1 4-3 15,1 3-2-15,-2 5 5 16,2 4 3-16,0 6 2 0,0 3 1 0,5 5 0 0,-2 4 1 0,5 1-1 16,1 4-1-16,2 1-1 0,3 2-2 0,2 3 0 0,3-2 0 15,1 0-18-15,4-1-51 0,1 0-70 0,0-5-100 16,4-3-180-16,-1-2-309 0,4-5-324 0,1-1-284 16,-1-7-153-16,2-1 265 0,-1-6 639 0</inkml:trace>
  <inkml:trace contextRef="#ctx0" brushRef="#br0" timeOffset="3435.01">5756 683 11 0,'-3'-7'496'0,"0"2"493"0,-5 3 273 16,2-1-46-16,-1 1-323 15,3 2-296-15,-3 3-186 0,4 0-122 16,-3 4-65-16,3 4-47 0,-2 6-44 0,2 5-43 16,3 7-28-16,0 4-20 0,0 4-20 0,1 4-9 0,1 3-4 15,1-2-6-15,-1 4-5 16,1-1 2-16,0-3 3 0,3-2-3 0,2-2 5 0,-1-6 3 0,1-3 2 16,2-6 3-16,0-4-3 0,1-5 2 0,3-6-16 15,-1-3-3 1,4-5-5-16,-2-7-4 0,2-4 2 0,-1-2 0 15,1-4 9-15,2 3-1 0,-1-4 3 0,0 4 0 16,-1 0 0-16,1 4 0 0,0 1 0 0,2 5 4 16,2 2-2-16,0 4 2 0,-1 2 9 0,3 5 1 15,1 4 5-15,0 2-4 0,-2 2 0 0,0 2-1 16,1 1-13-16,-2 1-3 0,-1-2-2 0,-1 0 2 16,2-3-2-16,-4-5 4 0,2 0 3 0,1-5 3 15,-4-3 4-15,-1-6 4 0,0-4 5 0,1-7 10 16,-4-4 7-16,-1-6 0 0,0-6-4 0,-3-4 6 0,-2-4 6 15,0-2 2-15,-5-2 12 16,-2-3 11-16,-3 2 5 0,-5 1-3 0,-2-2-9 0,-2 0-9 0,-6 4-17 16,1 1-10-16,-4 3-8 0,3 3-9 15,0 4-8-15,1 7-2 0,2 2-4 0,1 5-5 16,3 6-4-16,3 5-1 0,0 6-15 0,5 9-40 16,3 4-77-16,5 8-105 0,3 3-182 0,3 7-302 15,2 0-333-15,2-1-325 0,3 3-147 16,2-2 304-16,2 0 656 15</inkml:trace>
  <inkml:trace contextRef="#ctx0" brushRef="#br0" timeOffset="3627.86">6885 1111 4 0,'6'2'766'16,"-1"4"742"-16,-5 1 75 0,-3 5-294 15,-3 3-361-15,-2 3-417 0,-2 5-253 0,-1 2-104 16,-3 5-48-16,1 2-29 0,-2 1-14 0,0-1-19 0,1 2-16 0,2-3-16 15,2-3-10-15,1-2-15 0,2-5-63 0,1-3-73 16,1-3-159-16,0-9-276 0,2 1-315 0,3-7-369 16,0-7-257-16,3-4 30 0,0-7 669 0</inkml:trace>
  <inkml:trace contextRef="#ctx0" brushRef="#br0" timeOffset="3783.21">6866 594 213 0,'-9'-9'822'0,"-7"7"404"0,2 5 14 16,-4 3-172-16,2 4-470 0,-1 1-293 15,4 1-154-15,-1 2-77 0,6-4-35 0,3 2-35 16,4-2-67-16,1 1-148 0,3-4-231 0,2 3-279 16,1-6-272-16,7-2-224 0,-2-2 51 0,2-2 465 15</inkml:trace>
  <inkml:trace contextRef="#ctx0" brushRef="#br0" timeOffset="4083.81">7034 488 72 0,'4'-8'699'16,"-4"3"660"-16,0 4 159 0,0-2-214 0,0 6-416 16,0-2-365-16,-4 5-190 0,2 5-134 0,1 0-68 31,-2 6-36-31,-1 5-18 0,3 3-6 0,-2 6-8 0,1 7-5 0,0 2-10 0,1 5-11 0,-1 3-5 31,2 3-11-31,3 0-4 0,-1 3-6 0,1 0 2 16,2 0 6-16,3-1 1 0,1-3-3 0,2-4-2 15,-1-4-5-15,4-5-3 0,1-4-8 0,0-4-2 16,1-6-1-16,3 0 0 0,-3-8 0 0,1-1 2 0,0-4 0 16,-1-2 1-16,0-3-1 0,0-3-7 15,0-2-10-15,-2-3-16 0,0-1-22 16,-1-5-55-16,-2-2-68 0,0-2-75 0,-3-1-136 0,0-4-197 0,-2-1-303 15,0-2-253-15,1-2-198 0,-2-2 0 0,1-2 460 16,-3-5 499-16</inkml:trace>
  <inkml:trace contextRef="#ctx0" brushRef="#br0" timeOffset="4328.35">7436 370 262 0,'-2'-14'859'0,"-1"7"417"15,-2 4 87-15,3 3-213 0,-1 5-370 0,3 4-283 16,-1 6-164-16,-1 2-85 0,2 6-77 0,0 1-58 16,0 6-25-16,0 3-22 0,2 2-6 0,-1 4-14 15,1 2-4-15,1 6-9 0,0 0-13 16,2 3-12-16,1-3-8 0,0 2 0 0,2-2-7 16,0 1-3-16,3-1 4 0,-1-4 7 15,0-2 3-15,3-3-6 0,0-2-26 0,1-7-66 16,1-4-75-16,-1-4-115 0,0-7-181 0,-1-3-311 15,1-4-313-15,0-4-228 0,2-6-123 0,-2-4 322 0,2-5 573 16</inkml:trace>
  <inkml:trace contextRef="#ctx0" brushRef="#br0" timeOffset="4733.42">7943 1099 96 0,'2'6'666'0,"-2"2"474"0,0-1 126 16,0 4-121-16,1 2-349 0,-1 0-267 0,2 3-150 0,-1 3-85 0,-1 2-48 0,2 2-40 31,1 2-53-31,-3 2-59 0,3 0-41 0,-1 0-23 16,2 0-14-16,-2-1-9 0,1-4-8 0,0 0-2 0,2-3 0 0,0-3-6 0,0-2-44 0,0-4-67 31,1-2-119-31,-2-6-184 0,-2-2-298 0,1-2-335 16,-1-6-289-16,-4-1-129 0,-1-3 368 0,1-4 598 15</inkml:trace>
  <inkml:trace contextRef="#ctx0" brushRef="#br0" timeOffset="4900.39">7976 769 537 0,'0'-6'1046'0,"-1"6"210"0,-3 1-106 16,1 6-286-16,0 5-444 0,1-1-213 0,1 2-103 0,1 0-51 15,1 0-25-15,4 3-12 0,2-1-26 0,2-1-69 16,2 3-134-16,3-1-197 0,2-2-284 0,2 3-270 16,2 1-213-16,2-2 50 0,2 2 403 0</inkml:trace>
  <inkml:trace contextRef="#ctx0" brushRef="#br0" timeOffset="5251.57">8594 996 585 0,'-12'-5'1476'16,"-7"2"187"-16,-3 3-296 0,-1 1-311 0,-4 4-478 15,-3 0-266-15,0 3-125 0,2 0-60 0,-2 4-30 0,2 3-25 16,2 4-23-16,1 2-19 0,6 0-14 0,2 2-7 15,5 1-6-15,3 2-4 0,4-2-1 0,4 1-1 16,4-1-2-16,6-2 0 0,1-2 0 0,3-2 0 0,4-4 2 16,3-5 1-16,3-5 1 0,2-4 0 0,2-4-7 15,-2-7-7-15,3-3-6 0,-4-6-4 16,-1-1-4-16,0-3 0 0,-4 1 7 0,-3 0 8 0,-1 4 6 16,-2 3 2-16,-5 4 0 0,0 1 1 0,-5 4 0 15,0 3-1 1,-3 6 0-16,-1 5 3 0,-2 3 7 0,-1 3 3 15,0 5 3-15,-1 3-1 0,4 2-1 0,-1 4 1 16,2 0-12-16,2 3-25 0,-1-2-75 0,2 2-84 0,1-3-167 16,0 0-286-16,-1 0-328 0,4-2-364 15,-1-3-206-15,2 0 129 0,0-1 684 0</inkml:trace>
  <inkml:trace contextRef="#ctx0" brushRef="#br0" timeOffset="6015.79">8950 1723 125 0,'-2'4'691'0,"0"0"440"16,0-4 97-16,0-4-136 0,-1-2-420 0,0-4-288 15,3-6-150-15,2-4-52 0,2-7 0 0,2-2 1 0,2-8-2 16,2-3-15-16,2-6-13 0,1 0-26 0,0-2-32 16,4 0-27-16,-4 2-16 0,3 5-9 0,-3 4-15 15,-1 7-6-15,-4 4-4 0,0 7-1 0,-3 2-1 16,1 5 4-16,-2 3 3 0,-2 3 2 0,3 6 4 0,-2 5 2 16,2 5 2-16,-2 8-3 0,0 3-3 0,-1 6 0 15,2 5-2-15,1 1-2 0,0 4-2 0,0 1-3 16,0 1 1-1,1 0-5-15,3 0-3 0,-1-2-1 0,2-2-1 16,1-1-1-16,-2-7-3 0,4-1-3 0,-1-7-2 16,1-4-2-16,1-6-3 0,1-4 1 15,0-7 0-15,1-6 0 0,0-6 0 0,0-7 2 16,3-7 3-16,-3-3 1 0,3-2-5 0,-2-6-2 16,0 3-1-16,-1-3 0 0,-3 5-4 0,-2 2-1 0,1 7 7 15,-5 2 3-15,-1 7 1 0,-1 2 1 0,0 4 1 16,-1 3-1-16,-2 5 0 0,-1 2 1 0,-1 6-2 15,0 4 8-15,-1 5 2 0,1 6 1 0,-2 2 2 16,-2 1-2-16,4 4 1 0,-2-3-9 0,2 1-3 0,2 0-2 16,1-2-1-16,0-3 0 0,2-1-1 0,0-6 1 15,1 0-1-15,2-7-1 0,1-2-1 16,2-7 0-16,-1-8 3 0,4-5 2 0,-1-8 1 0,1-4 2 16,0-3 3-16,-1-4 0 0,-2 1-1 0,2 1-1 15,-3 2-1-15,0 3-1 0,-2 3-2 0,3 4-1 16,-5 3 0-16,1 3-3 0,-1 3 1 0,-1 7 2 15,1 2 0-15,-3 7 0 0,0 5 1 0,1 4 1 16,-3 6-7-16,1 4-18 0,-1 1-47 0,-1 5-73 16,2-2-127-1,1 2-203-15,0-2-301 0,3-2-338 0,1-3-304 16,-1-2-116-16,4-5 421 0,-1-1 638 0</inkml:trace>
  <inkml:trace contextRef="#ctx0" brushRef="#br0" timeOffset="6315.88">9923 917 448 0,'-12'-5'1174'0,"-3"5"325"15,0 5-162-15,1 3-302 16,0 6-436-16,3 2-241 0,0 2-154 0,4 3-75 0,1-1-37 0,4 1-30 0,4 0-22 16,3-2-15-16,3 2-12 0,4 0-6 0,1-2-2 15,4-2-3-15,1 1 1 0,2 0-1 0,0-1 1 16,0-2 2-16,2 0 0 0,-3 1-1 0,2-1-1 0,-4-1 0 31,-3 1-3-31,2-2 0 0,-5 1 0 0,-3-1 3 16,0 2 0-16,-4-2 9 0,-4 5 9 0,0-2 7 15,-4 0 3-15,-2 2 1 0,-2 2 2 0,-2-1-7 16,-4 1-7-16,1 1-7 0,-1-1-4 0,0-3-2 16,-2 1-4-16,3-3-3 0,1-1-2 0,1-3-6 15,1-4-24-15,2-1-60 0,1-3-67 0,0-5-103 0,4-2-152 16,3-4-226-16,0-2-308 0,3-6-236 15,4 0-171-15,0-3 151 0,4-4 475 0</inkml:trace>
  <inkml:trace contextRef="#ctx0" brushRef="#br0" timeOffset="6599.57">10171 1219 408 0,'9'5'960'0,"-3"3"317"16,-2 4-45-16,0 4-269 15,-2 6-284-15,1 4-225 0,1 1-121 0,-1 2-73 0,1 5-48 0,2-1-51 0,-1 0-63 0,3-1-40 16,0 2-26-16,1-4-15 0,1-3-9 0,3-3-4 31,-1-8-2-31,3-2-2 0,-1-7-2 0,0-5-2 16,0-6-5-16,-1-4-10 0,-2-7-8 15,2-3-1-15,-4-5-2 0,2-2 2 0,-5-4 7 0,-1-3 12 16,-2 1 6-16,-1-1 3 0,-2 0 2 0,-3 0 4 16,-2-1 0-16,-3 2 3 0,-3 1 3 0,0 3 0 0,-3 0 0 15,1 6 1-15,-4 3-3 0,1 5-5 0,-3 5-1 16,1 8-2-16,-2 4-3 0,1 9-6 0,-2 7-4 15,1 6-44-15,1 2-56 0,3 6-95 0,1-1-164 16,3 2-294-16,1 0-316 0,6 1-281 0,1 2-187 16,4-1 216-16,6 3 609 0</inkml:trace>
  <inkml:trace contextRef="#ctx0" brushRef="#br0" timeOffset="7299.68">10716 1731 288 0,'3'-5'613'0,"-1"-1"249"16,1-3 113-16,2-1-208 0,1-5-201 15,0-5-128 1,-1-2-77-16,3-5-38 0,0-2-13 0,3-2-23 16,0-5-30-16,3 1-28 0,-3-1-22 0,1 0-24 0,0 2-37 15,-4 2-38-15,2 4-29 0,-3 2-17 0,0 7-11 16,-4 1-2-16,2 5 0 0,-4 2 0 0,1 3-4 15,-2 2-4-15,0 3-9 0,0 3-8 0,-2 5-10 16,-1 4-1-16,0 3-1 0,1 6-2 0,-3 3 0 16,4 5-2-16,-1-1 1 0,1 5-8 0,2 0-1 0,1-1 0 15,1 3-2-15,0-3 2 0,2 0 1 16,2-4 0-16,-1-4-1 0,5-2 0 0,-3-4-2 0,3-4 0 16,1-5-2-16,1-6 1 0,3-5 0 15,0-7-3 1,1-4 5-16,1-7 1 0,1-4 2 0,-1-2 2 15,0 0 0-15,-1-1 3 0,1 0-3 0,-3 1-8 16,-2 5 3-16,0 2-6 0,-4 4-2 0,-1 3-2 16,-1 3 5-16,-1 2 8 0,-2 4-1 0,1 5 5 15,-2 2 3-15,1 7 1 0,-1 2-4 0,0 9-4 0,0 1-4 16,3 6-2-16,-1 2-8 0,3 3-21 0,0 0-62 16,3 1-70-16,0-1-139 0,2 1-256 15,3-2-306-15,0-3-349 0,2-2-252 0,1-2-42 0,1-9 566 16</inkml:trace>
  <inkml:trace contextRef="#ctx0" brushRef="#br0" timeOffset="7599.25">11631 1300 302 0,'-9'-18'1260'16,"-5"3"463"-16,-2 5-223 0,-3 2-337 0,-3 4-442 16,-1 4-325-16,-3 4-164 0,2 4-80 0,-1 5-39 0,0 3-26 15,1 1-21-15,5 4-23 0,0 3-16 0,3-1-12 16,5 2-7-1,5 0-6-15,3 0-2 0,3-2-1 0,3-3-3 16,5-2 0-16,4-1-1 0,1-7 1 0,4-2 0 16,1-4 0-16,2-5 1 0,2-4 1 0,2-2 1 15,0-5 1-15,1 2-1 0,-1-6-1 0,-2 4 0 16,0 0-1-16,0 2 0 0,-4 1-1 0,-1 3 0 16,0 1 1-16,-4 3 2 0,0 4 0 0,-2 3 0 15,-2 2 1-15,-2 4-1 0,-1 3 1 0,0 2 0 16,-1 2 0-16,-2 2-2 0,2-1-8 0,-2 0-14 15,2 2-24-15,-2-3-61 0,2 0-72 0,-4-1-129 0,2-3-203 16,-1-1-300-16,3-1-336 0,-2-3-273 16,0-3-119-16,1-2 429 0,0-3 636 0</inkml:trace>
  <inkml:trace contextRef="#ctx0" brushRef="#br0" timeOffset="7833.47">11959 1309 61 0,'3'-4'640'16,"3"1"524"-16,-1 1 196 15,0 4-81-15,1 3-370 0,2-1-339 16,1 4-199-16,1 0-101 0,1 1-67 0,3 1-69 16,1 1-47-16,0 1-29 0,1-3-19 0,5 2-18 15,-1-1-11-15,4-1-5 0,0 0-4 0,3-3-30 0,0 0-76 16,-1-3-119-16,3-2-231 0,-1 2-290 0,-1-7-343 15,0 3-356-15,2-5-104 0,-2 1 438 0,1-2 694 16</inkml:trace>
  <inkml:trace contextRef="#ctx0" brushRef="#br0" timeOffset="8399.76">13355 745 262 0,'-3'-3'638'0,"-2"0"336"16,2 3 126-16,2 0-225 0,-1 2-260 16,0 2-163-16,2 2-111 0,2 6-75 0,1 3-34 15,5 5-19-15,-2 3-28 0,5 5-6 0,-1 1-11 16,4 6-22-16,-3 1-31 0,3 3-30 0,1 1-16 15,0 3-28-15,-2 3-18 0,1 1-14 0,-1 0-6 0,0-5-5 16,-1 1-4-16,1-1-5 0,-1-6 2 0,0-3 0 16,-3-3 5-16,0-4-3 0,-1-6-47 0,-1-2-55 15,-2-5-66-15,-2-2-137 0,-2-3-212 0,-1-5-315 16,-3-1-254-16,0-6-208 0,-3 0-13 0,-3-5 453 16</inkml:trace>
  <inkml:trace contextRef="#ctx0" brushRef="#br0" timeOffset="8600.24">13433 1249 217 0,'8'-3'484'0,"1"2"250"0,0 0 213 16,3 2-142-16,3 0-184 0,0 1-115 0,2-1-68 16,2 2-87-16,0-2-95 0,5 1-85 0,-2 0-62 15,0-2-46-15,3 0-30 0,2 0-17 0,-2 0-8 0,2-2-3 16,0 0-2-16,-3 0-4 0,1-1-1 0,-1 0-18 15,-4-2-77-15,-4-1-148 0,0 0-274 0,-5-3-266 16,-3 1-270-16,0-2-188 0,-7 1 163 0,-1-3 482 16</inkml:trace>
  <inkml:trace contextRef="#ctx0" brushRef="#br0" timeOffset="8851.18">13739 713 162 0,'2'-8'760'0,"0"8"412"0,1 2 66 16,-2 4-136 0,5 2-384-16,-1 7-253 0,2 5-133 0,-3 2-58 15,4 2-36-15,2 3-35 0,-4 2-50 0,2 1-46 16,0 1-26-16,3 3-22 0,-3 2-15 0,0 2-6 0,1 4-9 16,-1-1-13-16,0 2-9 0,0 2-5 15,3 1-5-15,-3-2-4 0,2 0 4 0,-1-5-1 0,-1 1-1 16,1-5-3-16,-1-1-15 0,1-3-43 0,1-6-58 15,-3-3-53-15,-1-3-85 0,2-2-138 0,-5-6-168 16,2-2-258-16,-1-4-220 0,0-3-202 0,0-2 38 16,2-4 390-16,1-2 428 0</inkml:trace>
  <inkml:trace contextRef="#ctx0" brushRef="#br0" timeOffset="9717.79">14362 1273 90 0,'-4'-15'699'0,"-3"5"569"15,-1 1 200-15,-3 2-165 0,0 0-401 0,0 3-355 16,-5 2-178-16,0 2-118 0,-3 5-86 0,-1 1-57 0,2 3-36 16,-2 4-26-16,0 2-18 0,2 4-12 15,1 0-7-15,2 2-4 0,1 1-3 0,6 1-2 0,0 0-3 16,5 0 0-16,3-2 1 0,3 0-1 0,2-2 0 15,3-1 1-15,3-1 2 0,0-5-2 0,5-3-2 16,0-3 2-16,3-2-1 0,0-6 0 0,1-4-1 16,2-5 3-16,-1-1 3 0,1-5-1 0,-2-1 2 0,0-2 1 15,-1-1-2-15,-3 0-1 0,-1 0-2 16,-4 1 3-16,0 2-2 0,-1 3 2 0,-4 3 0 0,1 2 0 16,-1 4-1-16,-3 0 2 0,0 5-2 0,-1 1 0 15,-1 4 0-15,-1 4-1 0,0 1 1 0,-1 7-3 16,1 1-1-16,0 0 0 0,0 4 1 0,1-1-2 15,2 0 3 1,2 0 1-16,0-1-1 0,3-1 0 0,-2-1 0 16,2-3-1-16,2-3-2 0,0-5 1 15,0-4 0-15,1-2-1 0,3-7 2 0,-1-4 2 0,1-4 1 16,-1-6-1-16,1-2 2 0,-1-7 1 0,-2-1 1 16,3-3-1-16,-4-4 0 0,-1-2 0 0,0-1-2 15,-1-2-2-15,1-2-1 0,-3-5-2 0,1 2-1 16,-2-8 3-16,0 0 0 0,0 0 3 0,-2 1 1 15,0 5 2-15,-1 6 3 0,1 7 11 0,-3 5 8 16,0 7 2-16,-3 5 2 0,3 3 0 16,-2 7-1-16,2 3-13 0,-3 5-8 0,2 8-3 15,1 7-5-15,-2 4-2 0,2 5-2 16,2 4 3-16,-1 3 0 0,2 6 1 0,-1 1 3 0,2 1 1 16,-1 5-1-16,-1 1 0 0,1 6-1 0,1 2-2 15,-3 2-1-15,2 2 1 0,1 0-1 0,0 1 0 0,2-2 0 31,-1-5 1-31,2-4-1 0,-1-4-1 0,2-7 0 16,1-6-1-16,2-5 0 0,-1-8 2 0,2-6-1 16,-2-7 0-16,1-8 1 0,2-7 3 15,0-6 0-15,-1-7-1 0,-1-6 1 0,0-5 0 0,2-5 1 16,-2-2-2-16,0-3-1 0,-2-1 0 0,-1-1 0 16,0-2-3-16,2-1 0 0,-4-1 0 0,0 0 1 0,2 0 3 15,0 3 0-15,-2 3 2 0,1 4 3 16,-2 4-1-16,0 4 0 0,-2 7-2 0,1 4 0 15,-2 5 0-15,-1 4-1 0,2 5-1 16,-3 4-1-16,2 6-2 0,0 5 1 0,-1 5-1 16,-1 6-1-16,2 7 0 0,-1 4 3 0,3 6 1 15,-3 6 1-15,3 5 3 0,-1 2 1 0,-2 7 0 16,2 4-2-16,-1 4-1 0,-1 5-3 0,1 1-2 16,1 2-1-16,2-2 1 0,3-4-1 0,4-3 1 15,4-6-1-15,3-6-13 0,0-8-32 0,5-4-76 16,1-7-94-16,2-7-178 0,-2-4-294 0,1-7-327 15,2-5-348 1,2-8-180-16,-1-6 202 0,-1-3 686 0</inkml:trace>
  <inkml:trace contextRef="#ctx0" brushRef="#br0" timeOffset="10382.2">15926 1351 83 0,'-10'-12'663'16,"-2"3"485"-16,-1-1 160 0,-1 1-71 0,-3 1-347 16,-1 4-332-16,-1-1-175 0,0 5-91 0,-3 0-61 15,0 0-63-15,-3 5-55 0,-1 3-32 0,-2 0-22 16,0 4-12-16,-2 3-6 0,1 1-5 0,2 3-4 0,3 2-4 16,1 1-4-16,4 2-3 0,4 1-7 0,1 1-6 15,6 3-3-15,5-1-1 0,3 1-2 0,3-2 0 16,5 1-2-1,6-4-1-15,2-1 0 0,6-4-2 0,4-4-1 16,2-5 0-16,5-5 1 0,0-5 2 16,6-7 0-16,1-4 0 0,0-7 1 0,1-4-1 15,3-6 0-15,-2-3 1 0,-4-2 0 0,-2 0 1 16,0-2 3-16,-9 3 0 0,-1 0-1 0,-4 7 2 0,-8 2 2 16,-2 4 0-16,-5 5-1 0,-4 6 0 15,-5 3 5-15,-1 6 3 0,-5 6 3 0,-3 9 1 0,-1 6 2 16,0 7 6-16,-2 4 1 0,5 3-3 0,2 4-3 15,6 1-2-15,4 2-1 0,5-1-8 0,6 0-6 16,5-1-3-16,5-4-2 0,4-2-3 0,5-4-15 16,4-7-34-16,1-6-84 0,4-5-146 0,0-3-266 15,1-7-311-15,2-4-382 0,0-4-412 0,2-2-22 16,-1-4 688-16</inkml:trace>
  <inkml:trace contextRef="#ctx0" brushRef="#br0" timeOffset="14993.19">6256 3104 112 0,'0'-1'351'0,"2"0"175"0,-2 0 136 15,0 1-136-15,-2 0-165 0,2 0-107 0,-2 1-57 16,2 0-36-16,-1 3-17 0,-1-2-12 15,1 3-11-15,-1 1-4 0,2 1 6 0,0 2 10 16,0 3 6-16,0 0 11 0,0 4 18 16,2 2 9-16,-1 1 8 0,2 3 4 0,1 2-2 15,-1 5-11-15,0 2-25 16,3 2-21-16,-1 4-26 0,0 6-21 0,-1 1 10 0,1 3 16 0,2 4 18 16,0 4 8-1,0 1 0-15,-1 4-4 0,2 2-25 0,3 1-18 16,-3 5-20-16,3 1-14 0,0 3-9 15,0 6 5-15,0-1 4 0,2 6-7 0,-2 4-4 16,0 1-3-16,-2 5 9 0,1 4-7 16,-4 3-8-16,4 0-3 0,-4 4-1 0,0 1 7 0,-1 1-6 15,0 4 0-15,-2 2 4 0,2 3-3 0,-2-1 0 16,0 4-6-16,0 0-3 0,2-2-7 0,0 1-6 16,1-6-2-16,2-3-4 0,0-5-2 0,3-7-1 15,3-6 1-15,-1-6 0 0,1-9 0 0,2-6 2 16,-2-7-8-16,0-8-5 0,2-10-12 15,-5-6-22-15,-1-8-35 0,-4-8-59 0,0-9-61 16,-6-9-107-16,-3-8-158 0,-6-9-248 0,-1-12-287 16,-3-8-234-16,-4-6-166 0,-2-8 223 0,-3-9 538 15</inkml:trace>
  <inkml:trace contextRef="#ctx0" brushRef="#br0" timeOffset="15811.38">6106 3081 79 0,'6'-11'580'0,"2"1"451"0,-5-2 196 16,2 2-88-16,-2-2-360 0,2-1-212 0,-2 2-159 16,0-2-94-16,3 0-55 0,-3-2-45 0,2 0-48 15,-2-2-59-15,2-1-34 0,0 1-26 0,0-1-18 16,1-1-8-16,-1 1-9 0,0 2-3 0,-1 0-4 15,0 3-2-15,-1 2-1 0,0 3-2 0,0 2-1 16,-2 1-1-16,-1 1 1 0,2 2-3 0,1 4 1 0,0 1 1 16,2 4 1-16,0 4 0 0,1 2-1 15,2 4 0-15,-2 2-1 16,2 2-2-16,-1 1-2 0,2 3-9 0,-1-2-48 0,-2 2-58 0,1-1-84 16,2 1-158-1,-3-1-282-15,-1 1-311 0,0 0-260 16,2 0-181-16,0-2 158 0,-2-1 573 0</inkml:trace>
  <inkml:trace contextRef="#ctx0" brushRef="#br0" timeOffset="17877.86">6585 6947 209 0,'-5'6'418'0,"3"-4"161"0,-2 0 78 16,4 0-220-16,-2-1-155 16,2 0-87-16,0-1-48 0,0 2-24 0,0-2-17 15,0 0-20-15,2 0-21 0,1 0 28 0,0 0 13 16,2 0 40-16,1-2 20 0,-1 1 8 16,3 1-5-16,3-1-42 0,-2-1-28 0,1 0-39 15,4 0 42-15,0 0 18 0,4 0 10 0,-2 0-1 16,2-1-1-16,3 2-5 0,-2-1-56 0,0-3-28 15,3 3-20-15,-1-1-6 0,2 1-4 0,1 0-1 16,1 0-3-16,2 0-2 0,-1 1-2 16,2 0 31-16,2 1 16 0,0 0 4 0,0 0 3 0,4 1 1 15,-1 0 2-15,0 3-26 16,3-3-15-16,0 2-5 0,-1 0-1 0,2-1-2 0,-1 3-2 16,3-2 2-16,-1 0-2 0,2 1 0 0,-2 0 1 15,3-2-3 1,-3 1-1-16,0 0-5 0,2 0 0 15,-3 1-1-15,1 0 38 0,0-3 23 0,-1 2 14 16,2-2 7-16,1 1 5 0,-2-2-3 16,-2 0-35-16,3 0-15 0,-1 0-14 0,0-2-7 15,1 1-6-15,1-1-3 0,0 0 5 0,1 0-2 0,0 0-2 16,2 1 0-16,1-1-3 0,0 2 1 16,-1 0-4-16,3 0-3 0,-3 2 2 0,2-2 2 15,-2 1 0-15,2-1 2 0,0 0 4 0,0 0 0 16,0 0 0-16,-2-1 0 0,4-2 3 0,-2 1 3 15,2-1-7-15,-1-1 1 16,3 0 1-16,0-2 0 0,0 1-5 0,2-1-2 0,-4 1 3 0,2-1-2 16,-3 2-2-16,3-1 2 0,-3 0-3 15,1 1-5-15,-1 1 2 0,-2 0 2 0,1 0 6 0,0 2-2 16,-2-1 6-16,0 1 5 0,3-1 1 16,-2 2-5-16,2 0-2 0,2-1-2 0,-1 1-1 15,-1 0 0-15,3 0-6 0,-2 0 3 16,-1 0-3-1,1 0 1-15,-1 0-1 0,0 0-4 0,0 0 1 16,0 0 6-16,0 0 1 0,-1 0 5 0,0 0 4 0,-1 0 6 16,2-2-3-16,0 2-6 0,4 0 0 15,-1-1-1-15,-1 1-3 0,1 0-2 0,-2 0 4 16,2 0-3-16,-1 0 2 0,2 0-8 16,-2 1 1-16,-1 1-1 0,2 1 0 0,-3 0 6 15,3 0 0-15,-1 0 3 0,-1 1 0 0,3 0 3 16,-2 1 0-16,4-2-2 0,-1 1-2 0,1 1 3 15,0 1-2-15,2-2 2 0,-2 1-5 0,0-1 4 16,0 2-4-16,-1 0-2 0,1-1-1 0,0 3 0 16,-1-1 5-16,1 2-2 0,0-1 6 0,-1 2 0 15,3 1 3-15,1-2-4 16,0 1-5-16,-1-1 2 0,3 2 0 0,0-1-2 0,-2-2 3 0,2 2-2 16,0-2-1-16,-3-1-5 0,1 1 2 15,1-1 6 1,-3 1 0-16,1-2-1 0,0 2 7 0,3 0 1 15,-2 0-6-15,3-1-5 0,1 1-3 16,-1-1 4-16,0 1-5 0,0-1-1 0,1 1 1 16,-1-1-1-16,0-1 0 0,1 1 6 0,-1 1 3 15,-1-2 3-15,2-1 3 0,-2 2 0 0,2-3-1 16,2 2-6-16,-1-2-3 0,0-1 0 0,0 0 1 16,2 0 3-16,-4-2 0 0,2 1 0 0,1-1-3 15,-5-1-1-15,3 2-3 0,-1-2 1 0,-2 0 2 16,3 0-1-16,-3 0 6 0,3 0-1 15,-1 2-1-15,2-2 0 0,-3 0 2 16,2 1-2-16,-4 0-1 0,2 1-2 0,0-2 1 0,0 1-3 0,-2 1 1 16,0-1 2-16,-2 0 2 0,0 1 3 15,1 1 1-15,1-1 0 0,0-1-1 16,1-1 2-16,0 1-2 0,2 1-2 0,-3 0-2 0,1-2-4 16,-1-2 1-16,0 0-4 0,1 2 1 0,-3 0-2 31,0-1 8-31,-3 1 0 0,2 0-3 0,-4 0 7 15,2 0-3-15,0 0 5 0,-1 0-5 0,3 1 4 16,-5 1-3-16,2 0-1 0,-3 1 0 16,3-2-2-16,-5 1 2 0,2-1-6 0,-3-1 2 15,-1 1-3-15,0 1 3 0,-1 0 2 0,0-2 0 16,-5 1 4-16,2-1 0 0,0 0 3 0,-1-1-4 16,0-1-2-16,-2 0-2 0,2 1 2 15,-3-2-1-15,1 2 0 0,2-2 0 0,-1-1 1 0,0 3 2 16,-1-2-5-16,0 3 3 0,-2-2-1 15,0 2 0-15,-1 0 0 0,0 0-3 0,-2 2 4 0,-2 0 0 16,0 0-3-16,-1 2 3 0,-2-3-1 16,1 2 2-16,-4 0-4 0,0 0-2 0,0 0 4 15,-4-1-2-15,1 0 4 0,-5 2 2 16,2-3-2-16,-5 0 1 0,0 2-3 0,-3-3 3 0,-2 0 2 16,1 0 36-1,-4 2 27-15,0-2 16 0,1 0 12 16,-2 2 1-16,-1-2-2 0,1 0-31 0,-2 0-23 15,0 2-14-15,0-2-11 0,0 0-5 0,0 0-6 16,0 0-3-16,0 1 0 0,-2-1-5 0,-1 1-18 16,2 1-55-16,-5 1-60 0,1 0-89 15,-2-2-162-15,1 1-278 0,1-1-308 0,-1-1-253 16,2 0-176-16,0-3 168 0,1 0 564 0</inkml:trace>
  <inkml:trace contextRef="#ctx0" brushRef="#br0" timeOffset="18259.43">18105 7114 447 0,'-5'-1'942'0,"-3"-1"270"0,3 1-47 15,-1 0-322-15,4-1-344 0,-2 2-228 0,2 0-125 0,2 0-67 16,2 0-34-16,2 0-19 15,1 0-8-15,3 0-12 0,5 0-2 0,-2 2-3 16,4-1-1-16,2 2 1 0,3-2 2 16,0 2 5-16,3 0-3 0,2 2 0 0,0-1 5 15,0 2-5-15,1 0 1 0,-4 0-3 0,0 1 4 16,0 2 16-16,-6 2 23 0,0 1 49 0,-3 2 44 16,-3 1 30-16,-2-1 8 15,-3 4-8-15,-3-2-16 0,-2-1-34 0,-2-1-30 0,-3 3-21 16,1-2-12-16,-6 0-8 0,2 0-10 0,-5-2-10 15,1 2-8-15,-1 0-8 0,-2-2-4 0,0 1-4 16,0-2-1-16,0 1-5 0,1-1-13 0,1-1-43 0,1-3-66 16,-1 0-80-16,4-2-143 0,2 0-225 15,-2 0-311-15,4-4-280 0,2 1-200 16,1-1 36-16,-1-2 484 0</inkml:trace>
  <inkml:trace contextRef="#ctx0" brushRef="#br0" timeOffset="18942.77">18193 7909 342 0,'-2'-3'740'16,"1"0"280"-16,-2-1 65 0,0 1-272 16,3-2-260-16,0-1-182 15,0 0-116-15,4 1-54 0,1-1-32 0,2-2-10 16,1 1-2-16,2-2-1 0,3-1-3 0,4-2 3 15,1 0-12-15,2 2-26 0,4-2-31 0,-1 2-23 16,0 1-14-16,2 3-23 0,-1 2-9 0,-2 1 5 16,-1 3 8-16,-1 5 12 0,-4 1 14 0,-2 5 10 15,-3 4 11-15,-1 0-4 0,-2 7-4 16,-5 1-6-16,-2 3-10 0,-2 2-7 0,-2 3-5 0,-5 0-5 16,2 1-3-16,-2 0-6 0,0 1-6 15,-1-2-3-15,-1 0-7 0,0-1-2 0,1 0-4 31,3-2-2-31,-1-1 0 0,2-2-2 0,4-1 0 0,-1-2-1 16,2-1 1-16,3-1-1 0,1-3-1 16,0 0 0-16,1 0-1 0,2-4-2 0,0-2-1 15,3-3 0-15,0 1 0 0,0-5 0 0,1 0-1 16,2-4-1-16,1-4-6 0,1 2-12 16,0-5-22-16,0-4-39 0,0 1-66 0,1-1-69 0,-2-2-101 15,1-1-146-15,-1 0-201 0,-1 1-275 0,1 0-217 16,-2 1-164-16,0-1 136 0,2-1 451 15</inkml:trace>
  <inkml:trace contextRef="#ctx0" brushRef="#br0" timeOffset="19259.34">18854 8217 254 0,'8'5'570'0,"3"6"271"0,-3 1 148 16,0 1-208-16,3 4-185 0,-2 1-142 0,1 2-95 0,4-1-72 16,-3 2-64-16,5 0-65 0,-2-2-56 15,3-2-40-15,0-1-25 0,1-4-17 0,0-3-7 31,2-5-6-31,-1-4 1 0,1-2 0 0,-2-9 3 0,3-2-1 16,-4-5 3-16,0-4 0 0,0-6 14 16,-2-3 35-16,0-2 42 0,-6-2 42 0,2-1 28 15,-6-1 15-15,-4 3 0 0,-4 1-21 0,-3 0-25 16,-5 1-27-16,-2 3-21 0,-4-1-17 0,-2 4-14 16,-3 2-8-16,-2 2-10 0,2 5-9 15,-5 2-7-15,0 6-7 0,0 3-6 0,2 5-6 16,-2 5-6-16,5 3-2 0,-2 7-2 0,5 3-1 0,2 2-3 15,4 4 1-15,4 0-3 0,2 3-12 16,4-2-23-16,0-2-56 0,6 1-71 0,0-2-109 16,0-3-181-16,4-2-298 0,-1-3-322 0,2-2-271 15,1-2-141-15,-2-3 291 0,-1-2 613 16</inkml:trace>
  <inkml:trace contextRef="#ctx0" brushRef="#br0" timeOffset="19476.84">18914 7980 249 0,'0'4'881'0,"-3"4"378"0,1 1-12 0,2 0-187 15,0 1-473 1,2 1-270-16,5-2-133 0,-1 1-66 0,5-1-27 16,-2-1-20-16,5-1-12 0,2-1-26 0,1 0-15 15,0-1-3-15,1-1-9 0,0 0 3 16,2-2-22-16,1 1-46 0,-2-1-132 0,2 0-255 15,-3 0-278-15,2-1-297 0,-2 1-258 16,0-4-52-16,-2-1 474 0</inkml:trace>
  <inkml:trace contextRef="#ctx0" brushRef="#br0" timeOffset="20658.78">4969 2489 228 0,'3'-1'599'0,"0"1"292"0,-3 0 102 0,3 0-216 16,-3 0-238-16,2 1-162 0,-1 1-98 15,1 3-54-15,1 1-29 0,-1 3-25 0,1 1-42 16,0 4-36-16,2 1-30 0,3 4-26 0,-4 0-11 0,3 1-11 0,-1 1-7 31,1 2-3-31,2-1-3 0,-1 0-3 16,-2 1-1-16,1 0 1 0,0-4 0 0,-2-1 1 0,0-1 0 15,-2-4 0-15,2-1-17 0,-2-3-38 0,-3-1-76 16,0-4-133-16,0 0-186 0,-3 0-290 0,-2-4-242 16,2-2-149-16,-2-2 115 0,0-2 387 0</inkml:trace>
  <inkml:trace contextRef="#ctx0" brushRef="#br0" timeOffset="20909.34">4806 2457 87 0,'7'0'332'16,"-1"0"167"-16,3 0 151 0,1 1-59 0,1-1-115 15,3 2-50-15,2-2 14 0,1 0-5 16,2 0-41-16,0-2-58 0,2 2-86 16,-1-1-71-16,1-1-77 0,1 1-43 0,0 1-23 0,-1-2-13 15,1 1-7-15,-2-1-4 0,-2 2-4 0,-1 0-3 16,-2 0-18-16,-3 3-66 0,-1-1-141 16,-4 4-207-16,-3 1-276 0,-4 3-252 0,0 2-171 0,-6 3 105 15,1 1 406-15</inkml:trace>
  <inkml:trace contextRef="#ctx0" brushRef="#br0" timeOffset="21143.09">4901 3045 112 0,'6'1'569'0,"0"-1"337"0,1 0 139 0,-1 0-86 0,2 0-354 0,0 0-243 31,3-1-126-31,2 0-61 0,1-3-31 16,2 3-19-16,1-2-34 0,1-1-34 0,2-1-23 0,2-1-15 15,-1 1-9-15,-1-3-23 0,2 2-76 0,-1 0-139 16,0 2-280-16,-4 1-263 0,2 0-245 16,-3 2-155-16,0-1 176 0,-1 2 438 0</inkml:trace>
  <inkml:trace contextRef="#ctx0" brushRef="#br0" timeOffset="24070.47">19251 3573 241 0,'-6'9'418'0,"-2"1"167"0,0-2 36 16,3 1-143 0,0-2-87-16,1-2-27 0,0 2-7 0,1-3-7 0,2 2-30 15,1-4-49-15,0 0-58 0,0 1-20 16,1-2-23-16,2-1-15 0,1 2-2 0,0-2 4 15,1-2 23-15,2 1-10 0,3-4 4 0,0 1-6 16,1-3-4-16,2-1-6 0,1-3-26 0,2-3-27 16,1 0-30-16,2-1-17 0,1-6-18 0,1 1-17 15,1-4-4-15,4-1-1 0,-3-4-4 0,1 1-3 16,2-1 2 0,-3-1-3-16,1 1-3 0,-1-1-3 0,-3 5-3 0,-2-1 1 0,-2 2-1 15,2 4 0 1,-7 2 2-16,1 0 1 0,-4 4 1 15,0 2-1-15,-3 2-1 0,0 1 1 0,-1 2-2 16,-1 1 1-16,-1 0-3 0,0 2 2 0,-1 2 0 16,-1-1 0-16,2 1 2 0,-2 0 0 0,0 2-1 15,0-3 0-15,0 3-2 0,0 0 2 0,0-2-3 16,-2 2-10-16,1-1-23 0,-1 1-51 0,-3 0-48 16,-1 0-52-16,2 1-90 0,-5 1-125 15,0 1-134-15,-2-1-179 0,0 0-237 0,0 3-206 16,-2-1 3-16,0 0 297 0,1 0 388 0</inkml:trace>
  <inkml:trace contextRef="#ctx0" brushRef="#br0" timeOffset="24404.22">19246 3103 320 0,'0'4'604'0,"0"-4"217"0,2 0 58 15,-1 2-280 1,1 2-163-16,1 0-79 0,2 0-40 0,3 4-15 16,-2 1-4-16,2-1-25 0,3 4-50 0,3 1-39 15,2 5-27-15,2 0-26 0,2 1-19 0,-1 3-15 16,3 1-12-16,2 1-22 0,-3 0-26 0,2 1-8 15,1 0-7-15,-1 0-9 0,0-2-2 16,1-1-9-16,-1-1 1 0,1 1-4 0,-3-3-4 16,1 0 4-16,0-2-5 0,-5-1-29 0,2-1-45 0,-2-1-113 15,-4-1-180-15,-2-1-297 0,0-2-291 16,-1 1-256 0,-2-3-120-16,-1 1 336 0,-2-2 541 0</inkml:trace>
  <inkml:trace contextRef="#ctx0" brushRef="#br0" timeOffset="27467.8">20608 3363 27 0,'-4'3'275'0,"0"-2"162"15,-3 3 151-15,1 0-5 0,-2 0-172 0,2 1-74 16,-1-1-27-16,1-1 5 0,-2 2 21 15,4-3 11-15,-1 1-10 0,2-1-27 0,-1-1-34 16,1 2-40-16,1-3-52 0,2 0-43 0,-3 2-41 16,3-2-31-16,0 0-25 0,0 2-17 0,0-2-7 15,0 0-12-15,0 0-1 0,0 0-5 0,0 0 2 16,2 0-2-16,-1 0 3 0,-1 0 10 0,0 0 6 16,2-2 18-16,1 0 14 0,1-1 19 15,-1 1 23 1,2-2 7-16,-2 0 4 0,4-2-10 0,-2 0 1 15,2-1-7-15,-1 1-20 0,0 0-14 16,4-2-9-16,-2 1-9 0,0-1-17 0,-2 2-13 16,3 0-3-16,-1-1-4 0,-1 2-5 0,1 2 4 15,-1-1-1-15,1 1 2 0,-1 1-2 0,-1 0 1 16,3 2 0-16,-4 0-1 0,3 2 3 0,-1 1 0 16,2 2 0-16,-1-1 5 0,0 3-2 15,1-1 3-15,1 4-5 0,-1-1-1 0,1 0 1 0,1 1-3 16,-2 0 3-16,3 1-2 0,-2-1 0 15,1 1 3-15,1 0-1 0,2 1 4 0,-3-3-4 16,1 1 1-16,1-1 1 0,3-1 0 0,-3 0 1 16,-1-2 0-16,6-4 9 0,-4 2 8 0,3-4 4 15,4-4 5 1,-4-1 1-16,4-3-2 0,-2-3-9 0,1-1-4 0,1-2-7 0,-2-3-4 0,0 1-4 31,-2 0 2-31,-3 0-4 0,-1 1 0 0,0 1-1 16,-5 3-1-16,-2 3-1 0,-3 0-6 0,0 2-44 15,-6 3-64-15,-1 3-127 0,-3 5-212 16,-3 2-296-16,-2 4-335 0,-2 2-288 0,-2 4-115 0,0 1 440 16,-4 3 622-16</inkml:trace>
  <inkml:trace contextRef="#ctx0" brushRef="#br0" timeOffset="28217.45">20579 4732 38 0,'3'-3'327'15,"-1"-3"214"-15,0 1 169 0,-1 0-10 16,4-1-198-16,-4-2-106 0,2 1-44 16,2-1-9-16,-2-3 5 0,2 3-14 0,0-1-32 15,1-2-54-15,-1 2-62 0,1 1-50 0,1-2-42 16,-1 3-28-16,3-1-25 0,-1 2-11 0,0 1 4 0,2 4 8 15,1 1 31-15,0 1 23 0,1 3 18 16,1 3 24-16,0 1 5 0,3 4-7 0,-2 1-28 16,2 2-23-16,0 1-17 0,2 1-21 0,1-2-16 15,-1 0-10-15,2 0-4 0,1-3-6 16,0-2 1-16,1-2-3 0,0-3 5 0,-2-4 4 0,2-5 0 16,2 0 5-16,-3-6-2 0,1-5-2 15,-2-3-7 1,1-1-6-16,-7-5-3 0,3 1-6 0,-5-3-49 15,-4 1-65-15,-4 0-146 0,-4 0-274 16,-3 1-294-16,-5 2-348 0,0 1-276 0,-6 2-21 16,-2-1 600-16</inkml:trace>
  <inkml:trace contextRef="#ctx0" brushRef="#br0" timeOffset="36720.94">22556 2920 13 0,'1'-7'267'16,"-1"-1"176"-16,0 2 168 0,-3-1 20 15,3 1-129-15,-1 2-84 0,1 0-27 16,-4-1-3-16,4 3-4 0,-1 0-23 0,-1-1-48 16,0 1-58-16,2 2-55 0,-1 0-55 0,-1 0-53 15,1 2-34-15,1 1-24 0,-2-1-17 0,0 4-10 16,-1 1-5-16,3 3-2 0,-1 0-4 0,1 0 0 16,-2 3 2-16,-1 4-2 0,3-2-3 0,0 2 3 15,0-1 8-15,0 2 7 0,3 1 3 0,-1 1 8 16,-2 1 5-16,0 0 0 0,1 2-3 0,-1-1-9 15,0 2-1-15,3 0-4 0,-3 2 1 0,4-1-2 16,-3 1-6-16,1-1 3 16,1 1-4-16,2-4 3 0,1 1-4 0,0-3-1 0,2-1 0 15,0-2 0-15,5-3 0 0,-4-2-2 0,3-1-1 16,1-4 3-16,-1-1 3 0,3-3-1 0,-2-1 1 31,0-4 0-31,3-2-2 0,-4-1-2 0,2-2-9 16,-2-2-27-16,2-2-61 0,-6-1-94 0,0 1-114 15,-2-2-148-15,-1 0-252 0,-2 2-242 16,-2 1-109-16,-2-1 117 0,-4 2 304 0,2 1 308 0</inkml:trace>
  <inkml:trace contextRef="#ctx0" brushRef="#br0" timeOffset="37094.67">22486 3148 55 0,'-2'-2'349'0,"1"2"229"0,-1-1 199 0,1 1-25 15,-1 0-194-15,0 0-134 16,2 0-72-16,2 0-45 0,0 1-43 0,-2-1-41 15,0 0-47-15,0 0-49 0,1 0-43 16,2 0-35-16,-1 2-22 0,1-2-12 0,2 2-3 16,3-2-1-16,0 0-2 0,0-2 0 0,1 0-2 15,4 1 1-15,0 0-3 0,4-4 1 0,-3 1 0 16,3-1 1-16,4-1 0 0,-4 1-2 0,4-3-2 16,0 0 0-16,-1 1-1 0,0-1-1 0,1 1 2 15,0-1-2-15,-3 2-24 0,-1 0-66 0,-4 2-90 16,0-1-121-16,-3 4-174 0,-1-1-286 0,-2 4-201 15,-4 1-29-15,0 1 186 0,-1 2 316 0</inkml:trace>
  <inkml:trace contextRef="#ctx0" brushRef="#br0" timeOffset="37619.58">22941 3179 87 0,'-5'5'586'0,"-1"1"404"16,-3 0 152-16,-1 2-62 15,1 1-386-15,-4 3-271 0,4 1-155 0,-3 1-77 16,0 3-39-16,2 0-31 0,2 3-30 0,-1-3-32 16,4 4-19-16,1-4-17 0,4-2-10 0,0 0-6 15,1-4-8-15,6-2 3 16,2-3-5-16,0-5 0 0,3-1 1 0,2-5-1 0,0-5 4 0,2-2-2 15,0-3 1-15,1-2-1 0,-1-4-1 16,-1 2 1-16,0-4-2 0,-3 4 1 0,0 1-2 16,-4 3 8-16,-4-2 1 0,1 4-4 0,-2 3 8 15,-2 0 8-15,-1 2 12 0,-1 1 1 0,-1 1 1 16,1 4 3 0,-4 0-5-16,2 2-10 0,2 0-11 0,-3 2-2 0,3 0-6 15,-1 4 0-15,1 3 0 16,-1-1 0-16,0 1-2 0,2 3 2 0,0 0 1 15,2 3-4-15,0-2 0 0,-1 3 1 0,2 0 4 16,2 2 0-16,-2 1 2 0,3 1-3 16,-1 0-3-16,-2 2 4 0,2-1-3 0,-2 2-4 0,-3-3 6 15,0 4 0-15,0-4 8 0,-4 2-6 16,-1-1 3-16,-2 3-1 0,-2-3-3 0,0-1 6 16,-1-1-8-16,-4 0 1 0,3-2 1 0,-5-3 4 15,3 0-1-15,-1-3-7 0,1-2 6 16,1-1 0-16,-2-3-1 0,2-2-4 0,2-3-5 0,-2-2-9 15,4-2-19-15,0-2-17 0,1-2-27 16,2-3-56-16,0 0-95 0,0-2-110 16,5-1-134-16,0 0-255 0,5 1-250 0,0-1-136 0,3 1 111 15,3 1 323-15,-2-2 333 0</inkml:trace>
  <inkml:trace contextRef="#ctx0" brushRef="#br0" timeOffset="38637.01">23569 2944 127 0,'0'-9'406'0,"-1"1"228"0,-3 1 189 0,1 1-102 0,0 2-140 0,0-2-83 15,-1 3-68-15,0 0-55 16,-4 1-54-16,3 1-67 0,-1 2-63 0,-1 1-64 16,-2 2-43-16,1 1-33 0,0 2-25 0,3 4-11 15,-4 1-11 1,3 3-5-16,-1 4-6 0,4 2-1 0,0 6 4 0,1 0 4 0,1 4 2 16,2 3 9-1,1 3 3-15,0 1 1 0,2 1-7 0,1 0-1 16,2-3 0-16,0-2-3 0,3-4-4 0,1-5 1 15,1-3 3-15,1-4-2 0,4-5 2 0,0-5 0 16,0-4 0-16,0-6-1 0,4-5 0 0,-2-4 1 16,-2-8-2-16,4-2-1 0,-4-7-2 15,2-2-4-15,-3 0 3 0,-2-5 2 16,-1 1 7-16,-2 1 17 0,-3 0 21 0,-2 3 20 0,-3 2 24 0,-3 0 16 16,-3 4 13-16,-2 2 7 0,-1 2-8 15,-4 1-12-15,0 4-18 0,-2 1-16 0,-2 6-20 16,0-1-20-16,-2 3-15 0,2 4-8 0,-2 2-9 0,3 5-8 15,1-2 0-15,-2 6 0 0,2-1-6 0,0 3-32 16,4 1-41-16,-2 0-35 16,4 1-54-16,-2 0-111 0,2 1-142 0,-1 0-181 0,3-3-244 0,0 3-238 15,1-1-129-15,-1-2 199 0,2 0 417 16</inkml:trace>
  <inkml:trace contextRef="#ctx0" brushRef="#br0" timeOffset="38897.94">23439 3130 234 0,'0'0'667'15,"0"0"316"-15,0 0 74 0,2 0-232 0,0 0-312 16,-1 2-228-16,4-2-144 0,3 3-70 0,0-2-33 0,3 2-14 15,1 0-9-15,4-1-3 0,3-1 2 16,0 0-4-16,3-1-1 0,2-1-2 0,3-2-4 16,-2 0 0-16,1-1-9 0,-1-1-61 0,0 1-103 15,-1-2-157-15,-5 1-287 0,0 1-235 0,-2 0-166 32,-3 0 65-32,-4 3 313 0</inkml:trace>
  <inkml:trace contextRef="#ctx0" brushRef="#br0" timeOffset="41652.08">23183 4404 107 0,'-2'6'340'0,"-2"0"169"0,-1-2 134 16,2 2-140-16,0-1-144 0,0 0-84 15,-1 0-37-15,1 0-12 0,2 0-5 0,-3-3-14 0,4 2-27 16,-1-2-28-16,-1 0-41 0,2 1-30 0,0-2-34 15,2-1 2-15,-1 0 32 0,3 0 33 0,-3-1 34 16,6-2 22-16,-1-1 16 0,2-5-12 0,1 2-29 16,-1-3-29-16,5-3-26 0,-2 0-18 15,0-2-17-15,5-2-8 0,-3 0-4 0,-1-1-5 0,-1 1-2 16,0-1 4 0,2 1 3-16,-4 2 3 0,0 3 10 15,0-1 5-15,-3 3 11 0,-1 1 6 0,0 1 2 16,-2 2-6-16,0 0-8 0,0 0-7 15,-1 0-16-15,2 2-12 0,-2-2-10 0,1 1-2 16,-1-1-5-16,-1 2-8 0,3 1 0 0,-3 0 2 16,1 0 14-16,-2 1 5 0,1 2 2 0,-1-2 5 15,2 2 1-15,-2 2-5 0,0 0-13 0,2 1-5 16,-2 4-5-16,0 2 0 0,0 3-2 0,0 3 0 16,0 4 1-16,0 0-1 0,0 2-2 15,0 1-1-15,0 1 1 0,0 2-1 0,0-2-2 16,0 0 0-16,1 0 0 0,-1-2 0 0,2 0 0 15,-1-3 1-15,1-3-4 0,1 0 3 0,-3-1-3 16,1-4 1-16,-1 0-6 0,0-3-28 0,0 2-43 16,-1-1-45-16,-2-2-45 0,-2 1-87 0,0-1-130 15,-3 0-121-15,2 0-131 0,-3 1-254 0,1 0-206 32,-4 2-12-32,2-2 258 0,0 1 346 0</inkml:trace>
  <inkml:trace contextRef="#ctx0" brushRef="#br0" timeOffset="42034.47">23009 4663 194 0,'-3'3'520'0,"0"-2"260"15,0 1 123-15,1 0-211 0,0-1-263 16,2 0-163-16,0 2-95 0,4-2-18 0,-1 0 15 16,3 3 20-16,4-2 25 0,1 0 12 0,3 2-18 15,3-1-33-15,-1 1-43 0,6-2-33 0,2 2-31 32,1 0-15-32,4-1-11 0,-4 0-11 0,5 1-3 15,0-1 0-15,0 0 2 0,2-1-3 0,1 1-4 16,3-2-4-16,-1 1-7 0,-2-2 0 15,2 0-5-15,0 0-5 0,-2 0 0 0,1-3 0 16,-3 1-1-16,-1-1-1 0,-1 0 0 0,-3-1 1 16,0-1-3-16,-4 1-1 0,-5 0 0 0,0-1 2 15,-2 2-1-15,-3-2-12 0,0 1-18 0,-4 4-36 16,-4-2-75-16,0 2-121 0,-2 0-152 16,-4 2-263-16,-3 4-258 0,0 0-180 0,-3 1 51 15,-2 2 331-15,0 3 367 0</inkml:trace>
  <inkml:trace contextRef="#ctx0" brushRef="#br0" timeOffset="42968.33">23098 5091 285 0,'5'-6'620'15,"-5"0"306"-15,0 1 154 0,0-1-240 16,-4-1-216-16,1 5-143 0,0-5-62 0,-2 3-41 16,-1 2-52-16,-2-2-52 0,0 3-38 0,-1 0-36 15,-2-1-48-15,0 2-50 0,-1 2-29 0,0 0-21 16,1 2-17-16,-5 2-13 0,5 1-9 0,-2 2-6 16,1 3-7-16,-1 3 0 0,1 0-1 0,0 3-3 15,4 3 1-15,-1 0 2 0,3 3-1 0,-1 0 0 16,6 0-2-16,-3 0 3 0,4-1-2 15,2-1 2-15,1-2-1 0,0 0 0 0,4-4-1 16,-1-1 2-16,3-5-2 0,3 1 0 0,-3-5 0 16,4-4 1-16,0-2 1 15,2-2 0-15,0-6 2 0,2-4-1 0,-3-3 2 0,3 0-1 0,-2-4 2 16,0-3 0-16,-2 3-2 0,0-2 2 0,-4 3-2 16,-1 0 1-16,-1 4 3 0,-1 1-2 0,-2 4 4 31,-2 1-2-31,0 2 1 0,-2 5-2 0,0 0-4 15,0 2 0-15,0 4-3 0,-2 2-2 16,2 7 1-16,0-1 0 0,2 4 1 0,2 2 1 0,1 1 0 16,0 1 2-16,4 0-1 0,-1-1 0 15,4 2 1-15,0-1 0 0,1-3-2 0,2 0 2 16,-2-3 0-16,2-2-1 0,0-1 0 0,2-3-1 16,-1-3 2-16,3-4-2 0,-3-2 4 0,1-3 0 15,-2-5-2-15,0-1 4 0,-2-4-4 0,1-2 0 16,-4 0 0-16,0-3 0 0,-6 0 3 0,2 0 0 15,-3-1 4-15,-4 3 1 0,-2 0-1 0,-5 1 0 16,2 0 0-16,-4 2 3 0,-2 1-1 0,1 2 1 16,-2 2 4-16,-5 3 1 0,4-1-1 0,-2 4-3 15,-1 1-4-15,3 4-3 0,-1 0-4 16,3 1-2 0,-1 4-1-16,2 1-2 0,2 1-1 0,2 1 0 0,2 1 2 15,1 2-1-15,-1-1 1 0,5 2 0 16,0 0-8-16,5-2-23 0,-4 0-55 0,2 0-55 15,1-3-70-15,1 1-120 0,-1-4-159 16,1-3-221-16,4 1-244 0,-2-4-215 0,1-1-105 16,0-2 250-16,1-2 454 0</inkml:trace>
  <inkml:trace contextRef="#ctx0" brushRef="#br0" timeOffset="43551.89">23642 5140 300 0,'-2'-4'820'0,"-2"2"358"16,-3-3 27-16,1 3-264 0,-1 2-288 16,-2-1-195-16,0 2-122 0,1 0-72 0,-4 2-38 15,2 2-39-15,0-1-42 0,0 3-52 0,0-1-34 16,1 1-23-16,1-1-14 0,4 0-10 15,-4 1-10-15,5-1 0 0,0 0-4 0,3 1-1 0,-2-2-2 16,4 1 0-16,-1 2 2 0,3-3-2 16,-1 1-2-16,4 0 4 0,0-1-1 0,2 1 2 15,1 0 0-15,1 0 2 0,2 0 1 0,0 2 0 16,0-1 1-16,0 1-2 0,0 1 0 0,-1 0 1 31,-1 0 2-31,-1 1-1 0,-2-1 3 0,-2 1 2 16,0 1 0-16,-4 1-2 0,-1-1 1 0,-2 1-1 15,-2 0 0-15,-3-1-2 0,-2 1 2 0,0-1-1 16,0 0-2-16,-5-1 1 0,4 1 0 16,-3-2 0-16,0-2-3 0,1 1 0 0,0-4 1 0,1 0-2 15,2 0-2-15,2-3-2 0,-2 0-7 16,4-2-31-16,0 0-49 0,3-3-47 0,-1 0-48 16,4 0-86-16,-2-2-121 0,3 0-124 0,0-2-168 15,2-1-241-15,2 1-198 0,0 0-1 0,1-1 272 16,3 0 380-16</inkml:trace>
  <inkml:trace contextRef="#ctx0" brushRef="#br0" timeOffset="44052.39">23933 5151 44 0,'0'-2'516'0,"-4"4"443"15,1-2 241-15,-2 2-53 0,1-1-367 16,-2 4-270-16,1-1-167 0,2 1-90 0,-4 5-59 16,4 2-37-16,0 1-11 0,1 4-9 0,1 1-27 15,-1 4-21-15,2 2-11 0,2 2-13 0,-1 2-20 16,4 2-19-16,-2 2-7 0,4 2-8 0,-1-2-5 0,3-2 0 15,2 0-4-15,-1-5 0 0,6-3-4 16,-3-3 5-16,4-6-4 0,-3-4-1 16,3-5-3-16,1-5 5 0,1-3 1 0,-2-6-1 15,-1-4 3-15,1-4 1 0,-2-3 1 0,-4-3-4 16,0-4 4-16,-2 3-1 0,-4-3 2 0,0-1-2 16,-2 2 4-1,-6-1-1-15,-2 2-3 0,0 1 2 16,-3-1 5-16,0 2 4 0,-2 0 1 0,-2 2 4 15,3 0 3-15,-4 3 2 0,4 1-5 16,-4 5-1-16,5-1-4 0,2 3 0 0,-1 4-6 16,3 1-5-16,0 2-4 0,0 1-2 0,1 3-2 15,1 1-3-15,1 2 1 0,1 2 2 0,-2 0 0 16,2 1-10-16,-2 4-34 0,2-1-53 0,0 0-54 16,0 3-86-16,-3-2-147 0,2 4-188 0,-1-3-274 15,0 3-230-15,1 0-191 0,-3-2 61 0,4-2 426 16</inkml:trace>
  <inkml:trace contextRef="#ctx0" brushRef="#br0" timeOffset="44267.72">23896 5364 22 0,'5'1'415'15,"0"2"319"-15,-2 1 193 16,5-2 18-16,1 0-345 0,1 0-265 0,2-2-149 16,3 0-77-16,0 0-35 15,0-4-20-15,2 3-12 0,1-2-62 0,-1-3-116 16,0 1-159-16,1-2-287 0,-2-1-219 0,1 0-139 16,-3 3 75-16,2-3 294 0</inkml:trace>
  <inkml:trace contextRef="#ctx0" brushRef="#br0" timeOffset="47181.24">7806 6846 207 0,'2'-2'563'0,"0"0"312"0,0 2 150 0,-1-1-185 15,-1 1-236-15,0 1-161 0,0-1-116 0,0 4-81 16,0 0-54-16,0 5-41 0,0 0-38 0,3 5-28 16,1 4-21-16,0 4-14 0,0 5-12 0,0 3-14 15,1 2-10-15,1 6-3 0,-1-1-5 0,1 5-4 16,-1-1 2-16,-3 3-6 0,4 0-4 0,-1-4-17 16,-1-2-55-16,1-2-123 0,-3-4-165 0,3-3-294 15,-4-4-270-15,1-2-241 0,0-3-32 16,-4-4 363-16,0-1 444 0</inkml:trace>
  <inkml:trace contextRef="#ctx0" brushRef="#br0" timeOffset="47999.49">7461 8001 167 0,'-5'3'430'0,"0"0"229"0,0 0 181 15,1-2-129-15,-1 1-170 0,4-1-102 16,-1-1-68-16,2 2-68 0,0-2-50 0,3 0-41 16,3-2-34-16,-1-1-28 0,6 0-18 0,3-1-6 15,1-3-14-15,5-2-23 0,1 1-14 0,4-3-8 16,2 0-5-16,0 2-8 0,-2-2-4 0,0 3 2 15,-2 0-3-15,-1 3 32 0,-4 1 29 16,0 2 22-16,-4 4 13 0,-1 3 0 0,-5 3-1 16,1 4-34-16,-4 1-26 0,-2 4-23 0,-3 3-17 15,-3 2-13-15,1 1-9 0,-3 3-7 0,1 1-8 16,-4 0-3-16,3 1-3 0,-1-1-4 0,1-1-2 16,0-1 0-16,1 1-1 0,1-5 2 0,1 0-2 15,2-4 0-15,0-1 0 0,2-3 1 0,1-2 0 16,3-2-1-16,0-1-5 0,1-3-15 0,1-4-46 15,1-1-54-15,-1-4-52 0,0 0-75 0,2-5-115 32,0 0-137-32,-2-4-121 0,2 1-195 0,-1-3-226 15,-1 1-115-15,2 1 152 0,1-1 352 16,-2 3 331-16</inkml:trace>
  <inkml:trace contextRef="#ctx0" brushRef="#br0" timeOffset="48248.21">7998 8254 65 0,'16'15'266'16,"3"3"129"-16,-3 0 118 0,1 2-118 15,2-2-121-15,-1 0-64 0,0-3-20 0,0 0-14 16,1-2-9-16,1-4 0 0,-2-1 9 0,1-4 19 0,-3-4 28 16,3-3 34-16,-5-3 29 0,3-6 16 0,-4-3 2 15,-1-2-21-15,-2-6-35 0,-2-1-33 16,-3-2-12-16,-1 1 26 0,-2 0 13 0,-4-2-1 16,-4 4-12-16,-2-1-16 0,-3 3-31 0,-6-1-54 15,-1 3-45-15,-2 3-26 0,-2 1-18 0,3 1-12 16,-2 3-9-16,2 5-6 0,2 2-6 0,1 3-6 15,3 2-5-15,1 5-4 0,4 2-7 0,0 5-29 32,6 2-61-32,2 2-64 0,0 2-115 0,7 0-165 15,2 1-298-15,5-1-295 0,4 3-222 0,4-3-113 16,6 0 309-16,2-2 524 0</inkml:trace>
  <inkml:trace contextRef="#ctx0" brushRef="#br0" timeOffset="49231.28">16454 6992 251 0,'3'2'751'0,"-3"0"338"0,-1 2 48 16,-1 2-198-16,1 5-371 0,1 2-228 15,0 2-122-15,0 5-57 0,0 1-27 0,1 6-18 16,1 0-24-16,-1 0-27 0,4 3-14 0,-4 0-9 16,2 1-2-16,2 1-2 0,-1 0-5 0,-3 0-1 15,4 0-6-15,-2 2-11 0,0-2-8 0,-1-2-7 16,2-1-7-16,1 1-33 0,-3-4-33 0,-1-2-71 15,-1-2-134-15,-1 0-167 0,-2-3-299 0,-1-1-244 32,-2 1-201-32,0-3 48 0,0-1 388 0</inkml:trace>
  <inkml:trace contextRef="#ctx0" brushRef="#br0" timeOffset="49715.47">15981 8428 245 0,'0'6'579'0,"-1"-2"258"16,1 0 97-16,-2-2-239 0,2 1-221 16,0-1-134-16,2-2-80 0,-1 0-26 0,-1 0-5 15,3-5-8-15,1-2-27 0,1-2-25 16,-1-3-27-16,2-3-19 0,2-3 5 0,0-3 8 0,2-3 14 16,1-1-1-16,-2-2-4 0,1-2-15 15,2 1-25-15,-2 0-26 0,-2 3-18 0,1 3-12 16,-2 2-10-16,-3 5 4 0,1 3 0 0,-2 4 0 15,-1 0-6-15,0 2-4 0,0 3-4 16,2 1-11-16,-3 5-8 0,1 5-5 0,-1 2-2 0,3 5-1 16,-3 3-2-16,1 5 2 0,1-1-1 15,0 4-1-15,0 1 0 0,2-1 0 0,1 3 0 16,-3 0 0-16,2-4 0 0,0 2 2 0,-2-2 1 16,2-2-3-16,1-2 0 0,-3-1-3 0,0-5-9 15,-1-2-34-15,1-2-54 0,-1-2-50 0,-1-5-52 16,1-1-85-16,0-6-119 0,-1-3-105 0,-1-4-83 15,0-4-109-15,0-2-160 0,4-4-130 16,-3-1 74-16,1 0 225 16,1-1 259-16</inkml:trace>
  <inkml:trace contextRef="#ctx0" brushRef="#br0" timeOffset="50229.8">16258 8230 111 0,'6'-12'284'16,"2"0"130"-16,1 2 55 0,0-1-98 0,-3 4-95 15,2-2-52-15,1 1-21 0,-2 2-4 0,-1 0 1 16,2 1 21-16,0 3 32 0,-4-2 27 0,4 4 28 15,-3 0 25-15,2 3 6 0,0-1-23 16,0 2-43-16,-1 3-53 0,2 0-45 0,0 2-41 16,-2 2-17-16,2 1 1 0,-1 1 16 0,-1 3 26 15,1 1 4-15,0 1-6 0,-2 1-19 0,0 2-27 16,-2 0-30-16,0 1-32 0,1 1-18 0,-1 1-12 16,-1-3-9-16,1 1-5 0,1-1-4 0,-3-2-2 15,2-2-3-15,-1-4 0 16,1-1-5-16,2-2 1 0,-1-3-10 0,3-4-32 0,-1-2-44 0,1-2-43 15,1-2-43-15,1-2-63 0,0-3-88 0,0-2-72 32,1 1-65-32,-2-1-47 0,4 1-43 0,1-1 11 15,0 0 86-15,1 1 116 0,-2 2 118 16,0-1 90-16,2 2 71 0,-1 3 51 0,0 2 42 16,-1 1 36-16,-2 2 50 0,4 3 52 0,-3 1 50 15,2 1 54-15,-2 3 31 0,0-1 9 16,3 2-7-16,-1-2-21 0,-1-1-23 0,3-2-46 0,-1-2-34 15,0 0-25-15,-1-6-19 0,3-1-21 0,-2-6-24 16,0-1-14-16,-1-7-9 0,-1 0-7 16,-1-6 1-16,-1-2 2 0,2-2 15 0,-4-1 39 15,-3 3 31-15,0-1 27 0,-2 2 6 0,-4 4-6 16,-2-3-14-16,-2 6-33 0,-3 1-30 0,0 2-27 16,-6 3-20-16,2 0-12 0,-3 3-9 0,0 3-5 15,0 3-9-15,0 2-7 0,-2 5-7 0,4-1-5 16,-1 6-5-16,3 3-14 0,0-1-48 15,0 5-61-15,3 2-100 0,3-2-174 0,0 1-298 16,2 1-316-16,2-1-271 16,1 1-154-16,1-1 275 0,-1 0 603 0</inkml:trace>
  <inkml:trace contextRef="#ctx0" brushRef="#br1" timeOffset="73250.1">19589 4720 201 0,'2'-3'525'16,"0"-1"319"-16,-2 1 206 0,0 2-177 0,0-1-205 15,0 0-142-15,0 1-101 16,0 1-67-16,0 0-43 0,1 0-47 0,-1 0-38 15,0 1-30-15,0 1-31 0,0 1-39 16,0 1-37-16,-1 0-25 0,1 4-11 0,0 1-8 0,0 3-9 16,0 2-5-16,0 1-7 0,0 2-4 0,0 5-5 15,0-1-4-15,0 4-3 0,0-1 0 0,0 2-3 16,0 2-2-16,1-2 0 0,-1-2-4 0,0 0 1 16,2-3-5-16,-1-2 0 0,-1-2 1 15,2-3-1-15,-2-3-2 0,0 0 1 0,2-4 2 16,-2-1 0-16,-2-2-4 0,2-1-7 0,-2-2-18 15,-1-2-45 1,-2-3-59-16,1-1-58 0,-4-1-93 16,-2-2-140-16,1-3-173 0,-3-1-262 0,2-1-219 15,0-2-186-15,-1-1 79 0,0-2 412 0</inkml:trace>
  <inkml:trace contextRef="#ctx0" brushRef="#br1" timeOffset="73633.61">19409 4465 329 0,'0'-8'667'0,"0"3"302"0,0-1 118 0,0 1-273 16,0 2-224-16,-1 0-158 0,1 0-109 0,0 2-85 0,1 1-73 15,-1 0-54-15,2 0-31 0,1 3 23 16,0 1 23-1,3 2 24-15,1 3 3 0,-1 5 0 0,2 1-11 16,1 3-32-16,2 1-31 0,-1 4-25 16,2-1-10-16,-2 2-3 0,3-1-4 0,-1 1-9 15,1-2-9-15,1-1-5 0,1-2-3 0,0-3-7 16,0-1-1-16,0-5 0 0,0-2 0 0,2-3 1 16,-1-4 0-16,1-5 1 0,-1-3-2 15,1-6 0-15,-1-2 1 0,2-5 0 0,-6-1-1 16,2-1 1-16,-2-4 0 0,-2 3 1 0,-2-3 1 15,-1 2 0-15,-2 0-2 0,-4 0-2 0,2 1-3 16,-4 2-10-16,-2 0-25 0,-1 3-62 0,0 2-56 16,-3 1-101-16,-2 4-167 0,-1 4-289 0,-3 2-293 15,1 5-229-15,1 3-158 0,0 4 256 0,-3-1 547 16</inkml:trace>
  <inkml:trace contextRef="#ctx0" brushRef="#br2" timeOffset="84113.58">7304 6268 193 0,'-1'0'482'0,"-1"0"261"15,-1 0 170-15,3 0-159 16,-2 0-175-16,2 1-101 0,-1-1-74 16,1 0-68-16,-2 0-59 0,2 0-59 0,0 0-59 15,0 0-49-15,0 0-43 0,0 0-28 0,0 0-15 0,0 0-11 16,2 0-7-16,-1 0-3 0,1 0 2 0,1 0-1 16,0 0 0-16,4 0 10 0,0 3 14 15,1-3 6-15,0 0 4 0,2 0 5 0,2 2-1 16,1 2-4-16,1-3 31 0,1 0 17 15,0 1 11-15,3 1-2 0,-1-2 3 0,2 1-4 0,2-2-40 32,1 1-22-32,1-1-14 0,-2 0-3 0,4 0-7 15,-1-1 11-15,1-1 10 0,-1 0 4 0,2-2 2 16,-1 2-3-16,-2-4 0 0,1 1-13 16,-2-1-7-16,2 4-6 0,-2-5-2 0,0 2-3 15,-3-1 0-15,0 0 0 0,0 0-2 16,0 0 2-16,0-1 1 0,-3 1 3 0,1-3 0 0,-1 0-1 15,0 1 0-15,-2-1-1 0,0 0 1 0,1-1-2 16,-1-1 0-16,-2 1 2 0,1-3 3 0,-2 2 2 16,0-2-2-16,-1 0 1 0,2 1 0 0,-4-2 0 15,2-1-1-15,-1 0-3 0,-1 2 3 0,0-3-1 16,-1 1-1-16,0-3 1 16,0 1-1-16,-1-2 0 0,0 1 0 0,2 0 0 0,-2-2 0 15,-1-1 8-15,0 2 4 0,0-5 3 0,-2 4-1 16,3-3 2-16,-1 2-4 0,0-1-6 0,-2 1-3 15,0 1-6-15,2-3-1 0,-2 2 0 0,3-2-1 16,-3 1 0 0,2-1 0-16,-2 1 0 0,0 0 0 15,2-3 0-15,-1 1 0 0,0 0 0 0,1 0 0 16,-2 0 2-16,0-1 0 0,0 2 0 0,1-4 1 16,-3 2 2-16,2-1-1 0,-1 1-2 0,0-2 2 15,-1 1-2-15,-1 1 1 0,2 0 0 16,-2-2-2-16,0 1 2 0,0-1-1 0,0 0-1 15,0 1 0-15,-2-2-4 0,2 2 2 0,0-1 0 16,-1-1-3-16,1 1 1 0,-2-2-1 16,0 1-1-16,2-1 1 0,-3 1-1 0,3-2 1 0,0 0 2 15,-1-2 1-15,-1 1 1 0,2-2 4 0,0 0-1 16,0 0 2-16,0 0 0 0,2-2-1 0,-1 2 0 16,1 0 0-16,-1 1-1 0,3 0 0 0,-1 0-1 15,0 2-1-15,1 2-1 0,-1-3-2 0,2 3 0 16,0 0 1-16,0-1-2 0,0 2 2 15,2-1 0-15,-2-1-2 0,0 1 0 0,0-1-3 16,-2 1 0 0,2-1 1-16,2 2 3 0,-2-1 0 15,0 0 4-15,0 0 2 0,-2 0 0 0,2 0-1 16,1 1 1-16,0 2 2 0,-3-1-2 0,2 1-7 16,0 1-5-16,0 1-3 0,1 0-2 0,0 1-3 15,-1-1 2-15,1 0 4 0,-1 2 6 16,2 0 0-16,0 1 2 0,-2 0-1 0,0 2 0 0,1 1 2 15,-1 0-2-15,3 2 1 0,-2 1 0 16,-1 2 0-16,1-2 8 0,1 1 4 0,0 3 2 16,-2-3 0-16,3 2 2 0,-3 1-2 0,1 3-6 15,2-2-4-15,0 2-4 0,-2 1 0 0,1 0 0 16,2 1 0-16,-3-1 0 0,2 4-1 16,2-1 2-16,-1 0 1 0,-1 0-2 15,2 2 1-15,1 1-1 0,-2 0 1 0,1 0 1 0,1 1-2 0,-2 1 0 16,1 0 2-16,1 3 0 0,-2-3-1 0,1 3-2 15,2-2 1-15,-2 4 1 0,3-1 0 16,-1-2 0 0,-1 4 0-16,2-1 0 0,-2 1 1 15,0 2 0-15,3 0-2 0,-4 2 1 0,3 1 1 16,-1 0 4-16,-1 2 2 0,2 3 1 0,-2-1 1 16,-1 2-1-16,0 1-1 0,0-1-2 0,-2 3-1 15,2 1-2-15,-1-1-1 0,-1 3 2 0,0-1-1 16,-2 0-1-16,3 2-3 0,-1-1 1 15,-1 0-1-15,2 1-2 0,1-1 4 0,-2 0 2 16,0 1 1-16,1 1 1 0,-1-1 2 0,0-3 1 16,0 3-2-16,-1-2-1 0,2 0 1 0,-1 2 2 15,-2-2-1-15,3 1-1 0,-2 0 0 0,-1 0 0 16,2 0-2-16,0 0 0 0,-2 0-1 0,0-1 1 16,1 0-1-16,-1 0-1 0,0-1 0 15,-1 2-1-15,1-3-2 0,-1 2 1 0,0-1 0 0,1-2 0 16,0 0-1-16,-1-1 2 0,0 0 0 15,0 1-1 1,1-1-1-16,-1-1 1 0,-1 1 0 0,1-1 0 16,-2 0 2-16,2 0 2 0,-3 2-1 15,1-2 1-15,0 1 0 0,2-1 0 0,-4 1-1 0,1-1 1 16,-1 0 0-16,1 1 0 0,0 0 0 16,-1-1 1-16,1 0 1 0,-2 0-2 0,3-1 1 15,-3 0 0-15,3-1 0 0,-1 0 0 16,1 0-3-16,0-1 2 0,-1 1-1 15,2-1-1-15,-1 1 1 0,1-1-2 0,-1 1 2 0,2 0-2 0,-2 0 0 16,0 0 1-16,2 1-3 0,-1-2 2 16,0 2-1-16,0-1 1 0,0-1-2 0,-1 2 2 15,0-1-2-15,2-1 2 0,-2 0-2 0,0-2 0 16,3 3 1-16,-3-4 0 0,1 2 2 16,0-1 0-16,0-1-1 0,-1 2 0 0,2-2 0 0,-1 0 0 15,-1 2-1-15,0-2 1 0,2 1 2 0,-2-1 1 16,2 0 2-16,-3 0-2 0,1 0-1 0,0-1-1 15,3 2 0-15,-3-4 1 0,1 2-3 0,-1-1 2 32,0-2 1-32,0 2 1 0,1-3-1 0,-1 3 0 15,0-3 2-15,1 2-2 0,-1-2 0 0,1 2 0 16,-1-2 0-16,0-1-1 0,0 2 0 16,-1 1 0-16,1-2 0 0,2-1 1 0,-1 2 0 15,-2-2 0-15,1 3-1 0,0-2 0 0,1 0-2 16,0 0 1-16,-2 1 1 0,3 0-2 0,-2-2 2 15,1 1 1-15,1-1 0 0,-2 1 0 16,2 3-1-16,-2-4 1 0,1 2-1 0,0-2 0 16,0 1 0-16,0 0 0 0,-1 2-2 0,2-3 1 15,-2 1 2-15,2 1-2 0,-2-1 1 0,0-1-2 0,2 0 1 16,-2-1 1-16,2 2 0 0,-2-3 1 0,0 1-1 16,0 0 0-16,2-1 2 0,-3 1-3 15,3-1 0-15,-1-2 0 0,1 2 2 0,-2-1-1 16,2 0 0-16,-2 0-1 0,2 0 0 15,0-1-1-15,1 1 0 16,-2-1 1-16,1 2 1 0,0-1 1 16,0 0 2-16,1 1-1 0,0 0 1 0,-1-3-1 15,2 3-1-15,-3-2 0 0,3 2-3 0,0-2 1 16,-2-2-1-16,2 2 2 0,-1-1-1 16,0 0 1-16,2 0-1 0,-2 0 3 0,2 0 0 15,-1-2-2-15,-1 1 2 0,3 0-2 16,-2 1 2-16,-1-2-2 0,2 0-1 0,0 2 1 15,-2-1-2-15,2-1 1 0,-1 1 1 0,0 1 0 0,1-1-1 16,0 1 1-16,0-1 1 0,1 0-1 0,0 3-1 16,0-3-1-16,0 2 3 0,1-1-1 15,0 1 0-15,2-2 0 0,-4 1 0 0,3-1 0 16,0 2-1-16,-1-3 1 0,-1 2-1 0,2-1 0 16,-1 0 2-16,-1-1-1 0,1 0 0 15,2 2 0-15,-4-2 2 0,2 2-1 0,1-2-1 0,-2 1 1 16,-1 0 1-16,3 3-1 0,-3-3-1 0,2 0-1 15,-1 1 1-15,-1 1-2 0,0-1 1 0,0 2 1 16,3-1 1-16,-2 1 0 0,-2-2 1 0,4 2-1 31,-2 0-1-31,1-1-1 0,1 0 1 16,-2 1-1-16,1-1 1 0,1 0 0 0,-2-1 1 16,1 1-1-16,2 0 0 0,-2 0 0 0,1-1-1 15,0 2 0-15,2-2 1 0,-4 0-1 0,4 0 2 16,-2 0-1-16,0-2 2 0,0 2-2 0,0 0 0 15,0-2 0-15,0 1 1 0,1-1 0 0,-2 1-2 16,0 1 2-16,1 1 0 0,1-3 0 16,-2 0-2-16,0 2 1 0,2 1 0 0,-1-2-2 0,-1 1 1 15,2 0-2-15,0 1 0 0,0-1-1 0,-1 0 2 16,1 1 1-16,1 0 1 0,-1 0 2 16,-1 0 1-16,3 0-2 0,-1-1 1 0,2 3 0 15,-2-3-1-15,1 1-1 0,1 0 0 0,0-2 2 16,-2 1-2-16,4-1 1 0,-2 2-1 15,0-3 0-15,1 2 1 0,1-1-2 0,-2 0 3 0,2-1-1 16,-1 2 0 0,1 0 0-16,-1-1-1 0,2 0 2 15,-2-1-3-15,2 2 2 0,-2-2-1 0,2 2 2 16,-1-2 0-16,-1 0-2 0,1 0 0 0,-1 0 0 16,1 0-2-16,-2-2 0 0,0 2 0 15,0-2 2-15,0 2 2 0,-2 0-2 0,1 0 1 16,-3 0 0-16,2 2 1 0,0 0-2 0,-2-2 0 15,1 1 0-15,0 0-2 0,-1 4 2 0,1-5 0 16,-2 2-1-16,1 2 1 0,0-1 0 0,0-2 0 16,-1 2 1-16,0-1-1 0,0 2 0 0,0-2 1 15,0 0-2-15,0 1 0 0,-2-2 0 0,4 2 0 16,-4-1 1-16,2-1-3 0,1 2 3 16,-2-1 0-16,1-1-1 0,2 1 1 0,-2-2-3 15,1 1 4-15,0 1 0 0,-1-2-1 0,-1 1 1 16,2-1 0-16,-3 2 1 0,2-2-1 0,-1 0 0 15,-1 1-1-15,0-1 0 0,0 0 0 0,1 2 0 16,-1-2 0-16,0 0 2 0,0 0-1 0,1 0-1 31,-1 0 0-31,1-2 1 0,1 2-1 0,-2 0 1 0,2-1 0 0,-2 1 1 0,3 0-2 32,-2 0 0-32,1 0 0 0,1 1 0 0,-2-1-1 15,1 0 1-15,2 2 0 0,-2-1 0 0,4 0 1 16,-3 1 0-16,2 0 1 0,1-1-1 0,-1-1-1 15,2 1 0-15,-2 1 0 0,4-2 0 0,-2 2 0 16,2-2 0-16,-2 0 1 0,0 1 0 0,1-1-2 16,1 0 1-16,-2 1 0 0,0-1 0 0,0 0-1 15,2 0 1-15,-4 0 0 0,2 0-1 0,0 0 1 16,-1-1-2-16,-1 1 2 0,-2-1 0 0,1 1 0 16,1 0 1-16,-2 0-1 0,0-2-1 0,-1 2 1 15,-1 0-1-15,1-2 0 0,-1 2 0 16,-1 0 1-16,1 0 1 0,-2-1 0 0,-1 1-1 15,1 0 0-15,-1-1 0 0,-2-1 1 0,1 2-2 16,0-3-2 0,-2 2 2-16,1-2 0 0,-3-3 0 15,2 1 0-15,-1 1 3 0,2-2 0 0,-1-1-1 16,-1-2 0-16,0 1 0 0,-1-1-1 16,1-2 2-16,0-1 0 0,1-1 0 0,-2 0-1 0,3-4 0 15,-3 2 1-15,2-3-2 0,-1 0-2 16,2 0 1-16,0-2 1 0,-1 1 0 0,0 0 0 15,0-4 0-15,0 3 0 0,2-1 0 0,-2 0 0 16,1 0 2-16,0 0-1 0,1 2-2 0,-2 1 1 16,3 0 1-16,-2 0 0 0,1 1-1 0,-1 4 2 15,2-1-1-15,-1 1-1 0,0 1-1 0,0 1 0 16,0 0-1-16,2 3 1 0,-2-1-1 0,1 3 1 16,-1-3 0-16,0 4 1 0,1 1 0 15,2-1 0-15,-2 0-1 0,1 4 1 0,-1-2-1 16,2 0 1-16,-2 2 0 0,2-1 1 0,-1 2-1 15,-1 0 2 1,3 0 0-16,-2 0 0 0,-1 3-2 0,0-2 0 16,4 3 0-16,-6-2 1 0,4 2-1 15,-3 0 0-15,2 0 0 0,-1 3 0 0,0-1-1 16,0 0 1-16,-1 1-1 0,0 1 3 0,-2-1-1 16,3 4 0-16,-1-1 1 0,-2 1-1 0,2-2 2 15,-2 4-3-15,1 1 1 0,-1-1 2 0,0 2 0 16,1-2 0-16,1 3-2 0,-2-1 2 0,2 0-1 15,-2 0 1-15,2-2-1 0,3 1 2 16,-2 1-1-16,1-2 2 0,-1 1-1 0,0-1 1 16,3-1 0-16,-2 1-1 0,3-1-2 0,0-1 0 15,-2 0 0-15,0-1-1 0,2 1 0 0,-1-2-1 16,-1 0 0-16,2 0 2 0,-1-2-2 0,-3 0 0 16,2 0-2-16,-1-1 3 0,-1-1 0 15,0 0-2-15,-1 1 0 0,2-1 1 0,-4 2 4 16,0-2-3-16,2 0-1 0,-2 0 3 0,1 3-1 15,-1-2-1-15,1 1-1 0,1 2 0 0,-2-2 0 16,0 3-2-16,2-2 2 0,1 2 0 0,-2-2 1 31,3 0-1-31,-1 0 1 0,1-2-1 0,0 0 0 16,1 1-1-16,0-3 1 0,0 1 1 0,3 0-1 16,-3-3 0-16,4 2 0 0,-2-3 0 0,0-1 0 15,0 1-1-15,0-1 1 0,1 0 1 0,-1 0-1 16,2-1-1-16,-2 1 1 0,0 0 0 0,0-1-1 15,0 1 1-15,1 0 1 0,0 0-1 16,0 0-1-16,-1 1-1 0,2-1 0 0,-2 1 1 16,1 1-1-16,2 1 2 0,0-1 1 0,-1-2 0 15,-1 3 1-15,2 0 1 0,3-2-1 0,-4 0 0 16,2 2 0-16,1-3-1 0,0 2 1 0,0-2-2 16,0 2 0-16,1 0-1 0,0-1 1 0,0 0 0 15,1-1 0-15,-1 0 0 0,2 2 0 0,-1 0 1 16,0-1-2-16,0-1 1 0,0 1-1 15,-2 1 0 1,3-1 1-16,-1 1 0 0,-1-1 2 0,1 1-2 0,-1-1 0 0,1-1 0 0,-2 2 0 31,2-1 0-31,0 1 0 0,-2-2 0 0,0 1 0 16,0 1 1-16,-1-1-2 0,2 1 1 0,1 1-1 16,-3-1 1-16,2 2 0 0,0-2 0 15,1 2 0-15,-1-2 0 0,1 2 0 0,-2-2 0 0,2 3-1 16,-1-3 1-16,1 2-2 0,-2-1 2 15,2 1-1-15,-1 0 0 0,3 0 0 0,-3-2-1 16,1 1 2-16,2 0 0 0,-3 0 1 0,3 0 1 0,-2-2 0 16,1 2 0-16,-1-1 1 0,2-1-2 0,1 1-1 15,-3-1 1-15,1 1-1 0,0-2 1 16,2 1-1-16,-1-1-1 0,0-1 1 0,0 1 0 16,0-2 0-16,-1 1 0 0,0-2 0 0,0 1 0 15,2-1 0-15,-1 0 0 0,-3 0 0 0,3 2 0 16,-3-2 0-16,1 2 0 0,-2-3 0 0,2 3 0 15,-2 0-1-15,-2-1 1 0,2 2 1 16,-1 0 0 0,-1 0-1-16,1 2 1 0,-1-1 0 0,-1 0-1 15,1 3-1-15,-2-3 2 0,3 2-2 16,-3 0 1-16,2 0 0 0,1-2 0 0,-1 2 0 16,1-1-1-16,-1-1-1 0,-1 1 1 0,2-2 0 15,-1 1 0-15,0-1 1 0,0 0 0 0,-1-1 2 16,-1 1-1-16,0-2-1 0,3 1 0 0,-4-1-1 15,4 2-1-15,-3-3-1 0,0 2 0 16,2-1 2-16,-2 1 0 0,0-2 2 0,0 1 1 0,0 0-1 16,-1 0 0-16,1-1 1 0,-2 0-1 0,4-1-1 15,-4-1-1-15,-1 2-1 0,2-2 1 0,-1-1 0 16,-1 1 1-16,0-1-1 0,-1 0 1 16,0-1-1-16,0 1 0 0,-3-1 0 0,1 0 0 15,0-3-2-15,1 1-1 0,-3-2 0 16,-1-1-1-16,1 1 0 0,-1-6-2 0,-1 2 3 0,-1-3 2 15,0-3 0-15,0 0-1 0,-1-3-1 16,-1-3 0-16,0 0-1 0,1-3-3 0,-1 0 1 16,-1-1 2-1,0-1 3-15,0 4-1 0,3-3 3 0,-2 5 1 16,-1 3-1-16,2 2 0 0,-1 2 0 16,2 2 0-16,0 3-1 0,2 2-1 0,-1-1 2 15,2 2 0-15,-1 3-1 0,4-1 0 0,0-2 1 16,2 2 0-16,1-1 0 0,1-1 1 0,1-1 1 15,1 0-1-15,2-1 2 0,0-2-2 0,3 1 0 16,1-1-1-16,4-2-1 0,-2 3 0 0,4-1 0 16,-2-1-1-16,2 0 2 0,1 2 0 15,0 1 2-15,-2 2 1 0,2 2-1 0,-3-1 1 16,3 4 1-16,-4 2 0 0,1 1-2 0,-1 1 2 16,-2 4 0-16,1-2-1 0,-1 4-3 0,-1 1 0 15,1-1 2-15,-1 4-2 0,-2-2 0 0,2 1 1 16,-1 2 1-16,0-2 0 0,0 3 0 0,0-2 1 15,-3 2 0-15,3 0 0 0,-1 0 1 0,2-1 1 16,-6 2-1-16,6 1 0 0,-6 0 1 16,2 0-1-16,-1 2 0 0,1-1-1 0,-3 2 1 15,-1 1-1-15,2 1 1 0,-2 0-1 16,-2 2-1-16,3 1 2 0,-1 1-1 0,-2 0 0 16,1 1 0-16,-1-1 1 0,0 3 0 15,0-3 0-15,3 1-2 16,-3 0 0-16,-2 0-2 0,4-3 0 0,0 4 0 15,0-4 1-15,0-2-1 0,2-1 1 0,-1 1-1 16,0-2 1-16,0-1 0 0,1-1 0 0,1-1-1 16,-3 0-1-16,1-2 0 0,2 1 0 0,-2-2 0 15,1 1-1-15,0-3 1 0,-3 0 1 16,4 1 0-16,-4-3 0 0,1 0 0 0,2 1 0 16,-2-1 0-16,0-1 0 0,0-1 0 0,0-1 0 15,0 2 0-15,-1-2 0 0,0-1 0 0,-1 0 0 16,2-1 0-16,-1 3 0 0,-1-3 0 0,0 2 1 15,1 2-1-15,-1-2 1 0,0 0 0 0,2 1-1 16,-1 0 1-16,-1 0 0 0,2 0-1 0,1 0-1 31,-2 0-1-31,1 1 0 0,1-1 1 0,-2 1 0 16,1 0 2-16,1-2-1 0,-2 2 0 16,3-2 1-16,0 2-1 0,-1-2 0 0,-1 3 0 15,2-3 2-15,-1 1 1 0,1-2 0 0,0 2 0 16,-1-2-1-16,3 2 0 0,-3-3-1 0,2 0 1 15,0 0 0-15,0-3 0 0,-1 2 4 0,-1-2 0 16,2 2 0-16,-1-2-1 0,1 1 1 0,-1-1-1 16,-2 0-3-16,1 2 0 0,0-1 0 0,0 0-1 15,-1 2 1-15,-1 0-1 0,1 0-1 16,-1 0 1-16,1 2 0 0,-4 0 0 0,2-1-1 16,2 0 0-16,-3 1 1 0,1 1 0 0,0-1-1 15,-1-2 0-15,0 4 1 0,1-2 1 0,-1 3 0 16,-1-3 0-16,3 2-1 0,-2-2 0 0,-1 3 1 15,1-1-1-15,-1 1-1 0,3-1 2 0,-2 1-1 16,-1-1 0-16,2 2 0 0,1-2-1 0,1 1-1 16,-2 0 0-16,3-1 0 0,-3-1 1 15,1-1 0-15,2 2 2 0,-3-2 0 0,3 0 1 32,-1 1-1-32,1-1 1 0,-2 0-1 0,1 0 0 15,2-1-1-15,-2 0-1 0,1-1 0 0,-2 2 0 16,1-2 0-16,-2 0-1 0,3 0 2 0,-2 0 0 0,-1 2 0 15,3-2 0-15,-3 1 1 0,0-1-1 16,0 1 0-16,1 1 0 0,-2-1-1 0,1 1 0 16,1-1 1-16,-3 2 0 0,2-1 1 0,-1-1-1 15,-1 1 0-15,3-1 0 0,-2 1 1 0,-1-2 0 16,2 0 0-16,-2 0 1 0,2-2 0 16,-3 2 1-16,2-1 0 0,-3-1-1 0,4 2 1 15,-3-1-2-15,0-1 1 0,-1 2-2 0,0 0 1 16,0 0-1-16,-2 0 0 0,4 2 0 0,-3-2 0 15,-1 1 0-15,1 1 1 0,-1-2-1 0,1 1 0 16,-2 1 0-16,3-1-1 0,-3 1 2 16,2-2-3-1,-1 1-1-15,0 1 2 0,-1-2 0 16,4 0-1-16,-5 1-1 0,1-1 1 0,1 0 0 0,-1 0 0 16,-1 0 0-16,0 1 1 0,2-1 1 15,-2 0-1-15,0 0 1 0,0 0 0 0,0 0-1 16,0 0 0-16,0 0-1 0,0 0 1 0,0 0 0 15,0 0-1-15,-2 0-6 0,1 2-14 16,-2-2-25-16,-3 4-70 0,-1 0-82 0,-4 0-155 16,-3 2-275-16,0 2-311 0,-4 0-356 0,2 0-219 0,-2 1 65 15,0 2 637-15</inkml:trace>
  <inkml:trace contextRef="#ctx0" brushRef="#br1" timeOffset="96109.61">8716 4930 70 0,'0'0'179'16,"0"0"43"-16,0 0 19 0,2 0 3 15,-2 0-4-15,1 0-5 16,-1 2-11-16,2-2-14 0,-2 0-18 0,2 0-19 16,-1 0-19-16,-1 0-23 0,0 0-16 0,2 0-19 15,-1 0-7-15,-1 0-9 0,0 0 6 0,0 0 5 16,0 0 8-16,0 0 10 0,0 0 6 15,0 0-2-15,0 0-7 0,0 0-9 0,0 0-13 0,0 0-11 16,0 0-7-16,0 0-3 0,0 0 10 16,2 0 9-16,-2 2 17 0,0-2 11 0,0 1 10 15,0-1 8-15,0 0 3 0,0 0-1 0,0 0-5 16,0 0-5-16,0 0-11 0,0 0-11 0,0 0-12 16,0 0-13-1,0 0-17-15,0 0-10 0,0 0-11 0,0 0-8 0,0 0-6 0,0 0-1 0,0 0-2 31,0 0-1-31,0 0-5 0,0 0 3 16,0 0 2-16,0 0-5 0,0 0 1 0,0 0-2 16,0 0 5-16,0 0 0 0,0 0 2 0,0 0 3 15,0 0 8-15,0 0 5 0,0 0 8 0,0 0 2 16,0 0 5-16,0 0 0 0,0 0 0 0,0 0 2 16,0 0-1-16,0 0-1 0,0 0-5 0,0 0-4 15,0 0-7-15,0 0-6 0,0 0-9 16,0 0-4-16,0 0-3 0,0 0-4 0,0 0-1 15,0 0-1-15,0 0 0 0,0 0-2 0,0 0 1 16,0 0 1-16,0 0-1 0,0 0 0 0,0 0 0 16,0 0 0-16,0 0 2 0,0 0-3 0,0-1 4 15,0 1-3-15,0 0-2 0,3 0 0 0,-3 0-2 16,0 0 2-16,0 0-5 0,0 0 2 16,0 0 1-16,0 0 0 15,0 0 2-15,0 0-4 0,0 0 4 0,1 0-3 0,-1 0 2 0,0 0-6 0,0 0 2 31,0 0-2-31,2 0-4 0,-2 0 6 0,1 0-1 16,1 0 2-16,0 0-2 0,-1 0 4 16,3 0 2-16,-3 0-1 0,2 0 3 0,-1 0-3 15,1 0-1-15,0 0 3 0,-1 0 3 16,2 0-6-16,-2-2-4 0,1 2 2 0,0 0 1 0,-1-2-2 16,1 1 0-16,-1 1 2 0,-1 0 2 0,1 0-1 15,0 0 0-15,-1 0 0 0,1 0 2 0,-2-1-1 16,1 1-1-16,1 0 1 0,0 0-1 15,-1 0-1-15,-1 0-2 0,3-2 1 0,-1 2 0 16,-1 0 2-16,-1 0 0 0,3 0 0 0,-3 0 0 16,2 0 4-16,0 0-2 0,-1 0-1 0,1 0-1 15,-1 0 0-15,-1 0 0 0,2 0-4 0,0 2 1 16,-1-2 3-16,1 0 2 0,1 0-2 0,-1 0-1 16,-1 1 1-1,2-1 0-15,-3 0 2 0,3 0-1 0,-3 0 1 0,2 0 0 0,-1 0 0 0,1 0-1 31,-2 0-1-31,2 0-5 0,-1 0 2 0,-1 0 2 16,2 0-1-16,-1 0 2 0,-1 0-1 16,2 0 1-16,0 0 0 0,-1 0 0 0,-1 0 0 15,2 0 1-15,1 0-1 0,-1 0 4 0,-1 0 0 16,2 0-2-16,-3 0-2 0,3 0 0 0,-3 0 2 16,3 0-3-16,-3 0 0 0,2 0 0 0,1 0 0 15,-3 0 1-15,2 0-1 0,1 0 0 0,-3 0 1 16,2 0 0-16,-1 1 2 0,1-1 0 15,-2 0-5-15,2 2 3 0,-1-2 0 0,1 0 0 16,-1 0-1-16,-1 0 0 0,2 2-2 0,1-2-1 16,-2 0 2-16,-1 0 1 0,3 0 0 0,-3 0 3 15,2 1 0-15,-2-1-1 0,3 0 2 0,-3 0-2 16,2 0 3-16,0 0-2 0,-1 0 0 0,1 0 1 16,-1 0-1-16,-1 0 0 0,2 0-3 0,0 0-1 15,-1 0 0 1,-1 1 2-16,3-1-2 0,-3 0-1 15,2 0 2-15,-2 0 0 0,4 0 2 0,-2 0 3 16,-2 0-2-16,1 0-2 0,1 0 0 0,0 0-2 16,-1 0 2-16,-1 0-4 0,2 2 1 0,0-2 2 15,-1 0 3-15,-1 0-1 0,2 0-3 0,-1 0 1 16,1 0 1-16,-2 0 0 0,3 0 0 0,-3 0-1 16,2 0 1-16,-1 0 1 0,1 0 2 15,-2 0-1-15,2 0 2 0,0 0-2 0,-2 0-2 16,0 0 0-16,2 0-3 0,-2 0 5 0,0 0-1 15,2 0 0-15,-2 0 2 0,1 0 1 0,-1 0-1 16,2 0-5-16,-2 0-1 0,1 1 5 0,-1-1-5 16,0 0 3-16,2 0-1 0,-2 0 1 15,2 0-1-15,-1 0 1 0,-1 0 2 0,2 0-4 16,-1 0 1-16,-1 0 0 0,2 0 2 0,-2 0-6 0,2 0 5 31,-1 0-1-31,-1 0 1 0,0 0-1 0,2 0-1 16,-2 0 1-16,1 0 0 0,-1 0 3 15,0 0 2-15,2 0 0 0,-2 0 2 0,2 0 0 16,-2 0-3-16,2 0-2 0,-2 2-3 0,0-2 3 16,2 0-6-16,-2 0-1 0,0 0 4 0,2 0 1 15,-2 0 0-15,1 0-3 0,-1 0 4 0,0 0 0 16,0 1 0-16,2-1-3 0,-1 0 2 16,-1 0 1-16,0 0 4 0,0 0-2 0,2 0-2 15,-2 0 4-15,0 0-3 0,2 0 3 0,-1 0-5 0,-1 0 2 16,0 0-1-16,2 0-3 0,-2 0 1 15,1 0 2-15,-1 0 0 0,0 0 0 0,2 0 2 16,-2 0 2-16,0 1 0 0,2-1-5 0,-2 0 0 16,1 0-3-16,-1 0-2 0,0 0-1 0,2 0 4 15,-2 0 1-15,0 0 1 0,1 0 4 0,-1 0-1 16,2 0-1-16,-2 0 0 0,2 0 2 0,-2 0 2 16,1-1-5-16,2 1 3 0,-3 0 0 31,0 0-3-31,2 0-3 0,-1 0 2 0,-1 0 2 0,0 0-1 15,2 0 2-15,-1 0 3 0,-1 0-2 16,2 0-6-16,-2 0 0 0,0 0 0 0,2 0-1 16,-2 0-3-16,1 0 5 0,-1 0 1 15,0 0 1-15,2 0 0 0,-2 0 0 0,1 0-1 0,-1 0 1 16,0 0 4-16,0 0-2 0,2 0 2 0,-2 0-1 16,0 0 2-16,2 0-2 0,-2 0-6 15,0 0 1-15,0 0 2 0,0 0 0 0,0 0 0 0,0 0 1 16,0 0 3-16,1 0-2 0,-1 0-4 15,0 0 1-15,2 0-2 0,-2-1 3 0,0 1 0 16,2 0 1-16,-2 0 0 0,1 0-1 0,-1 0-3 16,0 0 3-16,0 0-2 0,0 0 4 0,2 0-2 15,-2 0 1-15,1 0 1 0,-1 0-4 16,0 0 0-16,3 0 0 0,-3 0 2 0,0 0 1 16,0-2 0-16,0 2 1 0,0 0 1 0,2 0-7 15,-2 0 2-15,0 0 0 0,1 0 1 0,-1 0 1 16,0 0 2-16,2 0 2 0,-2 0-1 0,0 0-4 31,0 0 0-31,1 0-3 0,-1 0 2 0,0 0-3 16,2 0 5-16,-2 0 3 0,0 0 2 0,0 0-3 15,2 0 0-15,-2 0 0 0,1 0-2 16,-1 0-3-16,0 0-1 0,2 0 5 0,-2 0 1 0,0 0 0 16,0 0-2-16,0 0-1 0,0 0 0 15,0 0 0-15,1-1-2 0,-1 1 1 0,0 0 2 0,0 0 0 16,0 0 3-16,0 0-3 0,0 0 0 15,0 0 3-15,0 0-1 0,0 0 0 0,0 0-3 16,0 0 2-16,0 0-1 0,0 0-5 0,0 0 4 16,0 0 3-16,2 0-2 0,-2 0-1 0,0 0 1 15,2 0-1-15,-1 0-1 0,-1 0 0 16,0 0 5-16,0 0-3 0,0 0 0 0,2 0 1 16,-2 0 0-16,0 0-4 0,0 0 3 0,0 0-1 31,0 0 1-31,2 0 0 0,-2 0 0 0,0 0-1 15,0 0-2-15,0 0 2 0,0 0 6 0,0 0-2 16,0 0-2-16,0 0 1 0,1 0 2 0,-1 0-2 16,0 0-5-16,2-2 0 0,-2 2 2 0,1-1 1 15,-1 1-1-15,0 0 2 0,0 0 2 16,0 0-2-16,2 0-1 0,-2 0 0 0,0 0 2 0,0 0-5 16,0 0 4-16,0 0-2 0,0 0 1 15,0 0 0-15,0 0-5 0,3 0 7 0,-3 0-3 16,0 0 5-16,0 0-3 0,0 0 2 0,0 0-1 15,0 0-4-15,0 0 2 0,0 0-3 0,0 0 2 16,0 0-1-16,0 0 1 0,0-1-1 0,0 1 1 16,0 0 1-16,0 0 0 0,0 0 3 0,0 0 1 15,0 0-1-15,0 0 1 0,0 0-1 0,0 0 2 16,1 0-6-16,-1 0 0 0,0 0 0 16,0 0-2-16,2 0 0 0,-2 0 2 0,0 0 0 15,1 0-3-15,-1 0 7 0,0 0-3 16,0 0 2-16,0 0-1 0,0 0 2 0,0 0 2 15,0 0-3 1,0 0 4-16,0 0-7 0,0 0-3 0,0 0-1 16,2 0-1-16,-2 0 1 0,0 0 2 0,0 0 2 15,0 0 0-15,2 0 4 0,-2 0 1 0,1-2 0 16,-1 2-3-16,0 0 3 0,2 0 1 16,-2 0-5-16,0 0-1 0,2 0-3 15,-1-2 1-15,-1 2 0 0,0 0 2 0,2 0 0 0,-1 0 0 16,-1 0 4-16,0 0-3 0,2 0 0 0,-2 0-1 15,0 0 0-15,0 0-1 0,0 0 1 0,0 0 4 16,0 0-7-16,0 0 4 0,0 0 1 0,0 0 1 16,0 0 0-16,0 0 0 0,0 0 4 0,0-1 0 15,0 1 0-15,0 0 2 0,0 0-3 0,0 0-2 16,0 0 4-16,0 0-5 0,0 0 1 16,0 0-3-16,0 0 0 0,0 0 6 0,0 0-4 15,0-1 3-15,-2 1 0 0,2 0 3 0,0 0-2 16,-3 0-6-16,3 0-14 0,-3 0-47 0,1-2-52 15,-3 0-133-15,2 1-205 0,-3-2-295 16,0 1-295-16,1 1-242 0,0 1-81 0,0 0 428 16,1 0 542-1</inkml:trace>
  <inkml:trace contextRef="#ctx0" brushRef="#br0" timeOffset="102425.18">9149 4904 13 0,'2'2'189'0,"-2"-2"106"0,0 3 60 0,2-3-11 15,-1 0-38-15,-1 2-42 0,0-2-38 0,2 0-25 0,-1 0-30 16,-1 0-16-16,0 3-10 0,2-3-6 0,-2 0-3 16,0 0-4-16,0 0-3 0,0 0-2 0,0 1 1 15,0-1 1-15,2 0 6 0,0 2 4 0,-2-2 2 31,0 0 6-31,2 1 10 0,0-1 3 16,-1 2-8-16,1-2-6 0,-1 0-1 0,1 0-18 16,1 0-22-16,0 2-22 0,-1-2-6 0,1 0-5 15,-1 1-16-15,3-1-5 0,-1 1-9 0,2-1-5 16,-2 0-13-16,0 2-7 0,1 0-6 0,0-1-6 16,1-1 2-16,0 3-3 0,-1-3-1 0,0 2-3 15,-2-1 0-15,1-1 0 0,0 1-2 16,-2-1 3-16,1 0 1 0,-2 0 9 0,-1 0 11 0,0 0 10 15,0 0 15-15,0 0 34 0,0 0 49 16,0 0 33-16,0 0 18 0,0 0-1 0,-4 0-9 16,2-1-25-16,-1 1-36 0,-2 0-35 0,2 0-22 15,-2 0-12-15,0 0-9 0,-1 0-10 0,0-1-6 16,1 1-3-16,-1 0-2 0,1 1-6 0,0-1 0 16,-1 0 0-16,0 1-1 0,4-1-1 15,-3 2-1-15,2-2-1 0,0 0-1 0,1 1-3 16,1-1 3-16,-1 0-2 0,1 2-1 0,1-2 3 31,-2 0 0-31,2 0 0 0,0 0 0 0,0 0-2 16,0 0 1-16,0 0-1 0,0 0-2 0,0 1 0 15,0-1 0-15,0 0-2 0,0 0-1 0,0 0-2 16,2 0 1-16,-1 1 1 0,1-1 0 0,-1 2 2 16,3-2 1-16,-1 2 4 0,0-1-2 0,2-1 2 15,0 0-2-15,-1 0 1 0,2 0 3 16,-2 0-1-16,0 0 1 0,0 0-1 0,-1 0 2 0,0-1-1 15,0 1-1-15,0-2 1 0,-1 2 2 16,-1 0 3-16,-1 0 1 0,0 0 8 0,0 0 6 16,0 0 4-16,-1 0 3 0,-1 0-1 0,-2 0-2 15,2 0-6-15,-1-2-4 0,-2 2-8 0,0-1-3 16,0 1-2-16,1 0 0 0,-2 0-3 0,1 0 0 16,0 0 2-16,2 0-1 0,-2 1 0 15,3-1 0 1,-1 2 1-16,2-2 2 0,-1 0-4 0,0 2 0 15,2-2-2-15,0 1-1 0,0 1 0 0,0-1-2 16,2 1-1-16,0 1 3 0,1 0-1 16,0-1 0-16,0 2 0 0,2-3-1 0,0 2 2 15,0-1 0-15,2-1-1 0,-2 0 2 0,3-1-1 16,-1-1 0-16,0 0-27 0,-1-3-68 0,-1 3-90 16,-2-2-187-16,-1 0-283 0,-2-1-333 15,0-1-352-15,-3 2-195 0,-2 0 202 0,0 1 703 16</inkml:trace>
  <inkml:trace contextRef="#ctx0" brushRef="#br1" timeOffset="118105.91">15349 5809 222 0,'2'0'351'0,"-2"0"129"0,2 0-41 0,-2 0-96 16,0 0-82-16,0 0-45 0,2 0-25 16,-2 0-7-16,0 0-4 0,0 0-4 0,0 0-3 15,0 0-3-15,0 0-4 0,0 0-9 16,0 0-6-16,0 0-11 0,0 0-9 0,0 0-12 16,0 0-11-16,0 0-2 0,0 0-2 15,0 0 3-15,0 0-2 0,0 0 4 0,0 0 2 16,0 0-4-16,0 0-5 0,0 0-10 0,0 0-7 15,0 0-11-15,0 0-10 0,0 0-10 0,0 0-10 16,0 0-10-16,0 0-10 0,0 0-10 0,0 0-2 16,0 0-2-16,0 0-7 0,0 0-2 0,0 0 0 15,2 0 4-15,-2 0-6 0,0 0-3 16,0 0 4-16,1 0 1 0,-1 0 1 16,3 0-4-16,-3 2 2 0,2-2 1 0,1 0-1 0,0 0-3 0,2 0 3 15,-2 0-1-15,2 0 1 0,1 0 0 16,-1 0 1-16,1 0 2 0,-1 0 1 0,0 0-2 15,1 0-2-15,-3 0-1 0,2-2-1 0,-2 2 1 16,0 0-6-16,-1 0 7 0,1 0 2 0,-3 0 3 31,0 0 8-31,0 0 12 0,0 0 16 0,0 0 11 16,0 0 25-16,0 0 24 0,0 0 21 0,0 0 7 16,0 0-10-16,0 0-10 0,-1 0-24 15,-1 0-22-15,0 0-25 0,1 0-19 0,-2 0-4 16,1 0-3-16,-1 0-6 0,1 0-1 0,1 0-1 15,-4 0 1-15,4 2-6 0,-1-2 1 0,1 0 4 16,-3 0 0-16,3 3-3 0,-1-3 0 0,2 1 0 16,-2 1 1-16,1-2-1 0,-1 1-3 0,2-1 1 15,-1 2 3-15,-1-2-1 0,0 0-2 0,2 2 2 16,-1-2 4-16,-1 0-3 0,2 0 0 16,0 0 1-16,0 0 0 0,0 0-7 0,0 0-1 0,0 0 0 15,0 0-2-15,0 0-5 0,0 2 5 16,3-2 0-16,-3 0 1 15,2 2 4-15,1-2-3 0,-1 2 2 0,1-2-2 0,-1 1 3 0,3-1-3 16,-4 1 2-16,2-1 2 0,2 0 2 0,-2 0 0 16,0 0 1-16,0 0-2 0,0 0-3 0,1 0 3 15,-3 0 0-15,3 0 2 0,-3 0-1 16,1 0 1-16,-1 0 1 0,1 0-1 16,-2 0-2-16,0 0 3 0,3 0-3 15,-3 0 1-15,0 0-2 0,0 0 3 0,0 0 1 16,0 0-2-16,0 0 2 0,0 0 1 15,0 0 3-15,0 0-2 0,0 0 11 0,0 0 12 16,0 0 10-16,-3 0 6 0,3 0 1 0,-2-1 2 16,-1 1-7-16,2 0-9 15,-3-1-8-15,-1 1-6 0,1 0-5 0,0 0-3 0,0 0-3 16,-4 0-3 0,3 0 0-16,2 0-2 0,-2 0 1 0,2 0-2 15,-2 1 1-15,4-1 0 0,-4 0 1 16,4 0-2-16,-1 1 0 0,2-1-1 0,-2 0-1 0,2 0-4 0,0 0-3 0,0 0 0 15,0 0 2-15,0 0 0 0,2 0 1 0,0 0 1 16,-1 0 4-16,5 2 2 0,-3-2-2 0,2 0 2 16,0 0-1-16,0 0 1 15,1 0-1-15,0 0-2 16,1 0 1-16,-1 0 0 0,2 0 1 0,0-2 1 16,-2 1-1-16,2 0 0 0,-1-1 3 15,-3 0-3-15,2 0 2 0,-3 2-1 0,2-2 2 16,-3 2 2-16,0 0 1 0,-1 0 2 0,-1 0 3 15,0 0 3-15,-1 0 0 0,-1 0 1 0,-1 0-2 16,-1 0 0-16,-3 2-2 0,2-2-3 0,-1 0-1 0,-1 2-1 0,1 0-1 16,-2 0 0-16,2-2-2 0,-1 1-2 15,3-1-1-15,0 1 1 16,0-1-1-16,-1 0-1 0,2 2 1 0,2-2-1 16,1 0-2-16,-2 2-2 0,0-2-3 0,2 1 1 15,2-1-1-15,0 1 1 0,-1 1 0 0,2-1 3 16,2-1 0-16,-2 2 1 15,0-1-1-15,3-1-4 0,-1 0-29 0,0 0-67 0,0 0-71 0,1 0-144 16,-1 0-238 0,0 0-317-16,-1-1-305 0,1 2-208 15,-2-1 11-15,2 0 520 0</inkml:trace>
  <inkml:trace contextRef="#ctx0" brushRef="#br0" timeOffset="127001.75">15562 5822 213 0,'0'0'403'0,"0"-2"175"0,2 2 65 0,-2 0-110 15,0 0-83-15,0 0-43 0,0 0-23 0,0 0-20 0,0 0-28 16,0 0-41-16,0 0-45 0,0 0-44 0,0 0-40 16,0 0-32-16,0 0-31 0,0 0-17 0,0 0-15 15,-2 0-10-15,2 0-2 0,0 0 6 0,-1 2-4 16,1-2-1-16,-2 0-9 0,2 0 4 0,-1 0-1 16,-1 0-1-16,2 0 6 0,0 0 4 0,0 0 5 31,-2 0-4-31,2 0-6 0,0 0-4 15,0 0-6-15,0 0-2 0,0 0-4 0,0 0-3 16,0 0-5-16,0 0-4 0,0 0-3 0,0 0-4 16,0 0-2-16,0 0-1 0,0 0 0 0,0 0 0 15,0 0 1-15,0 0-4 0,0 0-1 0,0 0-1 16,0 0-2-16,0 0-3 0,0 0-2 16,0 0-2-16,0 0 0 0,2 0-2 0,-2 0-2 0,0 0-1 15,2 0-3-15,-1 0 0 0,-1 0-3 16,0 0-1-16,2 0-1 0,-1 0 2 0,1 2-1 15,0-2 3-15,2 0 1 0,-1 2 2 0,0 0 1 16,-1-2 1-16,3 1-1 0,-2 0 1 0,2-1 0 16,-2 0 2-16,5 2-3 0,-5-2 4 0,0 0 0 15,3 0-1-15,-1 0 3 0,0-2 1 0,3 2 1 16,-2 0-1-16,0-1 2 0,-1 1 2 0,3-1-5 16,-2 1-1-16,2-2 1 0,-1 2 1 0,-1-2-4 31,2 2 0-31,-2 0 0 0,1-2 1 15,-1 2-2-15,0 0-2 0,0 0 3 0,1 0-1 16,-2 0 0-16,-1 0-3 0,1 0 0 0,0 0 2 16,3 0-2-16,-4 0 0 0,1 0 1 0,0 2 0 15,0-2 0-15,0 0 0 0,1 2-1 0,-3 0 0 16,2-1-1-16,-1 0 2 0,0 1 0 16,-1 0 0-16,0-1 0 0,3-1 0 0,-3 1 0 0,0 1 1 15,-1-2-2-15,1 1 1 0,0-1 1 16,-1 0 1-16,1 2 0 0,-1-2-1 0,0 0 3 0,-1 0-1 15,1 0 7-15,-1 0 3 0,-1-2 6 16,0 2 6-16,0 0 6 0,0 0 8 0,0 0 5 16,0 0 6-16,-3 0 2 0,3 0-1 0,-1 2-6 15,-3-2-8-15,3 1-8 0,-3-1-10 16,1 0-8-16,-2 1-5 0,1 1-4 0,-4 0-1 0,3-1-1 16,0 1-1-16,-1-1 2 0,0 1-1 0,0 1 0 31,-1-2 0-31,2 1 0 0,-1-1-1 15,1 0 0-15,-2 1 1 0,0 0 2 0,2-1 1 16,-1-1 2-16,1 0 0 0,-4 0 2 0,4 0 1 0,0 0-2 16,-1 0-1-16,1 0 0 0,0 0-2 15,-1-1-1-15,2 1 0 0,0-2 0 0,0 2 0 16,0 0 0-16,1 0-1 0,0 0 0 0,0 0 2 16,0 0-1-16,0-2 0 0,1 2 0 0,-3-1 0 15,2 1-1-15,1 0 0 0,-1 0 0 0,0 0-1 16,1 0 1-16,-1 0-1 0,-1 0 0 15,2 0 1-15,-1 0-1 0,2 0 0 0,-1-1-1 16,0 1 1-16,1 0-1 0,-1 0 0 0,2 0 0 16,-2 0 0-16,2 0-1 0,0 0 0 0,0 0-2 15,0 0 1-15,0 0-1 0,0 0-2 0,0 0 0 16,2 0 0-16,0 0 2 0,1 1-1 0,0-1 1 16,2 1 0-16,2 1 1 0,1-2 0 0,1 2 0 15,0-2 0-15,0 0 1 0,4 0 1 16,-1-2 0-16,3 0 0 0,1 0 2 0,-4-3-1 31,6 1-1-31,-6-1-2 0,4-1-14 0,-3 2-27 16,-2-1-74-16,-2 1-90 0,-1 0-178 0,-3 2-289 15,-2 0-331-15,-1 2-377 0,-2 0-214 0,-2 4 163 16,-1 3 725-16</inkml:trace>
  <inkml:trace contextRef="#ctx0" brushRef="#br0" timeOffset="138645.01">8743 4770 27 0,'0'0'225'0,"0"0"121"0,2 0 88 16,-2-2-56-16,1 2-88 0,-1-1-80 0,0 1-45 15,2 0-28-15,-1 0-18 0,-1 0-14 16,2 0-9-16,-2 0-12 0,0 0-10 0,0 0-13 16,2 0-9-16,-1 0-3 0,-1-2 5 0,2 2 7 15,-2-1 8-15,1 1 9 0,-1 0 10 16,0-3 6-16,2 3 0 0,-2 0-3 0,0 0-5 15,2 0 3-15,-2-2-3 0,2 2-2 0,-2 0-2 16,0 0-2-16,0 0 3 0,2-2 6 0,-2 2 1 16,0 0 2-16,0-3-1 0,2 3-2 0,-2-1-2 15,1 1-5-15,-1-1-5 0,0 0-4 0,2-2-4 16,-1 2-6-16,-1 0-10 16,0-3-8-16,0 3-8 0,2-2-10 0,-2 0-6 0,3 0-4 0,-3 0-5 15,2-1-5-15,-1 1-4 0,1-1-1 16,-2 2 0-16,0-1 1 0,2 0 6 0,-2 2 7 0,1-1 7 15,-1 0 9-15,0 1-2 0,0 0 0 16,2 1-3-16,-2 0-4 0,0-2-8 0,0 2-7 16,0 0-5-16,0 0-1 15,0 0-4-15,0 0 1 0,1 0 0 0,-1 0-1 0,2 0 1 32,-2 0 1-32,0 0 0 0,2 0 0 0,-2 0 0 0,1 0 0 15,-1 0 0-15,0-2-1 0,3 2 1 16,-3 0 0-16,2 0 1 0,-1-1-1 0,-1 1-1 15,3-1 1-15,-1 1 0 0,0-2 2 0,-1-1-5 16,2 1 9-16,-1 1 9 0,1-2 4 0,-1 1 2 0,1 0 0 0,0-2 4 16,0 2-5-16,0-1-5 15,-1 1-8-15,-1 0-3 0,1 0 2 0,0 1 3 16,-1-2 2-16,-1 1 2 0,3 1 1 16,-3 0 2-16,0-1 0 0,0 1-8 0,2-2-3 15,-2 1-2-15,3 1 3 0,-3-2-2 0,0-1 1 16,2 2-1-16,-2-1-1 15,3-1 1-15,-3-1-5 0,2 0 2 0,-1 1 4 16,-1-1 3-16,0 1 5 0,3 2 3 16,-3-4 8-16,0 4 1 0,0-1 4 0,0 2-3 15,0 0 0-15,0 1-1 0,0-2-4 16,0 2-3-16,0-2-9 0,0 2 1 0,0 0-5 0,0 0-3 0,0 0-2 0,0 0 1 31,0 0 2-31,0 0-1 0,0 0-1 0,0 0 0 16,0 2 1-16,0-2-1 0,0 2-1 0,0-2 2 15,0 0 1-15,0 0 0 0,0 0 0 0,0 0-4 16,2 1-1-16,-2-1 1 0,0 1 1 16,1 2-3-16,-1-3-2 0,0 2 3 0,2 2 4 15,-2-2 0-15,1 0-4 0,-1 1 4 0,0 1 4 16,2 0 0-16,-2 2-5 16,2-2-4-16,-1 0 5 0,-1 1-2 0,2 1-1 0,1 0 1 0,-3-2-1 15,3 2 2-15,-1-2-3 0,1 1 1 0,0 0-3 16,2 0-2-16,-2-3 6 0,0 0-2 0,2 2 3 15,-2-1-3-15,0-1 3 0,-1 0 1 16,1-2-4-16,0 1 1 0,3-1 1 0,-4 1 1 0,1-1-3 16,-1 0 2-1,1 0 0-15,-1-1-4 0,-1 1 2 16,2-1 2-16,-1 1 2 0,0 0-3 16,-1-2 3-16,2 2 0 0,-1-2 1 0,2 1-5 15,-2-1-2-15,1 1 4 0,0 1 1 0,-1-3 0 16,1 3-4-16,2-2 1 0,-2 0 1 0,0-1-1 15,3 2-2-15,-1 0 4 0,0 0 5 16,0-2 0-16,0 1 1 0,-1 0-2 0,1 0-2 16,1 0 1-16,-1 0-4 0,0-1 3 0,0 0-3 15,-2 2 1-15,3-2 4 0,-1 1-4 0,-1-1 5 16,0 2-3-16,-1-3-1 0,0 3 2 0,0-2-4 16,-1 3 1-16,0-1 0 0,-1-1 0 0,1 1-1 15,-1 1-1-15,1 0 2 0,-2-1 0 16,3 1 0-16,-2 0-2 0,1-2 1 15,-1 2 1-15,-1 0 1 0,2-2-3 0,0 2 0 0,-1-1 1 16,1 1 1-16,1 0 0 0,0-1-1 0,-1 1 2 16,0-2 1-16,-1 2 2 0,2-2 0 0,-1 2-4 15,1 0 3-15,-2-1-3 0,-1 1-2 16,3-1 0 0,-3 1 1-16,2 0 2 0,-2 0 1 0,3 0-1 15,-1 0 2-15,-2-2-4 0,3 2 1 0,-1 0 0 0,1 0 0 16,-1 0 0-16,1 0 0 15,-2 0 1-15,1 0-2 0,2 0 1 0,-4-2-2 16,2 2 1-16,1 0 0 0,-1 0 3 0,-1 0-1 16,1 0-1-16,1 2 3 0,-1-2 1 0,-1 0-1 15,1 2-3-15,1-2 4 0,-1 1-4 0,-1 0 0 16,1 1-6-16,2 0 3 16,0-1 5-16,-3 2 0 0,2-1 0 0,-1 0-1 15,1 0 3-15,-1 1-1 0,-1-1-2 16,1 3 0-16,1-3 3 0,-1 1-2 0,-2 0-1 15,3 0-2-15,-1-2 1 0,-1 2 0 0,2 0 0 0,-1-2 1 0,-1 1-1 16,-1 0 3-16,0 0-2 0,2-2 1 0,-1 3-2 16,-1-3 0-16,0 1-6 15,0-1-17-15,-3 1-42 0,2-2-157 0,-4 1-280 16,0-1-274-16,1 1-268 0,-1 0-237 0,-2-3 41 16,1 3 536-16</inkml:trace>
  <inkml:trace contextRef="#ctx0" brushRef="#br0" timeOffset="167450.01">23065 10570 269 0,'-4'-1'512'0,"3"0"190"0,-2-1 82 0,-1 2-261 15,2-2-226-15,0 2-81 0,0-2-1 0,2 2 40 0,-1 0 34 16,1 0 24-16,0 0-5 0,0 2-42 0,0-2-55 16,0 2-62-16,0-2-48 0,0 0-41 15,1 0-25-15,-1 2-13 0,2-2-12 0,0 1 1 16,0 0 4-16,3 4-2 0,2 1 1 0,1 0 3 16,0 1 1-1,2 2 4-15,2 0-1 0,2 3 3 0,-2-2 3 16,6 3-7-16,-4-1 1 0,3-2-8 15,1 3-4-15,2-1-3 0,0 1 0 0,0 0 4 16,0-1 4-16,4 0 1 0,-1-1 5 0,3 1-3 16,3-3-3-16,-1-1 31 0,4 1 24 15,3-3 13-15,0-2 4 0,5-3 0 0,0 1-1 0,1-5-30 16,3 0-23-16,-1-3-13 0,3-1-11 16,-3-2-2-16,3-1-3 0,-4-2 3 0,-1 2 2 15,2-2 0-15,-7 0 6 0,1-1 2 0,-6 3-1 16,-1-1-3-16,-1 3-7 0,-3-3-1 0,0 2-2 15,-4 0-3-15,-1 2 3 0,-1-3 0 0,-2 2 2 16,0 0 21-16,-1-1 16 0,0-1 8 0,-1-4 2 16,3 3 2-16,-2-6 3 0,0 0-17 0,1-2-17 15,-1-2-10-15,4-3-3 0,1-5 1 0,0-2-5 16,2-4-3-16,3-3 1 0,-1-6-2 0,3-1 3 31,-1-3-4-31,1-3 1 0,1-3 0 0,0 0 1 16,0-3 2-16,-3-2-2 0,1 2 1 0,-2-7 1 15,-1 1-2-15,-2-2-2 0,-2-1-2 0,1-1 0 16,-1-1 0-16,-4 2 2 0,1 0 2 16,-4-3-1-16,2 3 0 0,-4 1 1 0,2-1-1 0,1 4-2 15,-3 0 1-15,3 4 0 0,-3 2 1 16,-1 4 0-16,2 2-1 0,-1 2-3 0,0 3-2 16,-1 0 2-16,1 3 2 0,1-2 1 0,3 3 1 15,0 0 4-15,3-1 0 0,-2 2-1 0,5-2-1 16,2 1-1-16,3 1 1 0,-1-1-2 0,4 1-1 15,1 2 2-15,-3 1 1 0,2 2 0 0,-3 2 0 16,0 3 0-16,2 3 0 0,-4 4 0 16,-2 1 1-16,3 4-1 0,-5 2-1 0,-1 2 0 15,0 3-1-15,-2 0-1 0,1 5-2 0,-5 1 0 16,3 1 2-16,-2 1 0 0,-1 3 3 0,-1 0 2 16,1 1 0-1,-3 2 4-15,0 2 1 0,1-1 5 16,-2 1 3-16,1 3 1 0,0 1 1 0,-1 1 0 15,-1 1 1-15,2-2-8 0,-1 4-3 0,-2 0 0 16,1 2-1-16,-1-1 3 0,0 2 3 0,-2 1 3 16,4 0 1-16,-2 2 1 0,-2-1-2 15,0 1-4-15,2 3-4 0,-2 0-2 0,1 0 5 16,-1 2 2-16,1 2 3 0,-1-1 3 0,-2 3-1 16,1 2 1-16,-2-2-4 0,1 2 1 0,-1 2 2 15,2 2 0-15,-4-1 1 0,2 1-1 0,-1 1-1 16,-1 1-4-16,2 2-1 0,-3 0 2 0,4 1 0 15,-3 0-1-15,1 3 0 0,-1 0 6 0,3 0-3 16,-3 3-1-16,3-1-2 0,0 1 0 0,1 2-1 16,-2-3-4-16,2 1-4 0,0-1 0 0,1 0-1 15,0 0-1-15,3 0 0 0,1-1-1 0,-2 2-1 16,4-1 1-16,0-1-1 0,1 1-1 16,1-2 5-1,-2-2 4-15,4 2 3 0,-1-4 0 16,0 1 2-16,0-2 0 0,2 1-2 0,-3-2-4 0,2 1-1 0,-2-3 0 0,3 2-1 0,-2-1 0 31,0-1 1-31,-2 2-1 0,3-3 1 0,-3 3-1 16,2-3 2-16,0 0-1 0,0 2 0 0,0 0 0 15,0-1 0-15,1 2-1 0,0-1 0 0,0-1-1 16,1 1 0-16,-1-2-1 0,1 0 0 16,-1-1-1-16,3-1 0 0,-3 0 0 0,3-2 0 0,0-1-1 15,-1-1 1-15,2 0-1 0,0-4 0 16,0-1-1-16,0-1 0 0,-1-3 0 0,2 0-1 15,1-4 0-15,-3-3 0 0,1-1 0 0,4-4-1 16,-1-4 0-16,2-3 0 0,-2-5-1 0,4-3 0 16,0-6-1-16,1-3 2 0,-1-3 0 0,1-9 0 15,1-2 1-15,1 0 0 0,0-4 1 0,-3-2-3 16,2 2-4-16,-4-2-4 0,0 5-10 0,-3 1-11 16,-4 3-19-16,-3 3-22 0,-5 4-35 15,-2 4-68-15,-5 2-79 0,0 3-138 0,-6 0-225 16,0 2-305-1,-2 1-327-15,-1 1-215 0,-2-1 2 16,-3-1 542-16</inkml:trace>
  <inkml:trace contextRef="#ctx0" brushRef="#br0" timeOffset="172852.77">20739 7345 68 0,'4'-9'262'0,"-2"-1"123"0,0 1 104 0,-1 1-147 15,-1 1-139-15,3-3-80 16,-3 4-40-16,2 1-18 0,0 0 4 15,-2 3 11-15,0-2 12 0,1 1 9 0,-1 2 6 16,0-1-7-16,0 2-11 0,0 0-9 0,0 2 0 16,0 1 4-16,0 2 6 0,0 2 3 0,0 2 13 15,0 3 28-15,0 3 3 0,0 4 0 0,2 2 12 16,-1 6 18-16,3 3-1 0,0 5-17 0,1 4 12 16,1 4 3-16,1 4-14 0,-3 3-23 0,5 3-9 15,-2 4 0-15,-1 5-21 0,2 2-20 16,1 2-18-16,-2 3-9 0,3 4-21 0,-4-3-10 0,2 4-7 15,1-3-3-15,-1 1 2 0,0 0 0 16,-3 0 4-16,3-1-7 0,-7-1-7 16,4-1-2-16,-3 1-7 0,-1 0 4 0,-1-3 3 0,0 1 4 15,-1-2 15-15,-1-2 13 0,-1 2 6 0,0-3-2 16,-2 2-1-16,1-2-3 0,0 0-15 16,0-2-16-1,-1 1-4-15,1-2-5 0,0-2 2 0,-1 0 1 16,2-2 6-16,0-3 7 0,0 0 3 0,1-3 8 15,2 0-8-15,0-4 4 0,2 1-2 16,1-4-3-16,0-2-4 0,0 2-1 0,3-4-2 16,-1-1-5-16,2-2 2 0,-3-2-3 0,4-1-3 15,1-1 3-15,0-2 1 0,-1 0 1 0,0-3 1 16,2-1-3-16,0 0 5 0,-2 0 2 0,4-4 4 16,-2 1 1-16,0-2-1 0,4-1 5 0,-1-1-3 15,0 2-4-15,2-3-2 16,2-2-1-16,-1 2 1 0,5-5-3 0,-1 1 2 0,1 0 1 15,2-3-1-15,-1 0 10 0,4 1 6 0,-1-3 6 16,2 1 0-16,2-3-2 0,-1 2 3 0,2-2-14 16,0 2-6-16,2-2-8 0,-1 3 0 0,3-1 27 15,-3-1 21-15,2 3 16 0,-1-2 7 0,1 3 8 16,3-2-1-16,-1 1-24 16,2 1-20-16,1-3-12 0,1 1 6 15,4-2 29-15,0 1 15 0,1 0 5 16,0 0 2-16,2 0 2 0,-2-2-10 0,3 0-32 15,-1 4-18-15,2-4-5 0,-1 2-2 16,5-2-5-16,-2 1-2 0,3 0 0 0,1-2 5 0,1 1-1 16,5-2 0-16,0 0 0 0,5-1-2 15,0 0-1-15,3-3-1 0,0-1-1 0,5-2-2 16,-2-3 2-16,3 1 4 0,2-4 1 0,2-1-1 16,4-3-2-16,3-2 3 0,-1-3-3 0,5-1-3 15,-1 0 1-15,2 1 4 0,-1-1 1 0,1 1-1 16,2-1-1-16,-2 3 1 0,3 2-1 15,-1 3-3-15,-1 1-1 0,3 1 1 0,-4 6 1 0,-2-1 3 16,1 3-1-16,-2 3 2 16,2-1-3-16,2 3 0 0,-1-3-2 0,4 2-3 0,-3 2 0 0,-1 0-2 15,2-2 4-15,-2 2 1 0,2 1 11 0,0-1 4 16,1 3 3-16,2 0 1 0,0 2 0 16,-4 2-1-16,3 2-8 0,-4 3-1 0,-3 0-3 15,-2 1 0 1,1 3-1-16,-3 2-1 0,3-3 1 15,-4 3-3-15,0-3-3 0,0 1 2 0,-1-1-4 16,0-1 0-16,-3-4 1 0,0-1 2 0,3-4 2 16,-4 0 0-16,7-4 0 0,0-3 1 15,1 1-3-15,-2-2-2 0,0-3-2 0,-1 0 1 0,-1 0 3 16,-2 0 1-16,-3 1 0 0,1 2 3 16,-2 1-2-16,0-2 0 0,-3 4-2 0,-2 0-4 0,0 2 0 15,-3-2-1-15,-2 1 2 16,-2 1 0-16,-1-3 0 0,-2 2 4 0,0-1 1 0,0-3-1 0,-3 0-2 15,-2-3-1-15,2-2 0 0,2-1-1 16,-4-1 2-16,0-2 0 0,-1-2 1 0,0-1 0 16,-2 0 0-16,0-1 0 0,-3-1-2 0,2 1 1 15,-4-1-1-15,1 0-1 0,-5 0 0 0,0 0 1 16,-1 2 0-16,-4 0 0 0,1 3 2 16,-4-1 1-16,0 2-1 0,-2 2 0 0,-1 0-1 0,-2 3-1 31,0 0 0-31,-4 3-1 0,0 0 1 0,-2 2-1 15,-2 2 0-15,-4 0-2 0,0 2 2 0,-2 3-1 16,-2 0 0-16,-1 0-1 0,-4-1 3 0,-1 1 0 16,-1-2-1-16,-6 1 1 0,4-1-4 0,-4-1-4 15,-2-3-8-15,-1 0-9 0,-2-2-16 16,-3-3-33-16,1-1-43 0,-4-1-47 0,-1-3-43 0,2-5-35 16,-3 1-36-16,0-4-26 0,-1-4-10 0,-1-1-7 15,5-2-20-15,-3-3-31 0,2 0-20 0,2-2 4 16,1 2 32-16,1-2 52 0,-2 4 55 0,4 0 55 15,-1 2 48-15,-2 1 31 0,1 3 7 0,1 2-16 16,-3 2-45-16,4-1-99 0,-4 6-120 16,0 1-60-16,-2 1 32 0,4 0 98 0</inkml:trace>
  <inkml:trace contextRef="#ctx0" brushRef="#br0" timeOffset="173084.81">30184 10999 139 0,'2'-10'375'0,"0"1"214"0,1 0 149 0,0-2-76 15,1 4-91 1,3-2-62-16,-2-1-48 0,3 4-45 15,2 2-55-15,0-3-52 0,1 4-12 0,3 3 6 16,-1 1-19-16,3 3-26 0,-2 3-21 0,2 0-26 16,-3 4-46-16,1 1-49 0,2 3-35 0,-4 1-20 15,2 4-15-15,-2-1-10 0,0 2-8 0,-2 1-7 16,-2 2-6-16,-4-2-5 0,1 0-4 0,0 0-4 0,-5 1-1 16,-5-2-1-16,4-2-1 0,-7 2-2 0,0-2-2 15,-4-1-11-15,-2-1-23 16,-2-2-47-16,-2 1-60 0,-4-3-58 0,-5 1-102 0,-2-4-149 0,-2 1-195 15,-4 0-256-15,-3-1-213 0,-5-1-164 16,-8 0 140-16,-4-3 458 0</inkml:trace>
  <inkml:trace contextRef="#ctx0" brushRef="#br0" timeOffset="174193.36">20476 7238 144 0,'5'4'397'0,"2"-4"185"0,-6-1 118 0,7-4-147 16,-5 2-178-16,3-3-77 0,-1-4-18 15,3-1 14-15,3-3 25 0,-1 0 8 16,-1-5-16-16,5 1-38 0,-3-4-44 0,2-3-43 16,1 0-41-1,1-2-35-15,0-2-28 0,0 1-24 0,2 0-10 16,-1 0-16-16,0 2-9 0,1 1-5 0,-4 1-5 15,-1 5 0-15,-1 1-5 0,0 5 1 16,-4 1-1-16,-1 4-4 0,0-1 2 0,-1 5 11 16,-2 4 12-16,0 1 2 0,1 5 6 0,-4 4-2 15,0 6-5-15,0 3-8 0,0 0-10 0,-4 7 1 16,4 0-8-16,-1 1 5 0,-1 3 2 0,2 0-6 16,3 0-1-16,1 0-14 0,1 0-22 15,4 0-51-15,0-3-127 0,6-1-175 0,0 0-295 16,6-3-275-16,0-2-242 0,2-3-67 0,4 0 380 15,1-3 477-15</inkml:trace>
  <inkml:trace contextRef="#ctx0" brushRef="#br0" timeOffset="175951.91">30434 9931 231 0,'7'-5'491'0,"-1"0"195"15,-2-3 100-15,1 2-242 0,2-2-213 16,1 0-120-16,1 0-63 0,-1 1-27 0,3 0-11 16,0 3-1-16,0 0-8 0,0 0-9 0,2 3-12 15,-2 1-5-15,1 1 8 0,-2 1 15 0,1 2 15 16,-2 1 16-16,1 1 7 0,-2 2 3 0,0-1-3 16,0 3-12-16,-4 0-14 0,1 0-11 0,-2 2-7 15,1 3-10-15,-3-2-11 0,1 4-9 0,-2 1-7 16,0 0-11-16,-2 0-7 0,1 3-1 0,-3-1-2 15,3 2 1-15,-4 1 2 16,2 1 5-16,-5 1 2 0,5 3 6 0,-2-3 6 0,0 1-3 0,2 4 6 16,0-5 10-16,0 2 3 0,3-3-3 0,0 0-8 15,1-2-6-15,3-2-9 0,0-1-21 0,1-1-9 16,3-2-7-16,1-1-4 0,1 0-1 0,0-4-3 16,4 0 1-1,-1-2 2-15,0-3-4 0,0-2-2 0,4-1 2 16,0-2-4-16,0-2 4 0,-1-2-3 15,3-1-1-15,-2-2 1 0,0-2-20 0,1-1-33 16,-1-1-34-16,0 0-30 0,0-1-37 0,-4-3-59 16,2-1-59-16,-1 0-61 0,-3-3-60 0,0-1-72 15,2 2-62-15,-4-1-37 0,1-1 16 0,-1-2 61 16,-2 4 87-16,-1-1 103 0,-3 3 104 0,0-2 99 16,-1 2 86-16,-2 2 73 0,0 1 51 0,0 2 38 15,-2 0 28-15,1 2 38 0,-1 1 37 0,1 3 25 16,1 0 11-16,0 2 10 0,-2 2 0 0,2 0-7 15,2 2-9-15,-1 4-4 0,2 1-3 0,1 1-21 0,0 2-26 16,1 1-37-16,0 2-37 0,3 5-28 16,0-5-23-16,4 7-3 0,1-1 22 0,2 4 32 15,2-2 15-15,0 2 0 0,0-3-8 16,1 4-17-16,2-4-35 16,-1-1-35-16,2-3-18 0,1-1-12 0,-3-4-10 15,1-4-4-15,2-4-4 0,-2-3 0 0,-2-3-5 16,-2-4-4-16,2-4-2 0,-6-4-1 0,1-2-2 15,-4-4-3-15,0-1 0 0,-5-4-1 0,1-1 0 16,-4-1-1-16,-4 1 2 0,-4 2-1 16,-3 0-3-16,-3-2-1 0,-3 4-2 0,-4-2-1 0,-3 4-4 15,0 2-1-15,-2 3-2 0,0-1 0 0,-2 6 2 16,3 2-2-16,-2 2 2 0,4 4-2 0,0 3 0 16,1 4-4-16,1 2-11 0,1 3-21 0,3 2-39 15,1 0-53-15,2 5-49 0,0-3-54 0,2 3-80 16,2 1-106-16,2-4-111 0,0 1-158 0,2-2-238 15,2 1-190-15,-1-1-12 16,1-1 282-16,2-1 374 0</inkml:trace>
  <inkml:trace contextRef="#ctx0" brushRef="#br0" timeOffset="176179.14">30885 10305 53 0,'4'-5'560'0,"1"1"445"0,2 1 184 15,-1 0-77-15,0-2-363 16,4 1-314-16,4-1-160 0,2-1-58 0,3-2 1 16,1 3 3-16,6-3-16 0,0 1-17 15,3-1-28-15,-1-1-40 0,6 0-45 0,-1-1-34 0,-2-2-17 16,3-2-10-16,-3 1-17 0,-1-3-63 0,-1-1-69 16,-4 1-160-16,-3-3-289 0,-6 0-301 0,-5-1-334 0,-2 1-216 0,-9-4 75 15,-6 1 629-15</inkml:trace>
  <inkml:trace contextRef="#ctx0" brushRef="#br0" timeOffset="177211.07">21125 6703 17 0,'4'-3'458'0,"0"1"411"0,0 2 231 0,0 0-12 15,-2 2-325-15,2 1-268 16,0 3-175-16,0-2-82 0,0 7-22 16,1 0-21-16,0 2-27 0,3 2-24 0,-4 3-17 0,1 0-26 15,2 0-30-15,-2 3-12 0,-1 0-15 16,2-1-8-16,1 1-10 0,-3-2-8 0,1 3-3 16,-1-4-5-16,0-1-5 0,1-1-6 15,-2 1 3-15,0-4-8 0,-1 0-38 0,-1-1-47 0,-1-3-53 16,-1-2-108-16,-3-1-160 0,1-1-240 0,-3-2-256 15,3-2-228-15,-2-2-113 0,0-2 249 16,2-4 447-16</inkml:trace>
  <inkml:trace contextRef="#ctx0" brushRef="#br0" timeOffset="177493.99">20996 6641 17 0,'-3'-2'462'0,"3"4"410"0,0-2 226 0,0 1-29 0,2-1-346 0,-1 1-279 15,3-1-165 1,0 1-89-16,5 2-43 0,1-1-21 0,1 2-10 16,2-2-32-16,6 3-28 0,0-2-20 0,0 1-20 15,5-1-4-15,1 0-4 0,0 0-5 0,-1-1-2 16,2-1-3-16,0 1 1 0,0-2-4 0,-3 0 1 15,0 1-4-15,-1 1-14 16,-4-2-45-16,-3 1-95 0,-3 0-137 0,-1 3-205 0,-6-2-285 16,0 4-250-16,-3-1-116 0,-4 3 191 0,1-1 400 15</inkml:trace>
  <inkml:trace contextRef="#ctx0" brushRef="#br0" timeOffset="177711.47">21034 7224 284 0,'2'9'520'16,"1"0"190"-16,2-2 130 0,3-1-213 16,1-1-189-1,6-2-94-15,2-3-52 0,2 0-37 0,2-5-60 0,2 0-65 0,2-1-53 16,4-5-37-16,-1 2-61 0,2-2-112 0,-1 1-164 15,0 1-290-15,-3 0-232 0,1 3-174 16,-2 2 35-16,-1 2 300 0</inkml:trace>
  <inkml:trace contextRef="#ctx0" brushRef="#br0" timeOffset="185084.61">26348 8985 161 0,'7'2'434'0,"-6"-1"225"0,3 0 158 0,-3 1-150 16,2-2-152-16,-1 0-84 15,0 2-54-15,-2-2-38 0,1 0-30 0,1 0-39 16,1 0-48-16,0-2-45 0,2 0-36 0,-1 0-21 16,3-3-20-16,-1-1-8 0,2 1-9 0,3-3-12 15,0 0-10-15,2-3-11 0,1 0-14 0,2 0-13 16,-3-3-9-16,4 0 0 0,-1 1-10 0,-1 0-5 16,0-2 4-16,-1 1-6 0,2 1-7 0,-3-1-19 15,1 2-20-15,-3 2-31 16,0-1-61-16,-3 1-106 0,-4-1-136 0,0 2-175 0,-3 1-268 0,-1 1-232 15,0 1-86-15,-1 0 217 0,-3 2 378 16</inkml:trace>
  <inkml:trace contextRef="#ctx0" brushRef="#br0" timeOffset="185334.61">26628 8663 158 0,'5'-2'426'0,"0"-3"225"0,1-1 189 15,-1 0-125-15,3 0-133 0,0-1-91 0,1 1-75 16,1-1-57-16,2-1-66 0,0 2-66 0,0-2-60 16,1 3-50-16,2 0-30 0,0 0-21 0,-1 0-13 15,2 4-17-15,-3 0-13 0,1 1-2 0,-5 1-6 16,4 2-8-16,-7 3-2 0,1 1 2 0,-4 1-2 16,-2 3-2-16,-1-1-3 0,-1 2 4 0,-4 2-3 15,0 1-2-15,-1 0-9 0,-2 2-29 0,0-2-66 16,0 1-114-16,-3-3-144 0,3 1-238 15,0-2-272-15,3-1-215 0,1-4-24 0,-1-3 281 16,5-1 379-16</inkml:trace>
  <inkml:trace contextRef="#ctx0" brushRef="#br0" timeOffset="185603.76">27160 8455 20 0,'6'0'316'0,"-1"0"210"0,0 0 197 16,1 2 70-16,-3 1-161 15,2 3-110-15,-2 0-58 0,2 3-36 0,-4 0-44 16,3 1-69-16,-1 2-74 0,-2 2-63 16,4 1-58-16,-4 1-35 0,1 1-28 0,-2 0-15 15,1-1-17-15,-1 1-10 0,0-3-6 16,0-1-8-16,0-1-3 0,-1 1-19 0,-1-4-35 0,1-1-101 15,-4-2-140-15,1-5-184 0,-5 0-291 0,5-1-262 16,-3-1-160-16,0-4 164 0,0-1 407 16</inkml:trace>
  <inkml:trace contextRef="#ctx0" brushRef="#br0" timeOffset="185920.88">27096 8061 105 0,'0'-2'416'0,"0"2"226"0,0 2 187 0,2 3-21 0,0 3-196 15,1 3-128-15,2 3-67 16,-1 2-35-16,6 1-60 0,-2 5-68 0,0-1-68 16,0 0-54-16,4 0-40 0,-2 0-33 0,4-2-17 15,-3-1-16-15,2-2-10 0,1-3-8 0,0-3-8 16,2-4 3-16,-2-1-4 0,3-5 0 0,-1-5 1 15,2-1 3-15,-4-4 4 0,2-2-3 16,-4-4 4-16,2 0-1 0,-2-1 0 16,0-4 3-16,-4 4-4 0,-2-3 0 0,-1 3-13 0,-1-2-11 15,-4 1-34-15,-2 0-93 0,0 0-130 0,-3 2-176 16,1-2-286-16,-1 6-262 0,-3 1-178 0,4 1 110 16,-5 4 387-16</inkml:trace>
  <inkml:trace contextRef="#ctx0" brushRef="#br0" timeOffset="188518">21022 12325 21 0,'6'-7'499'16,"-1"1"456"-16,-4 0 253 0,1 0-41 0,-4 1-314 0,2 1-249 15,-3 2-155 1,2-3-98-16,-4 3-57 0,-3-2-38 15,0 2-49-15,0 0-63 0,-3 0-45 0,-1 1-24 16,-3 0-23-16,0 2-14 0,-3 0-10 0,-1 3-8 16,-3 1-6-16,1 1-3 0,-1-2-3 0,0 7-3 15,0-1 0-15,1-1-3 0,3 1 0 0,2 0-2 16,2 1 1-16,1-1-1 0,2 0 0 16,5-1-1-16,-1 3 0 0,2-2 1 0,4 1-2 0,1-1-2 15,1 2 1-15,4-1-1 0,2 0 2 0,-1 0-1 16,3 0 0-16,2-1 2 0,3 2-1 0,1 0 2 15,2 1 2-15,1-1-2 0,0 2 1 16,0-1-1-16,2 3 0 0,-1 0 0 0,-1 1 0 16,-1-1 2-16,-1 4 1 0,-2-1 0 0,-1 4-1 15,-3-1-1-15,0 2 1 0,-5-1 0 0,-2-1 1 16,-1 3 0-16,-2 1-1 0,-3 0 1 0,-4-3 1 16,3 2 5-16,-6-3 5 0,2-1 3 15,-1-3 2 1,0-1-1-16,-3-2-1 0,3-3-6 0,-2-4-3 15,0-2-5-15,1-1-3 0,-4-5 0 16,4-1-1-16,-1-4-2 0,1-1-3 0,1-1 0 16,3-2-3-16,1-2-12 0,4 1-20 0,-1-1-50 15,2 2-66-15,2-3-91 0,1 3-149 0,2 2-237 16,-1-2-309-16,6 0-267 0,-1 0-185 0,2 0 98 0,1-2 519 16</inkml:trace>
  <inkml:trace contextRef="#ctx0" brushRef="#br0" timeOffset="189103.09">21383 12572 163 0,'1'-2'755'0,"-2"2"431"0,-1 0 74 16,-3 1-132-16,0 4-363 0,-1 2-264 0,-2 1-141 15,0 5-74 1,0 2-45-16,0 5-45 0,-3 0-63 15,3 5-47-15,0 3-27 0,3 1-16 0,-2 5-12 16,4 0-6-16,1 1-4 0,1-2-2 0,2-1-7 16,2-4-7-16,3-1-2 0,2-7-1 0,2-4-3 15,2-4-1-15,3-8 0 0,2-2 1 0,1-8-1 16,2-8 1-16,-1-5 3 0,3-8 0 0,0-4 0 16,-1-7 2-16,-2-4 0 0,0-2-1 0,-5-1-1 15,0-1-1-15,-4 4 2 0,-4-1 0 16,-4 4 0-16,-4 1 0 0,-3 2 0 0,-3 3 0 0,-2-1 1 15,-2 7 4-15,1 0 5 0,-3 2 5 16,1 3 2-16,4 3 5 0,-4 2 1 0,5 4-4 16,0 4-4-16,1-1-3 0,2 4-5 0,0 2-6 15,3 1 0-15,1 5-3 0,1 1-1 0,1 4 0 16,3 4-1-16,1 1-1 0,4 4 1 0,-1 1 0 16,3 1 1-16,3 3-1 0,0 2 3 0,2-1-1 15,0 1 0-15,1 2-1 0,2 0 1 0,0 0 0 16,0 1 0-16,-3 0 0 0,1-3 0 31,-1 2 0-31,1-1 0 0,-4-1 1 0,-1 0 0 16,-2 0 1-16,-2 1-1 0,-3 0 1 0,-2-1 0 15,-3 3 0-15,0 0-2 0,-3 1 0 0,0-2 0 16,-2 2 1-16,0-1 0 0,1 0-1 0,-2-4 0 16,-1-2-1-16,4 0-1 0,0-4-1 0,0-2-4 15,1-3-10-15,2-2-23 0,-2-4-58 0,4-1-69 16,-2-4-111-16,2-4-180 0,-1 0-297 15,2-1-322-15,2-3-263 0,2-3-137 0,-1-1 303 16,-2-1 603-16</inkml:trace>
  <inkml:trace contextRef="#ctx0" brushRef="#br0" timeOffset="189751.15">21861 12768 238 0,'0'9'540'0,"2"-2"244"0,1 0 163 0,2 1-168 16,1 0-191-16,5-1-131 0,-1-5-85 0,1 1-61 15,5-3-68-15,-4-3-68 0,7-4-54 0,-3-1-43 16,5-6-16-16,-1-2-15 0,-1-2-1 0,0-2 0 15,-2-1 21-15,-1 0 29 0,-2 2 44 16,-2 0 33-16,-4 3 15 0,-4 1-1 0,0 2-18 0,-4 2-24 16,-2-1-37-16,-4 3-26 0,-1 3-19 0,-1 1-12 15,-4 3-12-15,-1 3-5 0,-1 4-7 16,1 1-6-16,-1 4-6 0,1 4-4 0,0 2-4 16,1 2-3-1,4 4-2-15,2 1-2 0,-1 3 0 16,4 1-1-16,0 0 0 0,3 0-2 0,0 1 2 15,5-3 0-15,-1-3-3 0,1 0 1 0,2-3-1 16,2-5-5-16,2-2-16 0,-1-3-44 0,-1-5-65 16,4 0-71-16,-4-6-129 0,-1-2-172 0,3-4-254 15,-3-1-279-15,0-3-213 0,1-1-105 16,-1-2 300-16,0-2 494 0</inkml:trace>
  <inkml:trace contextRef="#ctx0" brushRef="#br0" timeOffset="190168.07">22160 12589 85 0,'2'-7'418'16,"-1"2"314"-16,1 2 261 0,-1 3-34 0,3 3-205 16,-3 2-175-16,1 2-126 0,1 2-74 0,0 3-48 15,2 1-46-15,3 5-38 0,-4 0-34 0,1 2-27 16,2-1-38-16,-1 4-41 0,3-3-36 0,-2 4-22 16,-1-3-15-16,2-1-12 0,1-3-9 0,-1 1-3 15,0-4-4-15,-1-3-2 0,0 1 0 0,1-4 0 31,-3-3 2-31,0-1 5 0,0-1 2 0,0-4 1 16,-4-2 1-16,4-2 1 0,-4-1-2 16,-1-5-4-16,0 3-2 0,0-4-3 0,0 0-1 15,0-1 0-15,-1 0-4 0,-4-4 2 0,4 1-2 16,-3 1 1-16,1-3-1 0,2 2 1 0,1 0 3 16,-2 2-4-16,2 1 0 0,0 2 0 0,0 2-2 15,2 1 0-15,-1 3 0 0,1 0 0 0,3 1 2 16,-1 2 1-16,1-2 1 0,1 3 2 0,1 0-2 15,-1-1 1-15,3 1-1 0,-2-1-1 16,1 1-2-16,0-2 1 0,1 1 0 0,-1-3-2 0,2 3 0 16,-1-3 2-16,0 3 0 0,1-3-2 0,1 2 1 15,-3 0-7-15,-2 2-39 0,-1 1-71 0,-2 1-101 16,-3 0-175-16,0 4-296 0,0 0-325 16,0 0-312-1,-1 1-162-15,1 0 267 0,1 2 628 16</inkml:trace>
  <inkml:trace contextRef="#ctx0" brushRef="#br0" timeOffset="190967.06">22699 12659 306 0,'-8'-1'747'0,"0"-4"349"0,-1 3 84 0,3-2-268 16,1 3-299-16,2 0-177 0,-1-3-124 0,1 3-82 16,3 0-41-16,0-1-7 0,3-1-14 0,2-1-27 15,0 1-19-15,2-2-15 0,1 2-20 0,1-1-30 16,0 1-19-16,3 1-13 0,2 2 1 15,0 2 1-15,2 1-3 0,-3 3 3 0,4 3 7 16,-4 2 3-16,0 4-6 0,0 2-3 0,0 1-4 16,-2 3-2-16,-1 0-7 0,0-1-5 0,-3-1-3 15,-1-1-1-15,1-1-2 0,-3-4 0 0,1 0-3 16,0-3 0-16,-2-5 0 0,0 0-1 0,-1-3 0 31,2-5 0-31,0-5 1 0,1-3 1 0,-1-3-3 16,2-4 1-16,1-2-2 0,-1 1 0 0,1-2 1 15,2 1 1-15,-3 1 0 0,2 1 0 16,0 0 0-16,1 4 0 0,-1 2 0 0,4 2-2 0,-2 1 1 16,2 4 1-16,2 3 0 0,2 0 0 15,0 4 0-15,1-1 0 0,2 3-1 0,-3 0 1 16,2 1-1-16,0 1 1 0,1 0 0 0,0-1 0 16,-2-3 1-16,2 0 0 0,-3-2 2 15,1-2 0-15,-2 0-3 0,0-6 1 0,-3 1 0 0,0-4 0 16,-2 1 0-16,-4-1 0 0,-1 2 3 0,-2-3-2 15,-3 1 2-15,-1 4 1 0,-4 0-2 16,-3-1 1-16,0 4 6 0,-6 1 4 0,1 3 3 16,-3 3-2-16,0 3 3 0,1 4 1 0,0 2-6 15,1 3-5-15,0 2-2 0,1 1-1 0,4 1-1 16,1 2-3-16,1 0 0 0,1 0 0 0,3 1 0 16,2 1-1-16,-1 0-1 0,4-2-1 0,-1-2-3 15,2 0-1-15,3-3-10 0,1-3-28 0,-1 1-73 31,1-3-79-31,2-6-150 0,-1 0-241 16,0-2-314-16,1-3-337 0,4-3-202 0,-2 1 34 16,1-4 561-16</inkml:trace>
  <inkml:trace contextRef="#ctx0" brushRef="#br0" timeOffset="191533.55">23574 12664 219 0,'3'-8'647'0,"-6"-1"375"0,3 2 144 0,-2 1-224 15,2 2-288-15,0 1-187 0,2-1-106 16,1 6-48-16,1 1-47 0,1 3-34 0,3 3-25 15,2 4-29-15,2 0-47 0,0 5-40 0,2 0-23 16,0 1-16-16,2 2-10 0,-4 2-10 0,4-2-4 16,-3-1-9-16,0 0-7 0,1-1-4 15,-3-3-4-15,1-3 0 0,-2-1-1 0,0-6 7 0,-1 1 5 16,-1-6 4-16,-2-2 3 0,1-3 1 16,-3-3 1-1,2-3-2-15,-2-6-3 0,0-1-2 0,-4-2 2 16,4-1 2-16,-4-2 0 0,-2 0 0 15,0-2-1-15,1 3-3 0,-1-2-5 0,1 3-5 16,-3-1-2-16,4 2-4 0,-2 3-3 0,2 4-1 16,2 0-1-16,2 4 1 0,0 2 0 15,1 1-1-15,3 5-7 0,1 3-23 0,1-1-59 0,0 4-71 16,2-4-121-16,-2 7-187 0,1-3-304 16,1 2-326-16,-1 0-254 0,1 1-117 0,-2 1 356 15,0 2 596-15</inkml:trace>
  <inkml:trace contextRef="#ctx0" brushRef="#br0" timeOffset="192700.46">25303 12528 181 0,'0'7'577'0,"-1"1"303"16,-4 2 127-16,2 2-120 0,3 0-273 0,0 0-174 16,3 2-112-16,2-2-58 0,-2 0-41 15,3 0-49-15,2-4-45 0,0 1-18 0,5-1 4 16,1-6 11-16,2-2 8 0,0 0 1 0,3-7-13 16,-2-1-23-16,4-6-31 0,-3-4-30 0,3-3-18 15,0-3-14-15,-3-3-4 0,0 0-4 0,-2-2 2 16,-2 3 0-16,-3 0 14 0,-5 3 9 0,-2 3 9 15,-4 3 7-15,-5 2-2 0,-4 4 2 0,-3 3-10 16,-2 3-8-16,-3 5-8 0,-5 3-6 0,-1 6-1 16,0 5-3-16,-3 1 0 0,3 6-4 0,0 3 0 15,1 3-2-15,5 1 0 0,3 5-2 16,1-4-1-16,5 2 0 0,5 1 0 0,3-2-1 16,3 0-1-16,4-3-2 15,3-2-9-15,3-2-51 16,1-4-62-16,4-4-87 0,1-4-150 0,2-6-218 15,1-5-318-15,1-2-264 0,2-6-193 0,1-4 77 16,-4-3 491-16</inkml:trace>
  <inkml:trace contextRef="#ctx0" brushRef="#br0" timeOffset="193083.73">25763 12458 184 0,'0'-5'609'0,"-6"4"362"15,2 1 161-15,-3 1-173 0,1 4-282 0,-2 1-200 16,-1 1-121-16,2 2-68 0,1 1-59 0,-1-1-51 0,1 3-36 15,2 0-37-15,0-1-37 0,1-2-31 16,1 0-20-16,2-3-7 0,0 0-2 0,4-4-4 0,1 0 0 16,-1-4-2-1,5-3-2-15,3-4-3 0,-3-3-4 0,5-1 3 16,1-6 0-16,0 1 3 0,0-1 3 0,-1 0 3 0,-1 1-3 0,-4 4 0 16,2 2 2-16,-5 2 0 0,-1 6-4 0,-1 4 2 31,-1 4 15-31,-2 4 31 0,2 7 16 0,-3 5 15 15,0 10 7-15,0 2 7 0,-3 9-11 0,2 4-21 16,-2 6-12-16,-1 3-12 0,3 2-7 16,-3 2-4-16,3 2-5 0,-1 2-5 0,1-1-4 15,-1 0-2-15,0-2-2 0,2 0-4 0,0-2 0 16,0-6 0-16,4-7-1 0,-3-2-3 0,4-9 0 16,-2-7 0-16,4-5 0 0,-1-6-1 0,-2-6-2 15,1-5-3-15,-2-6-15 0,1-6-41 0,-3-6-62 16,3-5-60-16,-4-5-104 0,0-4-164 0,0-5-228 15,-4-3-271-15,4 0-212 0,0-3-152 0,-1 0 191 16,1 0 482-16</inkml:trace>
  <inkml:trace contextRef="#ctx0" brushRef="#br0" timeOffset="193467.56">26006 12473 228 0,'1'-4'779'16,"-1"1"393"-16,-1 3 66 0,1 3-142 16,0 3-302-16,1 2-253 0,2 4-148 15,-1 1-82-15,-1 4-51 0,1 2-69 0,-1 3-57 16,1 3-37-16,0 2-27 0,-1 1-17 0,1-1-14 16,1-2-15-16,0-2-9 0,4-3-7 0,0-5-4 15,1-3-1-15,4-7-1 0,-2-3 0 0,2-6 0 16,2-5-1-16,2-6-1 0,1-5 1 0,-1-2 0 15,1-5-2-15,-1-4 1 0,0 3-1 0,-4 0 1 16,-2 3 0-16,-1 3 2 0,-2 3 0 0,-4 3 1 16,-2 4 0-1,-1 5 0-15,-3 1 0 0,2 6-1 0,-4 5 4 0,0 3 4 0,-2 4 2 16,0 7 1-16,1 1-1 0,-1 4 1 0,0 4-6 16,2 0-4-16,2 2-1 0,-2 1-2 0,2 0-1 15,1-1-1 1,0-2 0-16,4 0-3 0,1-5-12 15,0-2-25-15,2-3-73 0,2-3-90 0,0-4-166 16,-2-3-290-16,1-6-321 0,3 0-365 16,0-4-203-16,3-2 159 0,1-5 672 0</inkml:trace>
  <inkml:trace contextRef="#ctx0" brushRef="#br0" timeOffset="193833.56">26565 12541 165 0,'-9'-10'1018'0,"-1"2"600"16,-3 1-67-16,-2 5-304 16,-1 2-433-16,-3 0-315 0,0 5-213 0,1 3-100 0,1 2-55 15,1 3-38-15,1 3-31 0,2 2-24 16,0 2-17-16,7 1-10 0,1 1-5 0,4-3-4 16,2 2-2-16,6-5-2 15,1-3 0-15,6-3-2 16,2-5 1-16,2-5-8 0,1-5-12 0,2-3-14 15,0-4-17-15,0-3-14 0,-3 1-11 0,-1-5-1 16,-1 1 10-16,-2 0 13 0,-2 2 19 0,-3 1 15 16,0 1 10-16,-2 3 8 0,-2 3 4 15,0 2 3-15,-2 1 8 0,-2 5 4 0,-1 3 4 16,0 3 1-16,0 4 0 0,-1 5-1 0,-1-1-4 0,1 6-7 0,-4 1-2 16,1 2-2-16,3 3-4 15,-2 0 0-15,1 2-3 0,0-3-14 0,2 0-79 16,0-3-95-16,2 0-178 0,0-7-286 0,-1-1-328 15,2-4-384-15,1-1-177 0,1-6 221 16,2-3 685-16</inkml:trace>
  <inkml:trace contextRef="#ctx0" brushRef="#br0" timeOffset="194201.6">26799 12006 425 0,'7'-3'957'16,"-1"4"319"-16,-2 5 57 0,1 5-267 0,2 4-348 0,1 2-235 0,-1 7-124 16,0 1-73-16,1 4-79 0,-2 2-58 0,3 2-35 15,-2 3-23-15,1 1-19 0,-2 4-17 0,2-1-13 16,-4 1-14-16,5 1-10 0,-3-1-9 0,0 0-5 16,4-3-4-1,-2-6-6-15,0 2-16 0,0-6-27 16,1-4-70-16,-3-3-78 0,-3-3-139 0,2-5-198 15,-5-2-309-15,-1-5-340 0,1-1-228 0,-5-4-62 16,0-1 449-16,-1-4 564 0</inkml:trace>
  <inkml:trace contextRef="#ctx0" brushRef="#br0" timeOffset="194400.57">26806 12465 157 0,'0'-13'741'16,"-2"0"434"-16,2 1 102 0,2 3-65 15,-1 3-379-15,5 0-289 0,2 2-163 0,0-1-88 16,2 4-63-16,2-1-81 0,0 2-58 0,1 2-39 16,0-1-22-16,1 0-12 15,1 3-7-15,0-1-7 0,0 1-9 0,-1-1-57 0,3 1-73 0,-4 0-138 16,1 2-228-16,-1 1-305 0,3-1-349 0,-3 0-277 16,0 1-55-16,-1-3 512 0</inkml:trace>
  <inkml:trace contextRef="#ctx0" brushRef="#br0" timeOffset="194584.86">27185 12481 447 0,'-2'14'1107'0,"-1"0"404"0,-1 5-96 0,1 0-353 16,-1 4-397-16,-1 1-243 0,2 1-157 0,0 2-106 16,-2 2-60-16,-1-2-40 0,3-2-25 15,0 0-15-15,0-4-14 0,1-3-41 0,0-1-80 16,-1-3-123-16,3-5-202 0,0-1-298 15,0-6-342-15,2-3-341 0,-1-4-120 16,4-2 412-16,0-5 650 0</inkml:trace>
  <inkml:trace contextRef="#ctx0" brushRef="#br0" timeOffset="194751.01">27250 12244 534 0,'-2'-24'1498'0,"-3"5"231"0,-1 5-314 0,0 2-352 16,-1 3-469-1,-2 5-302-15,0 2-141 0,1 4-70 0,-2 2-34 16,2 2-18-16,1 3-13 0,2 0-10 0,1 2-4 16,3 2-16-16,1-4-51 0,1 5-81 0,3-3-160 15,-3 2-273-15,6 0-318 0,-1 2-372 0,-2 0-317 16,3 2 37-16,-1 1 702 0</inkml:trace>
  <inkml:trace contextRef="#ctx0" brushRef="#br0" timeOffset="195266.94">27711 12540 227 0,'-1'-1'764'0,"-2"1"390"16,-3 1 73-16,-2 3-178 15,1 0-272-15,1 6-242 0,-2 2-149 0,0 2-84 16,0 5-55-16,-2 1-57 15,1 4-69-15,1 4-38 0,0 2-23 0,2-1-14 0,0 2-11 0,4-1-8 16,2-5-8-16,2-1-6 0,5-6-6 16,3-4-2-16,3-6-2 0,4-3 1 0,0-11-2 15,4-5 3-15,0-2-2 0,1-6-1 0,-1-5 1 0,-3-1-2 16,-2 0-1-16,-2-2 1 0,-6 0-1 16,-1 2 2-16,-6-1 0 0,-2 4 5 15,-4-1 3-15,-3 5 5 0,-3 2 2 16,-2 2 0-16,-1 5-1 15,-3 3-3-15,-1 5-5 0,-1 2-5 0,0 5-3 16,2 5-2-16,-2 3-2 0,3 5-1 0,0 1-3 16,2 4-15-16,2 4-37 0,2-1-72 0,3 2-86 15,3-1-158-15,-1 0-248 0,5 1-313 0,5-2-309 16,-1-2-178-16,4 1 93 0,4-5 557 16</inkml:trace>
  <inkml:trace contextRef="#ctx0" brushRef="#br0" timeOffset="195785.41">27892 12833 304 0,'-4'-5'955'0,"0"0"454"16,1 1-12-16,1 1-266 0,1-4-410 0,-1 4-269 0,2-4-154 0,2-2-101 31,-1-1-62-31,6-4-41 0,-1 0-24 0,2-4-16 0,1 0-9 15,-1-1-4-15,5 0-2 0,-4-1-3 16,4 1-5-16,-5 1-4 0,1 0-6 16,-1 4-4-16,1-3-3 0,-1 6-3 0,-3 2-3 15,2 0-2-15,-1 5-2 0,-3 2 1 0,2 2-1 16,-4 2 1-16,3 3 0 0,-1 3 1 0,-2 2-1 16,3 0-1-16,0 2-1 0,1 4 0 0,-2-1-3 15,0 0 0-15,0 0 0 0,2-1-1 0,-2 2 0 16,2-2 1-16,-2-1-1 15,1 0 1-15,2-2 0 0,-3-1 0 0,2-2-1 0,-1 0 0 16,1-4 1-16,0-2 1 0,3-4-1 0,-4-1 0 16,4-3 1-16,-1-2 0 0,-1 0-1 0,3-3 0 15,-4 0-1-15,2 2 0 0,-1 2 1 0,0-1-2 16,-1 2 2-16,0 2 0 0,-1-1 0 0,1 1 0 16,-1 4 0-16,0-2 1 0,2 4-1 15,-3-2 0 1,2 6 0-16,0 0 0 0,0 1-1 0,-2 2 0 0,0 2 1 15,3 2 0-15,-3 2-2 0,1 2 1 16,-3 1-1-16,3 1 1 0,-4 3 0 0,1 0-1 16,-1 2 0-16,0-1 2 0,-1 1-4 15,1-1-8-15,-2 1-19 0,0-1-53 0,-1-2-74 16,0 0-121-16,0-3-194 0,-2-2-300 0,4-2-337 16,1-4-289-16,-2 1-115 0,2-4 377 0,2-2 627 15</inkml:trace>
  <inkml:trace contextRef="#ctx0" brushRef="#br0" timeOffset="203134.35">20401 14577 18 0,'1'0'251'0,"-1"0"161"0,3 0 176 16,-3 0-2-16,0 0-59 0,-3 0-40 0,3 0-13 16,0 2-10-1,-1-1-32-15,1 0-52 0,-2-1-69 0,2 2-70 0,0-1-66 0,-2 2-56 16,2 1-36-16,2 1-22 0,-2 3-9 0,3 2-3 16,0-1 2-16,0 3 5 0,0 2 4 0,2 2 10 31,0 2 17-31,-2 1 14 0,2 0 9 0,-2 1-1 0,3 3-1 0,-3-3-15 0,2 2-17 0,-2 2-14 31,-1-2-14-31,1 0-7 0,-1-1-13 16,0 0-1-16,-1-2-8 0,-1 0-2 0,3-3-6 15,-3-3-3-15,0 0-1 0,2-3 0 0,1-3-3 16,-3-1-4-16,0-1 4 0,0 0 4 0,0-4 6 16,0 0 8-16,0-1 8 0,-3-1 3 0,1-5 0 15,1-2-5-15,-2-2-5 0,-1-5-6 16,1 1-5-16,0-4-4 0,-2-1-2 0,0 0-2 15,4-3-3-15,-5 2-1 0,4-3-1 0,1 1 2 16,-3 3-1-16,4-2 0 0,0 0 2 0,0 0-2 16,4-1 0-16,-3 1-3 0,7-2 3 0,-4 1 0 15,1-1 0-15,3-2 1 0,0 4-1 0,3 0 1 16,-3-1-1-16,3 3-1 0,0 0 0 0,0 1 0 16,2 1 1-16,-4 2-1 15,1 2 3-15,-2 1-2 16,3 3 0-16,-5 0 1 0,2 3-1 0,-1 3 2 0,0 0 1 0,1 4 1 0,-1 3 4 15,-1 1 4 1,3 4 2-16,-2 2 2 0,-1 2 1 0,1 3-1 16,-4 1 1-16,3 3-2 0,-5 1-1 15,2 1-2-15,-3 2 1 0,0 1-2 0,-3 2-1 16,2 1 0-16,-4 0 0 0,1 1 0 0,-3-1-3 16,2 1 0-16,-3-2-3 0,2 0-2 0,0-1 0 15,-1-1-1-15,3-3 0 0,0 1-2 0,1-4 0 16,2 1 1-16,-1-4-3 0,2 0 0 0,2-1-1 15,-1-2 2-15,1-1 0 0,1-2-2 0,2-1 1 16,0-1 0-16,1-3-1 0,2 2 2 16,0-2-1-16,0-3 0 0,1-1-1 15,4-1-8-15,-4-1-19 0,4-1-53 0,-4-3-62 0,3-2-61 16,0 0-88-16,-2-2-121 0,-1-1-141 0,2-1-94 16,-1 1-54-16,-1 0-35 0,-1-1 46 0,3 2 150 15,-5 1 193-15,1 2 176 0,-1 3 136 0,0 1 92 31,-3 4 62-31,2 1 54 0,0 1 39 0,2 4 23 16,0 1 29-16,3 1 23 0,-2 3 25 0,3-1 11 16,1 1-15-16,1 2-18 0,1-1-36 15,1-1-45-15,0 1-49 0,0-2-27 0,0-4-14 16,0 1-9-16,0-2-7 0,0-4-2 0,-1-3 5 16,-2-3 3-16,1-4 9 0,0-3 26 0,-5-2 25 15,0-3 18-15,-2-4 3 0,-2 0-8 0,-2-1-18 16,-2-1-27-16,-2-2-31 0,-2-1-22 0,-4 2-20 0,0 1-13 0,-2 1-8 15,-2 3-12-15,2 0-8 16,-1 3-4-16,1 4-5 0,-2 1-1 0,4 1-6 16,-1 3 1-16,3 4-2 0,1 1-3 15,2 1-2-15,-1 3-1 0,4 2 1 0,0 0-3 16,4 0 0-16,0 2 0 0,1-2-7 0,2-2-21 16,3 0-37-16,0-1-50 15,1 0-45-15,3-3-36 0,1-1-23 0,2-2 4 0,2-1 35 0,-2-2 60 31,2 0 49-31,0-2 33 0,0-1 18 0,0 1 11 16,-1 2 4-16,-3-1 4 0,1 1 3 0,0 1-1 16,-5 2 4-16,0 0 4 0,-2 2 12 15,0 1 15-15,-5 3 31 0,1 0 37 0,-3 3 40 16,-1 1 24-16,-1 2 9 0,-1 2-12 0,-1 1-21 16,-1 5-27-16,-2-3-30 0,0 4-22 0,2 0-19 15,-2 1-9-15,1 1-5 0,-1-1-9 0,4 2-7 16,-3 0-6-16,4-4-3 0,0 3 2 15,0-4-3-15,0 0-3 0,2 0 0 0,1-4 0 0,0-1-22 16,2 0-61-16,-2-4-58 0,2 0-99 16,-2-2-156-16,0-3-258 0,0-2-298 15,2 0-227-15,-2-1-164 0,2-3 182 0,-1 2 506 0</inkml:trace>
  <inkml:trace contextRef="#ctx0" brushRef="#br0" timeOffset="203650.4">21393 15136 191 0,'5'-3'567'0,"-2"-3"307"16,2 0 173-16,-2-3-140 0,1-1-249 15,0-4-183-15,1 0-109 0,1-1-48 0,-1-1-40 0,1-2-33 16,2 1-22-16,0-4-24 0,0 4-29 0,0-3-33 16,0 3-37-16,-1 0-31 0,2 2-24 0,-3 1-19 15,-1 6-4-15,0-2 1 0,-1 6 7 0,-1 1 3 16,0 3 2-16,1 3 3 0,-3 1 2 0,2 6-3 16,1-1-6-16,-3 5-5 15,1 0-4-15,-1 4-5 0,3 0-5 0,-3 0-6 0,5-1-2 16,-3 4-1-1,1-5-2-15,-1 1 0 0,2-1-1 0,-4-5 0 16,4 2-2-16,1-4-2 0,-1-3 2 16,1-3 0-16,1-3 0 0,-2-3 4 0,4-5 0 15,-3-3 1-15,0-7-1 0,3 0 1 0,0-2-2 16,-1-3-1-16,-2 1 0 0,1 0 1 0,2 1 1 16,-5 1-2-16,1 3 0 0,0 4 0 0,-2 2 0 15,2 2 0-15,-3 5 1 0,1 1 0 0,-1 3 2 16,2 3-1-16,-2 3 2 0,1 1-1 0,-2 4-1 15,3 1-1-15,-1 2 0 0,0 1 1 16,0 2-2-16,2 1-2 0,-1-1 2 0,1 0-1 16,2 0 0-16,-3 0-3 15,1-4-5-15,0-1-33 0,4-3-72 0,-2-4-73 0,-3 0-138 0,5-8-202 16,-2-1-318-16,1-3-305 0,2-4-202 0,-1-2-34 16,4-1 452-16,0-3 526 0</inkml:trace>
  <inkml:trace contextRef="#ctx0" brushRef="#br0" timeOffset="203794">21964 14899 209 0,'8'6'677'0,"-2"2"398"16,-3 2 117-16,2 2-231 0,-2 2-287 0,1 2-227 15,-3 2-160-15,3 1-106 0,-1 1-65 0,-2 3-38 16,4-2-30-16,-2 1-28 0,2-1-25 16,-2 0-30-16,0-3-93 0,0-3-170 0,-3-1-293 0,4-5-272 15,-3-5-265-15,1-3-165 0,-1-5 248 16,4-6 527-16</inkml:trace>
  <inkml:trace contextRef="#ctx0" brushRef="#br0" timeOffset="203968.04">21980 14672 226 0,'-9'-22'904'0,"-1"5"469"0,0 2-2 0,0 8-217 0,0 3-447 0,2 4-293 16,2 2-168-16,0 5-91 0,2 1-53 15,1 5-33-15,6 0-35 0,1 3-16 0,2 2-11 0,2 2-60 16,1 1-63-1,2 1-128-15,0 3-187 0,2-1-297 16,1 0-329-16,1-1-240 0,0 0-95 0,1-1 400 16,1-2 550-16</inkml:trace>
  <inkml:trace contextRef="#ctx0" brushRef="#br0" timeOffset="204315.19">22311 14874 137 0,'-4'-9'979'0,"1"3"641"16,-3-1-40-16,-4 4-307 0,1 2-427 15,-1 1-334-15,1 1-218 0,-4 4-104 16,4 1-58-16,-1 3-37 0,-1 3-29 0,3 0-22 0,0 3-16 16,3 1-10-16,1 1-7 15,2 1-6-15,2 0-4 0,2-2-1 0,2 0-1 0,1-4-2 0,2-2 0 16,2-1 0-16,4-4 0 0,-2-4-1 16,3-2 1-16,-1-4 0 0,2-4-1 0,-2 2 0 15,0-5-1-15,-1-1 0 0,0-2 1 0,-3 1-1 16,0-2 2-16,-1-1 0 0,-3 1 2 0,-1 0 2 31,-1 4 0-31,-2 2 1 0,2 2 0 0,-3 2 0 16,-3 5 1-16,2 2-2 0,-1 4 0 0,1 2-1 15,-1 7 0-15,0 0 0 0,2 4-1 16,0 4 1-16,0 0-1 0,4 3 0 0,-1 0-1 16,3 1-2-16,-2 0-7 0,4 0-16 0,1-3-21 15,0 1-49-15,-1-4-73 0,0-3-102 0,1-2-166 16,0-4-256-16,-2-2-321 0,1 0-295 15,0-5-174-15,0-2 170 0,0-4 605 0</inkml:trace>
  <inkml:trace contextRef="#ctx0" brushRef="#br0" timeOffset="204716.39">22530 15033 109 0,'0'-3'461'0,"0"0"339"0,0 1 235 0,2 1-104 15,-2 1-217 1,0 0-187-16,1 0-137 0,-1 1-100 0,3 1-62 16,1 1-43-16,-1-2-30 0,0 4-16 0,2-1 0 15,-2 1-10-15,5 1-13 0,-4-2-10 0,3 3-11 16,-1-1-13-16,-1 0-25 0,0 1-9 0,1-3-11 0,-1-1-11 0,0 0-4 16,-1-3 5-1,0-3 2-15,0 0-3 0,1-3 1 0,-2-5-3 16,-2 1-4-16,3-2-4 0,-3-3 0 0,1 3 7 15,0-3 1-15,-2 2 5 0,0-2 4 0,0 1-2 16,0 1-3-16,-2 2-7 0,0 0-2 0,2 0-6 16,-1 3-2-16,1 1-5 0,0 1 0 15,0 1-5-15,0 2-1 0,1 0-1 0,1 3-1 16,1 0-1-16,0 0-1 0,2 3 1 0,-2 0-1 16,3 0-16-16,2 0-17 0,0 2-25 0,2-2-55 15,2 0-62-15,1-1-124 0,1 0-172 0,2 1-287 16,1-1-293-1,1 3-236-15,2-2-105 0,2 0 373 16,1 3 549-16</inkml:trace>
  <inkml:trace contextRef="#ctx0" brushRef="#br0" timeOffset="205349.66">23468 14724 5 0,'6'-3'515'0,"-1"0"488"16,1 0 230-16,0 2-64 0,2 1-296 16,2 0-292-16,6 1-181 0,-3 2-101 15,5 0-51-15,0 0-27 0,4 0-42 0,2-3-57 16,-1 2-43-16,4-4-21 0,-1 0-13 0,1 1-18 16,-1-4-11-16,1 2-3 0,2 1-4 0,-4-3-5 15,-2 2-3-15,-2-1-1 0,0 4 1 0,-4-3-7 16,-3 6-52-16,-4-3-64 0,-4 7-93 15,-1 0-162-15,-10 4-296 0,1 2-321 0,-5 2-269 0,-3 3-161 16,-2 2 205-16,-4-1 586 0</inkml:trace>
  <inkml:trace contextRef="#ctx0" brushRef="#br0" timeOffset="205549.48">23654 15033 146 0,'5'-2'740'0,"0"4"435"15,-2-2 70-15,5 0-141 16,-2 0-372-16,5 0-257 0,2 0-142 16,0-2-73-16,2 2-41 0,3-1-29 0,1 1-56 15,-2-3-55-15,5 1-34 0,0 1-18 0,4-1-9 16,-2-1-9-16,3 2-5 0,-2-1-55 16,0 1-67-16,-2 1-150 0,0 0-259 0,1 1-295 0,-2 2-344 15,1 0-268-15,-2-1-4 0,3 1 577 16</inkml:trace>
  <inkml:trace contextRef="#ctx0" brushRef="#br0" timeOffset="210608.83">24880 14494 22 0,'-2'3'276'0,"0"-1"172"0,-1-1 157 16,2 1 5-16,-1-1-145 0,-1 1-82 15,3-1-19-15,-1-1 8 0,1 2 5 0,-2-2-26 16,2 0-41-16,0-2-49 0,2-1-55 0,-1-1-47 15,2-2-40-15,0-3-25 0,2-2-18 16,1-3-12-16,1 0-5 0,1-3-5 0,3-3-3 16,-2-2 4-16,4-2 4 0,-2 1 5 0,0-2 3 15,3-2 5-15,-3 0 7 0,3 0-4 0,-2 0 0 16,-1-2 1-16,1 3 2 0,-1-1-6 0,-2 0-1 16,1 2 0-16,-3 2-1 0,-3 1 2 0,1 4-3 15,-1 4-4-15,-4 0-7 16,0 4-8-16,0 3-5 0,0-1-12 0,-4 4-11 0,3 4-7 0,-3 0-5 15,1 4-3-15,2 4-6 0,-3 2 0 0,1 3-1 32,3 3 3-32,0 4-2 0,0 0-1 0,0 2 2 15,3 2-2-15,1-1 0 0,0-1-1 0,0 2 0 16,1 2 1-16,-1-4-1 0,1 2-1 16,-1-2 1-16,1 3 1 0,-2-5-2 0,2 4 1 15,-1-6-1-15,-1 1 2 0,0-3-1 0,0 1-1 16,-2-4 2-16,2-1 1 0,-3 0-4 0,2-3-21 15,0-3-45-15,-2-2-56 0,0 1-56 0,-2-2-90 16,0-3-133-16,2-2-142 0,-1 0-182 16,-1-3-230-16,2-1-205 0,0-3-12 0,0 0 290 15,0 1 391-15</inkml:trace>
  <inkml:trace contextRef="#ctx0" brushRef="#br0" timeOffset="211181.75">25213 14056 234 0,'-3'-1'577'0,"-1"-1"259"16,0 2 105-16,1 0-211 16,2 2-261-16,1-1-146 0,0 4-79 0,0-1-39 15,4 3-21-15,0 1-21 0,3 1-12 0,0 0-24 16,2 3-28-16,2 0-24 0,0 2-15 0,4 1-12 15,0 0-18-15,1 2-13 16,2-1-6-16,0 1-6 0,2 1 0 0,-2 0 3 0,2 2-6 16,-3-2 0-16,0 0 0 0,-1-2-1 0,0 1-5 15,-4 0 8-15,0-1 11 0,0-1 7 0,-4 0 13 16,-1-1 11-16,-3-1 14 0,1 1 7 0,-4-2 11 16,-1-1 9-16,0 0 7 0,-1-1 15 0,-4 0 5 15,2-3-1-15,-2 1-14 16,-1-2-12-16,-2-2-19 0,-1-1-18 0,-1 0-20 0,-1-1-12 15,0-2-8 1,-2-2-4-16,4-1-3 0,-5-2-3 0,2-1 0 16,2-1-2-16,0-3-2 0,0-2 0 0,5-1-1 15,1-2 1-15,-1-1 0 0,4 0 0 16,1-2-1-16,3-2 0 0,4-1 2 0,-2-1 3 16,5-2 0-16,2-2 3 0,0 1 2 0,2-5-2 15,0 1-1-15,1 1-5 0,-2-4 1 0,0 4-1 16,0 1 1-16,-4 2 17 0,-2 2 24 0,-2 5 21 15,-2 1 14-15,-3 4 5 0,-3 2 1 16,-2 2-15-16,-3 2-18 0,-5 2-18 0,0 5-11 0,-4 2-9 16,1 2-4-16,-3 4-1 0,2 2-1 15,-4 2-3-15,4 3-3 0,0 0-1 16,4 2-1-16,0-1-2 0,4 0 1 0,2 2-9 0,6-1-37 16,1 1-57-16,1-3-65 0,4 2-113 0,2-3-178 15,2-1-307-15,3-3-278 0,3 0-226 0,0 0-111 16,3-4 325-16,1-4 545 0</inkml:trace>
  <inkml:trace contextRef="#ctx0" brushRef="#br0" timeOffset="211514.71">25741 14184 91 0,'2'25'536'0,"0"2"339"0,-2 3 169 0,1 3-11 15,2 1-359-15,2-1-238 16,2 3-138-16,0-1-67 0,0 0-45 0,2-4-56 0,-1-2-47 16,5-5-38-16,-4-5-21 0,5-4-12 0,-1-6-4 15,3-6 0-15,-4-6-1 0,6-6 6 0,-4-7 15 0,2-6 17 16,-2-3 35-16,-1-5 39 0,-1-3 39 16,-2-3 15-16,-4-1 6 0,-2 2-7 0,-4 2-20 15,-4 0-31-15,-4 2-26 16,-1 2-18-16,-7 4-16 0,3 3-14 0,-4 0-12 0,-1 7-7 0,1 3-9 15,1 5-8-15,-1 4-5 0,3 4-2 0,-2 5-4 16,5 4-4-16,-3 4-2 0,4 3-5 16,5 1-28-1,1 1-70-15,2-1-74 0,2 1-143 16,2 0-248-16,1-3-316 0,2 0-327 0,3 1-209 16,0-4 12-16,2-3 549 0</inkml:trace>
  <inkml:trace contextRef="#ctx0" brushRef="#br0" timeOffset="211731.35">26282 14327 256 0,'2'0'953'0,"-4"0"424"0,2 0-51 16,-3 0-224-16,2 2-476 0,-3-2-296 0,4 2-162 0,-1-2-87 0,1 0-63 31,0 0-68-31,0 0-139 0,1 0-235 0,1 0-288 16,1-2-292-16,0 0-264 0,5 2-81 0,-2-4 446 15</inkml:trace>
  <inkml:trace contextRef="#ctx0" brushRef="#br0" timeOffset="213282.42">26576 14091 11 0,'0'-7'259'16,"2"3"177"-16,-2-2 185 0,1 0 31 0,-1 2-95 0,0-1-59 15,0 2-20 1,0 0-15-16,0 2-31 0,0-2-50 0,0 1-63 16,0 2-56-16,0-1-48 0,0 1-33 0,0 1-22 15,0-1-25-15,0 0-21 0,2 2-20 0,0 2-24 16,-1 2-26-16,2 3 6 0,2 3 8 15,1 2 5-15,-1 4 3 0,1 1-3 0,-1 3 0 16,3 2-28-16,0 2-17 0,-2 1-9 0,2 2-4 16,-1-1-3-16,0 1 0 0,0 1 0 0,-1-2 3 15,-1 0 0-15,0-2 0 0,1-2 0 0,-2-2 0 16,0-2 0-16,-3-3-5 0,3-2 1 0,-3-5-5 16,1 0-1-16,-2-4 3 0,1 1-1 0,1-4 15 15,0-1 4-15,1-4 7 0,2-1 2 16,1-4 0-16,-2-4 1 0,3 0-10 0,-1-4-4 15,5-1-5 1,-1 0-1-16,-1-3-3 0,4 0 1 0,-1-2-1 16,1-1-2-16,1-2 0 0,1 2 3 15,0-3-1-15,1 1-3 0,0-2 1 0,-2 1 0 16,4 1-1-16,-2-2-1 0,-2 4 2 0,-2-1 2 16,1 3 0-16,-4 3 6 0,-2 3 14 15,-1 2 16-15,-1 3 13 0,-2 2 5 0,-2 1 4 16,-1 2-4-16,-1 2-13 0,-2 0-15 0,-3 2-12 15,-1 2-8-15,-1 0-3 0,-1 3-4 0,-4 1-1 16,4 2 0-16,-5 3-1 0,2-1 0 0,-1 2 0 16,0 1 0-16,0 2-2 0,-1 2 2 0,3-1-1 15,-1 2 1-15,2 1 0 0,-2 3 0 16,4-1 0-16,1 0-1 0,2 1 0 0,2 1-1 0,3-2 0 16,0 1-1-16,0 0 0 0,3-3 1 0,2 0 1 15,1-2 0-15,-2 0 0 0,3-1 1 16,-1-3 1-16,1-1-1 0,0-1 0 0,1-1-1 0,0-1 0 31,0-2 1-31,0-1-1 0,0 1 0 0,0-2-1 16,0-1 2-16,1 0 0 0,1-2-1 15,-2 1 0-15,3-1-2 0,-2-1-12 0,2-1-29 16,0 0-62-16,0 0-66 0,-1 0-104 0,1 0-170 16,-2-1-282-16,1-1-304 0,2 2-232 0,0 0-149 15,-1 0 235-15,1 0 562 0</inkml:trace>
  <inkml:trace contextRef="#ctx0" brushRef="#br0" timeOffset="213581.35">27370 14361 53 0,'6'-6'661'0,"2"0"647"15,-3 1 170-15,1 2-201 16,-3 2-374-16,0 0-362 0,1-1-202 0,-3 2-141 16,1 0-67-16,-1 0-41 0,-1 2-34 15,4 0-26-15,-4 0-13 0,1 2-9 0,3-1-8 16,-3 0-14-16,1 2-68 0,-1-1-83 0,4-1-164 15,-4 0-284-15,-1 0-311 0,2 2-350 0,-1-4-213 16,1 2 134-16,0 0 643 0</inkml:trace>
  <inkml:trace contextRef="#ctx0" brushRef="#br0" timeOffset="-214032.15">27908 14011 18 0,'-4'-4'262'0,"3"-1"169"15,-2 0 168-15,-1 3 1 0,3-3-119 16,-1 1-63 0,1 1-20-16,1 0 8 0,-2 0-2 15,0 0-22-15,2 1-42 0,0 1-55 0,0-1-53 16,0 2-62-16,0-1-48 0,0 1-40 16,2 1-25-16,0-1-20 0,-2 2 11 0,4 1 33 0,3 4 14 15,1 2 11-15,4 2 39 0,-1 4 18 16,5 4-18-16,-2 2-33 0,4 5-23 0,-2 1-12 15,-1 1-36-15,3 4-21 0,1 1-12 0,-3-1-4 16,3 3-1-16,-2 1-1 0,2-2-1 0,0-1 3 16,-5 1 0-16,3 0 1 0,-2-2-1 0,0-2 1 15,-2-2-1-15,0 1-3 0,-2-4-1 0,-1-1-1 16,0-3 3-16,-3-1-3 0,1-4 4 0,-3-2-1 16,-1-2 2-16,0-5 4 0,-2 1 0 15,0-4 5-15,0-2 1 0,-4-2 3 0,0-6 1 0,-2-2-2 16,-1-1-4-16,0-6-1 0,1-1-4 15,-3-1-2-15,1-3-4 0,-3 0 6 0,1-1 5 0,-2 0 2 32,1-2 4-32,-1 3 2 0,0 0 3 15,0 1-4-15,2 1-4 0,0 2-3 0,0 3-1 16,-1-1-2-16,4 2-3 0,-2 4 0 0,4 1-2 16,0-2 2-16,0 5-5 0,-2-1 1 0,4 0 1 15,-3 4-2-15,4-2 2 0,-1 2-1 0,1-1 1 16,-2 2 0-16,2 0-1 0,0 0 0 0,0 3-1 15,-1 0 0-15,-1 0 1 0,0 3 2 0,1 0 1 16,-2 3-1-16,-1 0 2 0,3 2 1 0,-4 1-2 16,1 1-2-16,-1 0 3 0,0 4 1 15,2-2-1-15,-4 2-4 0,3 1 2 0,-2 0 1 16,-1 2-2-16,2-4-2 0,1 0 0 0,-1 1 2 16,1-4-3-16,1-3-1 0,-3 1-1 0,5-2 0 15,-2-3-3-15,-1 0-3 0,3 0-20 0,-1-2-54 16,-1 2-61-16,0-1-97 0,-1 1-160 15,1 0-292-15,-1 1-307 0,1-1-259 0,0 1-176 16,-1 0 202-16,-1 1 580 0</inkml:trace>
  <inkml:trace contextRef="#ctx0" brushRef="#br0" timeOffset="-212615.25">24965 14962 184 0,'-8'0'441'15,"0"1"199"-15,4 1 140 0,-3-2-165 16,2 1-181 0,1 1-85-16,1-2-23 0,1 2-5 0,1-2-18 0,-1 0-30 15,0 1-37-15,2-1-47 16,0 1-46-16,0-1-40 0,0 0-30 0,2 2-26 16,0-2-3-16,-2 2-3 0,3-1-6 0,0 2-4 15,1 0-2-15,3 0-2 0,-2 2-14 0,3 0 18 16,1-2 14-16,0 4 6 0,3-1 4 0,0 0 2 15,1 0 4-15,1 1-23 0,3 0-13 0,2 0 51 16,1 0 24-16,0 0 11 0,2 2-3 0,0 0 1 16,2-2-6-16,1 0-48 0,0 1-27 15,2-1-13-15,2 0 13 0,-4 1 7 0,4-2 3 16,-1 1 2-16,1 0 0 0,-3 0-1 0,4-1-15 16,-3 2-10-16,2-2-4 0,1 0-3 0,-2 0 9 15,2 0 8-15,0-1 2 0,0 2 3 0,0-3 1 16,2 2 2-1,-1-3-3-15,1 2-2 0,0-3-2 0,-1 1 2 16,3-2-2-16,1 0-1 0,-2-1-8 0,3 0-5 0,1 1-1 0,0 2-4 0,3-3-1 31,0 2-1-31,0 0 3 0,-2 0 0 0,0-1 1 16,1 0 2-16,1 1-1 0,-2-1-2 16,0 2-1-16,1-1-2 0,0-1-1 0,-1 1-1 15,-2 0 1-15,2-1 0 0,-1-1-1 0,0 1 2 16,0-1-2-16,-2-1 1 0,-1 1-2 0,1-1 2 15,0-3-1-15,-2 4 0 0,-1-1 1 0,0 1-2 16,-2 0 1-16,0 1-2 0,-2 1 2 0,-1 1-1 16,0 0 1-16,0 1-1 0,-1 2 1 0,0 0-1 15,-2 2-1-15,3-1 1 0,-1 1-1 0,0-1 0 16,0 1 0-16,0-2 0 0,-2-2 0 0,2 3 1 0,1-5-1 16,2 2-1-16,-2-3 2 0,1 0 1 15,0-1 0-15,1 2 0 0,-1-2 0 0,2 0 2 16,-1 0-3-16,1 0 0 0,0 0 0 0,-1 0 0 31,-1 0 1-31,2 0-1 0,-1 0 0 0,-3 1-1 0,3-1 0 0,-6 0 0 0,3 2 1 31,-7-2-1-31,0 1 1 0,-2-1 0 0,-1 0 1 0,-3-1-2 16,1-1 0-16,-5 1 0 0,4-1 0 16,-5 1 1-16,0 0-1 0,-2-3 0 0,2 3 1 15,-4-2 0-15,1 0 0 0,2 1-1 0,-6 1 0 16,4-1-1-16,-2 1 0 0,3 1-2 0,-2-2-1 15,-1 2 1-15,2 0-1 0,-2 2-9 16,-2-2-11-16,3 1-30 0,-3 1-62 0,-1-1-72 16,0 1-110-16,-1-1-171 0,-3 1-301 0,0 1-305 15,-1-2-233-15,-2 3-118 0,-2-3 295 0,3 0 575 16</inkml:trace>
  <inkml:trace contextRef="#ctx0" brushRef="#br0" timeOffset="-211732.26">25601 15688 80 0,'5'0'364'16,"-1"0"240"-16,-1 0 213 0,0-1-45 0,-1 1-135 15,0 0-95-15,-2 0-76 0,1 0-68 0,-1 0-64 16,2 0-59-16,-2 0-54 0,0 0-27 15,0 0-13-15,1 0-3 0,-1 1-8 0,0 2-7 16,0 0-15-16,0 2-31 0,-1 1-28 0,-1 1-29 0,1 2-14 16,-1 3-11-16,-1 2-5 0,1 1-4 15,1 2-4-15,-4 2-3 0,4-1-4 0,1 4-6 16,-2 2-3-16,0 1-4 0,1 1 1 0,1-1 0 16,-2 1 3-16,2 0 0 0,0-1-4 0,-1-3 1 15,1 0-2-15,1-2 0 0,-1-4-2 0,0 0-1 16,2-4 0-16,-2 0 2 0,0-3 1 0,0-1-3 15,0-2 3-15,0-3-1 0,-2 1 0 0,2-2 0 16,0 1-3-16,-1-2-19 0,-1-1-48 0,-1 0-53 16,0-1-47-1,-1 1-89-15,3-3-129 0,-4-1-150 16,1 0-195-16,2-3-233 0,0 1-207 0,1-3-1 16,1 1 306-16,1-4 402 0</inkml:trace>
  <inkml:trace contextRef="#ctx0" brushRef="#br0" timeOffset="-211432.11">25879 15677 210 0,'9'-5'616'0,"-2"-1"330"0,-2 6 143 15,-2-2-182-15,-2 4-261 0,1 0-187 0,0 3-107 0,-2 3-43 16,0 1-18-16,1 1-38 15,-1 3-38-15,0 1-33 0,2 2-38 0,-1 3-41 0,1 2-42 0,1 0-22 16,-3 2-15 0,1 4-5-16,2-1-5 0,-3 3-3 15,4 0-3-15,-3 0-3 0,1 2 0 0,0-3-5 16,1-2-4-16,-3 1 0 0,1-4 2 0,1-2 2 16,0-1-11-16,-2-4-40 0,0-2-49 0,0-1-45 15,0-3-80-15,-2-2-125 0,-1-2-150 0,0-3-171 0,-2 1-238 16,0-4-224-16,-3 0-50 0,2-4 252 0,0 1 400 15</inkml:trace>
  <inkml:trace contextRef="#ctx0" brushRef="#br0" timeOffset="-211098.1">25487 15718 284 0,'-6'-3'674'16,"3"0"309"-16,-2 2 112 15,1-1-241-15,1 1-271 16,2 1-186-16,1-2-123 0,-2 2-81 0,4 0-55 16,-1 0-34-16,2 0-27 0,6 2-21 0,0-2 43 15,4 0 19-15,4 1 1 0,2-1-6 0,5 0-4 16,1 0 18-16,2 0-26 0,3 0-14 0,0-1-11 15,1-2-4-15,2 0-5 0,1 0-24 0,-1 0-21 16,0-2-8-16,-1 1-4 0,1 1-2 0,-3 0 0 16,0-1-1-16,-1 4-3 0,-6 0-57 0,0 2-62 15,-3 3-119-15,-3 1-187 0,-2 2-300 0,-6 0-328 16,4 1-249-16,-7 3-123 0,1 0 354 0,-3 1 577 16</inkml:trace>
  <inkml:trace contextRef="#ctx0" brushRef="#br0" timeOffset="-210866.29">26412 16024 86 0,'3'-1'661'0,"0"-1"468"16,-1 1 129-16,-2-1-135 0,0 1-375 15,0-3-301-15,-2 3-137 0,2 1-67 0,-2 0-44 16,2 0-26-16,0 0-29 0,-1 0-43 0,1-1-49 16,0-1-69-16,0 2-64 0,1-1-91 0,-1-1-166 15,2 2-302-15,0-1-301 0,1 1-270 0,2-1-171 16,0 1 191-16,-1-2 585 0</inkml:trace>
  <inkml:trace contextRef="#ctx0" brushRef="#br0" timeOffset="-210082.46">26971 15952 285 0,'2'-1'628'0,"-2"1"286"0,0 0 141 0,0 0-240 16,0 0-220-16,-2 0-153 0,2 1-106 0,0 1-59 16,0 2-45-16,0 0-18 0,0 2-13 0,-1 3-14 15,1 1-14-15,0-1-20 0,0 3-30 16,0 0-38-16,0 1-27 0,1 2-14 0,-1 2-10 16,0 1-6-16,2 0 1 0,-2-1-6 0,2 3 0 15,-2 0-10-15,0-1-4 0,1 1-4 0,-1 0-2 16,2-3 1-16,-1 1-2 0,-1-2-2 0,4 0 0 15,-4-1 0-15,1-1 0 0,1 0-1 0,0-4-1 16,-2 1 2-16,1-3-2 0,-1-1 0 0,2-2-4 16,-2-2 1-16,0-1-7 0,-2-4-32 0,2-1-42 15,-1-2-41-15,1-2-38 0,-2-2-58 0,-1-3-77 16,-1-3-79-16,1 0-72 0,-2-3-84 0,4 2-123 16,-2-3-188-16,-3 1-115 0,2 1 65 0,0-2 210 15,-1 2 257-15</inkml:trace>
  <inkml:trace contextRef="#ctx0" brushRef="#br0" timeOffset="-209466.49">26829 15795 4 0,'-1'-4'251'0,"-3"1"173"0,3 1 177 0,-1 0 29 16,1-1-100-16,-1 2-62 0,0 0-26 15,2-1-15-15,0 2-25 0,0-2-37 0,0 2-56 16,0-1-64 0,0 1-58-16,0 0-46 0,-1 0-34 0,1 0-27 0,0 0-13 0,0 0-6 15,1 1 3-15,-1 1 13 0,0 0 21 0,2 0 15 16,0 1 9-16,-1 3-10 0,1-1-9 0,1 1-19 15,0 1-14-15,1 1-8 0,-1 0-10 0,3 2-4 16,-3 0-5-16,2 1 0 0,0-1-13 0,-1 2-13 31,1-2-8-31,0 5-1 0,2-4-3 0,-2 1-2 16,3 0-1-16,-1 0-1 0,0-1 2 16,1 0-2-16,0-1 1 0,0-3 2 0,2 3-1 0,-2-4-3 15,0-2-1-15,0 0 1 0,1 1-2 16,-1-4 2-16,0 1 1 0,3-2 3 0,-3-2 2 15,1-1-1-15,-1-3 1 0,3 2 0 0,-1-3-1 16,-1-3 2-16,4-1-1 0,-4 0 1 0,4-1-1 16,-4-2 0-16,3-2-1 0,0-2 0 0,1 3-1 15,0-3 2-15,1-1-2 0,-1-1 0 0,0 2 3 16,0-3 0-16,0 3 6 0,-1-3 4 0,0 6 4 16,-2 0 1-16,0 1-3 0,-3 4-1 0,2 1-6 0,-5 1-7 15,1 2-3-15,-1 1 1 0,-1 3-1 16,-2-2 3-16,3 2 1 15,-3 2 1-15,-1 0 0 0,0 2 0 16,0 1 0-16,0-1-4 0,-1 2 2 0,1-4-2 0,-4 4-1 0,4-4-1 16,-1 3-2-1,-1 0 0-15,1-2-3 0,-3 1-14 16,3-1-59-16,-3-1-64 0,0 2-127 0,-2-1-218 16,1 3-307-16,2-3-335 0,-2 2-249 0,0 0-94 15,0 1 450-15,-1 2 611 0</inkml:trace>
  <inkml:trace contextRef="#ctx0" brushRef="#br0" timeOffset="-195336.34">26718 13672 108 0,'0'-1'252'15,"0"-1"106"-15,0 2-9 16,2-1-70-16,-2-1-65 0,2 2-43 0,-2 0-26 16,0 0-23-16,0 2-10 0,0-1-12 0,0-1-8 15,-2 2-5-15,0-1-3 0,2 0 8 16,0 3 9-16,0-3 12 0,0 1 8 0,0-2 6 15,0 1 3-15,0-1-7 0,0 2-10 0,0-2-17 16,0 1-16-16,0-1-13 0,0 0 1 0,2 2 4 16,0-1 7-16,-2 1 8 0,0-1 5 0,1 2-6 15,-1 0-13-15,0 0-15 0,0 1-18 0,0 1-18 16,0 1-7-16,0-4-7 0,0 5 0 0,0-3-7 16,0 4 2-1,2-2 0-15,-2 0 0 0,0 0 1 0,1 0-1 0,-1 0 0 0,0-1 1 16,0-1 2-16,2 0-3 0,-2 1 0 0,0-2 1 15,0 0-4 1,0-1 2-16,0 2-2 0,0-2-3 16,0-1-6-16,0-1-8 0,-2 1-18 0,2-1-36 15,-1 0-44-15,1 0-50 0,-2 0-56 0,1 0-57 16,1 0-42-16,0 0-42 0,0 0-43 16,0 0-90-16,0 0-74 0,0 0 37 0,0 0 114 15,0 0 138-15</inkml:trace>
  <inkml:trace contextRef="#ctx0" brushRef="#br0" timeOffset="-194705.51">26813 13659 35 0,'3'-1'212'0,"-3"-1"110"0,0 2 51 15,2-2-46-15,-2 2-67 0,2-2-56 0,-2 2-41 16,0 0-29-16,0-2-19 0,0 0-1 16,0 2 1-16,0-1 3 0,0-1 14 0,0 1 19 15,0 1 22-15,0-3 25 0,0 3 16 0,1 0 10 16,-1 0 0-16,0-2-4 0,2 2-15 0,-2 0-19 31,1 0-23-31,-1 0-25 0,0 0-23 16,0 2-25-16,0-2-22 0,0 0-22 0,0 3-12 15,0-2-12-15,0 2-9 0,0 1-4 0,-1 0-6 16,1-1 0-16,-2 2-5 0,2-3-1 0,0 4-1 16,-1-1-2-16,1 1-1 0,0 0 1 0,0 0 2 15,0 1-2-15,0 0 3 0,0 0 5 0,0 4 1 16,0-4 3-16,0 2 4 0,0 0 2 0,1 0-2 15,-1 0-2-15,0 1 1 0,0-1-4 16,2-1-3-16,-2-1-1 0,1 1-1 0,-1-1 0 0,0-2 0 16,2 1 2-16,-2-3-5 0,0 0-13 15,0-2-25-15,-2 1-46 0,2-1-67 0,-3-2-82 16,2-1-95-16,1 1-116 0,-2-1-197 0,-1-1-175 16,0 2-41-16,1-2 124 0,-2-2 227 0</inkml:trace>
  <inkml:trace contextRef="#ctx0" brushRef="#br0" timeOffset="-174293.58">26652 13245 115 0,'0'1'285'0,"0"0"139"16,-1 1 32-16,1 0-58 15,0-1-56-15,-2 0-35 0,2-1-16 0,0 2-9 16,0-2-2-16,0 0 6 0,0 2 1 0,0-2 4 0,0 0-5 16,2 0-10-1,-2 0-20-15,0 0-28 0,0 0-36 0,0 0-32 0,0 0-23 0,0 0 3 16,0 1 14-16,0-1 23 0,0 0 5 0,0 1-4 15,0-1-15-15,0 0-26 0,0 2-32 16,0-2-31-16,0 0-18 0,0 0-13 0,0 0-11 0,0 3-7 16,0-3-5-16,0 0-7 0,0 0-5 15,0 0-5-15,1 0-2 0,-1 0-2 16,0 0-2-16,0-3 0 16,0 3 1-16,2 0 1 0,-2-2 0 15,3 2 0-15,-3-1 1 0,1-2 1 0,2 0 1 16,1 0-1-16,1-1 1 0,-2-2 2 0,2 1-2 15,-2-1 0-15,3-1-1 0,-2 1 1 0,3-1 1 16,-2-3-2-16,0 3 1 0,-1-2 1 0,2-1 1 16,1 0 2-16,-2 1-2 0,-1-1-1 15,1 1 3-15,2-2-3 0,-1 2 0 0,-3 0-3 16,2 1 3-16,-4 2 0 0,2 2-1 0,1-2 2 0,-3 3 0 16,1 0 2-16,-1 1-3 0,-1 1 1 15,0 0 0-15,2 1-2 0,-2-2 0 0,2 2-2 16,-2 0 0-16,0-1 0 0,0 1 1 0,0 0-1 15,1 0 0-15,-1 0 1 16,0 0-1-16,0 0-2 0,0 0 0 0,0 0 0 0,0 0 1 0,0 0 0 16,0 0 2-16,0 0 0 0,0 1 3 15,0-1-2-15,0 0-1 0,0 0-1 0,0 2 1 0,0-2 1 16,3 2 1-16,-3 0 1 0,2 1 1 16,-2 0 0-1,0 2 0-15,1-2 0 0,1 1 0 16,-2 0 0-16,1 1-1 0,-1 0 0 0,0-1-1 0,0 1-1 0,2-2 1 15,0 3-2-15,-2-2 1 16,1 1 0-16,-1 0-1 0,0-1 1 0,0 1 0 16,2 0 2-16,-1 1 9 0,-1 0 5 0,0-1 1 15,0 1 0-15,0 0-1 0,0 1 0 16,0-2-9-16,0 3-4 0,2-1-2 0,-2 2 0 16,2 0-1-16,-2 0-2 0,0 1 1 15,0 1 1-15,0-2 0 0,0 3-2 0,0-1 0 0,0 0 1 16,1 0 0-16,-1 0-1 0,0 0 1 0,0 0-1 15,0-3 2-15,0 4-1 0,0-4 0 16,0 1 0-16,0-1 2 0,0-2-3 0,0-2 1 0,0 0 0 16,-1 1 1-16,1-4-2 0,0 4 0 15,0-5 1-15,0 0-1 0,-2 2 0 16,2-2 1-16,0 0-1 16,-2 0 0-16,2 0-3 0,0 0-1 0,0 0-5 15,-1 0-21-15,1 0-69 0,0 0-70 16,-2 0-130-16,4 0-223 0,-2 0-312 0,3 0-338 15,2 0-235-15,0 0-54 0,1 3 473 0,-2 0 599 16</inkml:trace>
  <inkml:trace contextRef="#ctx0" brushRef="#br0" timeOffset="-173108.95">28404 14049 108 0,'-3'6'345'0,"1"-3"183"15,-1 0 142-15,2 0-140 0,-1-2-156 0,0 0-86 16,2 1-51-1,0-2-32-15,0 2-9 0,2-2 27 0,0 0 33 16,2-2 16-16,0 0 9 0,0 0-7 0,2-3-22 16,-1-1-41-16,2 0-46 0,-1-2-40 15,2 0-34-15,3-3-11 0,-3 0-12 0,3-1-7 0,1 1-3 16,0-4-10-16,2 0-6 0,-2-2-9 16,4-1-9-16,-3 0-7 0,0-1-7 0,1 1-5 0,-3-1-4 15,1 2-6-15,0 2 3 0,-4-1-4 16,1 6 1-16,-5-2 5 0,1 5 2 0,-1-1 5 15,-4 4-4-15,1-1 5 0,-2 4-2 16,1-1-5-16,-4 4-9 0,3-1-24 0,-6 4-18 0,1-1-32 16,2 2-62-16,-4 2-97 0,-1-2-112 15,2 1-131-15,1 1-226 0,-1-1-244 0,2 3-112 16,0-2 115-16,1 1 300 0,-2 0 311 0</inkml:trace>
  <inkml:trace contextRef="#ctx0" brushRef="#br0" timeOffset="-172827.96">28491 14115 149 0,'-2'1'455'0,"1"1"260"0,1-1 164 0,-2-1-155 16,2 0-201-16,2 0-128 0,-2-1-74 0,1-2-43 0,3 0-32 15,0-3-30-15,1-1-24 0,3-1-30 16,0-1-32-16,2-3-33 0,0-2-22 0,1-1-16 16,2 1-18-16,1-6-8 0,2 0-19 0,0-2-5 15,3-2-3 1,-3 1-6-16,3-1-2 0,-2 0-10 0,2 1-25 0,-5 1-84 0,4 1-124 0,-5 1-186 16,-3 4-288-1,-2 1-263-15,0 3-182 0,-1 0 104 16,-1 3 379-16</inkml:trace>
  <inkml:trace contextRef="#ctx0" brushRef="#br0" timeOffset="-171209.67">29173 13239 41 0,'0'-5'346'0,"0"-1"249"0,0 1 229 0,-4 1 51 0,4 1-173 16,-3 1-132-16,0-2-97 0,-2 3-73 16,0-2-67-16,-1 3-62 0,0-2-55 15,-1 2-27-15,3 2-13 0,-1-2-6 0,-3 3-11 16,2 0-24-16,-1 1-22 0,3 1-35 0,-3 1-26 16,0 3-22-16,3 1-13 0,0 2-8 0,0 3-4 15,4 3-2-15,0 2 0 0,4 2-1 0,-1 3-4 16,3 0 4-16,3 0-2 0,-1-2 1 0,4 1-5 15,0-7 2-15,3 2-3 0,-2-8-4 0,4 1 6 0,0-7 0 16,-1-2 4-16,1-4 1 0,-1-5 3 16,1-3 1-16,-1-6-3 0,0-4 1 0,-3-1 1 15,1-5-1-15,-5 0 0 0,-2-2 5 16,-1 0 11 0,-3 0 4-16,-3 2 4 0,-3 1 3 0,-3 1 3 15,-2 2 0-15,-4 2-8 0,-1 1-6 0,-4 4-5 16,0 1-3-16,0 2-3 0,-2 4-2 15,3 2-2-15,-1 1-2 0,-1 4 0 0,5 0-1 16,2 2-2-16,1 2 0 0,1 1-3 0,3 3 3 16,3 2 0-16,1 1-1 0,2 3 0 0,2-1-3 15,-1 2-26-15,4 2-61 0,0 0-68 0,2 2-121 16,-1-1-183-16,1 0-314 0,0 0-298 0,1 0-224 16,0 0-82-16,3-2 374 0,-3 1 539 15</inkml:trace>
  <inkml:trace contextRef="#ctx0" brushRef="#br0" timeOffset="-170994.14">29473 13480 45 0,'5'-2'540'0,"-4"2"441"0,2 0 189 0,-3 0-74 15,0 2-355 1,0-2-303-16,0 0-185 0,0 2-100 15,0-2-51-15,0 1-30 0,-1-1-31 0,1 0-16 16,0 1-14-16,0-1-23 0,0 0-59 0,1 0-110 16,-1-1-144-16,2 0-300 0,0-1-272 0,4-1-230 15,-3 0-23-15,3-1 310 0,1 0 419 16</inkml:trace>
  <inkml:trace contextRef="#ctx0" brushRef="#br0" timeOffset="-170309.91">29810 13396 97 0,'3'-1'370'15,"2"-3"207"-15,-2 3 147 0,-2-2-120 16,3 0-167-1,-2-1-89-15,2-1-36 0,-1-1 1 0,2-1 13 16,-1-1 7-16,3-2-19 0,-1-1-45 0,3-4-49 16,-1 0-44-16,1-3-34 0,3-1-26 0,-4-2-5 15,2-3 5-15,2 1 18 0,-3-1 14 0,1 2 4 16,-1-1-2-16,-2 3-10 0,-1 4-9 0,-3 3-13 16,1 2-16-16,-4 2-15 0,1 2-14 0,-2 2-15 15,-3 2-18-15,1 3-16 0,-2 2-10 16,-1 4-8-16,-3 1-2 0,2 2-2 0,-1 3-1 15,2 2-1-15,-2 0 0 0,4 4-1 0,-1-2-1 16,3 0 1-16,2 2 1 0,0 0-3 0,2 2 0 16,3-2 0-16,-2 0 1 0,3 0-2 0,-2 0 1 15,3-2 1-15,-1 1-6 0,1-3-16 0,0 2-39 16,0-4-60-16,-1-1-59 0,-1 0-93 16,1 0-140-1,0-4-170-15,-3-1-270 0,2 0-217 0,0-4-188 16,0 1 57-16,0-3 396 0,0-3 422 15</inkml:trace>
  <inkml:trace contextRef="#ctx0" brushRef="#br0" timeOffset="-170044.02">30116 13102 52 0,'3'-12'342'15,"-1"3"232"-15,0 1 181 0,-1 1-46 0,1 3-184 16,0 1-144-16,-1 0-115 0,1 3-73 0,-1 0-34 0,5 2 11 15,-3 0-5-15,2 3 15 0,2 1 13 0,1 3 14 0,-1 0-5 16,0 1-44-16,1 2-28 0,0 0-36 0,-1 2-27 16,1 1-27-16,0-1-13 0,-1 2-8 0,0-1-5 15,0 0-4-15,-2 0-2 0,-2-2-1 16,0 2-4-16,-1-4-1 0,-1 2-2 0,-1-1-1 0,0 0 0 31,-1-1-1-31,-3-3 0 0,1 3 1 0,-2 0-5 16,-3-1-24-16,1 1-57 0,-3-1-104 0,1-1-128 15,-4 0-189-15,2-1-289 0,0-1-227 0,-2-1-74 16,4-1 213-16,-4-4 354 0</inkml:trace>
  <inkml:trace contextRef="#ctx0" brushRef="#br0" timeOffset="-169812">30045 13122 175 0,'5'-11'454'0,"0"2"219"15,-1 2 157-15,0-1-151 16,1 1-149-16,2 0-102 0,-1 3-64 0,1-1-50 16,1 1-46-16,1 0-60 0,1 1-65 0,-2 2-47 0,1-1-35 15,4 0-19-15,-4 2-11 0,4-1-11 0,-4 1-2 16,3 0-5-16,-2 1-1 0,2-1-8 0,-3 0-2 31,2 2 4-31,-1 0-27 0,-2-1-73 0,0 2-130 16,1-1-177-16,-4 0-286 0,1 2-254 0,1 0-166 15,-3-1 97-15,4-1 370 0</inkml:trace>
  <inkml:trace contextRef="#ctx0" brushRef="#br0" timeOffset="-169377.55">30486 12966 101 0,'0'0'602'15,"-1"0"436"-15,1-2 164 0,-2 2-139 16,0-3-335-16,1 3-278 0,1-2-170 0,0 2-86 0,0 2-43 16,0 1-31-16,0-3 16 0,1 2 10 0,-1 4 0 15,2 0-6-15,0 3-10 0,-1 1-9 0,-1 2-34 16,2 3-29-16,-1 0-23 0,1 2-15 0,0-2-8 16,-1 1-5-16,4-2-2 0,-2-1-1 0,5 0-4 31,-3-3-1-31,0-3-3 0,3 1-2 0,-2-4-1 15,1-1 4-15,3-1 2 0,0-2-1 0,-3-3 2 16,5-2 0-16,-3-2 1 0,0 0-1 0,3-4 1 16,-4 2 0-16,1-2 2 0,0 2-1 0,-2 0 1 15,-2 3 1-15,-2-1 0 0,0 3 1 0,-1 2-2 16,-1 0 1-16,4 2 0 0,-5 2-2 0,0 4-1 16,-2 1-1-16,-1 5 0 0,2 1 0 0,-2 6 0 15,-1-1-1-15,3 2 2 0,-3 3 3 0,3 0-3 16,1-1 0-16,-2 2-1 0,2-3 1 0,2 2-4 15,-1-4-5-15,3 1-37 0,-3-3-58 0,3-3-68 16,0-2-135-16,2-1-198 0,-3-4-314 0,4-1-274 0,-2-3-214 16,3 0-27-16,-1-3 428 0,0-3 510 15</inkml:trace>
  <inkml:trace contextRef="#ctx0" brushRef="#br0" timeOffset="-168460.87">30991 13348 37 0,'1'-3'380'0,"5"2"274"15,-4-2 185-15,0 3-15 0,1-2-271 0,-2 2-182 0,1-3-110 16,0 1-47-16,1 1-14 0,-2 0-1 0,3-3-7 15,0 2-9-15,0-4-16 0,-3 1-17 0,5-1-16 16,-3-1-12-16,1-2-15 0,0-1-12 0,0 0-10 16,1 1-4-16,-1-4 5 15,2 1 1-15,-1-2-7 0,0 1 0 0,0-1-11 0,0 0 5 0,-2 1-3 16,3 0 1 0,-2-1 11-16,0 4 1 0,-1-1 6 0,-1 2-11 15,1 0-6-15,-3 3-5 0,1 2-15 0,-1-1-8 16,0 2-11-16,0 2-7 0,0-1-8 15,0 1-7-15,0 1-5 0,0 1-3 0,0 1-1 16,0 1 0-16,0 3-1 0,0 0 0 0,2 2 1 16,-2 2-2-16,2 2 1 0,-1 1-2 0,1-1 1 0,-1 4 1 15,4-2 1-15,-4 2 0 0,2-2-2 0,1 0 2 16,-1-3-2-16,2 1-1 0,-4-1 0 0,6-2 1 16,-4-1-2-16,3-2-2 0,-1 0-1 0,1-3 1 15,1-1 0-15,-3 0-1 0,4-2 4 0,-2-3 3 16,2 0 1-16,-1-2-1 0,-1-3 0 0,3 0-1 15,-2 1-1-15,-2-4 0 0,0 1-3 0,2-2-2 16,-2 0 1-16,-2 0 3 0,2-2 0 0,-4 1 0 16,3-1 0-16,-3 1 0 0,1 1 0 0,0 0 0 15,-2 1 0-15,0 5 0 0,0-3 4 0,0 3 1 16,0 2-1-16,0 0-1 0,0 2-2 0,0 0-1 31,0 1-2-31,0 2-1 0,0 1 1 0,0 2 1 16,0 2 1-16,1 3 1 0,-1-1 0 0,2 5 3 15,-2-1-3-15,1 2-1 0,4 1 2 0,-2-2 2 16,2 2-2-16,-2 2-2 0,2-2 0 0,1 0 0 16,2-2 0-16,-4-1-3 0,3 1 0 0,-1-3 1 15,2-1-2-15,1-2-35 0,0-1-65 0,-3-1-66 16,0-3-130-16,2 2-205 0,-2-4-320 0,1-2-291 16,-1 0-220-16,1 0-56 0,-1-2 429 0,-2 3 551 15</inkml:trace>
  <inkml:trace contextRef="#ctx0" brushRef="#br0" timeOffset="-167477.42">31483 13290 278 0,'4'-3'578'0,"1"-1"223"0,-2 0 82 16,0 0-277-16,0-1-181 0,1 1-131 15,0-3-66-15,1 0-17 0,3 0 1 0,-2-4 4 16,2-1-15-16,0 0-24 0,1-3-19 0,-1 0-22 16,2-1-17-16,0-2-18 0,-1 1-13 0,-1 2-10 15,-2-2-1-15,1 4 10 0,-1 2 13 0,-2 2 26 16,0 1 13-16,-1 4 5 0,-2-3-8 0,1 3-15 15,0 4-19-15,-2-2-28 0,0-1-23 0,1 3-20 16,-1 3-9-16,0-3-10 0,-1 2-6 0,1 4-3 16,0 0-2-16,-2 3 1 0,2 0-1 0,-2 1 0 15,2 2 1-15,2 2 0 0,-2-1-2 0,2 1 0 16,-1-1 0 0,1 1 0-16,1-1-1 0,-1-3 0 0,4 3 1 15,-3-2-1-15,2-4 0 0,-2 0-1 16,2-1 1-16,0-3-3 0,1 0-2 0,1-3 2 15,0 0 0-15,1-3 1 0,0-1 0 0,3-2 3 16,-3-1 1-16,1-3 1 0,2 0-1 0,-1-1 3 16,-1 0-3-16,1 1-1 0,-1 0 0 0,-1-1 2 15,0 4-2-15,0 0-2 0,0-1 2 0,-3 3-1 16,0-1 0-16,-1 3-3 0,1 0 1 0,-1 3 5 16,1 0 0-16,0 0 2 0,-2 3-1 0,2 0 0 15,0 0 2-15,1 2-2 0,-1 2-2 0,0-1 2 0,-1 0 0 16,0 0 0-16,0 1 0 0,4 0 2 0,-3 0-1 15,0-1 0-15,-1-2-2 0,1 1 1 16,3 0 0-16,-4-3-3 0,5 3-1 0,-3-5-1 16,0 2 2-16,4-4 0 0,-2 2 0 0,3-6 0 0,0-1 3 15,0-1 0-15,2-2-2 0,1-2 0 16,-1 0 2-16,4-2-1 0,-1 2-1 0,3-1-1 16,-2 1-1-16,0 0 1 0,1 1-2 0,-2 3 2 0,-2 0 0 31,-2 3 2-31,0-1 0 0,-3 3 0 0,-1 3 1 15,-2 2-2-15,1-1-1 0,-3 5 2 16,-1 0 1-16,0 2-3 0,-1 3 3 0,-2-2 0 0,0 5-2 16,-2-2-34-16,2 3-56 0,-1-2-52 0,-2 0-87 15,-2-1-151-15,4 0-226 0,-2-2-281 0,-1 0-232 16,3 1-198-16,-1 0 81 0,2-1 468 0</inkml:trace>
  <inkml:trace contextRef="#ctx0" brushRef="#br0" timeOffset="-165828.31">32893 12352 289 0,'1'-9'557'15,"-1"2"248"-15,-1-2 128 0,-2 1-207 0,-1 3-128 16,-1-3-103-16,-4 2-93 0,3 1-76 15,-4 1-68-15,1 2-60 0,-4 0-65 0,4 2-36 16,-5 2-15-16,1 0-1 0,-3 2 8 0,3 3 9 16,1 3 2-16,-4 0-5 0,2 2-9 0,0 5-10 15,2-2-22-15,3 4-20 0,-2 1-10 0,3 2-4 0,3 3-7 16,0 0-2-16,1 4-1 0,2 2-4 0,1 2-5 16,1 0-1-16,0 3 2 0,0-3-2 0,1 0 0 15,5-4 0-15,-1-1-1 0,2-7-2 0,4-3 1 16,1-5 2-16,3-7 4 0,0-3-8 0,1-4-3 15,1-5-2-15,0-1-2 0,3-5-3 0,-4-1-4 16,1-2 9-16,-1-2 6 16,0-2 6-16,-2 2 0 0,-3-1 0 0,-1 1 2 0,0 0 1 0,-3 0 1 0,-2 3-3 15,-1 0 0-15,0 4-4 0,-1 1-1 0,-2 0 5 16,1 2 13-16,-2 4 4 0,0-1 6 0,-2 4 1 16,2 1-1-16,-1 4-4 0,-2 3-14 0,-1 3-4 0,3 1-3 31,-2 2-1-31,3 3 2 0,-4 2-1 0,3-2-1 15,-1 2 0-15,2 2-1 0,0-1 3 0,2-1-3 16,-1 1 2-16,1-4-3 0,1-1 2 0,0-1-2 16,2-2-1-16,0-3-1 0,3-3-1 0,-2-3 3 15,2-2-1-15,0-4 4 0,3-2-6 0,-3-3 4 0,2-3-5 16,0-2 2-16,0-1-1 0,0-2 3 0,-1-1 3 16,-1 0 0-16,0-1-1 0,-2 4 1 0,2 0 0 15,-4 1-2-15,1 3 1 0,-1-1 1 0,-1 3 2 16,-2 2 3-16,1 1-2 0,0 1 4 0,-2 2-4 15,1 2-1-15,-1 2-2 0,-1 2 0 0,1 1-1 0,0 3-1 16,-2 1-1-16,2 0 3 0,-2 1-2 0,2 1-2 16,2 0-1-16,-2 0 1 0,2 1 2 0,1-3-4 15,-3 2 2-15,3-4 0 0,1 0-4 0,0 1-34 16,-1-3-41-16,0-1-52 16,2-1-85-16,-2 0-129 0,2-3-177 0,0 1-277 0,-1-1-249 0,1 0-188 0,0-1 41 31,1 0 377-31,0-1 438 0</inkml:trace>
  <inkml:trace contextRef="#ctx0" brushRef="#br0" timeOffset="-164862.54">33302 12233 124 0,'-3'0'347'0,"0"-2"189"0,0 2 120 16,-2 0-72 0,2 2-103-16,-1-1-59 0,1 0-43 0,-1 1-35 15,1 0-29-15,1 2-33 0,-1-1-37 16,1 3-36-16,1-2-34 0,-1 4-27 0,1 0-27 15,1 2-25-15,-2-1-23 0,2 4-16 0,0 1-12 16,2-1-3-16,-2 2-2 0,3 3-2 0,-2-1-1 16,1 0-1-16,0 5-5 0,1-1-9 0,-2 2-10 15,4-1-5-15,-2 1-4 0,-2 2-4 0,1-1-1 16,0 0 4-16,-1-2 0 0,-1 1-3 0,2-3 3 0,-2-1-1 16,2-2-3-16,-2-3 15 0,0-2 8 0,1-1 7 15,-1-4-17-15,2 0 10 0,-2-2 4 0,0-3-12 16,1 2-6-16,-1-4-7 0,4-4 16 0,-3 2-8 15,1-5-5-15,3-3-2 0,-1 0-1 0,-1-4 2 16,0 1-1-16,4-3-1 16,-2-1 1-16,1-1-1 0,2-2-2 0,-2-3 1 0,0 3-4 0,3-3-2 0,0 3 1 15,-1-2-2-15,0 2 3 0,-2-1-1 0,2 3 4 16,0-1-2-16,-4 3 1 0,1 2 3 0,-1 3 0 16,0 2 0-16,-4 1 3 0,5 4 3 0,-5 0-1 0,0 0-2 31,0 4 1-31,-3 1 1 0,1 4-1 0,1-3-3 15,-4 5-1-15,2 1 5 0,-2 0 1 0,0 1-1 16,0 1-1-16,-2 0 3 0,2 0 2 0,-2 3-1 16,3-1 9-16,-4 1 3 0,0 2 6 0,2 0 9 15,-2 3 1-15,3-3 5 0,-3 2-5 0,5-1 0 16,0 0-4-16,0 1-4 0,-1-2-1 0,3-2-9 0,1 3-8 16,1-4-4-16,3-2 0 0,-1 1-7 0,0-2-4 15,3-1 4-15,-1-3 1 0,3 1-2 0,0-1-6 0,1-4-2 0,4 1 1 16,0-1-1-16,2-2-1 15,1-2 3-15,2 0 4 0,2-3 0 0,-2 0-2 16,2-1-15-16,-2 1-32 0,0-5-36 16,0 3-70-16,-6-1-106 0,-2 0-145 0,1-1-236 15,-6-1-259-15,1 4-224 0,-1-1-52 0,0 1 255 16,1 1 417-16</inkml:trace>
  <inkml:trace contextRef="#ctx0" brushRef="#br0" timeOffset="-164229.21">33694 12634 175 0,'-3'-7'572'0,"0"2"367"16,0-1 199-16,1 4-189 0,1-3-244 16,1 4-192-16,-2-1-120 0,0 0-69 15,2 2-46-15,-2 0-35 0,2 0-33 0,0 2-35 16,0-2-38-16,0 0-38 0,0 2-35 15,0-1-24-15,2 0-13 0,-2 3-9 0,2 1-6 16,-2 1-1-16,0 3-3 0,0 0-3 0,0 4-1 16,0-3-2-16,0 8-2 0,0 0-2 0,0 2-3 15,-2 3 2-15,-2 3 2 0,1-1-4 0,0 1 3 16,-2-1-1-16,-2-1 0 0,1-1 3 0,-2-2-1 16,0-3 2-16,-1-2 1 0,1-1 2 0,-5-4 2 15,4-2-1-15,-4-2 1 16,0-1-3-16,-1-1-2 0,-2-4 0 15,-1 1-2-15,4-4-3 0,1 1 2 0,-1-1 3 0,0-1 0 0,4 0 1 0,-4 0 1 16,5-1 0-16,2 1-1 0,-2-2-3 0,4 1-1 16,0-1-1-16,1 1 0 0,1 2-1 0,4-4-2 15,0 1 2-15,1 1-1 0,3 1 0 0,2 0-1 16,0 1 2-16,5 1 2 0,1 0 0 16,-1-1 2-16,4 2 0 15,-1 0 0-15,1 2 0 0,-1-2-3 0,3 1 2 16,-2-1-2-16,1 0 2 0,0 1 0 15,-1-1 3-15,1 2-1 0,0 0-1 0,-1-1 2 16,-1-1-3-16,0 1-3 0,-2-1 0 0,0-1 2 16,-1 1-1-16,-1-1-17 0,-4 1-47 0,1-2-53 15,-5 0-99-15,1 2-166 0,-5 0-302 0,3 4-302 16,2-2-252-16,-2 2-169 0,3 1 244 16,-2-2 574-16</inkml:trace>
  <inkml:trace contextRef="#ctx0" brushRef="#br0" timeOffset="-122317.1">25446 9306 24 0,'-2'7'67'0,"1"1"-21"16,-6 1-21-1,-1-1-13-15,-3 3-16 0,-1-3-17 0,-6 1-22 0,1 0-19 0</inkml:trace>
  <inkml:trace contextRef="#ctx0" brushRef="#br0" timeOffset="-111988.08">26013 9505 219 0,'-1'0'356'0,"-4"0"127"0,4 0-10 16,-3-1-136-16,3 1-89 0,-1 0-50 0,1 0-32 15,-3 0-18-15,3 0-27 0,-1 0-27 0,1 0-24 16,1 0-15-16,0-3 0 0,0 3 11 0,0 0 31 16,0 0 41-16,0 0 51 0,0 0 51 0,0-2 46 15,1 2 26-15,-1 0-2 0,0 0-22 0,-1 0-28 16,1 0-24-16,0 0-12 0,0 0 0 0,0 0-4 31,0 0-7-31,0 0-26 0,0 0-29 0,-4 0-35 16,4 0-38-16,-1 0-30 0,-1 0-19 0,1 0-7 15,1 0-3-15,-2 0-7 0,0 0-3 16,2 0-6-16,0 0 0 0,-2 0-3 0,2 0-2 16,0 0-2-16,0 0-3 0,0 0 1 0,0 0-2 15,0 0-2-15,0 0 0 0,0 0 1 16,0 0 2-16,0 0-3 0,0 0 0 0,0 0 1 0,0 0 1 16,0 0 0-16,0 0-3 0,2 0 0 0,-2 0 2 15,0 0 0-15,0 0 0 0,0 0-1 0,0 0 1 16,0 0 2-16,0 0-1 0,0 0 1 15,2 0-2-15,-2 0 1 0,2 0 0 0,-2 0-2 16,0 0 1-16,0 0 1 0,1 0-1 0,1 0 1 16,-2 0 2-16,1 2 1 0,3-2 2 0,-3 0-3 15,2 0 2-15,1 0-2 0,-1 0 0 0,2 0-2 16,-1 0 1-16,-1 3-1 0,2-3-1 16,-2 1 3-16,4-1 0 0,-2 0-1 0,-1 0 0 15,2 0 1 1,-1 0 3-16,0 0-1 0,0 0-1 0,0 0-1 15,-1-1 1-15,2 1-2 0,-3-3 0 16,2 3-1-16,-1 0-1 0,-1 0 2 0,-2 0-1 16,-1 0 0-16,4 0 2 0,-4 0 1 0,0 0 1 15,1 0 0-15,-1 0 11 0,0-2 7 0,0 2 9 16,0 0 7-16,0 0 9 0,-1 0 3 0,1 0-6 16,-4 0-6-16,3 0-10 0,-2-3-7 0,-1 3-8 15,-1 0-4-15,2 0-4 0,-3 0 0 0,2 0-1 16,-1 3-1-16,-2-3-1 0,2 0 0 15,-1 2 0-15,-1-2-1 0,2 4 2 0,-2-2-1 16,2 1 1-16,-1-1-1 0,0-2 0 0,1 2 0 16,0 0-1-16,1 0 0 0,-1-2 1 0,2 1-1 15,-1-1 1-15,0 1 0 0,-1-1 0 0,4 0 1 16,-3 2-1-16,3-2 0 0,-1 2 0 0,1-2 0 31,1 0 0-31,-2 0 0 0,2 0 0 0,0 0 0 16,0 0-1-16,0 0-1 0,0 0-2 0,0 0 0 15,0 0-1-15,0 0 0 0,0 0 0 16,2 0 0-16,-1 1-2 0,2-1 3 0,2 0 0 16,2 1 0-16,0-1 2 0,1 0-1 0,2 0 3 15,1 2-1-15,1-2 0 0,0 0 1 0,2 0 1 16,-1 0-1-16,0 0-1 0,0 0 1 0,1-2 1 16,1 1-1-16,-1 0-1 0,-3-1 0 0,0 0 1 15,-2 0 0-15,-1 0 0 0,-1 0 0 0,-2 0 1 16,-1 2 2-16,0 0-1 0,-4 0 1 15,1-2 0-15,-2 2 0 0,-1 0-1 0,-1-2-1 16,0 2-6-16,-4-1-18 0,-1 1-65 0,-3-2-74 16,0-2-163-16,-2 2-281 0,1-1-317 0,-1-1-371 15,-1-2-251-15,0 0 43 0,-3-3 694 0</inkml:trace>
  <inkml:trace contextRef="#ctx0" brushRef="#br0" timeOffset="-105704.83">25961 9610 18 0,'-1'3'209'15,"-3"-1"101"-15,1 1 92 0,-2-2-97 16,3 2-114-16,-2 0-70 0,1 0-34 15,2 0-18-15,-1 0-5 0,0 0 1 16,2 0-8-16,-1 0 2 0,-1 0-6 0,1 0-2 16,1-1-8-16,-2 2 0 0,2-1-5 0,-2 1-3 15,2-2-2-15,0 2-2 0,0-2-1 16,0 2-5-16,0-3 0 0,0 2 0 0,-1-2-7 0,1 2-1 16,0-2 3-16,0 1-1 0,0 0 2 15,-2 1 0-15,0-2 2 0,2 2 2 0,0 0 0 16,-3 1 0-16,3 1-2 0,-1 0 2 15,-4-1-3-15,4 2 3 0,-2-1 0 0,-1 4 1 0,3-1 8 16,-2 0 5-16,-2-1 6 0,1 3-1 0,0-2 4 16,-1 3 3-16,2 1-1 0,-2-3-7 0,2 2-1 15,-2 1-5-15,2-2-5 0,0 2 0 0,0 0-4 16,-2-1-1-16,2 2 4 0,0-1 11 16,0 3 12-16,1-1 4 0,-1 0 8 15,1 1 5-15,-1 2 0 16,1 0-4-16,-1 1-5 0,0 0-8 0,-1 2-8 15,0-1-6-15,1 0-12 0,2 1-3 16,-3 1-8-16,1 0-3 0,0-1-2 0,1 0 0 16,-1 0-1-16,0 1 1 0,0-2-1 0,0 0 0 15,1-2-1-15,1 3 1 0,-1-1 1 16,1-4 2-16,1 2-1 0,0-1-1 0,0 0-3 16,0 2-3-16,1-4-1 0,1 1-7 0,1 0-1 15,0 0-1-15,2 1-1 0,-1-4-1 0,1 1-1 16,0 0 4-16,1-2 3 0,-1 1 4 0,4-3 5 15,-1 2 2-15,1 1-1 0,0-2 4 0,-1 0-1 16,1 1-4-16,-1-3-3 0,1 3 1 0,1-3 1 16,0 1-4-16,0 0 1 0,0 0-1 15,-2-2 3-15,5 1 4 0,-4 0 8 0,2 0 11 16,2 1 15-16,-4-1 8 0,3-1 8 0,2 3 3 16,-3-2-8-16,3 1-7 0,-1-1-8 0,1 2-7 15,-1-2-6 1,1-1-2-16,2 2-1 0,-2-1 0 15,2 1-1-15,-2 0 4 0,2-2 9 0,0-1 7 16,-1 2 6-16,1-2 1 0,1 1 0 0,-2-1-6 16,1 1-8-16,1-4-12 0,-1 4-7 15,-1-3-1-15,1 1-4 0,2-1-3 0,-2 1-3 16,1-2-1-16,-3 1-1 0,3-1 0 0,0-1-3 16,0 1-2-16,-1-1 1 0,-1 2 4 0,1-2-2 15,3 2 4-15,-2-1-3 0,-1 1 3 0,2 2-4 16,-1-4-2-16,0 0-1 0,0 3 1 15,1-1-1-15,0-2 8 0,2 3 10 0,1 0 17 0,0 0 8 16,1 1 1-16,-2 3 7 0,-1-2-1 0,3 3-9 16,2-2-14-16,-1 4-10 0,0-2-6 15,1 2 0-15,1 0 5 0,0 3 1 0,2-2 7 16,-2 2 1-16,-1 0-1 0,1 1-5 0,2-2-6 16,-2 1-5-16,-1 0-3 0,-2 0-4 15,4 1 2 1,-4-4 3-16,1 4-5 0,-2-2 3 0,0-1-2 15,-1 2-2-15,-1-3-1 0,-2 1-5 16,3 2 0-16,-3-2 5 0,2 3-6 0,-5-1 7 0,3-2 0 16,-2 3 1-16,-1-1-2 0,0-1-3 15,-1 1 4-15,-1 0-2 0,0-1 4 0,-2-1-1 16,0 1 5-16,-2-2-1 0,-2 0 1 16,0-2-2-16,-1-1-1 0,-2 0 0 0,1 0 7 0,-1-1 8 15,-2 1 10-15,3-1 14 0,-3-1 9 16,2-1 13-16,-3 3-9 0,2-2-8 0,0 2-5 0,-2 1-7 15,0 0-11-15,0 0-10 0,0 3 5 16,0-2 0-16,0 1-4 0,0 2-1 0,-2 1 2 16,2 2 0-16,0-2 8 0,0 5 12 0,0-1 7 15,0 3 4-15,0 0 4 0,0 0 1 0,0 1-10 16,2 1-10-16,-2 0-8 0,1 0-1 0,4 0-6 16,-4 0-2-16,2-1-3 0,1-1-3 0,-3 1 1 31,2-3-2-31,1 0-2 0,-1-1-3 0,0-1-1 15,-1-1 4-15,-1-2-1 0,2-1-2 0,-3-1 1 16,-3-1 3-16,3 0 5 0,-1-2-2 0,-2 3 3 16,-2-1 1-16,-2-2 3 0,2 2 2 15,-4-2-5-15,3 2 0 0,-4 1-2 0,2-2 0 16,-3 2-4-16,3-1-3 0,-1 2-1 0,0 2-1 16,1 0-3-16,0 1 1 0,-1 1 2 0,2 1 0 15,1 1-2-15,-1 1-1 0,1 0 4 0,-1 1-3 16,1 0-1-16,2 0 0 0,-3 0 1 0,1 3-1 15,1-4 0-15,-3 3 0 0,4-1 0 0,-5 1-1 16,5 0 0-16,-4-1 0 0,0 4 1 0,0-4-1 16,2 5 2-16,-2-3-1 0,-2 2 4 0,2-1 2 15,-1 0-2-15,0-2 3 0,1 2-1 16,0-1-2-16,-1-1-2 0,0 2-2 0,0-2 2 16,1 0-2-16,0 0 1 0,-1 0 2 0,0 0-1 15,0-1 1 1,0 0-2-16,1-1 2 0,-2-1 0 15,2-1-1-15,-1-1 1 0,1 0 0 0,0-1-2 16,-1 1 1-16,2-2-1 0,1 0-1 0,-1-1 1 16,1 1 0-16,-2-2-1 0,4 1 0 0,-1-1 1 15,2 0 1-15,-2 0-1 0,0-1 1 16,2-1 0-16,-3-1 0 0,3-3 0 0,-1 0-1 16,3-2 0-16,-2 0 1 0,1-1 1 0,0-3 1 15,1-1 2-15,1 2 2 0,-2-2 1 0,2-1 2 16,0 0 0-16,0 1-3 0,0-2-2 0,0 2 0 15,0-2-3-15,0 0-1 0,2 1 0 0,-2 0-2 16,1 1 1-16,-1 1 0 0,2-1 1 16,0 2 0-16,-1-1 1 0,1 0-1 0,-2 1-1 15,1 0 1-15,3 2 0 0,-3 0-2 0,-1 0 0 16,3 1 0-16,-3 4 0 0,2-1 0 0,1 0 0 16,-2 2 2-16,-1 1 2 0,2-1-1 0,-1 1 0 15,3 2-2 1,-4-2 2-16,1 1-2 0,3 0-1 15,-1 2 1-15,-2-1 2 0,3 0-1 0,-3 1-1 16,2 1-1-16,-1-1 1 0,2 2-1 16,-2 0 0-16,0-1 1 0,1 2 0 0,-2-2 2 0,1 1 0 15,0-2 1-15,-1-1-1 0,1 1 2 16,-1-2-1-16,1 0 2 0,-2-3-1 0,2 1 1 16,-2 1 0-16,0-2-3 0,0-1 2 0,0-1-3 15,0 1 2-15,0 0-1 0,0 2 0 0,0-1-1 16,0 2 0-16,1-3 3 0,-1 2-1 0,2-2-2 15,-1-1 1-15,1 1 0 0,0 1-2 0,-1-4-2 16,4-1 0-16,-4 2 1 0,1 1-2 16,-1-1 2-16,1 1 1 0,0 0 1 0,1-1 0 0,-2 3-1 15,3-2-1-15,1 2 0 0,-2 2 0 16,-2-1-1-16,4 1-1 0,-2 4 2 0,-2-4 0 16,1-1 0-16,0 1-1 0,-1-3 1 0,-1 0 1 15,0 1 0 1,0-1 1-16,0-1 1 0,-1-1-1 15,-1 1 0-15,-1 0-1 0,0 0 2 0,-2 1-1 16,1 2 0-16,-1 0 1 0,0 1-1 0,0 0 1 16,-1 2-3-16,0 2 1 0,-1 0-1 0,2 1 0 15,-1 1 0-15,0 0-1 0,0 2 1 16,2 2-1-16,0-1 0 0,0 1 0 0,1 2 0 16,2-1 1-16,-3-1-1 0,3-1 1 0,1-2-1 15,0-1 2-15,0-2-1 0,0 1 1 0,1-5 1 16,-1 2-1-16,2-3 1 0,0-2-3 0,-2 2 0 15,3-4 1-15,-3 1 0 0,1-1 0 0,-1 0 0 16,0-1 3-16,0 0-2 0,0-1 2 0,0 0-1 16,-1 0-1-16,1-1 0 0,-2 1-1 0,1-1 1 15,1 1-1-15,-4-1-1 0,3 1 1 16,-1 0 0-16,0 2-1 0,-1 0 0 0,2 3 0 16,-2-1 1-16,1 2-1 0,-1 2 0 0,3 2 1 15,-1-2 1 1,1 1-2-16,-4 0 2 0,4 0-1 15,-1 2 1-15,1-2 0 0,0 0-1 0,-2-2 1 16,1 1-1-16,1 1 0 0,0-4-2 0,-2 3 0 16,0-2 0-16,2 1-1 0,-1-2 3 0,-1 1-1 15,0 0 1-15,-1-1 0 0,2-2 0 16,-2 0-1-16,1 2-1 0,-1-1 0 0,0-1 2 16,1 0-1-16,1-1 1 0,-1 2 0 0,0 0 1 15,1-2-1-15,-1 3-1 0,2-3 0 0,-1 0 0 16,1-2 1-16,0 0-1 0,0 0 0 0,0-2 0 15,0-1 0-15,0 0-1 0,-2-1-1 0,2-1-1 16,-2 1 3-16,2-1-2 0,0-1 1 0,0 2 2 16,0-2-1-16,0 1 0 0,0-1 0 15,0 0 0-15,0 2 1 0,0-2-2 0,0 1 2 16,0-1 0-16,0 2 0 0,0-2-1 0,0 1 2 0,0 0-1 16,0 3 0-16,0-4 0 0,0 2 0 15,2 1-1 1,0-3-1-16,-2 1 2 0,1 0-1 15,-1 0 0-15,0-1-2 0,2 3 1 0,-2-3 0 16,0 0-2-16,0 0 0 0,0 0-2 0,0 0 1 16,0 0 0-16,0 0 1 0,0-3-1 0,-2 2 2 15,2 0 2-15,-1 0-2 0,-1-4 0 16,0 5 2-16,2-4 0 0,-3 2-1 0,2-1 1 16,-2 0 1-16,1 0 0 0,1 1 1 0,-2-1 0 15,1 0-1-15,-1 0 0 0,1 0 0 0,-3 0 0 0,4 2-2 16,-4-3 2-16,2 0 0 0,-3 2-1 15,3-3 1-15,-2 2 0 0,0-2 0 0,0 1 1 16,0 0 0-16,-1 0 1 0,1 2-1 0,1-3 0 16,-3 1-1-16,2 2 0 0,1-1 0 0,-2 1 0 15,1-1 1-15,2 2 0 0,-1 1 0 0,1-2 1 16,2 1 0-16,-3 1-1 0,3 0-1 0,1-2 1 16,-4 2-2-16,4 0 0 0,0 0 0 15,0 2 0-15,0-2 1 0,0 1-1 0,0 1 1 31,4 1-1-31,-3 0 0 0,1 0 1 0,1 1 0 0,0 0-1 16,2 2 0-16,2 1 0 0,-1-1 2 16,-2 1-2-16,3-1 1 0,-1 2 1 0,2-1 1 15,0 1 1-15,-2-1-2 0,2 0 0 0,-1 2 0 16,0-3-1-16,0 2-2 0,-1 0 0 16,1-1 1-16,-3-1 1 0,5 0-1 0,-2-2-1 15,-1 3 2-15,2-3 0 0,1-1 1 0,0 0-2 16,-1-3 0-16,1 2 1 0,-1-4-1 15,0 0-2-15,0 1 1 0,1-3 2 0,1-1 1 0,-2-1 0 16,0 0-1-16,1 1 1 0,-3-3-1 0,2 0 1 16,0-1-3-16,0 2 2 0,-2-3-4 15,1 2-9-15,-2-1-9 0,-1 0-35 0,2 0-58 16,-3 1-60-16,2-1-101 0,-3 1-166 0,-1 2-301 0,1 1-285 31,-2-1-227-31,2 3-145 0,-2-2 276 0,-2 4 564 0</inkml:trace>
  <inkml:trace contextRef="#ctx0" brushRef="#br0" timeOffset="-17676.12">3130 11909 167 0,'0'-3'436'0,"0"-2"243"15,-2 3 169-15,2-1-121 0,0 2-153 0,0-3-78 16,0 4-59-16,0-1-63 0,0 0-48 0,-1 1-71 0,1 0-68 16,0 0-57-16,0 0-45 0,0 2-31 0,0 2-23 31,0-2-15-31,1 7 1 0,-1-3-3 0,2 5 8 16,1 1 23-16,2 4 16 0,1 1 25 0,1 4 24 15,2 4 16-15,-1 0 0 0,2 2-17 0,-1 4-6 16,-1 0-13-16,0 3-19 0,-2 0-17 0,2-1-6 15,-2 0-4-15,-1 0-10 0,-2-3-4 0,0-2-5 16,-1-3-2-16,0-5-2 0,-1-2 11 0,-1-1 10 16,-1-5 12-16,-1-1 5 0,-1-3 4 0,-2-3-2 15,-3-2-11-15,-3-2-11 0,0-1-7 16,-3-4-5-16,-2-1-6 0,-1-5-2 0,-1-3-3 0,-1 0-3 0,-3-3-7 16,3-2-4-16,-3-3-2 0,2 1 0 15,-1-2 0-15,2 1 0 0,1 0 2 0,1 0 0 0,3 1-1 16,0 3 0-16,2 0 1 0,2-1-1 0,3 2-1 15,1 1-1-15,3-2 0 0,-1 2-1 16,3-2 0-16,1-1-6 0,3 1-3 0,2-2-1 16,0 2 5-16,1-3 3 0,3 1 1 0,-1 0 7 0,0 2 2 31,2 0 3-31,2 1-5 0,-2 1-1 0,2 0-2 16,1-1-6-16,0 3-1 0,1 0-4 0,-1 1 1 15,1 0-1-15,0 4-1 0,0-1 5 0,1 3 3 16,0 0 2-16,0 0 1 0,2 3 1 0,-1 1 0 15,1-1 2-15,-1 3 0 0,3 0-1 16,0 0 1-16,0 0-1 0,3 2-1 0,-3-1 1 0,3-1-1 16,0 2 1-16,0 0-1 0,-1-2 1 0,0 0-1 15,-1 0 0-15,-1-2 0 0,-2 0 0 0,0-1 0 16,-2 1 1-16,0 0 0 0,-3-1 0 0,1-1-1 0,-4 1-1 16,2-2-1-16,-3 2-9 0,-1-1-19 15,-3 1-56-15,0 1-76 0,0 1-169 16,-4 1-279-16,-2 3-311 0,2 1-376 0,-4 4-289 0,-1 1 37 15,2-1 731-15</inkml:trace>
  <inkml:trace contextRef="#ctx0" brushRef="#br0" timeOffset="-16609.32">4318 11631 96 0,'1'-5'414'0,"-1"2"313"16,0-1 264-16,-1 1-28 0,-1-1-221 15,-1 0-160-15,0-1-95 16,-1 1-69-16,-1 0-58 0,1 1-59 0,-4-2-50 16,2 1-33-16,-1-1-35 0,-2 0-46 0,0 0-36 15,-1 1-24-15,0-1-13 0,0 0-13 16,0 1-6-16,0-1-7 0,1 3-2 0,-1-4-4 15,2 3-5-15,-1 2-5 0,1-1-4 0,2-3-3 16,-1 5-3-16,1-2-3 0,2 0-2 0,-1 2 0 16,2 0-3-16,-1 0 0 0,1 0-1 0,0 0-2 15,1 0 0-15,-1 2-1 0,1 0 0 16,1-2-1-16,-1 5 1 0,1-3-3 0,-2 2 2 16,0 0-1-16,1 0 0 0,2 2 0 0,-3 2-7 0,3-1-1 15,0 3-4-15,0 1 0 0,3 1 0 16,-3 1 1-16,2 3 6 0,1 0 3 0,1 2 2 0,1 1 2 15,-2-2 1-15,1 3-1 0,-1-2 1 16,0 2 0-16,0 0 0 0,0 4-1 0,1 2 2 16,-2 6-1-16,0-1 0 0,1 2 6 0,-3 1 2 31,2 1 2-31,-1 4-2 0,-1-3 2 0,0 4 2 16,0 1-11-16,0-1-6 0,0 1-3 0,-1 1 1 15,-1 0-2-15,2-2-3 0,0 1 6 16,-1-2 2-16,1-2 2 0,0 0 0 0,0-4-1 0,1-1 2 15,1-1 0-15,-1-3-1 0,1-1 0 16,3-3 1-16,-2 0-1 0,2-5 1 0,-2-2-1 16,5 1 0-16,-2-4 5 0,0-3-3 0,3 0 6 15,0-3 0-15,0 0 2 0,-1-3 1 0,5-1-5 16,-4-2 3-16,4-1-5 0,-2-1-7 0,2-1 2 16,-2-1-5-16,3-2 3 0,-3 2 4 15,3-5 1-15,-3 1 6 0,2 0-4 0,0-2 5 16,-2 1-3-16,1-2-3 0,-2 2-3 0,0-3 1 15,0 1-2-15,-2 3-2 0,0-2-13 0,-1-2-45 16,2 1-68-16,-4 0-85 0,-2-1-161 0,0 0-298 16,0-4-321-1,-3 2-299-15,0-4-189 0,0 2 151 16,-1-4 628-16</inkml:trace>
  <inkml:trace contextRef="#ctx0" brushRef="#br0" timeOffset="-16225.08">4661 11794 99 0,'6'-9'658'0,"-3"3"444"0,0 0 124 15,0 2-127-15,-1 1-407 0,0 1-313 0,-1 0-185 0,2 2-93 0,-1 0-43 16,1 0-26-16,2 2-13 0,-1 1-11 0,1-1-1 15,2-1 0-15,-1 1-3 0,-1-2-1 16,2-2-1-16,-2 1 5 0,0-2 10 0,-2-4 11 16,0 4 25-1,-1-4 42-15,1 1 46 0,-3-1 25 16,0-1 4-16,0-1-7 0,-1 2-14 0,-3-2-25 16,1 1-33-16,-2 0-21 0,-1 3-9 0,0-1-4 15,1 1-8-15,-1 1-12 0,-1 1-7 0,1 1-8 16,0 2-9-16,1 0-8 0,0 2-5 15,-1 2 0-15,3 0-2 0,-2 2 0 0,3 3 1 16,1-1 0-16,-2 1-1 0,3 2-2 0,0 0 0 0,0 2-4 16,3-1-19-16,-2 3-57 0,1-2-56 15,1 1-79-15,0-2-139 0,-1 1-216 0,1 0-304 0,2-3-235 16,-2 3-210-16,2-1 27 0,1-2 445 16</inkml:trace>
  <inkml:trace contextRef="#ctx0" brushRef="#br0" timeOffset="-15875.15">5298 12337 21 0,'11'8'415'15,"-2"-1"314"-15,-4-1 195 0,1-2 18 0,-1 0-320 16,-2-4-205-16,1 3-112 0,0-2-37 0,-1-2-19 16,0-2-14-16,1-4-31 0,-1 0-55 0,0-4-53 15,0 0-41-15,-1-1-19 0,-2-3-7 0,2 3 8 16,-2-1 42-16,-2 1 62 0,0 2 36 0,1 2 8 16,-4 1-4-16,-2 3-10 0,1-2-33 15,-2 3-49-15,0 2-31 0,2-1-20 0,-2 4-11 0,0 0-14 16,2 4-9-16,1 2-4 0,0 1-4 15,-1 1-1-15,4 2 0 0,-2 3-9 0,1-4-48 16,1 1-53-16,1-1-63 0,-1 0-126 0,2 0-175 16,-2-3-307-16,-1 1-251 0,2-5-223 0,-1 3-67 31,0-2 368-31,1-2 496 0</inkml:trace>
  <inkml:trace contextRef="#ctx0" brushRef="#br0" timeOffset="-15542.56">4898 12597 351 0,'3'-6'799'0,"0"4"304"16,0-6 48-16,1-1-273 0,0-2-269 0,2-4-153 0,1-3-91 15,1-3-61-15,1-2-50 0,2-5-46 0,1-4-40 16,1-1-56-16,0-6-39 0,3-1-20 0,-2-4-8 16,2-4-7-16,0 0-10 0,-1-3-3 0,0-4-8 31,-1 3-3-31,-1-1-8 0,0 0-4 0,-1 3-3 16,-2 4-1-16,-2 4 0 0,-1 9 1 0,-2 4 4 15,-2 4-1-15,-1 7-6 0,-1 1-49 0,-2 8-55 16,-1 1-103-16,-1 3-172 0,-2 5-297 0,2 3-319 15,-3 3-269-15,3 3-182 0,-2 2 244 16,2 1 604-16</inkml:trace>
  <inkml:trace contextRef="#ctx0" brushRef="#br0" timeOffset="-14842.65">5484 11423 296 0,'0'-2'718'0,"-3"-1"349"0,2 0 96 0,-1 2-270 16,0-1-287-16,2 0-184 0,0 1-137 0,0 1-94 15,0 0-63-15,0 0-40 0,2 0-29 0,1 0-24 16,0 1 19-16,2 3 13 0,0-3 10 0,4 2 1 0,1-2 1 15,1 2 6-15,3-2-28 0,-1 1-20 16,2-1 12-16,2 1 5 0,1 0 5 0,-2-2-7 16,3 0 0-16,-2 0-2 0,1 0-22 0,-1 1-11 31,-1-1-10-31,0 2 3 0,-2-1-6 0,2 4 2 16,-2-2 0-16,0 2 3 0,-1 4-1 0,-2-3 0 15,2 5 0-15,-2 1 0 0,1 1 1 16,1 3 2-16,0 3 1 0,-1 4-3 0,3 1 2 15,-1 3 0-15,-1 5-5 0,2 0-1 0,-2 6 0 16,1 0-1-16,-1 5-1 0,0 0-6 0,1 2-1 0,-1 0-3 16,-1 2-1-16,-1-1 0 0,0 0 4 15,2-2 4-15,-4-2 0 0,-2-1 4 0,2-2 2 16,-3-2 1-16,-1-2 8 0,-3-2 13 0,1-2 15 16,-3-2 12-16,0-4 11 0,-3-2 9 0,0 0-3 15,-4-4-5-15,0-1-6 0,-3 0-5 0,0-3-8 16,-4-2-9-16,0 1-6 0,-3-4-7 0,1 0-8 15,-5-2-8-15,2-2-5 0,-5-1-3 16,1-2-2-16,1-3-2 0,4 0-1 0,-1 0-2 16,3-1-3-16,1-1-10 0,3 0-19 0,2-1-40 31,3 3-72-31,1-4-88 0,3 2-156 0,1-1-282 16,4-1-317-16,4-1-318 0,1 0-190 0,3-1 127 15,3 1 615-15</inkml:trace>
  <inkml:trace contextRef="#ctx0" brushRef="#br0" timeOffset="-14441.91">6520 11812 97 0,'5'0'628'0,"-1"2"419"0,1-2 127 0,0 1-106 15,1 0-409-15,-1 1-272 0,1 1-164 16,2 0-73-16,0-1-26 0,6 3-17 0,-1-3-14 16,3 2-32-16,0-2-14 0,1 0-21 0,2 1-13 15,0-2-5-15,1-1-2 0,-2 0-1 0,1 0-4 16,0-1 4-16,-3-2-4 0,-1 3-11 0,-2 0-29 16,-5-2-73-16,1 0-142 0,-7 6-234 15,-2-4-283-15,-2 7-265 0,-4-1-196 0,-2 4 110 16,-5 1 457-16</inkml:trace>
  <inkml:trace contextRef="#ctx0" brushRef="#br0" timeOffset="-14258.37">6523 12141 29 0,'5'6'378'15,"-2"0"252"-15,2-3 178 0,4 0 68 0,1 0-310 16,1-3-219-16,4 0-107 0,2-3-53 0,1 0-33 15,4-1-36-15,1-3-44 0,4-1-27 0,1-1-16 16,4 1-45-16,-1-3-116 0,-1 2-248 0,0 0-258 16,-1 3-207-16,-2 2-122 0,-2 1 99 15,-3 3 338-15</inkml:trace>
  <inkml:trace contextRef="#ctx0" brushRef="#br0" timeOffset="-11180.44">8011 10874 181 0,'2'-6'467'0,"-1"0"265"0,-1 2 202 0,2 2-136 16,-2-3-139-16,0 5-121 0,1-2-103 0,-1 2-80 15,2 0-81-15,-2 0-83 0,2 0-66 0,-1 2-31 16,5 4 21-16,-3-1 14 0,2 8 10 0,2 2 0 15,-1 2-1-15,3 4-13 0,-1 4-29 0,0 2-21 32,-1 1-16-32,0 1-11 0,-2 1-5 0,0-2-8 15,0 0-12-15,-2 0-12 0,0-3-4 16,0 0-2-16,2-2-5 0,-4-2-2 0,1 0-8 0,-2-5-32 16,0-1-57-16,-2-3-52 0,-2-1-125 15,2-3-179-15,-1-4-304 0,-2-2-275 0,2-2-226 16,-2-3-108-16,2-5 367 0,1-3 528 0</inkml:trace>
  <inkml:trace contextRef="#ctx0" brushRef="#br0" timeOffset="-10947.9">8258 10830 99 0,'6'-6'604'15,"0"4"383"-15,0 1 134 0,-2 4-64 0,-1-1-377 16,0 6-274-16,0 1-141 0,1 4-64 0,0 1-21 15,1 5-23-15,-1 1-19 0,0 5-10 0,-1 3-11 32,2 2-13-32,-2 2-19 0,2-1-9 0,-2 1-21 15,1 0-20-15,-2 0-17 0,1-4-9 16,0-1-8-16,-1-2-42 0,1-5-42 0,-3-2-75 16,0-3-131-16,-3-2-167 0,1-3-293 0,-3-5-255 15,1 1-222-15,-4-5-9 0,3-2 389 0,-3-5 435 16</inkml:trace>
  <inkml:trace contextRef="#ctx0" brushRef="#br0" timeOffset="-10698.9">7954 10795 21 0,'0'-4'454'0,"0"0"358"15,0-1 199-15,3 4-12 0,2-2-305 16,1 1-246-16,4 0-153 0,1 2-60 15,6 0-27 1,-1-5-16-16,3 4-19 0,5 0-34 0,-1-2-20 0,3 0-22 0,2-2-14 0,-1 0-7 16,3 1-19-1,0-2-21-15,2 0-14 0,-2 0-7 16,2 1-8-16,-2 0-3 0,-2 0-4 0,-1 3-25 16,-4-1-54-16,-2 6-148 0,-4-1-277 0,-4 4-276 15,1 2-289-15,-6 2-246 0,-3 2 39 0,-2 3 535 16</inkml:trace>
  <inkml:trace contextRef="#ctx0" brushRef="#br0" timeOffset="-10481.3">8855 11068 253 0,'5'1'1138'0,"-2"4"481"0,-1-3-151 0,-2 0-313 15,-2 1-434 1,0-1-339-16,1-1-185 0,-1-1-87 0,1 0-44 0,-1 0-27 0,2 0-39 0,-3 0-72 16,3 0-77-1,0 0-136-15,3 0-221 0,-1 0-307 16,1-1-331-16,0 2-243 0,2-1-58 0,0 3 482 16</inkml:trace>
  <inkml:trace contextRef="#ctx0" brushRef="#br0" timeOffset="-9931.63">9503 11356 252 0,'3'-1'708'0,"-1"-1"326"0,0 0 75 15,1-1-210-15,-1 1-286 0,2-3-207 0,0-2-122 0,2-1-35 16,2-2 0-16,1 0-15 0,1-6-23 0,2-1-21 15,1 0-28-15,1-6-31 0,2-1-36 0,1-4-31 16,1-2-21-16,1-3-11 0,-2-1-8 0,4 0-10 16,-3 2-6-16,0-2-2 0,-1 3-1 0,-2 2-5 31,-1 1 1-31,-3 2 1 0,-3 5-2 16,1 0 1-16,-4 3-9 0,-3 2-38 0,-2 3-61 0,-4-1-75 15,-2 3-153-15,-3 2-215 0,-2 3-313 16,-5 2-277-16,0 2-208 0,-6 4 31 0,0 1 505 15</inkml:trace>
  <inkml:trace contextRef="#ctx0" brushRef="#br0" timeOffset="-9683.11">9374 10759 373 0,'6'2'659'0,"0"1"203"0,2 0 139 0,2 4-225 15,4 0-224-15,1 1-117 0,3 4-52 0,4 1-29 32,1 1-37-32,2 4-57 0,3 0-44 0,2 3-39 15,0 0-35-15,2 4-30 0,0-5-44 0,-1 3-31 16,1-1-18-16,1 1-7 0,-1-3-4 0,-2 0-3 16,0-3 0-16,-3 1-27 0,-2-2-53 15,-3-1-60-15,-4-1-119 0,-3-2-177 0,-4-1-311 16,-2 0-281-16,-5-2-231 0,-1 0-93 0,-3 0 363 15,-6 0 517-15</inkml:trace>
  <inkml:trace contextRef="#ctx0" brushRef="#br0" timeOffset="-9116.67">8096 11687 18 0,'-6'0'368'0,"-2"2"292"16,2 0 255-16,1-2 92 0,2 2-279 0,0-2-201 16,1 0-120-16,0 0-90 0,2 0-77 15,0 0-68-15,2 0-59 0,0-2-39 0,2 0-14 0,5 0-9 16,1-2-6-16,3 2 43 0,6-3 50 15,3 0 19-15,5 1 19 0,5-1 3 0,3-1-2 32,7 0-28-32,1 2-36 0,6-1-20 0,0 3-30 15,6-2-8-15,2 3-3 0,0 0-15 0,3 1-7 16,2 0-5-16,-1 1 0 0,3 0-7 0,-1 1-6 16,3 1 0-16,1-2-4 0,-1 2-1 15,2-1-2-15,-2-1-3 0,1-1-2 0,-2-1-4 16,-2-1 0-16,-1 1-2 0,-1-2 0 0,-4 0 1 15,0-1 1-15,-6 0 3 0,-1 1 1 0,-4-1 0 16,-5 1-1-16,-4 2-17 0,-6-3-47 0,-4 2-66 16,-5 2-65-16,-7 0-130 0,-3 0-201 15,-6-3-306-15,-4 3-262 0,-2 0-208 0,-2 3-72 0,-7-3 408 16,1 0 535-16</inkml:trace>
  <inkml:trace contextRef="#ctx0" brushRef="#br0" timeOffset="-8531.94">8773 12603 300 0,'0'6'841'16,"-2"0"347"-16,2-2 10 0,0-2-251 15,-1 0-358-15,-1 0-239 16,2 0-128-16,2-2-45 0,-1-4 1 0,1 0 0 16,3-3-3-16,-2-5-9 0,3-5-12 15,2-1-22-15,0-6-32 0,2-1-17 0,2-7-17 16,-1 0-15-16,4-6-3 0,0-1-2 0,-2-2-2 16,3 1-3-16,-2 1 2 0,0 0 1 15,-3 3-6-15,-1 3-3 0,1 4 1 0,-3 5-2 16,-2 3 0-16,-3 6-1 0,3 2 1 0,-4 4-4 15,0 3-4-15,-1-1-3 0,1 3-5 0,-1 3-3 16,-1 2-2-16,0 2-4 0,0 5-2 0,0 2-2 16,0 6-2-16,2 3-2 0,-2 2-1 15,0 4 1-15,2 1-1 0,-1 0 1 0,-1 4 1 16,0 1-1-16,2-1 0 0,-2 1 0 0,0 2-1 16,0 1-1-16,0-2-1 0,1-2-5 0,-1 2-10 15,0-2-19-15,2-2-36 0,-2-1-71 0,2-3-79 16,-2 0-146-16,0-4-240 0,-2-2-307 0,4-2-326 15,-2-1-212-15,1-1-6 0,-1-1 554 0</inkml:trace>
  <inkml:trace contextRef="#ctx0" brushRef="#br0" timeOffset="-8297.55">9301 12819 419 0,'5'-8'1281'16,"-5"3"334"-16,2-2-198 0,-4 3-293 16,2-1-483-16,-2-1-262 0,-1 3-158 0,0-1-74 0,1 0-45 15,-1 0-33-15,1 1-28 0,1 1-23 16,-1 0-12-16,2-1-7 0,0 0-5 0,0 0-12 16,2 2-25-16,-1-3-60 0,1 3-61 0,0-2-97 15,-1 0-152-15,3 3-245 0,-3 0-303 0,2 0-242 16,-1 0-191-16,3 0 132 0,-2 0 510 0</inkml:trace>
  <inkml:trace contextRef="#ctx0" brushRef="#br0" timeOffset="-7631.97">9646 12303 104 0,'0'-14'717'16,"-3"2"515"-16,-2 1 182 0,-2 1-131 0,-2 2-393 16,1 1-342-16,0 0-174 0,-3 0-101 15,0 0-78-15,2 1-56 0,-1 1-38 0,-1 2-26 16,2-1-20-16,-1 1-11 0,1 1-10 0,1 1-10 16,0 1-9-16,1 0-7 0,0 1-4 0,0 4-2 15,3 0-4-15,0 2 0 0,-1-1 0 0,2 5-1 16,2 1 0-16,-2 0 0 0,3-1 0 0,0 4 2 15,4-5-1-15,-1 7 1 0,1-4 0 0,1 0 1 16,1 0 0-16,0 2-1 0,3-2-1 31,1 1 0-31,0-1 0 0,2 0 0 0,-1-1 0 0,2 2 0 16,1-2 0-16,1 1 0 0,0 1 0 16,0-3 0-16,0 4 1 0,1-5 0 0,0 5 0 15,-2-3 1-15,0 0 2 0,-1-1 0 0,1 1 1 16,-4 1-1-16,-1-1 1 0,-1 0-1 0,-2 0 1 15,-4 1-1-15,1-1-1 0,-3 2 0 0,-3-1 2 16,1-1 0-16,-2 2-2 0,-4-3 1 16,2 1 1-16,-2-1-1 0,-1 0 1 0,0-2-2 0,0-2 1 15,1-1 0-15,-3 0-1 0,3-3-1 16,0 0 0-16,0 0 0 0,0-3-2 0,2-1-1 16,-1-1-1-16,3-2-1 0,-1-3-1 0,2 0 0 15,-2-1-1-15,5-5-1 0,-1 1 0 0,2-3 0 16,2-1-2-16,0-2-2 0,0-2-2 0,2-4-1 15,3-1-1-15,-1-1 3 0,0-4 2 0,3 2 3 32,-2-4 2-32,0 1 3 0,1-1 1 0,-1 1 1 15,-3 1 0-15,1 0 2 0,-4 3 2 0,-2 0 1 16,-2 6 2-16,-2-2 0 0,-3 5 2 16,-3 3-2-16,-3-2 2 0,-2 6-1 0,0 0-4 15,-2 5 0-15,-3 3-2 0,0 2-1 0,0 4 0 16,-2 1-1-16,2 4 1 0,1 1-2 0,0 1-1 15,4 0 0-15,2 4 0 0,1 2-2 0,3 0-11 16,1-1-40-16,3 4-68 0,4-5-109 0,-1 4-184 16,4-3-299-16,1 0-331 0,2 0-321 15,2-2-165-15,1 2 303 0,2-1 654 0</inkml:trace>
  <inkml:trace contextRef="#ctx0" brushRef="#br0" timeOffset="43760.3">1988 10643 24 0,'10'-12'416'16,"-5"2"342"-16,-2 4 225 0,-1 3 15 0,-1 3-333 16,-1 1-225-16,-1 7-104 0,-3 2-63 0,3 3-5 0,-2 3 23 15,1 4 13-15,-1 1-37 0,-1 7-33 0,1 2-28 16,-3 2-33-16,2 3-39 0,-1 3-29 0,0 4-13 0,3 2-14 15,-3 2-8-15,4 4-10 0,-1 4-9 16,2 2-9 0,-1 0-4-16,1 3-2 0,0 1-2 0,1 2-3 15,-1 4-1-15,0 3 3 0,2 4-4 0,-2 8-7 16,-2 1-6-16,1 4 2 0,-4 4 0 0,2 3-7 0,-3 2 2 16,1 5 2-16,-2 2 1 0,0 0-6 0,1 0-2 15,-1-2 4-15,2-1-9 0,2-3-4 0,0-2-3 16,1-3 0-16,2-6 1 0,2-2 0 0,1-7 6 15,2-4 2-15,1-6 1 0,1-4 1 0,3-5-5 16,0-6-1-16,0-2 0 0,4-5 1 0,-1-2 0 0,0-3-2 16,2-3 0-16,1-2 1 0,-2-3-1 15,3 1-1-15,1-3 1 0,-1-1 0 0,1-2 0 0,2 1 1 16,0-3 0-16,0-2 0 0,2 1 1 0,0-4-1 16,0-1 2-16,2 1-2 0,1-5-5 0,0 0-4 15,2-1-1-15,0-1-1 0,1-1-1 0,0 0-1 16,3-3 7-16,2 0 2 0,-1-1 2 0,1-1 7 31,0-2 1-31,2 2 2 0,3-2-1 0,0 0 0 0,3-1 0 16,2 0-5-16,0 2-2 0,2-2 0 15,0 1 1-15,2 0 1 0,2 0 2 0,5 2 0 16,1 0-2-16,4 0 0 0,1 0-2 0,3-2-2 16,0 3-1-16,4-1-1 0,1 0 0 0,1-1 1 15,1 1 1-15,1-2 2 0,6 0 0 0,1-2 1 16,4 1 1-16,5-3-2 0,1 0-1 0,1-3-3 15,1 1 2-15,4-2 0 0,-1 0 3 0,6-3 0 16,-1-1 1-16,5-1 0 0,3 0-2 0,-2-1-3 16,3-2 1-16,1 0 1 0,3-1 0 0,-2 1 1 15,7-1 1-15,-1 0 1 0,-1 1-3 0,1-1 0 16,-1 0 0-16,0 1 1 0,0 0 0 16,3 2 0-16,1 0 1 0,1-2-2 0,1 4-1 15,-3-2 1-15,4 2 1 0,0-2-1 0,1 2 1 16,3-1 0-16,0 0-2 0,0-2-1 0,-2 1 0 15,-1-4 2 1,1 2 0-16,2-1 1 0,0-3 1 0,0 0-4 16,1-2 1-16,-3 2 0 0,2-1 0 15,-1-3 0-15,-1 2 0 0,0-1 1 0,-1 0-4 0,-3 0 3 16,-4-1 0-16,-3 2 1 0,-1 1 0 16,-2-1 2-16,-1 3 2 0,-1 0-2 0,-4 3-2 15,1 0-4-15,-6 2 2 0,-3 3 2 0,-3-1 0 16,1 3 1-16,-4 1 2 0,-2 2 1 0,-3 2-2 15,-4-3-2-15,-1 3 0 0,-6-2-1 16,-2 2-1-16,-6 0 1 0,-2 0 0 0,-4 0 1 0,-4-1 0 16,-3 1 1-16,-1 0 0 0,-4 0 0 15,-1 0 1-15,-2 1-1 0,-4-1 0 0,-2 0 0 16,0 0-1-16,-5 0 0 0,0 0 0 0,-5-1-1 16,-1 1 1-16,-3-1-1 0,-2-1 0 0,-3 0 0 15,-1 0 0-15,-3 0 1 0,-3-1 0 0,-3 2 0 16,0-3 1-16,-2 2 1 0,-2-3-1 0,-2 1 1 31,0-3 0-31,-1 0 0 0,-1 0 0 0,-1-4-1 16,0-3 1-16,-1 1 0 0,1-3-1 15,0-5 0-15,0-4-1 0,0-1 1 0,0-5-1 16,0-6 0-16,1-1 0 0,-1-8-1 0,2-1 0 16,2-3-2-16,-1-4 3 0,-1-5 0 0,3-4 1 15,0-4 0-15,0-4 1 0,1-4 0 0,3-6-2 16,-2-2-2-16,1-5 1 0,1-2 1 0,0-1 0 15,1-5 0-15,0 1 1 0,0-4 0 0,2 0-4 16,-3-2-1-16,2 4 2 0,-3 1 1 0,2 4 1 16,-1 1 2-16,-3 4 1 0,1 3-1 15,-4 5-1-15,2 2-1 0,-4 8 0 0,-1 3-1 0,-3 6 0 16,0 5 1-16,-2 4-1 0,-1 2 1 16,-1 6 1-16,-2 1 0 0,-1 3 0 0,-1 3 2 0,0 1 0 15,0 1-1-15,-2 3 1 0,1 3-1 16,-3-3 0-1,2 5 0-15,0 1 0 0,-3 0 1 0,3 4 0 16,-2 0 1-16,0 2 1 0,0 3 0 16,-1 3 0-16,0-1 2 0,-2 2-1 0,1 3-1 15,-1 0 1-15,1 0-3 0,-3 3 1 0,2 0-1 16,0-1 0-16,1 1-2 0,-3 0 0 16,1-1 0-16,2-3-1 0,-1 1 0 0,1 0 0 15,-2-1-1-15,1-2 1 0,1 0 0 0,0 0-1 16,-1-2 0-16,1-1 0 0,1 1-1 0,-1-2 0 0,-1 1 1 15,1-1-1-15,3-1 1 0,-4 1 0 16,2-2 2-16,-2 2 1 0,0-2 0 0,-1 0 0 16,0 2 1-16,0 1-1 0,-3 0 0 0,0-2 0 15,0 5 2-15,-1-1-1 0,0 1 0 0,-2 2 0 16,-2 1 0-16,0 1-1 0,-3 1 0 0,0-1 0 16,-2 4-1-16,-2-1 0 0,-1 2 0 15,-2 2 0-15,1 1-1 0,-1 0 0 0,-2 0-1 16,-1 1 0-16,2 1 1 0,-2-1 1 0,0 0 0 15,0 1 1 1,-2-2 0-16,-1 2 1 0,0-2 0 0,-1 1-1 16,0-1 0-16,-3 0 0 0,0 1-1 15,-3 1-1-15,-2 0 0 0,1 0-1 0,-1 0-2 16,-2 1 1-16,2 0-1 0,-2 0 1 0,-1 2 1 16,1-2 2-16,0-1-1 0,-1 3 2 0,0-1 0 15,0-3 1-15,-2 0-2 0,-1 1 0 0,0 0 0 16,-2-2-2-16,-2-2 0 0,0 2-1 0,-1-2-1 15,0 2 1-15,-3 0 2 0,1 0 0 16,0 2 1-16,-1 0 1 0,-2-1 1 0,-2 0-2 0,-1 2-1 16,-2 0-1-16,2 0 0 0,-3 0-1 0,1 2-1 15,-1-2 1-15,1 1 2 0,-1 1 1 16,0-1 1-16,-1 0 0 0,1 2 2 0,-2-1-1 16,1-3-2-16,-2 4-2 0,3-4 0 0,-2 1-2 15,1 1 2-15,0-2 0 0,4 0 2 0,-1 2 0 16,0-3 1-16,-1 0 1 0,0 1-2 0,-1 1-1 15,1-3 0-15,-1 1-2 0,3 1 0 16,-1-1-1-16,0-1 1 16,2 0 2-16,2 0 0 0,0 0 1 15,2 0 1-15,-2 0 0 0,3 0-1 16,-1 0-1-16,-1 0 0 0,-1 2-1 0,3-2 0 0,-1 1-1 16,1 1-1-16,2-1 1 0,0 1 2 15,1 1 0-15,2 0 1 0,0-1 1 0,2 2 1 16,2 0 0-16,-3-1-2 0,3 2 0 0,-3 2-1 15,2-5-1-15,2 4 1 0,1-1-1 0,0 1 0 16,1-2-1-16,3 0 0 0,0-1 1 0,1 2 1 16,3-2 0-16,-1 1 0 0,2-2 1 0,1-1 2 15,1 1-1-15,2-1 0 0,-1-1-1 0,2 0 0 16,-1 0-1-16,2 0 0 0,-1-1-1 16,0-1 0-16,2 2 0 0,-1-3 1 0,3 2-1 15,1-1-1-15,-2-1 0 0,2 2 0 0,1-2 0 16,-1 0 0-16,2 1 0 0,0 0 2 0,-2 0-1 15,3 0 2-15,-3 0 1 0,2 2-1 0,-2-2 2 32,-1 2-1-32,0 2 0 0,0-1 1 0,-1 2-2 15,-1 0 1-15,0 0-1 0,-3 1 0 0,2 1-1 16,-3-1-1-16,-2 2 1 0,3-2-1 0,-3 2 0 16,3 0 0-16,-1 0-2 0,0-1 0 0,-1 3 1 15,2-3 0-15,-1 1 2 0,0 0 1 0,1-2 1 16,-3 2 1-16,4 0-1 0,-1 0 0 0,0-1-1 15,0 1-1-15,3 0-1 0,-1-1-1 0,1 1 0 16,1-1-2-16,2 0-6 0,2 2-9 0,1-3-17 16,4 4-25-16,3-2-52 0,3 3-74 0,4-1-128 0,3 4-217 15,7 1-296-15,4 4-338 0,4-1-296 16,5 0-106-16,0 2 475 0,6 1 663 0</inkml:trace>
  <inkml:trace contextRef="#ctx0" brushRef="#br0" timeOffset="46476.58">19447 13489 8 0,'0'-13'330'0,"-5"3"257"0,1 2 206 16,-3 0 69-16,1 2-328 0,-2 3-222 0,2 2-112 15,-2 2-45-15,0 2-9 0,-3 6 25 0,1 3 34 16,-1 5 29-16,-3 5 12 0,0 7-31 15,-2 4-22-15,0 7-40 0,-1 6-38 0,1 5-26 16,-1 7-19-16,2 5-13 0,-2 4-16 0,1 7-17 16,0 2 0-16,2 5 2 0,-2 3 0 0,3 1 3 0,0 4 5 15,-2 2 9-15,1-2-10 0,1 5 23 16,-1-2 15-16,3 3 6 0,0-1 2 0,-2 0-3 16,2-1 4-16,-2 1-32 0,3-1-18 0,-2-2-7 15,2 0-11-15,0-2-6 0,0-3 1 0,4-4 6 16,-3-3 2-16,2-2-5 0,1-4 4 0,-1-2 1 15,3-3-2-15,-4-3-4 0,3-3-1 0,2 0 17 32,0-5 10-32,1-1 5 0,1 0-3 0,-1-1 1 15,0-3-4-15,2-2-12 0,2 2-9 0,0-4-3 16,-1 0 3-16,1-3-3 0,-1-2 0 0,3-1-3 16,1-3-1-16,-1-3-3 0,1-2-3 0,-1 0-2 15,3-3 2-15,-1-1-3 0,-1-1-3 0,4-1 1 16,-2 1 2-16,-1-2-2 0,4 1-2 0,0-2-1 15,-1-1 0-15,2 1 0 0,1 1-1 0,-1-4 3 16,5 2 3-16,-2-2 3 0,2-3 2 0,0-1 3 0,3 1-1 16,0-2 2-16,2-1 0 0,0-3-1 0,2 0 4 15,2-1-3-15,0 0 2 0,4-3 0 0,-1 1-4 16,4-1 0-16,1-2-2 0,0-1-1 0,2-1-2 16,3-1-2-16,1-2 2 0,1-1-1 15,3-2-1-15,3-2-6 16,-2-4 0-16,5 4 1 0,1-7-1 0,1 1 0 0,1 1 3 0,3-3 5 0,1-1 6 15,4 1-1 1,0 0-2-16,2 0 1 0,1-3 0 16,2 2 2-16,-2 1-4 0,2 1 0 0,0 0 7 15,1 1 0-15,-1 2 0 0,3 2 1 0,0-1 1 16,5 2 3-16,0 1-4 0,1 1-2 0,0 2-4 16,1 1-2-16,0 1-3 0,1 2 1 0,3-2 0 15,-3 2 2-15,3 1 2 0,2-2 3 0,-2 0-1 16,3-1-4-16,-1 0 1 0,3-3 0 0,-2 0-5 0,1 0-1 15,-2-3 2-15,1 2 4 0,2-2 0 16,-1 0 3-16,0-1 1 0,2 0-2 0,2 2-2 16,-2-1-2-16,-2 1-4 0,2 0 0 0,-2 1 0 0,1-2 3 15,-2 3 3-15,1-2 3 0,0 2-2 16,1-3 1-16,-2 1-2 0,-1 1 0 0,-1 1-2 16,-2-1-3-16,-3 1 2 0,0 1 2 0,-1 0 2 0,-4 4-1 15,-1-3-1-15,1 4 2 0,-1 1 1 0,-2 1 0 16,-1 1-2-16,-1 1 1 0,-2 2 0 0,-1 0-3 31,-4 3 0-31,2 0-5 0,-3 2 2 0,-1-1 3 0,-2 0 1 16,-1 2 3-16,-1 1 0 0,-1-1 3 15,0 1 4-15,1 0-4 0,1-2 1 0,-2 0-1 16,1-2-2-16,0 0-2 0,1-2-6 0,0-1 0 16,3-1-2-16,0-2-1 0,5-2 2 0,-3-3 0 15,4 1 8-15,-2-2 0 0,5-1-1 0,-1-2 3 16,1 0 0-16,3-2 0 0,2-1-2 0,-2 0-1 15,1 0-2-15,0-2-2 0,-1 1-2 0,0 0 3 16,-1-1-1-16,0 1 4 0,-2-1 0 0,1 0 2 16,-1-1 0-16,-2-3-2 0,1 1-3 0,-1 1 0 0,-1-1-4 15,-1 0 0-15,-1-2-3 0,-1 1 3 16,-2-1 2-16,-2-2 0 0,-4 1 3 0,1 0 2 0,-2-1 0 16,-1 2-2-16,0 1-2 0,2 0 1 15,-4 0 0-15,2 0-2 16,-1 1 2-16,-1-1-1 0,-2 1 2 0,2 2-3 0,-4-1 1 0,1 1-1 0,-3 0 1 15,0 0 1-15,-3 2-2 0,1 0 0 0,-4-2 1 32,0 1 2-32,-2-1-1 0,1 1 2 0,-4 1-2 15,0-2 3-15,0 0-1 0,-2-2 1 0,-1-1 0 16,0 0-1-16,0 0 1 0,-2 1-1 0,1-3 1 16,0 2-1-16,3-1-1 0,-2 2 1 0,-1-1 0 15,1-2 0-15,0 2-2 0,-1 1 0 0,1-3 5 16,-2 0-4-16,-2 2 1 0,3-1 1 0,-6-1-1 15,2-2-2-15,0 3 0 0,-2-3 1 16,-2 0 0-16,1-1-1 0,-1 0 1 0,-1 0-1 0,1-1 1 16,-1-2-1-16,1-1 0 0,-1 0 2 0,0-1-1 15,-1-1 5-15,3-1 0 16,-5 0 3-16,3 0 2 0,0-2-1 0,0 1 0 0,-1 3-3 0,-1-3-1 16,0 5-1-16,0-1-2 0,-2 2 3 0,3-2-2 15,-3 5-1-15,-1-2 0 0,-1 2-1 0,1-1 0 16,-2 1-1-16,0-2 1 0,0 1 2 0,-1-2 0 15,0-1-1-15,-1 2-2 0,2-6 3 0,1 3 0 16,0-3 0 0,-1 1 0-16,4-2 0 0,-3 0 0 0,3-2 0 15,-1 1 0-15,-1-2-2 0,1-2 1 16,0 0 0-16,-1-2 0 0,-1 0-2 0,3-2 2 16,-2 1 1-16,0-1-1 0,1 0 2 0,-4-1-1 15,3-1 0-15,-2-1-2 0,0 2-1 0,0-4 0 16,-1 0-1-16,-1-3 3 0,0 0-2 0,3-4 0 15,-3-1 2-15,1-3-1 0,2-2 1 0,-1-2-1 16,-1-5-1-16,4 2 1 0,-2-1-2 0,2-1 1 16,-1 1 1-16,-1 2-2 0,3-1 2 0,-4 5 1 15,0 0 0-15,0 3 2 0,-2 2-2 16,0 1 1-16,-1 3 0 0,-1-1 0 0,0 2-2 16,-3 2-1-16,1-1 0 0,-1 1-1 0,0-1 0 0,0 1 0 15,1-1 0 1,-1 1 2-16,3 1-1 0,-2 1 0 15,1 2 0-15,0 2-1 0,0 2 1 0,0 3 0 0,-1 1-1 0,-1 5 1 0,0 1 1 16,-1 2-1 0,0 3 1-16,-2 1-2 0,1 1 0 15,-1-1 0-15,0 1 0 0,-1 0 2 0,1-1-2 16,0-2 0-16,0-1 0 0,0-3 0 0,1 0 0 16,2-2 0-16,1 0 0 0,-1 0 0 15,2 1 0-15,1 1 0 0,-2 2 0 0,0 4 0 16,1 2-2-16,-2 4-4 0,-2 2-19 0,-1 5-69 0,-3 3-90 15,-3 3-179-15,-2 4-286 0,-6 1-322 16,-2 2-373-16,-5 0-212 0,-2 0 182 0,-6 1 706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4T17:43:05.79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7383 3302 176 0,'2'-1'360'16,"-1"0"166"-16,1-1 116 0,-2 2-91 0,0 0-21 15,2 0-2-15,-2 2-2 0,-2-2-35 16,0 0-61-16,1 0-82 0,-4 0-93 0,-1 0-69 16,3 1-43-16,-2 0-14 0,0 3 4 0,-1-3 16 15,-1 4 8-15,0-1-3 0,0 1-10 16,-2 1-19-16,-1-1-26 0,-1 3-25 0,0 1-18 0,-1-1-8 15,0 2-12-15,1 0-7 0,-3 4-4 16,3-1-5-16,-1 3-3 0,0 0-2 0,3 0-2 0,-2 3-1 16,3-1-5-16,0 3-2 0,3 0-2 15,2 0-5-15,0 1 1 0,0-1-2 0,3-2 0 16,4-1-2 0,-2-1 1-16,3-3 2 0,1-2-2 0,1-3 1 15,2-4 0-15,0 0 4 0,1-5 4 0,4-2 0 0,-3-5 3 0,2-2 0 0,1-4 2 31,-3-4-2-31,3-2 0 0,-4-1 0 0,1-1 1 16,0-1 1-16,-3 0-1 0,-2 1 0 0,-2 4-1 16,-1-1 3-16,-3 1-4 0,-2 2 1 15,1 2-1-15,-3 1 2 0,-2 1-1 0,1 4 0 16,-1-1-1-16,0 1 2 0,-1 5 0 0,1-3 0 16,1 4-3-16,-1 2-3 0,-2 1 0 0,3 3-2 15,-1 1-4-15,1 1 1 0,0 1 1 0,2 2 1 16,-1 1 1-16,2 1-1 0,-1 0 1 0,3 3-1 15,-2 0-1-15,2 2 0 0,2-1 0 0,-1 1 1 16,3 2-1-16,2-3-2 0,0 2 1 0,2-1 2 0,0-2 0 16,3 0-1-16,-2-3 0 0,4-2 2 15,1 1-1-15,1-4-1 0,0-2 0 16,1-1-1-16,3-3 2 0,-2-1-1 0,1 0 1 16,-1-1-2-16,-1-2-6 0,1 0-19 0,-4-1-43 15,1-1-57-15,-3 0-54 0,-1-2-86 0,-1 2-151 31,-2-2-185-31,-1-2-264 0,-1 0-224 0,1 1-203 16,0-2 61-16,-1-2 453 0</inkml:trace>
  <inkml:trace contextRef="#ctx0" brushRef="#br0" timeOffset="300.05">7649 3352 175 0,'3'0'412'16,"0"0"179"0,-1 0 129-16,1 2-120 0,-2-1-104 0,4 1-62 15,-3 1-49-15,3 0-31 0,0 0-40 0,2 1-71 0,-1-3-65 0,1 3-58 0,-1-2-34 16,2 2-2-16,1-1-10 0,0-2-9 15,-1 2-16 1,1-2-5-16,-3 1-6 0,2 1-19 16,-3-3-14-16,1 0-27 0,0 2-79 0,-4-2-119 15,1 0-150-15,-3 0-290 0,0 0-264 0,-2 0-184 16,-1 2 68-16,2-2 335 0</inkml:trace>
  <inkml:trace contextRef="#ctx0" brushRef="#br0" timeOffset="550.91">7635 3498 107 0,'3'3'309'16,"0"-2"149"-16,0 1 143 0,2-1-115 15,3 1-87-15,-2-2-20 0,0 2 3 0,3-1-12 0,0 0-30 0,0 1-46 0,3-1-64 16,0 1-63-1,-1-1-50-15,2 2-36 0,1-2-12 0,0 1-10 16,2 0-9-16,-3-1-5 0,2 0-36 16,-2 3-97-16,1-3-148 0,-3 2-205 0,-1 0-277 15,1 1-230-15,-5 0-100 0,1 2 204 0,-2-1 350 16</inkml:trace>
  <inkml:trace contextRef="#ctx0" brushRef="#br0" timeOffset="2000.85">7470 5164 45 0,'0'0'267'16,"2"0"146"-16,-1 2 140 0,-1-2-59 15,0 0-136-15,0 0-68 0,2 0-39 16,-1 0-35-16,-1-2-31 0,0 2-36 16,2 0-38-16,-2 0-20 0,3 0-1 0,-1-1 33 15,1 1 28-15,0 0 25 0,2-2 28 0,1 1 12 16,0-2 5-16,1 0-17 0,-1 0-12 0,1-1-15 16,2-3-20-16,-3 1-24 0,4-1-28 0,-2-1-26 15,3-1-18-15,-2 0-15 0,1-1-8 0,2-2-9 16,-2 0-1-16,2-2-3 0,1-1-7 0,-2 0-3 15,3-3-1-15,-1 2-5 0,0-2 1 0,-2 1-1 16,0 1-1-16,0 0-1 16,-3 3-4-16,0 0 0 0,-2 2-3 0,0 2 1 0,-1 1-2 15,-2 3 1-15,-1 1 2 0,1-1 3 0,-3 2-4 16,2 0 2-16,-2 2 0 0,-2-1-7 0,2 0-12 16,-3 2-18-16,1 0-35 0,-3 0-99 0,2-1-128 31,-3 1-138-31,0 0-222 0,1 0-277 0,-1 0-192 0,1 0 70 0,-3 1 316 15,4-1 341-15</inkml:trace>
  <inkml:trace contextRef="#ctx0" brushRef="#br0" timeOffset="2416.5">7519 4828 215 0,'-1'1'369'0,"-1"1"143"0,2-2 4 15,0 3-110-15,0-3-91 16,0 2-51-16,2-2-28 0,-1 0-18 0,-1 3 2 0,2 0 7 0,1 0 2 0,0 0-3 15,2 2 8 1,-2-1 19-16,2 2-13 0,1-1-26 16,-1 2-21-16,1 0-22 0,2 2-27 0,0-2-40 15,-2 4-29-15,2-2-18 0,3 2-20 0,-3-1-13 0,2 1-10 0,1 0-5 16,-2 1-3 0,-1-1-1-16,3 0-4 0,-3-1 1 0,2 1 2 0,-2-2-6 15,-1 0 1-15,1-1 0 0,0 1-2 16,-3-1 1-16,3-3-3 0,-2 1 5 0,-1-2-2 15,-2 1 2-15,2-2 2 0,-2 0-1 0,0 0-1 16,-1-2-15-16,-2-1-39 0,3 0-82 16,-3 0-136-16,-3-1-169 0,1 1-293 0,-1 0-251 15,2-2-154-15,-3 2 108 0,1 0 380 0</inkml:trace>
  <inkml:trace contextRef="#ctx0" brushRef="#br0" timeOffset="3267.46">7611 5605 151 0,'5'-2'277'16,"2"-3"111"-16,-2 2-26 0,-2 1-69 16,1-1-43-1,-3 2-20-15,2-2-6 0,-3 3 14 0,2 0 20 16,-2 0 36-16,2 0 52 0,-1 0 30 0,-1 0 8 16,0 0-14-16,2 3-35 0,-2-3-48 0,0 0-67 15,0 0-53-15,0 0-45 0,0 0-37 16,0 0-22-16,0 0-12 0,0 1-8 0,0 2-1 15,1 1 3-15,1 2 7 0,-2 0-2 0,0-1 0 16,0 3-6-16,0-1-9 0,0 0-7 0,0 1-7 16,-2 1-9-16,1-1-3 0,1 1-3 0,0-1 0 15,0-1-5-15,0 0-1 0,-2 1 3 16,2 1-3-16,-3-2 5 0,3-1-3 0,-2 0 1 16,2 0-5-16,0-4-2 0,-1 2 0 0,-1-1-3 15,2 1-18-15,0-4-18 0,0 2-15 0,0-4-30 16,-1 2-57-16,-1-5-103 0,0-1-100 0,1 1-110 15,-1-3-140 1,1 2-217-16,-1-1-179 0,0 1 40 16,-2 0 207-16,1-1 272 0</inkml:trace>
  <inkml:trace contextRef="#ctx0" brushRef="#br0" timeOffset="4116.75">7527 5400 199 0,'0'0'339'0,"0"0"134"16,2 0-30-16,-2 0-85 0,0 0-74 15,3 0-47 1,-3 1-32-16,0-1-17 0,0 2-16 0,0-2-19 16,0 1-15-16,0 1-7 0,0-1-8 0,0 2-4 15,0 0-3-15,0 0-2 0,0-2-3 16,1 4-6-16,-1-2-2 0,0 0-2 0,2 3-2 0,-1-4 0 15,1 2 0-15,-2 1-4 0,2 1-6 0,-1-2-7 16,1 2-4-16,1 0-6 0,-1 0-15 16,1 0-3-16,-1 0-1 0,1 1-5 0,-2-1-6 15,4 2-4-15,-4-3-3 0,2 1-8 0,-1 0-9 16,1 0-4-16,-1-1-4 0,1 0-2 0,0-1 0 16,-1 1 1-16,1 0-3 0,-1-1-3 0,-1-1 1 15,1 2-4-15,2-3-1 0,-2 2-2 0,-1-3 3 31,1 2 0-31,1-1 0 0,-1-1 0 0,-2 0 1 16,2 1 3-16,-1 1-4 0,2-3 0 16,-1 2 0-16,-2-2 0 0,3 0 1 0,-3 3-1 15,2-3 1-15,-1 0 0 0,1 1-1 0,-2-1 0 16,4 0-1-16,-4 0 1 0,2 0 1 0,0 0 0 16,-1 0 6-16,1-1 1 0,-1 1 7 0,1-3 7 15,0 3 4-15,-1-2 3 0,2 2 1 0,-1-5 3 16,1 4-4-16,0-2-5 0,1-1-3 0,0 0-5 15,-1 0-2-15,0 1-6 0,2-1 3 0,-3-2-4 16,3 1 0-16,-2-1 0 0,2 2 1 16,1-2-4-16,-2 1-3 0,1-1 1 0,-2-1-1 15,2 2-1-15,0-1 1 0,0 0 1 0,2-2 5 16,-2 3 5-16,0-3-2 0,0-1 0 0,1 0 1 16,2 2 3-16,-3-2-6 0,1 1-5 15,-1 0 1-15,0 1 2 0,1 1-4 0,-2-1-2 0,1 2 1 16,0-1 0-16,-2 0-2 0,2-1-2 15,0 1 3 1,-1 0 0-16,1 0-1 0,0 1 1 0,0 0-1 16,-2 0 2-16,2 0-3 0,-2-1 2 15,3 2-1-15,-3 1 1 0,0 0 0 0,-1 0-2 16,1-1 2-16,-1 2 0 0,-1 0 0 0,-1 1-1 16,0-1 3-16,0 2 1 0,0-1-7 0,0 1-21 15,0 0-67-15,-3-1-141 0,0 1-214 16,0 0-282-16,-2 1-266 0,-1-1-205 0,1 3 74 15,0-2 435-15</inkml:trace>
  <inkml:trace contextRef="#ctx0" brushRef="#br1" timeOffset="12181.96">1306 7349 89 0,'0'-2'266'0,"-2"0"126"0,2 2 74 0,2-3-98 15,-2 2-90-15,4-1-21 0,-1 1 9 0,2-2 56 0,0 0 54 16,0 1 39-16,0 0 15 0,-2-2-11 0,-2 2-33 16,-1-1-67-16,0 3-53 0,-6-1-45 0,4 0-10 15,1 0-8-15,2-2-13 0,4 1-8 0,-3 2-13 16,1 0-23-16,1 0-30 0,-2-2-31 0,-1 2-21 15,1 0-16-15,0 0-10 0,-2 0-9 0,1 0-9 0,-1 0-2 32,0 0-5-32,2 0-3 0,-2 0-6 0,0 0-2 15,0 0 0-15,2 0-3 0,-2 0-2 0,1 0-1 16,-1 0-1-16,0 0 4 0,0 0-3 0,2 0 1 16,-2 2-1-16,1-2 1 0,1 0 4 0,1 2-2 15,-1 2 1-15,1-3 2 0,3 3 0 0,-3-2 3 16,2 4-2-16,1-1 0 0,1 1 3 0,0 2-1 0,1-1-1 15,-1 2-1-15,-1 0-1 0,3 3 2 0,-2-1-3 16,-1 2 2-16,1 2 1 0,-1-2 1 0,0 2-1 16,0 0-2-16,-1-1 0 0,-2 1-1 0,2-2 0 15,-3 1-2-15,3-2 1 0,-4-1 1 0,2 0 2 0,-1-2-1 16,-1 0 1-16,-1-2 2 0,2 1-1 0,-2-3 8 16,-2 1-1-16,2-2 5 0,-3 1 2 0,-1 0 6 15,2-2 2-15,-1 2-1 0,-2-1 0 0,2 0 1 16,-2-1-4-16,0-2-2 0,-1 1-3 0,0 1-5 15,-1-3-4-15,3 2-2 0,-3-2 0 0,2-2-2 0,-2 2-1 16,-1-2 0-16,3-1-2 0,-3 0-1 0,0 0-1 31,2-1 0-31,-2 0 0 0,1-2 0 0,0-1 1 16,-1 1-1-16,2 0 0 0,-1-1 0 0,2 0 0 16,-2-1 0-16,2 0-1 0,0 1 2 0,-1 0-2 15,-1-2 0-15,-2 1-1 0,4-1 3 0,-1-2-2 16,3 1 0-16,-1-2 2 0,1 1 0 0,2 0 2 15,-1-2-1-15,2 1-1 0,-3 0 0 16,3 2 1-16,3-2-1 0,-3 2-1 0,2-1-2 16,-1 1 3-16,1 0-1 0,3-1-2 0,-1 3 0 15,3-1 3-15,-2 0 0 0,2 0 0 0,-2 1 0 16,0 1 2-16,-2-1-1 0,0 2-6 0,1 0 1 16,-1 0-4-16,0 0-3 0,1 1-1 0,-2 0-2 0,1 0 5 15,0 1-3-15,-1 1 7 0,0-1 1 0,-1 0 3 16,1 2 0-16,1-1 0 0,-1 2 0 0,-1 0-1 15,1 1 0 1,4-1 0-16,-3-2 0 0,2 3 2 0,0 0 0 16,1 0 1-16,0 0-1 0,3 0 2 15,0 0-2-15,0 0 0 0,0 3 1 0,1-3-2 16,0 1 2-16,-1-1-2 0,4 1 2 0,-2-1 1 0,1 1 0 16,-1-1 0-16,1 0-2 0,0 0 3 0,-1 0-2 15,-1-1 0-15,2 0 2 0,-2 1-2 0,-2-1 0 16,3-2-2-16,-3 1 1 0,0 2 2 0,-1-2-2 0,0 1 2 15,1-1 0-15,-2-1 0 0,-1 2-1 0,3-2-2 16,-2 0-2-16,-1-1-9 0,1 2-18 0,-3-3-35 16,1 4-60-16,0-1-65 0,-4 1-111 0,0-1-161 15,0 2-285-15,-3 0-281 0,0 2-222 0,0-1-121 16,-2 2 276-16,-1 0 534 0</inkml:trace>
  <inkml:trace contextRef="#ctx0" brushRef="#br1" timeOffset="13033.15">2175 7161 96 0,'-2'-5'455'0,"-2"2"330"0,1-1 237 0,-2-1-51 15,2-1-229-15,-4 2-193 0,1-4-130 16,0 4-71-16,0-1-49 0,1 1-37 0,0 0-36 0,0-1-23 16,0 2-16-16,-2-1-31 0,2 0-28 0,0 2-30 15,0-3-17-15,-1 3-15 0,1 2-10 0,-1-5-8 16,1 4-7-16,2 0-3 0,-2-1-4 0,0 1-3 15,1 1-8-15,-1 0-7 0,0-2-4 0,2 2-5 16,-2 0-2-16,2 0-5 0,0 0 4 0,0 0 0 0,0 2-1 16,-1-2 0-16,0 1-3 0,1 1 0 0,1-1-1 15,-1 0-1-15,0 4 2 0,0-3-1 0,-1 5 0 16,1-3-1-16,0 3 2 0,1-1-1 0,-4 1 0 16,5 1 0-16,-2 1 0 0,1-1-1 0,-1 3 0 0,1-1-1 15,-1 3 2 1,3 0 1-16,-2 1 1 0,-1 0-2 0,1 3 2 0,1-2 0 0,-1 3-2 0,1 0 1 15,-2 1-1 1,3 1 1-16,0 0-2 0,0-1 2 0,0 0-1 16,0 2-1-16,0-2 1 0,3 0 0 15,-2 1 6-15,1 1 5 0,-1-2 0 0,1 1 2 0,1 0-2 16,1-1 0-16,-1-1-4 0,0 0-4 0,0-3 0 16,0 4-1-16,2-2 0 0,-2-1 1 0,0-1-1 15,0 0-1-15,1 0-3 0,-1 1-6 0,-2-4 0 16,3 4-2-16,-3-5-2 0,1 2 2 0,1-1 4 15,-3-3 3-15,4 0 2 0,-2-2 0 0,0 1 2 16,-1-1-2-16,1-1 1 0,1-2-1 0,-1 1 0 0,-1-1-1 16,2 2-1-16,1-4 8 0,-1 1-3 0,2 2 5 15,-1-2 3-15,1 0 1 0,1-2 0 0,-1 3-7 16,0-4 5-16,1 0-6 0,2 0-4 0,-2-2 0 16,2 0-2-16,0 0 2 0,1-2 0 0,1 0 0 15,-2-1 1-15,3-1 1 0,-3 1 0 0,0-3-9 16,3 3-18-16,-3-1-45 0,-2-1-62 0,1 0-65 0,-3 0-125 31,2 0-195-31,-1-1-301 0,0-1-269 0,-2 1-220 16,2-3-96-16,0 3 383 0,1-4 567 15</inkml:trace>
  <inkml:trace contextRef="#ctx0" brushRef="#br1" timeOffset="13398.21">2363 7211 343 0,'2'-1'806'15,"-1"0"331"-15,-1-1 41 0,0 2-316 0,0-1-280 16,2 1-213-16,-2 0-153 0,0 0-83 16,2 0-52-16,-1 1-32 0,1 1-23 0,1-1-11 0,-3 2-6 15,3-1-4 1,0-1-5-16,-1 0 1 0,2 1-1 0,0 0-1 0,-1-2 1 0,-2 0 1 0,3 0 0 31,-3 0-1-31,1-2 5 0,-1 0 9 0,1 0 13 0,0-2 28 16,-1 2 41-16,-1 0 38 0,2 1 25 15,-1-1 9-15,-1 1-5 0,0-1-20 0,0 2-28 16,-1-1-29-16,1 1-24 0,-2 0-18 0,2 0-12 16,-1 0-12-16,-1 1-7 0,-1 1-9 0,1-1-4 0,-1 2-3 15,1 1-2-15,2 2-1 0,-3 4-2 16,2-3-4-16,-1 2-28 0,2 3-54 0,-2 0-48 15,2 0-59-15,0 0-123 0,0 0-176 0,0 2-263 16,2-2-231-16,1 0-224 0,0 0-94 0,2 0 332 0,2 0 493 16</inkml:trace>
  <inkml:trace contextRef="#ctx0" brushRef="#br1" timeOffset="13733.98">2727 7617 171 0,'0'5'541'15,"1"-5"324"-15,-1 4 174 0,0-2-179 0,0-1-238 16,0-1-194-16,0-1-141 0,0-3-94 16,0 2-64-16,2-3-46 0,-2-1-33 0,3-2-22 15,0 1-12-15,-1-3-5 0,1 0-6 0,-1 1-3 16,1-1 2-16,0 2-3 0,-1 1 0 0,1-1 1 0,0 2 2 15,-2 3 9-15,-1 0 11 0,2 0 11 16,-2 1 8-16,0 2 5 0,0 2 1 0,0 0-8 0,-2 2-9 16,2 0-12-16,-4 3-8 0,2 0-3 0,-1 3-6 15,2-3-2-15,-3 2-3 0,3 0-18 0,-4 1-36 16,3-1-81-16,-3-2-115 0,2 0-142 16,-3 1-265-16,2 1-256 0,0-4-171 0,0 1 55 0,-1 0 310 15,1-2 346 1</inkml:trace>
  <inkml:trace contextRef="#ctx0" brushRef="#br1" timeOffset="13981.92">2433 7733 23 0,'0'-2'342'0,"0"0"253"0,1-1 237 0,1 1 49 15,1-4-166-15,0-2-151 0,5-1-109 0,-3-4-69 16,3 2-71-16,0-6-63 0,4 0-65 16,-1-4-51-16,2-1-35 0,1-3-20 0,1 1-17 0,0-3-14 15,-2 0-12-15,3-1-12 0,-2 0-10 0,0 1-8 16,-1 1-2-16,-2 1-3 0,3 1-4 0,-4 2-17 16,2 4-25-16,-4 0-96 0,-1 1-142 0,-1 2-229 15,-3 2-287-15,3 5-262 0,-4-1-206 0,-1 3 153 16,1 2 457-16</inkml:trace>
  <inkml:trace contextRef="#ctx0" brushRef="#br1" timeOffset="14781.8">2828 7134 222 0,'2'-2'437'0,"-1"1"167"0,-1 1 39 0,2-2-197 16,1 2-134-16,0 2-78 0,1-2-20 0,0 1-2 16,4 1 77-16,1-1 34 0,1 0-18 15,4 1-19-15,-1-2-20 0,1 0-23 0,2 0-71 0,1 0-44 16,-1-2-15-16,1 1-28 0,-1 0-25 0,2-1-14 16,-4 1-10-16,3-2-4 0,-4 1-11 15,1 1-10-15,-1 0-4 0,-1-1-1 0,-4 0 1 0,0 2 9 16,-3-1 9-1,0 1 14-15,-1-2 11 0,-1 2 17 0,-1 0 10 0,1 2 1 0,-3-2-4 0,2 1-10 16,0 1-7 0,-1 1-17-16,-1 3-12 0,2-1-7 15,1 1-5-15,-3 4-2 0,3-1-7 0,0 2-1 16,1-1-3-16,0 2-2 0,1 0 0 0,1 3-3 16,-1-2 4-16,1 0 0 0,2 4-2 0,0-2 0 15,0 2 0-15,2 0 2 0,0 2-3 0,0 0-3 16,0 1 2-16,-1 1 1 0,2 0 1 0,-3 1-3 15,3 0-1-15,-3 0 6 0,2 0-4 0,-4-1-2 16,3 1 4-16,-2 1 1 0,-3 0 4 0,1-2-1 16,-3 3 7-16,1-1 1 0,0 0 27 0,-3 1 22 15,-3-3 20-15,0 2 8 0,0-4 4 0,-2 1 8 16,-2-4-22-16,1-1-12 0,-3 0-14 0,1-2-8 16,-2-3-6-16,-2-1-10 0,2-1-8 0,-3-4-10 15,-1 0-6-15,0-3-6 16,0-2-6-16,-1-2-2 0,1-2-6 0,0-3-16 0,0-3-40 0,1 0-59 0,2-2-55 31,-3 0-123-31,4-2-176 0,2 1-296 0,-2-1-265 16,5 2-218-16,0 1-115 0,2-2 350 15,1 3 536-15</inkml:trace>
  <inkml:trace contextRef="#ctx0" brushRef="#br1" timeOffset="15548.93">3641 7361 36 0,'2'0'383'0,"-2"0"330"16,0 0 289-16,0 0 9 0,0 0-233 15,1 0-202-15,-1 0-159 0,0 2-117 16,3-2-98-16,-3 0-71 0,3 0-52 0,0 2-38 0,2-2-19 16,1 1-11-16,1-1-6 0,5 0-4 0,-2 0 8 0,3 0 4 15,1 0 0-15,0-1-1 0,2-1 1 16,-2-1-4-16,3 0-3 0,-2-1-6 0,2 1-2 0,-1-2 1 15,-2-1 0-15,1 3 5 0,-2-1-12 16,-1 1-53 0,-4 2-128-16,-1 1-194 0,-4 2-286 15,-1 1-275-15,-2 3-244 0,-2 2-13 0,-1 1 397 16</inkml:trace>
  <inkml:trace contextRef="#ctx0" brushRef="#br1" timeOffset="15765.79">3699 7572 338 0,'2'3'617'0,"0"0"194"0,1-2 70 15,0 1-241-15,3 0-200 0,0-2-100 0,1 2-43 16,4-2-16-16,1-2-21 0,0 2-57 16,3-2-53-16,0-1-49 0,2-1-34 0,1-1-24 15,2 0-16-15,0-1-6 16,1 1-7-16,1-1-5 0,0 1-44 0,-1-1-102 0,-1 4-157 0,1-1-299 31,-3 3-264-31,2 0-246 0,0 1-72 0,0 3 293 16,0 2 445-16</inkml:trace>
  <inkml:trace contextRef="#ctx0" brushRef="#br1" timeOffset="23954.46">4564 6669 198 0,'0'-3'351'0,"2"1"137"0,-2 1 16 16,0 1-141-16,0-2-71 0,1 2-39 0,1-1-17 15,-2 1-13-15,0 0-15 0,2 0-20 0,-2 1-30 16,0 1-6-16,0-1 0 0,1 4 5 16,-1 1 4-16,0 3 5 0,3-1 14 0,-3 3-9 15,2 2-7-15,-1 1-9 0,1 1-6 0,-1 0-9 16,3 3-19-16,-3 1-17 0,2-2-19 0,1 3-17 16,-1-1-14-16,0 0-13 0,-1 1-11 0,2-2-9 15,-2 0-4 1,1-2-5-16,0 0-9 0,-3-1 0 0,3-4-1 0,-1 2 0 0,-1-3-2 15,1-3 0-15,-2-1 3 0,0-2-2 0,0-1-2 16,0-2-5-16,0 1-12 0,0-2-29 0,0-2-63 16,0-2-91-1,-2-4-107-15,2-1-124 0,0-4-182 0,-1 1-254 0,1-2-132 0,0-2 59 0,1 0 231 32,1-1 294-32</inkml:trace>
  <inkml:trace contextRef="#ctx0" brushRef="#br1" timeOffset="24220.29">4724 6600 63 0,'4'-3'317'0,"1"1"184"16,-3 1 155-16,1 1-63 0,-1 1-105 16,1 4-50-16,0 1-34 0,0 1-7 0,2 3-9 0,-2 3-27 0,3 0-61 15,-1 4-53-15,-2 2-52 0,2 0-45 0,-2 5-39 16,2-1-28-16,-2 3-15 0,3 0-16 15,-1-1-7-15,-2 1-8 0,2 0 0 0,-2 0-5 16,1-1-7-16,-1-2-8 16,0-1-5-16,1-1-2 0,-2-1-8 0,1-3 1 0,-3-2-4 0,3-4 4 15,-3 0-5 1,0-3-10-16,0-1-14 0,0-1-31 16,-3-5-83-16,0-1-119 0,0-5-137 0,-3 1-213 15,1-6-278-15,0-1-221 0,0-3-5 0,0-1 273 16,1-3 365-16</inkml:trace>
  <inkml:trace contextRef="#ctx0" brushRef="#br1" timeOffset="24503.84">4534 6627 163 0,'0'4'462'15,"0"-1"225"-15,0-3 119 0,0 2-185 0,0-2-228 16,2 0-161-16,1 3 27 0,0-3 46 0,3-3 23 0,2 3-4 0,2 0-12 16,2-2-5-16,3-1-102 0,2 1-75 0,-1 1-44 15,3 0-19-15,0-3-14 0,1 2-22 0,2-3-10 16,0 2-7-16,-1-1-4 16,1-2-8-16,2 1-2 15,-3-1 5-15,2 2-8 0,-1-2 2 0,0 3-2 16,-1-2-30-16,-4 3-106 0,-1 2-154 15,0 0-271-15,-5 4-276 0,0 2-268 0,-5 1-146 16,-1 2 264-16,-2 2 473 0</inkml:trace>
  <inkml:trace contextRef="#ctx0" brushRef="#br1" timeOffset="24770.31">5231 6825 467 0,'7'1'995'0,"-2"-1"266"0,-2 0-69 16,-2 0-307-16,1 0-297 0,2 0-183 16,-4 2-100-16,2-2-56 0,-1 0-34 0,1 0-36 15,-2 0-55-15,0 0-54 0,2 0-34 0,-2 0-19 16,0 0-14-16,0 0-9 0,0 0-51 15,0 0-53-15,-2-2-74 0,2 2-149 0,0 0-276 16,-2-1-312-16,1-1-257 0,-1 2-205 0,2-3 90 16,0 2 555-16</inkml:trace>
  <inkml:trace contextRef="#ctx0" brushRef="#br1" timeOffset="26602.96">5831 6675 103 0,'-2'-2'357'0,"1"1"202"0,-3-1 177 0,3-1-80 15,-2 2-124-15,1-1-46 16,-1 1-17-16,-1-2-31 0,1 2-46 0,-1-1-55 15,-1 2-66-15,2 0-74 0,-2 0-64 0,0 2-39 16,0-1-29-16,2 0-18 0,-3 1-16 0,0 2-12 16,1 1-4-16,2 1-5 0,-2 1-10 15,2 2-1-15,-2 3-4 0,5 1 1 0,-3 6-2 16,6 0-1-16,-3 2 4 0,3 2-2 0,2-1 6 0,0 2 1 16,3-2 0-16,1 3 5 0,-1-3-2 15,2-2 2-15,-1 1-5 0,2-4 2 16,0-3-4-16,-1-2-1 0,2-1 0 0,1-4-2 0,-2-3 1 15,0-2 1-15,-1-4 4 0,2-3-3 0,-1-6 0 16,-1-4 0-16,2-2 1 0,-2-6-1 0,-2 0 0 16,1-2 7-16,-1 0 0 0,-3-3 14 15,0 3 25 1,0-3 35-16,-4 4 30 0,-1 1 21 0,0 1 12 0,-3-2-4 0,0 4-25 16,-2 0-24-1,-1 3-20-15,-1-1-15 0,-3 5-10 0,0 1-7 16,0 0-1-16,-2 5-4 0,2 1-10 0,-1 1-7 15,0 3-9-15,0-1-3 0,1 6-4 0,-2-1-1 16,4 3-5-16,0 1 0 0,-1 1 1 0,2 4-2 16,1-1 0-16,1 0 9 0,2 3 5 15,1 2-1-15,1-2 0 0,1 1-6 16,1 0-17-16,-1 0-48 0,2-2-52 0,1 2-48 0,2-2-61 16,1 0-94-16,-1-1-118 0,4 0-121 0,-2-1-245 15,-1 1-235-15,4 0-164 0,-1-2 88 0,1-2 359 16</inkml:trace>
  <inkml:trace contextRef="#ctx0" brushRef="#br1" timeOffset="26853.83">6125 7011 46 0,'1'5'584'0,"1"1"474"16,-1-4 191-16,1 2-99 0,-2-3-364 15,0 0-309 1,2-1-181-16,-2 2-89 0,1 0-59 0,-1-1-28 16,0-1-30-16,0 0-24 0,0 0-32 15,0 0-19-15,0 0-11 0,0-1-13 0,2-1-5 16,0-1-28-16,-1-2-27 0,2 0-53 0,0-1-103 16,-1-3-140-16,-1 2-234 0,1-2-269 0,1 2-247 15,0-2-111-15,-1 0 243 0,1 0 429 16</inkml:trace>
  <inkml:trace contextRef="#ctx0" brushRef="#br1" timeOffset="27322.2">6408 6585 185 0,'3'-3'583'0,"0"0"339"16,0 0 167-16,2 1-157 0,-4 0-278 15,1 2-202-15,-2 2-134 16,-2 3-90-16,2 1-64 0,-4 3-59 16,2 3-35-16,1 3-25 0,-1 0-9 0,1 8-6 15,-1-1-7-15,2 6-4 0,3 1-2 16,-3-1 3-16,3 3-8 0,2-3-4 0,-1 0 1 0,1-2 0 16,3-2 0-16,0-4-5 0,2-1-3 0,1-4 3 15,-2-2-4-15,5-4 0 0,-2-3 2 0,0-3-2 16,1-5 0-16,-2-2-2 0,1-4-2 0,-2-6-3 15,1-2 4-15,0-3 7 0,0-2 4 0,-3-1-1 16,0-1-1-16,-2-4 3 0,-2 4-4 16,-3-2 0-16,1 1-4 0,-4 2 2 0,-3 0 3 15,-1 0-1-15,-2 3 3 0,0-1 13 0,0 1 42 32,-1 5 41-32,-2 1 16 0,1 1 8 0,1 3-3 15,-2 1-15-15,0 4-35 0,1 0-37 0,-2 4-20 16,0 2-13-16,0 3-5 0,2 1-3 0,2 3-3 15,-2 3-1-15,0-2-2 0,4 3 0 16,-1 1-19-16,1 0-45 0,0 1-36 0,4-1-42 16,-1-2-82-16,1 1-132 0,1-5-141 0,1 3-234 15,1-5-241-15,4 0-206 0,-2-1 34 0,5-2 343 16,-2-2 401-16</inkml:trace>
  <inkml:trace contextRef="#ctx0" brushRef="#br1" timeOffset="28070.4">7083 6572 227 0,'3'-4'557'0,"-3"3"332"0,0-2 215 0,-2 0-199 16,-1 1-219-16,2 2-133 15,-3 0-71-15,1-3-77 0,0 3-83 16,-3 0-64-16,0 0-44 0,-1 3-43 0,-1-3-52 15,-1 2-34-15,-1 1-23 0,-1 0-12 0,0 2-7 16,0 1-7-16,0 1-10 0,-1 3-6 0,-1 2-7 16,0 2-4-16,-1 1-6 0,3 2-3 0,-2 0-1 15,0 4-1-15,3-1-1 0,-2 5-3 0,4-1 1 16,0 2 1-16,1 2 2 0,4-1-1 16,-1-1 2-16,4-1 1 0,2-1 0 0,1-2 0 15,2-1-2-15,1-2 0 0,2-3 0 0,2-1-2 16,2-5-1-16,-1 0-2 0,4-4-1 0,0-5 0 15,1-1 0-15,0-4 1 0,0 0 2 0,0-5 3 16,-4 1-1-16,1-3 2 0,-4 2-2 0,-2 0 6 16,0 1-2-16,-2-3 2 0,-2 3 3 0,-3 0 0 15,-1-1 2-15,-1 2-1 0,-3-1 3 16,-2 1-2 0,-1 1 0-16,0 0 0 0,-3 2-3 0,1-1-1 15,-1 2-2-15,0 2-1 0,0 1-2 16,0 0 1-16,0 1 2 0,3 2-4 0,-2 2 0 15,1-1 1-15,1 1-2 0,2 1-1 0,1 0 0 16,0 1 1-16,-1 1-1 0,3-2-2 0,1 1-27 16,1 1-58-16,2-2-53 0,1 0-66 0,1-1-112 15,2-4-161-15,1-1-203 0,0-1-231 16,3-3-226-16,1 0-129 0,3-2 208 0,0-1 437 16</inkml:trace>
  <inkml:trace contextRef="#ctx0" brushRef="#br1" timeOffset="28470.02">7341 6576 236 0,'1'-7'760'0,"-1"4"401"0,-3-2 70 16,0 3-215-16,-2 2-274 0,0 0-213 16,0 0-146-1,-1 2-92-15,-3 4-54 0,1 1-54 0,-2 3-61 16,-2 1-47-16,1 4-33 0,-3 2-16 0,2 5-11 15,-2 2-6-15,3 3-2 0,0 3-3 0,3 0 0 16,-1 3 1-16,2-1-4 0,4 2 1 0,3-4-2 16,3-2 1-16,2-1-2 0,4-2-4 0,1-6 2 15,3-1 1-15,2-5 0 0,1-2-2 0,5-5 2 16,-1-4-1-16,3-2 0 0,0-6-2 0,-1-2-1 16,0-3 0-16,-4 0 1 0,1-1 0 15,-5 0 2-15,-1 0 5 0,-4 1 2 0,-4 0 1 16,-2 3 4-16,-1 0 1 0,-4 1-2 0,-3-1-1 15,-3 4 0-15,-1-1 1 0,-2 2 0 0,-2 2-1 16,-4 1 0-16,1 3-1 0,0 0-1 0,-1 2-2 16,-1 3-4-16,1 1 0 0,3 1 0 0,-2 3-3 15,3-1-4 1,2 3-2-16,-3-2-43 0,5-1-65 0,-1 2-101 16,1-1-176-16,2-1-293 0,1-1-329 15,-1-1-287-15,0-1-159 0,2-2 275 0,-3 2 616 16</inkml:trace>
  <inkml:trace contextRef="#ctx0" brushRef="#br1" timeOffset="29486.8">4779 7456 80 0,'-9'3'392'0,"-1"-1"239"16,1 3 172-16,4-4-43 0,0 1-267 0,2-2-157 16,1 3-83-16,1-3-54 0,-1 0-42 0,2 0-34 0,3 0-34 15,-1-3-22-15,3 3-9 0,3-1 0 0,6 0 5 32,0 1-14-32,3-1-7 0,4-2 66 0,5 3 27 15,2 0 2-15,5-2-20 0,4 2 6 0,2 0 17 16,2 0-23-16,5 0-17 0,0 2-11 15,4 1 10-15,1-1-4 0,4-1-1 0,1 2 28 0,2-1 13 16,2 2 7-16,3-3-1 0,2 0 3 16,0 1-18-16,3-2-51 0,3 0-33 0,0 0-19 15,1-2-13-15,2 1-6 0,-1 0 0 0,0-3-2 16,0 2 4-16,0-3 3 0,0-1 4 0,1 2 2 16,-2 0-5-16,-3 0 0 0,-1-1-5 0,-3 2-3 15,-4 0-1-15,-2 0-3 0,-5 3-2 0,0 0 1 16,-4 3-1-16,-4-1 0 0,1 0 0 0,-4 2 5 15,-3 0 0-15,-1-1 1 0,-4 0 2 16,0 0 3-16,-2-1 0 0,-3 0-4 0,0 1 0 16,-1-3-3-16,-3-3 3 0,-2 1 1 0,-3 0-3 15,1-3 3-15,-3 0 0 0,-2-2 0 0,-1 0-1 16,-2 0-3 0,-4 1 1-16,2-2-20 0,-5 1-46 15,-2 3-55-15,-4 0-65 0,-1-1-134 0,-3 4-222 16,0 1-294-16,-4 0-256 0,1 1-212 15,-5 2-37-15,0 3 445 0</inkml:trace>
  <inkml:trace contextRef="#ctx0" brushRef="#br1" timeOffset="30720.44">5729 8181 115 0,'-4'5'409'16,"0"2"249"-16,0-3 188 0,-1 0-74 0,4-2-189 16,1 1-109-16,0-2-80 0,0 1-65 15,0-2-65-15,1 0-51 0,2-2-43 0,0-2-35 16,0 0-24-16,2-5-14 0,2-2-2 15,1-2 2-15,2-2-14 0,0-5 11 0,4 0 13 16,-1-2 6-16,1 0 16 0,2-2 0 0,-2-1-5 16,2 1-22-16,-3 4-24 0,1-1-14 0,-3 3-25 15,-1 2-16-15,-1 4-5 0,-3 2-4 0,-1 1 7 16,-2 4 2-16,0 0 2 0,1 2 1 0,-3 0-1 16,2 1-3-16,-1 1-8 0,-1 0-2 15,-1 2-2-15,0 2 0 0,0 1-9 0,0 3-4 16,0 3-4-16,0-1-2 0,0 2-5 0,0 2-1 15,0-1 7-15,0 3 4 0,-1 0 10 0,-1 3 5 16,2 0 5-16,0 2 1 0,-3 0 2 0,2 2-3 16,-1-2-9-16,2 1-6 0,-2 0-4 0,1-2-1 31,1 0-3-31,0-3 0 0,0-2-9 0,0-1-47 0,0-3-53 0,0-3-67 0,0 2-124 0,1-3-167 31,-2-2-312-31,1 0-250 0,1-4-222 0,-1 0-75 16,2 0 351-16,1-4 500 0</inkml:trace>
  <inkml:trace contextRef="#ctx0" brushRef="#br1" timeOffset="30987.15">6112 8151 463 0,'5'0'1024'0,"-2"0"255"0,-2 0-74 0,1 0-287 15,-2 0-340-15,3 0-194 0,-3 0-105 16,0 0-51-16,2 0-38 0,-2 0-34 0,0 0-53 16,1 0-49-16,1 0-32 0,-2 0-14 0,0 0-10 15,2 0-3-15,-1 0-1 0,1-2-45 16,0 2-43 0,-1 0-45-16,1-2-80 0,-1 2-130 0,2 0-177 15,-3 0-258-15,0 0-235 0,3 0-215 16,-1 0 23-16,1 0 374 0,0 0 434 0</inkml:trace>
  <inkml:trace contextRef="#ctx0" brushRef="#br1" timeOffset="31605.12">6294 7917 241 0,'-3'-6'681'16,"0"2"332"-16,-2 2 113 0,2-1-193 0,-2 1-307 15,0 1-215-15,3 1-135 0,-4 0-77 0,3 0-60 16,2 1-50-16,-1-1-33 0,0 2-23 0,2-1-13 16,-1 2-10-1,1 0-5-15,1-1-3 0,-1 4 1 0,2-1-3 0,0 1 1 0,1-1-1 0,0 1 0 32,1 2-2-32,1-2-1 0,3 2-1 0,-1 2-2 15,2-1-1-15,2 2-3 0,0-1 3 16,2 2 2-16,-2 0 5 0,3 1 0 0,2 0 1 15,-2 2 7-15,4-1-1 0,-1 1-5 0,-3 0-1 16,1-1-1-16,0 0 0 0,-2 3-2 0,1-2-1 0,-4 0 1 16,-1 1-1-16,0-1-1 15,-2-1 3-15,-1 1 2 0,-4-2-1 0,0 3 2 0,-2-3 2 16,-2-1-3-16,-3 2-2 0,0-3-1 16,-1-2 16-16,-3 2 16 0,-1-4 11 0,0 1 6 15,-4-4 4-15,3 1 5 0,-2-1-14 0,1-4-20 16,-1 0-9-16,1 0-1 0,2-4-1 0,-1 2-10 15,3-3 1-15,-1-1 3 0,2 0-6 0,-1-2-4 16,2-1-4-16,2-1 0 0,0-4 2 0,3 0-4 16,1 0 7-16,1-3 1 0,1-1-1 0,3-1 3 31,-2-1 2-31,4-1-1 0,0 2 3 0,1-3-2 16,-2 0 6-16,3 0-1 0,0 2-6 0,-1-1 2 15,-2 0-2-15,1 2 3 0,-2-1-2 16,0 2 3-16,-2 3 32 0,-1 0 41 0,1 2 27 15,-3 1 14-15,-1 2 4 0,-1 0 1 0,-3 1-26 16,-1 3-29-16,-1 0-22 0,-2 2-15 0,1 1-9 16,-2 3-6-16,0 0-4 0,-1 0-5 0,-1 3-4 15,2 1-1-15,-2 1-2 0,3-1 0 0,-2 2-2 16,1 1-29-16,2-1-58 0,1 3-49 0,0-2-89 16,2 0-153-16,1 0-271 0,0 0-282 15,4 0-229-15,0-1-190 0,0 0 144 0,4-1 523 16</inkml:trace>
  <inkml:trace contextRef="#ctx0" brushRef="#br1" timeOffset="32442.85">8055 7394 54 0,'3'3'414'0,"0"-3"289"16,-1 0 173-16,0 2-49 0,-1-2-287 16,2 0-206-16,1 2-108 0,-1-2-28 0,3 2 0 15,2-1-2-15,0 0 18 0,2-1-3 0,0 2-34 16,3-2-37-16,-2 0-32 0,5-2-24 0,-2 2-26 15,2-2-22-15,0 0-10 0,3-2-10 16,-5 1-8-16,3 1 1 0,-1-4-2 0,-2 4-5 16,1-1-3-16,-3 1-2 0,-2 1-2 0,-2 0-31 15,-2 1-88-15,-3 1-141 0,-3 3-229 0,-3 2-277 16,-3 0-262-16,1 4-152 0,-3-1 174 0,0 0 431 16</inkml:trace>
  <inkml:trace contextRef="#ctx0" brushRef="#br1" timeOffset="32669.96">8036 7624 175 0,'7'4'417'0,"-2"-4"178"16,2 1 120-16,1 0-139 15,0 1-150-15,3-2-75 0,3 1-42 0,-1-1-18 16,3 0-26-16,0 0-56 0,1-1-63 0,1-1-49 15,2 1-31-15,0-2-21 0,-2-1-13 0,2 0-64 16,1-1-112-16,-3 3-207 0,-1-2-275 16,-1 3-225-16,-1-2-156 15,-5 3 92-15,-2 0 324 0</inkml:trace>
  <inkml:trace contextRef="#ctx0" brushRef="#br1" timeOffset="46024.84">9043 7319 70 0,'0'-3'271'15,"-1"-2"134"-15,-1 3 97 0,2-3-87 0,-3 3-113 0,0-1-55 0,2-2-8 16,-3 2 19-16,3 0 31 0,-3 0 31 0,3 0 21 15,-1 0 6-15,-1 0-20 0,1 2-25 0,-1 0-43 32,-3-3-44-32,3 3-42 0,-2-1-40 0,-1 2-28 15,-1 0-26-15,1 0-16 0,-2 0-8 0,2 2-7 16,1-1-8-16,-1 4-6 0,-1-1-4 0,1 2-10 16,0 1-8-16,1 4-6 0,0 2 0 0,-1 0-1 15,4 3 0-15,-4 2 2 0,5 3-3 0,-1 2 0 16,2 3-3-16,0 2-5 0,2 0 0 0,-1 4 2 15,4-2 3-15,-2 0 3 0,3 0 3 16,1 2 2-16,1-4-3 0,3-2-1 0,-2-3 0 16,4-3-2-16,1-3 3 0,0-2 12 0,4-5 7 15,-1-4 7-15,2-3 5 0,0-6 3 0,0-5-2 16,0-3-6-16,1-3 0 0,0-6-2 0,-2-2 2 16,-2-5 5-16,2-1 11 0,-4 0 8 0,0-3 14 15,-4-1 13-15,-1 1 9 0,-1 1 3 16,-5 2-6-16,-1 2-5 0,-4 0-11 0,-3 4-15 15,-5 0-9 1,-2 3-11-16,-2 1-6 0,-2 3-7 0,-4 2-9 16,-1 0-5-16,-1 5-4 0,0 0 0 15,0 3-6-15,1 3-1 0,-1 2 0 0,3 2 0 16,2 5 0-16,-2 0-4 0,4 2 2 0,3 3-1 16,2 0 0-16,2 3-1 0,2 0 0 15,0 3 0-15,4-2-1 0,2 3-1 0,2-1-5 0,2-2-21 16,1 0-53-16,2 0-56 0,2-1-64 15,0-2-118-15,4-1-153 0,-2 0-208 0,5-1-242 16,-3-4-222-16,4 1-126 0,-1-2 203 0,1-2 438 16</inkml:trace>
  <inkml:trace contextRef="#ctx0" brushRef="#br1" timeOffset="46275.79">9443 7663 188 0,'3'3'603'0,"-1"0"349"0,0 0 155 0,-1 0-149 31,-1-1-298-31,0-2-208 0,0 1-136 0,2-1-79 16,-2 0-60-16,0 0-55 0,1 0-39 0,-1 0-24 16,0 0-19-16,0 0-21 0,0 0-10 15,2 0-1-15,-2 0-7 0,3 0-11 0,1-1-17 16,-1 1-46-16,0-3-116 0,1 1-158 0,1 1-298 0,-2 1-269 15,2-2-246-15,0 4-77 0,3-2 327 16,-1 1 461-16</inkml:trace>
  <inkml:trace contextRef="#ctx0" brushRef="#br1" timeOffset="47258.33">9783 7641 146 0,'-3'3'340'0,"-1"0"156"16,0 0 101-16,3-2-142 0,-1 1-111 16,1-1-52-16,-1-1-21 0,2 2-16 0,2-2-4 15,-1 0-4-15,1 0 4 0,1-3 4 16,0 0 5-16,3 0 2 0,1-3-20 0,-1-2-21 15,-1-3-35-15,4 0-30 0,1-4-25 0,-1-3-19 16,4-3 4-16,-2 0 0 0,2-2 12 0,-1-2 2 16,1 0 2-16,1 2-4 0,-3 0-15 0,2 0-11 15,-2 3-20-15,-2 0-12 0,-1 4-14 0,0 0-9 16,-2 2-7-16,-1 3-5 0,-2 2 2 0,-1 2-2 16,0 2 2-16,-1 1-5 0,-1 1 0 0,0 1-4 15,0 1-9 1,0 1-4-16,-1 3-4 0,-1 2-5 0,0 0-4 0,-1 4-1 0,2 5-2 15,-1 0-2 1,0 0-1-16,2 5 0 0,-1-1 0 0,1 1 1 16,1 3 2-16,-1 1-1 0,0-1 0 15,0 3-1-15,0 0 1 0,0-1-2 0,0 0 1 16,0 0 2-16,0 0 1 0,-1-1-1 0,-1-1 0 16,2-1-1-16,0-2-1 0,-1 0-13 0,-1-4-33 15,2-1-59-15,-3-2-52 0,2-3-85 0,-1-1-147 16,2-3-182-16,-2-4-282 0,2-1-225 15,0-1-213-15,2-4 28 0,1-1 425 0,0-2 453 16</inkml:trace>
  <inkml:trace contextRef="#ctx0" brushRef="#br1" timeOffset="47606.17">10106 7645 92 0,'5'-1'363'0,"0"0"201"0,-1-1 183 0,1-3-39 0,-2 1-110 15,2-2-66-15,-2-3-40 0,3-2-42 0,-1 1-57 16,1-4-76 0,-1-2-79-16,1-1-67 0,1-1-29 15,2-2-1-15,-1-2 15 0,0 1 19 0,0-1 0 16,0 1-9-16,-2 0-22 0,2-1-24 0,-1 3-30 16,-3 1-25-16,2 3-13 0,-1 2-9 0,-2 0-5 15,-1 5-7-15,1 0-12 0,-1 2-7 0,-1 2-8 16,1 1-5-16,-2 2-4 0,0-1-2 15,0 4 5-15,0 0 0 0,0 5 9 0,0 2-2 16,-2 5 7-16,1 2 0 0,-1 0 1 0,2 2 2 16,-1 3-9-16,-1-1 2 0,0 3-7 0,2-1-3 15,-1 3-3-15,-1-3 0 0,2 0-2 0,0 1 0 16,-2-2 1-16,2-1-7 0,0-1-17 0,-1-2-47 16,1 1-54-16,0-2-57 0,0-3-100 0,0 1-149 15,1-2-207 1,-1-2-254-16,2 1-226 0,1-3-176 0,-1-1 134 0,1-3 455 0</inkml:trace>
  <inkml:trace contextRef="#ctx0" brushRef="#br1" timeOffset="47975.68">10531 7291 417 0,'2'-6'837'0,"-2"3"291"0,-2 0 25 0,-1 0-324 16,1 2-293-16,-1 1-193 0,0 1-121 16,1 2-76-16,-2 1-54 0,1 1-33 0,1 3-23 15,-1-1-16-15,3 1-11 0,-2 3-4 0,4 0-5 16,-2 3-4-16,3-1 1 0,2 1-4 0,1 3 2 16,0-1-2-16,-1 2 1 0,3-2-4 0,0 2 2 15,1 1 2-15,-1-2-1 0,1 3-2 16,-2-4-2-16,1 2 9 0,-2 0 2 0,1-2 1 0,-2 1 0 15,1 0 5-15,-3-2 3 0,-2 2-4 16,1-5-3 0,-2 2-3-16,-2-3 1 0,1 2 0 0,-5-2-1 15,3-2-4-15,-4-2-7 0,1 0-21 16,-4 0-77-16,0-1-123 0,-2-3-150 0,-2-2-253 16,1 1-274-16,-1-2-214 0,-2 0 23 0,2-3 323 15,0 0 375-15</inkml:trace>
  <inkml:trace contextRef="#ctx0" brushRef="#br1" timeOffset="48531.83">10541 7236 249 0,'0'0'568'0,"0"0"309"0,-2 2 193 15,2-2-210-15,-1 0-212 16,-1 0-140-16,2 0-99 0,-2 0-68 16,2 0-57-16,0 0-51 0,2 3-36 0,-2-3-32 15,0 0-34-15,0 1-36 0,2-1-38 0,-1 0-27 16,-1 1-14-16,3-1-13 0,-1 1-3 0,4-1-1 16,-3 0-1-16,4 3 2 0,-1-3-4 0,1 0 6 15,0-3-2-15,3 3 2 0,-1-2 3 0,1 1-2 16,2-4 2-16,0 3-4 0,1-3-2 0,-1 3-42 15,-1-3-46-15,3 2-47 0,-3 0-98 0,3 2-151 16,-1-1-269-16,4 0-253 0,-1 2-237 16,1 2-160-16,1-2 203 0,2 0 488 0</inkml:trace>
  <inkml:trace contextRef="#ctx0" brushRef="#br1" timeOffset="49097.45">11316 7339 81 0,'-10'-3'389'0,"2"-1"248"0,0 1 205 0,-1 2-3 15,2-1-211-15,1 0-127 0,-1 2-74 16,3 0-57-16,-1 2-62 0,2 0-67 0,-2-1-67 0,4 0-57 15,-1 1-42-15,1 1-33 0,-1 0-19 16,2 1-13-16,2-1-3 0,-1 2-5 0,2 1-2 16,-1-2 1-16,1 1-1 0,2-3 0 0,-1 3 0 15,1-2 0-15,-2 0 0 0,1-2 1 0,0 1 0 16,-2-2 0-16,1 0 4 0,0 0 6 0,-1 0 5 16,-2-2 10-16,2 1 13 0,-2 0 33 0,0-2 47 15,0 0 44-15,0 1 22 0,-2-1 2 16,2 2-12-16,-2-3-25 0,-1 3-39 0,0-1-36 15,1 1-26-15,-1 0-15 0,2 1-10 0,-1 0-8 16,0 0-8-16,-1 0-8 0,3 1-4 0,-2 2-2 16,1 2-4-16,1 1-3 0,-2 1-16 0,2 1-37 31,2 0-51-31,-1 3-52 0,-1 0-81 0,2-1-125 16,1 0-147-16,1 0-211 0,0 0-235 0,0 1-214 15,0-2-31-15,2 0 294 0,1-2 418 16</inkml:trace>
  <inkml:trace contextRef="#ctx0" brushRef="#br1" timeOffset="49496.24">11579 7806 311 0,'-1'4'572'15,"-1"2"194"1,2-1 69-16,0-1-294 0,0 1-220 0,2-1-137 16,-1 0-68-16,3 0-35 0,-1-3-18 15,2 0-9-15,2 2-3 0,-2-6 6 0,3 1 10 16,0-2 8-16,0-2 9 0,0 1 10 0,-2-4 8 15,2-1 18-15,-3 2 22 0,3-3 26 0,-5 1 16 16,0 0 4-16,-3 0-12 0,0 3-22 0,-2-2-17 16,1 1-19-16,-2 2-15 0,-5 2-6 0,2-1-4 15,-1 1-10-15,-3 2-17 0,1 1-10 0,1-1-17 16,-3 4-17-16,0-1-11 0,2 3-5 16,-1 0-6-16,-1 0-11 0,0 2-26 0,1 2-24 0,1-1-44 15,0 1-97-15,1-2-140 0,0 0-175 16,0-1-269-16,3 1-253 0,0-4-174 0,2 3 142 15,0-4 397-15</inkml:trace>
  <inkml:trace contextRef="#ctx0" brushRef="#br1" timeOffset="49914.5">11274 7885 231 0,'0'-2'453'0,"2"1"173"0,0 0 84 16,1-4-192-16,0 1-136 0,1-2-52 0,3-2-8 0,-1-1 14 0,4-2 1 31,2 0-20-31,-1-6-43 0,5 0-51 16,0-7-51-16,4 1-40 0,-2-4-30 0,4-1-32 15,2-5-18-15,-1 3-11 0,1-6-7 0,0 2-6 16,1-2-4-16,0 0-7 0,-2 0-5 15,1 2-3-15,-2 0-2 0,0 2-4 0,-5 1-4 0,2 3 0 16,-3 3-26-16,-2 2-76 0,-3 4-131 16,-3 1-203-16,-3 4-283 0,-1 2-273 0,-4 4-198 15,0-1 87-15,-3 5 409 0</inkml:trace>
  <inkml:trace contextRef="#ctx0" brushRef="#br1" timeOffset="62029.18">1403 9625 263 0,'5'-4'594'0,"3"-2"308"0,-3 1 193 0,-3 2-229 16,-4 0-213-16,-3 2-152 0,-3-1-104 0,-3 2-67 0,2 0-82 15,2 2-54-15,-1 1-36 0,-1-1-28 0,-4 3-26 0,-4 3-21 16,-4-1-19-16,-1 3-14 0,-3 3-8 16,0 4 2-16,2 0-6 0,1 1-9 0,2 0-2 15,1 0 1-15,1-1-5 0,6-2-6 16,-1-2-4-1,4-1-7-15,2-1-3 0,0-4-3 0,3 3-4 16,1-5-3-16,3 1-1 0,0 2 0 0,0-2 1 16,3 0-2-16,2 1 1 0,3-2 3 15,0 2 1-15,0-2-1 0,4 0 3 0,1 2-1 16,0-1 2-16,4 0 2 0,2 0-5 16,-1 0 2-16,4 0 3 0,1-1 0 0,1 3 1 15,3 0 0-15,-2-1 3 0,-3-1 1 0,-1 1-1 0,-4 1 5 16,0-2 2-16,-2 2-1 0,-1-1 2 0,-3 1-1 15,-3-1 2-15,0 0 7 0,-2 4 4 0,-4-2 5 16,1 1 2-16,-3 0 2 0,-3 2-1 0,1-1-12 16,-4 1-4-16,-2 1-5 0,2 0-3 0,-2-1-5 15,1-3-2-15,-3 2-2 0,2-2-2 0,-1-1-1 16,0-2-3-16,1 1 2 0,0-3-1 0,2 0-1 16,-3-1-8-16,2-3-30 0,-1 0-53 0,-1-3-49 0,-4 1-82 15,4-4-133-15,-1-3-180 0,1-1-268 0,4 0-233 16,-3-3-219-16,5-1 4 0,-2 1 379 0,1-4 455 15</inkml:trace>
  <inkml:trace contextRef="#ctx0" brushRef="#br1" timeOffset="62199.88">1498 9745 187 0,'13'0'489'0,"-2"4"268"0,2 1 201 0,-2 4-94 16,-3 3-170-16,-1 5-135 0,-2 1-76 0,0 3-32 15,3 1-68-15,0 5-91 0,-2 2-68 0,-1 0-44 16,0 3-54-16,-2 1-58 0,2 1-38 0,-2 0-20 16,1-1-12-16,0-2-11 0,-1-3 3 0,0 0 2 0,0-6-6 15,-1-1-37-15,-2-4-54 0,1-6-93 0,-2 1-150 16,1-5-193-16,-2-4-309 0,1-3-264 0,-3-3-183 16,1-4 112-16,-4-5 460 0</inkml:trace>
  <inkml:trace contextRef="#ctx0" brushRef="#br1" timeOffset="62398.55">1506 9739 35 0,'2'-18'483'0,"1"2"434"15,0 2 283-15,-4 4-32 0,-1 1-354 0,-1 1-240 16,1 4-152 0,2-2-101-16,3 3-81 0,1 1-54 15,-3-3-40-15,1 4-39 0,-2 0-53 0,2 1-30 0,-1-2-16 16,1 2-8-16,2 2-2 0,1-1 1 0,-2 2-16 15,2 0-37-15,-2 3-37 0,2 1-66 0,0-1-116 0,2 0-154 16,-4 1-196-16,2 0-259 0,0 1-249 0,0-1-106 16,0 1 222-16,2-1 421 0</inkml:trace>
  <inkml:trace contextRef="#ctx0" brushRef="#br1" timeOffset="62899.53">1761 9705 70 0,'3'-2'285'0,"-1"2"130"0,1 0 114 0,1-2-109 15,-1 2-92-15,2-1-32 16,2 0 21-16,1-1 44 0,1 1 34 0,1 1-9 15,1-2-21-15,0 2-51 0,0-1-38 0,0 1-38 16,0 1-34-16,-2-1-31 0,1 2-32 0,-1 1-8 16,-1-1-8-16,0 3 17 0,-1 0 21 0,2 1 16 15,-3 1 2-15,-1-1-10 0,0 1-22 0,-3 5-30 0,-1-1-33 16,-2 1-22-16,-1 3-16 0,-1 2-9 0,-2 1-12 16,0 1-3-16,0 1-5 0,-2 1-10 0,0 0-6 15,1 0-3-15,-1-1-1 0,1 0-7 0,0 0-2 16,1-3 5-16,-1 0 4 0,3-1 1 0,-2-1-1 0,2-4 1 31,-2 3 1-31,2-6-1 0,1 2 0 0,1-3-3 16,-1 1 1-16,2-3 0 0,-1-1-2 0,2 0-1 15,-1 1 0-15,2-1 1 0,1-1 0 0,0 0 1 16,3 2 2-16,-1-2 0 0,1 0-1 0,1 0 2 16,2-1 0-16,-1 0 1 0,0-2-5 0,2 0 8 15,2-2 5-15,-2 1-2 0,1-2 1 0,3 0-10 16,-3-1-19-16,3-1-48 0,-3 1-56 0,3-2-48 0,-2 0-71 15,-1-1-104-15,1 0-118 0,-2 1-125 0,1-5-243 16,0 4-233-16,2 0-119 0,-4-2 136 0,4 0 373 16</inkml:trace>
  <inkml:trace contextRef="#ctx0" brushRef="#br1" timeOffset="63267.07">2366 9616 249 0,'0'-6'625'0,"2"0"387"16,-2 2 173-16,-2-1-256 0,2 4-207 0,-1 0-151 31,-1 1-121-31,2 0-108 0,-3 1-83 0,0 4-55 16,-3-1-46-16,1 3-49 0,0 4-36 0,-3 2-19 15,-1 2-9-15,3 4-8 0,-3-2-10 0,3 4-9 16,-2 2-3-16,1-1-10 0,0 2-5 0,2 2-3 0,0-1 1 15,2-1 4-15,2 2 2 0,-1-1 1 16,2-1 3-16,2 0 2 0,-1-1-4 0,4-1-1 16,0-3-1-16,1 0 1 0,1-2-5 0,0-3 1 0,3 1 1 15,0-5-6-15,2 1 0 0,-1-2 1 16,0-3 3-16,3-2-1 0,1-3 1 0,0-2 6 16,0-3-3-16,2-1-1 0,-1 0 0 0,1-3-7 0,-2 0-27 15,2 1-60-15,-3-2-49 0,0 0-77 0,-2 0-135 16,-2 0-182-16,-2 1-293 0,-1 1-226 0,-1-2-214 15,-1 1-11-15,1 0 385 0,-1-1 474 0</inkml:trace>
  <inkml:trace contextRef="#ctx0" brushRef="#br1" timeOffset="63548.57">2308 9582 23 0,'1'-2'528'0,"1"2"465"16,1 0 201-16,-1-1-79 0,1 1-355 0,2 0-316 0,1 1-209 16,0-1-102-16,2 0-47 0,2 2-25 0,2-2-13 15,0 0-17-15,2 0-9 0,0 0-7 0,3-2-6 16,-1 1-4-16,3-4-2 0,-1 2 2 0,2-1-7 15,-3-1 0-15,1 0 1 0,-1 1-5 0,-4 0-36 32,-1-1-103-32,-2 2-135 0,-5 2-213 0,0 1-286 15,-4 3-261-15,-1 0-143 0,-3 2 195 0,-3 1 411 16</inkml:trace>
  <inkml:trace contextRef="#ctx0" brushRef="#br1" timeOffset="63734.58">2259 9831 21 0,'-3'7'315'16,"3"1"200"-16,0-3 151 0,3 0 2 15,0 0-248-15,3-3-196 0,1 2-103 0,1-2-50 0,0 0 0 16,4-2-22-16,1-2-11 0,4 0-6 0,-1-3-6 16,5-1-4-16,1 0-28 0,0 0-3 0,2-3-40 15,1 2-90-15,3 1-211 0,-4-2-209 0,3 2-113 16,-3-1 11-16,1 2 151 0,-1 1 213 0</inkml:trace>
  <inkml:trace contextRef="#ctx0" brushRef="#br1" timeOffset="64432.86">3549 9537 343 0,'3'3'645'15,"1"0"208"-15,0-2 45 0,-1 1-299 0,0 1-194 16,2-2-101 0,0 0-32-16,0 1-11 0,1-2-11 0,2 2-4 15,0-1-47-15,2-1-57 0,0 0-48 0,0-1-29 16,1-1-15-16,0 0-20 0,0 1-10 0,-1-2-6 15,0 0-7-15,0 0-2 0,0 0-1 0,-1 0-2 16,-1 0 0-16,-3 0-1 0,1 2-8 0,-3 1-24 16,1 0-77-16,-2 1-117 0,-2 2-165 0,-4 3-294 15,1 2-267-15,0-1-193 0,-2 3 49 0,-2 1 356 16</inkml:trace>
  <inkml:trace contextRef="#ctx0" brushRef="#br1" timeOffset="64682.85">3571 9769 378 0,'0'0'742'0,"-1"2"240"0,1-2 28 16,0 0-330-16,0 0-231 0,0 0-185 15,1 0-81-15,2-2-26 0,2 2-10 0,2-1-9 0,0-1-19 16,3-1-21-16,1 0-27 0,3 0-26 0,-1 0-20 15,4-1-9-15,-1-1-8 0,1 1-1 0,1-2-6 16,1 0-3-16,1 1 0 0,-2-1-18 0,2 1-86 16,-1 1-140-16,-3 1-268 0,1 2-264 0,-1 1-252 15,0 0-156-15,-2 0 197 0,2 1 443 0</inkml:trace>
  <inkml:trace contextRef="#ctx0" brushRef="#br1" timeOffset="67748.78">4376 9213 159 0,'0'6'392'0,"-3"-1"187"0,3-1 134 0,-2-1-155 16,2-1-116-16,0 0-71 0,0 0-34 0,0-1-28 0,0-1 7 0,0-1-18 15,3-3-22-15,2-1-30 0,-1-3-30 0,0-2-20 32,4-4-38-32,-2-1-29 0,2-1-25 0,0-2-19 15,3-3-4-15,-3-2 14 0,2-2 6 16,2 1 9-16,-1-2 0 0,-3 1 2 0,3 1-11 16,-3 1-20-16,0 4-9 0,-3 1-16 0,1 4-4 15,-1 2 1-15,-2 3 6 0,0 0 2 0,-1 3-3 16,-2 3-1-16,1 0-8 0,-1 0-8 0,0 1-12 15,0 4-6-15,-1 0-9 0,-1 2-5 0,-1 4-5 16,1 0-2-16,1 4-2 0,-1 4-4 0,-1 2 0 16,3 0-1-16,0 3-2 0,2 1-1 0,-1 2 1 15,1 1 2-15,1 1 0 0,0 1 2 16,-1 0 1-16,3 0 0 0,-2-1 2 0,0-3 0 16,3 1-8-16,-1-4-18 0,0-2-41 0,-2 0-54 15,3-5-54-15,-4-1-73 0,3-3-118 0,-4-1-145 16,2-2-196-16,-1-2-232 15,-1 1-222-15,-1-2-82 0,0-3 257 0,2-4 431 0</inkml:trace>
  <inkml:trace contextRef="#ctx0" brushRef="#br1" timeOffset="68315.86">4605 8956 216 0,'2'-3'484'16,"-1"1"196"-16,1 1 95 0,1 0-243 16,-3 1-209-16,3 0-110 0,2 0-7 15,0 1 24-15,1 2 41 0,2 0 31 0,3 2 14 16,-1 2-34-16,4 1-60 16,0 1-43-16,0 0-45 0,1 3-37 0,0 1-29 0,1 0-8 0,1 4-7 15,0-3-14-15,0 1-8 0,-3 3-6 0,3-2 1 16,-4 1 0-16,-1 1 10 0,0 0 23 15,-4 1 24 1,1-2 20-16,-3 6 11 0,-2-6-3 0,-3 4-12 16,-1-3-10-16,-1 1-11 0,-1-3-7 15,-3-1-13-15,0-1-6 0,-2-3-1 0,2 0-9 16,-3-3-17-16,0-3-11 0,-1-1-5 0,1-4-5 16,-2-1-5-16,-1-3-3 0,2-4-4 0,-1 0 1 15,2-5-3-15,-1-2 1 0,1-3-3 0,1-1-1 16,1-2 4-16,3-2 2 0,0-1 2 0,1 0 2 15,2-1 5-15,2-2 2 0,1 0 0 0,0 2 1 16,3 0-2-16,-1 0-1 0,0 0-3 16,0 2-1-16,1 0 2 0,0 2 0 0,-1 3 2 15,0-1 3-15,-2 4 1 0,0 0 10 0,-1 3 12 16,0 1 11-16,-2 2 11 0,-2 2 6 0,-3-1 2 16,2 4-4-16,-4 1-11 0,-2 0-11 0,1 3-10 15,-1 3-8-15,-1 2-5 0,-2 1-4 0,2 1-5 16,-2 3-1-16,2 0-1 15,0 5 0-15,-2-2 1 0,4 2-3 16,2 1 0-16,1 0-4 0,1 0-20 16,3-1-53-16,1 0-61 0,1 0-71 0,3-3-129 15,1-2-179-15,1 0-302 0,2-3-245 16,4 2-209-16,-2-5-42 0,4 0 381 0,0-4 488 0</inkml:trace>
  <inkml:trace contextRef="#ctx0" brushRef="#br1" timeOffset="68699.02">5054 9021 151 0,'0'21'476'0,"-3"0"250"16,2 4 168-16,-1 0-101 16,2 5-187-16,0-1-132 0,0 0-95 0,3 3-59 0,-1-3-54 15,1-2-67-15,2-3-69 0,4-3-56 0,-1-4-32 16,0 0-19-16,2-7-10 0,0-3-6 0,2-2-2 15,0-7 0-15,-1-3 0 0,-1-3 1 0,2-7-6 32,-4-3 0-32,0-3-2 0,0-5-3 0,0-2 1 15,-3-1 1-15,-2-2 6 0,-3 0 3 0,0 0 10 0,-3-1 10 16,-2 2 11-16,-3 1 9 16,-1 0 27-16,-1 3 51 0,-4 1 44 0,3 0 18 15,-2 5 1-15,-3 4-8 0,2 2-25 0,-2 2-45 16,2 3-42-16,-2 6-29 0,3 2-16 0,0 3-13 15,1 6-9-15,0 1-1 0,4 5-4 0,0 3 1 16,3 2-3-16,2 1-1 0,1 5-14 16,4-1-51-16,1 1-50 0,0 2-69 0,5-3-130 15,0 0-186-15,3-1-308 0,2-2-237 0,1-1-217 16,2-2-29-16,1 0 400 0,-1-5 487 0</inkml:trace>
  <inkml:trace contextRef="#ctx0" brushRef="#br1" timeOffset="69015.32">5617 9171 27 0,'-3'0'615'0,"-2"0"678"16,1 0 232-16,-1 1-181 0,0 1-369 15,-1-1-391-15,0 0-199 0,1 1-150 0,-2 0-78 16,2-1-49-16,1 2-37 16,-1-3-25-16,2 2-20 0,0-1-12 0,1-1-8 0,2 0-7 0,-1 0-4 15,1 0-9-15,1 0-22 0,1 0-66 0,0 0-71 16,1-1-137-16,1-1-220 0,1-1-308 0,1 0-338 31,-1 1-235-31,3 0-51 0,0 0 499 16,-2 1 578-16</inkml:trace>
  <inkml:trace contextRef="#ctx0" brushRef="#br1" timeOffset="70397.82">5881 9276 229 0,'0'3'425'0,"-1"0"156"0,-1 0 66 15,2-1-138-15,-2-1-97 16,2 2-62-16,0-1-46 0,0-2-24 0,0 0-54 15,2 0-26-15,0 0 2 0,2-2 1 0,0-1 4 16,2-2 5-16,0-2 2 0,2 0-26 16,0-3-47-16,0-3-35 0,4-2-32 0,-2-2-13 15,4-3-6-15,-3 1-6 0,2-3-3 0,1-1-7 16,1-1 1-16,-2 0-12 0,0 0-11 0,1 0-4 16,-1 0-7-16,0 2 0 0,-1 1-2 0,-2 0 1 15,1 4-1-15,-2 2 0 0,-2 2 3 0,-1 4 11 16,-2 1 24-16,-1 2 29 0,1 2 28 15,-2-1 7-15,-1 4 5 0,-1-1-12 0,2 2-22 16,-1 3-25 0,1 3-18-16,-2 1-10 0,0 3-8 0,3 2-4 15,-3 0-2-15,2 3-6 0,-1 0-4 16,3 1-2-16,-3 1 0 0,3 1-1 0,0 0 3 16,-2 1-1-16,2 2 2 0,-2-1 0 0,1 1-1 15,-1 0 3-15,-1 1-1 0,-1-1 0 0,2 1-2 16,-2 1 2-16,0-2-2 0,-2-1-20 0,2-1-54 15,0-1-47-15,-1-1-79 0,-1-2-135 0,-1-2-186 16,0 1-297-16,-2-5-232 0,5 2-214 16,-3-4 23-16,2-1 407 0,-1-2 446 0</inkml:trace>
  <inkml:trace contextRef="#ctx0" brushRef="#br1" timeOffset="70664.98">6362 9192 94 0,'3'-1'687'15,"0"2"491"-15,-1-1 150 0,-1 0-71 0,1 0-359 0,1 1-332 16,-3-1-174 0,2 1-104-16,-2-1-67 0,0 0-75 0,0 0-54 15,0 0-42-15,0 0-26 0,0-1-13 0,0 1-8 16,0 0-9-16,1-1-5 0,-1 1-5 15,2-4-37-15,1 3-66 0,0 0-70 0,2-3-128 0,1 3-206 16,1-2-317-16,1 0-285 16,2 0-204-16,2 0-38 0,-1 0 439 0,1 2 527 0</inkml:trace>
  <inkml:trace contextRef="#ctx0" brushRef="#br1" timeOffset="71530.5">6939 9021 262 0,'0'-5'590'16,"-1"2"319"-16,-3 0 167 0,1 0-226 0,0 2-211 15,-2-1-156-15,0 2-115 0,-1 2-100 0,2 0-83 0,-1 2-66 0,-2 0-48 16,4 4-29-16,-2 0-18 0,2 4-14 15,0 2-5-15,2 3-5 0,1 2 2 0,1 4 2 16,2 1 1-16,2 0-3 0,0 3 5 0,1-1 1 16,2-1-3-1,1-1-4-15,1-2-1 0,-2-3 3 16,4-3-3-16,-2-3 0 0,1-1-3 0,1-7-1 16,0-2 2-16,-3-5 4 0,2-2 1 0,-1-3 4 15,-4-5 8-15,3-2 1 0,-4-4 7 16,0-2 19-16,-2-1 21 0,0-1 27 0,-1 1 26 0,-4-1 19 15,1 3-1-15,-2 0-13 0,-1 1-16 0,-4 1-22 16,1 2-22-16,-1 0-15 0,-2 2-7 16,-1 1-7-16,0 1-8 0,0 0-4 0,0 4-4 15,2 0-7-15,-1 2-2 0,2 1-3 0,0 1-1 16,2 1-3-16,1 2-4 0,0 2-2 0,2 1-4 16,-1 2 1-16,1 1 1 0,1 4-1 15,2 2 1-15,0 0-5 0,0 1-31 0,0 2-50 0,2 0-51 16,-1 0-85-16,2 2-153 0,2-1-253 0,-1 1-274 15,1-3-242-15,0 2-194 0,2-1 121 16,3-2 515 0</inkml:trace>
  <inkml:trace contextRef="#ctx0" brushRef="#br1" timeOffset="71729.89">7306 9351 132 0,'2'0'739'16,"-1"0"455"-16,-4 0 87 0,1 0-114 16,2 0-351-16,-3 0-316 0,1-2-165 0,1 2-82 0,-1 0-54 15,-1 0-55-15,1 0-63 0,1-3-42 16,-1 1-29-16,1 0-50 0,-1-2-59 0,2 2-58 16,0-3-113-16,0-1-160 0,0 2-272 0,0-2-266 15,0-1-222-15,3 3-132 0,0-1 274 0,-1 1 493 16</inkml:trace>
  <inkml:trace contextRef="#ctx0" brushRef="#br1" timeOffset="72148.45">7393 9288 244 0,'1'-3'558'0,"1"0"262"16,-2-3 159-16,3 1-182 0,-3-3-179 16,2 1-150-16,1-3-100 0,-1-3-71 0,2 0-69 0,-1-2-63 15,2-2-50-15,1 0-23 0,-1-4-9 0,3 1-10 16,1-3-4-16,-2-1-6 0,1 3 13 0,-2-3 8 16,3 2 8-16,-2 1 11 0,-1 2 4 15,-1 2-2-15,1 2-15 0,-1 4-9 0,-2 2-9 0,-1 1-10 16,-1 2-7-16,1 1-4 0,-1 1-9 15,-1 2-13-15,2 2-9 0,-2 0-8 0,0 2-4 16,2 4-6-16,-1 1-2 0,-1 3 0 0,0 1-1 31,2 3 2-31,0 0-3 0,-1 5 0 0,2-1-2 16,-3 3 0-16,2 0 0 0,1 1-1 0,-2 2 1 16,1 0 5-16,-2-1 1 0,1 0-1 15,1 0-1-15,1-3 0 0,-1-1-28 0,1-2-61 16,0-3-58-16,-1-2-111 0,1-1-163 0,-1-5-298 15,-1-1-295-15,1-2-233 0,2-3-151 0,-1-1 282 16,2-3 543-16</inkml:trace>
  <inkml:trace contextRef="#ctx0" brushRef="#br1" timeOffset="72414.25">7691 8963 102 0,'2'-1'504'0,"-2"1"317"16,0 0 153-16,0 0-101 0,2 4-265 16,-1-2-187-1,1 4-113-15,1-4-57 0,0 7-29 0,-1-1-28 16,3 2-42-16,-2 2-44 0,4-1-40 0,-2 5-27 16,0-1-10-16,0 0-3 0,1 1-7 15,2-1-6-15,-3 1 1 0,1 2 4 0,-1-2-5 16,-2 0-3-16,2 1-1 0,-1-2-5 0,-2 0 0 15,-1-3-4-15,1 0 2 0,-2-1-6 0,0-1-14 16,-3-2-54-16,0-1-128 0,-5-1-159 0,0 0-281 16,0-3-271-16,-1 0-245 0,-1-2-41 0,-1-1 347 15,0 0 431-15</inkml:trace>
  <inkml:trace contextRef="#ctx0" brushRef="#br1" timeOffset="72647.32">7619 9062 182 0,'4'-5'514'0,"-2"3"252"15,0-2 113-15,-1 2-197 0,2 2-207 0,1-5-133 16,0 5-72-16,3-2-20 0,-1 1-8 0,3-2-8 16,1 2-39-16,0 0-50 0,0-1-44 15,2-1-36-15,-1 0-25 0,1 1-14 0,1 0-9 16,1-1-7-16,-1 0-2 0,1 0-1 0,0 0-5 15,0-1-1-15,-1 2-11 0,-3-1-62 0,2 1-112 16,-4 1-154-16,2 1-294 0,-4 0-261 0,2 0-215 16,-2 0 19-16,1 1 329 0</inkml:trace>
  <inkml:trace contextRef="#ctx0" brushRef="#br1" timeOffset="73232.21">8033 8931 26 0,'0'-3'287'0,"0"0"193"0,0 0 181 0,0 1 9 15,0 1-119-15,0 0-80 0,0-1-45 16,0 2-26-16,0 0-30 0,2-2-42 0,-2 2-53 16,0 0-54-16,0 0-51 0,0 0-42 0,0 0-32 15,1 2-21-15,-1-2-15 0,0 2-6 0,2 0 20 16,-2 3 33-16,1 1 38 0,-1 1 16 0,0 4-1 16,0 1-8-16,0 1-23 0,0 2-28 0,0 3-33 15,0 0-19-15,-1 3-9 0,1 1-8 0,-2 0-9 16,2-1-5-16,0 0-9 0,0 0-5 0,0-3-3 15,2-2-2-15,-1-4 0 0,1 2-1 16,0-5-2-16,-1-3 2 0,3-1 0 0,0-3-1 16,2-2-1-1,-1-4 3-15,0-2 2 0,1-5 0 16,1-2 1-16,0-1 3 0,-2-2 1 0,1-1-4 16,1 1 0-16,-2 2 1 0,-2-1 2 0,3 2-2 15,-3 0 0-15,0 5-1 0,-1 1 1 0,0 2-1 16,-1 0-2-16,1 2-2 0,-1 2 1 0,-1 1 1 15,2 1-2-15,0 2 4 0,-1 3-2 16,-1 4 3-16,3-1-1 0,-3 4 1 0,2 0 2 0,-2 2-5 16,4 4 2-16,-4-4-2 0,2 5 0 15,-2-2 0-15,3 2 0 0,-3-3 1 0,2 3-2 16,-1-4 0-16,-1 2-13 0,0-4-58 0,2 0-56 16,-4-4-112-16,2-1-185 0,-1-3-302 0,-3-2-317 15,1 1-250-15,-1 0-144 0,-1-2 334 0,0 0 593 16</inkml:trace>
  <inkml:trace contextRef="#ctx0" brushRef="#br1" timeOffset="75113.86">4796 9696 13 0,'-1'0'237'0,"1"0"138"0,-2-2 125 16,2 2-53-16,0 0-125 0,0-1-82 0,0 1-39 16,0-2 2-16,0 2 25 0,0 0 24 0,2-1 17 15,-2 1 11-15,0-2 8 0,1 2-7 0,1-1-13 16,0 1-27-16,-1-2-38 0,-1 2-37 0,2 0-44 15,-2 0-41-15,1 0-32 0,1 0-19 0,-2 0-12 32,3 0-11-32,-1 0-5 0,0 0 0 0,1 0 0 0,3 0-2 0,0 0 2 0,-1 0 4 0,3 0 24 31,0 0 16-31,3 0 3 0,-2 0 2 0,5 0 6 16,-2 0-4-16,0 0-23 0,2 0-8 0,-1 0 7 15,4 0 6-15,-4 0 1 0,4 0-1 16,1 0-2-16,-1 0-5 0,-1 2-11 0,2-2-9 15,0 1-1-15,-2-1-7 0,2 0 2 0,-2 2 2 16,2-1 2-16,-3 1-7 0,4-1-4 0,-2-1 4 16,2 2-4-16,0-2 4 0,-1 1-1 0,0-1 3 15,0 0 1-15,2 0 1 0,-1 0 1 16,-1-1-5-16,2 1-5 0,-1 0 2 0,0-2-3 0,0 2-2 16,-3-1 2-16,3-1 3 0,-3 2 1 15,1 0 0-15,0-1 3 0,-4 1 5 0,3 0-1 16,-2 0-4-16,1 0 5 0,0 0 0 0,-2 0 1 15,1 1-2-15,-1-1-3 0,1 0 5 0,-1 0-5 16,1 0-1-16,-1 2-1 0,-1-2 1 0,2 0 1 31,-2 0-1-31,0 0 3 0,1 0 0 0,-2 0-2 16,1 1 1-16,-2-1-3 0,1 0 3 16,-2 2-5-16,1-2 6 0,0 0-3 0,-1 1 0 15,-1-1 0-15,2 2 0 0,-1-2 3 0,-1 1-3 16,0-1 4-16,0 1-1 0,1-1 1 0,-3 2-3 15,2-2-2-15,-1 2-2 0,-1-1 0 0,0-1-2 16,1 0 4-16,-1 1 1 0,-1-1 2 0,0 2 2 16,1-2-2-16,-2 0 1 0,1 0-1 15,2 2-2-15,-2-2 0 0,2 1 0 0,1-1-4 0,-2 1 2 16,4-1 0-16,-2 4 1 0,1-3 54 16,1 0 39-16,1 1 23 0,0 1 9 0,2-1 3 15,2 1-4-15,-3 0-49 0,2 0-33 0,-2-1-19 16,1 2-11-16,1-1-7 0,-1 0 0 0,-1 0-1 15,1-2-1-15,0 2 0 0,-2-1-1 0,0 0-3 16,1 0 1-16,-2 1-1 0,1 0 2 16,0-1-2-1,0 1 2-15,-3-2-1 0,3 2 1 0,-1-2 0 16,-1 3 1-16,2-2 4 0,-3 2-1 16,2-3-3-16,1 2-1 0,-2-1 2 0,1 0-2 15,1 3-3-15,0-5 0 0,-1 2 2 0,2-2 1 16,-2 4-3-16,1-4 2 0,1 2 1 0,-1-1 2 15,1-1 0-15,0 2 3 0,-1-2 0 0,3 0 0 16,-3 2-3-16,2-2-1 0,1 0 1 0,-1 0-4 16,1 0 2-16,-1 0-1 0,2 0 1 15,0 0 3-15,-1 0 0 0,2 2-1 0,0-2 0 16,-2 2 0-16,3-2 2 0,-1 0-4 0,1 2 1 16,-2-1-1-16,2 0 0 0,-2 3-1 0,0-3-2 15,1 2-2-15,1 0 1 0,-2-1 3 0,2 0-1 16,-1 3 1-16,3-2 0 0,-2 0 2 0,1 1-1 15,0-1 0 1,-1 0-1-16,1-2 0 0,3 1 1 0,-4 1-1 0,2-2-1 0,0-1 0 0,0 2 2 31,0-2 4-31,0 2-1 0,0-2-1 0,0 0-1 16,-2 0 3-16,2 0 0 0,-3 0-3 16,1 0 0-16,0 0 0 0,0 1 1 0,-3-1-4 15,3 1 0-15,-2 1 3 0,0 1-1 0,-2-3 0 16,3 0 0-16,-2 0 0 0,0 2 4 0,-1-2-5 0,0 0 1 15,1 3 3-15,-1-3-1 0,2 1 0 16,0-1-1-16,0 0 2 0,-2 0-2 0,4 0-1 16,-4 0 2-16,4-1 0 0,-2 1-4 0,2-3 0 15,-1 3 2-15,1 0 0 0,-1 0-4 0,2 0 2 16,-2-2 1-16,1 2 3 0,0 0 3 0,-3 0-2 16,2-3-1-16,0 3 2 0,-3-2 0 15,3 2-3-15,-2 0-3 0,0-1 1 0,-1 1 0 16,1 0-2-16,-3 0-1 0,1 0 1 0,1 0 3 15,-3 0-2-15,1 0 2 0,-2 0 0 0,-1 0 0 16,0 0 2-16,-2 0-4 0,1 0 1 0,-4 0 0 16,2 0 2-16,-2 0 0 0,-1 0 3 0,-1 0 4 31,1 0 0-31,-1 0 2 0,-1 0-2 16,0 1-2-16,-1-1-5 0,-1 2-13 0,1 1-52 15,-3-1-54-15,-1 2-111 0,1-1-177 0,-3 1-300 16,0 0-309-16,2-1-238 0,-2 0-135 0,1-1 329 0,1-2 559 15</inkml:trace>
  <inkml:trace contextRef="#ctx0" brushRef="#br1" timeOffset="77214.39">4989 10240 65 0,'2'-2'325'0,"-2"2"212"0,0 0 199 16,0 0-31-16,2 0-99 0,-1 0-72 15,-1 2-54-15,0 0-54 0,0-1-55 0,0 2-63 16,0 0-77-16,0 2-60 0,0 0-47 16,0 6-28-16,2 0-9 0,1 2 18 0,0 5 26 15,-1 1 16-15,4 3 10 0,-3 1-2 0,0 5-16 16,2-1-32-16,-2 4-33 0,1 0-24 0,-3 0-21 15,2 1-12-15,-1-4-4 0,2-1-4 0,-2-1 1 16,1-4-1-16,0-1-4 0,-1-2-1 0,0-6-3 16,-1 3-2-16,1-4-2 0,-1-3-3 0,-1-1-2 15,0-1-36-15,0-3-50 0,0-1-42 16,-1 0-92-16,-1-8-140 0,1 1-185 0,-1-5-265 16,2-1-239-16,0-2-213 0,0-4 63 0,3-3 412 15</inkml:trace>
  <inkml:trace contextRef="#ctx0" brushRef="#br1" timeOffset="77446.89">5176 10332 58 0,'3'-3'363'0,"-1"0"250"0,0 1 210 16,-1 2-10-16,-1 2-151 0,0 3-114 15,3-2-87-15,-3 7-68 0,3 0-65 0,0 4-61 0,-1-1-75 16,1 5-59-16,0 2-32 0,0 2-17 0,2 0-1 15,-1 4-5-15,-1 0-6 0,0-1-7 0,1 1-14 16,-2-2-19-16,1-2-13 0,-1-2-9 0,-1-1-8 16,1-1-2-16,1-3-22 0,-3-3-22 0,0-1-48 15,-1-2-107-15,-3-1-153 0,-1-3-252 16,1-2-266-16,-2 0-252 0,-1-3-142 0,-1-3 253 16,2-1 462-16</inkml:trace>
  <inkml:trace contextRef="#ctx0" brushRef="#br1" timeOffset="77713.47">5001 10249 163 0,'1'-7'505'0,"1"2"268"0,1 0 127 0,-2 3-185 15,1-2-256-15,1 3-135 16,0 0-49-16,2 1-27 0,3-2 3 0,3 2-2 15,0 0-7-15,2 0-48 0,1 0-70 16,2 2-40-16,0-2-37 0,1 1-22 0,0 0-11 16,2-1-6-16,1 0-6 0,0 2 0 0,0-2 0 15,1 0 1-15,1 0 0 0,0 0 1 0,-3 2-11 16,2-2-60-16,-1 1-112 0,-4 2-153 0,0 0-295 16,-2 3-269-16,0 2-232 0,-4 0-17 0,-2 2 327 15,0 0 414-15</inkml:trace>
  <inkml:trace contextRef="#ctx0" brushRef="#br1" timeOffset="77965.48">5706 10530 50 0,'3'7'631'15,"-1"0"505"-15,-1-2 157 0,-1 2-128 0,-1-5-305 16,1 2-337-16,0-2-174 16,0 2-93-16,0-3-50 0,0 0-33 0,0-1-54 15,0 0-52-15,0 2-34 0,0-2-39 0,0 0-60 16,0 0-56-16,-2-2-82 0,2 2-148 16,2-1-221-16,-1 0-292 0,2-1-242 15,2-2-204-15,-2 4 86 0,2 0 472 0</inkml:trace>
  <inkml:trace contextRef="#ctx0" brushRef="#br1" timeOffset="79414.74">6626 10482 134 0,'-3'-8'356'0,"-2"1"188"0,-2-1 169 15,0 2-104-15,2-1-54 16,0-1-11-16,1 2-21 0,-3 0-37 16,2 2-58-16,-2 0-75 0,0 0-55 0,-1 2-53 0,2-2-30 15,-2 3-24-15,2 1-20 0,-2 0-18 16,0 1-34-16,-1 3-31 0,-1 0-30 0,2 0-23 15,-3 5-15-15,3 2-11 0,0 2-6 0,-1 2-4 16,1 4-2-16,3 0-2 0,0 5 1 0,2 2 2 16,3 0 0-16,0 3 1 0,3-1 1 0,2-1-1 15,0-1 2-15,4-2-1 0,-1-2-1 16,2-4-1-16,2 0 0 0,-1-8 1 0,2 0-1 0,1-4 0 16,-1-5 1-16,1-3-1 15,1-4 2-15,0-6-1 0,-2-4 2 0,-1-2-1 0,1-3 2 0,-3-4 4 16,1-2 4-16,-5-2-1 0,2 1 1 15,-3-1 3-15,-2 3-1 0,-3 0 1 0,0 0-1 16,-2 3 0-16,-1 3 1 0,-2 2-1 0,-1 0 6 16,0 3 6-1,-5 0 6-15,4 6-1 0,-2-1 2 16,-2 4-3-16,3 2-7 0,0 1-8 0,0 3-8 16,-1 2-5-16,2 2-4 0,1 2-1 15,-1 1-3-15,4 4-1 0,0-1 1 0,-1 3 3 0,2 0 0 16,2 3 0-16,0 0-1 0,2 0-10 15,-1 1-35-15,2 1-56 0,0-2-46 0,2 1-76 16,0 2-136-16,1-2-184 0,-1 1-270 0,3-2-228 0,-2 0-212 16,2 0 10-16,2-1 401 15,0-2 459-15</inkml:trace>
  <inkml:trace contextRef="#ctx0" brushRef="#br1" timeOffset="79680.71">6891 10759 540 0,'-1'0'1068'0,"-1"-3"261"0,-1 3-42 0,0-1-294 16,0 1-364-1,0 0-217-15,1 0-119 0,-1 0-74 0,1 0-71 16,2 0-58-16,-3 0-38 0,3 0-29 15,0 0-17-15,0-2-10 0,0 2-6 0,0-2-6 0,2 1-45 16,-1-2-51-16,4 2-49 0,-3-2-79 0,3-2-132 16,-1 2-171-16,1-1-231 0,-2-1-228 0,2 3-214 15,0-2 8-15,0 2 342 0,-1-2 419 16</inkml:trace>
  <inkml:trace contextRef="#ctx0" brushRef="#br1" timeOffset="80264">7083 10365 259 0,'0'0'642'15,"0"0"333"-15,-2 0 134 0,1 1-242 0,-1 1-245 16,0 1-182-16,-1 2-139 0,2 1-95 0,-1 5-66 0,-1 2-47 0,3 3-34 15,0 3-20-15,3 2-4 0,-3 4 2 16,5 1-6-16,-2 3-2 0,2-1-1 0,1 1-4 0,1-2-7 31,2 0-6-31,-1-2-2 0,2-2-6 16,0 0-3-16,1-6-2 0,1-2 1 0,0-2-2 16,-1-1 2-16,-1-6 3 0,2-2-1 0,-2-2 3 15,2-6-1-15,-2-2-2 0,0-3 0 0,-1-4-2 16,0-4 0-16,-2-1 0 0,-1-2 2 15,-1-2 1-15,1 1 1 0,-4 1 3 0,-1-4 1 0,-1 4 1 16,-1-1-2-16,-1 1 1 0,-4 0-2 16,0 1 0-16,-1 1 1 0,-1 1-3 0,-4 0 9 15,2 1 16-15,1 3 25 0,-4 1 21 0,2 2 13 0,1 1-2 16,-2 3-10-16,1 4-16 0,0 2-19 16,1 2-25-16,-1 4-15 0,2 3 0 0,3 1 0 15,-1 4-5-15,1 1-34 0,1-1-36 0,0 4-36 16,2 1-86-16,0-1-138 0,0-4-185 0,3 4-269 15,0-4-236-15,3 0-205 0,-1-4 69 0,4 1 408 16</inkml:trace>
  <inkml:trace contextRef="#ctx0" brushRef="#br1" timeOffset="81432.25">7644 10387 20 0,'2'-5'259'15,"-1"3"168"-15,1-3 188 0,-2 2 62 0,0 0-42 16,-2 2-43-16,1-1-22 0,-1 1-42 15,1-1-63-15,-3 2-94 0,1 0-84 16,0 2-38-16,1-2-18 0,-1 1-23 0,-2-1-15 0,1 2-14 16,-1-1-22-16,0 1-34 0,-1 1-42 15,-1-1-23-15,0 2-18 0,1 0-15 0,-1 2-10 16,1 0-10-16,-1-1-2 0,1 1-1 0,2-1-3 16,0-1-2-16,1 0 2 0,0 2-1 0,1-1-3 15,2 2-1-15,0 1 0 0,2-3 2 0,1 3-2 16,0 1 2-16,2-1 0 0,0 0-1 15,2 2 0-15,2-1 0 0,-1 1 3 0,2 1-1 0,0-3 2 32,0 3 2-32,0-3 0 0,0 3-1 0,-2 1 0 15,0-5 0-15,1 2-1 0,-1 0 1 0,-3-1-1 0,0 2 3 0,0-3 2 0,-1 2-4 32,-2 1 3-32,-1-2-2 0,-2 1 2 0,-1 0 2 15,-1 0 1-15,0-1-1 0,-2-1 1 0,0 1-3 16,-1-2 1-16,1-1-4 0,-2 2-2 0,0-2-5 15,-1-3-20-15,0 0-47 0,-1-2-50 0,-1 0-46 16,2-3-93-16,0-2-131 0,-1-3-138 16,1-1-170-16,0-1-241 0,2-2-212 0,-2-1 4 0,3-2 298 15,-1-1 373-15</inkml:trace>
  <inkml:trace contextRef="#ctx0" brushRef="#br1" timeOffset="81664.09">7543 10349 259 0,'3'-2'615'0,"-3"2"277"0,2-2 106 0,-1 2-245 16,1 0-212-1,0 2-178-15,-1 0-111 0,2-1-63 0,-1 2-45 16,2 0-38-16,-1 0-37 0,2 0-28 16,0 0-14-16,2 1-12 0,-1-1-6 0,3 0-2 15,-1 0-1-15,2-1-1 0,1-1-5 0,-2 0 2 16,4 1 2-16,-1-2-2 0,0-2 4 0,2 1-5 15,-2 0-45-15,1-1-77 0,1-1-106 16,-1-1-133-16,1 2-263 0,-1-1-259 0,1 0-145 0,-1 0 67 16,0 0 279-16,1 0 320 0</inkml:trace>
  <inkml:trace contextRef="#ctx0" brushRef="#br1" timeOffset="81996.74">7935 10281 334 0,'-6'7'723'0,"1"1"271"16,0 1 85-16,-1-2-259 0,1 0-252 15,0 0-185 1,2 4-118-16,-1-4-66 0,2 2-53 0,1 0-54 16,1 0-39-16,0 0-26 0,1 1-12 0,2 1-9 15,3 0-4-15,1-1-3 0,-1 2-1 16,2-2-1-16,3 1 0 0,-1-1 1 0,-1 1-2 15,2 0-2-15,0-1 3 0,0-1-3 0,0 1 1 16,0-1 0-16,-1 0-2 0,2 1 5 0,-4-3-2 0,1 4 2 16,-2-1 3-16,1-1 9 0,-3 1 11 15,-2 0 0-15,0 1 1 0,-3 1 4 0,0-4 0 16,0 4-4-16,-3-2-8 0,0 1-2 0,-2-2-4 16,-1 1-3-16,-2 0-10 0,-2-1-18 0,-1 0-36 15,-1 1-71-15,-3-3-98 0,1 1-122 0,0-4-147 16,0 1-289-16,0-2-217 0,2-2-57 15,0-1 168-15,1-3 321 0</inkml:trace>
  <inkml:trace contextRef="#ctx0" brushRef="#br1" timeOffset="82230.92">7876 10429 247 0,'5'-5'557'0,"2"-1"224"16,-4 0 95-1,2 3-171-15,1 0-187 0,0-2-132 16,0 5-73-16,3-2-42 0,1-1-24 0,0 0-72 16,1 0-58-16,3 0-47 0,-1 0-31 0,1 0-16 15,2 0-10-15,0-1-5 0,0 1-3 0,1-2 0 16,-1-1 2-16,1 2-2 0,-1-1-31 0,-2 1-91 16,1 0-140-16,-3 0-264 0,-1 2-265 0,2-1-243 15,-2 3-107-15,-2-1 224 0,-1 1 412 16</inkml:trace>
  <inkml:trace contextRef="#ctx0" brushRef="#br1" timeOffset="86125.05">8767 9672 165 0,'3'2'410'0,"-2"0"175"0,1-2 110 15,1 2-201 1,-3-2-204-16,2 1-129 0,-1-1-72 0,1 0-32 16,-2 0-18-16,3 0-12 0,-1 0-3 0,1 0-9 15,0-1-6-15,3-1-8 0,1 2 39 0,-1-1 48 16,2 0 26-16,1-1 12 0,1 2 6 0,0-2 11 15,2 2 27-15,-1 0-16 0,0 2-4 0,3-2-8 16,-1 2-4-16,1-2-10 0,-3 1-57 16,3 0-28-16,-2-1-17 0,-1 2-8 0,1-1-5 15,-2 1-3-15,-1-2-1 0,2 1-4 0,-3-1 2 16,-1 1-3-16,-1-1 0 0,0 2-2 0,-1-2 2 16,-2 2 0-16,0-2 0 0,0 1 0 0,-1-1-1 15,0 2-37-15,-1-2-66 0,-2 1-96 0,-1 1-124 16,0-1-246-1,-1 1-249-15,0 1-120 0,-2-1 59 0,-2 0 252 0,0 2 286 0</inkml:trace>
  <inkml:trace contextRef="#ctx0" brushRef="#br1" timeOffset="86474.88">8746 9932 121 0,'5'2'413'0,"-2"-2"211"0,0 0 130 0,1 0-142 0,0 0-241 0,2 0-167 15,-1 2-108-15,2-1-50 0,1 0 49 0,2 1 35 16,0 0 17-16,4 0 9 0,0 0 8 15,-1 1 60-15,3-3-37 0,0 0-25 0,3 0-17 0,-2 0-8 32,-1 0-11-32,1-3-57 0,-1 1-29 15,0 0-15-15,-3 0-8 0,1 0-5 0,-3 1-3 16,-1 0-2-16,0-1-1 0,-2 0-45 0,0 1-93 16,-1 0-119-16,-1-1-191 0,-2 0-276 0,1 2-236 15,0 0-82-15,-5 0 185 0,0 0 334 0</inkml:trace>
  <inkml:trace contextRef="#ctx0" brushRef="#br1" timeOffset="118284.35">9859 9879 155 0,'-6'5'319'0,"1"4"136"0,-1-2 53 16,-2-1-118-16,2 1-77 16,-1-1-15-16,2 0 28 0,2-1 31 0,-3-1 27 15,3 0 6-15,2 0-13 0,-1 0-33 0,2-1-50 16,-2-3-57-16,1 2-49 0,-1-2-41 0,2 0-32 16,-2 0-14-16,2 0 1 0,0 0 11 15,0 3 17-15,0-3 12 0,2 1 4 0,-2-1-13 16,0 0-22-16,2 0-25 0,-2 0-28 0,1-1-20 15,-1-2-20-15,2 3-4 0,1-2-2 16,0-5-3-16,3 1 0 0,-1-4-2 0,1 0 2 0,3-5 2 16,1 1 5-16,0-5 2 0,1-2 2 0,1 0 2 15,0-4-1-15,-1 0-3 0,3 0-3 0,0 0 0 16,0-1-2-16,-1 0 0 0,1 1 0 0,-3 1 2 31,1 2 0-31,0 2 3 0,-2 2-1 0,-2 3 1 16,-1 3-2-16,0 0-6 0,-4 4-5 0,2 2 1 15,-4 1 2-15,1-1-3 0,1 4 1 16,-3 2 6-16,3-5 1 0,-3 4-3 0,0 0-4 16,2 1 1-16,-2 0-1 0,0 0-3 0,3 1 0 0,-2 0 1 15,1 4 1-15,-1-3 0 0,1 4 4 16,1 1 5-16,1 3 3 0,-1-1 4 0,0 5 4 16,2 1 3-16,1 2 1 0,-2 3 1 15,1 2 1-15,0 3 7 0,0 4 0 0,0 2 0 0,0 4-2 16,-1-1-2-16,2 3-1 0,-2 1-8 0,-1 1-2 15,-2-2-3-15,3 3-8 0,-3-3-4 0,2-1-5 16,-3-1-3-16,2-4-3 0,-2-2-1 16,3-4 2-16,-3-2 2 0,3-2-1 0,0-5 0 15,-3-3 0-15,2-1-2 0,-1-5 3 16,-1 1-2-16,2-1 2 0,-2-4 0 0,0-2 0 16,0-1 6-16,0-2 2 0,2-2 2 0,-2-3-1 0,0-1-1 15,1 1 0-15,-1-4-9 0,2 1-10 0,-1-1-11 31,-1 2-16-31,2 1-22 0,1-3-46 0,-1 3-64 16,-2-1-66-16,2 0-116 0,-1 2-163 16,1-4-261-16,-1 4-270 0,2-2-215 0,0 1-128 0,-1-1 291 0,1 0 519 0</inkml:trace>
  <inkml:trace contextRef="#ctx0" brushRef="#br1" timeOffset="119018.12">10726 9512 44 0,'6'-7'332'16,"0"1"228"-16,-1-1 202 0,0 2 11 0,-2 0-132 15,0 1-84-15,1 0-65 16,-3-1-53-16,-1-1-51 0,0 3-28 0,0-1-13 16,0 1-39-16,0 0-38 15,0 2-23-15,-1-3-24 0,-3 3-34 0,1-2-49 0,0 1-33 0,-2 1-19 16,0 0-17-16,-2 1-11 0,0-2-10 15,-1 2-9-15,2 0-7 0,-5 2-7 0,3-1-6 16,0 2-5-16,0-1-4 0,-3 2-5 0,2 2-2 16,-1 1-3-16,-1 1 0 0,0 2-1 0,0 2 0 15,-2 3 0-15,4 0 0 0,-4 5-1 16,4-1-1-16,-1 4 1 0,2 1-1 0,-1 2-1 16,2 4 0-16,1-1 0 0,1 4-1 0,2-1-2 0,3-1 2 31,0 0 1-31,2-2 0 0,2 0 1 0,1-1 0 15,2-1 1-15,1-1-1 0,2-1-1 0,2-2 2 16,0-2-1-16,1-2 1 0,0-1 0 16,1-3 0-16,0-1 1 0,3-5-1 0,-2 2 0 15,2-5 1-15,-3-2 0 0,2-2 1 0,-2-1-1 16,-1-2-1-16,-2-1 2 0,-3 0-1 0,1-2 1 16,-4 0 0-16,0-4 0 0,-2 0 2 0,-1-2-1 15,-2-1 0-15,-2-2 0 0,0 1 0 16,-1-1-1-16,-2 0 0 0,-1-2 0 0,-1 3 0 0,-2 0-2 15,1 1 1-15,-2-1 0 0,0 1-1 16,0 4-1-16,-2 0 0 0,2 2 2 0,1 1-1 16,-4 2 0-16,4 2 0 0,-1 0 0 0,1 2 0 15,-1 1-2-15,2 3 0 0,0 0 0 0,-1 2-1 16,1 3 0 0,2-1 0-16,-1 2 0 0,1 1 0 0,2 1-1 15,0-1-2-15,1 2-8 0,1-1-12 16,1-1-17-16,1-1-27 0,0 0-58 0,1-3-59 15,1 1-56-15,1-3-88 0,2-1-127 0,1-2-149 16,2 1-235-16,0-4-214 0,2-1-176 0,2-1 59 16,-1-2 377-16,3-1 411 0</inkml:trace>
  <inkml:trace contextRef="#ctx0" brushRef="#br1" timeOffset="119451.56">11037 9701 221 0,'5'-5'568'16,"-4"3"286"-16,1 1 150 0,-2 2-167 0,-2 2-213 0,2 3-153 15,-1 4-111-15,-2 3-74 0,1 4-61 0,2 2-62 0,0 3-46 16,2 2-22-16,2 3 0 0,1 3 7 0,0 0-2 16,3 0-4-16,0 2-14 0,4-4-18 0,-2 0-26 31,4-2-20-31,0-5-3 0,2-1-12 0,3-6 2 15,0-1-4-15,0-6 3 0,3-3 0 0,-1-6-6 16,1-2 3-16,-3-7-4 0,1 2 1 0,-2-7-4 16,-1-1 1-16,-1-3 0 0,-2-4-1 15,-4 0 5-15,2-1 6 0,-5-3 2 0,-1 3 2 16,-3-1 2-16,-3-2-3 0,-3 1 3 0,-2-1-2 16,-1-2 1-16,-5 0-5 0,0-2 4 0,-2 1 2 15,-4-1 3-15,0 2 19 0,-1 2 17 0,-1 4 16 16,0 1 1-16,-1 5 4 0,-2 4-5 0,2 3-20 15,-2 4-17-15,0 5-16 0,0 3-7 16,3 5-8-16,-1 3 0 0,4 3-1 0,-2 1-8 0,5 5-28 16,1 2-53-16,4 2-50 0,3 0-111 15,2 0-161-15,3 3-296 0,2-2-278 0,3 1-228 16,3-1-150-16,2-2 275 0,2 0 530 0</inkml:trace>
  <inkml:trace contextRef="#ctx0" brushRef="#br1" timeOffset="120534.42">11905 9991 346 0,'3'2'647'0,"-3"-1"278"0,2 1 111 0,-2-2-234 15,0 1-209 1,0-1-140-16,0-1-99 0,0 1-84 0,0-3-77 16,0 0-71-16,0-3-41 0,1-2-30 0,-1-2-2 15,2-2 8-15,1-4 14 0,2 2 9 16,0-4 4-16,0-4 2 0,2 1 7 0,1-1-3 15,-1 0-11-15,-1-1-1 0,3-1-9 0,-2 3-5 16,-1 0-20-16,1 3-15 0,-1 2-1 0,0 2-4 16,-3 2 2-16,0 4 7 0,-1 1 6 0,1 1 3 15,-3 1-7-15,2 3-2 0,-1 0-4 0,-1 0-6 16,0 4-9-16,2 1-4 0,-2 3-3 16,0 2-2-16,0 3-1 0,3 3-1 0,-3 3 0 0,3 2-1 15,-1 2-1-15,2 2 2 0,-1 1-1 0,1-2 0 31,-1 2 1-31,0-1 1 0,2-2 2 0,0 0-1 16,0-3-1-16,2-2-1 0,-2-3-1 16,1-2-1-16,1-2-1 0,-1-1-1 0,2-4 0 15,-2-2 1-15,2-2 1 0,0-3 0 0,1-3-1 16,-1-4 1-16,1 0 2 0,0-7-1 0,-1 1 1 16,1-3-1-16,-2-2 2 0,0 1-1 0,-2-1-1 15,2 2 2-15,-6 2 0 0,2-4 2 0,-1 6 0 16,-2 2 1-16,0 0 1 0,0 2 5 15,0 4 1-15,0 1 3 0,0 0-1 0,0 4 0 16,0-2 0-16,0 3-8 0,0 0-3 0,0 2-4 16,2 2 0-16,-1 3-3 0,1 3-2 0,-1 2 2 15,1 1 0-15,2 3 0 0,1 0 0 0,-2 2 2 16,1 2 2-16,0 0-1 0,1-1 0 0,0 1 1 16,1-2-1-16,-1 0-1 0,1-2 0 0,-1-3 0 31,1 0-1-31,2-4 0 0,-2-1-1 0,2 0-3 15,1-3-14-15,1 0-52 0,-2-4-71 0,-1-2-112 16,1 0-193-16,1-2-302 0,-3 0-334 0,2-1-289 16,-1-4-130-16,0 3 341 0,-2-2 635 15</inkml:trace>
  <inkml:trace contextRef="#ctx0" brushRef="#br1" timeOffset="121784.58">12613 10033 171 0,'3'4'453'0,"-3"-4"212"0,0 2 123 0,2 0-173 16,-2 0-179-16,3-2-97 0,-3 0-38 0,2 0-1 0,0-2 6 15,1-2-11-15,-2-1-27 0,3-3-43 16,0-3-43-16,2-1-43 0,-1-1-29 0,0-3-12 0,3-2-3 31,0-2 3-31,0-2 6 0,0-3 6 16,1 0 9-16,-1-2 10 0,1 0-4 0,-1-1-13 0,-1-1-14 15,1 2-11-15,-1 0-9 0,-2 2-24 16,0 2-8-16,0 2 2 0,-2 5 3 0,0 3 6 16,-3 1-3-16,2 1-1 0,1 4-5 0,-2 1-7 15,-1 4-10-15,0-2-11 0,2 3-6 16,-2 1-7-16,0 1-3 0,0 5-4 0,0 2 0 0,0 3-2 16,1 2 2-16,1 0 0 0,0 5 1 0,1 0-1 15,0 2-2-15,2 1 0 0,1 1-2 0,0 1-1 16,-1 0 0-16,0-1-1 0,3 2 3 15,-2-3 2-15,0 0 0 0,2-1 1 0,-3-2 2 16,2-3 1-16,-1 0-1 0,3-3-3 0,-1-3 0 16,-1-1-1-16,1-2-1 0,1-1-1 0,0-3 2 15,-2 1 2-15,2-3-1 0,-1-3 2 16,0 1 0-16,-1-7 2 0,2 0-1 0,-3 0-1 16,2-3 0-16,0-1-1 0,1-2 0 0,-2 0 1 15,-1-1 1-15,1 2-2 0,-1-1 1 0,0 0 0 16,-3 2-1-1,2 1 0-15,-2 4 0 0,0 0 0 16,-1 2-1-16,-2 2-1 0,3 1 1 16,0 3-1-16,-1 3 0 0,1 3 2 0,2 3 1 15,-2 2 1 17,0 6 0-32,0-4 0 0,43 139 9 0,-38-141-11 15,-2-2-2 16,2-3 1-31,0-2 0 0,46-52 2 0,-38 24 1 0,-4-4 0 0,6-4 0 16,-4-2-1-16,3 0 2 16,-2 0-3-16,0 3 2 0,-2 3 1 0,0 3 0 15,-2 4-2-15,-2 4-1 0,-4 5-1 0,4 2-1 0,-4 2-1 0,2 6 3 16,-3 2 0-16,3 2 3 0,-1 6 1 0,0 2 1 16,-1 4 1-16,0 4-2 0,0 2 0 0,-1 3-4 15,2 2-1-15,1 2-1 0,-1-2 1 0,-1 4 0 31,3-1-1-31,0-1-1 0,-2 0-13 0,2 0-44 0,0-5-73 0,1 2-123 0,1-5-232 16,0-1-300-16,-1-4-345 0,0 2-315 16,-2-4-103-1,-1-3 460-15,-1-2 682 0</inkml:trace>
  <inkml:trace contextRef="#ctx0" brushRef="#br1" timeOffset="129937.08">1097 788 18 0,'0'0'213'0,"0"0"121"16,0 0 122-16,0 0-73 0,0 0-89 15,0 0-37 1,0 0 2-16,0 0 28 0,0 0 30 0,-6 4 27 16,4-1 4-16,2-3-16 0,0 0-37 15,0 0-52-15,0 0-58 0,-2 4-49 0,2-4-39 16,0 0-31-16,-1 6-28 0,1-6-15 0,1 8 0 15,-1 0 7-15,2 2 5 0,0-2 5 0,-1 3 10 16,4 2 19-16,-2-2 0 0,0 1-3 0,0 3 4 16,-1-2 3-16,1 5-5 0,-1-4-9 0,-2 4 3 15,0 0 1-15,0 2 11 0,0 2 0 0,-2 0 3 16,2 3-10-16,-2-2-5 0,1 0-14 0,-1 1-13 16,1-1-13-16,-1-2-9 0,0-2-5 0,1-2 0 15,1 0-1-15,0-4-7 0,0-3 2 0,0-1-2 16,1-2 1-16,1-1-7 0,-2-6 5 15,0 0 4-15,0 0-7 0,0 0 1 0,0 0 0 0,0 0 8 16,0 0 0-16,0 0 1 0,0 0 4 0,0 0 6 16,0 0 6-16,0 0 9 0,0 0 8 0,0 0 4 15,3-6 6 1,0-2-2-16,1-3-4 0,-1-1-13 0,0-2-8 0,-1-2-9 0,2 0-8 0,-1-1-2 0,0-1 0 31,1-1-4-31,-1 0 1 0,-2 2-1 16,4-4 0-16,-3 3 1 0,1-3-3 0,-1 1 4 0,4 1-2 15,-3-1 3-15,0 0 0 0,0 2 1 0,2 1 2 16,-2 0-2-16,2-2-2 0,0 1-3 0,1-1 0 16,0 0 0-16,1-2-3 0,-1 1-1 0,3 5 2 15,1-2 0-15,-2 2 3 0,4 1 1 16,1 0-2-16,2 5 0 0,2-2-3 0,0 2 3 16,-1 2-3-16,0 1 0 0,-3 1 2 0,-1 1 1 15,2 3 3-15,-4 1 0 0,2 0 1 0,-2 1 2 16,0 3 0-16,-4 1 3 0,3 1 0 0,-4 2 3 15,0 0 13-15,-2 4 9 0,-1 3 8 0,-2 0 0 0,-2 4 4 16,0 1-4-16,-1-1-13 0,-3 0-8 0,-1 3-9 16,0-2-3-1,-1 0-2-15,-2-1 3 0,1 1 1 0,-2 0 3 0,3-4 4 0,-3 2 3 0,-2-1-2 0,0-2 1 16,-4 1 0 0,1-1-4-16,0-2-5 0,4 0-2 15,-1-1-1-15,2-1-3 0,1-2-3 0,1-1 1 16,3-2-4-16,1 0-2 0,2-2-2 0,-1 1-2 15,4-5-2-15,0 0 2 0,0 0 0 0,2 6 4 16,0 0 2-16,1-4 2 0,2 4 0 0,0-1 0 16,1-1 2-16,3-1-2 0,-1 2 2 0,2-3 0 15,4 1 0-15,0-1 2 0,0 0-3 0,-1 0 2 0,0 1-2 16,-1 0 0-16,-2-1 2 0,1-1 0 0,-2 1 1 16,-1-1-2-16,0 2 1 0,1-2-3 0,-2 3 1 0,1-3-2 15,0 2 2-15,0-1-1 0,0 0 2 0,-2 1 2 0,2-1-2 16,1-1 1-16,-2 4-1 0,1-5-1 0,0 2-3 15,-1 1-2-15,1-3-9 0,-1 1-38 0,-2-1-46 0,-1 0-48 16,2 0-58-16,-1-1-103 0,-2-2-143 0,-1-2-146 16,-1 2-244-16,1-3-226 0,0 0-141 0,-1-1 151 0,-2-2 396 15</inkml:trace>
  <inkml:trace contextRef="#ctx0" brushRef="#br1" timeOffset="130302.9">1721 745 240 0,'3'-3'564'0,"-1"2"270"16,1-1 160-16,-1 2-191 0,1 0-194 0,-3 0-148 15,0 0-97-15,-1 0-66 0,-1 0-62 0,0 0-65 16,2 0-58-16,-3 2-40 0,0-1-25 0,1 3-20 15,-1 4-14-15,-2 1-7 0,2 3 0 0,-3 2-1 16,3-1-6-16,-2 4 3 0,2 0-4 0,0-1 2 0,-1 3 0 16,1 1 0-16,2 0 5 0,-1-1-6 0,2 0 0 0,0 2-3 15,0-2-1-15,2 0-2 0,1 0-2 0,0-2 5 16,0 1 3 0,2-3 2-16,0 0-1 0,4-2 3 0,-1-1 0 15,0 0 1-15,2-3-6 0,0 2 1 0,2-3 1 0,-1-2-1 16,3-2-3-16,-1-1 1 0,1 0 4 0,2-3-5 15,1 0-1-15,-1-3 2 0,3 0 6 0,-2-1-1 0,2-2-2 16,-2-2 1-16,1-2 0 0,1 2-2 0,-3-2-16 16,3 3-15-16,-2 0-23 0,-4 1-57 0,1-3-100 15,-3 0-121-15,-1 0-133 0,-2-2-241 0,-1 0-243 0,1 4-118 16,-3-2 122-16,-2 1 306 0,1 1 305 0</inkml:trace>
  <inkml:trace contextRef="#ctx0" brushRef="#br1" timeOffset="130603.14">1803 750 80 0,'2'0'361'0,"-2"0"193"0,0 1 133 0,2-1-85 15,1 0-239-15,3 0-115 0,2 0-47 0,3-1-14 0,2-1 59 16,4 0 51-16,-1 1 20 0,4 0-43 16,0-2-44-16,0 0-29 0,2 0-66 0,-3-2-58 0,3 2-34 15,-1-1-14-15,-2 0-11 0,0 0-3 0,-2 2-4 16,-3-2-3-16,-1 3-1 0,0 0-5 16,-5 1-14-16,-2 0-60 0,-4 1-108 0,-4 0-141 15,-1 4-243-15,-2 1-262 0,-3 1-196 0,-3 2 2 16,0-1 280-16,-3-1 348 0</inkml:trace>
  <inkml:trace contextRef="#ctx0" brushRef="#br1" timeOffset="130807.05">1763 975 73 0,'3'4'274'0,"-2"-1"125"16,5-2 98-16,-4 2-143 0,4-3-149 0,-1 0-95 0,3 0-42 15,1 0-5-15,-1-3-4 0,2 2-4 16,4-2 0-16,-1-1-2 0,1 0-10 0,2 0-12 0,1-2-8 16,-1 2-3-16,3-1-1 0,-3 1-2 0,1 0-3 15,-1-1-31-15,1 0-67 0,-2 3-153 0,-1 0-194 0,0 4-87 16,-1-2 12-16,-2 0 111 0</inkml:trace>
  <inkml:trace contextRef="#ctx0" brushRef="#br1" timeOffset="131354.04">2344 735 211 0,'4'0'487'16,"-3"0"204"-16,1 1 99 0,1-1-231 15,0 3-205-15,0 2-114 0,0 1-28 0,2 5 10 16,0 2 22-16,1 2 22 0,-1 1 5 0,1 0-26 0,0 2-44 0,-1 4-42 16,0-3-35-16,-2 3-28 0,2 0-23 15,-2 2-19-15,3-2-13 0,-4 2-7 0,4-1-7 16,-3-1-9-16,2 0-7 0,0-5-5 0,1 0-1 0,-3-2-5 16,2-4 0-16,-2 0-2 0,-1 1 2 0,1-7 0 15,0-1 0-15,-3 1 7 0,0-4 15 0,0 1 25 0,0 0 26 16,0-2 8-16,0-2 11 0,0-1-1 0,-3-2-10 15,0-2-25-15,0 0-27 0,-2-1-9 0,0-2-10 16,-1 0-4-16,0-2-2 0,-2-1 2 0,0-2 1 0,-2 1-3 16,1-1-3-16,-1-3-5 0,1 1-4 0,1-2 0 15,-2 1-4-15,4-1 7 0,-3 0 5 0,4 0 2 16,0 2-2 0,0-1 11-16,4 1-5 0,-1 0-5 0,2-2-7 15,0 2-4-15,3 3 2 0,-1-2-9 16,3 2 6-16,1 1 1 0,2 1 4 0,0 1 1 15,1 2 4-15,3-2-4 0,0 2 0 0,1-1-2 16,1 2 3-16,0 0 2 0,2 1-4 0,-2 1 6 16,3-1 0-16,-2 2 3 0,2 1 4 0,-4 0-1 15,2 2 0-15,-2 0-4 0,1 0 3 0,-2 2-6 16,-1 2 0-16,0-2-3 0,-2 3-5 0,-1 0-24 16,-1 0-31-16,0 0-56 0,-5 2-136 15,-1 2-170-15,-2-1-292 0,-1 1-257 0,1 2-221 16,-5-2-3-16,1 4 392 0</inkml:trace>
  <inkml:trace contextRef="#ctx0" brushRef="#br1" timeOffset="131603.16">2376 891 125 0,'2'3'453'0,"-1"1"253"0,1-1 134 0,-2 0-149 0,1 0-242 16,1-2-176-16,2 2-106 0,0-3-53 16,0 0-13-16,1 0-14 0,0-3-2 0,3 2-13 0,3-2-24 15,0 1-17-15,0 1-9 0,2-2-7 0,0 1-5 16,0 0-2-16,2-1-1 0,-1 0 2 0,0 1-2 16,2-1 2-16,-2 2-3 0,2-3-24 0,0 2-78 0,-2-3-108 15,2 1-165-15,-2 0-269 0,0-1-191 0,2 0-59 16,-3 2 165-16,0-1 280 0</inkml:trace>
  <inkml:trace contextRef="#ctx0" brushRef="#br1" timeOffset="139359.07">3883 1011 88 0,'-3'3'344'0,"-1"2"206"0,3-3 191 0,-3 3-69 16,3-3-124-16,1 3-67 0,0-2-34 0,0 0-34 15,-2-3-50-15,2 2-58 0,0-2-67 0,-1-2-64 0,1 2-57 16,0 0-47-16,0-1-27 0,0 1-20 15,0-2-5-15,0 2-4 0,1-1 5 0,-1 1-6 0,0-2 24 16,2 1 28-16,-2-3 25 0,3 3 23 0,0-2 14 16,2 0 9-16,0-1-12 0,3-2-17 0,-2-2-18 15,2-1-23-15,0-2-16 0,0-2-8 0,1 0-12 16,1 0-8-16,-1-4-7 0,4 2-2 0,-2-2-5 16,0 0-6-16,2-2-1 0,-2-1-2 0,3 1 3 15,0 0-2-15,-1 1 1 0,-2 2 6 0,0 1-2 31,0 2 0-31,-1 1 0 0,-4 4 1 0,2 0 11 16,-2 2 2-16,-3 1 7 0,0 1 5 0,-1 2 1 16,0 0-2-16,-1 2-10 0,1-3-5 15,-2 2-6-15,0 1-2 0,1 0-1 0,-1 0-1 16,0 0-1-16,2 1 0 0,-2 4 1 0,0 0-3 16,0 3 1-16,2 2 1 0,-2 3 3 0,0 3 0 15,-2 5 1-15,2 1-1 0,-3-1 1 0,1 2-1 16,-1 2-1-16,0-1-2 0,-2 1 0 0,2 0-1 15,-3-4-2-15,3 2 0 0,-1-3-1 0,1 1 4 16,0-3-2-16,0-2 0 0,1-1-1 0,-1 1-1 0,1-4-1 16,2-1-2-16,-4 1 0 0,4-3 0 0,-2 1 3 15,2-2-2 1,-1-2 0-16,1 2-2 0,0-3 0 0,0-1-6 0,0-1-17 0,0 0-44 0,0-2-50 16,1-1-49-16,1-3-69 0,1 1-128 0,0-6-159 15,0-3-213-15,0-1-235 0,4-1-210 0,-1-2-61 0,3-3 331 31,1 0 440-31</inkml:trace>
  <inkml:trace contextRef="#ctx0" brushRef="#br1" timeOffset="139758.65">4316 883 140 0,'2'17'356'16,"-2"-3"150"-16,1 4 120 0,-1 1-150 0,2 0-109 15,1 0-37-15,-3 3-6 0,4-3-6 0,0 1-26 16,0-4-53-16,0 0-59 0,0-3-70 0,3-1-49 16,-1-3-32-16,3-2-12 0,-1-1-7 0,2-2-3 0,-1-1 4 15,2-3 4-15,-1-4 14 0,2-2 13 0,0-3 12 16,-1-1 1-16,1-5 1 0,-2-2 2 0,2-2 14 16,-2-2 9-16,0-3 27 0,0 1 22 0,-3 1 15 15,-2 0 6 1,-2-3-12-16,0 2 5 0,-1 4 10 0,-4 0 29 15,0 5 13-15,-2-3-7 0,-1 3-13 16,-4 0-19-16,-1 1-33 0,0 2-39 0,-2 0-28 16,-1 4-12-16,0 2-11 0,-1 3-12 0,0 0-8 15,-2 4-7-15,2 5-6 0,-2 5-2 0,3 1-4 16,1 3 2-16,-1 2 2 0,4-1-2 0,-2 3 1 16,3 1 1-16,1 1 0 0,1 1-4 0,4-2-17 15,-2 0-42-15,2-3-56 0,4 2-50 0,1-5-66 16,0 1-103-16,2-4-127 0,1-2-114 0,2 0-179 15,3-3-233-15,0-2-148 0,-1-2 89 0,5-2 320 16,0-4 346-16</inkml:trace>
  <inkml:trace contextRef="#ctx0" brushRef="#br1" timeOffset="140094.23">4640 869 126 0,'0'8'380'0,"0"4"194"15,0 1 152-15,0 4-121 0,0-2-134 16,1 4-87-16,1 1-47 0,1 1-26 0,2 0-38 0,0 0-51 16,0-1-55-16,4-1-52 0,-1 0-43 0,0-2-29 15,4-3-19-15,1-1-10 0,0-2-6 0,3-5 1 16,-2-3 0-16,5-4-1 0,0-6-1 0,-2 1 0 0,2-9-1 16,-3 0 1-16,1-3-2 0,-2-3 1 0,-1-2 3 15,-3 1 27-15,-5 0 47 0,0 0 40 0,-4-3 29 16,-2 4 56-16,-4 2 51 0,-1 2 6 0,0 2-32 15,-5 0-27-15,-2 4-24 0,-2-3-44 0,-2 1-42 16,0-2-30-16,-3 4-16 0,0 0-12 0,-2 4-12 16,3 4-8-16,0 2-8 0,1 3-6 0,2 3 0 15,3 3-4-15,-1 3-1 0,5 2 1 0,-1 4-2 16,1-2-30-16,3 4-58 0,2 3-61 0,0-1-113 16,1 2-179-16,0 2-311 0,4 0-292 0,1 2-235 0,1 0-126 31,2 0 331-31,5 1 559 0</inkml:trace>
  <inkml:trace contextRef="#ctx0" brushRef="#br1" timeOffset="141293.2">5247 988 30 0,'-1'0'300'0,"1"1"219"0,-2 1 215 15,2 1 20-15,-1-1-93 0,-1 1-95 0,0-2-72 31,2 2-72-31,-3-3-66 0,3 2-75 0,0 0-71 16,-3-2-62-16,3 1-47 0,-2 0-31 0,1 3-19 0,-1-2-3 16,-1 3-8-16,1 1-7 0,-2 0 0 0,-1 3 10 15,0 1 4-15,2 3-3 0,-2 3 5 0,-1 0-1 16,1 4 0-16,-1 0-16 0,1 2-11 0,2 0-3 16,-2 2-5-16,2 0-3 0,-2 0 3 0,2 0 10 15,0-1 0-15,2-2 1 0,-1-3-5 0,2 0 0 16,0-3-10-16,0-3-9 0,2 0 0 0,-2-4-5 15,1 0-1-15,-1-2 1 0,0-3 0 0,0 0 2 0,0 0-2 16,3-2 1-16,-3-1 4 0,0-1 1 0,2-2 8 16,-1 0 2-16,-1-3 2 0,2-1 3 0,-1-2-6 15,1-1-8-15,1-3-13 0,-1 0-1 0,-1-1-6 16,1-2 1-16,1 1-4 0,-1-3 5 0,1 1 7 16,0-1-1-1,0 0 5-15,0 0-1 0,-1-2 7 0,3 3 0 16,-4-1 0-16,2 0 1 0,-1-1 1 0,1 0 2 15,-1 1-5-15,1 1 8 0,0-2 13 0,-1 1 21 16,-2 1 11-16,3 2 11 0,-3-2 11 0,0 3 1 16,0-1-5-16,0 3-9 0,-3 1-2 0,3 0-2 0,-2 3-3 15,1 2 1-15,-1-2-3 0,2 1-5 0,-3 3-5 16,3 0-7-16,-2 0-9 0,2 3-6 0,0-1-5 16,0 1-6-16,0-1-5 0,0 2-4 0,0 0-1 15,0 0-1-15,0 2 0 0,0-1-1 0,0 4 0 16,0 2 2-16,0 0-1 0,0 4-1 0,2 2 0 0,-2 1 1 15,0 1 3-15,3 3-2 0,-3-1 2 16,3 2 0-16,-1 1 0 0,2-3 0 0,-2 2-2 0,1-2-1 16,0-3-2-16,2 0 1 0,0-3 0 0,-2 0-2 15,2 0 2-15,1-5-2 0,0 0 1 0,1-3-2 16,-1-2 1-16,3-1 1 0,-1-4 0 0,0-2 3 16,0-3 0-16,3-4 3 0,-3 0-2 0,2-2 1 0,-1-1-1 15,-1-2 0-15,0 1 0 0,-1 1-1 0,-3-1 1 31,2 3-1-31,-1 1 3 0,-2-2 1 0,-1 5 0 16,-2 1 2-16,1 2 1 0,1 2-1 0,-2 1-1 16,0 0-2-16,0 3 1 0,0-2-4 0,0 1 0 15,0 2 0-15,0 2 0 0,0 1-3 0,0 0 2 16,0 4-1-16,0 1 0 0,-2 2 2 0,2 2 0 0,0 0 0 16,0 4 0-16,0-2 0 0,0 3 0 0,2-1-1 15,-2 1-1-15,0 1 2 0,2 0-1 0,-1-2-3 16,1 0 2-16,0 2-2 0,-1-4-4 0,2 1-13 0,-1-1-41 15,4-1-55-15,-3-2-53 0,-1-2-84 16,1-2-115-16,0-3-146 0,0-2-133 0,2-2-224 0,-2-2-227 16,3-2-80-16,1-3 181 0,-1-2 367 0</inkml:trace>
  <inkml:trace contextRef="#ctx0" brushRef="#br1" timeOffset="142059.03">5593 1107 78 0,'2'-2'341'0,"-2"-1"193"0,0 2 147 0,0-2-89 16,1 0-141-16,1 0-90 0,-2 0-42 0,2 0-18 16,-1 0-6-16,1-2-12 0,1-2-35 0,0 2-14 15,1-4-33-15,0 2-27 0,-2-2-22 0,4 0-18 0,-3-2-17 16,2-1-33-16,-2 2-16 0,0-3-12 0,-1 0-5 16,1 1-8-16,2 2-5 0,-2 1-7 0,0-1-2 15,-2 2-3 1,1 3 2-16,0-1 3 0,-1 1 7 0,-1 3 7 15,2 0 4-15,0 2-3 0,-1 3-7 16,-1-2-2-16,3 2-8 0,-3 0 8 0,2 2 25 16,-2 3 19-16,3 1-5 0,-3 1-2 0,0 1-3 0,0 1-16 15,0 1-30-15,0 1-20 0,0-1 4 0,2 2-2 16,-2-1 0-16,0 0 0 0,1-2 1 0,1 2-3 0,0-3-4 16,0-1-2-16,-2-1 0 0,2-3-4 0,0 0 1 15,-1-1 3-15,2-1 1 0,1-2 0 0,-1-2 1 16,0 0 4-16,2-4-2 0,1 2 1 0,2-6 1 15,-2 1 0-15,2-4 0 0,0 1-3 0,1-1-2 16,-1-1 0-16,2 0 2 0,-2 2-1 0,-2 1-1 16,2 0 0-16,-3 2 0 0,0 1-3 0,-2 1-1 15,1 2 1-15,-2 1 1 0,1 2 2 0,0 0-2 0,-1 4 4 16,1 0 1-16,0 2 3 0,-1 1-2 0,1 4 3 16,-1-1 0-1,1 1 0-15,1 2-3 0,-1 0-1 16,1-1 2-16,-1-1-2 0,2 0 1 0,-2-1 1 0,2 1-5 15,-2-2-3-15,3-2 0 0,0-2-1 16,-1 0-2-16,0-3-1 0,3-2 3 0,0-2 2 16,1-4 0-16,1-5 2 0,2 1 0 0,-2-6 2 15,3 1 2-15,-1-1-3 0,-1-2 1 0,2 4 0 0,-4-1 3 16,-1 3-5-16,0 1 2 0,0 1-3 0,0 3 0 16,-3 1-3-16,-2-1-1 0,2 5 2 0,-2 1 2 0,1-2 2 15,-2 6 2-15,1-1 10 0,0 4 6 0,-1-1 4 16,0 4 1-16,-1 0 4 0,1 2-3 0,-1 2-6 15,1 0-6-15,-2 2-6 0,2 0-4 0,-1 3-4 16,-1-1-4-16,2 0-41 0,1-3-61 0,-3 1-130 16,4-2-234-16,-2 3-289 0,1-4-333 0,0-4-303 15,-1 2-102-15,0-2 483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4T17:53:05.6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22533 805 28 0,'0'-4'265'0,"-1"1"167"0,-1-1 183 15,-1 0 20-15,2 3-72 16,-1 2-21-16,2 3-11 0,0-2-20 0,0-2-56 16,-2 0-73-16,1-2-83 0,-1 0-73 0,2-1-62 15,-1 0-45-15,1 3-29 0,-2 0-14 0,2 4-12 16,-2 2 4-16,2 3 26 0,-1 3 15 0,-1 3 12 15,1 3 2-15,-3 5-1 0,1 2-10 0,0 4-28 0,-1 2-17 16,-3 5-14-16,2 0-11 0,1 3-7 0,-3 0-7 16,0-1-6-1,0 2-6-15,1 1-6 0,1-4-1 0,0-1-6 16,0-1 0-16,-1-4-3 0,3-2 0 0,2-5 1 0,-1-4-1 0,0-1 0 0,2-4 0 16,-1-3 0-1,1-2-1-15,0-3 1 0,-2-1 0 0,2-1-1 16,0-2 3-16,0-3 1 0,0-2 3 0,0-4-1 15,0-4 3-15,2-5 2 0,-1-5 0 0,-1-5-2 16,2-3-2-16,0-5-1 0,-2-3 1 0,0-2-2 0,0-4-3 16,0 0 0-16,-2 0-2 0,0-3 0 0,1 2-4 15,-1-1-2-15,1 2-1 0,-1 0 0 0,0 5 2 16,2 1 2-16,0 5 0 0,0 5 2 16,0 5 3-16,0 3 0 0,0 4-1 0,0 5 0 15,0 1-2-15,0-1-1 0,2 7-1 0,0-2-1 16,1 8-1-16,2 0 3 0,-1 6 2 15,5 6 2-15,-2 0 3 0,1 2 4 0,0 1 1 0,0 5 2 16,0-3-2-16,0 3 2 0,0 1-2 0,-1 0-1 16,1-1 1-16,0 0-10 0,-1 0-5 0,3-4 2 0,-2-1-4 15,1-4-4-15,1-1-4 0,0-3 5 16,1-3 6-16,5-3-4 0,-3-4 2 0,0-2 3 0,4-5 4 31,0-3 1-31,0-6 2 0,1-2-3 0,-1-2 3 16,0-3-1-16,1 1 2 0,-2 0 2 0,-2-1 3 15,-2 4 4-15,-2 4 0 0,1 1 3 0,-5 0-1 16,-1 5-6-16,2 1-1 0,-6 2-8 0,2 4-5 16,-1 1-2-16,1 3-1 0,-3 4 0 0,0 4 1 15,-3 4 6-15,0 4 2 0,0 4 1 0,-1 3 1 0,0 4-1 16,-1 1 1-16,0 3 0 0,-3 3-1 0,4 3 6 16,-3 3 4-16,1 2 0 0,-2 2-4 0,0-1 1 15,2 1 0-15,1-3-7 0,0 0-4 0,2-2-17 16,0-8-45-16,3 0-61 0,-5-6-84 0,5-5-151 15,3-5-270-15,-1-5-307 0,2-5-275 0,1-5-202 16,0-8 92-16,2-4 564 0</inkml:trace>
  <inkml:trace contextRef="#ctx0" brushRef="#br0" timeOffset="183.51">23000 1335 8 0,'3'7'491'0,"-1"7"470"0,-2 1 250 16,-2 2-50-1,-1 2-337-15,1 1-312 0,-1 5-156 0,0 0-70 16,-2 0-40-16,2 5-26 0,0-2-27 0,0 0-29 0,-2-1-48 16,2-1-48-16,1-4-33 0,0-1-18 15,1-6-40-15,2 0-57 0,-1-6-70 0,2-3-135 16,0-4-231-16,-1-4-307 0,2-6-289 0,1 0-226 0,-3-7-17 16,3-1 485-16</inkml:trace>
  <inkml:trace contextRef="#ctx0" brushRef="#br0" timeOffset="349.01">23000 1105 226 0,'-4'-7'811'0,"0"3"395"15,-4-1 32-15,3 2-200 0,0 0-415 0,2 0-287 0,0 1-148 32,0-1-80-32,1 3-43 0,1-1-25 0,2 1-16 15,1 1-18-15,1 2-32 0,0 1-131 0,4-3-185 16,-1 2-288-16,5-1-272 0,0-2-269 0,0-2-130 15,2-1 369-15,1 0 506 0</inkml:trace>
  <inkml:trace contextRef="#ctx0" brushRef="#br0" timeOffset="998.7">23266 852 272 0,'4'-6'611'16,"-2"6"300"-16,-1 0 151 0,-1 0-239 0,0 0-223 16,-1 3-149-16,-1 0-113 15,-2 2-81-15,0 2-65 0,0 2-50 16,-3 4-31-16,2 3-17 0,2 3 14 0,-2 8 18 15,-1 2 11-15,3 7 4 0,0 2-3 0,0 5-6 0,1 1-27 16,1 6-19-16,1 1-19 0,0-1-14 0,0 2-12 16,1-1-9-16,1-4-8 0,3-1-8 0,-1-4-7 15,4-3-3-15,0-5-4 0,2-2-1 0,-2-7 0 16,2 0 0-16,3-8 2 0,0 0 0 0,-2-4-1 16,2-4 0-16,1-3-2 0,-1-6-1 0,2-3-3 15,0-5 2-15,0-4-4 0,0-4-16 0,-2-3-44 16,-1-5-54-16,-1-2-47 0,0-1-78 0,-2-1-135 0,-1-1-160 15,-3-2-259-15,3 2-224 0,-3 0-210 0,-1-2 6 16,0 0 381-16,-3-1 440 0</inkml:trace>
  <inkml:trace contextRef="#ctx0" brushRef="#br0" timeOffset="1283.27">23551 709 264 0,'2'2'598'0,"-2"2"252"0,0 1 183 16,2 1-159-16,-2 3-239 0,1 0-159 15,-1 3-76-15,2 3-31 0,1 3-50 0,0 4-56 0,1 4-45 16,0 2-29-16,1 3-33 0,-1 1-37 0,0 4-31 16,-1 3-24-16,0 3-14 0,-3 3-12 0,0 3-1 15,0 2 0-15,0 1-11 0,0-2-11 0,-1 2-2 16,1-1 1-16,-2-3-9 0,2-5-3 0,2 1 1 0,-1-7-1 15,2-4-35-15,1-2-59 0,0-7-58 16,2-5-86-16,1-4-148 0,-1-5-235 0,2-3-281 16,1-5-232-16,3-2-193 0,-3-5 87 0,5-2 470 0</inkml:trace>
  <inkml:trace contextRef="#ctx0" brushRef="#br0" timeOffset="1700.03">23861 1491 217 0,'4'9'470'0,"-3"-1"196"16,2 3 97-16,2-2-206 0,0 1-167 0,1-2-98 15,0 3-54-15,2-5-5 0,1 0 9 0,3-2-23 16,1-2-28-16,1-2-22 0,0-4-22 0,3-3-31 16,-1-4-30-16,1-3-19 0,1-4-12 0,3-3-14 15,-5-3 3 1,2-2 12-16,0-1 14 0,-6 0 7 0,0 2 12 16,-3-1 20-16,-4 2 27 0,-2 3 33 0,-3 3 17 15,-3 2 7-15,-2 2-6 0,-4 1-16 0,-3 4-32 16,0 3-40-16,-6 1-28 0,1 5-16 0,0 5-10 15,-4 3-10-15,3 2-7 0,-2 5-6 0,0 3-3 16,2 3-6-16,1 4-8 0,2 0-5 0,2 3-2 0,1 0-3 16,3 2 1-16,1-1 0 0,2 1 2 0,2 0 2 15,3-2 0-15,2-1-7 0,3-3-45 16,2-1-62-16,2-4-73 0,0-3-146 0,5-3-230 0,-1-1-313 16,2-6-276-16,0-1-213 0,2-4 12 15,1-2 506-15</inkml:trace>
  <inkml:trace contextRef="#ctx0" brushRef="#br0" timeOffset="2119.16">24424 1269 96 0,'-4'-9'685'0,"-3"6"469"0,-7 1 116 0,1 4-131 16,-2 5-376-1,-1 4-296-15,-3 3-144 0,1 5-71 0,-1 3-44 16,1 4-27-16,2 1-35 0,-2 1-46 15,6 2-38-15,-2 0-27 0,6-1-10 0,1-2-13 0,4-2-3 16,3-6-5-16,3-1-4 0,5-4-1 0,5-6-2 16,-1-6-2-16,6-7-19 0,1-7-45 15,3-5-43-15,3-9-39 0,2-3-49 0,0-9-63 0,2-2-59 16,-1-5 5-16,0-4 18 0,1 0 17 0,-2-1 40 0,-4 1 103 16,-1 2 117-16,-4-2 99 0,-2 3 74 15,-8-2 47-15,-2 3 22 0,-4 0-7 0,-2 3 21 16,0 4 31-16,-4 7-2 0,0 7-15 0,-1 4-22 15,-4 3-33-15,1 9-49 0,0 6-60 0,-2 8-35 16,-1 8-22-16,5 7-10 0,-4 6-12 0,4 5-4 16,-3 3 2-1,4 7 4-15,-2 5 4 0,1 4 1 0,-2 7 22 0,0 5 6 0,-1 6 0 0,-1 5-4 16,-1-1-3-16,5 0-3 0,1-2-13 0,3-3-7 16,4-7-1-1,3-4-6-15,4-9-14 0,4-7-27 0,1-7-69 16,3-5-67-16,0-7-127 0,1-4-199 15,0-6-304-15,-1-4-318 0,0-1-223 0,-1-3-98 16,-2-4 405-16,-1-4 576 0</inkml:trace>
  <inkml:trace contextRef="#ctx0" brushRef="#br0" timeOffset="3734.27">26613 3879 356 0,'8'6'762'0,"2"0"246"0,2-1 21 0,2 2-243 16,7 2-367-16,4 0-167 15,5 2-64-15,5 2-32 0,3-3-17 0,7 1-3 16,7-2-3-16,2-2-34 0,7 1-35 0,3-4-20 16,6-2-20-16,-1-2-14 0,3-5-8 0,2 2-7 15,0-3 5-15,1 2-6 0,0-1-35 0,-3 0-119 16,-4 3-196-1,-7 0-283-15,-7 2-268 0,-7 3-237 0,-10 3-36 0,-7 2 364 0</inkml:trace>
  <inkml:trace contextRef="#ctx0" brushRef="#br0" timeOffset="7144.62">19834 7258 331 0,'2'-1'676'15,"-2"1"292"-15,2-2 113 0,-1 2-274 0,-1-1-226 0,0 0-154 16,0 1-111-16,0 0-80 16,2 0-68-16,-2 1-58 0,2 0-39 0,-1-1-25 15,-1 2-20-15,3 1 3 0,2 1 27 0,-2 2 14 16,2 3 10-16,-1 0 2 0,3 5 36 15,1 0 9-15,3 0-16 0,-3 5-12 0,1-1-9 16,4 3 0-16,-2 2-21 0,0 1-20 0,-2 2-9 16,3 1-4-16,-6-2-3 0,3 4-4 0,-2-4-11 15,-3 2-5-15,1 1-3 0,-2-5-2 0,-1 1-2 16,-2-2-1-16,0-3 3 0,-2-1 5 0,1-3 6 16,-2-2 4-16,-4-1 1 0,2-2 0 15,-5-2-2-15,0-1-4 0,-1-5-5 0,-3 2-4 0,-1-4-6 16,0-4 2-16,-1 2-2 0,-1-6-3 15,-1-1-3-15,-1-4 2 0,0 0 1 0,2-4-2 0,-4 0 1 16,3-2 0-16,1-3 1 0,3 1-2 16,-2 0-1-16,5-1 4 0,0 2 0 0,3-1-1 0,2 4-1 15,1-2-1-15,0 1 2 0,5 1-1 16,0-2-1 0,5 0 0-16,0 2 1 0,1-2-1 15,7-1 1-15,-4 1-2 0,4-1 0 0,3 3 1 16,-2-3-1-16,5 2 1 0,-3-1 0 15,4 5 2-15,2 0 0 0,-2 3 0 0,2 0 1 0,0 2 1 16,0 3-1-16,-1 0-1 0,-1 2 0 16,0 3 3-16,1 0 0 0,0 2 1 0,-1 0 0 15,-1 3 2-15,2 0-1 0,-5 0-1 0,3 3-1 16,-2-2 1-16,-1 1-2 0,-1-2-2 0,1 2 0 16,-3-2 0-16,1 1-1 0,-1-1 1 0,-1 1-1 15,-2-2-1-15,0 0 0 0,-1-1-17 0,-3 1-62 16,-1 1-67-16,0-2-124 0,-2 2-203 15,0-1-309-15,-1 0-332 0,1-1-252 0,-2 0-111 16,2 1 415-16,1-1 609 16</inkml:trace>
  <inkml:trace contextRef="#ctx0" brushRef="#br0" timeOffset="7558.51">20772 7244 84 0,'-3'-6'633'16,"1"4"465"-16,-2 0 152 0,0 1-107 15,1 1-360 1,2 0-285-16,-3 1-135 0,1 1-83 0,2 3-52 0,1 1-39 0,0 0-42 0,1 4-49 15,2-1-42-15,1 0-28 0,0 1-12 0,3 1-4 16,-1-2-8-16,5-1-4 0,-1 1-2 0,2-5 3 16,-1 0-1-16,1-2-1 0,0-4 1 15,-1-2 4-15,-1 0 1 0,0-2 0 0,-1 0 3 32,-5-2 1-32,0 0 2 0,-3 0 2 0,-1 1 11 15,-1 0 6-15,-3 1 5 0,0 0 5 0,-3 3 5 16,1-2-3-16,-5 4-7 0,1 1-7 0,2 0-8 15,-2 3-5-15,1 0-8 0,0 3-3 0,1 0-4 16,0 2 0-16,3 1-4 0,1 2-3 0,0-1-12 16,1 1-49-16,3 3-67 0,2-2-81 15,-1-2-149-15,4 4-252 0,-2-2-317 0,6 3-274 0,0-2-180 16,2 2 77-16,2-2 535 0</inkml:trace>
  <inkml:trace contextRef="#ctx0" brushRef="#br0" timeOffset="7858.92">21286 7746 421 0,'6'9'885'16,"-1"-1"280"-16,-2 1-13 0,-2-3-319 0,1-2-317 16,1-1-205-16,-1-2-121 0,0 1-54 15,-1-2-17-15,2-3-7 0,-1-2 0 16,0-1 11-16,-1-2 16 0,1-2 11 0,-2 0-5 15,-2-3-2-15,1 2-8 0,-4-1-16 0,0 1-18 16,-3 0-19-16,-3 1-12 0,2 3-11 0,-4 1-7 16,0-1-7-16,-1 6-10 0,0 1-6 0,1 1-7 15,1 4-7-15,2 1-6 0,0 2-5 0,4-1-3 16,0 3-1-16,3 1-2 0,1 2-3 0,4-3-12 16,1-2-34-16,3 2-71 0,0-3-82 15,-1-3-149-15,2 0-259 16,-1-2-312-16,3-2-320 0,-1-2-197 0,-1 0 53 0,-1-4 570 0</inkml:trace>
  <inkml:trace contextRef="#ctx0" brushRef="#br0" timeOffset="8475.52">20639 6903 19 0,'-5'-8'343'0,"1"1"290"0,-4-1 305 0,0 0 84 15,-2 2-213-15,1-1-190 0,-2 0-136 16,1 1-83-16,-1 1-72 0,0 4-63 15,3-1-54-15,0 0-41 0,0 4-33 0,-1 0-35 16,4 0-41-16,-1 4-25 0,1 0-16 0,0 3-8 16,1 2-4-16,-1 4-3 0,4 0 0 0,-3 4-4 15,1 2 0-15,2 4 2 0,-3 2-1 0,3 1 0 16,-3 5 0-16,3 2-2 0,-2 2 3 0,-2 2-1 16,2 2 4-16,-2 1 21 0,2 1 16 0,-2 1 9 15,0-1-1-15,1 0-2 16,-4-1-2-16,3-1-18 0,2-1-15 0,-2 1-6 0,0-1-4 0,2-2 0 15,2-1 1-15,-1-2-1 0,2-1-2 16,2-3 0-16,1 0-1 0,2-4 2 0,1-2-2 16,1 0-1-16,2-3 0 0,0-1 0 0,4-4 0 15,3-2-2-15,-2 0 1 0,3-5 0 0,4-1-1 16,0-4 0 0,2-4 2-16,2-2-1 0,1-4-14 15,-2 1-59-15,3-5-59 0,-2-1-117 0,2-1-192 16,-4 0-304-16,1-1-318 0,2 2-232 0,-3-2-113 15,2 1 366-15,-1 3 570 0</inkml:trace>
  <inkml:trace contextRef="#ctx0" brushRef="#br0" timeOffset="8975.51">21216 7079 79 0,'3'-13'452'0,"-1"3"325"16,0 1 217-16,-1 1-37 0,-1 3-260 15,0 0-193-15,4 0-138 0,-4 3-90 16,0-1-65-16,0 1-57 0,1 1-44 0,2-2-26 0,2 3-19 15,-2 0 37-15,2 3 25 0,1-1 11 16,2 2 3-16,1 3 9 0,3-1-1 0,-3 3-41 16,5 0-26-16,2 1-16 0,0 2-14 0,1-1-23 15,1 4-11-15,2-3-8 0,-1 1-4 0,3 2-4 16,0-3 0-16,1 1-4 0,2 0 0 0,2-3 2 16,1 1 2-16,1-2 0 0,1-2 3 15,0 1 3-15,-2-3-1 0,-1 2 1 16,-3 1-3-16,-2 3 0 0,-2-2-1 0,-7 5 0 0,1-1 0 15,-7 4 0-15,-3-1 14 0,-2 4 5 0,-4 1 8 0,-1 0 5 16,-2 3 6-16,-1 1 4 0,-3 1-10 16,-1 2-6-16,1 0-4 0,-4 2-7 0,2-2-6 15,-1 1-6-15,-1 2-3 0,2-5-1 0,-3-1-8 16,2 0-22 0,-2-5-51-16,2-2-63 0,-1-6-104 15,-3 1-180-15,2-5-303 0,-4-2-307 0,1-5-274 16,1-1-155-16,-3-3 276 0,3-4 617 0</inkml:trace>
  <inkml:trace contextRef="#ctx0" brushRef="#br0" timeOffset="9224.57">20918 7386 530 0,'-8'2'1055'0,"-1"2"227"16,0-2-107-16,6 1-310 0,2-3-405 0,1 0-224 0,4 0-113 0,5-5-41 0,1-1-21 15,7-2-9 1,1-3-5-16,2-2-3 0,7-2-5 16,2-2-15-16,1-3-7 0,0 0-17 0,1 1-31 15,1-2-62-15,-5 3-150 0,0 3-265 16,-3 1-282-16,-1 4-275 0,-1 3-216 0,-4 1 69 0,-1 3 518 15</inkml:trace>
  <inkml:trace contextRef="#ctx0" brushRef="#br0" timeOffset="9659.93">22113 7311 74 0,'-7'-2'615'0,"3"2"470"16,-2 0 168-16,1 0-122 0,3-1-402 0,1 1-314 15,1-2-170-15,3 2-86 0,4 0-47 0,3 2-25 0,3-2-5 16,4 1-11-16,5-1-25 0,1 0-19 0,3 0-12 15,1 0-3-15,3-1-9 0,0 1 0 0,0 0-16 16,-1 0-37-16,-4 1-109 16,-3 1-193-16,-1 0-285 0,-4 3-286 15,-6 1-272-15,-1 0-140 0,-5 3 328 16,-3 2 548-16</inkml:trace>
  <inkml:trace contextRef="#ctx0" brushRef="#br0" timeOffset="9808.71">22331 7492 80 0,'-11'9'661'0,"0"0"484"0,1 0 133 0,2 0-142 16,4-1-388-16,-2-1-361 0,8-1-185 0,2 0-101 16,4-1-52-16,3 1-30 0,4-5-12 0,5 2-4 15,3-3-10-15,2 0-33 0,2 0-155 0,0-3-302 16,0 2-263-16,-1 1-265 0,0 0-233 16,0 0 30-16,-4 3 548 0</inkml:trace>
  <inkml:trace contextRef="#ctx0" brushRef="#br0" timeOffset="24762.01">23302 7217 34 0,'-2'0'259'0,"-1"0"151"0,2 0 152 0,1-1-41 16,-2 1-101-16,0 0-44 15,1-1-4-15,-1 1 12 0,1 0 5 0,-1 0-12 0,0 0-30 0,2 0-43 16,0 0-54 0,-1 0-49-16,1-2-44 0,0 2-39 0,0 0-23 15,0 0-19-15,0 0-9 0,0 0-4 0,0 0 2 16,0 0 9-16,0-2 1 0,1 2 6 0,-1-1 25 16,2 1 14-16,0-1 2 0,1-2-9 15,2 0-8-15,2 0-12 0,0-2-26 0,-1-1-22 0,2 2-10 16,3-3-4-16,-2-2 2 0,1 1 1 15,2 1 3-15,1-1-3 0,1 0-3 0,-1 1-2 16,3 0-5-16,-3 0-5 0,1 3-4 0,2 1 1 16,-4 3 3-16,4 0 3 0,-3 3 6 0,1 3 5 15,-3 3 2-15,0 3-1 0,-2 1-1 0,-4 6-5 16,2 1-3-16,-6 4-6 0,-1 1-3 0,0 0-1 16,-1 1-2-16,-3 1 0 0,1 1 0 15,-2-1-1-15,1 2 0 0,-5-3-1 16,2 1 0-16,-1 0-1 0,0 0 2 0,-1-1 0 0,-1-1 0 0,2-1 0 31,1 0 0-31,0-1 0 0,-1-1-1 0,3 1 0 16,2-3-1-16,0 1-2 0,1-4-2 15,0 1 0-15,2-2-2 0,2 0-1 0,2-4-1 16,-1-2 0-16,3-1 0 0,1-3 1 0,1 0-2 16,2-3-1-16,2-2 2 0,0-2-1 0,-1 0-2 15,2-2 1-15,3-3 0 0,-3 1 0 0,0-1-2 16,0 0-1-16,1 1-4 0,-2-1-12 0,-1 2-20 15,1 0-42-15,-4 2-74 0,0 1-95 0,0 1-167 16,-2 0-290-16,1 3-321 0,1-2-321 16,-2 4-174-16,3-3 186 0,1 2 651 0</inkml:trace>
  <inkml:trace contextRef="#ctx0" brushRef="#br0" timeOffset="24962.32">23988 7744 154 0,'5'-4'742'16,"-4"-1"429"-16,-1 1 91 0,0 1-113 16,2-1-370-1,0-1-277-15,-2 2-152 0,0-2-82 0,0 1-57 16,1 0-51-16,-1 0-64 0,0-1-48 0,3 2-24 16,-1-2-32-16,2 1-72 0,-1 0-88 15,1 0-171-15,-1 1-286 0,0-2-310 0,2 2-335 0,1 0-182 16,2 0 175-16,0-1 629 0</inkml:trace>
  <inkml:trace contextRef="#ctx0" brushRef="#br0" timeOffset="25894.68">24290 7656 100 0,'3'2'360'0,"-1"1"205"0,-2-1 161 16,1 1-92-16,-1-3-106 0,2 2-37 0,-1-2-29 0,3-2-25 16,-3 1-44-16,3-4-51 0,-1 1-65 0,3-2-51 15,-2-1-17-15,3-4 2 0,-1 1 0 0,2-5-11 16,1-1-18-16,1-1-28 0,-2-2-41 0,4-4-34 15,-2-1-23-15,3 1-13 0,1-3-7 0,-3-2-3 16,3 1-8-16,1 0-2 0,-3-1-2 0,-1 1-2 31,1 1-1-31,-2 0-3 0,1 0-2 0,-2 4-3 16,0 1-1-16,-3 2-1 0,1 0-3 0,-3 5 2 16,1 0-2-16,-2 4 1 0,2 1 0 15,-2 2-3-15,-2 1 0 0,3 0-2 0,-4 3 3 16,1 1-3-16,1 1-1 0,0-2 0 0,-1 6 1 15,2-2 4-15,1 1 2 0,-1 3 3 0,0 3 1 16,3-1 4-16,-1 4 2 0,0 2 3 0,-1 1 3 16,3 3 6-16,0 3 4 0,-2 1 2 0,2 5 1 15,-3 1-2-15,0 1-3 0,0 3-6 16,0 1-5-16,-3 0-5 0,4 2-4 0,-5-1-4 0,1-1-3 16,-1-4-1-16,2 1-1 0,-2-5-1 0,1-2 0 15,-1-1-1-15,0-2-2 0,0-3 1 16,0-3-3-16,-1 1-2 0,1-5-11 0,-2-1-21 15,2-2-54 1,-1 1-74-16,-4-4-140 0,2 0-243 0,1-3-304 16,-1 0-350-16,3 0-298 0,3-4-64 15,-1-2 555-15</inkml:trace>
  <inkml:trace contextRef="#ctx0" brushRef="#br0" timeOffset="26428.56">25455 6959 32 0,'-6'-4'474'16,"1"4"436"-16,-3 0 265 0,2 0-16 0,-2 2-379 15,0 0-260-15,2 0-162 0,1 4-92 0,0 2-29 16,0 2-17-16,-1 2-19 0,3 2-24 0,2 1-30 15,1 0-33-15,0 0-46 0,1-2-32 0,2-1-17 16,1-1-12-16,2-2-4 0,0-3-3 0,0-2 0 16,2-2 4-16,2-4-3 0,-1-2 3 0,-1-4 1 15,3-3 0-15,-3 0-2 0,0-1-2 0,-3-2 6 16,0 2 5-16,-2 1 6 0,0 0 12 0,-3 0 7 16,-5 4 6-16,4 0 0 0,-2 3-4 15,-2 1-7-15,-2 2-8 0,1 2-7 0,-2 2-5 16,2 3-5-16,-1 2-3 0,1 1 0 0,1 2-2 15,2 3-1-15,-1 3-1 0,4-1-1 0,0 1 0 32,1 4-3-32,4 0-3 0,-1 1-23 0,1 0-63 15,3 1-67-15,-1-1-129 0,2 2-208 0,-3-2-311 16,4-3-319-16,1 1-232 0,-2-3-79 16,1 0 435-16,2-2 581 0</inkml:trace>
  <inkml:trace contextRef="#ctx0" brushRef="#br0" timeOffset="26780.28">25839 7515 23 0,'4'16'422'16,"-3"2"366"-16,-1 2 240 0,4 1 26 15,-1-2-331-15,1 2-238 0,1-1-154 0,0-2-106 0,3-2-62 16,-2-3-42-16,3-2-39 0,3-3-36 0,-3-4-25 15,3-4-11-15,0-2-4 0,1-6-6 0,-3-1-4 32,2-4 3-32,-4 2 3 0,1-3 7 0,-3 0 8 15,-3-2 27-15,1 1 52 0,-3 3 51 0,-2 0 38 16,-3 1 15-16,0 2-1 0,-1 1-22 0,-2 2-38 16,-2 0-46-16,1 1-35 0,-1 3-24 15,-1 2-14-15,1 0-11 0,1 0-6 0,0 2-2 16,-1 3 0-16,1-2-4 0,-2 3-39 0,2-2-54 15,0 3-58-15,0 0-91 0,2-3-164 0,-2 2-243 0,4-1-268 16,-3-1-226-16,2 0-156 0,2 1 160 16,-2-1 492-16</inkml:trace>
  <inkml:trace contextRef="#ctx0" brushRef="#br0" timeOffset="27047.22">25474 7841 49 0,'0'-7'561'0,"5"0"459"16,-2-2 189-16,2-3-77 0,3-5-363 0,0-3-291 16,3-3-147-1,5-5-64-15,1-4-36 0,0-4-27 0,5-7-13 16,7-3-22-16,-1-7-39 0,7-6-39 15,2-4-19-15,1-4-16 0,1 1-20 0,2-1-20 16,-5 3-6-16,-1 3-22 0,-3 6-74 0,-5 6-75 16,-5 2-159-16,-5 9-285 0,-3 2-313 0,-2 7-338 15,-6 3-196-15,-3 4 106 0,-4 4 624 0</inkml:trace>
  <inkml:trace contextRef="#ctx0" brushRef="#br0" timeOffset="38779.68">19809 9181 85 0,'2'-5'374'0,"-1"0"285"0,-2 0 288 16,-1 1-14-16,-3-1-162 16,1 1-134-16,-3 0-51 0,2-1-75 0,-4 2-96 15,1 0-89-15,-2 0-53 0,-2 1-49 0,-1 1-64 16,1-1-48-16,-2 2-30 0,-2 0-19 16,0 0-18-16,-1 2-10 0,1-1-10 0,-5 1-7 0,4 1-6 15,-2-2-5-15,0 3-2 0,1 0-1 16,0 0-2-16,1 2-1 0,0 0 0 0,3 2 2 15,2-3-1-15,0 1-1 0,3 0 0 0,-1 0-1 16,6-1 0-16,-1 1-1 0,2-1-1 0,1 1 1 16,0 2 1-16,4-3-1 15,1 3-1-15,0-1 1 0,2 0 2 0,3 1-1 0,3 0-1 0,-1 1 2 16,5-2 1-16,-2 3-2 0,6-3-3 16,-1 0 2-16,2 1 2 0,0-2-2 0,3 1 0 0,0 1 1 15,1-1 1-15,0-1 1 0,-2 2-3 16,3-1 1-16,-3-1 0 0,0 2-2 0,-4-1 1 15,-1 1 1 1,-2-2 1-16,-1 0 0 0,-5 1 1 16,-1-1 1-16,-3 0 0 0,-2 2-2 0,-3-2 1 15,-3 1 2-15,0 1 0 0,-4 1-1 0,-2 0 0 16,-4-2 0-16,2 2-1 0,-2 3-2 0,-4-6 1 16,3 3-1-16,-2 1 2 0,3-3-1 0,-1 0 1 15,1 1 0-15,1-3-2 0,4 0 0 16,0 1-2-16,2-3 0 0,0 0-4 0,3 0-2 15,3 0-12-15,0-3-41 0,0 0-62 0,3 0-61 16,3-5-104-16,-2-1-163 0,1-2-242 0,2-3-274 16,-1-1-217-16,5-1-162 0,-1-5 189 0,-1 3 496 15</inkml:trace>
  <inkml:trace contextRef="#ctx0" brushRef="#br0" timeOffset="38980.22">19943 9228 66 0,'12'-9'378'0,"-1"3"308"15,0 3 318-15,-3 5 8 0,0 0-214 16,0 4-131-16,-1 5-69 0,1 2-99 0,-1 5-113 16,-2 2-85-16,-1 2-62 0,2 2-63 0,-1 3-69 15,-2-1-42-15,0 0-25 0,2 2-17 0,-1-1-10 16,0-2-6-16,1-2-4 0,-2-5-3 0,2-2-3 16,-2-3-7-16,0-3-47 0,0-3-60 15,-3-7-83-15,0-3-151 0,-3-3-246 0,1-4-318 0,-1-4-267 16,-2-3-195-16,1-6 100 0,-2 0 529 15</inkml:trace>
  <inkml:trace contextRef="#ctx0" brushRef="#br0" timeOffset="39146.58">19994 9144 419 0,'-3'-12'868'0,"0"1"304"0,0 2 3 0,-1 3-331 0,1 0-273 0,2 2-195 16,-1 2-136-16,0-1-80 0,2 3-53 15,0 0-40-15,2 3-30 0,0-1-22 0,2 3-9 16,0 0-23-1,0 2-22-15,1-1-50 0,0 1-127 0,3 2-165 16,-4-1-300-16,4-1-262 0,1 3-237 16,1 1-47-16,1-1 366 0,2 1 452 0</inkml:trace>
  <inkml:trace contextRef="#ctx0" brushRef="#br0" timeOffset="39728.54">20470 9088 59 0,'1'-6'327'0,"-1"2"204"16,2 0 174-16,-2-2-23 15,2 2-130-15,-2 0-84 0,1 1-44 0,1 0-21 16,0 0-27-16,1 1-46 0,-2-3-64 16,4 4-62-16,-2 0-48 0,2-3-46 0,-4 4-33 15,2-1-8-15,-1 1 28 0,1-1 35 0,2 1 30 16,-2 1 27-16,-1-1 10 0,0 4-12 0,-2-1-29 15,0 4-32-15,-2 0-33 0,0 4-26 0,-2 1-19 16,-1 1-7-16,-2 2-6 0,0 2-6 0,0 1-3 16,-1 1 4-16,0 0 1 0,-2 3-3 15,3-1-2-15,-1-2 0 0,2 0 0 0,-2 1-6 0,3-2-4 16,0-1-2-16,2-3-4 0,3 0-3 0,-1-2-3 16,2 0 0-16,-1-1-1 0,3-2-1 15,1 0-2-15,1-2 2 0,-1 0-2 0,2-1-1 16,1-1 1-16,-1 0-1 0,2-2 0 0,1 0 0 15,-1 0 1 1,0-2 0-16,2 1-2 0,-1 0 2 16,2 0 0-16,-1-2 0 0,2 2 0 0,0 0-1 15,2-1 1-15,-3-1-1 0,3 0 0 0,0 1 1 16,1-1 0-16,0 0-1 0,-2 0 0 16,3 0-1-16,-3 0-3 0,2 0-11 0,0 0-19 0,-3 0-44 15,-1 0-73-15,-1 0-81 0,1-1-151 16,-3 1-228-16,0 0-313 0,-2-1-287 15,3-1-188-15,-2-1 34 0,1-2 525 0</inkml:trace>
  <inkml:trace contextRef="#ctx0" brushRef="#br0" timeOffset="40529.92">20922 9049 107 0,'0'-6'392'0,"0"4"254"16,0-1 233-16,0 2-46 0,0 0-136 0,0-1-117 0,0 2-109 0,0 0-85 16,-1 0-79-16,1 3-57 0,0 2-25 15,0 2-4-15,-2 1-5 0,2 3-18 0,0 0-15 0,0 4-30 16,0 2-34-16,0 1-38 0,0 3-22 0,0 1-10 15,2 2-9-15,-1 2-7 0,1-1-10 16,2 2-8-16,0 2-2 0,-1-4-6 0,2 2-2 31,-1-1-1-31,1-4-2 0,2-1 2 0,0-1-1 16,1-4-2-16,0-1-1 0,0-3-2 0,5 0 0 16,-2-4 1-16,3-3-1 0,0 1 3 0,5-5 0 15,-3-1 1-15,5-3 0 0,-3-1-2 0,3-1-2 16,0-3 1-16,-1 1-3 0,-1-3-8 0,0 3-28 15,-3 0-57-15,1-1-57 0,-4 1-80 0,1 1-131 16,-4 0-183-16,-2 0-289 0,-1 0-230 16,-2 1-197-16,-2-2-2 0,1 1 384 0,-4-2 470 15</inkml:trace>
  <inkml:trace contextRef="#ctx0" brushRef="#br0" timeOffset="40747.23">20956 9034 96 0,'-4'-2'627'0,"1"2"416"0,2 2 134 0,1-2-82 15,1 0-394 1,4 2-305-16,4-1-172 0,2-1-79 0,1 0-32 16,5 0-32-16,2-3-17 0,-2 0-18 0,5-2-4 15,0 1-11-15,-1 1-10 0,0-1-8 0,-1 1-16 16,-2 1-28-16,-1 2-77 0,-4 0-144 15,-4 2-217-15,0 1-289 0,-4 0-265 0,-2 1-207 16,-3-1 97-16,0 2 452 0</inkml:trace>
  <inkml:trace contextRef="#ctx0" brushRef="#br0" timeOffset="41328.37">20222 9001 29 0,'1'2'336'16,"2"-2"223"-16,-1 0 166 0,1 1 46 16,2-1-120-16,2 2-106 15,0-2-74-15,1 1-46 0,3 0-30 0,-1 1-72 16,2 0-98-16,3-1-66 0,0-1-47 15,-2 0-34-15,4 0-23 0,-1 0-16 0,2-3-7 16,-4 1-11-16,3 0-11 0,-4-1-6 0,3-1-5 16,-3 0 5-16,0 2-4 0,-1-3 0 0,-3 2 0 15,0 0 0-15,0 1 0 0,-3-2-16 0,-1 4-18 16,-2 0-63-16,0 0-135 0,-6 0-183 16,0 4-289-16,0-1-263 0,-4 3-234 0,-1 0 11 15,2 0 409-15</inkml:trace>
  <inkml:trace contextRef="#ctx0" brushRef="#br0" timeOffset="41646.6">20315 9166 202 0,'0'3'578'0,"0"-1"309"0,0-1 131 0,1 1-210 0,-1-1-230 16,2 0-148-16,1-1-120 0,1 2-73 0,-1 1-44 16,2-2-38-16,1 3-34 0,2-3-47 0,0 0-34 15,1 2-17-15,4-2-11 0,-1-1-6 0,0 0-3 16,3-1-3-1,0-3 0-15,2 1 0 0,-3 0-25 0,4 0-98 0,-1-1-159 0,-3 1-294 16,2 0-264-16,-3 1-257 0,-1 1-139 0,4 1 271 0,-3 1 479 31</inkml:trace>
  <inkml:trace contextRef="#ctx0" brushRef="#br0" timeOffset="42345.8">21913 9082 353 0,'4'-1'792'0,"-3"1"283"16,2 0 16-16,1 0-300 15,-1 0-265-15,2 0-186 0,3 1-122 16,2 0-53-16,3 1-13 0,1 1-17 0,6-1-39 16,-2-1-31-16,3 1-16 0,0-1-10 0,1-1-21 15,0-1-5-15,-2-1-7 0,2 1-2 16,-1-1-2-16,0-3-2 0,-1 3 1 0,-3-1-4 0,-1 1-10 16,0 1-18-16,-5 0-55 0,-3 1-129 0,-3 1-187 15,-3 0-287-15,-2 4-266 0,-5-1-230 16,-2 4-11-16,-1-2 392 0</inkml:trace>
  <inkml:trace contextRef="#ctx0" brushRef="#br0" timeOffset="42528.05">22102 9241 224 0,'8'5'444'0,"0"-2"192"0,1 1 133 16,2-1-231-16,0 0-124 0,2-1-81 15,-1-1-58-15,1-1-53 0,3 0-53 0,0-1-38 0,1-3-57 16,3 2-40-16,-2-4-21 0,3 1-59 0,-4 1-106 16,0 1-196-16,-1-1-261 0,-3 4-193 0,-2 2-99 15,-2 0 116-15,-1 2 293 0</inkml:trace>
  <inkml:trace contextRef="#ctx0" brushRef="#br0" timeOffset="48443.63">20987 9259 105 0,'0'0'370'16,"0"-2"226"-16,0 2 188 0,0-1-78 0,0 1-135 16,0 0-67-16,0 0-53 0,5 1-53 0,-5-1-53 0,1 0-65 15,-1 0-55 1,3 0-41-16,1 2-1 0,0-2 6 0,1 3 4 16,0-2 2-16,4 1-10 0,-2 0-21 15,2-2-38-15,-1 1-30 0,5-1-25 0,-4 0-16 0,4 0-14 16,0 0-9-16,-1-1-8 0,2-1-7 15,-1-1-5-15,1 0-5 0,-1-1-2 0,1-1-2 16,-3-1-4-16,2 0-2 0,1 0 0 0,-3-1-4 16,-1 0-10-16,1-1-47 0,-5-1-60 0,1 4-91 15,-4-3-164-15,0 4-297 0,-3 0-314 0,-2-1-267 16,-1 2-171-16,-2 0 205 0,1 2 596 0</inkml:trace>
  <inkml:trace contextRef="#ctx0" brushRef="#br0" timeOffset="60648.46">22873 8956 125 0,'-1'-3'388'0,"-3"0"215"0,2-1 191 0,-2 2-74 16,1-1-125-16,2 0-59 15,-1 0-56-15,0 1-55 0,-1 1-64 16,3 0-71-16,-1 1-64 0,1-2-49 0,-2 1-24 16,2 1-5-16,0-2-6 0,2 1-1 15,-2 1-5-15,1-1-14 0,1-3-16 0,-1 2-16 0,3-2-11 16,0 0-13-16,2-2-11 0,2 1-6 0,-1-2-4 16,1 1-5-16,3-2-4 0,-2 1-5 0,3-1-2 15,-2 1-5 1,3 0-5-16,3-1-3 0,-4 2-3 0,1-3-2 0,3 7-2 0,-3-4-1 0,1 1 0 31,-1 4-2-31,1 0 2 0,-5 2 5 16,1 0 2-16,1 4 1 0,-5 1 3 0,-1 3 4 15,0 3 0-15,-4 0-1 0,-1 3 1 0,-1 4 0 16,-4-2-2-16,0 3-3 0,-1 1-2 0,-4 1-2 16,1 0-2-16,-1 0-3 0,-1 0-1 15,0 1 0-15,1-1-1 0,1 1-2 16,0-2 0-16,1 3-1 0,0-2-1 0,0 0-1 0,3 0 0 15,0-1-1-15,2-2 0 0,2-1-1 0,-1-3 0 16,2 0 0-16,2-1-2 0,-1-4 2 0,1 0-1 16,3 1 1-16,-2-5 0 0,3 1 1 0,2-3-1 15,-2 0 2-15,4 0 0 0,1-3 0 0,0 0 0 16,0-1-1-16,3-1 0 0,1-2 0 0,0-1 0 16,0-1-1-16,0 0 0 0,1-2-1 15,1 2-1-15,0-3 0 0,-2 1-1 0,0 0 1 16,0-1 0-16,0 0-2 0,-3 1-3 0,-1 1-11 0,0 0-20 31,0 2-48-31,-3-1-73 0,-3 1-81 0,0 2-150 16,0-3-225-16,-4 4-312 0,2 0-280 15,-3 1-185-15,0 0 23 0,0 0 519 0</inkml:trace>
  <inkml:trace contextRef="#ctx0" brushRef="#br0" timeOffset="61229.27">23417 8685 249 0,'0'-11'568'0,"0"0"333"0,0 4 209 0,0 1-229 0,-1 0-216 16,-1 3-137-1,2-1-91-15,-1 2-83 0,-1 2-73 0,0 0-47 16,1 3-32-16,-1 0-35 0,2 3-34 0,-1 0-30 16,-1 3-26-16,0 3-17 0,1 1-11 15,1 1-3-15,-4 4-4 0,4 1 1 0,0 3 0 0,0 0-2 16,0 2 0-16,0 0 0 15,0 2-7-15,2-1-5 0,0-1-4 0,-1 0-4 0,3-2-7 16,-3-2-4-16,2-2-2 0,1-3-2 0,0 0-2 16,1-4-1-16,-1-3 0 0,3-2-1 0,-2-1-1 15,1-3 2-15,3-4 0 0,-1-3 1 0,0-1-1 16,2-2 0-16,2-3-1 0,-2-2-1 16,1-2-1-16,2 0 0 0,-4 1 0 0,4 1 0 15,-5 1 2-15,0 1-1 0,-2 1-1 0,2 2 0 16,-5 1 0-1,2 5 0-15,-4-3 0 0,4 5 0 16,-2 0 0-16,1 5 1 0,-3-3 1 0,1 7-1 16,-1 0 2-16,4 3 0 0,-4 1-1 0,2 4 0 15,-1 1-1-15,1 2 1 0,-1 0 0 0,1 2-1 16,-1 0-1-16,-1 0 1 0,1 0 2 16,-2 1-3-16,2-2 1 0,-2 2-1 0,0-4-1 0,1 1-3 15,-1-4-19-15,0 1-53 0,-1-2-73 0,-1-2-153 16,-1-2-278-16,1 1-312 0,1-3-364 0,1 0-304 15,0-3 1-15,1-1 675 0</inkml:trace>
  <inkml:trace contextRef="#ctx0" brushRef="#br0" timeOffset="62113.05">24184 9192 103 0,'0'2'438'0,"-1"3"312"0,-1-5 237 0,0 2-69 15,2-2-205-15,-1 3-168 0,1-2-128 0,-2-1-104 16,2 0-77-16,-1-1-69 0,1-2-50 0,0 3-40 15,1-5-13-15,1 0 10 0,-1-4 17 0,3 1 21 16,0-4 11-16,2 0 15 0,-1-1-2 0,0-5-18 16,0 2-23-16,1-2-19 0,1 1-14 15,-1-2-15-15,-2 1-5 0,0 3-2 0,0-1 0 16,0 4-3-16,-3 0 0 0,2 5 3 0,-1 0-3 0,0 1-5 16,-2 3-6-16,1 0-4 0,-1 2-9 15,0 1-3-15,3 2-6 0,-1 3-2 0,-2 6 0 31,1 1 1-31,2 2-1 0,-1 3 0 0,1 1 0 16,0 3 0-16,2-1-2 0,-1 1 0 0,0-2 1 16,4 1-1-16,-2-4 0 0,-1-1 0 0,2-1 0 15,0-2-1-15,-2-4 0 0,1-1 0 16,1-1 0-16,-1-3 4 0,2-5-2 0,0-1 1 16,0-3 1-16,0-6 2 0,1-1-2 0,-1-3-1 15,0 1 1-15,0-4 0 0,1 1-3 0,-2 0 0 16,-3 0 3-16,1 2-3 0,0-1 1 0,-2 4 1 15,2 2 0-15,-4 1 1 0,2 2 0 0,-3 2-1 16,2 2-1-16,0 1 1 0,-2 3-1 0,1 0-1 16,-1 3-2-16,3 3 0 0,1 2 1 0,-3 1-1 15,2 4 1-15,1 0 1 0,2 4 1 0,-3 0 1 16,2 0-1-16,-1 1 1 0,1 0-2 0,2 0 0 16,-1-1 0-16,0-1-3 0,0-1-3 15,-1-1-24-15,0-1-66 0,3-2-72 0,-4-4-143 16,0 1-247-16,1-4-314 0,-1-1-335 0,3 1-228 31,0-4-22-31,1-1 548 0</inkml:trace>
  <inkml:trace contextRef="#ctx0" brushRef="#br0" timeOffset="63180.44">24816 9268 147 0,'4'-3'373'0,"-3"0"167"16,1-2 137-16,-1 1-145 0,1-3-97 0,1 1-27 15,-1-2 9 1,3 0 18-16,-4-2-18 0,5-3-48 0,-3 0-65 16,2-1-67-16,-2-3-58 0,2 1-47 0,2-4-18 15,0 2-10-15,0-2 14 0,-3 3 12 0,5-3 6 16,-5 2 7-16,4 2-10 0,-3 1-9 0,-1 3-20 15,0 1-19-15,-1 4-11 0,-1-1-16 0,-1 4-9 16,1 0-10-16,-1 2-8 0,1-1-6 16,1 3-10-16,-3 3-5 0,0-1-2 0,1 6 0 15,-1 1-4-15,3 2-2 0,-3 3 1 0,4 0 1 0,-3 1-2 16,3 1-2-16,-1 3 2 0,2-1 0 16,-1 1 1-16,2-1-2 0,1 0-1 0,-2-3 0 15,-1 0 0-15,1-3-1 0,2-2-3 0,-1-1 3 16,-2-1-2-16,1-6 1 0,2 2 3 0,-3-4 1 31,1-1 1-31,4-4 1 0,-4-1 0 0,3-3 0 16,0-3-1-16,3-3 0 0,-1 1-1 0,-2-3 0 15,2 0 0-15,-2 1-2 0,1 1 0 0,-3 1 1 16,1 1 0-16,-2 4-2 0,0 1 3 16,-2 2-2-16,1 3 1 0,-3 2-1 0,2 1 2 15,2 2 2-15,-2 4-2 0,2 4 3 0,-2 2 0 16,0 0-1-16,2 3 1 0,0 0-2 0,0 0 1 15,1 0 0-15,0 0-1 0,-1-2-1 0,1-1 0 16,1 0-1-16,0-4 1 0,0-2-1 0,1-4-3 16,-2 0 1-16,3-5 0 0,1-3 2 0,0-3-1 15,2-4 3-15,-1-2 1 0,0-2 1 0,3-3-1 16,-1 3-2-16,3-3 0 0,-2 2 0 0,2 2-3 16,-5 0 1-16,1 5-1 0,1 0-1 15,-2 4-1 1,0 3 0-16,-1 2 2 0,0 2 1 0,0 4 4 15,-2 2 0-15,2 3 6 0,1 2 3 16,-3 2 3-16,-2 2 1 0,1 0-3 0,2 2 2 16,-3 1-5-16,-1 1-4 0,1 1-2 0,-1-1-6 15,3 0-12-15,-5-1-57 0,2 1-71 0,-4-4-149 16,3 0-280-16,-4-2-306 0,1 0-362 0,-1-2-282 16,0-2-6-16,0 1 652 0</inkml:trace>
  <inkml:trace contextRef="#ctx0" brushRef="#br1" timeOffset="83951.87">7013 12247 27 0,'-6'-13'479'16,"-5"2"389"-16,0 4 231 0,-5 0 4 16,0 5-304-16,-3-2-323 0,-3 3-138 15,0 1-16-15,-3 0-14 0,-4 4-25 0,-1-2-33 16,-1 4-26-16,-3-1-27 0,-1 3-52 0,-4 0-40 16,3 1-21-16,-2 2-9 0,0 0-9 0,-2 1-5 15,1 1-7-15,1 2-3 0,-2 0-5 16,1 1-6-16,-1 4-5 0,1 0-9 0,-1 1-11 15,-1 5-6-15,0 3-4 0,1 1-5 0,-2 3-3 16,-1 1 9-16,2 5 3 0,-2-1 2 0,0 1 0 16,1 7-1-16,-1 0-1 0,2 2-5 0,-3-1-2 15,4 3 0-15,-1-1 0 0,0 4 2 0,3 1-1 16,-2 1-3-16,2 1-4 16,-1 1 2-16,3 3 2 0,1 0-1 0,-2 2-3 0,4 1 6 0,0 4-2 15,3-1-5-15,1 2-4 0,1 3 0 0,3-1-1 16,1 1 0-16,5 2 3 0,0-2 8 0,2 2 3 15,4-3 3-15,3-1-3 0,3-1-3 0,2 0-1 16,5-4-4-16,2 0-2 0,1-3-5 16,6 0 5-1,1-4 2-15,1-1 2 0,5 0-1 0,1-3-1 16,2 0 6-16,1-1 4 0,4-2 1 16,0-2 0-16,3-1 3 0,1-3 1 0,1 1-5 15,2-2-4-15,1-3-1 0,1 1 0 0,2-4-7 16,0-1-2-16,4 0-1 0,-2-1-2 0,2-1 1 15,1-1 0-15,2 2 4 0,3-4 3 0,0 3 0 16,2-3 2-16,0 0 1 0,-1 0-1 16,4 1 6-16,-2 0 1 0,2-2 0 0,1 2 0 0,-2-1 2 15,0 0 1-15,1-1-3 0,-4-2-2 0,3 3-4 16,-1-4-3-16,2 0-3 0,0-1-2 16,0-4-1-16,4-1-3 0,-1-2 5 0,0-2 2 0,0-4 1 15,3-1 2-15,-1-2 5 0,-1-4 2 0,3-1 2 16,0-1 2-16,-2-2 1 15,3-4-4-15,1-1-7 0,3 0-2 0,1-4-3 0,0-1-1 0,2-2 3 16,1 0 6-16,3-2 3 0,-1-3 1 0,1 2 0 16,-1-3 2-16,-2-2-6 0,3 2-1 0,-1-3 1 31,2 0 0-31,0-2 1 0,3 1-1 0,-1-4 1 16,1 4-1-16,0-4-1 0,1 2-1 0,-2-3-1 15,0 3 0-15,-2-2 1 0,-2-1 0 16,0 3 3-16,0-2-4 0,0 0-3 0,-2 0-3 15,1 2 0-15,-3-2-3 0,0-1 3 0,-1 3 8 16,-3 0 4-16,0 1 0 0,-3 0 1 0,-2 1 1 16,-4 1-4-16,1 5-1 0,-2 2-1 0,0 1 1 15,-3 1 1-15,1 4 0 0,-1 2 1 0,-3-1-7 16,2 3-3-16,-3 2-2 16,1-4 3-16,-3 3 3 0,-1-5-1 0,-1 2 7 0,-1-1 1 0,-3-4 2 15,-2-2-5-15,0-3-3 0,-1-5-1 16,-4-5 0-16,-1-2 0 0,-2-7 2 0,-2-5 0 15,-1-4 1-15,-2-8 2 0,-2-4 0 0,-1-3-1 16,-2-7-1-16,0 0-1 0,-3-4-1 0,0-1 0 16,-3 0 0-16,1-2 2 15,-1 1 0-15,-2 1 2 0,-1-2 0 0,1-1 1 16,-3 0-2-16,2 2-2 16,-3 1 1-16,1 1-2 0,-3 1-2 0,1 3 3 15,-4 0 2-15,1 7 0 0,-3 2 0 16,0 2 2-16,-2 5 1 0,-1 1-1 0,-2 7 1 0,-2-1-1 15,-2 6 2-15,0 0 2 0,-2 2 0 16,-3 2 1-16,1-1-1 0,-2 4 0 0,-2-1-1 16,1 2-2-16,-2 2-2 0,-1-1 0 0,1 1-2 15,-1 1 1-15,-1 1-2 0,0-1 0 0,0 2 0 16,2-3-1-16,-3 2 0 0,0-1-1 0,1 1 1 16,-1-2 0-16,-1 0 0 0,3 0 2 0,-2 0 0 15,0-2 1-15,0 1-1 0,0-1-1 0,0 1 0 16,1 0 0-16,0-1 0 15,-1 0 0-15,1 1-1 0,-1-1 1 0,3 2-1 0,-2 1-1 0,0 1 2 16,1 4 0-16,-1-1 2 0,3 3 0 16,-4 4 1-16,3 0 1 0,0 4-1 0,-2 0 0 0,2 4-1 31,0 1 0-31,1 1-1 0,-1 3 1 16,0 0-1-16,1 3 0 0,1 0 1 0,0 2-1 15,0-1-1-15,1 0 0 0,-1 1 0 0,2-1 1 16,1 0-2-16,0 1 0 0,-2-2 1 0,0-1-2 15,3-2 0-15,-3-2 0 0,1 1-1 0,-2-6 1 16,1 0 0-16,3-1-1 0,-4-2 1 16,2-2-1-16,-1-2 1 0,-1 1 0 0,2-2 0 0,0 0 0 15,1 0 1-15,-3-3 0 0,1 2 1 16,2 0-2-16,-2-1 0 0,1 1 0 16,-1 0 0-16,-1-1 1 0,2 3 1 0,-2-4 0 0,1 5 1 15,-2 0 0-15,1 1 1 0,-1 2-2 0,-1 1 2 16,2 3 1-16,-2 0-1 0,1 0 0 0,-3 6-1 15,2 0 0-15,1 0-1 0,-1 4 1 16,0-1-1-16,0 2 1 0,1 0 0 0,1-1-1 16,-2 0 0-16,4 1-1 0,-2-3 0 15,2 3-2-15,-2-2 1 16,1-1 2-16,3-1 0 0,-1 1 0 16,-1-1 0-16,1-2 0 0,3-1 0 0,-2 1 0 15,1-1-1-15,0 1 1 0,2-2 0 0,-1-1 0 16,1 2 0-16,-1-1-1 0,1 1 1 0,2 0 0 15,-1 0 0-15,1 0-1 0,-2 1 2 0,2 0-1 16,1-1 0-16,0 2-1 0,0 0 0 16,0 0 1-16,2 0 0 0,-2 0-1 0,2 2 0 0,-1-1 0 15,0 0 1-15,3 1 0 0,0 0 0 16,-1 0 0-16,2 1 0 0,-1 0 0 0,2 0-1 16,0 0-1-16,-1 0 1 0,2 2 1 0,0-2-1 15,0-1 1-15,0 3 1 0,-2-2-2 0,2 0 1 16,0 1 0-16,-2-2 0 15,2-1 1-15,0 4 0 0,-2-3 1 0,0-2 1 0,-1 4-1 16,0-2-1-16,1-1 1 0,-2 1-1 0,1 0 0 0,0-2 0 16,0 0-1-16,-1 0 1 0,-1-2 0 15,1 0-1 1,0-1 0-16,-1-1-1 0,0 4 1 0,-1-4-1 16,1 0 0-16,0-1 1 0,0 1 1 15,-3 0-1-15,3-1 1 0,0 1 0 0,-3-1 1 16,2 2-1-16,-1-2 0 0,-1 3 1 0,2-1 0 15,-1 0-1-15,-1 0 0 0,0 1 0 0,1 1-1 16,-2 1 2-16,2 0-2 0,-1 0 1 0,-1 0-1 16,2 1 1-16,-1 1 0 0,0 0-1 0,0-1 1 15,3 0 0-15,-3 1 0 0,1-1-1 16,2 1 0-16,-2 0 1 0,2 0-1 16,-2 1 0-16,2-1-1 0,-3 1 2 0,3-2-1 0,-1 2 0 15,-2 1 1-15,1 0 0 0,-1-2-1 0,0 3 0 16,0 0 1-16,1-3-1 0,-2 3 1 0,1 0-1 15,0-1 0-15,1 0 0 0,-1 0 1 16,3-1-1-16,-3 0 0 0,2 0 0 0,-1 0 0 0,1-2 0 16,2 2-1-1,-1-2 1-15,-1 1 0 0,3 0 0 16,-1 1 0-16,-1-3 0 0,2 1 0 0,0 2-1 16,1-1 1-16,-1-1 0 0,-1 1 0 15,2-1 0-15,1 0 1 0,-2 3 0 0,1-3 0 16,0 0-1-16,0 1 0 0,-1 1 1 0,0-3-1 15,1 1 1-15,0 2 0 0,-1-1 0 0,-1-1 1 16,-2 2-1-16,1-1 0 0,0-2-1 0,0 2 0 16,-2-2 1-16,1 4-1 0,1-2 1 0,-2-1-1 15,2 1 0-15,-2 0 2 0,2-1 0 16,0 2 2-16,0-1-2 0,2-1 1 0,-2-1-1 0,2 1 0 16,-2 1 0-16,3-2-2 0,-1 0 1 15,-1 0 0-15,0 0 0 0,0-2 0 0,-1 1 0 16,2 1 0-16,-2-3-1 15,2 1 1-15,-2 1 1 0,3 0-2 0,0-1 2 0,-1 0-1 0,0 2 1 16,1-1-2-16,2-1 1 0,0 2-1 0,-1 0 0 16,1-1 0-16,0 1 1 0,0 0 0 0,0 0 0 31,0 0 1-31,0 0-1 0,-1 0-1 0,1-3-1 16,0 3 1-16,-2 0-1 0,2 0 1 15,-3 0 0-15,1 0 1 0,0 0-1 0,1 0 0 16,-1 3 0-16,0-3 0 0,-1 1-1 0,1-1 2 15,0 0 0-15,-1 2 0 0,1-2 0 0,2 1 0 16,-3 1-5-16,1-2-4 0,0 2 0 0,1-1-2 16,0-1 0-16,-2 1-1 0,3 1 5 0,-2-2 4 15,-1 2 0-15,3-1 3 0,-1-1-1 0,1 1 0 16,0-1-1-16,1 2 1 16,-1-2-1-16,2 0 0 0,-1 0 1 0,2 0 1 0,-3 0-1 15,2 0 0-15,-1-2-1 0,2 2 1 0,-3 0-1 16,1-1 1-16,2 1 0 0,-1 0 0 0,-1-1 2 15,0 1-1-15,1 0-1 0,-1-2 1 0,2 2 1 16,0 0-1-16,0 0-1 0,-1 0 0 0,-1 0 0 16,0 0 1-16,2-2-1 15,-1 2 0-15,-1-1 0 16,-1 1 1-16,0-1-1 0,0-3 0 0,0 3 0 16,0-1 0-16,-1-2 0 0,1 4 1 15,-2-2-1-15,2-3 2 0,0 4-1 0,-3-1 0 16,3-1 0-16,0 1-1 0,-1 0 0 0,1-1 1 15,-2 0-1-15,2 0 0 0,-2 0 0 0,1 0 5 16,-1 0 2-16,2 0 0 0,-2 0 3 0,-1-1-1 16,-1-1 1-16,1 1-6 0,0 0-1 0,-2-2-1 15,3 1-2-15,-1-1 0 0,0 4 1 0,-1-3-1 16,4 3 1-16,0-2-1 0,1 3 0 0,-1 0 0 16,1-1-1-16,1 0 1 0,-1 2-1 15,2 0 1-15,0-1-1 0,-1 1 1 0,-1 0 0 16,2 0 0-16,0 0 0 0,0 0 0 15,0-1 1-15,0 1-1 0,0 0 0 0,0 0 1 0,0 0-1 16,0 0 0-16,0 0 1 0,-3 0-1 0,3-2 0 16,-3 0 1-16,0 2-1 0,1-2 0 0,-3 0-1 31,2-1 0-31,-3-1 0 0,-2 1-1 0,2-3 0 16,-2 1 0-16,3 1 1 0,-1 0 0 15,0-1 1-15,1 2 0 0,0 0 0 0,3 0 0 16,-1 0 0-16,2 3-1 0,-1 0 1 0,0 0-2 15,2-2 0-15,-1 2 0 0,1 0-1 0,-2 0-1 16,2 0-1-16,0 0-1 0,0 2 0 0,0-2-1 16,0 0 0-16,3 0-1 0,-1 6-7 0,4 0-15 15,1 0-21-15,2 3-61 0,-1 1-67 0,3 2-123 16,0 1-198-16,2 0-298 16,-2 5-332-16,3-4-267 0,-3 3-138 0,-1-1 386 0,-1-2 648 0</inkml:trace>
  <inkml:trace contextRef="#ctx0" brushRef="#br1" timeOffset="86618.47">4224 12925 75 0,'0'-6'368'0,"-3"1"208"16,0-1 144-16,0 0-64 0,-2-5-194 15,0 3-96-15,-1-4-13 0,1-1 10 0,-1-1-1 16,-1-2-24-16,1 2-51 0,-3-7-63 0,1 1-72 16,1 1-44-16,-1-1-33 0,-1 1-13 0,1 0-6 15,0 1-2-15,2-1-8 0,-2 5-8 0,0-3-1 16,2 4 4-16,1 1 6 0,-1 3 15 0,1 1 24 15,4 3 29-15,-1-2 19 0,0 4 3 16,1 0-7-16,1 0-14 0,-2 2-26 0,2-1-25 16,0 1-24-16,0 1-14 0,0-2-9 0,0 2-8 0,0-1 1 31,0 1-7-31,0-2 3 0,0 2 0 16,0 0-2-16,0 0 1 0,0 0-10 0,2 0 6 15,-2 0-8-15,0 0-3 0,0 0-3 0,1 0-1 16,-1 0 7-16,0 0-6 0,2 0 6 0,-2 0 2 15,0 0 2-15,2 0 2 0,-2 0 0 0,1 2-1 16,1-2 0-16,1 1 0 0,3 1 3 16,0 1-3-16,1-1 3 0,1 3 1 0,4 0 1 0,1 2 1 15,1 1-1-15,-1 1 3 0,4 1-1 16,-3 1 1-16,4-1-2 0,-2 4 1 0,1-2-4 16,-3 1 1-16,2 0-3 0,-2-2-1 0,0 0 2 15,-4 0 5-15,1-1 5 0,0-2 0 0,-3-1 4 16,0 2 1-16,0-1-2 0,1-2-7 0,-4-1-4 15,1 1 0-15,1-1-3 0,-2 1 2 0,-1-2-2 16,1 1-2-16,-2-1 1 0,0-1-2 0,0 1 3 16,-1-2-3-16,0-1 1 0,-1 1-2 15,1-2-1 1,-2 3-2-16,2-3 0 0,-1-3-4 16,-1 1-20-16,0 1-41 0,2-1-37 0,-2-2-32 15,-2 1-40-15,1 0-58 0,-1-3-88 0,-3 2-82 16,2-1-104-16,-2 1-183 0,0-1-254 0,-1 1-157 15,2 1 93-15,-1 0 303 0,-2-1 321 0</inkml:trace>
  <inkml:trace contextRef="#ctx0" brushRef="#br1" timeOffset="87100.22">4381 12534 8 0,'2'-3'276'16,"-1"1"189"-16,-1 1 187 0,0 1 28 0,2 0-150 15,-1 1-110-15,2 1-63 0,0 1-33 16,2 2-40-16,3-1-47 0,0 0-46 0,3 2-47 16,0 0-27-16,0-1-31 0,3-3-21 0,-2 2-12 15,0-3-5-15,-1-1-4 0,-1-3-20 0,-1 0-7 16,-1-3-7-16,-2-3 2 0,-1-1 1 0,-3-1-5 16,-2-2 6-16,0 0 10 0,-2 0 26 0,-3 0 24 15,2 0 16-15,-3 2 15 0,-1-1 4 0,0 4-2 16,-1-1-15-16,-2 3-6 0,1 2-8 15,-1 1 0-15,-1 1-1 0,-1 4-8 0,-1-1-6 16,3 2-9-16,-2 0-9 0,2 1-16 0,2 1-9 16,-1 1-7-16,4 0-4 0,0 0-13 0,2 1-2 31,3 0 1-31,2 0-4 0,1 4 3 0,2-2-5 16,1 0-7-16,3 2-25 0,1-1-31 0,-2-1-54 15,3-1-116-15,-2-2-146 0,3-1-187 16,-3-3-271-16,2-1-245 0,-1-2-106 0,-1-2 241 15,2-3 402-15</inkml:trace>
  <inkml:trace contextRef="#ctx0" brushRef="#br1" timeOffset="87434.94">4567 12330 97 0,'4'0'350'15,"0"0"173"-15,-1 0 127 0,0 0-140 16,2 1-191-16,0 1-142 0,0-1-86 0,1-1-40 0,2 2-23 15,-2-4-11-15,1 1-12 0,-1-2-1 0,-1-2-2 16,1-1 0-16,-1-1 3 0,-4-3 14 0,1-1 5 16,0 1 10-16,-4-3 19 0,2 1 35 0,-3 0 40 31,-2 2 45-31,2-1 65 0,-5 4 64 0,3-2 32 16,-1 1 0-16,-2 4-26 0,0-1-41 15,0 2-57-15,0 2-53 0,0-1-47 0,-1 2-32 16,1 2-24-16,2-1-17 0,-1 2-10 0,1 0-11 15,3 1-6-15,-2 1-6 0,4 0-6 0,1 0 4 16,0-1-4-16,1 3 1 0,1 1-8 0,1-2-11 16,3 1-34-16,-1-1-63 0,-2-1-94 15,2-1-115-15,1-1-131 0,-1 1-216 0,-2-2-239 0,3 0-116 16,-1-1 91-16,0-2 269 0,1-1 300 16</inkml:trace>
  <inkml:trace contextRef="#ctx0" brushRef="#br1" timeOffset="88368.06">4784 11964 183 0,'2'1'465'0,"-1"0"234"16,2 3 162-16,0-2-154 0,2 2-156 0,3 3-109 16,0 1-63-16,4 2-53 0,1 3-48 0,3 1-52 15,-2 3-52-15,3 0-47 0,1 0-38 0,3 2-22 16,-1-1-17-16,1 3-21 0,-1-4-10 0,1-2-7 16,-4 0-3-16,0-3-2 0,-2-2-4 15,-3-2-2-15,0-6 1 0,-4 1-2 0,-2-3-2 0,-2-3-2 16,-2 1 4-16,-2-6 0 0,-6-3 0 15,1-1 2-15,-1-2 4 0,-4 1 1 0,-2-2 0 16,-1 0-2-16,-1 1-2 0,1-1 3 0,-4 2 1 16,1-1 2-16,-3 2 4 0,3 0 4 0,-3 2 5 31,0-3 1-31,3 4 7 0,0-1 13 0,2 3 13 16,3-1 25-16,2 2 21 0,1 1 4 0,3 1-7 15,2 1-14-15,-2 2-21 0,3-3-23 16,1 4-24-16,1 0-13 0,1 2-4 0,3 1-4 15,-1 2 1-15,3 0 2 0,1 1 2 0,2-2-1 16,-1 2-5-16,0-2 3 0,0 1 0 0,1-1-4 16,-2 0-3-16,1-3 3 0,-2-1 1 0,2 0 3 15,-2-1 0-15,-1-4 2 0,0 0 2 0,-2-2 4 16,0-3 3-16,-1-1-3 0,-2 0 3 0,0-1 1 16,-2 0-3-16,0-1-5 0,1 1 0 0,-1-1 1 15,-1 1-2-15,0 4 4 0,3 0 2 0,-2 2 2 16,-1 2-2-16,3 1 6 0,0 0 0 15,0 0-7-15,0 3-1 0,0-2 0 0,2 4-5 16,-1 0-5-16,2 0-3 0,2 3 3 0,0-1 0 16,1 2-1-1,0-1 0-15,-1 1 1 0,2-2 4 16,-1 1-3-16,2-1 2 0,-2 0-2 0,0-1 0 16,-1-1-1-16,2-2-4 0,-1 0 6 0,-2-1-6 15,1 0-31-15,-2-2-32 0,2 1-35 16,-3-2-80-16,0 2-142 0,-1-2-177 0,-1 3-265 15,2 0-250-15,1-1-209 0,1 2 52 0,1 0 411 16</inkml:trace>
  <inkml:trace contextRef="#ctx0" brushRef="#br1" timeOffset="90101.15">8733 12366 257 0,'0'3'438'0,"0"-2"181"0,0 2 57 16,0 1-111-16,-1 0-75 0,-2-1-39 15,1 0-22-15,-1 1-24 0,3 1-42 0,-3-3-60 16,1 2-59-16,-1-1-55 0,2 0-44 0,-3 0-38 15,3 0-32 1,-3-1-16-16,3 3-8 0,-2-2 3 0,-2 4 14 0,4-5 24 0,-2 4 15 16,1-4 8-16,-1 5 5 0,1-2-8 0,-1 0-17 15,1-1-23 1,-1 0-19-16,1 1-13 0,-1-1-17 0,2 1-8 16,-1 1-6-16,-1-1-5 0,2 1 1 15,-1 3-2-15,2-1 0 0,-1-2-1 0,-1 2 0 16,0 1-2-16,2 0-4 0,-1 0 2 0,1-2-1 15,-2 2 1-15,2-2 0 0,0 4 2 16,0-5 1-16,0 3 2 0,0-1-2 0,0-1-1 0,0-1-2 16,2 0-2-16,-2 0-3 0,1-2-2 0,1 1 0 15,0-2 0-15,-1 1 0 0,2 1 3 16,2-2-1-16,-1 0 1 0,-2-1 0 0,3 2 5 16,1-2-1-16,-1 1 0 0,0 0-1 0,1-2 1 15,-1 1 0-15,0 1-2 0,-1-2 0 0,3 1 4 16,0 0 0-16,-2-1 0 0,0 0 4 0,1 2-1 15,1-1-2-15,0-2-2 0,0 2 1 0,-1-2-1 16,1 2-4-16,-1 0-1 0,0-2 1 16,2 0 0-16,-2-2-1 0,-1 0-1 0,2 2 2 15,0-2 1-15,-2 0-1 16,1 1-23-16,-2-2-35 0,-1 2-38 0,2-3-32 16,-1 3-54-16,-1-2-93 15,-3 0-102-15,2 0-111 0,-2 0-221 0,0 1-249 16,-2-2-168-16,2 2 64 0,-1-3 318 0,-1 2 359 15</inkml:trace>
  <inkml:trace contextRef="#ctx0" brushRef="#br1" timeOffset="90617.37">8670 12385 69 0,'0'-4'322'0,"0"0"183"0,2 0 140 0,-2 1-97 15,1-1-180-15,1 2-129 0,-1 2-92 0,1-2-5 0,-2-1 28 0,3 2 13 16,0 1 21-16,2-1 18 0,-1 0 31 0,0 1-11 31,4-3-35-31,-2 3-3 0,-1 0-17 0,3 0-16 16,1 0-25-16,-2 3-27 0,2-3-17 15,-1 1-28-15,3 0-22 0,-1-1-12 0,-1 1-14 16,2 2-4-16,0-1-4 0,1 0 3 0,0-2 0 16,-1 4-1-16,0-1-2 0,0 2-6 0,-1-2 0 15,-2 1-6-15,4 1 5 0,-4-1 8 0,0 0 7 16,1 3 12-16,0-1 5 0,0-1 13 0,-2 3 12 16,2-1 18-16,-3 1 10 15,1-3 7-15,-1 1 14 0,0 0-3 0,0 2-6 0,-2-3-17 16,-1 3-11-16,0-4-12 0,-1 2-15 0,-1 2-5 15,-1-2-3-15,0 0 0 0,0 1-2 0,-3 1-3 16,1-1-7-16,-1 1-7 0,-2-1-7 0,2 1-6 16,-2-1-6-16,-1 0-3 0,2 1-2 0,-1 0-2 15,0-1-1-15,0-1 1 16,0 2-1-16,-1-2-1 16,2 0 0-16,0 0-3 0,0-4-10 0,0 3-33 15,1-2-55-15,0-1-53 0,-3-1-74 0,3-2-120 16,-2-2-153-16,2 0-199 0,-2-2-240 15,3 1-217-15,-1 0-95 0,0-2 243 0,0 0 431 16</inkml:trace>
  <inkml:trace contextRef="#ctx0" brushRef="#br1" timeOffset="92085.72">8841 12496 139 0,'0'-5'327'0,"0"1"141"0,-2-3 75 16,2-1-126-1,0-2-99-15,0 0-57 0,-1-3-23 0,-1 0-1 0,2-2 8 0,0-2 10 16,-1 0 14-16,1-3-4 0,0-1-21 15,0 0-30-15,0-3-35 0,1 3-21 0,-1-2-33 16,0 3-26-16,3-5-16 0,-3 4-6 0,2 2-4 16,-2-2-25-1,3 6-21-15,-3 1-8 0,0 0-10 16,2 5-3-16,-2 1-5 0,0 2-2 0,2 1-2 16,-1 1 1-16,-1 2-23 0,0 0-76 0,0 2-119 15,0 2-171-15,0 0-290 0,-3 2-250 0,1 3-162 16,-1-3 95-16,1 0 357 0</inkml:trace>
  <inkml:trace contextRef="#ctx0" brushRef="#br1" timeOffset="92370.7">8763 12053 161 0,'2'-7'414'0,"0"0"187"16,-1-1 152-16,-1-1-150 0,3-1-157 15,-1 1-95-15,1-3-57 0,0 4-35 16,1-3-48-16,-1 1-25 0,3 1-31 16,0 0-31-16,1 0-18 0,-3 2-11 15,3 1-1-15,-1 0 5 0,0 2-8 0,-1 0 2 16,1 2 6-16,-2-1 5 0,-1 3-1 0,3 3-24 16,-1-1-9-16,-2 2-16 0,0 0-12 0,2 6-13 15,-2 1-11-15,0 0-10 0,-1 5-10 16,-2-2-22-16,2 3-76 0,-4-2-129 0,0 0-171 15,-1-1-286-15,0-1-269 0,0-3-210 0,-2-3 48 16,0-4 380-16</inkml:trace>
  <inkml:trace contextRef="#ctx0" brushRef="#br1" timeOffset="92755.67">8654 11644 289 0,'2'-3'683'0,"-2"2"300"0,0 0 89 0,0-3-247 15,0 3-251-15,0-4-183 0,0 2-124 16,0-3-68-16,0-2-47 0,0-1-41 16,0-2-33-16,0-1-27 0,0-4-12 0,0 0-13 15,0-1-5-15,0 0-11 0,0-1-6 0,0 1 0 16,2 2 0-16,-2 2-1 0,1 2-2 0,-1 2 2 15,2 1 8-15,-2 4-1 0,0 1 4 0,2 1 6 16,-1 0 17-16,1 4 19 0,-1 0 13 0,5 5 15 16,-3 1 2-16,2 4-5 15,-2 3-18-15,2 0-14 0,0 2-19 0,3 1-13 0,-2 0-14 16,-1 1-2-16,3 0-2 0,-2-2-5 0,2-1-5 0,0-1-30 16,-2-1-28-16,1-3-38 0,-2-2-78 15,-1-4-108-15,-1 0-132 0,0-5-171 0,-3 0-267 16,0-3-218-1,-1-2-40-15,-1 0 214 0,1-4 368 0</inkml:trace>
  <inkml:trace contextRef="#ctx0" brushRef="#br1" timeOffset="93302.41">8866 11334 226 0,'0'-3'650'0,"0"3"386"0,0-2 144 16,0 1-244-16,-3 1-259 15,1 1-181-15,1 2-132 0,-1 2-83 0,1 1-62 16,-1-1-44-16,2 6-35 0,-3-1-33 0,3 4-32 16,3 1-31-16,-1 3-16 0,1 0-8 0,0 1-5 15,3 3-11-15,1-3-4 0,1 1 2 16,1-1-5-16,1-2 0 0,-1-2 0 0,2-2 0 0,-3-2 0 15,0-3-4-15,3 1 3 0,-3-6-4 16,0 2 0-16,-2-1 3 0,0-4 5 0,-1 0 1 0,0-2 1 16,-2-2 2-1,0 0 2-15,-1-3-2 0,-2 2-2 0,0-2 3 0,-2 1-1 0,1-1 1 16,-2 0-3-16,-1 2 7 0,1 0-1 0,-2-1-3 16,1 3-1-16,-1 0 1 0,0 1 4 0,-1 1-4 15,1 0-2-15,0 2-1 0,-1 0 2 0,2 2-1 16,0 0-5-16,1 4 0 0,0-1 1 15,1 1 0 1,2 3-3-16,0 1-3 0,0-2-8 0,2 6-42 0,1-3-42 16,-1 0-47-16,1-2-90 15,0 1-134-15,-1-4-174 0,1-1-258 0,1 1-235 16,0-5-183-16,0-2 94 0,1-2 396 0</inkml:trace>
  <inkml:trace contextRef="#ctx0" brushRef="#br1" timeOffset="93603.37">9075 11447 269 0,'6'9'470'0,"2"-3"197"0,0 4 96 0,1 1-147 16,1 0-123-16,0 0-90 0,-1-2-67 0,1-2-59 16,-2 0-76-16,-2-1-75 15,3-3-52-15,-4-3-33 0,0 0-16 0,-2-4-7 0,-1-3-8 0,-2-1-1 16,-2-2-5-16,-1-2-6 0,-2-3 0 15,-1 0-2-15,-4-2 12 0,2 2 34 0,0 0 34 16,-4 2 40 0,2 0 24-16,-1 2 13 0,-1 0 1 15,-1 2-20-15,2 3-27 0,-2 0-26 0,0 3-17 16,1 2-16-16,2 1-17 0,-1 1-11 0,2 2-1 16,3 2-16-16,1 2-8 0,2 0-2 0,1 5-5 15,2-2-15-15,3 0-30 0,-1 3-75 0,1-2-127 16,0 3-175-16,2-2-290 0,1 3-256 15,0-3-208-15,2 0 67 0,2-1 395 0</inkml:trace>
  <inkml:trace contextRef="#ctx0" brushRef="#br1" timeOffset="105940.84">8879 12764 139 0,'-1'7'310'16,"-1"0"124"-16,0 1 42 0,1-3-147 15,-1 1-121-15,2 0-70 0,0 0-36 0,-2 1-12 16,2-3-8-16,0 3-18 0,0-3-10 0,0 2-4 16,2 0 8-16,-2-2 13 0,0 2 22 0,0-1 33 15,2-1 29-15,-1 0 27 0,-1 1 17 0,2-2 10 16,-2 4-5-16,2-5-6 0,-1 4-12 0,1-4-10 31,-1 2-11-31,1 1-17 0,1-1-13 0,-2 2-16 16,2 0-18-16,-1 0-20 0,0 2-21 0,1-2-12 15,0 1-15-15,0 1-8 0,1-1-7 0,0 1-5 16,2-2-5-16,-1 0-2 0,0-1 0 0,0-1-6 16,1 0 0-16,3-1 3 0,-2-1 1 15,-1-1-3-15,2-1 1 0,1 0 2 0,-1-1 2 16,2-1-4-16,-2-1 0 0,1-1-2 0,-1 0 0 16,0-2 1-16,0-1-1 0,1 1 4 0,-1 0-1 15,1-1 2-15,0 1 1 0,-3 0-1 0,2 1 0 16,-3 1-2-16,1-3 2 0,0 5-2 0,-1-3-3 15,0 1 2-15,-2 1 2 0,0 0-1 0,1 0 3 16,-3 0 1-16,2 1-2 0,-1-1 1 16,1 2-1-16,-2-2-2 0,1 1 1 0,1-3-2 0,-1 3 0 15,-1-3 1-15,-1 2 0 0,2 0-1 16,0-2 3-16,-1 3 1 16,-1-1-2-16,2-2 4 15,-2 1 0-15,0 0 1 0,0 0-2 0,0-1 7 16,0 0 1-16,-2-1 0 0,2 1 5 0,-3 1 2 15,1-1-1-15,1-2-2 0,-3 1-3 0,1-2-1 16,-1 2-2-16,1-1-7 0,-2-2 1 0,2 2-4 16,-2-4-3-16,0 2 0 0,0-1-1 15,-1 0 1-15,2 0-3 0,-1-1 3 0,0 1 0 16,0-2-1-16,2 1 3 0,0 0-2 0,-2 1 0 16,2 1-1-16,0 0-2 0,1-1 3 0,-1 3 0 15,1-3 2-15,-1 1 1 0,2 3 7 0,-3-2 5 16,1-1 8-16,0 3 4 0,-1 2-1 15,1 0 0-15,-1 1 0 0,3 0-5 0,-1-1-6 0,0 3-3 16,2 0-8-16,-1 1 0 0,-1 0-4 16,2 0-3-16,0 2-5 0,0 2-15 0,2-1-34 15,-1 0-87-15,-1 1-112 0,0 0-136 0,2 2-236 16,0 0-274-16,1 0-194 0,0 1 32 0,3-1 281 31,2-1 352-31</inkml:trace>
  <inkml:trace contextRef="#ctx0" brushRef="#br1" timeOffset="106924.21">9261 12720 28 0,'-3'-2'260'16,"-3"0"133"-16,3 2 128 0,0-1-39 0,0 1-72 15,-1-1-37-15,1-1 8 16,0 2 49-16,1-1 24 0,-1 1-14 0,0 0-59 15,0 1-65-15,0-1-66 0,0 3-61 0,0 0-47 16,-1 1-41 0,1 1-28-16,-2 1-21 0,2 0-10 0,0 2-13 0,-1 1-7 0,0 1-8 15,3 1-6 1,-1-1-6-16,1 2-2 0,1 3-1 0,1-2-5 0,-1 1 0 0,2 1 4 0,1 0 2 16,-1 0-3-16,2-1 0 0,-1 0 3 0,0-3 3 31,1 1-2-31,0-2-2 0,0 0 1 0,-1-1-1 15,3 0 1-15,0-1-2 0,-1-2 1 0,1-1 2 16,1 1 0-16,1-1 0 0,1-1 1 0,1-1 2 16,-1-1-4-16,2-1-3 0,-3 0-1 0,3-1-2 15,0 0 0-15,-1 0 1 0,-1 0 5 16,2 0 1-16,-3-1 1 0,0 1 1 0,3 0 1 16,-3-1-3-16,0 1-1 0,0 0 0 0,1 0 2 15,-1 0-4-15,0 1 1 0,-1-1-1 0,0 0 2 16,1 0-1-16,-3 0 0 0,2 0 3 0,-1 0-4 15,1 0 1-15,0 0-1 0,-2 0 0 0,1-1-2 16,-1-1-2-16,1 1 4 0,0-1-3 16,-1 1 1-16,0-2 3 0,0 1 1 0,0-1 0 15,-1 0 0-15,2 2 1 0,-4-2-2 0,3 1 0 16,-2 0 0-16,0-2 1 16,0 2 1-16,1-2-3 0,-3 0 1 0,4-1-3 0,-4 1 3 0,1-4 1 31,-1 1 0-31,-1-3 6 0,0 2-1 0,0-3 0 15,-1 1-2-15,-1 0 1 0,-1-3 3 0,0 2 6 16,-2-1 13-16,1 2 28 0,-3 1 41 0,1 1 45 16,-3-2 23-16,-1 3 3 0,-3 1-7 0,-1-1-21 15,1 4-32-15,-1-1-38 0,-2 1-24 16,-1 3-14-16,1 0-12 0,-1 2-4 0,1-1-8 16,-1 3-1-16,2-1-1 0,0 2-3 0,0 0-1 15,1-1 0-15,3 1 0 0,1 0-5 0,-2-1 3 16,4 0-2-16,0-1 3 0,0 0-8 0,2 0-11 15,-1 0-32-15,4-1-46 0,-2 1-38 0,2-2-44 16,3 1-74 0,-3-2-98-16,3 1-91 0,0-1-88 0,0 0-177 0,3 2-250 0,0-2-118 0,2 0 92 15,2-2 270-15,2 2 312 0</inkml:trace>
  <inkml:trace contextRef="#ctx0" brushRef="#br1" timeOffset="107722.86">9579 13044 183 0,'-1'-3'473'0,"-1"3"275"0,-1 0 220 16,1 0-120-16,-1 3-188 0,-3-3-127 15,3 1-103-15,-2-1-92 0,0 3-80 0,1-1-72 16,-1 1-39-16,-2 2-15 0,1-1 8 0,0 2 2 16,0-1-8-16,-1 5-11 0,2-3-19 0,-4 2-13 15,3 1-22-15,-1 1-16 0,2 0-8 16,-2 1-9-16,2-2-2 0,0 2-12 0,0-1-10 15,2 2-6-15,0-4-2 0,1 2-6 0,-1-2-1 16,3 0-2-16,0 1 2 16,2-1-1-16,-1-2-1 0,3 4 0 0,0-5 1 0,1 1 1 0,3 0 0 15,0 0 1-15,0-2 1 0,3 1-1 0,1-2-1 32,1 1-3-32,-1-1 1 0,3-1 0 0,0 0-2 15,0-2 2-15,1 1 0 0,0 0 1 0,-2-1 2 16,2-1-3-16,0 0 5 0,-2-1-2 0,2-1 1 15,0 0 1-15,-2 0-2 0,0-2 1 16,0 3 1-16,0-3 3 0,-1 1-2 0,-2-2-1 16,0 0 0-16,-1 1 2 0,-1-1 0 0,1-1-4 15,-4 0 4-15,2-2 0 0,-3-2 1 0,2 3 1 16,-2-4-4-16,0 1 3 0,-2 0-3 0,1-2 2 16,-1 0-2-16,-2-1 0 0,4 0 2 0,-4 0-2 15,1-1 0-15,-1 1 1 0,-1-2-2 16,-1 2 3-16,-1 0-1 0,-2-2 2 0,-1 0 0 15,0 0 1-15,-1 0-1 0,-1 0-2 0,-2 0-1 16,-2 0 2-16,1 2 1 0,-2 0 2 0,1 3 4 16,-2 1 1-16,-1 2-2 0,0 2 0 0,0 0-1 15,1 4-2-15,-3 1-5 0,5 1-2 0,-3 3-3 16,3 0-4-16,1 1-13 16,-1 0-47-16,3 3-52 0,0 0-80 0,0-1-154 0,1-1-266 0,0 1-303 31,2-3-248-31,1-1-186 0,0 0 137 15,0-3 547-15</inkml:trace>
  <inkml:trace contextRef="#ctx0" brushRef="#br1" timeOffset="110156.93">9312 13223 32 0,'-1'-1'204'0,"-1"0"101"16,2 1 33-16,-1-2-59 0,-1 2-69 15,2 0-55-15,0 0-42 0,-2 0-22 16,2 0-14-16,0 0-32 0,0 0-29 0,0 0-18 15,0 0-18-15,0 0-10 0,0 0-3 0,0 0 25 16,0 0 12-16,0 0 10 0,0 0 8 0,0 0 7 16,0-1-2-16,0 1 7 0,0 0 1 15,0 0 1-15,2 0-3 0,-2 0-5 0,0 0-5 16,0 0-5-16,0 0-6 0,2-2-5 0,-1 2-3 16,-1 0-2-16,0 0-2 0,0 0 0 0,0 0-4 15,2-1-1-15,-2 1 3 0,0-1 2 16,1 1 2-16,-1 0 1 0,0-2 3 0,2 0 0 0,-2 1 2 15,0-2-6-15,3 1 4 0,-2 0-2 0,-1-2-2 16,2 3 0-16,-1-2-2 0,1 0 4 0,1 1-2 16,-1-3 2-16,1 3 0 0,-1-3-4 0,1 2 5 15,-1 0-1-15,1-2 0 0,0 3 2 16,1-3-2-16,-2 2 0 0,1 0-2 16,-1-2 6-16,1 3-4 0,-1-1 0 0,1 0 3 0,-2 2-3 31,1-3 0-31,0 3 0 0,-1-2-2 0,1 0 0 15,1 2-2-15,-1-3 2 0,-1 1 0 0,2-1 0 16,0 2 17-16,-1-1 15 0,-1 0 7 16,1 0 5-16,0 0 3 0,-1 0 26 0,2 1-4 0,-1 0-8 15,0-2-6-15,-1 3 0 16,1-2-2-16,1 0-27 0,-1 0-13 0,-1 0-6 0,2 0-3 16,-1 0-6-16,-1 0 1 0,2 0-1 0,-1 1 2 15,0-2 0-15,-1 0 0 0,2 1-2 0,-3 0 0 16,2-2 0-16,0 1 0 0,-1 2-2 0,-1-3 2 15,2 3 0-15,0-3-2 0,-1 2-1 0,1 0-5 16,-1 0 2-16,2 0 1 0,-1 0-3 16,-1 0 3-16,1 0 1 0,-1 2 0 0,1-2 4 15,1 1-3-15,-1-1-1 0,-1 2 4 0,1-1 0 16,0 1-2-16,-1-1 0 0,1 0 2 0,1 0-2 16,-1 0 0-16,-1 0 0 0,1 0 1 0,2-1 1 31,-2 0-2-31,-1-2 0 0,1 1 2 0,0 2-2 15,-1-3 2-15,1 2-2 0,1-1 0 0,0 1 2 0,-1-1 0 0,1-1 2 0,0 2-2 32,-1-3 2-32,2 2 0 0,-2-1 2 0,-1-1-1 0,3 2-1 15,-3-2 2-15,1 2 2 0,1-4-1 16,0 3 1-16,-1-3-2 0,1-1-3 0,-1 2 5 16,-1 0 1-16,3-1-1 0,-2-1 2 0,2 1-3 15,-3-2 3-15,2 3-5 0,-1-1-1 16,1 1 0-16,-1 1-2 0,-1 0 0 0,1 1-2 0,1 1 0 15,-3 1 0-15,2-1-11 0,-1 3-16 0,-1 0-33 16,0 1-40-16,0 0-69 0,-1 0-152 16,1 2-173-16,-2 0-60 0,1 1 51 0,-1 0 124 0</inkml:trace>
  <inkml:trace contextRef="#ctx0" brushRef="#br1" timeOffset="111206.12">9366 13215 139 0,'0'1'261'0,"0"2"93"15,0-1-58-15,2-1-92 0,-2 0-78 16,1 3-48-1,-1-3-28-15,2 1-21 0,-2 1 11 0,3-2 5 16,-3 2-4-16,2 0 2 0,-1-2 0 0,2 3-2 16,0-2 0-16,-1 2-4 0,-1-2 5 0,3 3 3 15,-3-2 2-15,2 0 2 0,2 2 2 16,-3-2 0-16,1 0-6 0,3 1 10 0,-3 1 2 16,0 0 5-16,2-3 2 0,-2 3 3 0,2 1-1 15,-1-2-5-15,-1 1-1 0,1 0 6 0,1 1 7 16,-2 0 2-16,0 0-1 0,0 1-12 0,1-3-12 15,-1 3-13-15,0-1-14 0,0 0-7 0,2-1-7 16,-2 1-4-16,0 0-3 0,0-1 0 16,1-1-4-16,-3 1 0 0,2-3 1 0,-1 2-5 15,1-2 1-15,0 0-2 0,-1 1-2 0,2-3 3 0,-2 1 1 32,1-1 1-32,0 0 1 0,-1 0 3 0,1-1 3 15,0 1-3-15,1-1 0 0,-1-1 4 16,0 0-2-16,3 1 23 0,-3 0 11 0,0-1 8 15,2 0 0-15,0 0 2 0,0 0 2 0,1-1-24 16,0 0-11-16,1 0-8 0,-1 0-2 0,-1 2-3 16,4-2 0-16,-3-1-2 0,2 2 1 0,-1 0 1 15,2-1 0-15,-1 2 0 0,0 0 0 16,0-1 3-16,3-1-1 0,-3 3-2 0,3-3 3 16,0 1-3-16,-1 0-1 0,-1 2-1 0,3-2 4 15,1-1 42-15,-3 1 58 0,4-2 37 0,-1 2 17 16,1-3 7-16,-1 3-2 0,2-3-33 0,-2 0-52 15,0 1-30-15,1 0-16 0,0-1-11 0,0 1-5 16,-1-3-1-16,1 3-5 0,-1 0 1 0,1-1-4 16,-3 1 5-16,2 1-3 0,-1 0 0 0,-4 1-2 15,1 2-27-15,-2 2-87 0,1 1-155 16,-5 3-292-16,0 1-226 0,-1 2-164 0,0 2 11 16,-2 0 274-1</inkml:trace>
  <inkml:trace contextRef="#ctx0" brushRef="#br1" timeOffset="120041.93">8694 11858 55 0,'0'1'186'16,"-1"0"76"-16,-1-1-13 0,0 2-71 0,1-2-46 15,-1 0-23-15,-1 0-13 0,1 0-6 0,1-2-1 16,-1 2-6-16,0-1-4 0,-1 1-5 0,0-1-3 16,0 1-5-16,2-2-3 0,-1 2-2 0,-1 0-2 15,1-2-6-15,-1 1 10 0,0 1 6 16,1-2 5-16,-1 2 10 0,1 0 5 0,-1-1 3 0,0 1-4 15,0-2-10-15,2 2-6 0,-1 0-7 16,1 0-3-16,-1 0-7 0,2 0-5 0,-2 0-10 16,2-1-4-16,0 1-12 0,-1 0-8 0,1 0-7 15,0 0-7-15,0 0 0 0,0 0-2 0,0 0 0 32,1 0-2-32,-1 0 0 0,2-2 0 0,-2 2-1 15,3 0 1-15,-1-1 0 0,-1 1 0 16,4-3-1-16,-2 3 3 0,0 0-2 0,0-2 0 15,0 0 4-15,2 2-2 0,-1-3 2 0,-1 3 0 16,3 0 1-16,-2-1-1 0,1 1 0 0,-2 0 1 16,2-1-1-16,0 0 0 0,0 1 0 0,2-3-2 15,-2 1 0-15,0 2 0 0,0-2 3 0,1 0-1 16,0 1 2-16,-3 0-2 0,2-3-1 16,0 2 1-16,0 0 9 0,-2-1 41 0,2-1 26 15,1 0 16-15,-3 0 11 0,2 0 2 0,1 0-6 16,-1-1-35-16,0 0-24 0,1 1-14 0,0-1-12 15,-1 2-3-15,0-2-4 0,0 2-2 0,0 2-1 16,1-1 16-16,-2-3 16 0,3 5 3 0,-1-2 3 16,-1 0-1-16,1 2 0 0,0-1-18 0,-1 0-12 31,0-1-8-31,2 1-1 0,-3 1-2 0,2-2 1 16,-1 1-3-16,0-1 3 0,0-1-2 15,0 2 2-15,-1-1 0 0,1 1-1 0,-2-1 1 16,2 0 0-16,-2 1 0 0,0-1-3 0,0 1 1 15,1 0 1-15,-1 1-1 0,0-2 1 0,1 1-2 16,-2-1-21-16,1 2-49 0,-1-2-63 0,1 2-89 16,0-2-144-16,0 2-261 0,-1-2-151 0,-2 2-7 15,0 0 141-15,0 0 231 0</inkml:trace>
  <inkml:trace contextRef="#ctx0" brushRef="#br1" timeOffset="123707.64">8308 12739 146 0,'-22'2'250'0,"0"2"84"0,4 1-55 16,0-2-116-16,0 2-78 0,2-3-47 15,0 2-23-15,1-3-19 16,0 0-3-16,1 1-5 0,3-1 7 0,-1-1 5 0,0 2 5 16,3-2 1-16,-2 0 1 0,3 0 3 0,0-2-3 15,0 1 1 1,1-1-6-16,0 0 1 0,2-2-1 0,0 2-5 16,-1-3 1-16,2 2-11 0,0 0-12 0,1-3-29 0,0 4-60 0,0-3-114 0,0 2-59 31,-1-2 15-31,1 0 52 0</inkml:trace>
  <inkml:trace contextRef="#ctx0" brushRef="#br1" timeOffset="124159.78">7954 12459 26 0,'-1'-1'229'15,"-3"-3"125"-15,0 3 119 0,-1 0-78 0,-2-1-127 16,1 0-44-16,0 2 0 0,1 0 1 16,-1 0 19-16,-1 4 22 0,0-3 1 15,0 4-33-15,1 1-50 0,1 1-44 0,0 3-41 16,-1 5-39-16,3 5-6 0,3 4 10 0,0 7 10 15,3 7 61-15,3 6 40 0,2 9 27 0,2 5-13 16,5 6 3-16,2 6-2 0,3 7-48 0,5 6-37 16,0 3-28-16,4 6-14 0,4 2-26 15,0 3-12-15,4-1-7 0,1 2-18 0,0-3 6 16,4-1 2-16,1-2-4 0,0-4-5 0,1-4-5 16,-1-3 15-16,-1-4-3 0,1-2-3 0,0-4-3 15,1 2 1-15,-1 0 4 0,-1 0-4 0,0 2-7 16,-3 2-2-16,-1 3 0 0,1 2 7 0,-4 6 3 15,0 4 3-15,-2 4 3 0,1 6-1 16,-3 2-3-16,-1 4-22 0,-3-3-50 0,-2 1-70 0,-3-6-104 16,-6-6-132-16,-3-6-176 0,-5-11-281 0,-7-10-176 15,-4-9-25-15,-8-14 223 0,-5-12 331 0</inkml:trace>
  <inkml:trace contextRef="#ctx0" brushRef="#br1" timeOffset="124690.53">6335 15106 193 0,'-24'3'429'0,"1"0"205"0,3-2 118 0,0 1-251 15,6-1-181-15,3-1-108 16,3 0-96-16,4 0-62 0,6-1-35 0,5-1-17 16,4-2-2-16,6 0-2 0,5-2 6 15,5 0-1-15,8-3 1 0,4-2 1 0,4-3-3 0,11 0-4 16,4-2-5-16,6-3 0 0,5 0 0 16,7-4 5-16,3-1 2 0,3-2 12 0,7-2 4 0,2-2 4 15,4-3-4-15,5 0 3 0,7-3-1 16,4-3 8-16,3 0 19 0,1-1 12 0,3-1-16 15,2-2-9-15,3-2-5 0,2-2-1 0,0-5-13 16,-2-1-20-16,3-1 9 0,-7-3 3 0,0-1-17 16,-2-1-27-16,-5 0-32 0,-6 1-34 0,-5 2-39 15,-5-2-45-15,-7 3-54 0,-5 1-183 0,-7 2-154 16,-7-1-35-16,-4 3 70 0,-10 1 141 16</inkml:trace>
  <inkml:trace contextRef="#ctx0" brushRef="#br1" timeOffset="125074.86">6426 13159 6 0,'-12'-4'228'0,"-1"-1"123"16,5 2 108-16,1 3-24 0,2 1-200 15,5 6-118 1,3 3-52-16,2 5-24 0,7 5-5 0,4 7 9 15,8 4 4-15,4 8 26 0,9 5 17 0,10 6 11 16,8 7 0-16,9 7-13 0,7 1-2 0,9 5-31 16,6 2 13-16,7 0 7 0,10 3 1 15,5-2 5-15,10 2 21 0,7-5-4 0,2 1-20 0,-1-8-48 16,2-1-50-16,1-7-49 0,1-1-84 0,-5-9-43 16,-5-2-106-16,-9-8-173 0,-5-1-109 0,-6-6 2 15,-12-5 103-15,-4-2 143 0</inkml:trace>
  <inkml:trace contextRef="#ctx0" brushRef="#br1" timeOffset="126758.19">8933 12726 206 0,'-5'0'328'0,"0"1"108"15,0-1-32-15,-2 4-156 0,0-2-100 16,1 1-52-16,-1 2-29 0,0-2-18 0,1 1-9 0,-1 2-5 16,-1 0-3-16,2-1-7 0,-2 1-9 0,3 0-2 15,0-2-7 1,-1 2-1-16,1-2-6 0,2 4-4 0,0-1 2 0,0-4-4 0,3 4 5 0,0 0-7 31,0-1 0-31,3 2-2 0,0-1 0 0,0 1-2 16,0 1-1-16,2 0-7 0,-2-1-2 0,2 3-11 15,-3-3-16-15,3 1-18 0,-1-1-33 0,-1 1-49 16,0-1-97-16,2 0-117 0,-3-2-15 16,-1 0 49-16,1-1 88 0</inkml:trace>
  <inkml:trace contextRef="#ctx0" brushRef="#br1" timeOffset="159540.12">15093 9778 101 0,'-2'0'310'16,"1"0"151"-16,1 0 136 0,-2 0-127 16,0 0-123-16,-1 0-34 15,1 0 18-15,1-2 26 0,-1 2 19 0,2 0 2 16,-4 0-15-16,4 0-33 0,-2 0-55 16,2 0-50-16,-3 0-46 0,3 0-43 0,0 0-26 0,-1 0-21 15,1 0-9-15,0 2 0 0,0-2 8 16,0 0 12-16,0 2 4 0,0-2 3 0,0 0-1 0,0 0-5 15,0 0-16-15,1 0-14 0,-1 0-17 16,0 0-15-16,0 0-11 0,0 0-14 0,2 0-4 16,-1 0-8-16,-1 0 0 0,0 0 0 15,0 0-2-15,2 0-1 0,-2 0-2 0,0 0-2 0,3 0 1 16,-2-2-2-16,1 2-3 0,1 0 4 0,0-2 3 31,2 1 4-31,2 0 2 0,-1-1 12 0,3-1 10 16,1 0 4-16,-1 0 2 0,4 0-2 0,-2-1 0 15,5 1-8-15,-4-1-10 0,6-2-2 16,-4 0 7-16,5-1 8 0,0 1 2 0,2-1-1 16,-1-1 3-16,2 0-1 0,0-2-10 0,2 2-8 15,1 0-4-15,4-1-2 0,-4-2-4 0,4 2 0 16,1-1 0-16,1 0 1 0,-1-1 11 0,2 0 6 16,1 1 2-16,2-2 3 0,-2 1 1 0,0-1-1 15,-1 2-9-15,1-1-4 0,0 1-3 0,-1 0-3 16,0 0-1-16,-1 3 1 15,1-2 0-15,-1 3-3 0,-2-2 2 0,-1 4-1 0,1-2-1 16,-2 1-2-16,-1 0 1 0,-2 1-2 0,2 0 1 16,-1 1 1-16,-2-1-2 0,0 0 0 0,-1 2 1 15,0-3 0-15,0-1 0 0,-3 4 0 0,3-3 2 16,-1-1-1-16,0 2 2 0,-3 0 0 0,0-1-1 16,2 1 0-16,-3 1 0 0,1 0 1 15,-1 0 0-15,-1-1 1 0,0 2-2 0,-1 0 0 0,-2-1 1 31,0 2 1-31,0-2-2 0,-2 0 0 16,0 0 1-16,1 0 0 0,-2 0 0 0,0 0-1 16,0 0 1-16,0 0-1 0,1 1 2 0,0-3 0 15,-1 4 0-15,-1-2 1 0,2 1 0 0,-3 1 0 16,3-2 0-16,0 3 5 0,0-2 6 16,2 2 3-16,1-1 3 0,-2 1 1 0,3 0 0 0,0 0-5 15,0 0-4-15,1 0-1 0,1 0 0 0,-1 0 0 16,3-1-1-16,-3 1 0 0,3-2 0 15,0 2-4-15,-1-2-3 0,-3 1-1 0,3 0 0 0,-1-2-2 16,-3 1 0-16,4-1 0 0,-6 2-1 16,2-2 0-16,-1-1 0 0,0 2 2 15,-4-1-2-15,1 1 1 0,-4 1-1 0,0 0 1 0,-1-1 0 16,-2 0 1-16,-1 2 2 0,-1 0-1 0,-1-1 1 16,0 1-1-16,-3-1 0 0,0 1-3 0,1 0-1 31,-2 1 0-31,-2-1-1 0,1 1 1 0,0-1-2 15,-1 2 0-15,-1 0 0 0,1-1-9 16,0-1-9-16,-1 3-17 0,3-2-24 0,-4 1-57 16,0-2-62-16,0 1-62 0,2 0-121 0,-3-1-162 15,0 0-279-15,1-1-239 0,0 0-212 0,2 1-98 16,-2-3 326-16,0 0 508 0</inkml:trace>
  <inkml:trace contextRef="#ctx0" brushRef="#br1" timeOffset="160889.07">16772 9157 238 0,'-9'0'480'0,"0"0"227"0,1 0 137 15,2 0-148 1,-2 0-114-16,2 0-73 0,3 0-70 0,0-1-67 16,-1 1-72-16,1 0-77 0,2-2-71 0,-1 2-63 15,0-1-30-15,2 1-23 0,0 0-4 0,4-2 15 16,-3 1 22-16,2 1 38 0,1-1 20 16,-1-1 14-16,0 0 6 0,3 1-13 0,-1 0-21 0,3-1-23 15,-2 2-15-15,2-2-13 0,0 2-15 16,1 0-8-16,-1 0-1 0,2 2-5 0,2 0-5 15,-2-1-1-15,1 2 1 0,3 0-1 0,-1 0-1 16,3 1-3-16,-2 1-3 0,2-1-2 0,-2 1-4 16,2 0-4-16,-2 0-3 0,2 0-1 15,-2 0 1-15,2-2-1 0,-2 2 0 0,0 0-1 0,1-2-1 16,-1 3 1-16,-1-3-2 0,-1 1 0 0,-1 0 1 31,0 0-2-31,-1-1 2 0,-1-1-2 0,-1 2 2 16,-3-3 0-16,2 2 0 0,-3-1 5 15,1-1 4-15,-2 1 2 0,0-1 5 0,-3-1 3 16,3 2 2-16,-3-1-4 0,0 0-3 0,0 3-1 16,-1-2-6-16,-1 3-4 0,2 0-3 0,-2 2-1 15,-1-2-1-15,2 1 0 0,-5 2-1 0,3-2 0 16,-2 1 1-16,1-1-1 0,0 0 1 0,-3 0-1 16,0 1 0-16,0-1 0 0,-1 1 0 0,0 0 0 15,-1-1-1-15,-1 1 0 0,-1-1 1 16,0 3 0-16,0-1-2 0,1 1 2 0,-3-2 0 15,1 3 0-15,-2 1-1 0,3-2-1 0,-2 2 2 16,1-1-2-16,1 1 0 0,-2-2 1 0,2 1-1 16,1-1 1-16,2-1-1 0,-1-1 1 0,1 1 0 15,3-4 0-15,0 1 0 0,2-2-1 0,-1-2 1 16,2 1 0-16,-1-2-1 0,2 0 1 0,-1 0-1 31,0-3 0-31,1 0 0 0,1-2-1 0,-2-1 1 16,2-1-1-16,0-1 0 0,0-1 0 15,0 0 2-15,0 0-1 0,0-1 1 0,0-1 1 16,0 1-1-16,0-1 0 0,0 0 0 0,0 1 0 16,-1 0 0-16,-1-1 0 0,0 1 1 0,1-2 0 15,-1 1 0-15,0 0 0 0,-1 1 0 0,-1 0-1 16,2-1 0-16,-2 2 0 0,0 0-2 16,1-1 2-16,-2 1-1 0,2 1 1 0,-2 1 0 15,4-1 1-15,-5 2 2 0,3 2-2 0,1-1 1 16,0 2-1-16,-1 0 2 0,3 2-3 0,0-1-1 15,0 1-1-15,0 1 2 0,0 1-2 0,0 2 2 16,0 2 0-16,2 1-1 0,-1 2 0 0,3 0 1 16,-1 2 0-16,3 1-2 0,-5 0 0 15,4 1 1-15,0 0 1 0,0-2 0 0,0 2 0 0,-1 0 0 16,4-4 1-16,-3-1-1 0,0-1-1 0,-1-1-1 31,1-2-1-31,-2-2 2 0,3-2 1 0,-3-3 0 16,1-6 1-16,-3 0 0 0,3-6 1 15,-3 0-2-15,1-2 0 0,-1-3-1 0,-1 1-1 16,0 1 3-16,0 0 0 0,0 1-1 16,0 3 0-16,-1 1 2 0,-1 4 0 0,2 0-1 0,0 3 0 15,-1 3 0-15,1 1 0 0,0 2-1 0,0 2 1 16,-2 4 0-16,0 2-1 0,2 0 0 0,0 5 0 16,0 0 0-16,0 2 0 0,2 1-1 0,0-3 1 15,2 1 1-15,-2-1-1 0,4 2-1 0,0-5 1 16,-1 3 1-16,2-1-3 0,-1-3 1 15,-1-2 0-15,1 0 0 0,0-1-3 0,1-5 1 16,-3-2 2-16,3-2-1 0,-1-6 1 0,0-1 1 16,-1-4 0-16,-2 0 0 0,0-1-1 0,2 0 1 15,-3 1 0-15,0 2-1 0,-1 0 1 0,1 5 2 16,-2 0 0 0,1 2 0-16,-1 2-1 0,0 2 2 15,0 1-1-15,0 2 0 0,0 4-2 0,-1 0 2 0,-1 3-1 0,2 2 0 0,0 1-1 31,-1 2-1-31,1-2 1 0,0 0-1 0,0 0 0 16,1-1 0-16,1-2 1 0,-1-1-2 0,4 0 1 16,-4-1 0-16,2-2-2 0,1-2 2 0,-1-2-1 15,0-2 2-15,0-3-1 0,-1-3 1 0,1 2 1 16,-1-5-2-16,-1 1 1 0,1 1-1 0,-2 0 1 16,3 2 0-16,-3-1 0 0,1 4 1 0,-1 1-1 15,0 2-1-15,0 1-3 0,0 2-11 16,-1 4-16-16,1 2-45 0,-3 5-65 0,1 2-88 15,1 3-169-15,-2 5-290 0,1-1-318 0,0 5-297 16,-1 1-188-16,2-1 168 0,-4 2 648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4T17:57:17.7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4237 1552 169 0,'1'1'333'16,"-1"1"133"-16,2 0 39 0,-2-1-117 0,0 2-76 16,0 0-20-16,0 2 9 0,0 1 25 0,0 1 11 15,0 0 3-15,1 4-4 0,1 0-17 0,0-1-28 16,-1 5-34-16,3 0-19 0,-3 3-23 0,4-1-23 16,-2 4-10-16,-1 1-19 0,1 2-5 0,1 1-14 15,1 3-17-15,-2 0-16 0,2 2-23 0,-2 0-14 16,1 3-16-16,0 0-6 0,2 1-3 0,-1 3-5 15,-2-1-6-15,2 3 2 0,-2 1 3 0,2 1-9 16,-3 0-10-16,1 2-8 0,1 3-1 0,-2 0-5 16,0 1-5-16,-1 0-1 0,-1 3 3 0,0-3 3 15,0 4-3-15,0 1 5 0,0 3 1 0,-1 2-1 16,1 1 1-16,-2 1 3 0,2 1-3 0,0 2-10 16,0 3-5-1,0 0 0-15,2 1-2 0,-1 1 8 0,2 4 8 0,1 0 7 0,-1 2 8 0,0 0 4 31,2 2-6-31,0 0-8 0,1-2-7 0,-2 2-2 16,1-3-6-16,2 2 2 0,-1-1 9 0,0-3 2 16,2 5 0-16,-2-5 4 0,1 2 2 15,2-3-4-15,-4 2-3 0,3-1 0 0,-2 0 3 0,1 1-3 16,2 0-2-16,-3 1-3 0,2-3-2 16,-1 2-2-16,2-3 1 0,-1 1 2 0,0 0 2 0,-2 1 2 15,2 3 0-15,0-2 1 0,-2 6-3 16,1 2-2-16,2 1-4 0,-1 1-1 0,0 2 2 15,0 1 0-15,1 0 1 0,-1 1 1 0,0 2 0 16,0 2-4-16,3 1-1 0,-3-2-3 0,0 2 2 16,1 0-1-16,-1-2 2 0,0 1 1 0,-1-1 0 15,3 0 1-15,-1-3-2 0,-1-2-2 16,0-5-1-16,2-3 0 0,-3-4 1 0,2-6 0 0,2 0 1 16,-3-8 2-16,0 1 1 0,0-7 0 0,1-3-2 31,-2-6-1-31,-1-5-1 0,-1-5-3 0,-2-6-7 15,2-7-17-15,-4-2-22 0,-1-8-43 16,-3-6-73-16,-3-6-111 0,-5-9-188 0,-2-8-286 16,-7-8-320-16,-2-9-315 0,-5-12-154 0,-3-8 317 15,-3-12 659-15</inkml:trace>
  <inkml:trace contextRef="#ctx0" brushRef="#br0" timeOffset="982.48">4106 1699 141 0,'-2'3'438'0,"2"-2"265"0,0 3 198 16,0-3-119-16,0 1-171 15,0-1-116-15,0 1-95 16,2-1-82-16,-2-2-49 0,1-2-11 0,1 0 5 16,4-3-18-16,-1-1-16 0,1-3-9 0,2-3-19 15,1-1-44-15,-1-2-46 0,2-4-23 0,0 1-15 0,2-6-11 16,-1 1-11-16,2-1-5 0,-2-1-6 0,0 1-5 15,0-2-6-15,0 2-3 0,-1 2-2 0,2 3-2 16,-2 1 2-16,-2 2-5 0,-1 4 2 0,1 1 4 16,-3 5 5-16,2 1 3 0,-1 1 2 0,2 5 3 15,-2 4-3-15,2 0-4 0,-3 4-6 0,4 1-6 16,-3 7-6-16,-1 1-3 0,0 0-3 0,-2 4-2 0,2 1-4 16,-2 1 1-16,3 2-1 0,-4-2 0 0,1-1-2 15,0 3-6-15,-1-3-12 0,1-1-22 0,-1 0-30 31,-1-1-70-31,-1-1-99 0,0-1-175 0,-1 0-282 16,-1-1-310-16,0-1-346 0,-1-1-193 0,0-2 229 16,0 1 671-16</inkml:trace>
  <inkml:trace contextRef="#ctx0" brushRef="#br0" timeOffset="1915.18">2159 973 147 0,'2'3'448'0,"0"0"287"0,-1-1 251 0,-2-1-95 16,-1-1-153-16,-1 0-117 0,0-1-61 0,-2-1-83 15,0 2-93-15,-1 0-78 0,1-2-65 0,-3 2-48 0,2-1-55 16,-5 0-29-16,1-1-21 0,-1 0-18 0,-1 2-12 15,-1 0-11-15,-3 0-10 0,2 4-9 0,-1-3-3 0,0 4-4 16,0 0-2-16,-2-2-3 0,3 2-2 0,-2 1-1 0,3 1-5 16,-1 0-2-16,3-1-1 0,-1 1-3 0,2-1 0 15,2 0-2-15,0 0 0 0,0 0-3 0,2 0 2 0,1 0 1 16,0 0-2 0,2-4 1-16,2 2 0 0,-1-1 0 0,0 1-1 0,2-3-2 0,-2 0 1 0,2 1-1 0,2 1 1 15,-2-2-2 1,2 1 0-16,1 0 2 0,2-1 0 0,3 0 1 15,-2 2 0-15,5-1 2 0,0-1-2 0,2-1 1 16,3 1-1-16,-2-1 1 0,4 0 1 0,-1 0-1 0,0 0 2 16,0 2 0-16,0-2 0 0,0 2 1 0,-3-1-2 15,0 1 0-15,-1-1-1 0,-3 1 0 0,-1-1 1 0,-1 4 2 16,-3-3 1-16,0 4 1 0,-2 0 2 0,-3 5 1 0,0-5-1 16,-2 5-1-16,-1-1 0 0,-2 4-1 15,0-1-1-15,-3 1-1 0,1 2-1 0,0 0-1 0,-1-2 0 16,0 1-2-16,-1-1 2 0,1-1 0 0,2 1 0 15,-1-4 1-15,2 1-1 0,-2-4 1 0,4 1-3 0,-2-2 1 16,3-1-3-16,-1-2-1 0,1-1-8 16,2 1-14-16,0-3-16 0,0-5-36 0,0-1-54 0,0-2-55 15,2-6-50-15,1-1-63 0,-1-4-92 0,1-2-85 16,2-3-47-16,-2 1-54 0,5 0-58 0,-2 0-22 16,2 0 18-16,2 2 4 0,-1 0 12 0,-1 1 99 0,0 1 136 0,1 4 139 15</inkml:trace>
  <inkml:trace contextRef="#ctx0" brushRef="#br0" timeOffset="2081.05">2136 996 113 0,'12'-7'255'0,"-2"4"150"0,1-1 81 15,1 5 10-15,-4 3 43 0,2 3 56 16,1-1 12-16,-3 5-32 0,0-2-62 0,1 3-60 0,-1 0-59 16,0 2-60-16,0 3-52 0,1 0-41 15,-1-1-33-15,-3 1-36 0,0 2-41 0,0-2-37 0,-1-1-28 16,-2 2-17-16,-1-2-15 0,-1 0-11 0,2-1-8 16,-2-4-8-16,0 2-4 0,0-3-2 0,0-3-7 15,-2-1-29-15,1 1-61 0,-4-4-64 0,1-2-127 16,-1 1-173-16,-2-4-271 0,-1 1-296 0,1-4-226 0,0-1-107 15,-1-1 323-15,2-5 505 0</inkml:trace>
  <inkml:trace contextRef="#ctx0" brushRef="#br0" timeOffset="2286.53">2169 885 321 0,'3'-7'786'0,"-3"3"374"0,0-1 56 0,-3 0-279 15,1 0-248-15,2 3-185 0,0 2-132 16,0 0-98-16,2 0-59 0,-2 1-50 15,0-1-61-15,3 1-54 0,-2 1-26 0,-1 0-23 16,2-1-9-16,1 2-8 0,0-1-3 0,2 0 10 16,-2 3-4-16,2-3-14 0,2 0-44 0,0 1-50 0,0 0-74 15,-1-1-119-15,2-1-158 0,0-1-197 0,0 2-255 16,1-2-208-16,2 0-58 0,-1 0 252 0,1-2 401 0</inkml:trace>
  <inkml:trace contextRef="#ctx0" brushRef="#br0" timeOffset="2798.63">2473 852 28 0,'10'0'252'0,"-2"0"150"0,-3 1 172 16,2 3 5-16,-3 0-19 0,2 0 10 0,-4 2 9 0,1 0-25 16,0-1-59-16,-1 1-86 0,-2 1-86 0,3 0-76 15,-3 4-67 1,0 1-41-16,0 3-26 0,0 0 5 0,0 1-9 0,0 1-15 0,0-2-13 0,0 1-12 16,0-2-6-16,2-1-27 0,-1 2-17 0,1-5-8 0,0 1-5 15,-1-4-2-15,2 0-5 0,-1 0 1 0,4 0-1 16,-3-3-4-16,0 1 2 0,1-4-5 0,0 0 5 0,1-1-4 31,0 0 3-31,1-1 2 0,0-2 1 0,-1-1 2 16,3-1-5-16,-1 0 4 0,0 0-4 0,3 1-1 15,-2-2 2-15,3 1-1 0,-2 0 6 0,1 1-2 16,2 1 2-16,-1 1-1 0,1-3 1 0,3 3 2 0,-2 1-4 16,1-2 0-16,2 2-3 0,0 1-2 0,0 1 4 15,1 2 1-15,-1-2 0 0,3 0 0 0,-2 0 4 0,2 4 9 16,-2-5 6-16,1 2-1 0,-1-2 1 0,1 0 1 15,-1 0-2-15,-4-2-3 0,3-3-5 0,-5 2 0 0,1-4-1 16,-2-1 1-16,-2 1 4 0,-2-2-7 0,-1 0 0 16,-2-1-2-16,-2-1 5 0,-1 2 4 0,-1 0 10 15,-1-2 13-15,-1 4 4 0,-3 0 6 0,1-1 5 0,-1 3 0 16,-2-3-6-16,0 4-5 0,-1-1 1 0,-1 2-4 16,2 0-7-16,-3 3-4 0,3 0-5 0,0 3-7 0,-1 0-5 31,1 2-3-31,0 2-4 0,3 0-2 0,0 4-2 15,-2 1 1-15,5 1-1 0,-3 1 0 0,4 3 1 0,-1 0 0 16,0 3 0-16,1-1-1 0,1 2 1 0,1 2-3 16,1 1 0-16,1 2-1 0,2-1 1 0,3 1 0 15,-2 2 0-15,2-1 3 0,3 0-17 0,3 1-65 0,-1 0-70 16,3 2-143-16,-2-2-264 0,5 1-319 0,0 2-351 16,5 0-245-16,4 2-5 0,1 3 593 0</inkml:trace>
  <inkml:trace contextRef="#ctx0" brushRef="#br0" timeOffset="4297.59">4537 7302 9 0,'-1'1'364'0,"-1"2"304"0,-3 0 287 0,2-1 120 16,0 0-291 0,-2 2-206-16,2-3-131 0,1 0-83 0,-4 2-72 0,5-1-48 15,-2-2-47-15,1 2-33 0,0 0-33 0,2-2-27 16,-1 0-32-16,1 0-28 0,1 1-29 15,1-1-11-15,1 1-6 16,4 1-1-16,3 1-1 0,0 1-5 0,4-1 6 0,2 0-6 0,3 2 2 0,2-2 1 16,2 0 3-16,3-1 36 0,0 0 16 15,4-2 13-15,4 0 3 0,0 0 5 0,3-2-2 16,4 0-24-16,0-1-15 0,2-1-8 0,1-1-5 16,0 0-6-16,2-2 8 0,0 1 0 0,3-1 1 15,0-1-1-15,0 0-2 16,0 1 0-16,0-1-5 15,0 2-2-15,0-1-1 0,2 1 1 0,-1 0 4 16,-1 1-7-16,2 0-8 0,-2 1-2 0,3-1-2 16,-2 3-2-16,0 1 4 0,0-4 10 15,2 5 3-15,-1-2-1 0,1 2 0 0,0-1-2 16,2-1-4-16,-2 2 0 0,4 0 0 0,-3 2 5 16,3-2-5-16,1 1-1 0,1-1-5 0,2 0-4 15,0 0 1-15,2 0 2 0,0 0 10 0,1-1 5 16,0-1 1-16,2 2 1 0,0-3 1 0,1 2 0 15,2-1-5-15,0 1-5 0,2-1-2 0,4 1-2 16,0 1-4-16,-1 0 3 0,3 0 1 0,0 1 4 16,1 1 3-16,-1 1 2 0,3-2 6 0,-1 2-6 15,2 0-2-15,2-1 2 16,1 3 0-16,-1-3-2 0,3-1-6 0,-1 2-4 0,0-1 0 0,1 0 2 16,-1 0 0-16,3-1 4 0,-1 0-5 15,2-1 0-15,-1 0 5 0,3 0-2 0,0 0-3 31,0 0-3-31,2-1 7 0,0 0 6 0,1 1-3 16,0-2-2-16,4 0 3 0,-1 2 2 0,1-2-5 16,1 2-4-16,3 0 0 0,-3 0 1 0,3 0 3 15,2-3 1-15,0 3 3 0,1-1 2 0,3 0-2 16,-2 0-6-16,2-2-4 0,-1 1 1 16,3 0 1-16,-1-1 2 0,2 0 2 0,0 0 2 15,2 0-2-15,-3 2-3 0,3-3-2 0,-1 3 2 16,0 0 1-16,1 1 0 0,0 0 4 0,-1 0-1 15,1 0-3-15,-3 0-1 16,-3 1-1-16,-1-1 1 0,0 1 1 0,-2 1 2 0,0 0 3 0,-2 1-3 16,-3-2-1-16,0 1-4 0,-4-1-3 0,-4 0 3 15,-4 1 1-15,-3 1 4 0,-2-1 0 0,-7 0 3 16,2 3 4-16,-5-1-5 0,-5 0 0 0,-4 0-3 16,-5 2 2-16,-2-1-2 0,-6 1-3 0,-6 0 0 31,-5-1-1-31,-3 2-1 0,-5-1-1 0,-7-2-1 15,-1-1 3-15,-5 2 2 0,-5-2 4 0,-3-3 1 16,-2 2 4-16,-2 1 3 0,-2-2-1 16,-3-1-1-16,-2 1-3 0,-1-1-2 0,-2 1-5 15,0-1-4-15,-1 0-14 0,-2 0-49 0,1 0-66 16,-3-1-106-16,0 0-176 0,-1-3-299 0,2 0-325 16,-1-1-284-16,-1 0-163 0,3-3 290 0,-1 0 617 0</inkml:trace>
  <inkml:trace contextRef="#ctx0" brushRef="#br0" timeOffset="4580.71">14463 7107 121 0,'3'0'636'16,"-1"0"379"-16,0 2 115 0,1-2-69 16,2 0-386-16,1-2-287 0,5 2-137 0,0-2-67 0,2 0 8 0,3 0 4 15,2 0-18 1,0 0 0-16,4 2-2 0,2-3-6 0,-3 2-36 15,-1 0-37-15,0 1-18 0,0 0-18 16,-2 0-14-16,-2 2-5 0,0 1-2 0,-2 1 4 16,-3 2-2-16,0 0-4 0,-4 1 0 0,-2 2-1 15,-1 3-4-15,-2 1-6 0,-4 5-5 0,-2-1-3 16,-1 1-9-16,-2 3-5 0,-2-2-3 0,-2 4-4 16,1-2-10-16,1-1-29 0,-4 1-73 15,2-2-89-15,1-1-169 0,-2-1-291 0,3 0-320 0,0-3-347 16,0 1-182-16,5-1 178 0,-3 1 657 15</inkml:trace>
  <inkml:trace contextRef="#ctx0" brushRef="#br0" timeOffset="5131.64">14620 8197 108 0,'5'-7'308'0,"-1"0"154"0,0 0 95 15,1 1-72 1,-1 0-62-16,1 0-15 0,-1-1 14 0,0 3 18 0,-1-2-2 0,0 1-23 16,0 0-55-16,1 2-61 0,-3 0-61 15,-1 0-43 1,2 2-7-16,-1 1 14 0,-1-2 5 0,2 2-3 15,-2 2-12-15,0-2-11 0,3 3-37 16,-3 1-33-16,0 2-25 0,0 4-22 0,0 3-13 16,0 0-17-16,0 5-6 0,0 0-14 0,0 2-7 15,0 3-4-15,0-1 0 0,1 0 1 0,-1 3 0 16,2-3 0-16,-1 1 0 0,1-1 2 0,0-1-2 16,-1-2-3-16,3 0-1 0,-1-3 0 15,0-1 0-15,0-2-3 0,2-2 0 0,-1-1 1 0,1-2-1 16,2-1-1-16,-3-2-1 0,3-2 0 15,0-2-4-15,0-1-26 0,-1-1-67 16,2-1-64-16,-3-2-98 0,3-3-163 0,-5 1-278 0,0-1-307 16,0-2-218-16,0 0-150 0,-1 0 209 0,-2-2 539 15</inkml:trace>
  <inkml:trace contextRef="#ctx0" brushRef="#br0" timeOffset="5366.16">14587 8247 6 0,'-10'-2'515'16,"4"1"491"-16,1 1 223 0,4 0-77 0,-3 0-334 15,3 1-366-15,1-1-203 0,1 2-112 0,4 0-55 16,2 0-32-16,2 1-6 0,5 0 8 0,-1-2-11 16,4-1-2-16,-1 0-6 0,3 0 4 15,1-2-11-15,1-3-16 0,1 1-4 0,2-2-3 16,0-3 1-16,-4 1-1 0,4 0 4 0,-2-2-22 15,-1 0-50-15,3-1-142 0,-6 2-256 0,0 1-276 16,-1-2-289-16,0-1-230 0,-5 2 13 0,-3-1 486 16</inkml:trace>
  <inkml:trace contextRef="#ctx0" brushRef="#br0" timeOffset="16969.58">4825 2152 144 0,'0'0'344'0,"0"-1"150"15,0 1 74-15,0-2-132 0,1 2-114 0,1 0-50 16,-2 0 4-16,0 0 9 0,2 0 7 16,-1 0-19-16,-1 0-29 0,2 0-28 0,-2 0-35 0,2 0-31 15,-1 0 0-15,-1 0 0 0,2 0-8 0,-2 0-22 16,1 0-23-16,-1 0-16 0,0 0-50 16,2 0-14-16,-2 0-6 0,2 0-23 0,-1 0-4 0,-1 0 35 15,2 2 39-15,1-2 2 0,1 1 0 0,-2-1 13 16,1 1 3-16,0-1-37 0,1 2-20 15,0 0-7-15,0-2-4 0,-1 1 8 0,3-1 10 0,-2 2 2 32,1-1 3-32,0-1-1 0,0 2-4 0,0-1-10 15,2-1-8-15,-2 0-2 0,2 2-2 0,-1-2-6 16,-1 0 4-16,1 0-2 0,3 0 3 0,-4 0-16 16,2 0-7-16,-2 0 13 0,2 0-12 0,-2 0-1 15,0-2 9-15,-2 2 9 0,3 0 17 0,-2-1-20 16,0 1 82-16,2-2 31 0,-1 2 0 0,0 0 9 15,0 0-7-15,0 0 5 0,-2 0-61 0,3 0-23 16,-2 0-12-16,1 0-4 0,0 0-6 0,-2 0 0 16,2-1-4-16,0 1 2 0,1 0-4 0,0 0-3 15,-1-2 3-15,0 2-3 0,0-1 5 0,0 1 0 16,1 0 0-16,0-2 0 0,-1 2-2 0,1-2 2 16,-1 2-2-16,3 0-3 0,-4-1 4 0,3 1-1 15,-1-1 0-15,1-1 1 0,0 1-2 0,1-1 0 16,-1 2 0-16,1-1-1 0,1 0 2 0,-3-1-3 15,2 2-5-15,0-2 2 0,0 1-1 0,-2 0 2 16,2-1 0-16,-1 2 11 0,0-2 6 0,1 2 3 16,-1 0 1-1,-1-2 1-15,1 2-1 0,0 0-9 16,0 0-3-16,-3-2-3 0,3 2 2 0,-1-2-1 16,0 2-1-16,-1 0 0 0,-2 0-4 0,2 0 0 15,0 0-3-15,-2 0 0 0,3 0 0 0,-3 0 1 16,0 0 3-16,2 0-1 0,-3 0 1 0,3 0 1 15,-2 0 0-15,0 0-2 0,0 0-3 0,2 0 1 16,-2 0 2-16,0 0 0 0,2 0-1 0,-2 0 1 0,2 0 1 16,-2 0-1-16,0 0-2 0,3 0 1 15,-3 0 2-15,2 0-1 0,-1 0 2 0,-1 0-2 16,0 0 0-16,2 0 2 0,-2 2 1 0,3-2-3 16,-3 0-2-16,0 0 1 0,2 2-1 0,-2-2-2 15,2 0-4-15,-2 0 4 0,1 0 2 0,1 2 0 16,0-2-1-16,0 0 1 0,-2 2-1 0,2-2 2 15,0 0 0-15,-1 2 1 0,1-2 3 0,2 1-2 0,-4-1 0 16,3 0-1 0,-1 1 0-16,1-1 2 0,-3 2-2 15,2-2 1-15,0 0 4 0,0 2-2 0,-2-2 1 16,3 0-4-16,-1 1 2 0,-1-1-1 0,1 0-4 16,0 0 5-16,-2 1-1 0,2-1 1 0,0 0 0 15,-1 0 1-15,1 0-1 0,0 2-2 0,-2-2 2 16,2 0 1-16,0 1-1 0,-2-1-1 0,3 0 1 15,-1 2 0-15,0-2 0 0,-1 1 1 0,1-1-1 16,-2 1 1-16,3-1 1 0,-1 2-1 0,0-2-1 16,0 2-4-16,0-2 2 0,-1 1 0 0,2 1-1 15,-1-1 4-15,0-1 4 0,1 2-2 0,-1-1-1 16,0 1 0-16,3-1-1 0,-2 1-3 0,-1-1-3 16,1-1 3-16,-1 1-3 0,1 1 3 0,0 0 0 15,-1-1 1-15,2 0 0 0,-1 1 1 0,0 0 2 16,-1-2-3-16,1 1 0 0,-1 0 0 0,2 1 0 15,-1 0-2-15,0-1 1 0,0 0 4 0,1 1 1 16,-2 1-1-16,1-1-2 0,1-2-1 0,0 3 0 31,-1-2-5-31,1 1 2 0,2-1 0 0,-3 3 4 16,2-4-1-16,-1 2-1 0,-1 0 3 0,2 0-3 16,-2-1 0-16,1 2-2 0,-3-1 2 0,4-1 0 15,-2 0-4-15,-1 2 6 0,0-1-2 0,0 0 0 16,1 0-1-16,0 1 3 0,-1-1-1 0,0 1-5 15,0-2 2-15,0 2 5 0,-1 0-2 0,2-2-3 16,-1 3 1-16,0-3 1 0,-2 2-1 0,2-1-4 16,0 0 3-16,1 2 3 0,-3-2 0 0,3 3 0 15,-4-3 3-15,3 2 2 0,0-1-4 0,-2 1 0 16,2 0 2-16,-1 0-1 0,1 0-4 0,-2-2 1 16,2 3 1-16,-2-2 1 0,0 0 0 0,2 1 2 15,-1-1 1-15,1 0-1 0,-2 1-2 0,1 0-2 16,-1 0-2-16,0 0-2 0,0 1 2 0,2-2-1 15,-2 2 3-15,2-1 6 0,-2 3-1 0,0-1 3 0,2 0 1 16,-2-1 9 0,2 3 6-16,-2-2-1 0,0 1 6 15,2 0-4-15,-2 1-2 0,0-2-5 0,0 2-9 16,0 0-3-16,1-2-2 0,-1 0-1 0,0 1-1 16,0-1-3-16,-1 1 4 0,4-1-1 15,-3 0-2-15,0 0 1 0,-1 1 2 0,1 0-1 16,0-1-1-16,-1-1 2 0,1 2 0 0,0-1-2 0,-1 1-1 15,2-1 3-15,-2 0-2 0,1 0-1 0,-1 0 0 16,1 0 3-16,-1 1-3 0,1 0 0 0,0 0 0 16,0 1 0-16,-1 0 0 0,1-1-1 0,1 0 1 15,-1 1 0-15,2-1 0 0,-3 1 1 0,3-2 0 16,-2 1-3-16,0 1 0 0,2-1-1 16,-1 1 0-16,1-1-2 0,0 1 2 0,0-1 3 0,-2 0-3 15,2 3 3 1,0-3-2-16,1 1 1 0,-2 3 0 0,1-3-3 0,-2 1 4 0,2 0 0 0,0 0-3 15,1 1 3-15,-3 0-2 0,2-1 0 0,0-1-1 16,0 2 0-16,-2-1 1 0,3 0 0 0,0 0 1 31,-1 0 2-31,-2-1-2 0,2 3-1 0,-2-4 2 16,2 1-2-16,-2 0 1 0,3 1 1 0,-4-2 3 16,3 2-1-16,-2-1 0 0,0-1-2 0,0 2 2 15,1 1-1-15,-1-4-1 0,0 4 0 0,1-1 0 16,-1 0 0-16,1 1 1 0,-1-1-2 0,0 0-1 15,0 1 1-15,-1 1-1 0,3-1 2 0,-2 0 0 16,1 2 0-16,-2-2 1 0,1 1 3 0,0 0-2 16,-1 0 2-16,1 1 3 0,0-1-2 0,-1 1-1 15,1 0 0-15,0-2-1 0,1 2-2 16,0 0 0-16,-1 0 1 0,0 0 0 0,1 1 2 16,-1-1 0-16,0 1-2 0,0 0 2 0,1-1-1 15,0 0 2-15,1 3-1 0,-1 0 2 0,-2-2-1 16,3 0-2-16,-2 2-1 0,0-2 0 0,1 2 0 15,0-1-1 1,1-1 5-16,-2 2-1 0,0 0 2 0,2 0 1 16,-2 1-2-16,2-2-2 0,-2 0-2 15,0-1-1-15,3 1 0 0,-3 1-2 0,2-2 0 16,-3 1 1-16,3 1 0 0,-2-2 1 16,2 0-1-16,-2 1-1 0,1-2 1 0,1 0-2 15,-2 0 1-15,1 1-3 0,0-1 2 0,0 1 2 16,-1 2-1-16,0-3-1 0,3 1 0 0,-3 1 2 15,0-3 0-15,2 4 1 0,0-1 2 0,-2 0 1 16,2-3 1-16,-2 3 0 0,3-1 0 0,-3 2 0 16,2-2 2-16,0 0-2 0,0 1-1 0,0-1 3 15,2 0-2-15,-2 1-1 0,0 2 0 16,0-4 0-16,0 2 0 0,2 2-2 0,-1-3-8 0,1 2-4 16,-1-2-1-16,1 2-4 0,0-1 0 15,-2-1-1-15,0 1 8 16,3-1 3-16,-2 1 3 0,0-1 1 0,2 1 3 0,-3 1-1 0,3 0 8 15,-1-2-5-15,0 3 5 0,1 0 4 0,-1 0 1 16,-1 0 1-16,3 0-7 0,-2 0 4 0,-1 0-5 16,2 0-4-16,1 0-2 0,-1-1 0 15,-1 2 1 1,-1-2-2-16,3 2-1 0,-2-3 2 0,-1 0-1 16,1 1-1-16,-1-2 0 0,3 2 1 0,-2-1-1 0,-1-1-1 15,0 1 4-15,2-1-2 16,-2-1 1-16,1 2-1 0,-1-2 2 0,2 0 0 15,-2 0-2-15,-1 0 1 0,3 0 0 0,-3 0 2 16,2-2 1-16,1 2-1 0,-3-1-1 0,0-1-1 16,1 0 0-16,2 3 1 0,-2-2 0 0,-1-1-1 15,2 0 2-15,-1 2-1 0,0-1-2 0,0 0-1 16,1-1 0-16,-1 2-1 0,2-2 0 16,0 1 2-16,-2 2 0 0,2-3 0 0,-1 3-1 15,0-1 1-15,1 1 0 0,0-1 0 0,0 1 1 16,1 3-1-16,1-1 0 0,0 0 1 0,-1-2 1 15,2 2-1-15,-1 2 1 0,-1-2 1 0,2 0-1 32,-1 1-1-32,2 1 1 0,-2-1-2 0,1 1 1 15,0-1-2-15,0 2 1 0,0-2 0 0,0 1 1 16,0 0 0-16,-1-1-1 0,4 1 0 16,-3-1-1-16,2 0 1 0,-2 0-3 0,0-3 2 15,1 2 1-15,0 0 0 0,0-1 0 0,1-2 0 16,-2 1 2-16,3-1 0 0,-3 0 2 0,3 0-2 15,-2-1 0-15,0 0 1 0,2 0 0 0,-1 0-1 16,-1-1-1-16,1 2 1 0,-1 0 2 0,0-3 0 16,-1 2-2-16,2-1 1 0,-2 1-2 0,2-1 0 15,-1 1-1-15,1-1 0 0,-1 1-2 0,1 0 1 16,-2 0 1-16,3 0-1 0,-4-1 1 16,4 1-1-16,-1-1 1 0,-2 2 0 0,3-1 0 15,-3-1-1-15,3 1 0 16,-3-1 1-16,2 1-1 0,1-1-2 0,-2 1 2 0,1 0-2 0,-1-3 1 15,-1 3-1-15,3-1-1 0,-3-1 2 0,3 0 0 16,-3 0 1-16,1 0 0 0,0 1-1 0,-1-3 2 16,2 0-1-16,-2 2 0 0,0-1-1 15,1 0 0-15,1 0 2 0,-2 1-2 0,0-4 1 16,2 3 2 0,-1 0 1-16,-2 0-2 0,1-3 3 0,2 3 0 0,-4-2-1 15,3 2-1-15,0-1 1 16,-1-1 2-16,0 2-2 0,0-2 0 0,-1-1 0 15,2 3-1-15,-2-2-2 0,0 0 2 0,0 0-1 16,0 0 0-16,1 0 0 0,0 0 1 0,0 0 1 16,-1 0-2-16,0 0 1 0,2 0 1 0,-3 1 1 15,4-1 0-15,-2 0-1 0,1-1 1 0,-2 1-3 16,1 0 2-16,0-1-1 0,0 0 2 0,1 0-1 16,-2 1 0-16,1 0 1 0,1 0-3 15,0 0 2-15,-1 1-2 0,2-1 1 0,-2 0 3 16,2-1 0-16,-1 3 0 0,1-2-1 0,-1 1 2 15,1-1-1-15,0 1-2 0,3-1-1 0,-3 1 2 16,0 0-1 0,2-1-2-16,0 0 0 0,-2 0 0 15,1 0 0-15,-1 0-1 0,3 0 0 0,-3-1 0 16,-1 1 1-16,2-2-1 0,-1 0 1 0,1 1 0 16,-1 1 0-16,1-4 0 0,-1 4 0 15,0-1 0-15,1 1-1 0,-1-2 1 0,0 2 1 0,0-2 0 16,1 1 1-16,-1-1-1 0,0 1 1 15,1 0 0-15,-1 0 0 0,-1 0 1 0,1-1 0 16,1-1 0-16,-1 3-2 0,0-4 1 0,1 2 0 16,-3 0 0-16,4-1-1 0,-3 1 0 0,-1-1 2 15,3 0-1-15,-3-1-1 0,3 0 0 0,-3 0 1 16,3 1-1-16,-2-2 0 0,-1 2 0 0,1 0 1 16,1-1-1-16,-2 1 0 0,3-2 1 0,-2 2-1 15,0-1 0 1,-1 0 1-16,2 0-1 0,-1 1 0 0,-2 0 0 0,4 0 0 0,-3 0 1 15,0 0-1-15,2 0 0 0,-2 0-1 0,0-1 0 16,2 1 1-16,-2 0-1 0,3-1 2 0,-3 1-2 31,3 1 0-31,-3-1 0 0,2 0-1 0,-1 0 0 16,1 0-1-16,0-2 1 0,-2 2 1 0,3-1-1 16,0 1 1-16,-2-2 0 0,2 1 0 15,-2-1 0-15,1 2 0 0,1-1 0 0,-1 1-2 16,-1-2 2-16,1 2-1 0,1-1-1 0,-1 0 1 15,-2 0 0-15,3 0 1 0,-1 0 0 0,-1 0 0 16,1 0 0-16,1-1 1 0,-1 2 1 0,-2 0 0 16,3-3-1-16,-4 2 0 0,4 1 0 0,-3 0 0 15,-1-1-1-15,4 1 1 0,-3-1 1 0,0 0-1 0,2 1 1 16,-2 0 0-16,1 0 2 16,1 1-2-16,0-1 0 0,-1 0 1 0,1 2-1 0,1-2 0 15,-1 0 0-15,-2 0-1 0,3-1 1 16,-1 2 0-16,1-2 0 0,-1 2 0 0,2-2 0 15,-2 2 0-15,1-2 0 0,-1 0 0 0,0 1 0 16,3-1 1-16,-4 1-2 16,2-1 0-16,1-1-1 15,-1 1 0-15,-1 1 0 0,-1-3-2 0,2 0 2 16,-1 2 0-16,0 0 0 0,1 0 1 0,0-2 0 16,-1 1 0-16,1-1-1 0,-1 1-1 0,2-1 0 15,-2 2 1-15,0-2 0 0,1 0 0 16,-1 2 0-16,2-2-1 0,-2 1 1 0,1-1 0 15,-1 0-1-15,0 1 0 0,1-1 1 0,-3 2 0 16,3-2-1-16,-1 0 0 0,1 0 0 0,0 0 0 16,-2 1 1-16,2-1 1 0,-1 0 2 0,0 2-1 15,0-2 2-15,1 0-1 0,-1 1 0 0,-2-1-1 16,3 0-1-16,-1 2 0 0,-1-2 0 16,1 1 2-16,-1 1-1 0,0-2 1 0,1 1 0 15,-1-1 0-15,1 2-1 16,-2-2 0-16,3 0-1 0,-2 1 2 0,1-1-2 0,0 2 1 0,-3-2 0 15,2 0 0-15,1 1 0 0,-1-1-1 16,0 2 0-16,-1-2 0 0,1 0-1 0,0 1 1 0,0 1 0 16,-1-2-1-16,0 1 1 0,2-1-1 0,-2 0 1 15,0 1-1-15,2-1 1 0,-2 2 1 16,1-2 0 0,-2 0-2-16,1 2 1 0,1-1 1 0,-2-1-1 15,0 1-1-15,1-1 1 0,0 2-1 0,-2 0 0 16,2-2 1-16,-3 1-1 0,3 0 1 15,-1-1-1-15,-1 2 0 0,1 0-1 0,1-1-1 16,-2-1 1-16,1 1-1 0,-2 1 0 0,4-2 1 16,-2 0 1-16,1 3 0 0,-2-3 0 0,1 0 0 15,2 2-1-15,-2-2 1 0,1 3-1 0,0-3 1 16,-1 2-1-16,-1-1 1 0,2-1 0 16,-1 0 0-16,-1 1-1 0,2 0 1 0,-1-1-1 15,-1 3 1-15,1-3 0 0,1 0-1 0,0 0 2 16,-3 0 0-16,4 2 1 0,-2-2 0 0,-2 0-1 15,4 2 1-15,-2-2-2 0,0 2 0 0,0-2 0 16,0 0 0 0,1 1 0-16,0-1 1 0,0 1 0 0,0-1 2 0,-1 0-2 0,1 2 1 0,1-2 0 31,-2 0 0-31,1 0 0 0,1 0-1 0,-2 0-1 16,1 0 0-16,0 0 1 0,-1 0-1 0,-1-2 0 15,4 2 2-15,-4 0-1 0,1 0 2 16,2 0-2-16,-2 0 2 0,1 0-1 0,0 0-1 15,0 0 0-15,0 0 0 0,0 0 0 0,1 2 0 16,1-2 0-16,-3 0 1 0,3 0 0 0,-1 2 0 16,1-2-1-16,-1 1-1 0,1-1 0 0,-1 1-1 15,0 1 1-15,1-1 0 0,-1-1 0 0,1 2 0 16,-2-1 1-16,3 1-1 0,-2-1 1 0,1-1-1 16,-1 2-1-16,-1-1 0 0,1 1-1 15,1-2 1-15,-1 3-1 0,0-3 2 16,-1 0 0-16,1 1 0 0,0 1-1 0,0-2 1 0,-1 0 0 15,1 1 0-15,1-1-1 0,-3 2 0 0,4-2 0 16,-3 0 0-16,1 0 0 0,0 1 0 0,-1-1 2 16,0 0 1-1,2 1-1-15,-2-1 1 0,1 2-2 16,0-2 0-16,0 2 1 0,-1-2-1 0,2 1 0 16,-2-1 0-16,3 1 0 0,-2-1 1 0,1 2 0 15,0-2 1-15,1 2 0 0,-1-2 1 0,-2 0 0 16,3 1-2-16,-1-1-1 0,1 1 0 15,-1-1 0-15,3 0 0 0,-4 2 1 0,4-2-1 16,-2 2 2-16,2-2-1 0,-2 1-1 0,1-1 1 16,2 1 0-16,0 1 0 0,-1-2 1 0,1 3 0 15,1-3-1-15,-1 0-1 16,1 0 1-16,-1 2-1 0,2-2 1 0,-3 0-2 0,1 0 1 0,-1 0 0 16,3 3 1-16,-3-3 0 0,1 0-2 0,-1 0 1 15,2 0 0-15,-2 0-1 0,1 0 0 0,0 0-2 16,-3 2 2-16,4-2-1 0,-2 0 1 0,1 0 1 15,-3 1 0-15,3-1 1 0,-2 1 0 16,2-1 0-16,-2 1 0 16,0-1-1-16,1 0 0 0,-2 3 0 15,1-3 0-15,0 0 1 0,-2 0-1 0,3 0 0 16,-3 2 0-16,-1-2 0 0,4 0 0 16,-3 2 0-16,1-2 1 0,-1 2 0 0,2-2 0 15,-2 0-1-15,1 1 0 0,0-1 0 0,-2 1 0 16,3-1-1-16,-2 0 1 0,1 2-1 0,-1-2 2 15,2 0-1-15,-2 2 1 0,1-2-1 0,-1 1 1 16,0-1 1-16,3 0 0 0,-4 1-1 0,2-1 1 16,1 2-1-16,-1-2-1 0,-1 0 0 15,1 1-1-15,-2-1 1 0,1 0 1 0,0 2-1 16,-2-2 0-16,1 1 0 0,0-1 1 0,-3 0-2 16,4 0 1-16,-4 0 0 0,1 0 0 0,1 0 0 15,-2 0 0-15,-1 2 1 16,3-2-1-16,-3 0-1 0,0 0 2 0,2 0-1 0,-1 1 0 0,-3-1 0 15,2 0 0-15,0 0 0 0,0 2 0 0,-2-2 0 32,1 0 0-32,-2 1 1 0,-1-1 1 0,2 0-2 0,-1 0-1 0,0 2 1 0,-2-2-1 15,-1 0 0 1,-1 0 0-16,1 0 1 0,1 0 1 16,-3 0 1-16,0 0 0 0,0 0 0 0,0 0 0 15,0 0 0-15,0 1-4 0,0-1-11 0,-1 2-17 16,-1 1-43-16,-1 1-75 0,-2 2-125 0,0 1-220 15,0 4-295-15,-4-2-343 0,1 2-329 0,-2-2-121 16,0 0 448-16,0 0 684 0</inkml:trace>
  <inkml:trace contextRef="#ctx0" brushRef="#br0" timeOffset="25742.53">7031 2913 215 0,'1'-2'341'16,"-1"2"137"-16,2-1-33 0,-2 1-83 0,0 0-48 15,0-2-20-15,0 2-4 0,0 0-9 0,0 0-27 16,0 2-11-16,0 1-17 0,0 0 20 16,4 2 6-16,-4 5 5 0,4-2-1 0,-1 5-17 15,0 2-24-15,2 0-51 0,0 3-39 0,1 3-31 16,0 0-19-16,2 3-19 0,-2 1-12 0,1 4-4 15,2 2-2-15,-3 2-2 0,-1 0-6 0,2 4-1 16,-2 1-2-16,-1 2-9 0,2-2-8 0,-1-1-3 16,-2 1-6-16,0-1-1 0,1-5-4 15,-3 0-2-15,3-4 1 0,-3-2-2 0,2-5 0 16,-3-3 1-16,2-3-1 0,1-2 6 0,-2-3 1 16,-1-2 2-16,2-1-3 0,-2-3 0 0,0 1 0 15,0-3-4-15,0-2-2 0,0 0-11 0,0-1-8 16,0-3-24-16,-2 0-57 0,2-2-83 0,-4-1-104 15,2-3-110-15,-1 2-136 0,0-1-208 16,-2 0-189-16,0 0-28 0,0-1 149 16,1-2 266-16,-1 4 255 0</inkml:trace>
  <inkml:trace contextRef="#ctx0" brushRef="#br0" timeOffset="25994.61">7078 3542 174 0,'-2'4'326'16,"1"-2"125"-16,-1 2 19 0,2 1-130 0,0-1-91 15,-1 2-39-15,-1 1-6 0,2 4 15 0,2-1 16 16,-1 2 37-16,2 2 14 0,-1 3 5 16,3-1-7-16,1 3-3 0,-1 0-12 0,3 2-51 15,-2-2-39-15,2 0-38 0,-1-3-31 0,2 1-42 16,-1-2-28-16,1-1-18 0,-1-6-13 0,3 2-4 16,0-3-4-16,2-4-1 0,0-3 0 0,-1-3 2 15,4-3 6-15,-3-6 1 16,4-1 0-16,-2-5 6 0,0-4-1 0,1-3-9 0,1 0-40 0,-2-5-80 15,-1 0-101-15,-1-1-122 0,-1 1-156 0,-1 4-291 16,-1-2-193-16,1 6-12 0,-3 1 200 16,-2 4 297-16</inkml:trace>
  <inkml:trace contextRef="#ctx0" brushRef="#br0" timeOffset="27126.1">8003 3868 226 0,'0'-11'369'16,"-2"2"156"-16,2 2-4 0,-3 1-81 15,3 0-47-15,0 2-4 0,-1 0 5 0,1 1 0 16,0 2-18-16,0 0-39 0,0-1-50 0,0 2-56 16,0 0-60-16,1 0-48 0,-1 2-41 0,0 0-26 15,3 5-22-15,-3 0-2 0,4 3 2 16,-1 2 2-16,0 5 9 0,2 3 5 0,0 2 1 0,2 3-6 15,-2 3-2-15,1 2-3 0,-1 3-9 16,2 3-8-16,0 2-1 0,-2 0-4 0,1 1-8 16,-1 2-3-16,0-2-5 0,1-1-3 0,-3 0-4 15,0-1-1 1,1-1-1-16,-3-4 3 0,1-1 1 0,1-3 3 16,-3-2 3-16,0-3-1 0,0 1 2 15,0-5-2-15,0 0 1 0,-2-4-3 0,1-3-1 16,-1 0-3-16,-1-5 2 0,1-1-5 0,-1-2-10 15,2 0-12-15,-4-4-26 0,1-2-53 16,-1-2-83-16,-2-2-95 0,2-2-112 0,-1-1-127 16,-1 1-169-16,0-3-194 0,2 2-42 0,0-2 133 15,-1 0 245-15,2 1 245 0</inkml:trace>
  <inkml:trace contextRef="#ctx0" brushRef="#br0" timeOffset="27426.73">7968 4470 17 0,'-2'3'249'16,"2"-2"158"-16,0 3 148 0,0 0-28 16,0 0-125-16,2 1-75 0,-2 2-36 0,2 1-5 15,-1-1 1 1,3 6 4-16,0-3 0 0,0 3-1 0,2 4-11 0,0-1-24 0,2 0-26 0,0 4-31 31,0 0-35-31,1-1-40 0,1 1-36 0,-2 0-27 16,4-4-21-16,-2 2-11 0,1-5-12 0,1 0-2 15,0-2-6-15,-1-3-2 0,3-4-3 0,0 0-2 16,0-4 1-16,1-4-3 0,0-2-1 0,-2-3 0 16,3-2 1-16,-2-2-2 0,0-3 0 15,-1 0-11-15,1-1-34 0,-3-2-73 0,-3 2-91 0,2-1-117 16,-3 3-172-16,-2 1-287 0,2-1-209 16,-2 3-55-16,-2 3 165 0,0-1 330 0</inkml:trace>
  <inkml:trace contextRef="#ctx0" brushRef="#br0" timeOffset="28760.1">10814 5214 151 0,'2'3'334'16,"-2"2"149"-16,3-3 61 0,-3 3-146 0,2-2-108 15,-2 0-64-15,1 1-32 0,-1-1-7 0,2 2 6 16,-2-1 16-16,4 2 11 0,-2-2 12 15,1 2 0-15,0 0-2 0,2 0-5 0,0 1-11 16,1 4-11-16,0-1-14 0,1 0-14 0,-1 1-21 0,1 2-26 16,-1 2-27-16,0 1-19 0,2 1-18 15,-2 4-17-15,-1 0-11 16,0 2-5-16,3 2-6 0,-4 2-9 16,1 1-3-16,0 1-3 0,1 1-3 15,-2 2-3-15,0-1-1 0,1 1 0 0,-2 1-4 16,0 0-1-16,-1-2-1 0,-1 1 2 0,1-2-3 15,0 0-2-15,-1-3 3 0,1 0-2 16,-2-4-1-16,2 1-1 0,-1-4 3 0,-1-2 2 0,2 0-2 16,-1-5 4-16,-1-3 2 0,3 0 2 15,-3-2-4-15,0-2 1 0,2-2 2 0,-2-1-2 0,1 0-4 16,-1-2 0-16,0-1-2 0,0-1-1 16,0-2-3-16,0 0-4 0,0 0-2 0,-1-3-9 15,-1 0-16-15,-1 0-18 0,2 1-25 0,-2-1-38 16,-2 0-40-16,0 1-51 0,0-1-47 15,0 1-47-15,-1 2-35 0,1-2-29 16,-1 3-13-16,1 0-14 0,2 0-38 0,-2 1-94 0,-1 0-79 0,1-1 35 16,-1 2 118-16,3-2 150 0</inkml:trace>
  <inkml:trace contextRef="#ctx0" brushRef="#br0" timeOffset="29175.73">10849 5897 155 0,'0'-2'316'16,"0"0"137"-16,0 1 16 0,0-1-88 16,0 2-78-16,0-1-51 0,0 1-30 0,0 0-22 15,0 0-19-15,2 3-15 0,-1-2-4 0,1 3 6 16,2 2 13-16,-1-2 17 0,1 3 19 15,-1 1 3-15,3 1-11 0,-1 0-17 0,0 1-20 16,3 1-17-16,-2 0-15 0,0-1-17 0,2 3-12 16,2-1-17-16,-2 2-17 0,1-1-16 0,2 0-13 15,-3 1-11-15,3 0-7 16,-3-3-5-16,3 1-8 16,-1-1-1-16,-2-1-8 0,1-1-2 0,-3-2-4 15,1-3-1-15,-1 2 0 0,-1-3 1 0,1-1 10 16,-1-2 6-16,0-2 5 0,-1-1 8 15,1-1 8-15,0-2-4 0,-1-3-4 0,0 0-7 16,0-4-4-16,-2 1-11 0,1 1-4 0,0-3-2 16,1 0 1-16,-3 0-3 0,2-2-1 0,-1 3 4 15,2-2-1-15,-2 2-5 0,0-1-17 0,-1 0-18 16,1 2-58-16,-1 2-120 0,-1 0-159 0,0 1-291 16,0 1-264-16,0 2-242 0,0 2-40 15,-1-1 345-15,-1 4 441 0</inkml:trace>
  <inkml:trace contextRef="#ctx0" brushRef="#br0" timeOffset="35341.86">10311 6203 28 0,'0'0'154'0,"0"0"39"0,0 0-14 0,0 0-41 15,2 0-37-15,-2 0-35 0,0 0-20 16,0 0-15-16,2 0-5 0,-1 0-6 0,-1 0-6 15,0 0 4-15,0 0-2 0,2 0-2 0,-2 0 0 16,1 0-1-16,-1 0 5 0,0 0 0 16,0 0 5-16,2 0 5 0,-2 0 7 0,0 0 13 15,0 0 8-15,0 0 8 0,2 0 8 0,-2 0 3 16,0 0 2-16,0 0-5 0,0 0-2 0,0 0-9 16,0 0-2-16,0 0-6 0,0 0-2 0,0 1 4 15,0 0 2-15,0 1 10 0,0-2 7 0,0 2 2 16,-2-1 4-16,2 0-4 0,0 1-9 0,-2-2-9 15,2 1-14-15,0-1-6 0,-1 2-8 16,1-2-3-16,-2 1-3 0,2-1 3 0,0 0-3 16,-3 2-3-16,3-2-1 0,-2 1-27 0,2-1 13 15,0 0 5-15,-1 2-24 0,-1-2 16 0,2 1 12 16,-1-1 8 0,-1 0-27-16,2 2-9 0,-2-2 19 0,0 1-20 0,0 1-12 0,2-2 19 0,-2 1 9 31,1 1 1-31,-1-1 3 0,2 2 2 0,-3-2-1 15,3 1 0-15,-2 1-3 0,2-2 2 0,-3 1-2 16,3 0 1-16,0 0 1 0,-1 2-3 0,-1-3 3 16,2 2-2-16,0 0-4 0,-2 2 0 15,2-2 0-15,0 2 0 0,0-1 0 0,0 0 0 16,0 2 0-16,0-1 0 0,0 1 0 0,0 0 0 16,0 1-2-16,0 2 6 0,0 0-3 0,0-1 3 15,2 3 0-15,-2 1 0 0,2-1 3 0,-1 0-5 16,1 0 2-16,-1 6-3 0,1-4 5 15,3 1 0-15,-2 1-5 0,1 0 3 0,1 3-2 16,0-3 2-16,1 0-3 16,-1 0 1-16,0 0 2 0,4 0 0 0,-4-2-2 0,3-3-2 0,-2 2 23 15,2-2 12-15,0-1 7 0,0-1 4 0,0-1 1 16,0 1-1 0,0-2-22-16,-2-1-17 0,2 2-25 0,1-2-32 0,-4 0-41 0,2 1-46 0,-3 0-77 15,0 2-135-15,0-2-184 0,-4 1-60 16,2 0 49-1,-2 0 133-15,0 1 158 0</inkml:trace>
  <inkml:trace contextRef="#ctx0" brushRef="#br0" timeOffset="37676.62">13576 5614 205 0,'4'-1'430'16,"-4"1"170"-16,0 1 110 0,0 3-211 0,0 3-130 15,-2 0-39-15,0 2 8 0,1 3 15 0,-1 2 13 0,0 1-11 0,-1 1-48 16,3 3-55 0,-1 3-58-16,-2 0-45 0,1 2-40 0,2 2-36 15,0 1-21-15,0 0-16 0,0 1-11 16,2 1-12-16,-2-1-6 0,3 0 0 0,-2 0 0 15,2-3 0-15,-1 1 0 0,1-1 2 0,1-3-2 16,-3 2-1-16,2-4-3 0,-1-1-2 0,-2-2 1 16,3-2-1-16,-1-1 0 0,-1-4-3 0,1 2-1 15,0-3-11-15,-2-1-21 16,-2-1-52-16,0-2-92 0,-1-1-115 0,0-3-137 0,-3-1-212 16,-1 0-269-16,1-1-147 0,-2-2 68 0,-1-1 277 15,0-4 317-15</inkml:trace>
  <inkml:trace contextRef="#ctx0" brushRef="#br0" timeOffset="37960.36">13390 6102 114 0,'0'4'337'0,"0"-1"158"0,0 3 115 15,1-2-150-15,1 5-139 0,0-2-61 16,2 0-11-16,1 4 17 0,0 1 26 0,4 0 10 15,2 0 0-15,-1 2-19 0,4-3-34 0,1 1-29 16,0 0-33-16,0-3-33 0,0 0-38 16,1-1-33-16,1-3-22 0,-1-2-23 0,2 1-12 0,-4-4-9 15,2-4 3-15,-2 0 7 0,2-3 4 16,-2-2 2-16,0-3-2 0,1-3-5 0,-2 0-10 16,-1-3-9-16,-1-1-7 0,0 0-9 0,-2 0-49 15,-2 1-104-15,-1 1-149 0,-5 2-297 16,-1 0-266-16,0 5-239 0,-4 1-60 0,-1 2 305 0,-3 3 435 15</inkml:trace>
  <inkml:trace contextRef="#ctx0" brushRef="#br1" timeOffset="47832.15">13128 5481 18 0,'1'0'198'15,"-1"0"100"-15,0 0 55 0,0 0-40 0,0 1-68 16,0-1-52-16,0 0-37 0,0 0-12 16,0 2-3-16,0-2-13 0,-1 1-11 0,-1-1-12 15,2 1-11-15,-2 1-9 0,2 1-11 0,-1-2-4 16,-1 1 1-16,0 1 4 0,2 0-7 0,-1 0-5 16,1 0-14-16,-2 2-6 0,2-1-7 0,0 3 6 15,-1-1 7-15,1 1 22 0,0 0 13 0,0 4 4 16,0-1 8-16,0 0 13 0,0 3 4 15,1 4-6-15,-1-3-4 0,2 4 3 0,-1 0 9 16,-1 3-12-16,2 2-12 0,1 1-7 0,-3 0 8 16,2 1-5-16,0 3-8 0,-1 2-8 0,1-2 4 15,-1 2-3-15,-1 0-14 0,2 0-8 0,1 0-3 16,-2-2-6-16,2 2-10 16,-1-4-5-16,0-1 2 0,-1-1 0 0,3-1-3 0,-3-1 1 15,2-3-2 1,1 2-1-16,-3-2-6 0,2-1-2 0,-1-1-1 15,2 2 0-15,-1-2-3 0,-1-1-4 16,0 0 0-16,-1 2 5 0,-1-3 6 0,0 2 7 0,0-1 3 16,0 0-1-16,0 1 0 0,-3 0-6 15,3 1-8-15,-2-1-9 0,1 0 1 0,-1 0 0 16,1-1 3-16,-2-1 0 0,1-1-2 0,2-1 2 16,0-3-6-16,-1 1 0 0,1-2-4 15,-2-3 2-15,2 2-1 0,0-4 1 0,0-1 0 16,0 0 2-16,0 0 0 0,0 0-2 0,0-1 1 15,0-1 1-15,0 0 0 0,2 1-3 0,-2 0 1 16,1 0 2-16,-1 3-1 16,0-3-3-16,2 4 0 0,-2-1 3 0,0 1-2 0,3 0-3 0,-3-1 3 15,1 1 3-15,-1-1-2 0,0 1 0 16,2 1 0-16,-1-3 2 0,-1 1-1 0,0-2-2 0,0 0 2 31,0-2-2-31,0 1 0 0,0 1-2 0,2-3 1 16,-2 0 3-16,0 0-1 0,0 0 1 15,0 0-1-15,0 0 2 0,0 0 1 0,0 0-2 16,0 0 0-16,0 2-1 0,0-2 2 0,0 0 2 16,0 0 2-16,0 0 1 0,0 0-4 0,0 0 5 15,0 0 1-15,0 0-2 0,0 0-1 0,0 0-2 16,0 0-1-16,0 0-1 0,0 0-2 16,0 0 0-16,3 0-5 0,-1 0 4 0,0 0 2 15,1 0 0-15,0 0 0 0,2 0-2 0,2 0 1 16,-2 0-1-16,2 0 2 0,-1 0 0 0,2-2 0 15,1 2 5-15,-2 0 0 0,2 0 0 0,-1 0-5 16,1 0 0-16,-1 0 2 0,1 0-2 0,-2 0 0 16,1 0 0-16,0 0 2 0,0 0 0 15,1 0-2-15,-1 0 0 0,-1 0 3 0,-1-3-2 16,3 3-3-16,-2 0 1 0,-1-2 1 16,2 2-2-16,0-1 0 0,0 0 3 0,0 1 0 0,0-2-1 0,1 0 2 31,-1 1 2-31,2 0-1 0,-1 1-4 15,2 0 2-15,-3-2 2 0,3 2-3 0,-2 0-1 16,1 0 2-16,-2 0 3 0,3 0-2 0,-2 0-3 16,-2 2 2-16,1-2 0 0,3 0-2 15,-3 0 1-15,0 0 0 0,1 0-1 0,1 0-1 16,-4 0-1-16,2 0 4 0,1 0-4 0,-1 0 3 16,0-2 0-16,0 2 3 0,3-2-4 0,-3 2-2 15,0 0 0-15,1 0 0 0,-1 0 1 0,0 0 1 16,0 2-2-16,1-2 2 0,1 2-3 0,-2-2-2 15,0 1 4-15,0 0-1 0,0-1 1 16,-2 0-5-16,2 2 7 0,-2-2 0 16,1 2-2-16,-3-2-1 0,1 0 2 0,2 1 3 0,0-1-4 15,-2 0 2-15,1 0 1 0,-1 0-3 0,0 0 0 16,3 0-1-16,-4 1 2 0,3-1-2 0,-2 2-4 16,-1 1 1-1,1-3 2-15,1 2 0 0,-1-2-2 16,-2 2 4-16,2 1 3 0,-2-2 1 0,2 0-1 15,-2 0 0-15,3 2 0 0,-3-3 0 0,1 2-3 16,-1-2-3-16,0 2-1 0,0 0 1 16,1-1 0-16,-3 0 1 0,2-1 4 0,-1 0 0 15,2 2-1-15,-1-2 0 0,-1 0 1 0,1 2-1 16,1-2-2-16,-3 1 2 0,2-1 0 0,-1 0-3 16,0 0-1-16,-1 0 1 0,1 0-2 0,-1 0 1 15,-1 0 1-15,2 0-2 0,1 0 1 0,-2 0 3 16,-1 0 1-16,3 0-1 0,-3 0 2 0,2 0-1 15,-2 0 3-15,3 0-5 0,-3 0 1 16,2 0 3-16,0 0-3 0,-2-1 5 0,1 1-2 16,-1-2 2-16,2 0 0 0,-1 0-7 0,1-2 3 15,-2-1 1-15,2 2-1 0,-1-2-1 0,-1-2 1 16,2 0 3-16,-1 0-2 16,1-2-1-16,-2 0 0 0,4-2 5 0,-4-1-1 0,2-1-1 0,0 0 2 31,-1 0-2-31,-1-2 2 0,2 2-2 0,-2-2-1 15,1-2 1-15,1 1-3 0,-2-1-1 16,2-1 0-16,-1-2-4 0,1 1-2 0,-1 0 1 0,1-3 1 16,-2 1 4-16,2-1-5 0,-1 0 4 15,1-1 0-15,-1-1-2 0,1 1 2 0,-2-2-2 16,0 1 3-16,0 0-1 0,2 2-1 0,0-1 0 0,-2 2 2 16,0 2-3-16,0-1 1 0,0 2 3 15,2-2 0-15,-2 5 1 0,0-4 1 0,2 2 2 16,-2 3-2-16,0-1 2 0,1-1-2 0,-1 3 2 15,2 0-2-15,-1 1 4 0,-1 1-1 16,2-1-2-16,0 0 0 0,-1 2 0 16,2-1-2-16,-3 2-1 0,2-1-3 0,1 1 3 0,-1 0 0 15,-1 0 1-15,1-1 3 0,1 3-3 0,-3 1 4 16,3-3-2-16,-1 3 0 0,-2 0-2 0,1-1-1 16,-1 1 2-16,0 1-2 0,2-1 0 0,-2 1 0 15,0-1 2-15,0 0 0 0,0-2-1 0,1 3-1 31,-1-2-4-31,0-1 4 0,2 2-2 0,-2 0 0 16,0-1 1-16,2 0-2 0,-1 2 2 16,-1-3 0-16,3 2-1 0,-3-1 2 0,0 1 1 15,2 1 1-15,-2-1 3 0,0 2-3 0,2-1 0 16,-2 2-3-16,0 0 0 0,0 0 1 0,-2 2 1 16,2-2 3-16,0 1-3 0,-2 1 1 0,2-2-4 15,-3 1 2-15,3 0-3 16,-1 1-1-16,-1-2 3 0,0 2 8 0,1-1 14 0,-1 1 10 15,1 0 9-15,-1-1 11 0,-1 0 17 0,0 2 11 16,1-1 9-16,-1 0 18 0,-2-1 13 0,2 0-2 16,-2 2-8-16,1 0-15 0,-4-1-13 0,2 1-21 15,-1-1-15-15,1 1-8 0,-3-2-4 0,1 2-2 16,0-2-3-16,-2 1-2 0,-1-2-1 16,0 0-2-1,-3 1 0-15,1-3-2 0,0 1 0 0,-4-2-3 0,1 0 0 0,-3 0-1 0,-1 0-2 0,-1 0-3 31,-3-1-2-31,1-1 0 0,-1 2-2 0,0 0-4 16,-3-1 1-16,-1 5 0 0,-1-3-2 16,-2 3-3-16,-1 0 0 0,0 0 1 0,2 2-1 15,0 2-1-15,0 0 1 0,2-1-2 0,0-1 1 16,2 1-4-16,1 1 2 0,3-2-1 0,1 0-1 16,1 0 1-16,2 0-4 0,3 0-9 0,2 0-34 15,0 0-58-15,2 0-57 0,1 0-107 0,1-2-171 16,3 2-301-16,-2-1-285 0,1 1-230 0,0-1-147 15,2 1 282-15,-3-2 567 0</inkml:trace>
  <inkml:trace contextRef="#ctx0" brushRef="#br1" timeOffset="51282.42">11067 6513 97 0,'0'1'327'0,"0"-1"166"0,0 2 138 0,-1-2-126 15,1 0-103-15,0 0-20 16,0-2 6-16,0 2 25 0,0 0 7 0,0 0-17 16,0 0-42-16,0 0-74 0,0 0-66 0,0 2-63 15,0-2-44-15,0 1-34 0,0-1-25 16,0 0-19-16,0 2-10 0,1-2-7 0,-1 1-7 16,0-1-6-16,0 0-4 0,2 0-1 0,-2 0-1 15,0 0 0-15,0 0 3 0,0 0 1 0,2 0-3 16,-2 0 4-16,2 0-3 0,0 0 3 0,0 0 22 15,2 2 8-15,-2-2 11 0,3 1 0 16,-2-1 1-16,0 0-4 0,2 0-17 0,1 0-12 16,-3 2-8-16,2-2-2 0,-2 0-1 0,2 1 45 15,-2-1 31-15,2 0 20 0,1 0 7 0,-1 0 0 16,-2 0-1-16,3 0-36 0,-2 2-32 0,1-2-16 16,-1 0-10-16,2 1-2 0,-3-1-5 0,2 2-3 31,0-2 2-31,0 0 3 0,1 0 9 0,0 1 7 15,-1-1 2-15,-2 2 0 0,2-2 0 0,0 0-3 16,1 1-8-16,0-1-4 0,-1 0-4 16,0 1-2-16,0 1 0 0,1-2 0 0,-1 2 0 15,1-2-3-15,-1 1 1 0,0-1 1 0,-1 1-1 16,1-1-3-16,-2 0 1 0,3 2 2 0,-1-2-2 16,-2 0-3-16,2 0 3 0,0 0-1 0,0 0 1 15,0-2 0-15,-1 2 0 0,2 0 1 16,-2 0 1-16,0 0 1 0,1 0 0 0,-1 0 0 0,0 0 1 15,2 0-1-15,-1 0-4 0,-2 0-1 16,2 2 1-16,-2-2-1 0,2 2 1 0,-2-2 0 0,3 0 3 16,-3 1-1-16,2-1-1 0,0 1 0 15,0-1 1-15,-2 0 0 0,2 0-1 0,2 2-1 16,-2-2 1-16,0 0 1 0,0 0-4 16,1 2 3-16,0-2 1 0,1 0 0 0,-2 1 0 0,1-1 2 31,0 0 2-31,0 0-1 0,-1 0 1 0,2 1 0 15,-3-1 0-15,3 2-2 0,-1-2-2 0,0 0-1 16,-1 3 3-16,0-3-2 0,0 0 2 16,0 2-2-16,-2-2 1 0,3 3 0 0,-2-3-2 15,1 0 3-15,-2 2-2 0,1-1 1 0,1 0 1 16,-1 0 2-16,1-1-1 0,-1 3-3 0,0-3 2 16,0 0-1-16,1 2 1 0,-3 0-2 0,3 0 0 15,-2-2 0-15,3 1 0 0,-3 0 0 0,0 1 1 16,2-2 1-16,-2 2 0 0,2-2 0 0,-2 1 0 15,2-1-1-15,-1 1 0 0,0-1 1 16,-1 2 0-16,2-2 7 0,0 0 3 0,-1 0 6 16,2 0 1-16,-2 0-1 0,0 0-1 0,1 0-7 15,-2 0-3-15,2 0-4 0,0 0-3 0,1-2 2 16,0 2 0-16,-1-1 2 0,0 1 0 0,1 0 1 16,2 0-1-16,-3 0-1 0,1 0-1 0,-1 0-2 15,2 0 0-15,-3 0 0 0,4 0 0 0,-2 0 0 31,-1 0 2-31,0 0-2 0,0 0 1 0,1 0 0 16,-2 0 0-16,1 0 0 0,0 0 1 16,-2 0 0-16,2 0-1 0,-2 0-1 0,3 0 1 15,-3 0-1-15,1 0 0 0,-1 1 2 0,3-1 0 16,-4 2 0-16,4-2 0 0,-2 0 0 0,1 0-1 16,0 0-2-16,0 0-1 0,-2 0 1 0,2 1-2 15,0-1 2-15,-1 0 1 0,1 0 0 16,0 0 2-16,0 0 0 0,-2 0-1 0,3 0-1 0,-1 0 1 15,1 0 0-15,-1 0-1 0,1 0 0 0,-1 0 0 16,2 0-2-16,0-1 2 0,-2 1 0 0,3 0-2 16,-3-2 2-16,1 2 2 0,3-1 0 15,-2 1-1-15,-1 0-1 0,1 0 0 0,0 0 1 16,0 0-1-16,-1 0-2 0,-1 0 0 16,3 0 2-16,-1 0 0 0,-2 0-2 0,0 0 0 0,0 0 1 31,1 0-2-31,0 0 3 0,-1 0-1 0,0 0 0 0,0 1 0 0,0-1 0 0,-1 0 1 15,1 2 0 1,1-2 0-16,1 0-1 0,-3 1 2 0,1-1-1 16,0 0 0-16,1 2 0 0,0-2 0 0,-1 1 0 15,2 1-1-15,-1-1-1 16,0-1 1-16,0 2-1 0,1-1-1 0,-1-1 1 0,2 2 1 16,0-2 0-16,-2 3 0 0,2-3 0 0,-1 1 2 15,0-1-1-15,1 2 0 0,0-2 2 0,0 0-2 16,2 1 1-16,-4-1 1 0,2 2-1 0,2-2 2 15,-1 0-2-15,-1 0 3 0,0 0 0 0,1 0-2 16,-1 0 0-16,0 1-2 0,0-1 2 16,3 0-2-16,-3 1-1 0,0-1 2 0,0 0 1 0,1 0 0 15,-1 0 0-15,0 0 0 0,0 0 1 16,-2 0-1-16,2 0-1 0,-1-1 3 0,-1 1-1 16,2 0 0-16,-2 0-1 0,0-1-1 0,1 1 3 15,0 0-2 1,-2-2 2-16,2 2-1 0,-3-1-2 15,1 1 1-15,0 0 0 0,1-2-1 0,0 2 0 16,-1-1 1-16,0 1 1 0,0 0-2 0,0 0 0 16,-1 0-1-16,2 0 0 0,-2-2 0 15,0 2 0-15,1-1 0 0,0 1 0 0,0 0 1 0,1 0-1 16,-1 0 2-16,0 0-2 0,-1 0 2 16,3-2 0-16,0 2-2 0,-2 0 2 0,0-1-2 15,1 1 1-15,1 0 0 0,-1 0-1 16,0 0 0-16,-1 0 1 0,1 0 0 0,-1 0-2 0,4 0 2 15,-4 1-1-15,3-1 2 0,0 0-2 0,0 2 1 16,1-1 2-16,-1 1-3 0,2-1 1 0,2 1-1 16,-2-1 0-16,1 1-1 0,0-2 0 0,2 0 1 15,-1 0-1-15,0 0 0 0,-3 0 3 0,3 0-1 16,0 0 0-16,-3-2 0 16,2 2-2-16,0-1 0 0,-3 1 0 0,3 0 1 0,-3-2 1 15,0 2-1-15,3 0 0 0,-5 0-1 0,2 0 1 31,1 0-1-31,-2 2 0 0,-1-2 1 0,1 0 0 16,-1 0 1-16,1 0 0 0,-1 0-1 0,0 0-1 16,-1 1 3-16,0-1-2 0,0 0 0 15,-1 0-3-15,2 0 3 0,-1 2-1 0,-2-2 1 16,1 0 0-16,0 0 0 0,-2 0 0 0,1 1 0 16,2-1 0-16,-1 0 0 0,0 1 0 0,-3-1 1 15,4 2 1-15,-2-2-2 0,0 0 0 0,2 2 1 16,-2-2-1-16,1 1-2 0,0-1 1 0,-1 0 1 15,0 0 2-15,1 0-2 0,-1 1 0 0,0-1 1 16,0 0 0-16,0 2-1 0,2-2 0 16,0 2 0-16,-1-2 0 0,-2 0-1 0,3 1 1 0,0-1 1 15,0 1 0-15,-1 1-1 0,1 0 0 16,-1-1 1-16,1 0 0 0,0 1-2 0,0-2 1 16,1 3 2-16,0-3-1 0,-3 2 0 0,2-2-1 15,0 0 1-15,-2 3 0 0,1-3 0 0,-1 2-2 31,0-2 1-31,1 1-1 0,-1-1 0 0,-1 1 1 0,1-1 0 0,-1 1 0 0,1-1 1 16,-1 0 0 0,-1 0-1-16,1 0 1 0,0 0-1 15,-1 0 0-15,1 0 0 0,-1 0 2 0,-1 0-2 0,2 0 0 16,0 0 1-16,0 0 0 0,-2 0-1 16,0 0 1-16,0 0-1 0,2 0 0 0,0 0 0 15,-2 0 0-15,0 0 0 0,0 0-2 16,1 0 1-16,-1 0 1 0,0 0 1 0,0 0-1 0,0 0-1 15,0 0 1-15,2 0 1 0,-2 0-1 0,1 0-1 16,-1 0 1-16,0 0 1 0,0 0 0 16,0 0 0-16,0 0 1 0,0 0 1 0,0 0 0 0,0-1 0 15,0 1 0-15,0-1 1 0,0-2-1 16,-1 0 1-16,1 1-1 0,-2-1 0 16,2-1 0-16,-1-1 0 0,-1-1-1 0,0 1 4 15,-2 0 3-15,1-1 2 0,0 0 4 0,-1 0 0 0,1 0 3 31,2 0-2-31,-3-1-3 0,-1 2-1 0,2 0 0 16,-3-2-1-16,3-1-1 0,0 2-1 0,-2 0 1 16,0 0 0-16,0 0 1 0,2 0-2 15,-3 1 0-15,0-1-1 0,1 0 0 0,0 1-2 16,0-1 1-16,1 1-2 0,-2-1 0 0,1 2-1 16,0-1 1-16,0-1-1 0,0 2 0 0,-1 1 2 15,0-2 3-15,1 2 2 0,2 0 0 0,-2 0 0 16,2 2 0-16,0-2-2 0,0 2-3 0,1-1-1 15,-1 0-2-15,0 2 0 0,3-1-1 0,-2 1-1 16,2-1 0-16,-1 1-1 0,1 0 1 16,0 0-2-16,0 0-1 0,0 0-1 0,0 0-1 0,0 0 0 15,0 0-1-15,0 0 0 0,1 0 2 16,1 0 0-16,0 1 2 0,-1 0 1 0,5-1 0 16,-3 2 0-16,2 1 1 0,2-2-1 0,-3 2 0 15,4 0 0-15,0 0 0 0,-2 0-1 0,3 2 1 31,-2-2-1-31,1 1 1 0,-2-1 0 0,1 1 0 0,1 1 0 0,-1 0 0 0,2-1 1 16,-3 1 0 0,0 0 0-16,0-2 0 0,-1 2 1 15,2-1-1-15,-3 0-1 0,0-1 1 0,0 0 0 0,-2 0 1 16,2-2 0-16,0 2 0 0,-3 0 0 16,-1-1 0-16,2-2 0 0,-2 1-1 0,0 1 0 15,0 1 1-15,0-2 1 0,-2 2-2 0,2 0 2 16,-1 1-2-16,-3 1 0 0,0 1 0 0,2 0-2 15,-1 1 2-15,-2-1 0 0,2 2 0 0,0 0 2 16,-2-1 0-16,0 2 1 0,-1 0 0 16,2 0 0-16,-1 0 2 0,2-1-1 0,-4 0 2 15,4 2-1-15,-3-3 0 0,1 2-1 0,0-1 0 0,-1-1-1 16,1 1-1-16,0-1-2 0,2-1 0 16,-3 2 1-16,1-1-1 0,2-1 0 0,-2-1 0 15,2-1 0-15,1 1-1 0,-1-2 1 0,0 0-1 16,0 0 0-16,2-2 0 0,-1 1 0 0,0-2 0 31,-1 1-3-31,0-1-2 0,1 2-9 0,-2-2-21 16,-1 0-34-16,-3 0-79 0,2 0-114 0,-1-2-211 15,-1 2-293-15,-2-1-341 0,2 1-369 16,-2 0-138-16,0 0 376 0,-2 3 723 0</inkml:trace>
  <inkml:trace contextRef="#ctx0" brushRef="#br1" timeOffset="87682.58">13523 6631 95 0,'-2'3'289'0,"0"-3"138"0,1 0 89 0,-1 2-104 16,2-2-117-16,-1 0-66 0,-1 0-35 16,2 0-10-16,0 0-7 0,0 0-10 0,-2-2-13 15,2 2-13-15,0 0-17 0,0 0-20 0,0 0-13 16,0 0-11-1,0 0-8-15,0 0-2 0,0 0-1 16,2 0 1-16,-2 0-2 0,0-3 5 0,0 3 14 16,3 0 22-16,-1 0 18 0,-1 0 15 0,3-2 10 15,-1 2 1-15,3-1-11 0,0 1-15 0,-1 0-17 16,2 0-10-16,-3 0-16 0,4 0-10 0,0 0-10 16,0 0-11-16,0 0-9 0,0 0-10 15,1 0-5-15,1 0-8 0,-2 0-3 0,3-1-3 16,-2 1-2-16,3 0 0 0,-2 0-1 0,0 0 1 15,0-2-2-15,0 2-2 0,1-2-2 0,-1 2-1 16,2 0 1-16,-2 0 3 0,0-1 6 0,0 1 0 16,0-1 1-16,1 1 0 0,0 0-2 0,-3-2-4 15,3 2-3-15,-1-2-2 0,-1 2-1 16,1 0 3-16,1-1-5 0,-2 1 0 16,3 0-3-16,-2 0 0 0,0 0 0 0,0 0-5 0,0 0-1 15,2 0-1-15,-3 0 3 0,3 1 1 0,-2-1-2 16,0 0 4-16,1 2 2 0,-2-2 4 0,2 2-6 31,0-2 1-31,0 0 1 0,-1 1 0 0,1-1-3 16,-2 1 1-16,3-1 4 0,0 2 1 0,-1 0-1 15,3-2 1-15,-2 1-2 0,0 0 2 0,1 1 0 16,-2-2 0-16,4 3-4 16,-2-3 1-16,1 2-1 0,-1-2 1 0,0 3-1 0,1-3-2 15,-1 2 3-15,-1-1 1 0,1-1 3 16,-2 1-5-16,3-1 0 0,-2 0 3 0,0 0-5 15,-1 0 5-15,0-1-1 0,0 1-2 16,-3-1 4-16,2-1-6 0,-1-1 5 0,-1 3-3 16,-2 0 1-16,2-2-3 0,-3 2 1 0,4 0 3 0,-4 0 0 15,0-3-2-15,2 3 0 16,0 0 1-16,-1-2-2 0,1 2 1 0,-1-1-1 0,2 1 0 16,1-1 1-16,-1-1-2 15,2 0 3-15,-1 2-2 0,1-1-2 16,0 0 3-16,0-1 0 0,2 0 0 0,-3 1 0 15,4 0 1-15,-4-1 1 0,2 0-2 0,2 1-2 16,-2 1 1-16,-1 0 1 0,2-1-2 0,-2 1 1 16,-1 0 0-16,2-2 1 0,-3 2-3 15,2 0-2-15,-1 0 4 0,1 0-2 0,-2-1-1 16,1 1 3-16,-1 0-1 0,0-2 1 0,0 2 0 0,1-1 0 16,-1 1-1-16,-2 0 1 15,2-2 3-15,0 2-3 0,-2 0-1 0,-1 0 2 0,2 0-3 16,-3 0-2-16,1 2 1 15,1-2 2-15,-1 0-1 0,-2 0-3 0,0 1 4 16,1-1 1-16,-3 0-3 0,1 2-2 0,0-2 4 0,-1 0 4 0,-1 0 1 16,0 0 3-16,0 0 0 0,0 0-6 0,0 0-9 15,0 0-20-15,0 0-22 0,-1 0-64 16,-1 0-107-16,-1-2-124 0,-1 1-153 0,-2-2-254 16,1 0-253-16,-1-2-103 0,1 1 163 0,-3 0 338 15</inkml:trace>
  <inkml:trace contextRef="#ctx0" brushRef="#br1" timeOffset="88015.51">14724 6453 148 0,'0'-5'533'15,"0"2"307"-15,0 2 140 0,0-1-157 0,0 1-262 0,2-1-155 16,-2 2-97-16,3 2-52 0,0-1-23 16,3 1-26-16,-1-1-25 0,2 4-39 15,-1-2-24-15,2 3-15 0,1-2 6 0,-1 0 30 16,2 2 4-16,1 2-5 0,0-3-7 0,0 3-5 0,3 1-21 15,-1-2-32-15,1 0-12 0,0 2-5 0,0-1-15 16,-1-1-8-16,0 0-8 0,-1-1 0 16,0 1-6-16,-2 0-7 0,0-3-2 0,-2 3-3 15,-2-2 3-15,2-1-4 0,-3 0 1 16,-2-1 5-16,0 0 5 0,0 2 8 0,-3-2 2 0,0 0 3 16,0 1 1-16,-3 0-6 0,0 2-6 0,-2 2-9 31,-2 0-5-31,-1 0-4 0,0 4-2 0,0-2-2 15,-3 0-2-15,1 1-1 0,0-1-4 0,0-1-13 16,0 0-39-16,0-1-67 0,0-2-66 0,-1 0-120 16,1-3-176-16,-2 0-308 0,0-2-284 15,1 1-213-15,2-1-99 0,-1-1 348 0,2 2 535 16</inkml:trace>
  <inkml:trace contextRef="#ctx0" brushRef="#br2" timeOffset="96119.15">19588 1511 26 0,'1'3'238'0,"3"2"125"0,-3-3 108 0,1 1-84 15,-1 1-137 1,1 0-115-16,2 2-60 0,0 0-22 0,-3-1 4 0,2 3 4 0,1 1 12 16,0 1 34-16,0 1 29 0,-3 2 20 15,2 1 18-15,1 0 23 0,0 4 19 0,-1 0 14 0,0 2-1 16,1 1-3-16,-3 1-8 0,-1 1-12 0,3 1-24 15,-1 2 3-15,0-2-2 0,-1 1-11 0,3 1-22 16,-3-1-19-16,1 1-15 16,2-1-30-16,-1 1-15 15,0 0-15-15,1 2-7 0,-1 0-3 0,0-1-7 16,0 1-8-16,1 2-6 0,-4-1 9 0,1 1 2 16,2 2 1-16,-1-3 20 0,1 6 22 0,-3-2 15 15,1 4-2-15,-1 0-7 0,0-1 21 0,-1 3-4 16,1 0-15-16,-5-1-17 0,5 3-10 0,-3-2-5 15,3 0-20-15,-1 0-16 0,1-1-8 0,-2 2-3 16,0-4-2-16,2 3-1 0,0-4-2 0,0 0-1 16,0 3 3-16,0-2 1 0,0 0 4 0,-1 3 7 15,1-1 4-15,-2 2 3 0,0-1-1 0,2 2 2 16,-3 2 2-16,2 0-3 0,-1 2-2 16,0 2-3-16,-1-2-4 0,2 2-3 0,1 1-3 0,-5-2-4 15,4 3 0-15,-1-1 0 16,2 1 3-16,-1-2 1 0,-1 1 1 0,2-3 2 0,-2 4-1 15,2-3 2-15,0 1-1 0,-1-1 0 0,1-2-3 16,1 1-2-16,-1-2-2 0,2-2-5 0,0-2 1 31,-1 1-1-31,1-3-1 0,2 3 1 0,-2-2 1 16,1-1 3-16,0 1-2 0,-1-1 3 0,-1 2 4 16,1 0 1-16,-1-1 1 0,-1 3 0 0,0 0 2 15,0 1-2-15,0 2-3 0,0 0-3 0,-1 1-2 16,-1 3-2-16,1 0 0 0,-3 2 0 0,1 2 2 15,-3 2 1-15,3 0 1 0,0 2 2 16,-2 0 0-16,2 3 0 0,0 0-2 0,-1 1-1 0,1 0-1 16,2 0 0-16,-1 1-1 0,-1 1-1 15,2-2 1-15,-1 0 1 0,2-1-1 16,-2 2-1-16,2-3 2 0,0 1 0 0,-1-2-2 0,1 0-1 16,-2-2 1-16,2-1-1 0,0-3-1 0,0-1 0 15,2-7-2-15,-2-1-1 0,1-5-2 0,-1-6-8 16,0-6-15-16,0-6-37 0,-1-9-64 15,-2-7-67-15,-2-10-129 0,-2-11-184 0,-1-12-305 0,-4-9-287 32,-1-14-220-32,-2-12-86 0,-2-10 404 0,-3-10 543 0</inkml:trace>
  <inkml:trace contextRef="#ctx0" brushRef="#br2" timeOffset="97221.02">19490 1546 16 0,'0'2'249'0,"0"-1"153"0,0-1 140 16,1 2-14-16,-1-2-133 15,0 1-97-15,0-1 8 0,0 1 1 0,0-1 0 16,0 0-16-16,0 2-24 0,0-2-38 0,2 2-50 15,-2-2-37-15,1 0-2 0,-1 0 22 0,2-4 16 16,1 0 5-16,2-1-7 0,0-3-6 0,2-3-20 16,2-2-33-16,-1-3-12 0,2-2 5 0,2-2 20 0,-3-2 2 15,5-3-12-15,-1 2 0 0,1-3-15 16,-3 0-18-16,2 1-21 0,3 1-17 0,-5-2 3 0,1 4-9 16,1-1-4-16,-3 2-6 0,0 2-8 0,-1 1 1 0,0 1-6 15,-1 2-4-15,-4 3-5 0,1 1 0 0,0 4-2 16,-2 0-3-16,1 2 0 0,-3 1-3 0,1 1-1 15,-1 1 0-15,-1 1-1 0,2 1 0 0,1 1-1 16,-2 4 2-16,2 1 0 0,-1 2 0 0,1 1-1 16,-1 4 1-1,0 0 3-15,-1 2-2 0,2 0-1 0,-1 2-1 16,0-1 0-16,-1 3 1 0,1-2-2 0,1 1 6 16,1 2 4-16,-2-3 3 0,1 2 0 0,0-1-5 15,1-2-9-15,-3 4-46 0,2-5-61 0,1 4-66 16,-1-2-127-16,0 1-190 0,-3 1-305 0,3-2-272 15,0 0-227-15,-1 3-88 0,-2 1 392 16,1-1 541-16</inkml:trace>
  <inkml:trace contextRef="#ctx0" brushRef="#br2" timeOffset="99637.19">19503 6503 288 0,'-5'0'553'0,"0"-2"214"15,2 2 109-15,-2-2-250 0,2 2-164 16,1 0-74-1,-1 0-29-15,0 0-27 0,2 0-25 0,1 0-42 16,-2 0-59-16,0 0-56 0,2 0-48 0,0 0-33 16,0 2-22-16,0-2-12 0,0 2-8 0,0-2-10 15,2 0-6-15,0 0-4 0,-2 1-2 0,3-1-5 16,3 1-4-16,0-1 3 0,0 0 3 0,4 2 0 16,2-2-1-16,3 0 1 0,0 0-2 0,2 0 10 15,1-2 33-15,0 1 17 0,2 0 9 16,2-3 2-16,2 2 4 0,-1-1-8 0,0 2-32 15,1-1-13-15,1 0-9 0,-1-1-2 0,1 1-7 16,0 2-1-16,2-3 1 0,-2 1-1 0,2 2-2 16,-1-1 2-16,-1 1 1 0,2 0-3 0,0 1 1 31,0-1 0-31,-1 2 4 0,3 1 35 0,-1-3 26 16,0 2 10-16,0-2 7 0,0 3 1 0,1 0-3 15,-1-2-30-15,-1 3-23 0,0-4-11 16,-2 4-9-16,2-2-5 0,-3 0-1 0,3 0-4 0,-2 1 1 15,0 0-2-15,0-2 2 0,-2 2 0 16,2-1-1-16,-1 1 1 0,-1-2-1 0,1 1 1 16,-1-2-1-16,-2 1 0 0,3 1 3 0,0-2-2 0,-3 1 2 15,2-1-1-15,-1-1 2 0,2 1 2 16,-2-2-1-16,2 1 0 0,-1-1-1 0,0-1 0 16,1 2 1-16,-1-1 0 0,-1-1-1 15,1 3-1-15,0-1 0 0,1 1 2 0,-2-2-1 0,-1 2-2 16,1 2 0-16,-2-2-1 0,-1 1 1 15,0-1-1-15,0 3-2 0,-1-1 1 0,-1 1 1 0,1-2 0 16,-1 2 0-16,0-1-3 0,2 1 3 16,-2 0 0-16,1-2 0 0,-1 0-3 0,2 1 3 31,-1 0 0-31,2-1 0 0,-2 0 0 0,2 3-3 16,-1-3 1-16,2 0-2 0,-1 1-1 0,-1 0 1 15,3 0 1-15,0 0 3 0,-2 1 0 0,2-1 2 16,0 1 1-16,0 0 2 0,-1-1-1 0,1 1 1 15,0-1-1-15,0 2-3 0,2-3 1 0,-2 2-4 16,1 0 1-16,1-2 0 0,0 2 0 16,1 0 0-16,0 0-1 0,2 0 2 0,0-1 0 15,-3 1-1-15,5 0 1 0,-3 0 0 0,1-1 1 16,0 2-1-16,0-2 0 0,0 2 0 0,1-2-4 16,-1 2 3-16,2-2-2 0,-1 3 0 0,2-3 3 15,0-2 0-15,-1 5 0 0,2-4-1 0,-1 1 1 16,0 1 3-16,4-3-3 0,-3 0 4 0,2 2-2 15,1-2 1-15,2 0 0 0,-2 0-4 0,5 0 1 32,-1 0-1-32,1 0 3 0,2 0-1 0,0 0 0 15,-1 0 1-15,1 0 0 0,0 0-2 0,0 0-3 16,2 0 0-16,-4 0 2 0,4 0-3 0,0 0 2 16,-4 0 2-16,3 0 0 0,0-2 4 15,-1 2-3-15,3 0 3 0,-1-3-3 0,2 1 1 16,0-1-1-16,0 0-1 0,0 1 0 0,1-1 0 15,0 0-1-15,-1 2 0 0,2-3-1 16,-3 2 2-16,0-2-1 0,1 2-1 0,0-2-1 0,-2 2 2 16,2-1 1-16,-1 0 0 0,-1 0 0 15,0 1 2-15,0-1 5 0,0 2-3 0,1-2-2 0,1 1 0 16,0-1 0-16,-2 2-1 0,1 0-2 16,1-1 2-16,-4 0-2 0,1 2 2 0,0 0-2 15,0 0-2-15,-1 0 1 0,1 0-3 0,-2 2 1 16,2-2 0-16,-1 0 4 0,1 0 1 0,0-2 1 15,-1 2 1-15,1-1 2 0,3 0-1 0,-1-1 0 16,0 0-3-16,1 0 1 0,0-1 0 0,1 2-2 16,-2 0-2-16,2 0 0 0,-2-1 2 15,1-1 0 1,0 3 0-16,-2-2 0 0,3 2-1 0,-2 0 0 16,-1 0 2-16,5 0 4 0,-6 0-4 15,2 0 2-15,3 0 2 0,-2 0-1 0,1 0-2 16,3 0-4-16,-1 0 2 0,2 0 0 0,-1 0-1 15,-1-3-1-15,0 3 0 0,0 0 2 0,1 0-2 16,-1 0-1-16,1 0 1 0,-3 3 4 0,2-3-1 16,1 0 0-16,-3 0 2 0,3 2 0 0,-1-2 0 15,2 3-2-15,-2-1-1 0,2-1 1 0,-1 0 1 16,-1 0 2-16,1 2-3 0,-3-1-1 16,3 2 2-16,-3-2-2 0,-1 0 0 0,0 1 0 0,0 0 1 15,0 0 3-15,-1 0-2 0,0 0 2 16,0 0-1-16,-2 0 2 0,1 0 3 0,-3 0-2 15,2-2 3-15,-3 2-3 0,4 0 2 0,-2 0 0 16,-1 0-2 0,-2 0-3-16,-1 0-2 0,0 0 1 0,-1 0-2 0,-1-1-2 0,-2 1 2 0,2 1-1 31,-3 0 1-31,2-4 1 0,-2 4 0 0,-2-2-2 16,0-1-2-16,-3 0 2 0,1 1 1 15,-1 1-2-15,0-2 2 0,-2 1 2 0,-1-2 1 16,-2 1-1-16,0 1-1 0,-1-1-1 0,-4-1 0 15,2 2 0-15,-3-1 0 0,0-1 0 0,-3 0 0 16,1 2 1-16,-5-2-1 0,-1 0 0 0,0 0 0 16,-2 0 1-16,-2 0 0 0,0 0 3 0,0 0 1 15,-3 0 10-15,1 0 9 0,-2 0 4 16,0 0 3-16,0 0-1 0,0 0 1 0,-2 0-9 16,1-2-9-16,1 2-5 0,-4 0-4 0,3 0-4 15,-2-1 0-15,1 1-2 0,-1-2-2 0,-1 2-7 16,0 0-8-16,-1 0-17 0,-1 0-42 0,-1 2-53 15,3-2-51-15,-4 0-57 0,0 0-90 0,0-2-124 16,2-1-120-16,-2 2-179 0,0-3-233 0,2 0-177 16,-1 0 49-16,1 0 324 0,3-2 374 0</inkml:trace>
  <inkml:trace contextRef="#ctx0" brushRef="#br2" timeOffset="100052">28420 6456 53 0,'-2'-2'360'0,"-1"1"266"0,1 1 219 15,1-2-18-15,-2 2-180 0,3 2-142 0,0-2-101 0,0 0-71 16,0 1-57-16,3 1-45 0,-3 1-45 16,0-1-45-16,1 2-39 0,1 0-22 0,1 0-24 15,0 2-15-15,1-1-18 0,0 2-6 0,3-1-2 16,0 0-9-16,1 0 2 0,2-1-4 0,0 1 10 15,2 0 7-15,-1 0 1 0,2 0 4 16,-1 0-1-16,1 2 4 0,1-1-11 0,1 0-4 0,-1-1-5 16,-1 2 0-16,0 0-4 0,-1 1-5 15,-3 0 6 1,4-2 37-16,-4 2 26 0,-1 0 20 0,0 2 29 16,-2-2 14-16,-1 0 6 0,-2 0-28 15,1 0-16-15,-3-1-15 0,-1 0-18 0,0 1-13 16,-1-1-10-16,-3-1-7 0,0 1-7 0,-1 0-4 15,-4-1-7-15,1 0-3 0,0 1-4 16,-4-1 1-16,2 1-4 0,-3-1-1 0,0-1 0 0,0 1 0 16,1-1-1-16,-2 0-3 0,2 0 0 15,0-1-2-15,-1 0-8 0,4 1-30 0,-2-2-54 16,3 2-55-16,0-1-74 0,-1 1-133 0,2-2-184 16,1 0-284-16,3 3-230 0,1-2-201 0,0 1-7 15,4-2 396-15,0 0 462 0</inkml:trace>
  <inkml:trace contextRef="#ctx0" brushRef="#br2" timeOffset="101168.72">29316 7322 183 0,'0'-5'427'0,"0"-1"200"0,0 3 160 16,0-2-130-16,-1 1-76 0,-1-3-41 0,-1 3-50 0,0 1-39 15,-2 0-38-15,2 2-57 0,0-1-59 0,0 1-45 16,-2 1-32-16,-2 1-33 0,3 1-27 16,-4 0-35-16,2 3-35 0,-4-1-30 0,2 4-15 15,-3-2-10-15,3 4-8 0,0-2-5 0,-1 1-4 16,1 3-3-16,0-1-2 0,1 2-1 0,0 2-2 15,1 0-3-15,1 0-3 0,-2 3 1 0,2 0-2 16,2 0-1-16,-1 2-1 0,2-2 1 0,1 0 2 16,1 0-4-16,0-3-1 0,1 0-1 0,4-2 0 31,-2-1-2-31,2-2 3 0,1 0 0 0,1-3-1 16,-1-2 0-16,5-2-1 0,-3-3 1 0,1-2-1 15,4-4 4-15,-4-2 3 0,3-5 1 0,2-2 1 16,-3-3-1-16,3-1 1 0,-3-4-4 15,0-1 0-15,3-1-1 0,-2-2 1 0,0 0 2 0,-3 1-2 16,0-1 0-16,1 0 0 0,-3 1 2 16,-1 3-2-16,-1-1-2 0,0 1 2 0,-2 3 1 15,1 1-1-15,-1 3-1 0,-1 1 0 0,0-1 3 16,-2 5-2-16,0-1 0 0,0 0 0 0,0 1 1 16,0 3 0-16,0-2 0 0,0 3 1 0,0-1-2 15,0 1-1-15,0 1-1 0,0 0 1 0,1 0-1 16,-1 1 0-16,0 0 0 0,0 0 0 0,0 0 0 15,0 2-1-15,0-1 4 0,0 1-3 0,0 0 2 16,0-1 1-16,0 4 5 0,0-4 4 16,0 3 2-1,0 0 1-15,0-2 4 0,0 1 0 0,0 2-4 16,0 0-3-16,0 0-4 0,0 0 0 16,0 0-1-16,0 0-2 0,0 0-1 0,0 0 1 15,0 0 0-15,0 0-3 0,0 2-1 0,0-2-2 16,0 3 0-16,0-2-1 0,0 1 0 15,0 3 4-15,0 1 1 0,-1-1-1 0,1 2 1 16,0 0 0-16,0 1 0 0,0 0-2 0,0 1-1 16,0 1-1-16,0-1 0 0,1 2-1 0,-1-1 1 15,2 2 0-15,0 2 2 0,-2-1 0 0,3 3 3 16,-2 1-2-16,3 1 2 0,-3 2-2 0,2 0 1 16,1 2-2-16,2 0 0 0,-3 3-1 0,2 1-2 15,1 0 0-15,0 1 0 0,4-2-1 0,-2 0 1 16,1 0 1-16,4-3 1 0,-1-1 1 0,1-2 0 15,4-1 3-15,1-7-3 0,-2-2 1 0,2-2-1 16,2-6-1-16,0-2 0 0,1-6-1 16,-4 0-2-16,4-6-13 0,-5-3-38 0,-2 0-73 15,-3-2-108 1,-3 0-192-16,-1 0-297 0,-5-2-330 16,-4 4-326-16,-1-2-147 0,-4 3 314 0,-5 1 666 15</inkml:trace>
  <inkml:trace contextRef="#ctx0" brushRef="#br2" timeOffset="104018.49">18478 1216 72 0,'0'-3'349'0,"0"1"225"0,-2-2 194 0,2 3-33 16,0 1-159-16,2 0-86 0,-2 0-44 15,0 0-52-15,0 0-33 0,0 0-45 0,-2 0-69 16,2 0-84-16,0 1-48 0,-1 3-31 0,1 1-38 15,0 4-20-15,-2 2-9 0,0 2 16 0,2 5-12 16,-1 1 3-16,-1 2 11 0,2 0 2 0,0 5 0 0,-1-2-5 16,-1 1 27-16,-1 3 14 0,2-2 3 0,-1 0 5 15,0 2 1-15,-1-3 1 0,2 0-18 0,-3 0-20 16,3-3-12-16,-2 0-8 16,-1-2-5-16,1-1-3 0,2-5-1 0,-1-1-4 0,0-2-3 0,2-4-1 15,-2 0-2-15,2-2 3 0,0 0 1 0,0-4 4 16,0 2 4-16,0-3 5 0,0-2 0 0,0 0-3 15,0-6-6-15,2-1-2 0,-2-3-7 0,4-1-5 16,-3-2-2-16,1-3 0 0,-1 0-2 0,3-1-1 16,-1 0 6-16,0 0 1 0,0-2 3 15,0 1 0-15,1 1 4 16,0-2 1-16,-1 1-5 0,0-1 4 0,-1 1-10 16,1 0-5-16,-1 0-3 0,-1-1 1 0,1 4-2 15,-2-3 1-15,2 2 13 0,-2 2 12 0,0-2 4 16,0 4 2-16,-2-1 3 0,0 1-4 0,2 1-2 15,-3 1-4-15,2 2 0 0,-3 0-1 0,1 1 0 16,2 2 4-16,-4 0 0 0,4 2-1 0,-1 1-4 0,0 0-1 16,2 2-4-16,0 0-4 0,-1-1-3 0,1 3-3 15,0-1-2-15,0 1-2 0,1 1 0 0,1-1 0 16,1 3 0-16,3 1 3 0,-1 2 3 0,1 1 0 16,3 4 0-16,1 0 0 0,0 3 1 0,1 4-2 15,1-1 0-15,1 4 1 0,3 0 0 0,-2 5-1 16,2-1 8-16,-2 2 5 0,4 0 0 15,-4-2 1-15,2 3 2 0,-2-4 2 0,2-1-7 0,-4 0-6 0,4-3-1 16,-3-2 2-16,0-4-3 0,-1 2-3 0,-1-4 2 16,2-3-1-16,-5-3 0 0,0-1 0 0,-2-3 2 15,3-2 0 1,-4-1 0-16,2-5 2 0,-3-3 5 0,1-5 4 16,0-2 3-16,1-2 3 0,-3-3-6 0,0-2-2 15,1-1-7-15,-4-2-4 0,0-1-3 0,0-4-2 16,-4 1 4-16,1-1 2 0,-3 0 2 0,0-1-2 15,-1 2-1-15,1 0 0 0,0 4 0 0,-2 1-3 16,3 5 1-16,0 2 1 0,2 5-4 0,-2 1-16 16,2 3-43-16,0 1-62 0,0 2-138 0,-2 4-220 15,1 2-297-15,0 0-330 0,1 1-298 0,-2 2-125 0,0 0 491 16,1 2 630-16</inkml:trace>
  <inkml:trace contextRef="#ctx0" brushRef="#br2" timeOffset="108158.78">21336 6279 272 0,'2'1'577'16,"-4"1"249"-16,2 1 117 0,-1 0-218 0,1 1-183 0,-2 2-104 15,2 2-73-15,0 1-48 16,0 3-51-16,0 1-53 0,0 2-59 0,0 3-52 15,2 1-40-15,-2 0-28 0,1 4-12 16,-1-1-9-16,2-1-8 0,0-1-3 0,-1 0-2 16,1-1-2-16,-1-1-2 0,1 0-2 0,0-2-1 15,-1-1-16-15,1-2-51 0,-1-1-124 16,-1 1-181-16,-3-3-290 0,2-1-271 0,-3-2-239 16,0 1-24-16,-1-2 381 0</inkml:trace>
  <inkml:trace contextRef="#ctx0" brushRef="#br2" timeOffset="108591.93">20979 7425 21 0,'2'0'434'0,"-1"0"341"0,-1-1 203 15,0-1 1 1,2-3-329-16,0-1-243 0,4-1-133 0,-3-3-53 16,2-3-23-16,1-2-10 0,2-2-14 0,1-4-38 15,2-4-35-15,2 0-33 0,1-4-15 0,1-1-13 16,0 0-13-16,1 2-6 0,0 2-1 15,-3 2-3-15,-1 5-6 0,-2 1 1 0,-2 4 15 0,-2 4 27 16,0 2 21-16,-3 4 17 0,1 1 10 0,-3 3-6 16,-1 3-10-16,0 1-23 0,-1 7-21 15,-3-1-17-15,1 4-12 0,0 2 0 0,-1 1-9 16,-1 1-2-16,2 3-3 0,-2-1 4 16,2 2-2-16,-2 0-1 15,2 1 0-15,1-2-3 0,0 0-23 16,0 0-41-16,2-3-44 0,0-3-93 0,2-2-145 15,-2-4-209-15,4-3-277 0,-3 0-240 0,2-5-181 16,1-2 144-16,0 0 440 0</inkml:trace>
  <inkml:trace contextRef="#ctx0" brushRef="#br2" timeOffset="108892.75">21335 7365 218 0,'6'16'430'0,"1"0"165"0,-3 0 113 0,4-3-219 16,-3-1-165-16,0-3-92 0,-1 0-49 0,1-4-7 0,-1 1 14 16,0-5 3-16,2-2 3 0,1-5 6 0,-1-3-3 15,1-5-15 1,2-2-27-16,-3-7-25 0,0-2-7 0,1 0-5 0,-1-5 1 0,0 3 2 0,-3 1-9 16,-3 1-13-16,-1 0-13 0,-2 4-14 0,-5 2-8 31,2 2-9-31,-2-1-9 0,0 5-10 0,-3 1-6 15,1 3-12-15,1 3-7 0,0 2-8 16,0 1-4-16,5 6-10 0,-3 3-19 0,1 2-36 16,3 3-106-16,3 3-152 0,0 3-300 0,0-1-265 15,8 6-250-15,0-3-105 0,5 2 290 0,2-1 474 16</inkml:trace>
  <inkml:trace contextRef="#ctx0" brushRef="#br2" timeOffset="110676.55">23131 6525 70 0,'3'-2'338'0,"-1"-1"221"16,0 2 195-16,-1-1-39 0,1 1-122 16,-1-1-80-16,-1 2-56 15,3 0-55-15,-3 0-57 0,2 0-65 0,-2 0-72 16,0 2-66-16,1-1-53 0,1 4-27 15,-1 1-14-15,3 1-9 0,-3 5-2 0,-1 2 0 16,3 1-6-16,-3 3-14 0,2 1-10 0,0 2-4 16,-2 0-5-16,1 2-3 0,-1-1-1 0,0 2 0 15,2 0-3-15,-2 1 2 0,2-1 0 0,-2 1-2 16,0-1-13-16,1-1-54 0,-2 2-106 0,1-3-151 16,-4-2-291-16,3 3-265 0,-3-4-235 0,1-3-30 15,2-1 314-15,-4-2 417 0</inkml:trace>
  <inkml:trace contextRef="#ctx0" brushRef="#br2" timeOffset="111592.42">23082 7192 73 0,'0'-4'422'0,"0"1"305"0,0 0 230 0,-3 3-27 0,-2 0-237 16,2 0-178-16,-2 3-124 16,-1 0-86-16,-1 0-67 0,0 3-58 0,0 0-51 15,-1 1-37-15,3 0-29 0,-2 3-23 0,2-1-16 16,0 2-6-16,2 2-8 0,2-3-3 0,1 3-4 15,1 0-2-15,1 0 3 0,1 0-4 0,0 0-1 16,5 1-3-16,0-3-2 0,-3 1 2 0,3 0-3 16,0-2 4-16,2 1-1 0,-2-2 0 15,2 1 0-15,-1-3 1 0,-1 0 1 0,-1 1-1 0,-1-2 2 16,0 1 1-16,-3 0 0 0,-1-1 1 16,-2 2-1-1,-2 0-1-15,-1 1-1 0,-1 0-8 0,-3 0-19 16,-1-2-45-16,-1 0-96 0,-4 0-130 15,2-1-173-15,-3-1-290 0,0-3-244 0,1 2-128 16,-1-4 161-16,1-2 369 0</inkml:trace>
  <inkml:trace contextRef="#ctx0" brushRef="#br2" timeOffset="111808.56">23014 7270 311 0,'9'-13'616'0,"-2"3"225"0,-2-1 66 0,-1 4-306 15,0 2-193-15,0 0-134 0,2 2-89 0,1-2-43 16,-1 4-23-16,1 0-11 0,2 1-37 0,0 0-33 16,3 0-16-16,-3 0-11 0,4 1-5 0,0-1-5 15,2 0-2-15,0 0-2 0,2 0-4 16,-3 0-30-16,3 0-58 0,-1-1-79 0,2 1-100 16,-2 1-158-1,-1-1-271-15,0 3-153 0,-1 0 3 16,-1-2 171-16,-3 4 260 0</inkml:trace>
  <inkml:trace contextRef="#ctx0" brushRef="#br2" timeOffset="112075.73">23458 7397 141 0,'8'16'292'16,"3"-1"114"-16,0-2 11 0,-1-2-127 16,1-2-93-16,1-3-50 0,-2-1-17 0,1-5-1 15,2-3 24-15,-4-3 33 0,4-4 52 0,-4-1 56 16,1-3 60-16,-2-3 49 0,-1-1 20 15,0 0-22-15,-4 0-43 0,0 0-26 0,-3 1 1 0,-1 3-28 16,-4 2-44-16,-2-1-36 0,-3 5-31 16,-1 0-43-16,-5 2-61 0,0 2-40 0,-1 2-23 15,1 4-11-15,-5 1-9 0,5 1-3 0,-3 4-2 16,5 1-5-16,-2 1-2 0,5 3-3 0,0 1-46 31,3 1-59-31,4 1-71 0,2-5-138 0,4 3-214 16,1-4-316-16,3-1-259 0,8-1-204 15,1-2 16-15,3-3 470 0</inkml:trace>
  <inkml:trace contextRef="#ctx0" brushRef="#br2" timeOffset="112559.17">24829 6586 260 0,'7'11'531'0,"-1"-1"209"0,-3 2 113 0,2 3-208 15,-2 0-181-15,2 3-72 0,0 1-47 0,-1 1-31 0,2 3-39 16,-1-1-52-16,-2 2-63 0,0 0-55 16,2 0-41-16,-1 0-27 0,-3 1-11 0,2-3-9 0,2-1-5 15,-4 0-4-15,1 2-36 0,-1-4-84 16,-2 0-134-16,-1 1-223 0,1-2-276 0,-4-2-257 31,2 0-142-31,-2 1 163 0,0-4 401 0</inkml:trace>
  <inkml:trace contextRef="#ctx0" brushRef="#br2" timeOffset="112925.37">24717 7563 14 0,'4'-6'405'0,"0"0"319"16,-3-1 212-16,3-1 46 0,-1-1-290 0,-2-3-218 16,4-2-133-16,3-1-66 15,-4-2-41-15,5 0-36 0,-1-3-47 0,1-2-45 0,-1 0-35 0,1 0-28 16,-1 1-12-16,5-2-8 0,-5 4-9 0,1-1-7 31,1 4-5-31,-2 2 1 0,-4-1-3 0,1 6 0 16,2 4-3-16,-6-2 4 0,4 6-3 0,-4 1 1 15,1 1 1-15,-1 7 3 0,-1 1-2 16,0 4 0-16,0 3 0 0,-1 0-2 0,-1 4 0 16,2 0-3-16,-1 3 4 0,-1-2-2 0,2 2-1 15,-3 1-1-15,3-3-11 0,3 0-15 0,-1-4-56 16,-2-1-93-16,1-2-126 0,2-5-164 0,-1 0-288 16,1-4-244-16,2-2-101 0,2-3 160 0,-3-3 349 15</inkml:trace>
  <inkml:trace contextRef="#ctx0" brushRef="#br2" timeOffset="113192.33">25164 7405 134 0,'8'9'358'0,"3"3"153"0,-3 0 108 16,-1-1-158-16,1-1-155 0,-1 0-84 0,0 0-47 15,-1-4-17-15,0 0 26 0,-1-3 26 0,3-2 26 16,-2-1 19-16,1-4 12 0,1-2 1 15,-2-3-37-15,0-4-47 0,0 0-38 0,-1-2-29 16,0 0-17-16,-2-1-8 0,2-2-9 0,-4 4 1 16,-1-1-20-16,-1 2-18 0,-4-1-14 0,1 1-13 15,-1 2-6-15,-2 1-7 0,-1-1-1 0,2 4-4 16,0 1-20-16,1 0-58 0,-1 3-109 16,1 0-140-16,2 3-232 0,-2 1-280 0,8 1-224 15,-1 2-49-15,2-1 261 0,6 2 381 0</inkml:trace>
  <inkml:trace contextRef="#ctx0" brushRef="#br2" timeOffset="114741">25591 7294 255 0,'-1'0'479'16,"-3"0"205"-16,3 2 73 0,-4-2-146 0,1 1-117 15,-3 1-73-15,2-1-61 0,1 1-38 0,-3 2-47 0,1 1-45 0,-2 2-50 16,2 3-44-16,-2 0-27 0,1 2-23 0,1 1-20 16,2 3-18-16,-1 2-15 15,2-2-13-15,1 2-7 16,2-2-9-16,2 0-6 0,-1 1 0 0,2-3 1 15,2-2-4-15,3-2-2 0,-2-1 2 0,1-2 1 16,2-3 0-16,0 1 1 0,-1-4 3 16,2-5 1-16,0 0 5 0,-1-2-2 0,-3-5 4 15,2 1-2-15,-1-5-2 0,-1-1 4 0,-2-3-3 16,0 0-2-16,-3 1 2 0,-1-3-2 0,0 3 2 16,-3 0-2-16,-2 4 2 0,-2-3 1 0,-1 4-4 15,0 5 3-15,-2 0-3 0,-1 2 3 0,2 3-3 16,-3 1-7-16,2 6-4 0,2 0-36 15,-1 2-62-15,0 1-106 0,5 2-130 0,0 1-237 16,1 2-273-16,3-2-200 0,2 1-14 0,3-2 247 16,-1-1 361-16</inkml:trace>
  <inkml:trace contextRef="#ctx0" brushRef="#br2" timeOffset="115724.41">26353 6478 144 0,'7'-1'333'0,"-3"1"134"0,0 0 74 0,0 0-158 16,1 0-109-16,3 0-40 15,-3 1 20-15,-1 0 33 0,1 1 47 16,2 3 16-16,0 0 1 0,-2 1-21 0,1 2-40 16,-1 3-36-16,2 1-49 0,-3 1-41 0,-1 2-42 15,2 3-27-15,-2 0-22 0,0 3-23 0,-1 0-15 16,0 0-11-16,-2 2-6 0,0 1-11 0,1-2-6 16,-1 1-7-16,0-1 1 0,2 1 0 15,-2-2 3-15,2 0 2 0,-2-2-1 0,1 0-6 16,1 1-30-16,-2-3-71 0,0-3-118 0,-2 1-152 15,1 0-291-15,-3-5-257 0,3 2-182 0,-3-3 48 16,1-3 334-16</inkml:trace>
  <inkml:trace contextRef="#ctx0" brushRef="#br2" timeOffset="116159.1">26209 7606 67 0,'4'-4'356'0,"-3"-2"203"0,3 1 149 31,-1-3-61-31,1 0-186 0,1 0-102 0,1-2-40 0,1 0-11 0,-1-3 2 16,2 0-17-16,0-1-38 0,1-1-45 16,-1 1-54-16,3-3-37 0,-1-2-29 0,1 3-21 15,0 0-16-15,-2-1-21 0,-1 2-10 0,2 0-10 16,-2 5-5 0,-2 1-1-16,-1 1 10 0,0 2 7 0,-4 4 9 0,2 0 6 0,-1 4-1 15,-2 2 2 1,-2 5-10-16,-1 1-11 0,0 5-11 0,-2 1-6 15,2 3 0-15,-2 0-8 0,0 2 1 0,4-1-1 16,-4 1 7-16,3-2 0 0,0-1-6 0,2-1 4 16,0-2-5-16,0-2-25 0,2-2-56 0,0-3-101 15,0-1-121-15,1-5-190 0,-2-2-285 0,3-2-224 16,0-5-80-16,1-2 190 16,2-4 356-16</inkml:trace>
  <inkml:trace contextRef="#ctx0" brushRef="#br2" timeOffset="116358.83">26537 7308 141 0,'4'5'370'0,"0"6"169"0,-1 1 140 15,0 2-143-15,-1 1-109 0,-1 1-43 0,2 2-13 0,-1 2-11 16,0-1-37-16,-1 0-59 0,2 2-67 0,-1-2-68 16,-2 0-56-1,3-1-36-15,-3 1-20 0,0-3-8 16,0 0 0-16,0-2-3 0,0-2 1 0,-3 1-3 15,1-2-32-15,-1-3-71 0,-2-2-103 0,2-2-130 16,-2-3-231-16,-1-1-254 0,0-3-140 0,-2-3 68 16,2-1 257-16,-2-3 291 0</inkml:trace>
  <inkml:trace contextRef="#ctx0" brushRef="#br2" timeOffset="116575.57">26531 7302 166 0,'10'-8'357'0,"2"0"139"16,-3 4 109-16,4 0-180 0,-2 0-123 0,1 0-71 0,-1 3-36 16,1-2-22-16,0 1-38 0,-1 1-41 0,2 1-38 15,-4 0-22-15,3 0-13 0,-2 0-5 0,2 1-7 16,-3-1-36-16,4 2-56 0,-4-1-93 0,-1 2-189 16,3 1-210-16,-1-3-106 0,-2 2 43 15,0-2 157 1,1 1 200-16</inkml:trace>
  <inkml:trace contextRef="#ctx0" brushRef="#br2" timeOffset="116875.71">26897 7393 162 0,'5'20'403'0,"-4"0"177"0,-1 0 118 0,3 1-159 0,1 0-125 0,-3 0-53 15,4-3-27-15,-2 1-15 0,2-3-19 0,-2-2-56 16,3-3-64-16,1-2-67 0,-2-3-36 0,-1-2-12 15,3-1 8-15,-1-8 7 0,0 0 6 16,1-4 11-16,-3-3 3 0,1-6-8 0,-1 0-6 16,0-3-1-16,-1-1-5 0,-1-2-6 15,-2 1-5-15,-2 2-7 0,-1 0-8 0,-1 1-2 0,-1 4-2 16,-3 1-5-16,1 3-7 0,-4 3-3 0,2 2-11 16,1 2-8-16,-5 4-9 0,4 4-5 0,1 3 0 31,-3 2-6-31,3 3 0 0,2 3-22 15,1 0-18-15,0 3-24 0,2 3-47 0,3-3-91 16,0 2-119-16,1 2-128 0,6 0-227 0,-2-2-256 16,3 2-161-16,1 0 75 0,0 0 313 0,4 1 335 15</inkml:trace>
  <inkml:trace contextRef="#ctx0" brushRef="#br2" timeOffset="117875.52">27743 7774 99 0,'6'0'308'16,"1"0"136"-16,-2 2 102 0,4 0-153 0,-4 2-177 0,3 0-96 15,0 1-55-15,1-2-32 16,0 2-39-16,0-4-47 0,1 2-82 0,0-2-199 16,1 1-121-16,1-2-19 0,0-2 69 15,1-1 121-15</inkml:trace>
  <inkml:trace contextRef="#ctx0" brushRef="#br2" timeOffset="126824.97">19684 6386 138 0,'-1'-1'310'0,"1"1"145"0,-2 0 46 15,2-1-92 1,0 1-92-16,0 0-44 0,0 0-22 0,0 0-5 0,0 0 9 16,0 0 9-16,0 0-2 0,0 0-7 0,0 0-19 0,0 0-25 15,2 1-37-15,-2-1-38 0,0 0-29 16,1 0-27-16,-1 0-22 0,0 0-22 0,2 0-9 16,0 0-9-1,-2 0-6-15,1 0 46 0,2 0 20 0,2 0 14 16,-2 0 4-16,2 0 6 0,1 0 9 15,1 0-38-15,2 1-22 0,-3-1-17 0,2 0-4 16,0 2 8-16,3-2 1 0,-1 0-1 16,-2 2 2-16,2-2 6 0,2 0 39 0,0 0 5 15,1-2 0-15,-2 2 1 0,3 0 0 0,0 0-1 0,-1 0-38 16,1-2-19-16,2 2-8 0,-2-1 11 16,2 1 2-16,2 0 3 0,-4 0 2 0,2-1-1 15,-2 1-2-15,2 0-17 0,-2-2-9 0,2 2-5 16,-3-1-4-16,2-1-2 0,0 1 1 0,-2-2-2 15,0 1 0-15,1-1 0 0,1-1-1 0,0 1 0 16,-2-3 1-16,2 2 0 0,0-2 2 16,0-1-1-16,0 1-1 0,1 0 1 0,0 0 0 0,-2-1-1 15,2 1 3-15,-2-2 2 16,2 2-2-16,-2-1 3 0,2-1-1 0,-2 0-2 0,4 3-3 16,-6-3-1-16,2 1 0 0,3 1 0 0,-2-2 2 15,0 1 1-15,0-1-1 0,0 1 3 0,0 0-3 31,1-1-1-31,1-1 1 0,-1 1 1 0,3-3-2 16,-3 3 0-16,1-3 1 0,2-1 2 0,-1 2-1 16,-1-3 2-16,-1 3 1 0,1-3 0 0,1 1 1 15,-1-2-1-15,0 3-2 0,1-4-2 16,-1 5 1-16,-1-5-3 0,1 2-1 0,-2-1 0 0,0 1 1 16,2-1 0-16,-2 2-1 0,-2-1 1 15,2-1 3-15,-2 1-3 0,3-1 0 0,-3 1 3 16,0 0 0-16,1 0-2 0,-3 1-1 0,1-1 1 15,-1 0 3-15,1 2-4 16,0 0 1-16,-1-1 0 0,-1 0 1 0,2 0 1 0,0 1-4 0,-2-2 1 16,2 1-2-16,-3 0 3 0,3-1-2 0,-2 2-1 15,0-1 1-15,1 0 1 0,-3 0-1 16,0 0 0-16,0 0 1 0,-1 0-1 0,1 1 0 0,0-3 2 16,-1 0-2-16,0-1 0 0,1 2-1 15,-1-4 0 1,-1 3 1-16,3-2 1 0,-2 0 0 0,-1 1-3 15,2-3 1-15,0 3 2 0,0-2-4 16,-2-1-1-16,1 3 3 0,2-3 1 0,-3 3 0 16,1-3-1-16,-1 0 3 0,0 2 1 0,2-1-3 15,-2 0 1-15,1 3 2 0,-2-3-2 0,1 3-2 16,2-3 2-16,-4 0 1 0,1 1 0 0,2-1-2 16,-1-1 1-16,0 1 1 0,0-2-1 15,-1 0-1-15,2 1 0 0,-2-4 1 0,2 2-2 16,-1-1-1-16,-1 0 2 0,0-2 1 0,2 2-3 15,-3-1 2-15,4 0 2 0,-2 2-1 0,-1-1-1 16,0 0 0-16,0 0 0 0,2-2-3 0,-2 4 0 16,0-2-1-16,1 1 2 0,-1 1-1 0,0 1 2 15,1-1 1-15,0 0 2 16,-1 0 0-16,0 3 0 0,0-3-1 0,0 2 1 0,1 1-2 0,-2 0 3 16,1 1-2-16,2-1-1 0,-3 0 0 0,1 2-1 15,1 0 1-15,-1-1 0 0,1-1-2 0,-1 2 1 31,2 0 2-31,0-1 1 0,0-1-2 0,-1 0 3 16,1 0 1-16,2-2-2 0,-3 2-2 16,1-3 1-16,1 1-1 0,1-1-1 0,-3 1-2 15,1-2 3-15,1 1 0 0,-4 1 1 0,4 0-1 16,-2 1 2-16,-1 0 1 0,0 0-2 0,-2 1 1 16,2 1 0-16,-1 0 2 0,0 1-4 0,-3 1 0 15,2-1 1-15,1 1 1 0,-3 1 0 0,1-1 0 16,-1 3 1-16,1 0 1 0,0-1 0 0,-1 1-1 15,-1-1 1-15,2 3 0 16,-1-2 0-16,1 1 0 0,-2-1-2 0,3 1 0 0,0 0-1 16,-1 0 0-16,-1 1 0 0,2-2 1 0,-1 0 1 15,1 0-1-15,0 0 1 0,1-3 3 0,1 2-1 16,-4 0-2-16,7-2 0 0,-5 3-1 0,2-3 0 16,-1 1-4-16,1-1 2 0,-1 1 1 0,0-1 2 15,4-2-2-15,-3 2 2 16,1-1-1-16,1 2 0 15,-3-2-1-15,2 1 1 0,1 2-1 0,-2-1 1 16,-2 1 0-16,2 1 0 0,-1-1 0 0,2 1 0 16,-3 0 1-16,2-3 0 0,0 1 0 15,-2 1-2-15,2 0-1 0,2-3-1 0,-1 2-1 16,-2-1 1-16,1 2 1 0,0-1 1 0,0 0 1 16,0 2-2-16,1-2 0 0,-2 2 0 0,1 2-2 15,-2-3 1-15,1 2 1 0,1 0 0 0,-2 2 0 16,3-2 1-16,-5-2-1 0,6 3 1 0,-4-3-1 15,2 3-1-15,0-1 1 0,-2 0-1 16,3 0 0-16,-3 0-2 0,2 1 2 0,0-4 0 16,-1 1-2-16,1 2 2 0,3-3-1 0,0 0 0 15,-2 0 0-15,1 0 1 0,2 0 0 16,-5 1-1-16,3 1 1 0,-1-1-1 0,-1 2 1 0,0 0 1 16,1 2 0-16,-1-2 0 0,0 1-2 0,1-1 3 15,0 0-1 1,-1 0-2-16,1 0 1 0,-1 2 1 15,1-1 2-15,-1 1-2 0,-1 0 0 0,0 1 1 16,1 0 0-16,-1-1 2 0,1-2-2 0,-2 3 1 16,2-2-1-16,0 0 0 0,3-1-1 0,-2 0 1 15,0-2 0-15,3 0-1 0,0 1 1 0,-1-2 0 16,0 2 1-16,0-1-3 0,1 2-1 0,1-1 3 16,-2 0-1-16,-2 3 0 0,3-4 0 0,-2 3 1 15,1 0 1-15,-2 1-3 0,3 1-1 0,-2-2 1 16,1 2 1-16,-4-2-1 0,6 3-2 0,-4-1 0 15,0 1 3-15,3 1-2 0,-2-1-1 16,-2 0 0-16,1 3 3 0,1-2 0 0,-2 0-2 0,-1 1 2 0,2 2 0 16,-1-2 1-16,0 1 0 0,-2 1 1 15,0-1-2-15,2 1 0 0,-2-1-2 0,3-1 2 16,-3 2-1-16,1-1 0 0,1 1 2 0,-2 0-1 16,2 1 1-16,-1-2 1 0,0 0-2 0,2 1 0 15,-3 0 1-15,2-1 0 0,-1 0 2 16,1 0-2-16,2 2 2 15,-1-4 1-15,2 2-3 0,-4 0 1 0,4-1-2 16,0 1 0-16,-2-1 1 0,2 0 1 16,1 0 2-16,0 0-2 0,-1 2 0 0,0-3 1 0,0 2 1 15,1-2-2-15,1 3 0 0,-2-2 2 16,1 0 0-16,0 2-1 0,1-2 1 0,1 0 0 16,-2 1-3-16,3-1 1 0,0 2 1 0,-2-1-1 0,2-1-2 15,-1 1 3-15,2 0 2 0,1-1 1 0,-1 0 2 16,0-1-1-16,1 1 2 0,0 1-2 15,2-1-3-15,-3 0-2 0,2-2 0 0,0 2-2 0,-1 0 0 16,-2 0 1-16,4 2 1 0,-3-3-1 0,0 3 2 16,1-2 0-16,-1 1-1 0,0 0-1 0,0 0 2 15,0-1 0-15,-2 2-1 16,0 1 0-16,1-2 1 0,-2 1-1 0,1-1-1 0,0 1-1 0,0-1 0 16,1 1 1-1,-2 1-1-15,-2-2 3 0,4 2-3 0,-3-1 1 0,0-1 1 0,1 1 0 0,1-1-1 31,-2 2 1-31,1-1 0 0,-1 0 1 0,1 1-1 16,-2-2-2-16,-2 2 0 0,3 0-2 0,-2 0 1 16,-2 0 0-16,1 0 0 0,-3 0 1 0,3-2 0 15,-3 2 1-15,1 0 0 0,-3 0 0 0,3 0 0 16,-3 0 1-16,1 2 1 0,-1-2-1 0,1 0 1 16,-2 0-2-16,2 0-1 0,-2 0 0 0,0 0 1 15,0 0-1-15,1 0 0 0,-1 0 2 0,0 0 1 16,2 0 0-16,-2 0 0 0,1 2-1 0,-1-2 0 15,2 0 0-15,0 1-1 0,-2 0 0 16,2 1-1-16,0-1 0 0,0-1 1 0,-1 3 1 0,2-1-1 0,1-1 1 16,-1 2 2-16,2 0 5 0,-1 0 1 15,1 0 1-15,4 0 2 0,-2 0 0 0,3 1 0 16,-1 0-1-16,0-2-2 0,1 2 1 0,1-3-1 0,0 2-1 16,0 0 0-16,1-1-2 0,1 1 1 15,1 0-2 1,1-2 0-16,0 3 1 0,-2-2-2 0,2 0 0 15,0 1-1-15,1-2 0 0,0 3-1 0,-2-3-1 16,3 2 2-16,-2 0-3 0,2 0 0 0,0 1 1 16,-1-1 0-16,2 2 0 0,-2-2-1 15,-1-1 0-15,1 3 0 0,0 0 0 0,-2-3-1 16,3 3 1-16,-2-2 0 0,0 2-1 0,-2 0 1 0,3-3-1 16,-3 4 1-16,0-1-1 0,1 0 0 15,-2 0 0-15,2 0 0 0,-2 1 1 0,2-2-1 16,-2 2 0-16,0 0 0 0,2 0 0 0,-5 1 0 0,4 0-1 15,0 0 1-15,-4-1 0 0,5 2 0 0,-4-2 0 16,1 0 0-16,1 1 2 0,0-1 0 0,-2 2-1 16,0 0 2-16,0 0-2 0,-1-1 2 15,4 2 0-15,-5-1 0 0,4 1 0 16,-2 0 0-16,-1 0 0 0,-1 0 0 0,5 0 0 0,-5 2 0 16,1-3 1-16,2 2 0 0,-1-1-1 0,-1 1 0 0,2-1-1 31,-3 0 0-31,3 0-1 0,-1 2 0 0,-1-4 0 15,1 3-1-15,1-2 1 0,-2 1 0 16,1 0 0-16,1-2 0 0,-2 3 1 0,-1-2 0 0,3 1 0 16,-3 0 0-16,2-1 0 0,-4 1-1 15,3-1 1-15,-1 2-1 0,2-2 1 0,-2 2 0 16,1-1 1-16,-1 1 0 0,-1 0-1 0,1 0 2 16,1 1 0-16,-3 0-1 0,2 0 0 0,-1 1 2 15,0 1-1-15,0-1 0 0,1-2 0 0,-4 3 1 16,4-1 0-16,-2 0-1 0,1 1-1 0,-1 2 1 15,1-4-1-15,0 1 0 16,0 2 0-16,-3-1-1 0,3 0 0 0,-1-2 0 0,0 1 0 16,1 0-1-16,-2 0 1 0,-1 0-1 0,3 0 0 15,0 0 1-15,0 0-1 0,-2 0 0 0,-1 1-1 16,3-1 1-16,-2 1 1 0,2 0-1 0,0-1 0 16,-3 2 1-16,1-1 0 0,4 0 0 15,-4 2-2-15,2-1 1 0,1 0 0 16,-4-1-1-16,4 1 1 15,-2 0 0-15,2-1-1 0,-1 0 1 0,-1-1-1 16,2 1 0-16,-2-1 0 0,2 1 0 0,-1-1 1 16,2-2 0-16,-1 2-1 0,-2-2 2 15,2 3 0-15,1-3-1 0,0 0 0 0,-1 1 0 16,1 0 0-16,-1-1-1 0,1 0 0 0,-1 1 0 16,2-1 0-16,-2 0 2 15,0 1-1-15,0-3 0 0,-1 3 0 0,1-1-1 0,0 1 1 0,0-2-1 16,0 0 0-16,0 2 1 0,-2-3 0 0,2 1-1 15,1 2 0-15,-1-3 1 0,-1 2-1 16,-1 0 0-16,3-2 0 0,-2 3-1 0,-1-1 1 16,1-1-1-16,0 0 1 0,0 1 0 0,-1-1 0 0,1 0 1 15,-3-1-1-15,4 3 1 16,-2-3-1-16,1 0 0 0,-1 1 1 0,1-2 0 0,0 2-1 16,0-1 1-16,-1-1-1 0,1 1 1 0,2-1-1 15,-3 1 1-15,0 1-1 0,3-3 1 0,-2 2-1 31,-1-1 1-31,1 0 0 0,-1 1-1 0,2 1 0 16,1-3 0-16,0 5 1 0,-1-3-2 0,1 3 1 16,-1-2 0-16,1 1 1 0,-1 1-1 15,3 0 0-15,-3 0 0 0,3 1 0 0,0 1 0 16,-1-2 0-16,1 1 0 0,0 0 0 0,2 1-1 16,-1 0 0-16,-1-1 0 0,2 0 1 0,1 0-1 15,-1 1 1-15,1 0 0 0,0-3 0 0,0 3 0 16,-1-1 1-16,2 0 0 0,-1 0 0 0,-2-1 0 15,2 2-1-15,-1 0 0 16,0-3 1-16,-1 1-1 0,1 2 1 0,1-2-1 0,-1 0 0 16,1 1 1-16,-3 1 0 0,3-3-1 0,-2 0 0 0,0 1 1 15,2-3-1-15,-2 3 0 0,2 0 0 16,-5-1 0-16,3 0 1 0,1-2-2 0,-1 3 1 16,0-3-1-1,-1 2 0-15,1 0 0 0,-2-2 0 0,2 1 0 0,-3 0 1 16,3 0 0-16,-2 0 0 15,1-2 1-15,0 2-1 0,0-2 1 0,-1 1-1 16,1 0 0-16,-2 0-1 0,1-1 0 0,-1-1 0 16,1 1 1-16,0-1 0 0,-1 0 0 15,-1 0 0-15,1-1 0 0,-1 1 0 0,1 0 0 0,0-2 1 16,-1 1-1-16,1-1 0 0,-1 1 0 16,-2-1 2-16,2 1-2 0,1 0 0 15,-2-1 0-15,1 0 1 0,-2 1-1 0,3-2 0 0,-2 1 1 16,-1 1-1-16,2-1 1 0,-1-1-1 0,0 2 0 15,1 0 1-15,-1-2-1 0,1 2 0 0,-1 0 0 16,0 1 1-16,1-2-1 0,-2 1 0 16,3 0 0-16,-2-1 0 0,1 0 0 0,-2 2 0 15,3-1 0-15,-1-1 0 0,0 2 0 16,-1-2 0-16,3 2 0 0,-1-1-1 0,-1 1 1 0,0 0 0 16,1-1 0-16,-1 1 0 0,0 0 0 0,3-2 0 15,-3 2 0-15,1 0 0 0,-1 0 0 0,1 0 0 31,-1 0 0-31,1 0 0 0,0 0 0 0,-1 0-1 16,0-1 1-16,1 3 0 0,0-2-1 0,0-2 1 16,0 3 0-16,0-1 0 0,-1 0-1 0,0 2 1 15,0-2 0-15,3 0 0 0,-3 0-1 16,0 1 1-16,0-2 0 0,1-1-1 0,-1 2 0 16,1-1 1-16,1 1-1 0,-3-2 1 0,1 2-1 15,0-1 0-15,-1 1 0 0,1-2 1 0,0 1-1 16,0-1 1-16,0 0 1 0,-2 1-1 0,2 1 1 15,0-4-1-15,-2 2 1 0,2 1-1 16,-1-1 0-16,-1 2 0 0,3-1 1 0,-2-1-1 16,1 0 0-16,-2 3 0 0,2-3-1 0,1 2 1 15,-2 0 0-15,1 0 0 0,-2 0 0 0,3 0 0 16,-1 0 0-16,1 1 0 0,-2-1-1 0,1 0 0 16,-2-1 1-16,3 1-1 0,-3 0 1 0,1 0 0 15,2-2 1 1,-3 2 0-16,2-1 1 0,-1 1-1 15,2 0 0-15,-3-4 0 0,0 4 0 0,4-1-1 16,-4-1 0-16,0 0 1 0,2 1-1 0,-2-1 1 16,1 2-1-16,-1-1 1 0,1-1 0 0,-1 1 0 15,2-1-1-15,-2 2 1 0,0-2 0 16,1 2 0-16,-1 1-1 0,0-3 1 0,2 1 0 16,-1-1 1-16,-2 2-1 0,4-1 1 15,-5-2 0-15,1 1 2 0,2 1 0 0,-2-2 1 0,-1 1 0 16,2-1 1-16,1 0-1 0,-4 0 1 0,2 0-1 15,-2 0 0-15,0 0 0 0,2 0 0 0,-1 0 0 16,-1 3-1-16,2-4 0 0,-1 2-1 0,0-1 0 16,0 2 1-16,-1 0 0 0,2-1 0 0,1-1-1 15,-2 1 1-15,0 2 0 16,0-1 0-16,1-1-1 0,2 1 1 0,-1-1-1 0,-2 0-1 16,1 1 0-16,2 0-1 0,-2-3 1 0,2 3 1 15,-1 0-1-15,-1-2 1 0,3 2 0 0,-1-1-1 16,-1 0 0-16,0 0 0 0,0-2-2 0,-1 1 1 31,2 0 1-31,-1 0-1 0,-2 0 1 16,1 0 0-16,2 0 0 0,-2-1 0 0,-2 1 0 0,3-1 0 15,-2 0-1-15,0 1 0 0,1-2 0 0,-2 3 0 16,0-3 0-16,0 0-1 0,0 3 0 16,1-3 1-16,-2 0-1 0,2 1 1 0,0 1 0 15,0-1 1-15,-3 1-1 0,2-2 0 0,1 2 1 16,-1-1-1-16,2 0 0 0,-4 0 0 0,5 2 0 15,-3-2 1-15,2 2-2 0,-2-3 0 16,2 2 1-16,-1 0-1 0,0-1 1 0,2 0-1 0,-1 1 0 16,0 0 1-16,0-1-1 0,0 1 0 15,-1-2 0-15,2 2 1 0,1 0-1 0,-3 0 1 16,1-2 0-16,0 3-1 0,3-2 1 0,-4 2-1 16,1-2 1-16,2 3 0 0,-2-3-1 0,1 1 1 15,1 0-1-15,-2 0 0 0,2-1 0 16,-2 0 0-16,-1 2 1 0,2-2-1 0,-1 0 1 0,2 1-1 31,-3 0 1-31,0-2 0 0,0 2-1 0,1-2 0 16,0 3 0-16,-1-3 0 0,0 1 0 0,-1-1 0 15,2 1 0-15,-2 1 0 0,2-2 1 0,-4 2-1 16,5 0 1-16,-3-1 0 0,2-1-1 16,-2 2 0-16,1-1 0 0,1 0 0 15,-1 2 0-15,1-3-1 0,-2 2 2 0,2 0-1 0,-1-1 1 16,0 1-1-16,1-2 0 0,-1 2 1 0,1 1-1 15,-1-4 0-15,0 4 0 0,1-2 1 0,-2 0-1 16,2 0 1-16,-2 1-1 0,0-2 0 0,1 1-1 16,-1 1 1-16,2-2-1 0,-1 0 0 0,-1 1 0 15,-2 1 1-15,3-1 0 0,-1-1 0 16,-2 2 1-16,3-1-1 0,-2-1 1 0,1 2 0 16,1-2-1-16,-3 1 1 0,3 1-1 0,-1-2 1 15,-2 1-1-15,1 0 1 0,0-1-1 0,-1 0 1 16,2 3-1-1,1-3 0-15,-2 0 1 0,0 1-1 16,0 1 0-16,1-1 0 0,-2-2 0 0,3 3-1 16,-3-2 1-16,2 1 0 0,1 0 0 0,-3 1 1 15,2-3-1-15,1 2 0 0,-3 0 0 16,4 0 0-16,-2 0 1 0,-2 0-1 0,3 1 0 16,-3-2 0-16,2 2 1 0,1-1-1 0,-1-1 1 15,2 0-1-15,-4 1 0 0,4 1 1 0,-2-1 0 16,0-1-1-16,0 1 1 0,0-1 0 0,1 1 0 15,-3-2-1-15,3 1 1 0,-1 1 0 16,-2-2 0-16,1 1-1 0,1-1 0 0,-2 0 0 16,2 1 0-16,-1-1 1 0,0 2-1 0,-2-2 1 0,1 0 0 15,1 0 0-15,0 0-1 0,-2 0 1 0,3 0 0 16,-3 0 0-16,1 0 0 0,-1 0-1 16,2 0 1-16,0 0-1 0,-2 0 0 0,1 0 0 15,1 0 0-15,-2 0 0 0,1 0 0 0,-1 0 0 16,2 2 1-1,1-2-1-15,-2 1 0 0,-1-1 0 16,3 0 0-16,-1 1 1 0,0-1-1 0,-1 2 1 16,3 0-1-16,-3-2 0 0,2 1 0 0,1 0 1 15,-3 3-1-15,2-3 0 0,2 0 0 0,-1 1 0 16,0 1 1-16,-3-3-1 0,4 2 0 16,-2 1 1-16,1-2 0 0,0 1 0 0,0 0-1 15,2 1 2-15,-3-3-1 0,0 4 0 0,2-2 0 0,-2 0 0 16,0 0-1-16,0 1 0 0,1-2 0 0,0 1 0 15,-2-1 0-15,1 1 1 0,-2-1-1 16,3 2 0-16,-3-1 1 0,2-1-2 0,1 1 1 16,-3-2 0-16,1 1 0 0,0 1 0 0,1 1 1 15,-2-3 0-15,-1 1-1 0,3 1 0 16,-1-1 0-16,-1-1 0 0,1 1 0 0,-2 1-1 0,1 0 2 16,1-1 0-16,0-1-1 0,-1 1 1 15,-1-1-1-15,3 2 0 0,-3-2 0 0,2 2 0 16,0-1 0-16,-1 0 0 0,1-1 1 0,0 2 0 15,1 0-1 1,-3-2 0-16,1 1 0 0,4-1 0 16,-5 0-1-16,1 1 1 0,-1 1 0 0,3 1 1 15,-3-3-1-15,4 0 0 0,-3 2 1 16,1-2-1-16,-1 0 0 0,1 3 0 0,0-3 0 0,-1 1-1 16,3 1 1-16,-4-1 0 0,3 0 0 0,-2 2 0 15,1-3 1-15,1 0-1 0,-2 0 1 16,1 2-2-16,-1-2 1 0,-1 2 0 0,2-2 0 15,0 2-1-15,-1-2 1 0,-1 0 1 0,2 1-1 16,0-1 0-16,-2 1 0 0,1-1-1 0,1 0 1 16,-2 0 0-16,0 0 0 0,1 0 1 0,-1 2-1 15,4-2 0-15,-4 0 0 0,1 0 0 0,1 2 0 16,-1-2 1-16,-1 1-1 0,2-1 0 0,1 0 0 16,-2 1 0-16,1-1 0 0,-1 2-1 0,3-1 1 15,-4-1 0-15,1 2 1 0,3-1-1 16,-3 1 0-1,1-1 0-15,-1-1 0 0,3 2 0 16,-4-1 0-16,1 1 0 0,2-2 0 0,-1 1 1 16,0 1-1-16,0-1 0 0,2 1 0 0,-4-2 0 15,1 1 0-15,1 1 1 0,-1-1-1 0,-1 0 0 16,2 1 1-16,0-2-1 0,-1 0 0 0,1 2 0 16,-2-2 0-16,1 1 0 0,1-1 0 15,0 1 0-15,-2-1 0 0,1 0 0 0,1 2 0 16,-1-2 0-16,-1 2 0 0,2-2 1 0,0 0-1 15,-2 1 0-15,1-1 0 0,-1 1 0 0,0-1-1 16,3 2 0-16,-1 0 1 0,-2-2 0 0,1 1 0 16,-1-1 0-16,2 1-1 0,-2 1-1 0,0 1-2 15,-2-1-3-15,1 1-5 0,-4 0-9 0,0 2-14 16,-3 3-16-16,0-2-22 0,-6 2-49 16,2 1-75-16,-6-1-88 0,2 2-152 0,-2 0-250 15,1 1-322 1,0-2-291-16,3 0-170 0,-2-2 104 0,2-1 584 15</inkml:trace>
  <inkml:trace contextRef="#ctx0" brushRef="#br2" timeOffset="129357.19">27830 6561 118 0,'1'-2'400'15,"-1"2"238"-15,-1-3 185 0,1 3-95 16,-2 0-145-16,2 0-84 0,0 3-67 0,-1-3-55 15,1 2-58-15,-5 4-56 0,5-1-64 0,0-1-51 16,0 2-31-16,0 1 0 0,0 2 16 0,0 3 20 16,0-1 23-16,5 2 1 0,-5 0-14 0,1 0-25 15,2 2-35-15,-1 0-32 0,0-1-30 16,-1 1-20-16,3 1-12 16,-1-1-6-16,-2 1 0 0,3-1 0 0,-1 1 0 0,-2-2 2 0,1 0-3 0,1-1-3 15,-3 1-16-15,-3 0-53 0,1-2-59 16,-1-1-73-1,-2 1-139-15,1 0-197 0,-5-2-303 16,0 3-238-16,3-2-197 0,-1 1 7 0,1-1 435 16</inkml:trace>
  <inkml:trace contextRef="#ctx0" brushRef="#br2" timeOffset="130373.17">27576 7318 183 0,'-3'-1'473'0,"-1"0"253"15,1-2 169-15,-2 3-162 0,4 0-154 16,-1 0-107-16,0 0-86 16,2 0-66-16,-1 0-60 0,1 0-64 0,0 0-58 0,-2 3-42 0,2-3-28 15,2 0-1-15,-1 0 13 0,3 0 24 0,-1-3 25 16,2 3 9-16,1-2 5 0,2 2-13 0,-2 0-20 16,2-2-28-16,-1 1-24 0,3-1-18 0,-2 0-18 15,2 2-6-15,1-1-3 0,-2 1-4 0,1 0-5 16,1 1-1-1,-2-1 6-15,1 2-6 0,0 0 1 16,0-1 1-16,0 1 0 0,0 0 0 16,-1 2 0-16,-3-2 1 0,2 1-1 0,-3 3-4 15,1-2 3-15,-1 2-1 0,-4 1-3 0,3 1 2 16,-4-1 17-16,-2 4 14 0,-1-1 4 0,0 1 0 16,-2 1 5-16,1 1-1 0,-5 2-17 15,5 0-7-15,-4 1-2 0,0 1 2 0,2-2 1 16,-2 1 1-16,0 0 0 0,2 1 0 0,-1-1-2 0,2 0-1 15,1 2-1-15,0-1 0 0,3 1 0 16,-3-2-3-16,4 0-1 0,0 1-2 0,0-1-4 16,0 0-1-16,2-2-1 0,0-3 0 0,1 0-2 15,2-4 0-15,0-1-1 0,-1-4 2 0,4-2-3 16,-2 0 3-16,1-4-2 16,1-1-1-16,1-1 0 0,-3-4-1 0,2 2 0 0,1-1-1 0,-2 0-2 31,-1-2-6-31,-1 4-21 0,0-1-41 0,-2 2-51 0,1 0-50 0,-1 2-45 0,-2-1-69 15,4 0-91 1,-5 1-94-16,1 1-95 0,1 1-183 16,-1-2-237-16,3 2-121 0,-3 0 127 0,2-1 323 15,2 0 315-15</inkml:trace>
  <inkml:trace contextRef="#ctx0" brushRef="#br2" timeOffset="130982.13">27934 7426 112 0,'4'-1'284'0,"-4"0"132"15,1-1 44-15,1 0-65 0,0 2-62 16,-2 0-21-16,0 0 4 0,1 0 13 0,1 0 1 16,-2 2-3-16,0 0-11 0,1-1-22 0,-1 0-24 15,0 4-30-15,0-3-26 0,0 3-29 16,0 1-33-16,0 0-33 0,0 0-28 0,-1 1-21 0,1 2-11 16,0 1-8-16,0-1 0 0,1 1-1 15,-1 0-6-15,0 1-10 0,3 1-5 0,-1 1-8 16,-1-2-11-16,2 1-3 0,-1 0-1 0,1-2-1 15,0 1-5-15,1-1-3 0,-1-1 3 0,2-1-1 16,-1-3-3-16,-1-2 2 0,4-3-3 0,-3-3-1 16,1-2 4-16,0-3-1 0,-2-3-1 0,3-1 1 15,-1-2 4-15,-2-4 0 0,1 2-1 0,-1-4 1 16,-2 0-2-16,3 1 1 16,-4-1-2-16,3 1 2 0,-3 1-3 0,0 2 1 0,0 0 1 15,0-1-4 1,-3 5 9-16,1-1-2 0,0 3 5 0,1 3-3 0,-2 1 2 0,-1 0 2 0,1 4-2 15,-2 2-6 1,-1 0 1-16,3 2 0 0,-2 4 0 16,0-2 0-16,1 3-1 0,-1 0 4 0,0 2-3 15,1 0-1-15,-3 1 0 0,6 0-1 0,-4 1-2 16,2 1 3-16,-1 0 0 0,1 0 0 16,0 0-3-16,0 2-3 0,2-1-7 0,-2 2-17 0,3-2-20 15,-2 3-33-15,0-4-74 0,2 1-116 16,0-2-132-16,4-1-191 0,-3 1-266 0,2-4-201 15,3-1 6-15,-1 0 269 0,1-3 346 0</inkml:trace>
  <inkml:trace contextRef="#ctx0" brushRef="#br2" timeOffset="131639.51">28154 7374 257 0,'0'3'600'0,"-1"-2"276"0,-3 2 134 16,1 2-223 0,2 0-203-16,-1 1-152 0,0 2-108 0,2 1-68 15,-1 3-54-15,1 2-52 0,1-1-42 0,1 6-30 16,0-3-16-16,1 3-10 0,2 1-10 0,-2-3-7 15,2 2-7-15,1-1-8 0,-2-3-7 0,3-4-6 16,-1 0-3-16,2-1-7 16,0-8 3-16,-2 0-3 0,2-4 3 0,-1-2 0 0,-1-5 4 0,-2-1 0 15,1-3-4-15,-1-2 1 0,-3-1 0 16,1-4 1-16,-1-1 0 0,-1 0 3 0,0 0 1 16,-1-2-2-16,-2 1-1 0,-1 1-2 0,1 1-1 15,-2 3 0-15,-1-2-2 0,2 3 2 0,-1 3 1 16,-2 1-1-1,1 4 0-15,-2 2-1 0,0 3 3 16,0 5-3-16,0 4-15 0,-1 3-16 0,-1 4-40 16,1 2-110-16,-4 3-168 0,1 3-293 15,-1 0-265-15,2 2-237 0,0 1-88 0,-2-4 324 16,4 2 472-16</inkml:trace>
  <inkml:trace contextRef="#ctx0" brushRef="#br2" timeOffset="133323.13">30516 7104 128 0,'-5'-3'389'0,"1"-1"203"0,-5 0 140 16,0-1-131-16,3 3-184 0,-2-3-89 15,1 2-31-15,-2-1-5 0,3 1 8 0,0-1-8 0,-4 0-21 16,4 0-26-16,0 1-39 0,-2-2-42 0,0 1-33 16,2-1-27-16,-2 2-21 0,1-1-18 0,1 1-10 0,-2 0-11 15,2 0-7-15,-1-1-3 0,1 4-1 16,-2-3-3-16,4 3-5 0,-3 0-5 0,2 0-1 0,0 3-6 16,1-3-7-16,-2 2-5 0,1 2-1 0,2-2 4 15,-1 3-4-15,1 2 0 0,-2 1 3 0,4 1 2 31,-2-1-3-31,1 4-1 0,-1 2 2 0,2 0-3 16,-1 3 0-16,1-1 1 0,-1 3 0 0,0 0-1 16,2 2 0-16,-1-1 0 0,-1 3-5 15,0-1 1-15,2 2 1 0,-1-1 2 0,-1 4-1 16,1-4 3-16,1 2-2 0,-2 2-4 0,2-4 0 0,0 2-3 16,0 0 1-16,2-1 1 0,1-3 2 0,-2 2 1 15,3-3 1-15,1-2 5 0,2 1 0 16,3-1 1-16,-2-2 3 0,3 2 0 0,1-3 1 0,3-1-6 15,0-1-1-15,1 0 3 0,2-5-1 0,0 1 1 16,2-1-1-16,-2-2-2 0,2-3 3 16,-2-2-2-16,1-1-3 0,-1-1 1 0,1-2-2 0,-3-2 2 15,-1-1-3-15,1-1 1 0,-2 0-1 0,-1-1-1 16,-2-1 2-16,-1 1-11 0,-2 1-17 16,0 1-33-16,-2 0-75 0,-3 0-122 0,-2 1-158 0,-1 2-271 15,0 0-261 1,0 1-194-16,0 2 40 0,-1-1 342 0,-1-1 388 0</inkml:trace>
  <inkml:trace contextRef="#ctx0" brushRef="#br2" timeOffset="133922.47">30796 7478 70 0,'3'1'426'0,"1"0"296"0,-4-1 178 16,0 0-50-16,0 2-320 0,0-2-200 0,0 0-117 0,0 0-49 16,0 0-9-16,0-2 1 0,0 0 4 0,0-2-11 15,0 2-24-15,3-4-32 0,-3-1-22 0,1-2-9 16,3 0-4-16,0-1-1 0,-1-2 5 0,0 0 1 31,2-1-6-31,-2 1-17 0,2-1-10 0,-2 2-8 16,1 2-9-16,0-2-8 0,1 3-3 0,-4 0 0 15,1 4 0-15,0 2 2 0,-1-3 4 0,1 5 0 16,-2-2 0-16,0 4-1 0,1 0 0 0,-1 4 2 16,0 3-3-16,2 1-1 0,-2 1 2 0,0 0-2 15,0 4-1-15,0 1 2 0,0-2-2 0,0 1 2 16,0 0 1-16,2 0-2 0,-2-2-2 0,1 2-3 15,3-5-1-15,-1-1 1 0,3 0-2 0,-3-4-2 16,2 0 0-16,-1-4-3 0,1-1 1 0,2-1 2 16,0-5 3-16,0-1 3 0,1-7 1 0,0 1 6 15,1-6-2-15,1 0-2 0,-2-2 0 0,0-2 1 16,2 1 2-16,0 1-3 0,-2 0 0 0,1 2 0 16,-2 0-1-16,1 5-4 0,-4 2 0 0,1 3 3 15,0 1-1-15,-2 6-3 0,0-1 0 0,2 6 1 31,-4 3 0-31,3 1-2 0,-3 3 1 0,1 2 2 0,0 2 0 16,-1-1-3-16,1 2 0 0,-1 0 0 16,4 0-1-16,-2 0 0 0,-2 0 0 0,3-2 3 15,-3 1-1-15,2 0-6 0,1-3-15 0,-1 0-43 16,0-2-91-16,0-2-127 0,2-1-164 0,-2 1-292 16,2-3-251-16,0-1-138 0,3 0 137 0,1-1 359 15</inkml:trace>
  <inkml:trace contextRef="#ctx0" brushRef="#br2" timeOffset="134906.42">31354 7497 190 0,'0'2'437'0,"0"-1"192"0,0-1 109 15,0 1-217-15,0-1-199 0,0 0-116 0,0 0-60 16,0 0-15-16,0-1 4 0,0 1 31 0,0-3 13 15,4 0-1-15,-4-2 4 0,3-1-10 0,-2-1-23 16,5-2-21-16,-2-1-6 0,0-1-8 0,3-2-17 16,-2 2-17-16,1-1-10 0,0 1-20 0,0 0-19 15,-1 1-15-15,0 3-6 0,-2 1 13 0,1 1 18 16,-1 3 11-16,-3 0 5 0,1 2 8 0,4 0 2 16,-4 2-10-16,1 5-16 0,-1 0-8 0,3 2-7 15,-4 3-9-15,1 0 0 0,1 3-8 0,-1-2-6 0,3 1 2 31,-3 0-2-31,3-1 1 0,0 1-4 16,2-3 2-16,1-2 0 0,-3-1-3 0,3 0-1 16,-1-4 1-16,3 0 1 0,0-2-1 0,-1-2 2 15,1-3 0-15,0 0 1 0,-1-3-4 0,0-1 1 16,3-2 1-16,-1-2-2 0,-2 2 2 0,3 1 0 16,-3-3 2-16,0 3 1 0,0 1-3 0,1 1 2 15,-1 1-2-15,-3 2-2 0,3 3 1 0,-2 0 0 16,0 3 1-16,-1 0-5 0,0 3 3 0,0 0 1 15,-1 1-5-15,4 2 2 0,-5-2 0 0,2-1 4 16,0 1-2-16,0 0 1 0,-1-2 1 0,4-2-3 16,-2-2 1-16,2-1 0 0,2-2 3 0,1-4 1 15,-2-5 4-15,5 0 3 0,-2-6 3 0,0 2-1 16,1-2-1-16,0 1-2 0,1 0-4 0,-3 1-2 16,-1 0 0-16,2 5-2 0,-4 2-3 0,0 0 2 15,-2 2 2-15,3 3 2 0,-4 1-3 0,2 2 3 16,1 3 1-1,-2 2-1-15,0 1-3 0,1 1-1 0,-1 0 0 16,-1 2 1-16,2 2-2 0,0-3 1 16,-1 3 1-16,1-1 2 0,-1-3-3 0,2 3-11 15,0-5-30-15,-4-1-72 0,3 1-125 0,-2-3-149 16,1-2-269-16,-2-2-269 0,3-1-194 0,-1-1 28 16,-1-2 332-16,3-5 374 0</inkml:trace>
  <inkml:trace contextRef="#ctx0" brushRef="#br2" timeOffset="135172.72">32121 6990 320 0,'2'-6'823'0,"-2"1"336"0,1 1 15 16,-1 3-306-16,4-1-318 0,-3 0-226 0,2 4-160 16,3 1-77-16,-1 0-36 0,2 3-6 0,1 0 3 15,-2 1 5 1,5 5 12-16,-3 1 30 0,2 4 33 0,0 4 17 15,0 5 4-15,-2 2 3 0,1 7-10 0,-1 2-29 16,-2 5-36-16,-1 4-29 0,-1 2-18 0,-1 4-18 16,-2 0-7-16,-1 2-5 0,-1 2-1 15,-2-1-18-15,-1-2-45 0,-1-3-39 0,1-3-54 16,-1-2-111-16,-3-6-145 0,0-4-164 0,2-4-239 0,-2-3-245 16,-1-4-173-16,-1-4 146 0,0-5 387 0</inkml:trace>
  <inkml:trace contextRef="#ctx0" brushRef="#br2" timeOffset="139072.81">18264 1917 24 0,'2'2'485'0,"1"-2"403"0,-3 1 207 16,3-1-35-16,-1-1-305 0,4 1-310 15,0 0-156-15,1-2-82 0,1 2-31 0,3 0-8 16,1 0-25-16,3 0 1 0,2-2 1 0,5 1-2 15,-1 1-5-15,4-3-13 0,4 1-11 0,-1 0-27 16,4-2-22-16,-1 0-20 0,3-1-16 0,-3-1-7 16,2-1-10-16,-1-1-4 0,0 1-8 0,-2-1-2 15,-3-1-1-15,-1 0-3 0,-2 1 1 0,-2-3-2 16,-4 4 3-16,-1 0-3 0,-3 0-33 0,-1-1-46 16,-5 2-54-16,-4 2-119 0,1 0-186 0,-5 0-306 15,0 3-267-15,-3 1-229 0,-3 1-95 0,-2 3 366 16,-3 4 531-16</inkml:trace>
  <inkml:trace contextRef="#ctx0" brushRef="#br2" timeOffset="142717.25">23081 1003 124 0,'1'-1'355'16,"-1"1"177"-16,0 0 126 0,3 1-170 0,-1-1-130 15,-2 2-49-15,0 0 12 16,0 0 23-16,0 3 19 0,1 0-4 15,-1 0-27-15,0-1-44 0,2 3-62 0,-1-1-54 16,1 1-36-16,0 1-20 0,1 2-16 0,-2 1-9 16,3 1-6-16,0 2 12 0,-2 3 25 0,1 1 22 0,0 3 6 15,-1 2 1-15,-1 1-13 0,-1 3-21 0,0 1-31 16,0 2-25-16,-1 2-19 0,-1 1-9 0,-1 3-8 16,0-1-2-16,-2 2-2 0,4 1-5 0,-6 2-1 15,2-1-4-15,1 1-1 0,-2-1-2 0,-1 0-1 0,1 0-1 16,-1-3-1-16,3 0 0 0,-4-2-3 15,3-5 0-15,0-2-2 0,2 0 0 0,-2-6-1 16,4 0 0-16,-3-4 1 0,3-1 1 0,-1-4-2 16,2 0-2-16,-1-3-2 0,1 0 1 0,0-4 1 0,-3-1-1 15,3 0 1-15,0-2 0 0,0 0 5 0,3-4-2 16,-3 2-1-16,0-2-4 0,1-2-11 16,-1 0-29-16,0-1-42 0,0-1-40 0,0 0-36 15,0-1-37-15,0 1-51 0,-1-2-67 0,-4 0-71 0,2 1-91 31,-2 0-176-31,2 2-257 0,-2 1-153 0,0-1 49 16,2 1 256-16,-3 2 328 0</inkml:trace>
  <inkml:trace contextRef="#ctx0" brushRef="#br2" timeOffset="143501.62">22936 1813 91 0,'0'-3'375'0,"-1"0"232"0,1 2 183 16,-2 1-63-16,2-2-167 0,0 2-101 16,0 0-62-16,0 0-42 0,0 2-40 0,0-1-46 0,0 2-50 0,2 0-52 31,-1 0-38-31,3 2-30 0,-3 2-19 0,2 3-14 15,1 0-7-15,1 0-12 0,-2 2-8 0,3 3-13 16,0-1-3-16,-1 0-7 0,1 0 12 16,-1 1 8-16,4 1 3 0,-2 0 3 0,-1 0 0 0,1-1-1 15,2 1-18-15,-5 0-9 0,5-1-8 16,-5 0-3-16,3 0-3 0,-2-3 1 0,2 0 4 16,-2-2-6-16,0-1 0 0,0 0 0 0,-1-3 1 0,1-1-6 15,0-1 1-15,-2-2 10 0,2-1 1 0,-2-2 6 16,2-2-5-16,-1-1 4 0,1-4-1 15,0 0-9-15,-1-1-2 0,1-3-3 0,-2 1 2 0,2 0-1 16,0-3-2-16,-2 0 4 0,2 1 1 0,-2-2 1 16,0 0 0-16,0 2 5 0,-1-2-4 0,-1 0 3 15,1 2-2-15,0 0-3 0,-1 0 4 0,-1 0-5 16,0 1 1-16,2-1 2 0,-2 1 0 0,0 1 5 31,-2 3-6-31,2 0 2 0,-1 1 4 0,-1 1-2 0,-1 2 3 16,0-1-5-16,-1 2 5 0,0 0 10 15,-4 1 9-15,3 2 16 0,-3 0 11 0,0 3 11 16,-3 1 2-16,0-2 4 0,2 3-9 0,-4 1-9 16,0-2-8-16,3 2-3 0,-2 0-9 0,1 0-8 15,0 0-6-15,2 0-5 0,2-2-5 0,-1 1-5 16,2 1-2-16,2-4-3 0,0 2 0 0,1 1 1 16,1-1-3-16,2 1 0 0,0 0 2 0,4-3 0 15,-3 1-2-15,3 0 1 0,0 0 2 0,5 0 1 16,-2-1-1-16,3-2 2 0,-1 0-1 0,0-2-1 15,3 1-2-15,0-3 0 0,-1 0 0 0,-1 0-1 16,2-2 3-16,-4 1-2 0,2-1 1 0,-4 2 0 0,2 1 1 16,-3-2 3-16,-4 3-2 0,2 0 2 15,-3 0 4-15,-3 2-1 0,2 0-3 0,-4 0 2 16,0 3-1-16,-1-2 0 0,0 4-3 0,-1 0 3 0,-1-1-4 31,2 2-4-31,0 2 0 0,1-1 1 16,0 1 1-16,0 2-4 0,1 0 5 0,0 2-2 15,0 2-34-15,2 0-56 0,-1-1-56 0,2 2-119 0,-3 0-175 16,1 2-313-16,3-2-272 0,0 3-221 16,0-2-117-16,0 2 355 0,3 1 525 0</inkml:trace>
  <inkml:trace contextRef="#ctx0" brushRef="#br2" timeOffset="175663.29">19516 2685 280 0,'-4'1'508'16,"-2"-1"177"-16,3 0 76 0,-1 0-291 0,4 0-184 16,4 2-60-16,0-1 3 15,4 1 0-15,2-1 27 0,-1 2 23 0,7-2-1 0,0 1-22 16,4 0-50-16,5-2-22 0,2 0-33 15,3-4-32-15,3 3-34 0,6-2-33 0,0-1-13 0,4-1-10 16,1 1-11-16,2-1-3 0,-2 0-2 0,2 1 2 16,0 0-3-16,-3 2-6 0,-3 2 0 0,-1 0-23 15,-5 4-59-15,-5 2-110 0,-4 1-139 16,-6 3-290-16,0 2-273 0,-6 3-227 0,-4-1-29 0,-2 1 294 16,-6-2 410-16</inkml:trace>
  <inkml:trace contextRef="#ctx0" brushRef="#br2" timeOffset="176363.31">17709 2617 49 0,'0'-1'328'16,"0"-1"205"-16,-1 2 156 0,1-1-35 15,0-1-149-15,1 1-52 0,3-4-31 0,1 2-14 0,-1-3-5 16,4 0-25-16,0-2-79 0,0 0-76 0,3-4-62 16,-2 0-45-16,3-2-37 0,1-1-21 0,-1 1-16 15,-1-4-11-15,3 4-10 0,-1-1-11 0,-1-1-3 0,-1 1-3 16,1 2-1-16,-2 3 2 0,-2-1-2 0,-1 4 5 15,-2 1 19-15,1 1 13 0,-5 4 9 16,1 2 4 0,-2 4-1-16,-2 2-3 0,2 4-17 0,-1 3-7 15,-4 4-8-15,2 2-8 0,2 3 0 0,-1 2 5 16,0 4-1-16,2-2-5 0,2 3-4 16,0 0-2-16,-1-2-1 0,1 1-3 0,2-1-3 15,-1-2 1-15,0-2 3 0,2-2-1 0,0-4-4 0,0-2 1 16,0-2 4-16,2-2-26 0,-2-4-27 0,1-4-31 15,-1-3-68-15,2-2-121 0,-1-5-134 0,-2-3-143 16,3-2-236-16,-1-1-236 0,-1-4-85 0,0 0 187 16,2-2 327-16</inkml:trace>
  <inkml:trace contextRef="#ctx0" brushRef="#br2" timeOffset="176680.61">18092 2604 134 0,'6'10'362'0,"1"3"174"0,-3 4 140 16,1-2-141-16,2 3-133 0,0 1-60 0,1 1-16 0,-1 0-15 31,-1-1-27-31,3-1-44 0,-2-3-44 0,1 0-56 16,0-3-30-16,1-3-23 0,1-1-9 0,-2-5 1 15,2-2 6-15,-2-2 3 0,0-5-15 0,-1-3-7 16,0-4-7-16,-2-3-13 0,0 0-7 0,-2-5-2 16,-1-1 0-16,-1 0-4 0,-2 0-3 0,-2-1-2 15,-1 2-10-15,-4 2-4 0,-1-1-5 0,0 4-1 16,-3-2-4-16,-2 4 1 0,1 2 0 15,1 2 3-15,-1 2-1 0,4 2 0 0,-4 5-4 0,4 1 0 16,1 4 1-16,-1 4-2 0,2 1-4 0,2 2-3 16,0 6 4-16,2-2-1 0,2 3 1 0,1 1-3 15,0 4-15-15,1-3-32 0,2-1-57 0,1 2-79 16,-1-1-92-16,2-2-114 0,0 0-148 0,4-2-245 16,-3-3-146-16,4 1 17 0,1-3 188 0,3-4 273 15</inkml:trace>
  <inkml:trace contextRef="#ctx0" brushRef="#br2" timeOffset="177014.12">18561 2652 6 0,'4'-3'290'0,"-1"3"200"0,-1 1 184 15,-1 6 92-15,1 0-159 0,-1 6-92 0,3 2-71 0,-3 3-46 16,2 0-35-16,3 3-73 0,-1 1-76 0,2 1-69 15,-1-3-49-15,2-2-30 0,1-2-27 0,-1-1-19 16,3-2-8-16,0-5-5 0,0 0-4 0,2-5-4 16,0-4 4-16,0-4 1 0,0-5-1 0,-1 0 0 15,-1-8 5-15,1-1-2 0,-2-4-4 0,1 1-1 16,-5-2 2-16,1-1-2 0,-3 0-2 0,-4 4 4 16,0-1 1-16,-4 2 5 0,-3 2-1 0,-4 2 4 15,-1 1 2-15,-4 0-5 0,-2 3 0 0,0 0-5 16,0 2-3-16,-1 4-2 0,0 2 0 0,2 4-4 15,1 0-3-15,3 4-26 0,3 2-51 0,1 4-89 16,3 2-114 0,3 0-148-16,1 4-298 0,5 1-222 15,2 1-100-15,6 2 140 0,0-1 316 0</inkml:trace>
  <inkml:trace contextRef="#ctx0" brushRef="#br2" timeOffset="178430.8">23077 2563 53 0,'-3'8'295'0,"0"0"155"0,0 2 122 0,0 0-64 16,-1 2-188 0,3 0-109-16,-1 0 10 0,1 2 10 0,-1 0 7 15,0-3 1-15,2 0-30 0,0-1-41 0,4-1-65 16,-4-1-47-16,1-1-27 0,2-5-1 0,1 1 32 16,-1-1 48-16,2-4 41 0,-2-1 29 0,2-4 24 15,1 0 1-15,-2-4-12 0,0-2-28 0,-1-1-24 16,2-1-17-16,-5-1-11 0,1 3 3 0,-1-1 29 15,0 2 38-15,-1 2 14 0,-3 3 0 0,1-1-15 16,0 3-22-16,-2-1-44 0,-1 1-48 0,1 4-26 16,2 0-20-16,-2 1-9 0,1 2-9 0,0 3-4 15,0 3 0-15,0 3-22 0,0 1-52 0,1 2-52 16,1 3-96-16,1 2-155 0,-3-2-281 0,4 1-298 16,0 3-240-16,0-2-180 0,2 0 206 0,0-2 535 15</inkml:trace>
  <inkml:trace contextRef="#ctx0" brushRef="#br2" timeOffset="182028.1">27745 6078 100 0,'-2'0'238'16,"0"-2"94"-16,-1 2-16 0,-3 2-91 0,3-2-77 16,-2 0-47-16,0 1-22 0,1 1-4 15,-1-1 5-15,-2-1 2 0,1 2 7 16,2-1 1-16,-1-1 6 0,2 1 10 0,-2-1 12 16,0 0 25-16,-1 0 23 0,1 0 18 0,2 0 20 15,-2-1-1-15,0 1 3 0,4 0-11 16,-6-1-10-16,3 1-15 0,-1 0-14 0,0 0-2 15,1 0-8-15,0 0-4 0,-1 0-7 0,1-2-10 0,-2 2-12 16,-1 0-20-16,2-1-22 0,1-1-16 16,-1 1-17-16,-3-1-12 0,4 1-5 0,-1-1-2 15,-2-1 5-15,1 0 0 0,-3 0 4 0,2 0 1 16,-1 1-4-16,0-2-1 0,-3 2-9 0,2-2 2 16,-1 2-2-16,-1-2 0 0,0 3-2 0,0-2-2 15,-1 0-3-15,-1 3-3 0,0-2-5 16,0-1 2-16,2 1-2 0,-3 1 1 0,1 0 4 15,-1-3 2-15,2 3 0 0,-2 0 2 0,1-3-1 16,0 2-2-16,-3-2-1 16,3 2-2-16,0-3 0 0,-2 1-1 0,0-1 4 0,2 1-1 15,-3-2 1 1,2 1-1-16,-2-1-1 0,2 2-2 0,-4-2 0 16,2 1 0-16,-2-1-1 0,1 1 0 15,-1 1 1-15,-3 0-1 0,4-1-1 0,-4 2 0 16,4 0-1-16,-5 2-2 0,1-2-2 0,0 1-2 15,-1 2-1-15,-1 0 1 0,-1 0-3 0,-1 0 0 16,-1 2-2-16,1-1 5 0,-2 1 2 0,-1 1 1 16,-1 0 4-16,1-1 2 0,0 2 6 0,-2-2-2 15,-2 3 1-15,2 0 0 0,-2-3 1 0,2 3 0 16,-1-3-5-16,1 1 0 0,-4 0-3 16,3-2-1-16,-3 3-1 0,0-4-1 0,0 2 1 15,1 0 1-15,0-2-2 0,0 0-1 16,-2 0-2-16,0-2 0 0,4 0-3 0,-2 2 0 0,-1-2 2 15,1-1 2-15,0 1 4 0,0-2 2 0,-1 4 3 16,1-2 2-16,0-1 2 0,-2 0-1 0,-1 2 3 16,1-4-2-16,0 2 2 0,0 0-4 0,1-2 4 31,-1 1-3-31,-2 0-5 0,-2-1 1 0,1 0-2 16,0 1 0-16,-2 0-4 0,1-2-2 15,3 1-1-15,-1 1 0 0,1-1-3 0,-1 1-3 16,0 2 4-16,0-4 5 0,2 5 1 0,-1-3 2 15,1 2 2-15,0-2 6 0,-2 3-1 0,2-2 0 16,2 0-2-16,-4 2 2 0,2-2-2 0,2 0 1 16,-3-2-2-16,0 2 0 0,-1-3-2 0,2 2-4 15,-1-2 0-15,-1-1-4 0,3 2 1 0,-4-3 0 16,2 2 2-16,1-1-4 0,2-1 0 16,-2 1 0-16,-2 1-1 0,4-1 3 0,-3 2 1 15,0-3 10-15,1 2 0 0,-2 0 3 0,1-1 0 0,-1 5 2 16,-2-4-4-16,3 1 0 0,-2-1-1 15,-2 2-3-15,-2-2 1 0,-1 0 0 0,0 2-6 16,-1-2-5-16,-2 0 0 16,3 1 1-16,-1-1-2 0,-2 2-4 15,2-2 4-15,-2 1 2 0,2-2 2 16,-3 1 4-16,2 0 7 0,-2 0 1 0,1 0 0 16,-1 0 1-16,0-2-3 0,0 4-4 0,-1-2 1 15,-2 0-6-15,-2 0 1 0,3 0-1 16,-3 4-4-16,1-1-3 0,0 0-4 0,-1 2 7 15,0-1 4-15,3 2 3 0,-3 0 5 0,2 0 4 16,-1 2 3-16,-1-2-4 0,1 0-4 0,-1 0 1 16,0 0-2-16,0 0 0 0,1 0-2 0,-1 0-1 15,1-2-1-15,0 0-6 0,3 1-4 0,0-2-2 16,-1 0 4-16,5 0 0 0,-2-1-3 16,3-1 10-16,-1-1 3 0,4 0 5 0,-1 0 2 15,2 0 2-15,1 0 4 16,1 0-1-16,3-1 2 0,-1 0 0 0,2-1-5 15,-1 0 2-15,4 1-4 0,-1-1-3 0,1-1-4 0,1 0-4 0,2 1-1 16,2 0-2-16,2-2 4 0,-3 2-2 0,5-2 2 16,-1 2 2-1,2 0 4-15,4 1 2 0,-3-1 6 16,3 2-4-16,1-1 6 0,0 1 2 0,1 4 7 16,5-4 2-16,-3 4-4 0,3-2 6 15,1 1-5-15,2 1-1 0,-2 1-8 0,2-2-2 16,1 1-1-16,0 1-5 0,0 1 2 0,4-1-1 15,-4 1-2-15,2-2-4 0,-3 2-4 0,3 0 8 16,-2-1-4-16,0 1-2 0,-2 0 0 0,3-2 3 16,-5 2 6-16,0-1 5 0,1 1 9 0,-2 0 8 15,2-2 1-15,-4 2 4 0,2-1-6 16,-2 1-6-16,1 0-9 0,0 0-3 0,0 0 0 16,1 0-7-16,0 0-1 0,0 1 2 0,4-1 3 0,-2 2-5 15,-1-2 4-15,2 1 3 0,2-1-3 0,-1 2-3 16,1-2-6-16,-1 0 3 0,3 1-8 15,-2-1-3-15,0 2 0 0,0-2-13 0,2 1-10 0,0-1-15 16,-3 1-13-16,4 1-28 16,-1-2-67-16,2 0-91 15,-3 0-124-15,1 0-193 0,2 0-274 0,-3 0-214 16,0 0-41-16,-2-2 232 0,-1 1 366 16</inkml:trace>
  <inkml:trace contextRef="#ctx0" brushRef="#br2" timeOffset="183644.55">17946 5348 190 0,'0'5'407'0,"0"1"167"0,0-4 108 16,0 2-227-16,0-2-145 0,0 1-50 0,0-1-8 0,0-1 9 15,0-1 2-15,2 1-9 0,-2-2-16 0,3 0-27 16,-1-6-31-16,3 1-21 0,1-7-10 15,2-1-6-15,-2-2-11 0,4-3-16 0,-1-1-20 16,4-1-18-16,-2 0-21 0,1 1-13 16,0 2-13-16,-3 2-13 0,-1 1-7 0,1 3-5 0,-2 5-4 15,-1-1 0 1,-1 5-2-16,1 3 4 0,-1 3 5 16,1 3 3-16,1 3 1 0,-1 3-3 0,2 3 3 15,-4 2-9-15,1 3-6 0,0 0-3 16,2 2-2-16,-3 2 6 0,2-1-3 0,1-1 3 0,-2 1 2 15,1-2 1-15,0-2-4 16,0-1-8-16,1-3-29 0,-1-4-54 0,1-2-86 0,-1-5-105 16,2-4-114-16,-4-2-132 0,4-5-164 0,0-4-183 15,2-1-30-15,-4-2 142 0,0-3 238 0,2 1 231 16</inkml:trace>
  <inkml:trace contextRef="#ctx0" brushRef="#br2" timeOffset="183877.13">18343 5266 140 0,'8'5'331'0,"0"2"146"16,0 4 92-16,1 3-135 0,0-1-97 15,0 3-35-15,0 3-10 0,3-3-10 0,-3 2-6 0,4-2-29 0,-2-1-38 16,0 0-54-16,1-4-34 0,0-4 20 16,2-2 13-16,-3-5 28 0,2-5 10 0,-3-2 10 31,0-7-9-31,0-4-31 0,-3-3-32 0,-2-4-26 16,-2-1-6-16,-1 1 12 0,-2-2 22 0,-5 4 1 15,-1 1 0-15,-3 1-11 0,-3 3-19 0,-2 1-26 16,1 4-33-16,1 1-18 0,-4 3-14 0,5 3-8 15,-2 4-7-15,5 4-7 0,0 2-29 16,0 8-39-16,2 5-44 0,3 3-84 0,3 5-121 0,2 2-172 16,1 1-275-16,6 4-242 0,4 0-203 15,3 4 53-15,1-1 374 0</inkml:trace>
  <inkml:trace contextRef="#ctx0" brushRef="#br2" timeOffset="193186.49">27689 5048 125 0,'0'-2'350'16,"-1"-2"171"-16,-2 2 144 0,3 0-147 16,-2-1-127-16,0 3-55 0,2-1-22 15,0 1 6-15,0-2 11 0,0 2-14 16,0 0-21-16,0 2-45 0,0-1-46 0,0 0-38 0,0 4-34 16,0 1-30-16,-1 3-21 0,1 3-14 15,0 4-5-15,-2 1-18 0,0 4-18 0,2 4-11 16,0 3-7-16,0 3 0 0,0 2-2 0,0 4 6 15,0 0-2-15,0 2 3 0,-3 0-2 0,2-2 0 16,1-1-4-16,-3-2-4 0,1-3-2 16,2-4-2-16,0-6 1 0,2-1-9 0,-2-7-11 0,3-1-25 31,-3-3-46-31,-3-5-79 0,0-4-97 0,0-3-96 16,-1-4-106-16,0-4-101 0,-1 1-95 0,-2-5-80 15,1-1-27-15,-2 0 97 0,0-2 179 16,0 1 187-16</inkml:trace>
  <inkml:trace contextRef="#ctx0" brushRef="#br2" timeOffset="193418.45">27531 5310 70 0,'-1'-1'278'0,"1"1"142"0,-2 1 114 16,0 3-113-16,4 4-118 0,0 2-60 0,-1 2-24 0,2 3 10 0,4 4 35 16,-2 1 19-16,4 3 24 0,-3-1 6 15,4 2-10-15,1 0-30 0,-2 0-48 0,3-1-46 16,0-4-50-16,1-3-42 0,1 0-32 0,-1-6-14 15,1-2 2-15,2-5 3 0,2-4 3 0,-2-4-2 16,2-4-3-16,-2-7-8 0,1 0-17 0,-1-2-10 16,-1-4-6-16,-2-1-5 0,1 1-13 0,-6 1-42 15,-1 0-87-15,-2 0-124 0,-5 3-174 16,-4 1-286 0,0 4-245-16,-5 0-117 0,0 5 148 0,0 0 353 15</inkml:trace>
  <inkml:trace contextRef="#ctx0" brushRef="#br2" timeOffset="194552.25">22954 2745 108 0,'2'6'339'0,"-2"0"150"0,0 0 116 16,0 2-148-16,0 2-175 0,-2 3-91 0,2-3-40 16,0 6-17-16,-1 0-8 0,-1 0-8 0,-1 3-28 0,-1 0-30 15,1 4-26-15,0-1-20 0,-2 0-14 0,-1 3-2 16,3 0 2-16,-2 0-9 0,0 3-35 0,-1-3-68 16,1 3-140-16,-2-2-243 0,2-1-144 0,2-1-25 15,-1-5 116-15,3-5 195 0</inkml:trace>
  <inkml:trace contextRef="#ctx0" brushRef="#br2" timeOffset="194735.56">23224 2854 140 0,'-9'24'328'0,"-2"5"126"0,0 2 99 15,1 2-205-15,-1 6-155 0,2 2-95 0,1 2-90 0,-2 4-177 16,1 1-207-16,2 1-96 0,-1 2-1 0,2 0 87 16</inkml:trace>
  <inkml:trace contextRef="#ctx0" brushRef="#br2" timeOffset="-192454.02">19673 9549 235 0,'0'0'395'0,"0"2"149"0,0 0 13 0,0 0-150 16,-2 0-96-16,2 3-43 0,-3 0-11 0,3 2 13 15,-1-1 15 1,1 3 9-16,0 3-6 0,0 2-5 0,0 2-17 16,1 2-28-16,2 5-32 0,1 1-31 15,-1 6-22-15,0 2-26 0,0 3 5 0,1 4 22 16,-1 3 21-16,0 3 4 0,1 4-1 0,-4 2-5 15,0 6-25-15,0 4-34 0,-1 3-28 0,-4 3-15 16,1 2-11-16,0 6-7 0,-1 4-5 0,-1 0-2 16,0 5-5-16,0 5-2 0,-1 2-4 15,-1 3-7-15,2 3 1 0,-2 1-5 0,2 1-1 16,-1 2-4-16,1 1-2 0,0-1-1 0,-2 4-7 0,3-2-1 16,2 0-1-16,-2-3-2 0,4 0 0 15,-3 0 0-15,3 0-2 0,-1-3-2 0,1 0-2 16,-1-1 1-16,0-4 0 0,2-2 0 0,2-2 2 15,0-4-2-15,-1-8 4 0,2-6-4 0,1-6-2 16,-1-8-2-16,2-8 0 0,-1-6-3 0,2-7-12 16,-2-7-11-16,0-6-29 0,0-3-55 0,-3-4-56 15,2-3-70-15,-3-7-123 0,0-3-184 0,-4-5-285 32,0-5-234-32,-2-8-221 0,-5-2-52 0,2-7 390 15,-3-5 512-15</inkml:trace>
  <inkml:trace contextRef="#ctx0" brushRef="#br2" timeOffset="-191752.78">19473 9690 232 0,'0'-5'471'0,"1"-1"227"0,-1-1 170 16,2-1-139-16,2-2-116 0,-1-2-76 15,0-2-64-15,4-1-57 0,-1-3-51 0,4-1-48 16,1-2-46-16,2-2-39 0,-1-2-33 0,1-1-26 16,0-1-37-16,2-1-39 0,-2 1-33 0,4-2-19 15,-2 3-12-15,0 0-10 0,-2 2-7 16,3 1-7-16,-3 3-3 0,-1 2-2 0,-1 5-1 16,-3 1 0-16,3 3-1 0,-1 4-1 0,-4 5 3 0,0 2 0 15,2 3 2-15,-3 8-2 0,0 1-1 16,-1 2 0-16,0 5-10 0,-3 1-52 0,1 3-65 15,-1 1-111-15,-1 4-185 0,0 2-300 0,0 3-329 16,-1 1-261 0,-1 1-144-16,1 4 342 0,-1 1 599 0</inkml:trace>
  <inkml:trace contextRef="#ctx0" brushRef="#br2" timeOffset="-190235.29">19328 13309 13 0,'3'-4'330'0,"-3"-1"215"16,0 1 164-16,0-1 58 0,2-2-337 16,3 0-192-16,-2 0-83 0,2 1-18 0,1-3-4 15,0 1 19-15,2 1 23 0,0 0 19 0,2 1 15 16,1 0-2-16,0 1 7 0,0 1-12 0,3 0 0 15,1-1-23-15,2 2-30 0,2 1-19 16,-2-1-28-16,5 3-25 0,0 0-14 0,2 0-16 16,3 2-9-16,3 1 8 0,0 0 19 0,4 0 16 15,2 0-3-15,1 2 5 0,3-3 20 0,0 3 1 16,2-1-16 0,3 1-9-16,2-2-6 0,2 1-3 15,3 0-17-15,2 0-11 0,0-2-7 0,5 2-5 16,-3-2-6-16,3 0-5 0,1 0-1 0,0-1-4 15,2 0 4-15,-1-1 3 0,2 2 6 16,-1-2 4-16,5 3-1 0,-1-3-3 0,3 0-4 0,1-3-4 16,-2 3-5-16,2 0-7 0,1-2-5 15,-3 2-1-15,1 0 1 0,1 0-1 0,-1 2 2 16,1-2 0-16,0 0 2 0,1 0-1 0,1 0-1 16,-2 0 1-16,3-2-2 0,-1 1-2 0,-2 1 0 15,1-3 0-15,0 3 0 0,1-2 1 0,-3 1 4 16,1 1 0-16,1 1 1 0,0 1 2 0,0 1-2 15,0-2-3-15,0 4-3 0,-2 1-2 0,-1 1 0 16,-1-1 1 0,0 1-1-16,-2 1 4 0,-1 0 1 0,1 1 0 0,0 0-1 0,0 1-1 15,3 0 2-15,-2-2-3 0,1-1-1 0,-1 0-1 16,1-1 1 0,-1 0 1-16,1 0-2 0,0-1 4 15,0-1 1-15,-1 0 1 0,1 0 0 0,1-2 1 16,1 2 3-16,1-2-2 0,1 3 0 0,-1-3-1 15,2 1 0-15,-2 0-1 0,1-2-2 0,-2 3-2 16,3-2 1-16,-4 2 1 0,1-2-1 0,4 0 3 16,-2 1-1-16,0-2-1 0,3 1-1 0,-1 1-1 15,0-2 0-15,-2 0 0 0,0 3-1 0,-3-3 2 16,2 1 0-16,-2-1 0 0,-3 1 0 0,1-1 1 16,1-1-1-16,1 0 0 0,-2 2-1 15,2-2 1-15,-5 0-1 0,0 0-2 0,1 0 1 16,-3 0 1-16,-1 0 1 0,0 1 0 0,-1-1 2 15,-2 2 1-15,-2-2-2 0,1 0 0 0,0 0-1 16,1 0-1-16,2 0-1 0,-2-2 2 0,-2 2 2 16,4 0-3-16,-4-1 1 0,2 1 2 0,0-2 4 15,-1 2 0-15,0-1 5 0,0-1 1 0,-1 2 2 32,0 0 0-32,0-1-2 0,-1 1 0 0,0 0-6 15,0-2-1-15,1 2-1 0,-6 2 0 0,2-2-3 16,-5 0-1-16,1 1 1 0,-4-1-1 15,1 0 0-15,-3 0 0 0,-1-1-1 0,-1-1 0 16,-4-1 0-16,1-1 1 0,-3-1-1 0,1 1 1 16,-4 0 0-16,0-2 0 0,0-1 0 0,0 1-1 15,-3-5 1-15,-1 3-1 0,1-1 1 0,-3 0 1 16,2 0 0-16,-3-1-1 0,1 0 1 0,-5 1-2 16,1 0 0-16,-2 1 0 0,-2 1-1 0,-1 1 2 15,-4 2-1-15,1 1 2 0,-3-1-1 16,-3 2-1-16,1 0 0 0,-6 1-1 0,3 1-2 15,-4 0-1-15,-2 0-3 0,-1 0-10 0,-2 0-19 16,-2 0-47-16,-2-2-63 16,0 2-61-16,-4-2-98 0,-3-2-140 0,2 0-185 0,-3 1-258 0,0-2-216 15,0 1-172-15,0-1 99 0,-2-1 415 0</inkml:trace>
  <inkml:trace contextRef="#ctx0" brushRef="#br2" timeOffset="-189954.32">28286 13214 108 0,'2'-2'381'0,"0"0"205"0,1 1 152 16,4 1-69-16,1 0-155 15,1 0-70-15,7 0-23 0,3 0-16 0,-2 0-25 16,7 0-48-16,3 0-55 0,3-1-54 0,3 1-13 16,3 1-4-16,6-1 3 0,2 1-8 0,-1 1-16 15,1 2-24-15,-2 1-41 0,-2 1-36 16,1 3-31-16,-5 2-17 0,-1 6-7 0,-3-3-5 0,-4 5-2 15,-3 2-1-15,-4 2-2 0,-3 1-4 16,-4 1-4-16,-3 1-5 0,-5-1-1 0,-4 0-6 16,-5 0 0-16,-4 0-2 0,-5-1-31 0,-6-3-64 15,-5-1-59 1,-9-3-119-16,-6 0-181 0,-9-4-312 16,-9 0-294-16,-4-2-218 0,-6-1-106 0,-7-6 352 15,-9 1 547-15</inkml:trace>
  <inkml:trace contextRef="#ctx0" brushRef="#br2" timeOffset="-188320.11">18310 9113 195 0,'-3'-1'352'16,"2"0"145"-16,-1-1 17 0,2 0-92 0,-1 1-63 15,-1 1-10-15,2-1 24 16,-2-1 21-16,2 2 3 0,2 0-19 0,-2-2-46 16,0 2-51-16,0 0-58 0,0 0-46 0,0 0-42 15,0 0-35-15,0 0-21 16,0 0-11-16,0 0-10 0,0 0 3 0,0 0 21 0,0 0 26 0,0 0 24 15,2 0 12-15,-2 0 6 0,0 0-12 16,1 2-22-16,-1-2-29 0,0 0-25 0,0 0-19 16,0 0-17-16,0 0-8 0,2 0-5 0,-2 0-2 15,1 0-5-15,-1 0-1 0,0 0-3 0,3 2-3 32,-3-2-3-32,0 0-1 0,2 1 3 0,-1 0 2 15,2 3 4-15,-1-2 1 0,1 2-1 0,2-2 4 16,-2 3-1-16,1-5-4 0,-3 2-2 0,2 2 1 15,2-2 3-15,-4 1-2 0,2 0-2 16,-1-2 6-16,1 3 3 0,1-3 13 0,-1 2 4 16,0 0 2-16,0 0 1 0,0 0-1 0,2-1-3 15,-2 0-10-15,0 3-7 0,0-1 0 0,1 1 7 16,0-1 5-16,1 4 0 0,0-1 2 0,2 4 2 16,2 1 1-16,-1 1-9 0,0 2-2 0,2 3-4 15,0 0 0-15,1 3-3 0,3 2 0 16,-1-1-1-16,1 1 0 0,-1 1-1 0,2 0-1 0,-2-2-1 15,4 1 0-15,-4-3-1 0,1 2-3 16,1-4 0-16,-4-2 0 0,5-3-1 16,-7-1-1-16,4-1 2 0,-4-2 0 0,-1-1-1 0,0-4 1 15,-2 1 1-15,1-2 1 0,-3 0-1 0,1-2 3 16,-1 0 1-16,-3-1 1 0,2 2 2 0,0-2-1 31,-1 2 1-31,-1-2 0 0,-1 0 0 0,0 0-1 16,2 0-1-16,-2 0 0 0,0-2-1 0,0 2 0 15,1-2-1-15,-1 1 0 0,2 0-2 16,-2-2 1-16,0 1-2 0,2 1 2 0,-2 0-2 16,1-1-1-16,-1 0 1 0,0 1 0 0,2 1 1 15,-2-1-1-15,0 1-1 0,0 0 1 0,0 0-1 16,0-2 1-16,0 2 1 0,0 0-2 0,0 0 1 16,0 0 1-16,0 0 0 0,0 0 0 0,0 0-2 15,0 0 1-15,0 0 1 16,0 0 0-16,0-2-1 0,0 0 1 0,0 0 1 0,0-3 0 0,1-1 0 15,-1 0 0-15,0-1 1 0,2-3-2 16,-2 0-1-16,0 0 1 0,3-3-1 0,-3 0 0 16,2-4-1-16,0 3-1 0,-1-3 1 0,1-2 0 15,-1 0-1 1,4-1 1-16,-4-3 1 0,2 1-1 0,1-2 3 0,1 0 6 16,-4-2 3-16,4 2 3 15,0-3 0-15,1 2 3 0,-2-1-4 0,-2 2-5 16,3 0-3-16,-2 1-2 0,0 1-1 0,1 3 0 15,-1 2-1-15,-2-1 0 0,1 5-1 16,2 1 0-16,-4 3-1 0,0 1 0 0,2 2-1 16,0 2 0-16,-2 1-1 0,0 1 0 0,0-1-1 15,0 3-1-15,1 0 2 0,-1 3-3 0,0 3-10 16,2 1-22-16,-4 1-59 0,1 3-77 0,-1 2-163 16,0-1-280-16,2 6-315 0,-2-3-366 0,2 3-279 15,2 1 50-15,-2 1 703 0</inkml:trace>
  <inkml:trace contextRef="#ctx0" brushRef="#br2" timeOffset="-187054.81">29583 14024 148 0,'-1'-2'519'0,"-4"-4"291"0,-1 4 147 15,0-1-118-15,-1 0-247 0,1 2-165 16,-3-1-91-16,0 2-58 16,0 0-36-16,-2 0-39 0,1 3-45 0,-1-2-39 15,0 4-34-15,2-3-11 0,-2 5 14 16,0 1 26-16,3 0 27 0,0 0 7 0,-1 4 3 0,4 0-10 16,-2 1-28-16,6 5-22 0,-2-1-28 0,3 3-16 15,3 0-11-15,-2 2-7 0,6 0-3 16,-2 1-9-16,4-2-6 0,-1-2-4 0,1-1-4 15,4-3-2-15,-2-3 2 0,0-2-5 0,3-7 2 16,-2 0 3-16,1-7 0 0,0-3 2 16,0-7 1-16,-2-4 3 0,2-4-1 0,-3-7-3 0,2-2-1 15,-1-7-2-15,0-1-2 0,-2-3-2 0,-1-1 1 32,2-2 0-32,-2-1 0 0,-4 2 2 0,0 0 1 15,-3 1 2-15,-1 1-2 0,0 3 9 0,-1 4 10 16,-3 5 11-16,1 5 9 0,-2 4 3 15,1 4 1-15,-2 6-6 0,-2 6-9 0,0 5-12 0,-2 4-10 0,1 7-4 0,1 5-2 16,0 5-2 0,1 6 1-16,1 3 1 0,2 7-2 0,2 4 0 15,2 3 0-15,2 5 1 0,1 2-3 0,3 5 0 16,0-2-1-16,4 1-2 0,-1-4-1 16,4 0-22-16,0-3-64 0,1-4-68 0,0-4-107 0,2-5-178 15,-2-4-311-15,2-5-325 0,0-4-235 16,-2-2-125-16,0-4 300 0,-3-2 594 15</inkml:trace>
  <inkml:trace contextRef="#ctx0" brushRef="#br2" timeOffset="-177648.78">19825 13119 103 0,'-2'-5'278'0,"-1"0"124"0,-1 1 61 0,2-2-110 16,-1 2-99-16,0-1-58 0,3 2-29 15,-4-1-13-15,3 1-3 0,-1 0-12 0,2 1-1 16,0 0-14-16,0 2-8 16,0-1-20-16,0 1-23 0,0-1-18 0,0 1-18 0,0 0-12 0,2 1 32 31,-1 0 38-31,3 1 35 0,-1 1 19 0,0 0 10 15,3 2 25-15,-1-1-19 0,1 1-31 16,-1-1-26-16,3 2 7 0,1-2 1 0,-1 3-17 16,0-1-11-16,5 0 7 0,-4-1 4 0,1 1-24 15,2-2-9-15,0 0-9 0,0 1 3 0,2-1-11 16,-1-1-8-16,1 2-1 0,-1-3-3 0,3 3 0 16,-2-2-11-16,2 0-7 0,-2-2-4 15,3 3-3-15,-2-3-1 0,2 0-1 0,-1 4-1 16,1-5-1-16,-1 0-1 0,1 2 2 0,1-2 5 15,1 0 2-15,1 0 4 0,0 0-6 0,-2 0 2 16,3-2-4-16,-2 2-2 16,0 0-3-16,-2 0-4 0,4 0 3 0,-2 0-4 0,-2 0-1 0,0 0-1 15,1 0 0-15,1 2-1 0,0-2 0 0,-2 0 0 16,2 3 0-16,-1-2-4 0,1 1 0 16,-1-1 1-16,-2 3 0 0,3-3 1 0,-1 0 2 15,1 1-2-15,-3 1-4 0,2-2 0 0,0 1 1 16,-2-2-2-1,1 2 2-15,-1-1 6 0,0-1 3 16,0 1 2-16,-1-1-1 0,0 0 2 0,0 0-1 16,-2 0-1-16,4 0-4 0,-4 0 4 0,3 0-1 15,-2 0-3-15,2 0 0 0,-3 0 0 0,1 0 2 16,2 0-4-16,-4 0 2 0,4 0 3 0,-2 0 0 16,2 0 1-16,-1 0 0 0,2 0 2 15,-1 0-2-15,3 0-2 0,-2 0-2 0,-1 0 1 16,2 0-1-16,-1 0 1 0,0 0-2 0,0 0-2 15,1-1 3-15,-4 1-3 0,3-1 0 0,-1 1-1 16,2-2 1-16,-4 2 3 0,2-2 0 0,-2 1 1 16,2 0 2-16,-4-1-3 0,2 2 2 0,-1-2-2 15,3 1-2-15,-2 0 1 0,0-1-1 16,1 0-1-16,-1 1 1 16,0-1 1-16,3 1-3 0,-4 1 1 0,4-3-2 0,-1 3 0 0,2-2-2 15,-4 2 3-15,3 0 0 0,-1 0 0 0,1-3 3 16,0 1 4-1,1 2-2-15,3-1 3 0,-4 0 0 16,4-1 1-16,-2-1-1 0,3 0 1 0,-2 1 1 16,4 0-1-16,-1-2 0 0,-2 2-2 0,3-1 0 15,0 0 0-15,-2 1-3 0,3-1-1 0,1 2 0 16,0-3 0-16,0 3 0 0,-4 0-3 0,3 1 3 16,-1-2 1-16,-1 2 1 0,2 0 2 15,-3 0-4-15,1 2 2 0,2-2 1 0,1 0-2 16,-4 1-5-16,3-1 0 0,1 0-1 0,0 0-2 15,0 0-4-15,-2 0 1 0,3-1 6 0,-2 1-2 16,0 0 7-16,0-2 3 16,0 1 3-16,-1-1 1 0,3 2-1 0,-2-1 2 0,2 0-1 0,-2-1-7 15,2 0 2-15,2 1-2 0,-4 0 2 16,2-1-2-16,0 2 0 0,1-2 2 0,-1 1 0 16,2 0 0-16,-4 1-3 0,1 0 2 0,-3-2-3 15,2 2 0-15,2 0-2 0,-3 0 1 0,-2 0 2 31,4 2-2-31,-3-2 1 0,2 0-1 0,1 1 1 16,-4-1-1-16,2 0-2 0,-1 1-1 0,1 1-3 16,-2 0 2-16,0-1 4 0,0-1 5 0,0 1 1 15,-1 1 0-15,1 0 7 0,0-2 0 16,-1 1-2-16,3 0-4 0,-2 1-2 0,0-1 2 16,-1 1-2-16,1-1-4 0,1 0 0 0,-2 3 6 15,3-4 0-15,-2 1 0 0,1 1 1 0,-2-1 2 16,3 2 0-16,-1-1-4 0,-2-1 0 0,3 1-2 15,-4-1-1-15,2 0 0 0,-1-1-4 0,0 2-1 16,-1-2-2-16,-1 0 2 0,2 0 0 0,-3 0 0 16,2 0 4-16,2-2 2 0,-2 2 1 0,-1-1-1 15,3 1-2-15,0-1-4 0,-2-2-2 16,2 1-4-16,0-1 3 0,-3 2 1 16,3-2 2-16,-2 1 5 0,1-1 2 0,0 0 3 0,0 0 0 15,0 1-4-15,0-3 0 0,1 0-1 0,-3 3 2 31,3-5 0-31,0 3 0 0,0 2 3 0,-1-4 2 16,3 1-6-16,-3 1 1 0,0 0-3 0,5-1 1 16,-4-1-2-16,1 0-1 0,1 0 4 0,-2 0-1 15,2 2 1-15,-1-2-5 0,-2 0 4 16,3 0-3-16,-2-4-4 0,0 3-1 0,-1 0 1 16,-1-1-2-16,2-1 0 0,-1 0 6 0,0 0 4 15,-1-1 0-15,-1-1 3 0,2-1 0 0,-4 1-3 16,4 0 1-16,-3-3-2 0,2 1 1 0,-2-1 4 15,0-1 1-15,-1 0 0 0,0 2 0 0,1-2 1 16,-1 0 0-16,-1 2 0 16,2-1 1-16,-2 0 4 0,-1 1-1 0,1-4-3 0,1 3 1 0,1-2-5 15,-2-1 3-15,1 2-5 0,-1-4 3 0,0-2 0 16,0 0-1-16,-1 1-2 0,0-5 0 0,-1 3 1 16,-2-4-4-16,1 3 9 0,1-2 29 15,-2 2 15 1,0-2 27-16,-2 1 23 0,-1 0 7 15,2 3-6-15,-1-3-22 0,-2 2-12 0,-2-1-26 16,3 0-17-16,-2 1-7 0,1 1-2 0,-2-1-6 16,2 1 0-16,-2-1-3 0,0-1-3 0,-1 3-2 15,3-1-4-15,-2 2 4 0,1-3-2 0,1 3 3 16,-3 0-4-16,2-1 5 0,-1 1-2 0,-1-1-5 16,3 1 1-16,-1-1 1 0,-1-2 0 15,2 4 0-15,-3-1 0 0,1-1 0 0,0 0 4 16,2 1-3-16,-2 1 2 0,1 0-2 0,-2 0 2 15,1 0 2-15,0 1-4 0,0-1-5 0,-1 1 1 16,2-2 0-16,-3 1-2 0,4 0 0 0,-2-1 4 0,-1 1 4 16,2-2 2-16,-3 2-3 0,1-1 0 15,3-1-1-15,-2 1-3 0,1-1-1 0,-2 3 1 16,-1-3 4-16,4 0 1 16,-3 2 0-16,1 1-2 0,1-2 1 0,-3 3 0 15,2-2-2-15,1 2 0 0,-1 0 0 0,-1 0 3 0,1 2-1 0,0-1-2 31,2 1 0-31,-1-1 0 0,-2 2-1 16,4 0-3-16,-3 1 2 0,2-2 4 0,0 2-2 16,1-2 0-16,-1 1 0 0,0 0 1 0,2-1-1 15,1 1-4-15,-2-2 2 0,1 1 0 0,1 0 4 16,0 1-4-16,0 0 3 0,0-1 0 0,0 0-1 16,2 2 0-16,-2 1 2 0,0 0 1 0,1 0-2 15,0-1-1-15,1 3 4 0,-3-1-2 0,2 1-1 16,2 0-3-16,-5 2 2 0,2-2 0 15,2 1-2-15,-2 1 1 0,0 0-1 0,2 2 1 0,-2-3 0 16,1 3 0 0,0-2 0-16,-1 2-1 0,3-1-2 0,-3 1 1 0,3 0-2 0,-1-1 3 15,2 0 1-15,-2 1 1 0,3-1 1 0,-2-3 0 16,2 3 1-16,1 2 0 0,-2-3-1 16,1 2 0-16,-2-2 2 0,2 2 0 0,-2 1-2 0,2-1 4 31,-2 1-2-31,2 1-1 0,-4 0-4 0,2 0 2 15,-1 0-3-15,1 2 0 0,-1-1-2 16,1 0 2-16,-3 1 3 0,2 1 0 0,-1-1 2 16,1 1 2-16,1 0 0 0,-2 1 1 0,0-1-1 15,1 1-2-15,0-1 2 0,-4 2-4 0,5 0-1 16,-4 0-1-16,2 0 0 0,-1 1 1 0,1 0 1 16,-2 0 22-16,0 1 14 0,0 1 8 0,0-1-1 15,2 1 2-15,-3 1-2 0,4-2-20 16,-4 2-10-16,1-1-8 0,1 2-3 0,-2 1-1 0,3-2 0 15,0 0 2-15,-1 1 1 0,0-1-1 16,0 2 0-16,1-1 0 0,-2-1-1 0,1 3 1 16,1-2-2-16,-2 2 0 0,2-2-1 0,-1 2 2 15,0-2 2-15,0 2-4 0,0 0 3 0,-2 0-1 16,3 3 0-16,-2-4-1 16,-2 1-1-16,4 1 0 0,-4-1-1 0,2 0 2 15,0 0 0-15,0 0 0 16,-1 0 3-16,0 2-1 0,0-2 0 0,1 0 0 15,0 0 0-15,-2 1-1 0,3-1-1 0,-3 0-1 16,1 2 1-16,-1-2 1 0,3 2 0 16,-1-1 3-16,-2-1 2 0,1 1-2 0,-1 0-1 15,0 1 0-15,2-1-1 0,-1 3-3 0,-3-3-2 16,2 3 4-16,0-2 4 0,0 1 5 0,0 0 8 16,0 1 2-16,1 1 0 0,-3-1-2 0,2-2-2 15,1 3-6-15,0-2-4 0,-1 1-2 0,-2-1-1 16,2 2 0-16,1-3 0 0,-1 2 0 0,0-1-1 15,0 1-2-15,0-1 2 0,-2 2 0 16,2-3-2-16,-1 3 2 0,2-1-1 16,-3 0 1-16,2 0-3 0,0 1 0 0,0-2 2 0,0 1-1 15,-2 1 8-15,3-1 6 0,-2 1 3 0,-1 0 3 16,1 0-2-16,-1 0 2 0,2 1-7 0,0 0-5 16,-2-2-2-1,2 1-3-15,-1-2-2 0,2 1-2 0,-1-1 1 0,-2 1-1 0,2-2-1 16,1 1 1-1,0 0 1-15,-1-2 1 0,-2 3-2 0,3-3 2 16,-2 1 0-16,1-2 0 0,-2 1 0 0,2 0-2 16,0 0-1-16,-4 1 1 0,3-3 1 15,-1 3-1-15,3-1 0 0,-4 0 0 0,3 1 1 16,-1-1-1-16,0 2 0 0,1 1 2 0,-1-1-1 16,1 1 1-16,-1 1 0 0,0-1 0 0,1 2-1 15,-2-1 1-15,2-1-2 0,0 2 0 0,0-1 1 16,0-1 0-16,1 2 0 0,1-1 0 0,-2-1 0 15,1 1 0-15,0-1 0 0,3 1 0 0,-4-1-1 16,2 1 0-16,0-1 3 0,0 1-2 0,0-1 2 16,0 1-3-16,1 1 3 0,0-4-2 15,0 3 0-15,2 1 0 0,0-1 0 0,-2-1 0 16,3 2 1-16,-1-1-1 0,1-1 1 16,-3 0-1-16,2 1 0 0,1 0 1 0,-1 1-2 0,0-2 1 31,0 0 2-31,1 0-1 0,1 4 0 0,0-3 0 15,0 1 0-15,0 0 0 0,1-1-1 0,2 4 3 16,-2-4-2-16,2 3 1 0,2 1 0 0,0 1 0 16,0-3 1-16,1 3-3 0,1 0 0 15,0-2-1-15,2 1 2 0,-2-1-2 0,2 1 0 16,0-3 1-16,-2 2 0 0,0-4 0 0,0 0-1 16,-2 0 0-16,0-1 0 0,0 2-1 0,1 2 0 15,-5-3 0-15,1 1-6 0,-1 3-17 0,-2-2-43 16,-5 3-74-16,0 2-110 0,-5 0-198 15,2 2-298-15,-4 2-328 0,-4 1-317 0,-4 1-140 16,0 2 339-16,-5 0 663 0</inkml:trace>
  <inkml:trace contextRef="#ctx0" brushRef="#br2" timeOffset="-175576.88">26366 9472 261 0,'0'-6'509'0,"2"3"231"0,-2-2 91 16,0 4-162-16,0 0-132 0,0-2-88 16,1 3-61-16,-1 0-50 0,0 0-58 0,2 0-57 15,-2 0-50-15,0 1-40 16,1 2-37-16,-1 3-24 0,0 2-15 0,2 3-9 0,0 6-9 16,-1 0 0-16,2 5 19 0,0 2 4 0,-1 5 8 15,1 2-4-15,0 2 0 0,0 2-15 0,1 1-25 16,-1 1-12-16,2-1-9 0,-4 3-2 0,4-3-1 15,-2 0 5-15,-2 0 0 0,3-4-1 0,-3-1 1 16,1-3-2-16,-1-2-3 16,3-5-3-16,-4-1 4 15,1-5-6-15,-1-3-22 0,0-2-26 0,0-4-31 16,-1-3-66-16,-3-4-113 0,1-7-130 0,-2-1-155 16,2-3-269-16,-3-4-237 0,2-1-102 0,-1-1 188 15,0-2 361-15</inkml:trace>
  <inkml:trace contextRef="#ctx0" brushRef="#br2" timeOffset="-175343.1">26364 9867 183 0,'2'7'449'15,"-2"1"233"-15,2 3 193 0,-1 3-121 0,1 3-128 0,3 1-96 16,-4 2-75-16,7 3-66 0,-3-1-78 16,-1 3-67-16,3-1-56 0,2 0-41 0,-1 0-28 15,2-2-24-15,-1-2-17 0,4-3-22 16,-2-4-24-16,1 2-17 0,3-7-5 0,0-4 0 0,0-6 4 15,4-4-5-15,-3-7-3 0,2-6 4 0,2-3-5 16,-2-5-5-16,1-3-4 0,-3-3 0 0,1 0-22 16,-2 0-51-16,-3 3-129 0,-4 1-210 0,-3 3-285 31,-3 2-294-31,-2 5-256 0,-3 3-77 0,-2 4 420 16</inkml:trace>
  <inkml:trace contextRef="#ctx0" brushRef="#br2" timeOffset="-173876.49">26486 11012 182 0,'2'-3'540'0,"-2"2"323"0,0 0 184 0,0 0-166 0,0 1-231 16,0 0-172-16,0 0-132 16,0 0-96-16,-3 1-71 0,1 0-60 0,-1 3-47 15,-1 3-32-15,0 0-18 0,-2 4-9 0,-1 3-12 16,1 2-17-16,-2 4-64 0,-1 2-112 0,-3 3-153 15,3 3-296-15,-3 4-267 0,0 2-229 0,3 4-1 32,-5 3 324-32,2-1 413 0</inkml:trace>
  <inkml:trace contextRef="#ctx0" brushRef="#br2" timeOffset="-173510.66">26516 11995 87 0,'-1'36'308'0,"-3"5"148"0,-1 1 113 0,1 2-124 16,-5 0-188-16,4 2-102 0,-2 1-64 15,1-1-35-15,3 0-23 0,-3-1-16 0,4 0-20 16,2-2-23-16,2-1-16 0,-1 0-16 0,4-1-20 16,-1-2-4-16,1-1-9 0,2-1 5 0,1-1 1 15,2 0-5-15,0-1 2 0,1 2-4 0,2 0 12 16,-2 0 7-16,0-2 12 0,3 1 21 15,-3-1 13-15,3-2 16 0,-2-1 5 0,2 2 4 0,-5-4 4 16,3-2 9-16,-2 1 12 0,-2-4 9 16,0-1 16-16,-1-1 10 0,-1 0 10 0,-2-4 10 31,0-3 6-31,-4 1 2 0,1-2 2 0,-1-3-1 16,-1-2-7-16,1-1-9 0,-4-1-18 0,4-2-10 15,-1-2-14-15,-1 0-7 0,1 3-9 0,-4-4-5 16,4 1-4-16,-1 0-10 0,1 0-10 0,-1 0-21 15,0 1-19-15,1-1-40 0,1-1-54 16,-2 2-105-16,1-1-155 0,1 1-39 0,-4-2 46 16,4-1 101-16</inkml:trace>
  <inkml:trace contextRef="#ctx0" brushRef="#br2" timeOffset="-172860.5">26654 13389 218 0,'-2'-21'385'0,"1"0"164"0,-2 0 60 16,-1 1-105-16,1 1-46 0,0 2 6 0,1 4 27 0,-1 1-11 16,1 1-47-16,-1 5-70 0,2 1-81 0,-4 5-83 15,1 4-64-15,0 0-44 0,1 6-19 0,0 6 1 16,0 2 2-16,-1 4 19 0,3 3 13 16,-2 5 0-16,-2 1-7 0,4 2-8 0,1 1-14 0,-4 0-20 15,4 1-19-15,0-2-12 0,0-1-9 16,0-4-9-16,4-1-6 0,-4-8-1 0,1-4-4 0,4-4 0 15,-2-5 1-15,-2-6 5 0,3-7 1 16,-3-7 1 0,-1-7-1-16,0-7 1 0,2-5 10 0,-2-7 4 15,1-1 10-15,-1-3 5 0,0-2 11 16,2 3 6-16,-2 4 1 0,2 2 0 0,-2 6 7 16,0 5 10-16,0 5 4 0,0 5-3 0,-2 4-6 15,0 7-9-15,2 8-13 0,-3 5-15 16,2 9-12-16,-1 8-7 0,-1 6-4 0,0 8-1 0,-3 4-3 15,2 4-1-15,1 4-1 0,0 1-1 16,0-2 1-16,1 1 0 0,2 0 2 0,0-3-1 16,0-4 1-16,3-7-1 0,-1-4-3 0,1-9 2 15,0-5-2-15,2-8 0 0,1-8 1 0,-1-7 0 16,-2-12 1-16,0-7-1 0,2-10 2 0,-1-9 0 16,0-6 2-16,2-7 2 0,1-1 0 0,1-3-1 15,0 2 1-15,-1 4-1 0,0 6-1 0,1 6-1 16,-3 7 2-16,-4 7-1 0,1 8 0 15,-2 9-2-15,-3 10-1 0,-2 9-17 0,-3 11-51 16,0 10-77-16,-6 7-115 0,-1 7-190 0,0 6-306 16,0 2-335-16,0 2-300 0,2 3-119 0,-3 1 348 31,2 2 634-31</inkml:trace>
  <inkml:trace contextRef="#ctx0" brushRef="#br2" timeOffset="-170693.49">26360 9979 212 0,'0'0'388'16,"-2"0"164"-16,0 0 49 0,2 0-122 0,0 0-110 0,-1 0-50 0,-1 0 0 15,1-1 6-15,-3 1-2 0,2 0-22 0,0 0-18 16,0 0-30-16,-1-2-43 0,0 1-47 0,0 0-37 16,0-3-30-16,-1 2-23 0,1-2-15 0,0 2-10 31,0-2-4-31,-2 3-7 0,2-2-3 0,2 0-3 16,-1 3-7-16,0-2-6 0,1 2-3 0,1 0-8 15,0 0 0-15,0-3-5 0,0 3 0 16,0 0 0-16,0 0-1 0,0 0 2 0,0 0-2 15,0 3-2-15,0-3 0 0,0 0 1 0,0 0-2 16,0 0-1-16,1 2 3 0,3 1 4 0,-3 1-2 16,4 0-1-16,1 4 1 0,-1 0 2 0,0 1-2 15,3 1 3-15,-2 2-2 0,3 3 2 0,-1-2-1 16,2 1 1-16,2 3 0 0,-2-3-4 0,3 3 0 0,-1-2 0 16,-1 0-1-16,3-1-1 15,1-1-1-15,-1-1-1 0,-1-1-4 0,-1-3 1 16,2 0 2-16,-1-3 2 0,3-2 0 0,-3-2-2 15,1-2 3-15,-2-2 7 0,1-4 1 0,1-3 1 16,-1-2 1 0,-1-2-1-16,1-2 4 0,-3 0-9 0,1-2-2 15,-2-2-1-15,-1 1-1 0,1 0 5 16,-2 0 10-16,-2 2 17 0,0 3 17 0,-2 0 31 16,-2 3 26-16,1-1 15 0,-2 4 2 0,-2-2-6 15,1 3-11-15,-2 1-26 0,-2 0-20 0,-2 2-16 16,-2-1-6-16,-2 2-6 0,0 2-6 0,-6 1 1 15,0 0-1-15,0 1-2 0,0 1-3 0,-4 1 0 16,2 0 4-16,2 0-2 0,-4 1 0 0,5-1 2 16,1 2-3-16,0-3-4 0,1 2-4 15,5 0 0-15,-1-1-1 0,1-1-4 0,2-2-1 16,4 3-3-16,-2-3-1 0,4 1-3 0,-2-1 0 0,1 0-3 16,-1 0 1-16,3 0-1 0,0 0-1 15,-1-1 0-15,1-2 0 0,0 1 0 0,0-3 0 16,1-1 3-16,-1 0 3 0,0 2 0 0,0-2 0 15,0 3-2-15,0 0 2 0,0 0-2 0,0 2-3 16,0-1 0-16,3 2 1 0,-1 3-1 0,1 0 3 31,0 3 0-31,0 2 0 0,2 0 3 0,-2 3 0 16,4-1-1-16,-3 0-3 0,1-1 2 0,0 0 2 16,-4-2-4-16,4-1 1 0,-3-1 0 0,-1-1 3 15,1-1-1-15,0-2 3 0,-2 3 0 16,-2-4 1-16,-1 0 0 0,-1-2-2 0,-2 0-2 15,0 0-1-15,-3-2 0 0,-1 2 0 0,0-2-1 16,3 2 0-16,-1 0 0 0,0 1 0 0,3-1 0 16,0 2 0-16,1 0-1 0,2 2-2 15,0 1-1-15,4 3-4 0,0 2-24 0,2 3-69 16,1-1-80-16,0 5-159 0,3-4-287 0,0 3-317 16,1-2-328-16,-1 1-187 0,-2-3 137 0,1 1 628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069D0A-0DD8-166D-DA51-B5B45414F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34B8DE-E3B8-279F-E937-2737EB101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010BB38-3DBA-CC88-700D-2B37BB275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2190C42-391F-1DFD-A0C7-C3A55541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D53FE03-EA75-1676-9390-1E649745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6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F33EDA-1AB2-ED84-6803-FD0DFD7A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0BD88CA-1245-3BC8-A844-A951A2603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78F4DE3-B2C6-CF71-BB8A-7B9FC1A4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2685B2E-771C-7EA5-6F9C-78211DB2F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8FBE431-15F1-3481-ADFA-1F4F4D5BF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3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7912BB-67D8-CF2B-9FF5-C1432547F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52BD71D-421E-0A32-F709-9DD816480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B9A96A0-5A04-EFBF-7A67-2C172820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488C6BD-C5E8-FDF6-18F1-5E11C675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654DBF5-72D9-B30F-4C6B-2E406DF61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56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58F8D4-EFB7-0F6B-C562-2AFDD608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FAE8380-5BBE-C912-7084-27298BBC0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89EB4B5-5578-2C49-3074-9438F24B8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4022A6-3301-4C14-1F56-486021412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AF5801A-3F48-37B9-CA83-E1406881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1834F8F-49C9-7BB9-429A-E3D00BB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93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F8285C-DFD7-7169-CC75-ACB43B5E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213B0CC-B7A2-39EA-8722-E2026CA7D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8E01761-B0B5-DE98-78B4-B603D234E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A921828-4C50-C7EC-D549-F12EF821D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2F14BF1-C023-4DB1-BBED-506659EF0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25B07B8E-BFD9-D9B0-20BE-AE90A09F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4EEBDBA-63F8-BA03-AF92-D870A4FD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0B939DF-E258-FF63-95F4-5EF99926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5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F55BE9-6049-8872-3232-ED45BEC2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A7BAF7C-0E1C-90B5-CD33-B4712ACE4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C5A0F1D-EAC5-B910-DF43-5B32336C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5A9E00E-CDBC-03BA-64FE-662C1F293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1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8373262-0460-3CC7-20BF-498501CD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2CDCA40-0FD2-D9E6-0E87-E3E7F453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C6DDD31-BA88-6601-E0A2-30968D5D4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192ABC-0EDC-BB4A-F5DF-4AABE93C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726E315-E6AB-B460-59B6-93E15B062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6143FD7-6B6D-4361-AE83-25F63CF3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2F26D3F-F28D-75F4-BDA7-35E320DEB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1829E9E-1967-32D8-0D31-14D6EFD57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22F2EA8-637D-D023-7CA0-6D66F557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2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A8BCD5-23D7-479C-4052-7C5AA466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EEFC671-A5B3-D106-2F10-E7B3F34F1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13708EB-672E-2648-C2DA-7DACE8D51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64EB157-D991-43DE-F80B-463E1A5AD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613C7C4-7D3E-A89E-FC61-93BBBD5A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B903021-BDBB-4548-5697-B56F7811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5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44AF0A-ACC0-D443-9361-F3AB20B4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7722087-C485-4313-906B-320ABB987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53B1585-BE6D-4DEC-67DE-9232EC05A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9D336E9-C942-4774-6606-CDFC8C3C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4ECF6D3-59DB-5B64-F7B5-EBB30AACB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7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D06F662-532B-4BAA-3A5B-245F00FEF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2ADCD96-CBC6-73E2-6039-712A19C44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913EBD3-9D67-9BF3-0354-9B8F27FB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DC09F83-64B6-E0EA-EFAE-5A7D67D7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08D541B-F687-3EEA-731E-22F21E1B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6B8A371-44DF-1387-86CC-D6542C849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CDC992F-EBEB-D3BC-CF5B-DD0C4A432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E4A4A1E-7D5D-BF6D-6CB8-42C397F53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22BA6-4FB6-48D7-8F0C-B9F7A1577099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29DD120-C132-E8B2-C3B3-7CDEBDD68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974DDD3-4061-BF25-C05C-66D581ACA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BA02C-F916-409F-B252-36A98D281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5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ustomXml" Target="../ink/ink5.xml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ED112CBD-D8D2-21F1-3E25-3B8848B02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7" y="0"/>
            <a:ext cx="4448796" cy="49536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74A4A305-2D07-7A16-AFA9-4A55B6A38F40}"/>
                  </a:ext>
                </a:extLst>
              </p14:cNvPr>
              <p14:cNvContentPartPr/>
              <p14:nvPr/>
            </p14:nvContentPartPr>
            <p14:xfrm>
              <a:off x="354960" y="182880"/>
              <a:ext cx="10909440" cy="6091200"/>
            </p14:xfrm>
          </p:contentPart>
        </mc:Choice>
        <mc:Fallback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74A4A305-2D07-7A16-AFA9-4A55B6A38F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5600" y="173520"/>
                <a:ext cx="10928160" cy="610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7680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105BF-FE6C-7E48-6C26-2AE746447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D8B08B45-931F-0437-5233-92449C0DE0DD}"/>
                  </a:ext>
                </a:extLst>
              </p14:cNvPr>
              <p14:cNvContentPartPr/>
              <p14:nvPr/>
            </p14:nvContentPartPr>
            <p14:xfrm>
              <a:off x="358920" y="134280"/>
              <a:ext cx="10346760" cy="5379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D8B08B45-931F-0437-5233-92449C0DE0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9560" y="124920"/>
                <a:ext cx="10365480" cy="539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9995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6E9B0-756A-EDB7-0229-F9DFE2F24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77054C8-FF2D-1729-E8F2-FFFECFF39ECB}"/>
                  </a:ext>
                </a:extLst>
              </p14:cNvPr>
              <p14:cNvContentPartPr/>
              <p14:nvPr/>
            </p14:nvContentPartPr>
            <p14:xfrm>
              <a:off x="459360" y="176400"/>
              <a:ext cx="11506680" cy="4731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77054C8-FF2D-1729-E8F2-FFFECFF39E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0000" y="167040"/>
                <a:ext cx="11525400" cy="475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781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DE3E7-97ED-CF49-CFCC-047A9E2D0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273C2A2-1BB7-50A5-C9CE-DA75A9925EA4}"/>
                  </a:ext>
                </a:extLst>
              </p14:cNvPr>
              <p14:cNvContentPartPr/>
              <p14:nvPr/>
            </p14:nvContentPartPr>
            <p14:xfrm>
              <a:off x="521280" y="124560"/>
              <a:ext cx="11655360" cy="63007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273C2A2-1BB7-50A5-C9CE-DA75A9925E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920" y="115200"/>
                <a:ext cx="11674080" cy="63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3099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21719-893E-7C3C-D7F2-51D59D44A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F0C64D82-14BA-1132-1EFE-19F9A1EA6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26" y="938329"/>
            <a:ext cx="4563112" cy="400106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0A77A180-35A7-9E6A-5A1B-2D53D3A88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05" y="1667421"/>
            <a:ext cx="4505954" cy="4382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1E363C7A-AF71-F623-484C-EF6DB48107F2}"/>
                  </a:ext>
                </a:extLst>
              </p14:cNvPr>
              <p14:cNvContentPartPr/>
              <p14:nvPr/>
            </p14:nvContentPartPr>
            <p14:xfrm>
              <a:off x="390240" y="228240"/>
              <a:ext cx="4482360" cy="3660480"/>
            </p14:xfrm>
          </p:contentPart>
        </mc:Choice>
        <mc:Fallback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1E363C7A-AF71-F623-484C-EF6DB48107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880" y="218880"/>
                <a:ext cx="4501080" cy="36792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Obraz 7">
            <a:extLst>
              <a:ext uri="{FF2B5EF4-FFF2-40B4-BE49-F238E27FC236}">
                <a16:creationId xmlns:a16="http://schemas.microsoft.com/office/drawing/2014/main" id="{EC671C82-07D3-8734-1A59-B81499F29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2586" y="968637"/>
            <a:ext cx="4496427" cy="390580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8CC29E53-AC1D-1CFA-2012-41755E6008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586" y="1705526"/>
            <a:ext cx="4496427" cy="4001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Pismo odręczne 10">
                <a:extLst>
                  <a:ext uri="{FF2B5EF4-FFF2-40B4-BE49-F238E27FC236}">
                    <a16:creationId xmlns:a16="http://schemas.microsoft.com/office/drawing/2014/main" id="{92DD1049-DBB0-43E0-CD4C-FAC72C1F7758}"/>
                  </a:ext>
                </a:extLst>
              </p14:cNvPr>
              <p14:cNvContentPartPr/>
              <p14:nvPr/>
            </p14:nvContentPartPr>
            <p14:xfrm>
              <a:off x="1463760" y="255240"/>
              <a:ext cx="8602200" cy="5603040"/>
            </p14:xfrm>
          </p:contentPart>
        </mc:Choice>
        <mc:Fallback>
          <p:pic>
            <p:nvPicPr>
              <p:cNvPr id="11" name="Pismo odręczne 10">
                <a:extLst>
                  <a:ext uri="{FF2B5EF4-FFF2-40B4-BE49-F238E27FC236}">
                    <a16:creationId xmlns:a16="http://schemas.microsoft.com/office/drawing/2014/main" id="{92DD1049-DBB0-43E0-CD4C-FAC72C1F77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54400" y="245880"/>
                <a:ext cx="8620920" cy="562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125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4B9B-7C3D-565C-BEF3-19B6FD7E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F2C582A7-EA1A-E69A-76CC-2B1E0F79A920}"/>
                  </a:ext>
                </a:extLst>
              </p14:cNvPr>
              <p14:cNvContentPartPr/>
              <p14:nvPr/>
            </p14:nvContentPartPr>
            <p14:xfrm>
              <a:off x="659160" y="306720"/>
              <a:ext cx="10953720" cy="49089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F2C582A7-EA1A-E69A-76CC-2B1E0F79A9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9800" y="297360"/>
                <a:ext cx="10972440" cy="492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6541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EC8E-1A36-5CCD-F452-C9192835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DE84D631-6468-27F0-B189-C1C686477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6" y="168294"/>
            <a:ext cx="7259782" cy="374680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9F379211-73B3-2B61-A084-8CA2B778A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525" y="251161"/>
            <a:ext cx="4294852" cy="366393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D1875FD1-E652-CE7C-819B-0930992F2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28" y="4238625"/>
            <a:ext cx="2697528" cy="211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54C46-8266-17F2-8D35-C22729BFE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58947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11BC5BCC-8A2E-4F7D-B004-A771AF8FEE8B}"/>
</file>

<file path=customXml/itemProps2.xml><?xml version="1.0" encoding="utf-8"?>
<ds:datastoreItem xmlns:ds="http://schemas.openxmlformats.org/officeDocument/2006/customXml" ds:itemID="{CA9792B3-CFE3-48BA-9A33-37D5C3D9507C}"/>
</file>

<file path=customXml/itemProps3.xml><?xml version="1.0" encoding="utf-8"?>
<ds:datastoreItem xmlns:ds="http://schemas.openxmlformats.org/officeDocument/2006/customXml" ds:itemID="{08969ACE-9C45-4229-87D2-C6B0896531FF}"/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Panoramiczny</PresentationFormat>
  <Paragraphs>0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5</cp:revision>
  <dcterms:created xsi:type="dcterms:W3CDTF">2025-01-14T16:34:45Z</dcterms:created>
  <dcterms:modified xsi:type="dcterms:W3CDTF">2025-01-14T18:18:00Z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