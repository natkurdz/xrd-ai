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6.xml" ContentType="application/inkml+xml"/>
  <Override PartName="/ppt/ink/ink4.xml" ContentType="application/inkml+xml"/>
  <Override PartName="/ppt/ink/ink7.xml" ContentType="application/inkml+xml"/>
  <Override PartName="/ppt/ink/ink5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1:31:08.073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1818 957 90 0,'0'0'396'0,"-2"1"263"0,1 1 188 16,-1 2-60-16,2-1-180 0,0 1-108 16,0 2-75-16,0 0-57 0,0 2-21 0,0 1 11 0,0 4-21 15,3 1-35-15,0 4-37 0,1 1-31 0,-1 1-42 16,-2 3-52-16,3 2-42 0,-2 1-33 0,0 2-22 0,0 2-15 15,-1 0-7-15,1 1-7 0,-1 1-7 0,1-2-2 16,1 0-1-16,-1-1-2 0,-1-4-2 0,1-2-2 16,1 0 2-16,-1-4-2 0,1-3 0 0,-1-1-7 15,-1-6-24-15,-1 1-46 0,3-3-53 0,-6-3-91 16,3-2-153-16,-3-4-238 0,0-2-289 0,1-3-254 0,-1-3-206 16,0-4 119-16,-2 0 512 0</inkml:trace>
  <inkml:trace contextRef="#ctx0" brushRef="#br0" timeOffset="263.89">1603 999 96 0,'5'4'621'16,"-1"1"421"-16,2-2 138 0,-2 0-106 0,-1 0-415 15,-2-3-287-15,-1 0-157 0,2-2-57 0,0 1-6 16,2 0 17-16,6-1 14 0,1 2-9 0,2 0-18 0,2 0-30 15,-2 0-4-15,4 0-19 0,-1 0-17 0,3 0-11 16,-1 0-3-16,2 2-4 0,1-1-28 0,-1 2-16 16,2 0-9-16,0 0-3 0,-1 0-7 0,1-1-1 15,0 2-4-15,-1-1 0 0,-4 1 4 0,2 1-12 0,-4-3-29 16,0 2-48-16,-5 0-55 0,-1 3-93 0,-1-4-154 16,-3 4-211-16,-4 4-278 0,1-1-250 0,-2 3-179 0,-3 2 104 15,0 1 467-15</inkml:trace>
  <inkml:trace contextRef="#ctx0" brushRef="#br0" timeOffset="533.94">1661 1791 187 0,'2'11'492'0,"-2"-3"230"0,3 1 107 0,-1-4-203 15,1-1-171-15,3 1-84 0,2-2-34 0,0 0-21 16,2 0-2-16,0-1-5 0,0-2-57 0,3 0-59 16,2-2-48-16,0 0-19 0,5 1-18 0,2-2-17 0,-1 1-14 15,4 0-14-15,-1-2-11 0,3 0-7 16,-1 1-6-16,1-4-7 0,-1 3-2 0,2-2-5 0,1 0-3 16,-2-1-21-16,1 1-33 0,-1-2-79 0,-2 1-147 15,0 1-263-15,-2-1-286 0,0-1-288 0,1 3-232 16,-2-2 102-16,-3 1 521 0</inkml:trace>
  <inkml:trace contextRef="#ctx0" brushRef="#br0" timeOffset="1914.48">3889 826 375 0,'2'6'701'0,"-1"0"229"0,1 0 38 0,1-1-296 15,-2 3-222-15,-1-2-129 0,2 2-69 0,-1 1-36 16,-1 3-25-16,2 0-27 0,-2 3-48 0,2-1-43 16,-1 2-33-16,-1-1-24 0,2 2-27 0,-2-2-76 15,0 0-133-15,0-3-211 0,0-2-278 0,-2-1-257 16,2-3-179-16,0-3 95 0,0-3 401 0</inkml:trace>
  <inkml:trace contextRef="#ctx0" brushRef="#br0" timeOffset="2076.41">3998 795 358 0,'-3'16'708'15,"0"0"230"-15,-2 1 36 0,2-3-296 0,3 1-295 16,-3 0-186-16,3-1-100 0,3 3-49 0,-3 0-29 15,6-1-32-15,-3 2-71 0,2-1-100 0,0-1-149 16,0 2-278-16,1 2-202 0,2 2-87 0,-2-1 125 16,-1 3 271-16</inkml:trace>
  <inkml:trace contextRef="#ctx0" brushRef="#br0" timeOffset="2503.94">4370 1088 203 0,'3'2'397'0,"0"2"181"0,0 1 109 0,1 3-95 16,-1 2-49-16,3 2-14 0,-2 3-24 0,1 2-49 15,2-1-72-15,-2 3-85 0,2 4-93 0,-2 0-75 16,1 1-37-16,-1-1-25 0,0 3-16 16,0 0-17-16,2-3-2 0,-2 2-9 0,-2-3-18 15,2-1-10-15,-2-3-24 0,-1-1-64 0,-2-4-128 16,0-2-146-16,0-4-283 0,-2-1-273 0,-1-2-230 16,-2-4-4-16,0-2 343 0,-2-4 402 0</inkml:trace>
  <inkml:trace contextRef="#ctx0" brushRef="#br0" timeOffset="2717.09">4226 1015 191 0,'5'2'418'0,"-2"-2"167"16,3 2 101-16,0 0-155 0,1 1-152 0,1 0-57 15,2 2-1-15,2-1-6 0,2 1-15 0,-1-1-61 16,1 1-63-16,3-1-57 0,-1-1-52 0,3 1-27 15,-2-2-14-15,1-1-7 0,2-1-1 0,-2 0-3 16,-1 0-17-16,0-1-64 0,-1-1-100 0,0-2-138 16,-3 3-287-16,0-3-236 0,-1 4-153 0,-4 2 71 15,0 0 282-15</inkml:trace>
  <inkml:trace contextRef="#ctx0" brushRef="#br0" timeOffset="3002.51">4688 994 116 0,'-2'2'508'16,"0"4"330"-16,-1 0 192 0,0 1-72 0,0 1-247 15,-1-1-204-15,3 1-136 0,-2 0-75 0,0 2-52 16,1 3-61-16,1 1-51 0,1 4-28 16,0 0-9-16,0 1-14 0,0 1-14 0,0 2-6 15,1 0-9-15,1 1-12 0,2-2-22 0,-2 3-11 16,1-3-8-16,2 2-7 0,1-2 0 0,1-2 1 15,0 1 7-15,1-2-1 0,2-3 2 0,2-1 3 16,-2 1 1-16,3-5 3 0,1-1-3 0,0-3-3 16,2-2 4-16,2-4-9 0,0-1-28 0,0-4-25 15,2-2-22-15,1-1-62 0,-2-5-111 0,0-1-130 16,-2 0-159-16,-1 0-271 0,1-1-265 0,-4 2-116 16,0-2 185-16,-2 2 388 0</inkml:trace>
  <inkml:trace contextRef="#ctx0" brushRef="#br0" timeOffset="3244.44">4605 986 156 0,'3'-4'358'0,"2"3"147"0,0-1 145 0,1-1-158 16,4 0-121-16,2 0-33 0,1-1 4 0,4-1-5 15,-1 1-52-15,3-1-54 0,0 1-55 0,2 0-57 16,1-1-52-16,0 0-28 0,-1 3-17 16,1-2-6-16,0 3-5 0,0 1-3 0,-3 0-8 15,-2 1-55-15,-2-1-84 0,-3 4-123 0,-2-2-214 0,-4 4-246 0,-3 3-178 16,-1 0 22-16,-2 3 213 0,-5-1 292 16</inkml:trace>
  <inkml:trace contextRef="#ctx0" brushRef="#br0" timeOffset="3429.49">4691 1257 24 0,'9'1'255'16,"-3"-1"136"-16,4 0 115 0,-2-1-46 0,4-1-182 16,0-1-109-16,0-1-56 0,2 0-29 0,4-1-13 15,-2-1-11-15,4-2-14 0,-2 2-17 0,5-1-29 16,-1 1-58-16,2 0-144 0,-3 1-216 0,4 2-105 15,-1 0-7-15,-1 0 92 0,0 2 153 0</inkml:trace>
  <inkml:trace contextRef="#ctx0" brushRef="#br0" timeOffset="3735.99">5211 1189 252 0,'0'18'617'0,"-2"2"269"0,4-1 112 0,0 4-192 15,2-3-205-15,2 4-179 0,1-5-107 0,2 0-62 16,1-4-51-16,4-1-56 0,-1-4-66 0,2-4-38 16,0-3-17-16,2-3-9 0,1-5-6 0,-3-3-5 15,1-3 2-15,0-2 0 0,-5-4 0 0,1-1-4 16,-2-1 1-16,-3-1 3 0,-4-1-4 16,0-1 2-16,-3 1-4 0,-5-1 8 0,-3 5 3 15,-2-3 2-15,-3 4-17 0,-4 0-7 0,0 3-6 16,-2 3-7-16,-1 1-3 0,-1 2-2 0,2 5 16 15,-1 2 4-15,1 2 7 0,1 5 1 0,3 2-6 16,2 1 5-16,3 6 0 0,-1 0-1 0,6 2-14 16,2 1-36-16,2 0-63 0,2 3-97 0,2-1-118 15,4-1-169-15,2 3-281 0,2-4-202 0,1 0-55 16,1-5 180-16,2 1 317 0</inkml:trace>
  <inkml:trace contextRef="#ctx0" brushRef="#br0" timeOffset="4205.95">5635 1146 118 0,'3'-2'492'0,"-2"4"308"0,1 2 183 0,-2 4-93 16,0 3-220-16,0 3-180 0,0 3-127 16,-2 4-77-16,2 2-56 0,0 0-56 0,0 4-61 15,0-1-46-15,2 2-31 0,-2-1-19 0,3 1-5 16,-1-2-6-16,-1-3 0 0,1-4 0 0,2-2 1 15,-2-5 0-15,-2-1-5 0,1-8-1 0,1-3 1 16,-2-2 1-16,0-8 0 0,0-4 3 0,0-4 1 16,0-3 0-16,0-7-3 0,0 2-2 15,0-6-4-15,2-1-5 0,-2-1 0 0,1-1-4 16,-1-1-3-16,2-1-8 0,-2-1-1 0,3 1-3 16,0 1 1-16,-1 0-2 0,3 3 6 0,-2 2 5 15,1 5 6-15,1 3 4 0,-2 6 0 0,1 1 5 16,-1 6 0-16,0 1 1 0,0 4 1 0,0 4 0 15,1 1 8-15,0 4 4 0,-1 0 2 0,0 4 2 16,-1 2 1-16,-2 1 1 0,2 1 4 0,-4 1 1 16,0-1 3-16,-1 1 8 0,0 1 12 0,0 3 20 15,0 3 24-15,0 0 32 0,1 2 16 0,1 2 7 16,-1-2-4-16,-1 2-17 0,1 0-23 16,2-3-30-16,0 0-21 0,0 0-12 0,2-3-9 15,1 1-7-15,2-5-6 0,1 1-3 0,2-2-2 16,0-3-5-16,2-1-9 0,0-3-19 0,0-2-36 15,1-2-45-15,3 0-44 0,-3-4-76 0,3-1-115 0,-2-3-142 16,-1 1-212-16,3-2-244 0,-1 5-235 16,1-4-70-16,0 4 267 0,0-3 438 0</inkml:trace>
  <inkml:trace contextRef="#ctx0" brushRef="#br0" timeOffset="4445.35">6178 979 72 0,'-6'-3'752'16,"0"2"704"-16,-1 2 117 0,1 0-266 0,1 3-407 15,-2-3-384-15,2 3-201 0,3-1-143 0,-1 2-69 0,1 1-39 16,4 2-24-16,0 1-18 0,1 4-9 0,2 2-5 16,1 3-2-16,0 2-2 0,2 2-3 15,0 4 1-15,1 1 5 0,-1 4-1 0,2 1-9 16,-2 0-37-16,3 2-65 0,-3 0-64 0,0-1-125 15,-1 1-185-15,-2-3-310 0,0 0-293 0,1 1-224 16,-1-3-113-16,-2-4 338 0,3-1 566 16</inkml:trace>
  <inkml:trace contextRef="#ctx0" brushRef="#br0" timeOffset="4880.64">6512 1396 285 0,'3'-7'589'16,"-3"-5"247"-16,3-1 146 0,-1-1-188 0,1-4-187 16,-1-3-132-16,1-4-91 0,-2-4-47 0,4-1-48 15,-1-2-38-15,3 1-27 0,-2 0-3 0,1 1-7 16,-1 2-24-16,0 1-25 0,-2 3-39 0,2 3-31 16,-1 4-31-16,-2 1-18 0,-1 6-10 0,1 1-11 15,1 3-6-15,-1 3-3 0,1 3-6 0,2 4-1 16,0 5-1-16,2 5 2 0,0 4 1 15,1 3-1-15,0 4-2 0,4 5-2 0,-2 1-2 16,1 4-2-16,1 3-1 0,0 1-2 0,0 1 6 16,-1 1 4-16,-1-2-3 0,2-2-5 0,-2-2-23 15,-4-6-46-15,2-1-65 0,-2-5-55 0,-3-3-84 16,-1-4-138-16,-2-3-185 0,-3-4-255 0,0-1-220 16,-3-4-213-16,-1-3 20 0,-1-4 416 15</inkml:trace>
  <inkml:trace contextRef="#ctx0" brushRef="#br0" timeOffset="5051.97">6458 1342 33 0,'-11'-6'585'0,"3"2"501"15,0 0 186-15,2 3-114 0,3 1-366 0,-2 0-348 16,5 1-219-16,5 3-103 0,-1-1-56 0,5 0-32 16,2-2-18-16,6-1-3 0,1 0-5 0,5-3-3 15,2-1-1-15,4-1-5 0,3-2-22 0,-1-2-106 16,2 0-168-16,-1 1-295 0,1-4-273 0,-1 5-262 15,1-1-158-15,-1 2 284 0,-2 2 507 0</inkml:trace>
  <inkml:trace contextRef="#ctx0" brushRef="#br0" timeOffset="5365.93">7123 379 371 0,'3'7'844'0,"-2"-1"319"0,1 7 23 0,2 3-303 15,-2 2-294-15,1 5-211 0,0-1-140 16,0 4-81-16,1 0-53 0,-1 1-40 0,0-1-25 16,0 2-35-16,3-3-41 0,-3-1-126 15,2-3-181-15,-3 0-289 0,3-2-283 0,-2-5-264 16,0-5-134-16,2-7 355 0,-1-4 514 0</inkml:trace>
  <inkml:trace contextRef="#ctx0" brushRef="#br0" timeOffset="5525.94">7312 474 296 0,'0'-3'934'0,"0"3"362"16,-1 4-27-16,-1 2-208 0,-1 3-421 15,3 2-279-15,0 2-144 0,3 2-71 0,-1 2-38 16,2 4-38-16,-1-2-60 0,4 1-58 0,-1 1-108 16,1 1-174-16,2 4-299 0,-3-1-296 15,4 2-272-15,-1-3-185 0,-1 0 260 0,2 0 574 16</inkml:trace>
  <inkml:trace contextRef="#ctx0" brushRef="#br0" timeOffset="6520.6">10190 1291 485 0,'0'9'969'0,"-2"-1"254"15,2-2-84-15,0-1-317 0,0-3-331 0,0-2-196 16,0 0-112-16,3-2-44 0,-1-4-1 15,1-4-21-15,2-4 5 0,1-2 6 0,5-5 10 16,-1-3-8-16,1-3-9 0,3-3-11 0,0-2-24 16,2 0-8-16,2-4-21 0,-1 1-11 0,0 2-9 15,-1 0 9-15,0 3 3 0,-2 1-9 0,-3 3-7 16,0 2-1-16,-1 2-3 0,-4 8-12 16,2 0-6-16,-4 5 1 0,0 2-1 0,-1 2 1 15,0 4-3-15,-1 4 0 0,1 4 5 0,-1 5-2 16,-1 4-2-16,2 3 2 0,-1 5 5 0,1 2-2 15,-2 2 0-15,1 1-2 0,-1 5-2 0,1-1-2 16,-2-1 0-16,2 5-4 0,-1-3-2 16,1 1-1-16,0-1-2 0,-1-2 0 0,2-3 4 15,-1 0 4-15,1-2 0 0,0-3-1 0,2-1-3 16,-2-2-16-16,0-3-50 0,-1-2-69 0,-1-1-93 16,-1-2-171-16,0-2-292 0,0-2-327 0,-1 1-311 15,-3-6-196-15,1-1 171 0,-1-2 659 0</inkml:trace>
  <inkml:trace contextRef="#ctx0" brushRef="#br0" timeOffset="8279.15">8814 1514 139 0,'0'5'471'0,"-1"-3"310"0,-1 1 229 16,0-2-107-16,1 2-222 0,1-3-153 0,-2 2-120 15,2-4-104-15,0 2-86 0,2-3-67 0,-1-1-54 16,-1-4-38-16,2-3-18 0,1-2-7 0,0-3-7 16,5-4-2-16,-3-2-1 0,1-2-1 0,-1-5-11 15,3 2-6-15,0-1-5 0,-2 1 0 0,2 1 1 16,-3 5 13-16,0 4 31 0,-2 1 47 0,1 7 39 16,-1 2 19-16,-1 2 8 0,-2 2-12 0,2 2-25 15,-2 4-39-15,0 3-32 0,-2 6-23 0,2 3-12 16,0 4-11-16,-2 2-4 0,1 3 1 15,-1 2-1-15,2-1-3 0,0 2-4 0,2-4 2 16,-1-1-1-16,1 0 0 0,1-5-4 0,-1-1 2 0,3-3 1 16,-2-3-3-16,0-2 4 0,0-2-1 15,3-1 5-15,-3-4 2 0,2-2 5 0,0-4 2 16,2-5 4-16,-1 0 2 0,3-5 1 0,-1 1 1 16,2-5-4-16,-1 2-9 0,-1-1-6 0,2 4-4 15,-2-1-7-15,-1 4-5 0,1 0 2 0,-3 4 5 16,-2 1 3-16,1 2 5 0,-3 2 4 0,2 4 3 15,0-1 2-15,-3 5 8 0,0 4 4 0,0 1 2 16,0 1 1-16,-3 3-3 0,2-2-4 0,-1 4-8 16,2 0-3-16,-1-1-4 0,1 1 0 0,0-1 4 15,0 0-1-15,0 1 0 0,1-2 0 16,2 0-1-16,0-3-20 0,-3-2-50 0,3 0-53 16,0-3-69-16,1-1-120 0,-1-6-166 0,0-3-298 15,2-2-245-15,1-5-219 0,3-2-64 0,1-3 328 16,-2-2 487-16</inkml:trace>
  <inkml:trace contextRef="#ctx0" brushRef="#br0" timeOffset="8580.52">9214 1332 44 0,'5'-6'400'0,"-3"1"339"0,-1 4 284 15,-2 1 1-15,-2 3-213 0,-2 1-196 0,-2 2-129 16,2 2-86-16,-1 3-76 0,0 0-67 16,3 3-53-16,-2 1-37 0,0-2-45 0,2 2-39 15,1-2-26-15,1 0-17 0,-1-1-14 0,2-1-11 16,0-3-11-16,0 0-7 0,0-4-3 0,2 1 2 15,-1-4 1-15,3-1 2 0,0-3 3 0,1-1 2 16,0-6 7-16,3 1-1 0,0-7-9 0,0 1-5 16,1-4-5-16,2 1-4 0,-1-1-5 0,-1 1-3 15,2 4 7-15,-3 0 3 0,0 4 2 0,-3 3 3 16,2 1 2-16,-3 2 1 0,-1 4-2 0,0 4 4 16,0 2 5-16,-1 2 1 0,0 4 5 0,-1 5 5 15,-1-2 0-15,0 6 3 0,2-3-7 0,-2 3 1 16,1-2-9-16,1 1-14 0,-2-1-41 0,4 3-45 15,-4-3-52-15,2 0-118 0,-2-1-171 16,-2-2-261-16,2 1-258 0,0-2-237 0,0 0-122 16,0-3 296-16,0 0 491 0</inkml:trace>
  <inkml:trace contextRef="#ctx0" brushRef="#br0" timeOffset="8747.11">9394 1558 184 0,'7'-9'356'0,"2"0"136"0,1 1 73 15,-1-3-136-15,2 3-95 0,-1-3-61 0,1 1-32 16,1 0-23-16,-2-3-48 0,3 1-46 16,-1-1-53-16,1-4-30 0,1 4-21 0,-3-2-4 15,0 2-33-15,0 1-62 0,-1 1-90 0,-2 2-205 16,-3 1-217-16,-1 4-130 0,-4 3 16 0,0-1 167 16,-3 2 222-16</inkml:trace>
  <inkml:trace contextRef="#ctx0" brushRef="#br0" timeOffset="8948.07">9364 1476 281 0,'4'4'505'0,"2"2"169"0,0 0 111 16,2 2-206-16,0 0-125 0,0 3-63 15,4-2-43-15,0 2-32 0,0-1-52 0,1 2-65 16,1-2-79-16,4 1-54 0,-1 1-27 0,-1 1-18 15,1-3-65-15,-1 0-116 0,3 1-155 0,-3-1-294 16,-1 0-244-16,0 1-194 0,0 2 38 16,0-3 321-16</inkml:trace>
  <inkml:trace contextRef="#ctx0" brushRef="#br0" timeOffset="9584.31">11066 1062 82 0,'-7'1'577'0,"-1"-1"427"16,2 1 187-16,-3-2-82 0,2-1-348 0,1-1-223 15,1 2-129-15,0 1-73 0,1 4-50 0,2-3-40 16,-1 0-57-16,2-1-59 0,-1 1-53 0,0-1-36 15,2 2-27-15,0 1-10 0,0-1-9 0,2 2-3 16,1 3 2-16,2 0 2 0,1 2 2 16,0 1-1-16,2 2 1 0,2 0 2 0,1 2-1 15,0 3-1-15,5-2 3 0,-2 2 0 0,2 0-1 16,-2 1 1-16,3-2 0 0,-2 2-1 0,0-1 5 16,-2-2 5-16,-3 3 7 0,0-4 0 0,-1 4 2 15,-5-2 0-15,1 0-3 0,-3 0-4 0,-1-2-4 16,-4-1-5-16,2 2-2 0,-3-2 2 0,0-3-11 15,-3 0-37-15,-2-2-60 0,1-2-49 0,-2-3-105 16,-1 0-174-16,-1-4-296 0,0-2-272 0,-2-4-224 16,3-1-156-16,-2-5 270 0,3-3 551 0</inkml:trace>
  <inkml:trace contextRef="#ctx0" brushRef="#br0" timeOffset="9822.11">11191 844 226 0,'12'-18'523'0,"-4"6"218"0,0 1 185 0,-3 6-115 16,4 1-161-16,-4 0-141 0,3 3-76 16,-2 0-35-16,3 1-49 0,0 4-53 0,-1 5-35 15,2 4-17-15,-2 4-33 0,2 2-26 0,-2 4-42 16,1 2-40-16,-1 2-33 0,0 5-28 0,-1 0-11 16,0 3-10-16,1 2 1 0,-1-2-1 0,-1 1-6 15,2-1-1-15,-2-1-1 0,0-2-2 0,1-4-7 16,-1-1-6-16,0-2-23 0,-1-6-48 0,-2-5-61 15,-1 1-66-15,-2-7-150 0,-2-2-256 0,-3-3-294 16,-2-3-265-16,1-3-208 0,-3-1 10 0,0-5 542 16</inkml:trace>
  <inkml:trace contextRef="#ctx0" brushRef="#br0" timeOffset="10002.1">11176 1066 399 0,'-3'3'810'0,"1"-1"246"0,-1 1-3 15,3 1-312-15,2 0-305 0,1 0-219 0,2-1-115 16,1 2-51-16,4-1-23 0,2 0-16 0,1-3-3 16,3 3 0-16,0-3-1 0,1 1 18 0,3-2 4 15,0 0-4-15,0 0-51 0,-1-3-87 0,2 1-132 16,-3 0-210-16,0 1-286 0,-1 2-222 0,-1 3-60 16,0 0 189-16,-2-1 346 0</inkml:trace>
  <inkml:trace contextRef="#ctx0" brushRef="#br0" timeOffset="10243.2">11581 1146 78 0,'5'9'458'16,"0"0"295"-16,-2 1 215 0,4 2 26 0,-2 3-260 15,0 0-208-15,0 2-130 0,-2 1-69 0,2-2-76 16,2 3-82-16,-2-5-64 0,0 1-48 0,2-2-28 16,-3-2-17-16,2-2-3 0,-1-1-5 0,0-2-1 15,-2-2 5-15,0-1 7 0,-1-3 4 0,0-5 0 16,-1 2 1-16,2-8 3 0,-3-3-2 0,2-1-9 15,-2-4-3-15,0-1-3 0,-2-2-3 0,2 0-4 16,0-3-1-16,-1 3-6 0,1 1-10 16,1 3-14-16,-1 3-20 0,0 3-69 0,0 1-105 15,0 2-115-15,-3 2-142 0,2 3-250 0,1 4-258 16,1 1-102-16,1 5 140 0,1 1 315 0,0 2 309 16</inkml:trace>
  <inkml:trace contextRef="#ctx0" brushRef="#br0" timeOffset="10391.04">11873 1382 510 0,'5'7'1455'0,"-3"-1"254"0,-2 0-293 16,-2-2-339-16,-1 1-478 0,1-4-287 0,-2 1-150 15,1-1-72-15,0 1-38 0,1-2-25 0,2 1-26 16,2-2-76-16,1-1-80 0,0 2-167 16,6-1-277-16,1 1-320 0,1 1-388 0,6 1-250 15,-1-1 49-15,1 1 715 0</inkml:trace>
  <inkml:trace contextRef="#ctx0" brushRef="#br0" timeOffset="10882.16">12558 1540 27 0,'0'-1'576'0,"-2"0"507"0,-1-3 196 15,-3 2-108-15,3-5-348 0,0 1-319 0,1-1-161 16,1-5-63-16,1-2-33 0,1-2-25 16,1-5-34-16,0-5-40 0,2-3-56 0,2-4-41 15,-1-4-28-15,0-1-19 0,1-6 0 0,1 0-4 0,0-1 1 16,1-1-2-16,0 2 8 0,-1 2 14 0,-1 4 11 16,-2 7 6-16,1 4 7 0,-3 8 1 0,0 2-4 15,-1 5-14-15,1 4-10 0,-1 6-4 0,3 6-6 16,-1 7-3-16,0 7-3 0,5 6 2 15,-4 5 1-15,4 6-2 0,0 4 1 0,0 3-3 16,3 3 1-16,1 4-2 0,-2 1 4 0,3 1 2 16,-2-1 2-16,3-1 2 0,-2-2 1 0,1-4-7 15,-3-4-34-15,1-4-62 0,0-5-65 0,-4-5-83 16,-1-4-145-16,0-5-216 0,-4-5-296 16,-2-3-238-16,0-4-198 0,-5-5 11 0,-1-5 452 15</inkml:trace>
  <inkml:trace contextRef="#ctx0" brushRef="#br0" timeOffset="11079.22">12422 1352 263 0,'-1'0'635'0,"1"0"261"16,1 0 74-16,3 2-194 0,3 0-203 0,1 0-174 16,3 2-90-16,3-2-44 0,1 3-27 0,2-3-52 0,1 2-60 15,4 1-45-15,1-2-29 0,4 2-21 0,1-3-10 16,-1 0-10-16,2 0-8 0,1-1-2 15,-1-1-9-15,-1-1-21 0,-1-1-87 0,0-1-154 16,-4-3-268-16,-2-2-276 0,0 2-262 0,-3-6-178 16,-1 0 198-16,-4-3 489 0</inkml:trace>
  <inkml:trace contextRef="#ctx0" brushRef="#br0" timeOffset="11461.01">12930 846 496 0,'-2'-9'1014'15,"0"-1"266"-15,2 3-60 0,-1-2-333 16,1 6-300-16,1 2-198 0,-1 4-82 0,4 1-43 0,-1 3-33 16,0 3-31-16,2 3-36 0,1 1-38 15,0 4-37-15,2 2-25 0,-3 5-14 0,0 2-7 16,1 4-1-16,0 3-2 0,-3 3-4 0,1 1-4 16,-1-1-8-16,0-1-6 0,2-3-1 0,-2-3-3 15,2-5-1-15,3-3-3 0,-2-4 0 0,2-4-1 16,0-4-4-16,3-6-3 0,-2-4 0 0,3-6-1 15,0-6 2-15,1-4-1 0,1-3-1 0,-1-1 1 16,1-5-1-16,-1 2 1 0,-2 3 0 0,1 2-1 16,-4 4 0-16,0-1-2 0,-1 6 0 0,0 2-6 15,-4 2-3-15,2 2-1 0,-2 3 0 0,1 5 2 16,-1 1 1-16,-2 4 11 0,-1 5 6 0,0 3 3 16,0 3 0-16,0 5 0 0,-3 0-1 15,2 2-6-15,-1 3-3 0,0 1-2 0,1 1-2 16,-1-1 1-16,1-1-1 0,1-1 0 0,0-2-1 15,0-4-7-15,1 0-19 0,-1-5-63 0,2-2-72 16,-2-5-141-16,-2-2-248 0,2 1-313 16,0-6-371-16,0-1-276 0,-1 0-68 0,-3-2 575 15</inkml:trace>
  <inkml:trace contextRef="#ctx0" brushRef="#br0" timeOffset="28029.59">1691 3651 81 0,'-3'0'306'0,"1"0"163"0,-1 0 139 0,2 0-105 15,-1 1-137-15,2 1-64 0,3 1-17 0,-1 0 9 16,1 3 5-16,2 3-1 0,0 1 7 0,-2 1-21 15,2 6-34-15,2-1-36 0,-2 5-34 0,-2 0-28 16,2 1-36-16,0 1-25 0,-2 2-20 16,0-1-33-16,3 2-20 0,-3-1-18 0,2-1-13 15,-3 0-8-15,3-3-4 0,-2 1 11 0,2-3 4 16,-2-3 6-16,1-1 0 0,1-3-19 0,-3-2-48 16,-1 0-82-16,-1-4-97 0,0-2-117 0,0 0-137 15,0-2-264-15,0-2-173 0,2-1 6 0,-2-4 184 16,0-1 271-16</inkml:trace>
  <inkml:trace contextRef="#ctx0" brushRef="#br0" timeOffset="28290.01">1841 3629 154 0,'-1'0'393'15,"1"0"178"-15,-2 3 119 0,2-1-161 0,0 2-159 16,2 0-65-16,-1 3-13 0,3 3 3 0,-1 1 26 16,0 1-18-16,2 4-36 0,-2 3-52 0,3 0-41 15,-1 4-41-15,-2 0-46 0,2 2-27 0,-2 3-34 16,0 0-21-16,1 1-19 0,-1 0-10 0,1 4-4 16,-1-5-5-16,-1 3 15 0,1-3-12 0,-1-3-52 15,-2-2-86-15,0-3-119 0,0-1-172 0,-2-5-278 16,2-2-203-16,0-2-31 0,-2-4 188 0,1-5 309 15</inkml:trace>
  <inkml:trace contextRef="#ctx0" brushRef="#br0" timeOffset="28608">1505 3468 332 0,'4'-2'642'16,"3"0"223"-16,-2 2 52 0,-1-1-304 0,1 1-226 16,1-1-116-16,1 1-66 0,-1 1-20 0,5 0-1 15,0 1 4-15,0 0-14 0,3-1-36 0,1 1-34 16,2 0-24-16,1 2-23 0,0-2-20 0,3 1-13 15,-2 1-11-15,3-1-5 0,0 0-2 0,-1-2-2 16,1 2-1-16,0-1-1 0,0-1-6 0,-1 1-30 16,-2 1-75-16,-5 0-97 0,2 1-133 0,-5 2-223 15,0 2-275-15,-3-1-186 0,-2 3 2 16,-4 2 241-16,-1 1 344 0</inkml:trace>
  <inkml:trace contextRef="#ctx0" brushRef="#br0" timeOffset="28928.98">1655 4573 111 0,'8'2'341'16,"0"-2"202"-16,3-2 193 0,1 2-64 0,4-3-86 15,2 0-38-15,2-1-47 0,-1 1-66 0,3-3-76 16,0 1-87-16,2-1-77 0,0-1-68 0,1 3-47 16,0-2-30-16,2-1-20 0,0 1-14 0,0 2-8 15,1-1-5-15,-2 1-13 0,-1 1-57 0,0-1-107 16,-1 3-147-16,-3 1-299 0,1 0-261 0,0 1-235 15,-2 1-28-15,-4 1 305 0,3 0 417 0</inkml:trace>
  <inkml:trace contextRef="#ctx0" brushRef="#br0" timeOffset="47639.99">3789 3462 336 0,'0'-8'678'0,"-1"0"310"16,-2 1 122-16,1 2-278 0,-1-2-222 0,1 1-125 16,1 3-65-16,-1 2-33 0,2-1-54 15,-3 1-57-15,3 1-45 0,0 1-47 0,0 2-57 16,0 5-57-16,0 2-30 0,0 6-19 0,0 5-9 15,0 5-4-15,0 6-6 0,0 2-3 0,0 3-6 16,3 1 3-16,-1-1-1 0,1 0-2 0,0-3 3 16,0-3 2-16,2-3 0 0,3-3-1 0,0-4 0 15,1-4 0-15,1-2 0 0,1-5 0 16,0-5 2-16,0-5-13 0,3-5-14 0,-1-2-11 16,2-7-8-16,0-1-5 0,1-2-3 15,0 1 9-15,2 1 16 0,0 2 12 0,-1 1 5 16,4 4 6-16,-2 6 6 0,1 2 2 0,-2 2 2 15,4 8-1-15,-2 1 5 0,0 4-2 0,-2 3-2 16,1 2-1-16,-3 2 3 0,0-1 3 16,-2 1-3-16,0-1 2 0,-2-4 1 0,-3-2 1 15,0-3-5-15,-1-2-6 0,-1-1 2 16,-2-7 2-16,-2-2 12 0,0-2 7 0,1-8 4 16,-4-3 2-16,0-4 13 0,-4-4-2 0,1-3-3 15,-2-4-3-15,-1-3-1 0,-3-5-6 16,0 1-13-16,-2-1-6 0,0-3-8 0,-1 3-4 15,-1-1-1-15,0 1 7 0,0 5 1 16,2 2 2-16,-1 5 0 0,4 4 2 0,1 4 1 16,1 3-5-16,0 3 0 0,3 2-2 0,1 5-3 15,2 1-6-15,0 6-12 0,2 3-46 16,1 2-55-16,1 3-89 0,1 2-156 0,3 4-272 16,-1-1-309-16,2 2-263 0,4 2-199 0,-2-2 156 15,3 2 565-15</inkml:trace>
  <inkml:trace contextRef="#ctx0" brushRef="#br0" timeOffset="47907.94">4506 4021 217 0,'3'3'833'0,"1"1"384"16,-4-4 12-16,2-4-167 0,-2-2-454 0,3-3-301 15,0-4-134-15,1-5-66 0,-1-1-28 16,3-8-19-16,-1-1-11 0,4-2-10 0,-1-4-12 16,0-2-6-16,-1-2-7 0,2 1 0 0,-3 0-4 15,1 2-4-15,-2-1-4 0,-1 4 5 16,-1 2-1-16,-1 3 0 0,-2 5-6 0,-2 4-18 16,-2 2-21-16,-3 4-89 0,-1 4-156 15,-3 2-221-15,-3 4-282 0,0 4-267 0,-5 4-218 16,0 1 133-16,-2 3 483 0</inkml:trace>
  <inkml:trace contextRef="#ctx0" brushRef="#br0" timeOffset="48105.8">4261 3529 243 0,'3'-2'679'0,"1"2"297"15,-2 0 67-15,4 4-184 0,-1 0-255 0,3 3-211 16,3 4-113-16,2 1-53 0,0 2-35 15,2 0-43-15,1 2-62 0,1-2-40 0,2 3-21 16,1 0-13-16,0 1-9 0,0-2-4 0,0 4-23 16,0-4-73-16,-4 2-150 0,1 0-276 0,-4-3-262 15,1 2-271-15,-3-3-196 0,-3-3 144 16,-2 1 495-16</inkml:trace>
  <inkml:trace contextRef="#ctx0" brushRef="#br0" timeOffset="48685.91">4836 3520 46 0,'7'-6'561'0,"-3"2"481"15,2 1 209-15,-4 0-89 0,-1 1-370 0,1 2-266 16,0 0-170-16,-1 5-76 0,-1 1-37 0,2 2-20 15,0 5-28-15,-1 4-37 0,-1 5-36 16,0 5-36-16,2 5-28 0,-2 2-17 0,1 3-11 16,1 1-8-16,-2 0-6 0,3 0-1 0,-1-4-4 15,1-3-4-15,1-6-5 0,-1-3-3 16,2-3-1-16,-1-6 0 0,0-4 0 0,-2-4 3 16,1-5-1-16,-1-5 0 0,-1-5-1 15,-1-5 1-15,-1-7-4 0,1-1-1 0,-2-4 4 16,-1-5 3-16,1 0 1 0,-2-4-1 0,0 1 4 15,1-2-1-15,-2 0-1 0,1 5-1 0,-1-2-2 16,2 6 1-16,1 4-1 0,-1 4-1 16,3 5-1-16,-1 3 1 0,1 5 0 0,1 4-1 15,2 3 2-15,2 6-3 0,0 6 3 16,4 2-2-16,1 7-1 0,1 4 0 0,3 3-1 16,-1 3 0-16,4 2 0 0,-1 0 2 0,3 4 3 15,1-3 1-15,-2-2-2 0,2-4 1 16,-4-5-1-16,2-2-2 0,-4-4 0 0,0-8 2 15,-1-2-1-15,-2-4 3 0,-2-6 1 16,-1-5-1-16,-3-4-3 0,1-5 2 0,-3-5 3 16,-3-3-2-16,0-3 1 0,0-4 4 0,-3-4 0 15,-1 0-8-15,-1-2-7 0,-2-1-3 16,1 2-1-16,1-1-3 0,-1 5 0 0,0 3 7 16,1 4 4-16,2 7 10 0,0 2 2 0,-1 6 1 15,3 3-12-15,-1 5-32 0,2 6-61 16,2 5-62-16,-1 3-109 0,1 2-178 0,1 5-301 15,0-2-287-15,4 1-234 0,-1 2-159 0,3-2 279 16,1-1 586-16</inkml:trace>
  <inkml:trace contextRef="#ctx0" brushRef="#br0" timeOffset="48879">5380 3450 7 0,'3'2'575'16,"2"3"574"-16,-5 4 241 0,1 1-77 0,-1 2-304 15,2 2-386-15,-2 4-218 0,0 3-128 16,2 2-71-16,-1 1-71 0,1 2-55 0,1 2-35 16,0 1-21-16,3 2-11 0,-1 1-6 0,0 0-33 15,0 0-76-15,-2-1-103 0,0-1-181 16,-1 0-289-16,-1-3-340 0,1-3-343 0,1-1-174 16,-2-7 266-16,-1-1 666 0</inkml:trace>
  <inkml:trace contextRef="#ctx0" brushRef="#br0" timeOffset="49702.2">5576 3466 196 0,'2'-4'458'15,"-1"-1"237"-15,-1 2 149 0,2 0-128 0,1 2-117 16,-1-1-85-16,-1 0-69 0,1 2-58 16,-2 2-60-16,3 1-53 0,-2 2-27 0,2 1-11 15,1 3-4-15,-1 2-4 0,2 3-16 16,-2 3-25-16,0 1-38 0,2 4-38 0,1 4-31 0,-3 2-28 16,2 4-13-16,0 0-8 0,1 4-7 15,2-2-4-15,-2 2-6 0,2 0-1 0,0-3-5 16,1 1 0-16,1-4-4 0,-2-2-1 15,2-5-2-15,0-3 0 0,-3-5-2 0,1 0 0 16,1-6-1-16,1-5 0 0,-2-2 2 0,0-7 1 16,1-3 3-16,0-9-1 0,1-1-3 15,1-6 0-15,-1-3 0 0,-1-4 0 0,2 0 0 16,0-2 2-16,-1-1 3 0,1 0-1 16,-3 4 2-16,-2-1-1 0,2 5-5 0,-5 3 1 15,2 1 2-15,-4 4 4 0,-1 4-7 0,-3 2 3 16,-1 1 0-16,-3 4 3 0,1 2 0 15,-2 4-1-15,-3 1 5 0,0 4-4 0,-1 5 5 16,0 3-7-16,-1 5-3 0,1 0-1 0,-1 6-1 16,3-1-1-16,1 2 0 0,1 4 2 15,5-3 0-15,0 1 0 0,3 1 2 0,1 0 1 16,4-1 2-16,0-3-2 0,4-1 0 16,-1-1-2-16,5-2-1 0,-1-4-1 0,3-3-2 15,2-4 1-15,-1-1 0 0,3-4-2 0,-1-3-6 16,-1-5-17-16,3-3-39 0,-4-1-63 0,1-5-62 15,-2 1-88-15,0-4-151 0,-2 0-226 16,0 1-275-16,-2-2-216 0,-1 2-187 0,0 0 96 16,-2 1 487-16</inkml:trace>
  <inkml:trace contextRef="#ctx0" brushRef="#br0" timeOffset="49979.35">6180 3477 490 0,'3'0'995'0,"0"1"246"0,1-1-61 16,-1 4-326-16,0 0-260 0,0 3-165 16,2 2-84-16,1 5-49 0,-1 1-34 0,0 5-34 15,1 2-56-15,0 3-60 0,2 5-38 0,-2 3-21 16,1 2-15-16,-1 4-12 0,-1-1-8 15,4 2-6-15,-4-1-4 0,1 0-3 0,-1-2-6 0,0-1-14 16,1-2-43-16,-3-2-70 16,-3-2-94-16,-1-1-172 0,-1-4-296 0,-4-2-326 15,1-6-309-15,0-1-181 0,-1-7 199 0,-2-4 652 16</inkml:trace>
  <inkml:trace contextRef="#ctx0" brushRef="#br0" timeOffset="53400">15406 1039 7 0,'-7'6'285'0,"1"0"204"0,0-1 186 15,-2 1 48-15,2-4-250 0,2 3-168 0,1-3-100 16,0 1-71-16,1-2-58 0,2 1 11 0,2-1 43 15,1-1 42-15,2 2 49 0,3-4 26 0,4 1 28 16,3-2-27-16,2-2-44 0,2-3-19 0,3-2-33 16,2 0-29-16,1-3-28 0,2 2-21 0,-1-1-16 15,1-2-29-15,-2 2-13 0,1-1-7 0,-2 0-6 16,-3 4 0-16,1-2-3 0,-3 2-18 0,-5 2-71 16,-1 1-102-16,-5-3-148 0,-4 3-297 0,-2 2-276 15,-2 3-221-15,-2-1 0 0,-4 1 309 0,-5-1 412 16</inkml:trace>
  <inkml:trace contextRef="#ctx0" brushRef="#br0" timeOffset="53657.88">15654 803 201 0,'14'-2'421'16,"-4"-1"163"-16,1 0 96 0,3-2-202 15,0 3-205-15,4-3-38 0,-1 0 5 0,5 2 33 16,0-1 18-16,3 4 7 0,-4 0 20 0,5 0-34 15,-4 4-41-15,1 3-46 0,-4-3-36 16,0 2-27-16,-4 0-22 0,-3-1-23 0,-1 3-10 16,-4 1-6-16,-3 0-1 0,-2 6-8 0,-7-1-15 15,1 2-11-15,-6 4-10 0,-1 0-7 0,-5 6-10 16,3 0-7-16,-4 2-2 0,1 1-4 0,-1 0-3 16,2 3-6-16,0 0-14 0,3-2-65 0,0-5-158 15,4-2-235-15,2-4-277 0,2-2-272 0,4-5-222 16,2-5 82-16,3-3 497 0</inkml:trace>
  <inkml:trace contextRef="#ctx0" brushRef="#br0" timeOffset="57921.94">17096 924 115 0,'0'6'360'0,"0"-2"186"0,-2 1 131 0,2-2-163 15,0 0-192-15,0-2-98 0,2-2-58 0,1 0-21 16,-1-4-3-16,1-1 4 0,3-2 5 0,0-3 4 16,1-1-8-16,1-2 14 0,1-1 5 0,-1-5 10 15,2 3 3-15,-1-3-15 0,2 0-36 0,-3 6-28 16,-1-1-13-16,-1 2-5 0,-2 5-9 15,1 3 15-15,-2 3 20 0,1 4 2 16,-3 3-11-16,1 7-13 0,-1 1-13 0,1 5-15 16,-2 0-13-16,2 1-12 0,-2 1-5 0,0-1-6 15,1 1-2-15,-1-3-10 0,3 0-1 0,-1-3-5 16,1-1-3-16,1-2-3 0,-2-4-4 0,5-1 6 16,-4-5-2-16,2 1-2 0,1-5 0 0,3-3 1 15,-2-5 2-15,2 0-3 0,-1-6-3 0,5 3 3 16,-4-6-1-16,4 0 2 0,-4 2 0 0,3 1 3 15,-2 1 1-15,-2 4-2 0,0 3 0 16,0 2 1-16,0 4-1 0,-3 3 4 0,0 5 10 16,-1 0 6-16,1 4 15 0,-2 3 11 0,2 4 17 15,-2 0-3-15,0 2 2 0,0-2-4 0,2 0-15 16,-2 1-10-16,2-6-16 0,-2 1-9 0,3-5-5 16,-1 1-2-16,2-4 2 0,-3-1 0 0,3-4 1 15,0-2 0-15,1-5 2 0,0-2-2 0,0-4-4 16,3-1 1-16,-3-2 0 0,2-1 0 15,-1 1-2-15,-3 0 5 0,2 0-1 0,-3 4-5 16,0 1 3-16,-2 5-3 0,2 1 4 0,-2 6-1 16,-2 3 7-16,1 3-1 0,0 3 2 0,-1 1 6 15,1 2-8-15,0 1 2 0,-2 0-5 16,1 1 3-16,2-1-1 0,1 0 0 0,-1-1-3 16,0 0-4-16,4-3-12 0,-2-3-30 0,2 0-27 15,-1-1-31-15,3-2-65 0,-1-3-106 0,-1-3-123 16,-1-3-138-16,1-1-254 0,0-1-250 0,1-2-89 15,0 3 162-15,0-2 353 0</inkml:trace>
  <inkml:trace contextRef="#ctx0" brushRef="#br0" timeOffset="58585.84">17778 831 64 0,'4'5'279'0,"1"-2"145"16,-2 4 132-16,-2-1-99 0,3 3-115 0,-3-1-77 16,3 0-45-16,-3 0-35 0,2-2-33 0,1 1-35 15,-1-3-39-15,0 1-30 0,4-1-21 0,-2-2 2 16,2-2 22-16,-1 0 12 0,1 0 8 15,2-2 2-15,-3-1 2 0,2 1-5 0,0 0-15 16,1 0 25-16,-2 2 35 0,-1 2 64 0,2 2 69 16,0 1 44-16,-2 3 7 0,2-1-21 0,-3 5-33 15,3 1-38-15,-4 5-41 0,-2 5-31 0,0 3-17 16,-2 2-21-16,0 4-11 0,-2 1-22 0,-1 0-22 16,0 3 5-16,-2-4 3 0,2 3 8 0,-2-3-2 15,2-5 1-15,0-3-1 0,0-4-17 0,-1-3-6 16,1-4 4-16,2-3 7 0,-4-4 4 0,4-5-2 15,-1-4-2-15,1-3-8 0,-1-6-18 0,0-3-17 16,2-6-13-16,2 0-5 0,0-4-7 0,-1-2-3 16,1 0-1-16,4-1 7 0,-3 3 7 15,2 0 4-15,1 5 13 0,1-3 7 0,0 5-1 0,-1 4-2 16,2 0 1-16,1 2 0 0,0 1-10 0,0 4-2 16,1 0 1-16,-2 1 1 0,4 1-3 0,-4-1 2 15,2 2 2-15,1 1-5 0,-2 0 2 0,-1 0 3 16,2 0 2-16,-4 0-6 0,0 0 1 15,2 0 4-15,0 1 2 0,-2-4-4 0,2 1-2 16,-1 1 4-16,-1-2-1 0,3 0 0 0,-2 2-5 16,1-2 2-16,-2 1 0 0,3 2-1 0,-4 0 0 15,3 1 0-15,-3 0 1 0,3 0 3 0,-4 2 1 16,1 0-2-16,0 2 6 0,2 1-2 0,-4 0 5 16,0 0-2-16,1 1 0 0,0 1 4 0,-3-2-4 15,2 0 0-15,-3 0-5 0,4-1 0 0,-4 0-2 16,1 0-5-16,1-1 1 0,-1-1-1 0,3 1 2 15,-3-1 3-15,2-1 4 0,3 1 1 0,-2-1 0 16,0-3-1-16,1 2 3 0,0-1-1 0,3-2-2 16,0 1 0-16,0-1 2 0,-2 1 0 0,2 0 1 15,0 0-6-15,-2 0-1 0,0 2 0 0,-1 1-4 16,2 1 5-16,-1 0-4 0,-2 1 5 0,1 3 0 16,0-2 4-16,2 2 1 0,-3-2-2 0,4 3 0 15,-3-3 2-15,0 5-1 0,-1-3 0 0,1 1-1 16,0 1-1-16,1-2 1 0,-3 3 1 15,4-2-1-15,-6 0-21 0,4 1-46 0,-2-1-50 16,-1-1-78-16,-1-1-158 0,1 0-269 0,-2 0-286 16,2 0-250-16,4 0-204 0,-2-2 113 0,3 0 543 15</inkml:trace>
  <inkml:trace contextRef="#ctx0" brushRef="#br0" timeOffset="59903.26">19000 1021 307 0,'1'0'700'0,"1"3"270"0,-2 3 73 16,1 0-213-16,-1 4-253 0,4 1-173 0,-3 6-87 15,1 1-24-15,1 3-24 0,1 4-35 0,1 2-33 16,-2 0-26-16,2 2-32 0,-2-2-32 0,1-2-28 16,-1-2-24-16,0 2-21 0,0-5-14 0,0 0-10 15,-1-6-7-15,-1 0 0 0,1-5-2 0,-1 0 7 16,-1-5 6-16,0-1 6 0,0-3 0 15,-1-4-1-15,1-5 0 0,-2-4-9 0,2-6-7 16,0-5-2-16,-1-2-2 0,1-6-2 0,0-2 0 16,0 0 1-16,1-3 1 0,-1 1-7 0,3 1 0 15,-1 1-1-15,1 2-1 0,0 1 0 0,2 5 1 0,0 1 3 16,1 4-2-16,-1 3 0 0,0 5-3 16,-1-2 0-16,1 7-2 0,0 0-1 0,3 2 6 15,-2 3 4-15,1 3 4 0,1 2 2 0,1 2 13 16,-1 4 7-16,0 2 10 0,1 2 4 0,-1 2 4 15,0 5-7-15,-2 1-6 0,1 1-5 0,0 1-17 16,-2 1-8-16,2-4-7 0,-1 0 9 0,0-1-10 16,4-5 2-16,-2-3 0 0,1-4 1 0,4-6 4 15,-1-3-6-15,1-6 8 0,3-4-7 0,0-4 14 16,1-8 4-16,0-2 0 0,3-2-1 0,-3-4-4 16,-1-1 5-16,-1-2-8 0,-2-3-9 0,1 4 0 15,-6 2 1-15,-1 3 5 0,-1 3 6 16,-3 5 15-16,2 0 22 0,-5 8 7 15,0 2 2-15,-5 5-4 0,1 5-7 0,-5 4-14 16,-2 7-9-16,0 7-3 0,0 3-2 0,-3 7-7 16,3 4-3-16,0 1-2 0,0 4-6 0,5 1-4 15,-2 0-4-15,3 1 5 0,1-4 2 0,4 1-3 16,2-5-7-16,5-2-21 0,1-5-39 16,2-3-65-16,3-7-59 0,3-6-71 0,1-6-113 15,4-7-126-15,-2-5-96 0,3-6-28 0,2-1-24 16,-1-3 20-16,-2-2 145 0,0 1 192 0,-3 2 161 15,-2 2 163-15,-3 4 145 0,1 2 162 0,-6 3 142 16,-1 1 59-16,-1 5 27 0,-2-1 0 0,-2 3-42 16,0 6-77-16,-2 0-88 0,-4 2-67 0,1 4-70 15,2 1-71-15,-4 1-54 0,2 2-40 0,2 0-27 16,1 2-15-16,0-2-3 0,1 2-2 0,2-1-3 16,3-2-1-16,2-1-1 0,0-1-2 0,5-3 8 15,0-2 2-15,-1-1 4 0,6-3 0 0,-1-4 2 16,0-3-2-16,2-2-8 0,2-2-3 15,-1-3-1-15,2 0 1 0,-1-3 0 0,1 2 1 16,-1-1 0-16,-4 1 3 0,1 1-2 0,-2 1-1 16,-2 1-3-16,-3 2 0 0,1 1-2 0,-4 5 1 15,0 0 3-15,-1-1 1 0,0 6 1 0,0-1 3 0,-3 3 2 16,1-1 0-16,-1 4-3 0,-1 1 0 16,3-1 0-16,-3 2-1 0,2 0-2 0,-4 3-2 15,4-3 2-15,2 1-1 0,-3 1 2 0,2-3-2 16,1 2 1-16,-1-4 0 0,2 1 0 0,1-1-4 15,1-5-7-15,0 1-9 0,0-3-17 0,2-2-25 16,-4 0-26-16,1-6-35 0,0-1-27 0,-1-3-20 16,0-2-11-16,2-3 1 0,-4 1 13 0,0-6 18 15,3 2-2-15,-5-5-26 0,4-5-19 0,-3-6-15 16,-1-4-27-16,1-6-4 0,0-6 21 16,-2-3 53-16,2-4 55 0,-2 0 94 0,-3 1 128 15,-2 7 99-15,1 6 117 0,-4 9 106 16,1 6 33-16,-5 9-53 0,3 9-81 0,-2 4-65 15,-3 10-74-15,2 7-72 0,1 5-45 16,-3 4-28-16,3 4-10 0,1 4-6 0,1 2-9 16,0 5-4-16,3 3 0 0,0 3 0 15,-1 3-2-15,1 2-2 0,2 1-1 0,1 2 1 16,0-3-7-16,0 0-5 0,3-4-15 16,0-4-55-16,0-1-67 0,0-6-98 0,1-1-176 15,2-7-301-15,-2-2-332 0,1-2-288 0,2-5-182 16,-3-2 220-16,6-4 648 0</inkml:trace>
  <inkml:trace contextRef="#ctx0" brushRef="#br0" timeOffset="60595.86">21292 966 91 0,'5'-2'642'0,"-2"5"466"16,-2-1 150-16,-1-1-116 0,0 0-390 16,0 4-244-16,0 2-130 0,0 4-69 0,0 3-49 15,0 1-32-15,0 1-38 0,0 2-58 0,0 3-49 16,0 3-36-16,0 0-18 0,2 3-14 0,-2 2 3 15,0 1-2-15,3 2-4 0,-3-1 1 0,4 1-14 16,-3-4-56-16,1-1-72 0,-1-3-122 0,3-2-209 16,-1-1-305-16,2-4-336 0,-1-4-272 0,-1-2-126 15,-1-5 399-15,-1-4 640 0</inkml:trace>
  <inkml:trace contextRef="#ctx0" brushRef="#br0" timeOffset="61425.34">22235 1050 254 0,'1'2'757'0,"1"0"372"16,-1 0 55-16,-1-1-264 0,0-1-329 0,4 0-234 15,-4 0-152-15,1-1-80 0,2-4-35 0,2-1-18 16,-2-3-6-16,3-1-5 0,1-5-8 0,1 0-9 16,1-4-11-16,1 0-4 0,-2-3-10 0,1-1 0 15,2 1 21-15,-1 0 10 0,-4 2 14 0,3 3 25 16,-2 2 28-16,-3 1 20 0,1 6-5 15,-1 1-1-15,-3 1-11 0,-1 2-24 0,2 6-24 16,-2 4-24-16,0 3-16 0,0 6-12 0,0 1-6 16,0 4-1-16,1 1-3 0,-1 1-3 0,5 2-4 15,-4-1-2-15,2-1 1 0,2-1-2 0,-2 0 0 16,2-2-1-16,0-3-2 0,3-3-2 0,-4 0-2 16,3-3 1-16,-1-4 0 0,2-1 5 0,1-4 3 15,1-1 2-15,1-5 2 0,2-4 0 16,1-3 0-16,0-3-2 0,2-1-3 0,1-3 0 15,0-2 0-15,0-1 1 0,-4 3-1 0,0 1-1 16,-3 4 1-16,0 2 0 0,-3 2-1 0,0 4-3 16,-2-1 2-16,-2 5 2 0,0 0 1 0,0 4 1 15,-1 2 0-15,-1 2 7 0,4 3 3 0,-4 2-2 16,-1 2-8-16,0-2-6 0,2 3-2 0,-1 0-7 16,1-1-2-16,0 2 0 0,-1-2 5 0,3-3 4 15,0 1 1-15,0-4 1 0,0 1-10 0,2-4-33 16,-1-2-51-16,2-4-49 0,1-1-44 15,0-1-58-15,2-4-57 0,0-1-23 0,1-1 26 16,3-1 32-16,-2-2 27 0,1 1 50 0,0 3 37 16,0 0 37-16,-4 3 29 0,3 1 30 0,-3 4 41 15,-1 1 67-15,-2 3 79 0,1 1 55 0,-3 2 29 16,2 2 3-16,-2 1-19 0,-3 1-50 0,2 0-44 16,-1 3-38-16,0-1-25 0,-2 1-18 0,1-1-12 15,1 0-17-15,-2 0-43 0,0-4-126 0,0 1-158 16,-2-3-296-16,2-3-265 0,0-2-241 0,-1-2-63 15,-1-5 355-15,0-2 436 0</inkml:trace>
  <inkml:trace contextRef="#ctx0" brushRef="#br0" timeOffset="61587.04">22883 606 35 0,'1'-10'527'0,"3"3"425"15,-4 1 200-15,-2 1-68 0,0 5-360 0,1 0-322 16,-1 3-182-16,2 2-93 0,0 1-51 15,2 2-22-15,-1 0-39 0,3 3-90 16,-1 0-143-16,2 1-176 0,-4-2-291 0,4 2-262 16,-2 0-175-16,0 1 110 0,0 6 363 15</inkml:trace>
  <inkml:trace contextRef="#ctx0" brushRef="#br0" timeOffset="62383.8">23041 1061 219 0,'10'10'490'0,"0"2"198"15,-2-3 100-15,0-2-153 0,2-1-140 16,-1-1-67-16,2-4-25 0,2-4-16 0,0-3-22 0,1-4-68 16,0-5-80-16,2-1-68 0,-2-6-48 15,2 0-32-15,-2-1-16 0,1-4-8 0,-1 0-8 0,-3 0 11 16,0-1 18-16,0 0 37 0,-2 0 48 16,1 1 35-16,-4 0 14 0,0 3-8 0,-2 1-13 15,-3 4-30-15,1 4-36 0,-4 2-35 16,1 3-21-16,-1 6-19 0,-3 4-14 15,0 3-13-15,1 6-9 0,-2 6-2 0,-1 4-2 16,2 4 2-16,2 3 0 0,2 4 2 0,1-1 0 16,0 3 0-16,1 1-1 0,2 0 2 0,2 0 0 15,3-3-1-15,1-4-2 0,4-2 1 0,3-5 0 16,2-6 1-16,0-6-1 0,6-4 1 0,-2-8 0 16,5-7-2-16,2-6-2 0,-1-6-2 0,2-5-2 15,0-8 0-15,0-5-4 0,-1-4-1 0,-3-4-2 16,0 0 0-16,-7-2 4 0,0 3-2 15,-8 0 7-15,0 2 10 0,-7 8 13 16,-2 4 12-16,-4 7 5 0,-2 5 1 0,-5 8-1 16,-3 6-5-16,-3 8-11 0,-1 7-9 15,-2 5-6-15,1 10-2 0,-2 5-1 0,1 6 3 16,1 4 2-16,4 6 2 0,-1 3 2 0,5 4 1 16,-2 2-5-16,5 2-8 0,-1-1-2 0,4 2-3 15,3-2-3-15,5-5-3 0,1-5 5 0,8-6 2 16,2-7 1-16,5-7 0 0,2-9 1 0,2-7 2 15,3-6-2-15,0-7-3 0,1-6-2 16,1-5 4-16,0-6 2 0,-2-3-1 0,0-3 3 16,-2-2 2-16,-1 1 3 0,-6-1-3 0,0 3-1 15,-5 4 0-15,-1 3 2 0,-5 5 2 0,-2 2 3 16,-3 5 1-16,2 1 0 0,-4 3 0 0,-2 3 0 16,-2 3-5-16,1 3-1 0,-1 3-3 15,0 3 0-15,1 1 1 0,-1 4-1 0,2 1 3 16,-1 2 0-16,2-2-1 0,0 3 0 0,0 0-1 15,2 0-1-15,1-2-1 0,2-1-2 0,4-2 0 16,-1-2-1-16,1-4 0 0,4-2 0 0,0-5 1 16,3-3 0-16,1-4 1 0,3-3 0 0,0-3 0 15,0-2 0-15,0-3 1 0,1-2 0 0,1-1 1 16,0 2 0-16,-3-1 0 0,-1 3 0 16,-2 2-1-16,-1 2 0 0,0 4-1 0,-5 2 0 15,-2 3 2-15,1 2 0 0,-2 4 2 0,-2 2 1 16,-2 5 2-16,-1 1 0 0,-2 5 0 15,1 3 0-15,-1-1-2 0,0 0 0 0,0 5 0 16,0-1-2-16,0 3 0 0,2-2 0 0,-1 0-1 16,3 0-2-16,1-5-4 0,-2 0-9 0,4-1-14 15,0-6-34-15,-2-3-63 0,1-3-63 0,0-4-73 0,2-7-118 16,-2-4-159-16,1-3-197 0,-1-4-225 0,3-3-216 16,1-1-111-16,0-1 216 0,-2-4 447 15</inkml:trace>
  <inkml:trace contextRef="#ctx0" brushRef="#br0" timeOffset="62552.4">24536 578 507 0,'5'-32'1109'16,"-1"5"448"-16,-4 4-107 0,-2 7-406 16,-1 3-363-16,-2 2-249 0,-3 7-147 15,2 4-129-15,-1 2-66 0,1 5-41 0,1-1-21 16,-1 4-14-16,5 1-7 0,1 0-4 0,1 0 0 16,4 0-18-16,-4 1-47 0,4-1-66 15,0-2-64-15,0 2-98 0,0 2-158 0,-4-1-160 16,2 1-157-16,3 4-215 0,-3-2-198 15,1 3-1-15,-3 1 299 0,3 2 363 0</inkml:trace>
  <inkml:trace contextRef="#ctx0" brushRef="#br0" timeOffset="62825.14">24554 739 15 0,'9'25'158'0,"-1"5"193"0,2-3 246 16,0 4 245-16,0-1-19 0,3 1-164 0,1-2-108 15,2-2-110-15,1-2-89 0,3-4-93 0,2-1-82 16,1-4-64-16,2-3-49 0,2-2-19 16,1-3-8-16,0-5-5 0,1-1-3 0,1-6 5 0,-2-2 7 15,-1-3-9-15,0-3-1 0,-4-3 0 16,-4-1-5-16,0-2-1 0,-4-2 4 0,-5-1 43 15,-2 0 62-15,-3 0 62 0,-1 0 34 0,-8-1 13 16,-1-1-4-16,-6 1-33 0,-1 2-42 16,-3 4-40-16,-2 3-29 0,1 3-20 0,1 6-18 15,0 1-16-15,1 7-13 0,3 3-10 0,1 3-8 16,3 5-2-16,4 3-3 0,-1 1-2 0,4 4 0 16,0 1 0-16,4 4-2 0,-1-3 0 0,3 2-1 15,0 1-1-15,1 0-1 0,1-3-2 0,1 0-4 16,-1-3-12-16,0-1-17 0,1-3-32 15,1-1-70-15,-2-3-80 0,-4-5-147 0,0 1-240 16,-3-4-313-16,1-4-328 0,-2 2-221 0,-2-2 10 16,-3-3 567-16</inkml:trace>
  <inkml:trace contextRef="#ctx0" brushRef="#br0" timeOffset="63695.93">15441 1819 81 0,'-12'5'443'0,"1"-1"294"16,1 2 179-16,1-1-57 0,3 0-319 0,1 0-138 16,5-1-88-16,0 4-51 0,7 0-29 0,1 0-10 15,4 2-21-15,2-1-38 0,5 2-35 0,2-1-29 16,4-1-18-16,1 0-16 0,2 1-17 16,0-3-17-16,2 3-16 0,-1-3-6 0,-1-1-7 15,2 1-1-15,-4-3 0 0,1 0-3 0,-4 1-3 16,1-1 1-16,-5-1-1 0,0 0-23 0,-6 2-99 15,-1-2-149-15,-4 3-274 0,-3-2-276 16,-3 2-269-16,-2-2-182 0,-2 1 226 0,-3-2 486 16</inkml:trace>
  <inkml:trace contextRef="#ctx0" brushRef="#br0" timeOffset="63945.87">16008 1995 134 0,'18'7'431'0,"-3"1"274"0,-2-1 237 0,3 2-58 16,-3 0-165-16,1 5-130 0,-2-2-62 0,-2 1-57 16,2 2-68-16,-4 0-65 0,0 2-59 0,-3 1-39 15,1 3-53-15,-3 0-46 0,-3 1-36 0,-3 2-28 16,0 1-23-16,-3 0-17 0,-2-1-18 16,2 0-10-16,-4-3-6 0,-1 0-7 0,2-5-5 15,-3-1 0-15,0-1 6 0,1-2 11 0,-2-4 0 16,2-2-13-16,1-2-46 0,1-2-66 0,3 0-77 15,1-4-151-15,7 0-220 0,3-2-315 0,4-2-273 16,5-1-203-16,5 1 4 0,2-5 476 16</inkml:trace>
  <inkml:trace contextRef="#ctx0" brushRef="#br0" timeOffset="64543.94">17101 2089 229 0,'1'-4'542'0,"-1"1"282"0,0-1 165 15,-1 0-183-15,1 3-172 0,0-1-129 0,1 1-103 16,-1 1-88-16,2 0-64 0,0 3-48 15,2 1-23-15,-1 4-14 0,4 3 0 0,-1 7 8 16,2 6-7-16,4 4-19 0,-2 5-28 0,1 6-18 16,0 2-23-16,0 6-20 0,-1 1-9 0,-1 2-12 15,2-1-12-15,-3-1-13 0,3 0-7 0,0-7-4 16,-1-1-5-16,2-4-1 0,-4-3 0 16,2-6 2-16,-1-3 0 0,-1-5-1 0,-3-4 2 15,0-2 4-15,-2-6 4 0,-1-5 1 0,-4-4 2 16,0-5 5-16,-2-6 1 0,-3-3-4 0,1-3 0 15,-5-2-1-15,0-3-1 0,0 0-3 16,-3-2 0-16,2 2 0 0,-2 1-3 0,3 4 3 16,3 1-3-16,-1 3-1 0,1 3 1 0,1 1-3 15,4 4-2-15,-2 1 5 0,4 5-5 16,1 2-2-16,1 4-1 0,1 3 5 0,4 4 4 16,3 6-17-16,0-1-26 0,2 3-59 0,2-1-54 15,2 0-105-15,0-2-163 0,2 1-281 0,-1-4-284 16,4-4-233-16,2 0-179 0,-1-4 202 0,5-6 538 15</inkml:trace>
  <inkml:trace contextRef="#ctx0" brushRef="#br0" timeOffset="65043.33">17597 2575 324 0,'0'-1'847'16,"-4"2"342"-16,-3 1 22 0,-3 3-263 16,-2 1-229-16,1 1-202 0,0 2-130 0,0 1-78 15,0 1-52-15,3-1-56 0,-2-1-76 0,4 1-56 16,1 0-35-16,4-3-18 0,1 1-11 0,3-2-3 15,2-2-2-15,1 1 0 0,5-4 2 0,-2-1 1 16,4 0 1-16,3-3 0 0,0-1 1 16,1-2 0-16,2 0-2 0,0-1-3 0,2 1-4 15,-1 0-2-15,-1-1 0 0,0 1 1 0,-3 3-2 16,0 1 1-16,-3 1 3 0,-3 2 1 0,0 4 1 16,-4-3 1-16,1 4 4 0,-1-1-1 15,-5 3-1-15,2 1 0 0,-3 3-2 0,2 2-1 16,-2 0-3-16,0 4 1 0,2-2 2 0,-1 2-1 15,1 1 2-15,0-1-1 0,-1 2 1 0,2-4-2 16,2 1-2-16,0-4-1 0,2-4-1 16,0-3 3-16,1-2 2 0,0-6 0 0,1-5 6 15,2-3 1-15,-1-8 3 0,2-4-2 0,1-6-1 16,1-6 0-16,-3-1-3 0,2-5-3 0,-2-3-1 16,0-2-3-16,-1-1 0 0,-1 2-3 0,-2-1 3 15,-3 0 2-15,0 3 5 0,-1 1 2 16,-2 4 5-16,-1 4 11 0,-1 6 10 0,1 4 6 15,-2 4-3-15,1 4 5 0,-3 4-2 0,1 5-9 16,-2 5-9-16,0 3-11 0,1 8 0 16,-2 3-7-16,1 4-3 0,0 4 1 0,0 3 1 0,2 4 1 15,0 2-4-15,0 5 0 0,-2 2-2 16,2 4-3-16,3 1-4 0,-1 0 5 0,2 1 7 16,2-2-1-16,2-3-31 0,1-1-65 0,2-5-63 15,2-2-115-15,2-8-169 0,3-5-284 16,0-1-299-16,1-4-226 0,5-4-155 0,1-6 233 15,0 0 541-15</inkml:trace>
  <inkml:trace contextRef="#ctx0" brushRef="#br0" timeOffset="65478.23">18345 2694 203 0,'3'-8'864'0,"-5"2"590"16,-2 2 87-16,-4 2-259 0,0 2-460 16,-5 3-311-16,-1 2-163 0,-2 4-127 0,-1 0-80 15,3 3-47-15,-2 2-32 0,3 0-18 0,2 3-15 16,3-1-11-16,2 0-10 0,1 2-5 15,5-2-3-15,2-1-3 0,3-2-1 0,1 0-1 16,2-4 1-16,4 0 2 0,1-5 0 0,4-4 2 16,1-2 0-16,2-5 2 0,-1-4 0 0,2-3-1 15,1-2 2-15,0 0 0 0,-3-2 0 0,2-1-1 16,-2 0 2-16,-3 3-2 0,-1 0 0 0,0 3-3 16,-3 0 0-16,-2 3-1 0,-1 2-1 15,-2 2 1-15,0 3 1 0,-2 1 2 0,1 4 2 16,-2 2 0-16,1 4 1 0,-2 1 0 0,0 1-1 15,1 1-1-15,-1 4-2 0,2-3 0 16,2-2-1-16,-1 1-1 0,3-3 0 0,1 0 0 16,1-2 1-16,3-3 0 0,1-3 0 0,0-5 1 15,3-2 1-15,1-2-1 0,3-4 0 0,-1-1-1 16,1 0 1-16,-1 1-1 0,0 0-1 16,1 1 1-16,-1 1-1 0,-4 5 1 0,2 2 0 15,-4 2 0-15,0 2 0 0,-3 6 1 0,0 2 1 16,-4 3 0-16,0 5 2 0,-2 0 0 0,0 5-1 15,-1 1-1-15,-2 3-1 0,2-1-2 0,-2-2-4 16,1 0-15-16,0-2-56 0,0-2-74 16,-2-7-105-16,1-4-169 0,-1-6-288 0,1-3-343 15,1-7-289-15,-3-5-160 0,-1-5 226 0,2-6 611 16</inkml:trace>
  <inkml:trace contextRef="#ctx0" brushRef="#br0" timeOffset="65617.78">18978 2485 537 0,'-2'-28'1095'0,"-3"3"358"16,2 7-74-16,-2 4-378 0,2 5-380 15,0 3-233-15,-2 4-134 0,2 4-109 0,3 4-72 16,0 1-36-16,3 5-18 0,3 2-9 0,1 2-7 16,4 2-21-16,1 1-57 0,4 4-58 15,2 1-90-15,-2 0-152 0,2 2-276 0,3-1-299 16,1-1-236-16,4-1-179 0,0-2 165 0,-1-5 522 16</inkml:trace>
  <inkml:trace contextRef="#ctx0" brushRef="#br0" timeOffset="65857.23">19406 2713 295 0,'3'-6'1315'0,"-4"-1"498"0,-6 2-248 0,-2-1-367 0,-5 3-444 16,-3 0-320-16,0 3-186 16,0 2-84-16,-2 1-46 0,0 4-32 0,5 0-26 15,-2 4-22-15,5 3-14 0,1 1-10 0,4 1-7 16,3 3-3-16,5 0-3 0,4 0-2 0,0 1-1 16,4-4 0-16,2 2 0 0,2-5-1 0,-1-3 1 15,6-1 0-15,-2-6-1 0,1-2-1 0,1-2-2 16,-2-4-5-16,1 0-4 0,-4-3-5 15,3 0-6-15,-6 1-9 0,3 0-6 0,-4 3-10 16,0 0-15-16,-1 2-40 0,0 0-65 0,0 6-64 16,0-2-103-16,0 4-183 0,1 3-306 0,2 0-281 15,4 4-207-15,3-1-136 0,0 0 295 0,7-2 609 16</inkml:trace>
  <inkml:trace contextRef="#ctx0" brushRef="#br0" timeOffset="66170.96">20393 2921 71 0,'3'-10'502'0,"0"-2"346"16,3 1 223-16,0-4 46 0,2 0-366 0,2-2-233 16,4-3-96-16,1-2-37 0,-2-2-49 0,4-5-71 15,0-3-47-15,0 0-50 0,2-4-51 0,0 1-49 16,-1-2-29-16,0 1-18 0,-1 0-13 16,0 1-2-16,-6 4 2 0,0 2-23 0,-3 2-58 15,-5 4-55-15,-5-1-112 0,-3 5-172 0,-7 4-306 16,-1 0-300-16,-5 5-232 0,-3 0-143 0,-3 4 307 15,-1 4 551-15</inkml:trace>
  <inkml:trace contextRef="#ctx0" brushRef="#br0" timeOffset="66335.75">20325 2391 321 0,'1'13'686'0,"1"2"252"0,3-2 115 0,-1 3-238 16,6 0-234-16,-2 2-186 0,1 2-93 15,4-1-50-15,-1 2-68 0,6 0-62 0,-1 0-44 16,4-1-29-16,1 1-23 0,0-2-15 0,5 0-10 15,0-2-3-15,1 1-2 0,1-2-21 0,-3 2-81 16,1-2-131-16,-3-1-236 0,2-1-279 0,-4-3-270 16,0-3-206-16,-3-1 119 0,0-3 446 15</inkml:trace>
  <inkml:trace contextRef="#ctx0" brushRef="#br0" timeOffset="66828.2">21053 2341 536 0,'2'-8'1051'0,"-4"4"219"16,1 1-97-16,-2 4-295 0,0 7-364 16,1 3-177-16,1 4-69 0,-1 6-36 0,0 4-23 0,2 2-23 15,0 3-29-15,2 5-33 0,0 1-35 16,1 3-20-16,3 1-14 0,-3 3-12 0,2-4-18 16,1 3-12-16,1-5-8 0,-3-5-4 0,5-3-3 15,-2-5-1-15,-1-5-1 0,1-3 3 0,0-7 2 16,-2-3 3-16,2-6 3 0,-4-6 2 0,2-6 2 15,-4-4-2-15,2-6 0 0,1-5-2 16,-4-4-3-16,0-2-1 0,0-4-1 0,-4-3-3 16,1-2-2-16,2-3-3 0,1 0 0 0,0 0-2 15,3 0 1-15,2 5 3 0,1 1 1 0,0 4 1 16,0 2 1-16,4 6 1 0,-1 1-2 16,1 6 0-16,0 2-1 0,2 3 0 0,-1 3 1 15,0 2-1-15,3 4 1 0,-1 4 1 0,-1 0-1 16,-2 4 1-16,1 2-2 0,0 5 1 0,-3-1-1 15,-1 4 2-15,-3 1 2 0,0 4 1 0,-4 1 7 16,-4 4 3-16,1 1 10 0,-5 2 3 16,-2 4 6-16,-2 2 3 0,-1 1 0 0,-2 2 1 15,0 2-2-15,-2-1-3 0,3-1-6 0,-2-1-4 16,3 0-4-16,5-3-6 0,-1-1-5 0,6-3-4 16,1-1-1-16,2-4-2 0,5 0-1 15,3-6 0-15,0 3 0 0,3-6 0 0,4-2-1 16,2-1 1-16,1-4-9 0,3-1-27 0,0-4-69 15,1-3-66-15,1-3-99 0,-2-4-164 16,1-1-277-16,0-4-312 0,0 0-224 0,-1-4-166 16,3-1 179-16,-3 1 550 0</inkml:trace>
  <inkml:trace contextRef="#ctx0" brushRef="#br0" timeOffset="67022">21733 2466 249 0,'7'-8'840'0,"-4"2"412"16,-2 3 56-16,3 2-188 0,-4 4-321 0,1 3-273 15,-1 3-149-15,0 4-92 0,0 4-67 0,-1 2-61 16,1 4-55-16,0 3-40 0,0 4-23 16,1 1-10-16,-1 3-8 0,0 2-8 0,2 1-4 15,-2-2-4-15,1 1 0 0,-1-1-3 0,2-4-9 16,1-2-35-16,0-6-65 0,-1-3-67 0,-2-4-92 16,0-8-156-16,-5-3-200 0,4-6-289 0,-1-5-223 15,0-6-183-15,-1-6 64 0,3-4 451 0</inkml:trace>
  <inkml:trace contextRef="#ctx0" brushRef="#br0" timeOffset="67303.78">21746 2263 358 0,'3'-15'724'0,"0"3"237"16,2 3 37-16,1 3-268 0,1 2-229 0,1 4-172 16,1 0-90-16,4 4-46 0,0 2-25 0,0 2-41 15,4 3-47-15,-2 5-28 0,1 1-16 16,1 6-4-16,-2 1 4 0,0 3 6 0,-2 3 8 15,1 3 9-15,-1 3 13 0,-3 1 21 0,0 3 36 16,-3 0 42-16,-1-1 31 0,-2-1 14 16,-4 4-2-16,-2-4-21 0,-1 0-29 0,-4 0-36 15,-1-1-33-15,-2-3-26 0,0 0-18 0,-1-3-13 16,-2-4-11-16,0-1-11 0,1-4-4 0,-1-1-5 16,0-4-4-16,-1-2-2 0,1-4-2 0,1 0-14 15,3-3-47-15,-3-2-80 0,2-1-132 16,0-5-235-16,2 2-310 0,0-4-369 15,2-1-340-15,-1 1-79 0,3 1 535 0,-4-2 681 16</inkml:trace>
  <inkml:trace contextRef="#ctx0" brushRef="#br0" timeOffset="69197.94">3484 5545 313 0,'0'3'756'0,"0"-1"324"15,0 1 49-15,0 1-277 0,0 0-274 0,2 2-180 16,-2 4-136-16,2 2-67 0,1 2-38 16,0 1-36-16,1 5-33 0,1 1-27 0,0 2-24 0,1 2-20 15,1-1-8-15,0 0-8 0,0 0-2 16,-1-1-4-16,2-1-13 0,-3-3-21 0,3-2-67 15,-4-2-134-15,-2-4-150 0,1 0-299 16,-3-1-266-16,0-3-232 0,0-3-9 0,-1-2 384 16,-1-2 409-16</inkml:trace>
  <inkml:trace contextRef="#ctx0" brushRef="#br0" timeOffset="70449.8">3544 5979 164 0,'5'-1'403'0,"-3"-1"175"0,1 0 104 0,-1 2-215 16,0-2-185-16,0 2-70 0,0-2 40 0,-1-1 65 15,1 0 53-15,-2-2 43 0,1-2 13 0,-1-1-50 16,-1-1-84-16,1-1-60 0,-2-2-30 16,-1-4-11-16,-1 0-10 0,-1-2 4 0,2-2-3 15,-2-1-27-15,2-4-29 0,-2-2-22 0,1 0-25 16,1-1-22-16,3-2-18 0,-4-2 4 0,4 1-3 16,0 1-8-16,4-2 0 0,-2 4-3 0,1-1-2 15,0 2-7-15,2 4-6 0,0 1-4 0,1 2-7 16,2 4-3-16,-2 3-1 0,2 1 1 15,0 3 0-15,3 1 0 0,-1 3-1 0,0 4 3 16,2 2 2-16,-1 3-1 0,3 3 4 0,-3 1 0 16,2 5 2-16,3 4 0 0,-2 2-1 0,3 4 2 15,-4 2-3-15,3 2 0 0,-2 4 0 0,0 1 0 16,1 0-1-16,-1 4-1 0,0-2 0 16,-3-1-4-16,2 0 0 0,-2-2-2 0,1-5 0 15,-2-1-2-15,0 1 0 0,-1-3 1 16,-3-3-8-16,1 2-26 0,-4-4-54 0,0-2-61 15,-3 1-75-15,-3-2-141 0,1-2-206 16,-3-2-292-16,-1-1-245 0,-3-2-203 0,-1-4-4 16,-1-2 441-16</inkml:trace>
  <inkml:trace contextRef="#ctx0" brushRef="#br0" timeOffset="70683.77">3503 5753 209 0,'2'2'618'0,"-1"-2"292"0,1 0 85 16,0 0-171-16,2 2-232 0,1-2-187 0,3 0-100 15,1 2-46-15,1-2-29 0,4 0-34 0,-1 0-68 16,4-2-51-16,1 0-33 0,2 0-21 16,-1-4-12-16,3 2-5 0,-1 0-6 0,1-1-3 15,0 0-2-15,0 1 0 0,0 1-2 0,-1 0-25 16,1 1-103-16,0 2-174 0,-4 2-289 0,-1 1-269 15,2 2-266-15,-3-1-138 0,1 4 303 16,-1 0 505-16</inkml:trace>
  <inkml:trace contextRef="#ctx0" brushRef="#br0" timeOffset="70928.95">4251 5980 351 0,'3'-1'1228'15,"-3"0"420"-15,0-1-196 0,0 0-320 0,-3 0-490 16,3 2-265-16,-1 0-185 0,-1-2-90 16,0-1-44-16,2 1-26 0,0 1-18 0,2-2-11 15,0 1-32-15,-1-1-69 0,2 0-73 0,1 0-147 16,-3 1-263-16,2 0-320 0,2 2-331 15,-2-2-210-15,0 0 38 0,2 1 578 0</inkml:trace>
  <inkml:trace contextRef="#ctx0" brushRef="#br0" timeOffset="74581.89">6446 5332 54 0,'0'-4'470'0,"0"1"363"16,0 1 259-16,-2-1 11 0,1 1-339 15,-1 1-245-15,-1 1-133 0,0 0-52 0,1 0-45 16,0 1-48-16,-1 1-40 0,1 0-33 0,-1 2-39 16,2 2-42-16,-2 3-37 0,0 3-22 15,1 3-13-15,2 5-5 0,0 1-2 0,0 4-7 16,0 4-2-16,0-1-3 0,2 3 0 16,-1-3 0-16,4-1 4 0,-2-3-1 0,0-5-2 15,2-1-2-15,1-3 1 0,-1-1-4 0,0-5-2 16,3-1 4-16,-2-4-2 0,2-4 5 15,0-2 3-15,1-2 3 0,-1-4 4 0,2-2-1 16,-1-2 0-16,-1 0-1 0,0-2 0 16,0 2 2-16,0 2-4 0,-4 1 1 0,0 0 6 15,-1 7 1-15,-2-3-1 0,-1 7 0 0,-1 3 4 16,-1 6-5-16,-1 2-3 0,-2 5-1 16,-1 6 0-16,0 2-2 0,-1 2 0 0,3 2 1 15,-1 0-4-15,0 0-1 0,1-4 1 0,2 2-2 16,1-5-4-16,1-1-1 0,0-3-2 15,1-4-45-15,5-4-54 0,-3-5-110 0,0-6-191 16,2-6-295-16,-2-8-313 0,2-7-265 16,0-6-140-16,1-4 337 0,-3-7 597 0</inkml:trace>
  <inkml:trace contextRef="#ctx0" brushRef="#br0" timeOffset="74911.91">6754 5320 129 0,'5'14'728'0,"1"4"445"0,-1 0 77 16,-2 4-146-16,3 2-387 0,2 7-284 0,0 0-138 16,2 0-73-16,-1-1-41 0,4 0-29 15,-1-4-32-15,2-5-57 0,-1-5-36 0,3-2-14 16,0-7-6-16,1-6-2 0,-1-3 1 16,1-9 6-16,-2-4-3 0,-1-7-2 0,-3-5-3 15,-1-3 2-15,-1-6-3 0,-5 3-2 0,-2-2 5 16,-2 2 4-16,-3 3 4 0,-3 3 1 15,-4 2 3-15,-4 2 21 0,-2 4 19 0,-4 2 17 16,-1 5 2-16,1 3 2 0,-2 6-4 0,1 3-21 16,0 5-23-16,1 5-15 0,4 6-9 15,0 3-6-15,4 3-1 0,2 5 0 0,4 3 4 16,6 3-3-16,3 2-1 0,3-1-1 16,2 1-20-16,5-3-66 0,1-2-70 0,0 0-150 15,5-4-277-15,-2-3-314 0,1-2-342 0,2-6-234 16,0-3 22-16,-2-6 628 0</inkml:trace>
  <inkml:trace contextRef="#ctx0" brushRef="#br0" timeOffset="75345.11">7258 5481 159 0,'0'1'765'0,"-3"3"429"15,-1 4 59-15,-1 1-154 0,0 3-397 0,2 2-295 16,1 2-140-16,-1 2-66 0,5 0-38 15,-1 4-32-15,2-2-37 0,2-1-38 0,3 3-26 16,1-4-19-16,1-2-11 0,1-3 2 0,2-2 2 16,-2-5-19-16,3-3-29 0,-3-6-26 15,2-4-19-15,-1-7-19 0,-2-4-16 0,2-4 10 16,-4-3 30-16,-1-1 26 0,-2 0 21 16,-2 2 18-16,0 3 12 0,-3 2 13 0,2 4 45 15,-2 2 71-15,0 5 48 0,0 3 15 0,-2 2 0 16,2 5-11-16,0 4-37 0,0 2-51 15,0 8-42-15,4 4-19 0,-2 3-8 0,3 4-3 16,1 2 7-16,-1 0 7 0,3 5 7 16,3-1 8-16,-2 1 4 0,1 2 6 0,-1 2-3 15,-1-2 3-15,-1 1 2 0,-2 1 6 0,-2 1 3 16,-2 0 5-16,-4-1 2 0,-2 0-3 16,-3 2-4-16,-3-5-10 0,-5 0-9 0,-1-2-11 15,-2-5-11-15,-3-3-8 0,-2-5-7 0,2-5-5 16,-2-1-4-16,1-7-2 0,-1-5-1 15,3-4-5-15,1-4-9 0,1-3-16 0,3-4-27 16,2-2-76-16,4-4-94 0,2 0-172 0,5-3-283 16,3 0-337-16,5-1-388 0,1 0-201 0,8-1 170 15,-1 3 715-15</inkml:trace>
  <inkml:trace contextRef="#ctx0" brushRef="#br0" timeOffset="76269.92">7456 5497 196 0,'-5'-3'463'0,"0"0"248"15,2 0 219-15,-3 1-125 0,0 1-144 0,1-2-105 16,-1 2-82-16,-2-2-67 0,-2 1-63 0,2 1-61 15,0-1-41-15,-4 2-16 0,2-1-22 0,-1-1-27 16,0 0-34-16,0 2-33 0,1-1-34 16,0 1-28-16,2 0-22 0,1 0-13 0,2 1-12 15,2 4-7-15,0 1-3 0,3 5-7 16,3 2-54-16,4 6-54 0,-1 1-108 0,5 3-180 16,3-2-298-16,2 3-327 0,5-5-256 0,-1-2-159 15,3-2 315-15,2-3 604 0</inkml:trace>
  <inkml:trace contextRef="#ctx0" brushRef="#br0" timeOffset="77581.85">8085 5127 16 0,'2'-5'290'16,"-2"2"216"-16,0 1 211 0,0 0 31 0,1 0-108 16,-1 0-81-16,2 1-61 0,-1 0-53 0,-1-1-59 15,0 2-62-15,0-1-56 0,0 1-32 16,2 0-6-16,-2 0 12 0,2 0 5 0,-1 0-7 16,-1 0-18-16,0 0-33 0,0 1-40 15,0-1-45-15,0 2-29 0,-1-1-22 0,-1 4-16 16,-1 1-15-16,1 1-10 0,-1 5-6 15,-1 3-4-15,-1 3-1 0,3 6-1 0,-1 5 2 16,0 2 1-16,1 7-1 0,2 1 1 0,0 5 1 16,0 1-1-16,3 5 0 0,1-1 0 0,1 0 0 15,2-2-2-15,-1-1-1 0,2-7 0 0,2-6-1 16,-1-2-2-16,1-6-2 0,1-6 1 16,0-2-1-16,0-6 2 0,0-5 1 0,0-4 1 15,0-7 3-15,1-5 2 0,-2-5 1 16,2-6-1-16,-3-3 0 0,4-5 1 0,-4 1-2 15,2-2-1-15,-3 4 0 0,0-1-1 0,0 6-1 16,-3 3 0-16,1 3-1 0,-3 4 0 16,0 3-1-16,-1 2-1 0,1 1 1 0,0 5 1 15,-1 2 1-15,1 4 0 0,0 3 3 16,2 4 1-16,-2 4 0 0,0-1-1 0,2 4-1 16,-2-1 0-16,2 1-2 0,-2-1-1 0,2-2-1 15,1-2 0-15,-1-2-2 0,0-2 1 0,1-3-1 16,-1-2 0-16,4-5 1 0,-1-1 2 15,3-6 0-15,0-5 1 0,0-4 1 0,1-3 1 16,1-4 0-16,0-1-2 0,3-1 1 16,-3 0-1-16,1 2 0 0,-3 2 0 0,0 4-2 15,0 2 1-15,-3 4 0 0,2 3 0 0,-4 3 1 16,3 4 1-16,-1 5 3 0,-1 2 0 16,-1 7 0-16,0 1 2 0,0 4-1 0,-1 2-2 15,0 3-1-15,0 0-2 0,1 1 0 16,0-3-1-16,1 1-1 0,-1-1 0 0,1-3 0 15,0-2 0-15,1-2-2 0,0-2 0 0,0-4-2 16,1-3 2-16,-1 0 0 0,0-6 1 16,2-2 2-16,-1-4 1 0,2-2 0 0,-3-4 3 15,2-2-2-15,-1-2-1 0,-1-3 1 16,0-5 1-16,3 1-1 0,-5-3-2 0,2-2 1 16,0-4 1-16,-2 1-1 0,-1-4 0 0,0-1 0 15,0-3 2-15,0-1-2 0,-1-1 1 0,-1-1 0 16,0 0 0-16,-1 0 0 0,1 4 0 15,-3 0 1-15,0 5 1 0,0 4 1 0,0 5 1 16,0 2 2-16,-3 4 7 0,1 2 11 16,1 4 7-16,-1 4 3 0,-1 2 0 0,-1 1-1 15,-1 5-7-15,3 5-11 0,-3 3-8 16,2 7-5-16,0 4-3 0,0 6-2 0,1 6 0 16,4 3-1-16,-1 7 2 0,3 1 1 0,2 7 2 15,2 5 1-15,1 3 0 0,1 4 1 0,3 1-2 16,-1-2-1-16,3-4-1 0,2-5-1 0,0-8-1 15,1-4-2-15,2-10 0 0,-1-5 1 16,2-10 0-16,-1-5 1 0,-4-4 1 0,0-8 1 16,-5-3 0-16,-1-6 2 0,-4-3 1 15,-2-3 0-15,-2-3 0 0,-4 0 2 0,-4-3 0 16,-2 4-1-16,-1-1-1 0,-4 2 0 0,-1-1 0 16,-2 4-1-16,0-1-2 0,-3 3-1 15,3 2 1-15,-1 1-1 0,3 4-1 0,-2 3-1 16,5 4-1-16,-3 2-4 0,6 5-12 15,0 2-33-15,1 3-78 0,0 3-97 0,5 1-181 16,-1 2-292-16,3 1-347 0,3-1-371 0,-1-2-176 16,2 0 223-16,3 1 717 0</inkml:trace>
  <inkml:trace contextRef="#ctx0" brushRef="#br0" timeOffset="78137.91">9371 5472 52 0,'6'-2'507'0,"0"2"367"0,1 0 242 15,1 0 16-15,1 2-357 0,4-2-262 0,0 1-119 16,2 2-53-16,1 0-39 0,3 0-51 15,0 0-23-15,0-2-28 0,3 1-45 0,0 0-35 16,-1-1-38-16,1-1-21 0,0-1-25 16,-3-3-19-16,3 2-7 0,-3-1-6 0,-1-3 1 15,-1 1-2-15,-3 1-3 0,-1-2-54 0,-4 1-67 16,-2 1-124-16,-4 1-237 0,-3 2-298 16,-3-1-354-16,-2 4-282 0,-5 0-97 0,-4 2 471 15,-2-2 656-15</inkml:trace>
  <inkml:trace contextRef="#ctx0" brushRef="#br0" timeOffset="78346.92">9488 5272 137 0,'3'4'722'0,"0"-2"429"0,0 4 82 0,2-4-146 15,-1 7-411-15,1 1-298 0,2 2-146 0,1 3-69 16,1 5-31-16,-1 0-17 0,2 3-23 15,-1 3-26-15,4 0-25 0,-2 0-13 0,1-1-17 0,1 5-26 16,1-4-37-16,-3-1-131 0,1 1-246 16,0 0-285-16,-2-4-283 0,-1 1-274 15,2-4-95-15,-3-3 449 0</inkml:trace>
  <inkml:trace contextRef="#ctx0" brushRef="#br0" timeOffset="79129.82">10583 5620 95 0,'3'5'567'16,"-1"-2"372"-16,1-3 147 0,0 0-31 0,-1-3-347 16,3-2-252-16,0-2-114 0,1-2-26 15,2-3 0-15,1-2-25 0,1-3-38 0,2-3-31 16,1-3-40-16,1-4-43 0,-1-4-37 0,4-2-34 15,-1-5-15-15,1-3-11 0,0 2-14 0,1-4-10 16,-2 3-4-16,1-1-5 0,-2 4-2 16,-1 2-3-16,-1 6-1 0,-3 1 1 0,0 7 3 15,-3 3 1-15,-3 4 4 0,2 3 3 16,-4 3 2-16,1 2-1 0,-1 4-2 0,-1 3-1 16,-1 3-4-16,0 5-4 0,-1 6 5 0,1 5 0 15,-2 3 2-15,2 7-1 0,0 1-2 0,2 5 0 16,-1 1-4-16,1 4-2 0,0 2 1 15,-1 1 0-15,1 2 2 0,-1 2-5 0,1 1-5 16,1-4 4-16,0 0-2 0,-1-2 1 16,1-3-2-16,3-5 5 0,-3-3 2 0,1-2-12 15,0-4-37-15,0-5-72 0,-3-1-84 16,1-6-167-16,-2 0-292 0,-2-4-331 0,2-4-337 16,-3-4-202-16,1-3 130 0,2-4 677 0</inkml:trace>
  <inkml:trace contextRef="#ctx0" brushRef="#br0" timeOffset="80131.8">11728 5467 189 0,'-2'-3'545'15,"-1"0"357"-15,0 2 226 0,-1-2-165 16,0 1-260-16,1 1-138 0,0 1-87 0,0 3-89 16,-2 0-85-16,2 1-64 0,0 4-36 15,-3 1-45-15,2 2-47 0,0 3-35 0,2 2-22 16,0 0-12-16,1 3-13 0,2 3-11 0,1 2-7 16,1 1-5-16,2-1-1 0,1-2-2 15,0 1-4-15,2-4-1 0,0-1 1 0,2-5-3 16,-1-1-2-16,-1-5 2 0,0-1 4 15,1-5 0-15,-2-1 3 0,-1-6 2 0,2-2 2 16,-2-6-1-16,1-4-2 0,-2-2-1 0,-1-2-1 16,1-2-4-16,-2 1 0 0,2-1 1 0,-2 2-2 15,-2 1 1-15,1 3 2 0,-2 3 1 16,0 3 2-16,2 1 0 0,-2 5 0 0,1 0-1 16,-1 1-4-16,2 5-2 0,0 4-2 15,2 3-1-15,0 4 2 0,2 4 0 0,3 4 3 16,-1 4 3-16,3 1-1 0,3 3 0 0,-2 1-2 15,3 4 1-15,-2-1 1 0,1 4-3 16,0-1 3-16,-1 2 8 0,0 0 3 0,-2 3 8 16,0 0 6-16,-3-1 9 0,-2-3 6 15,-1 1 1-15,-2-1 5 0,-3 0-1 0,0-4 2 16,-3 0-2-16,-2-1 0 0,-1-5-1 0,-2 0-3 16,-3-5-3-16,1-4-8 0,-4-1-5 0,1-3-6 15,-4-3-8-15,0-4-4 0,-2-2-5 16,-2-6-2-16,1-4-1 0,-1-3-4 15,0-5-1-15,1-3-1 0,1-4 1 0,3-1-2 16,2-4 0-16,1 2 1 0,5-1 2 0,-1 1 0 16,6-2 0-16,1 2 0 0,4 0-6 0,3 0-14 15,4 0-36-15,0 0-74 0,4 0-82 16,1 0-147-16,1 3-273 0,2-2-325 0,-1 1-338 16,4 3-202-16,-1-1 46 0,-1 1 601 15</inkml:trace>
  <inkml:trace contextRef="#ctx0" brushRef="#br0" timeOffset="81096.17">13276 5182 288 0,'8'-12'646'0,"-2"3"351"15,-3 1 170-15,0-2-271 0,-3 3-154 16,-3-1-89-16,2 3-112 0,-5 1-108 0,-1 1-94 15,-1 2-68-15,-1-1-76 0,-4 4-78 0,-1 0-44 16,-2 4-28-16,0 5-19 0,-3 0-9 0,2 4-9 16,-2 4-2-16,0 4-3 0,3 4-2 15,1 4-1-15,0 2 2 0,4 6-1 0,3 3 1 16,2 1 0-16,3 6-1 0,3-1-1 16,3-2-2-16,2-1-1 0,3-4 0 0,4-3-2 15,-1-5 0-15,5-3 0 0,-2-7 1 16,3-2 1-16,0-6 1 0,0-3-2 0,-1-4-10 15,1-5-26-15,-1-3-42 0,1-7-56 0,-4 0-57 16,1-4-67-16,-3-2-101 0,-3-3-121 16,1 0-136-16,-2-3-231 0,-2 2-225 0,0 1-146 15,-4-2 131-15,2 2 394 0</inkml:trace>
  <inkml:trace contextRef="#ctx0" brushRef="#br0" timeOffset="81459.22">13339 5515 105 0,'5'-4'429'0,"-3"2"239"15,1 2 148-15,1 2-68 0,1 1-176 0,3 3-116 16,0 3-60-16,3 1-24 0,-1 2-22 0,1 3-46 16,3 3-63-16,-1-1-54 0,2 2-37 15,1 3-22-15,0 1-12 0,-2 0-9 0,2 0-11 16,-2 0-18-16,0-3-20 0,-2-1-22 16,-3-2-9-16,2-3-12 0,-5-1-7 0,2-2 0 15,-3-4 18-15,0-1 15 0,-1-2 26 0,-2-2 23 16,0-2 19-16,-2-4 5 0,0-1-17 15,0-5-11-15,-2-4-23 0,0-4-21 0,-2-3-16 16,-1-3-3-16,0-4-2 0,-1-2 0 16,-1 1-5-16,0-3-1 0,-1 3-1 0,3-2-9 15,0 4-3-15,2 4-2 0,0 3-2 0,-3 2 2 16,4 4 0-16,1 4 0 0,-1 1-3 16,2 3-1-16,0 1-1 0,3 1-2 0,-1 4 1 15,4 3 2-15,-1 0 2 0,0 2 2 16,1 1 2-16,2 1-12 0,1 0-38 0,-1 2-59 15,2-1-54-15,-1 0-68 0,1 2-120 0,-1-1-160 16,-1 0-247-16,3 1-227 0,-3 1-216 0,3 1-105 16,0-2 277-16,-3 0 485 0</inkml:trace>
  <inkml:trace contextRef="#ctx0" brushRef="#br0" timeOffset="81833.98">13788 5791 213 0,'2'6'681'16,"-1"-1"321"-16,1-1 70 0,1-1-195 16,0-1-348-16,2 2-260 0,2-2-140 15,2-1-63-15,0-1-31 0,1 0 16 0,4-1 16 16,-3-2 7-16,3 0 3 0,-1 1 3 0,-2-1-3 15,2 0-12-15,-4 2-12 0,-1-1 5 0,1 2 25 16,-4 0 82-16,0 2 80 0,-3 2 27 16,-1 1 1-16,-1 2-18 0,-3 4-34 15,0 2-64-15,-4 2-61 0,0 1-41 0,1 4-21 16,-2 0-16-16,1 1-7 0,1-1-6 0,-2 0-2 16,3 1-3-16,4-3 0 0,-1 0-2 0,2-2 0 15,3 0-2-15,1-1 1 0,-1-2-1 16,4-1 0-16,1-4-1 0,0 0-14 0,2-1-34 15,2-4-63-15,1-3-64 0,0-5-101 16,-1-1-157-16,2-3-232 0,-2-4-282 0,2-1-221 16,2-2-163-16,-2-3 151 0,5-3 482 0</inkml:trace>
  <inkml:trace contextRef="#ctx0" brushRef="#br0" timeOffset="82229.81">14337 5229 110 0,'-3'-15'717'16,"-2"7"468"-16,-1 5 97 0,-2 4-142 16,-3 6-336-16,3 6-309 0,-2 4-146 0,2 3-71 15,1 5-47-15,4 2-39 0,-1 2-53 16,6 2-51-16,1 2-33 0,2 3-12 0,7 3-6 16,0 2-3-16,5 0-3 0,0 3-2 0,2-3-4 15,2-3-13-15,1-7-7 0,0-5-4 16,3-6-2-16,-1-10 1 0,0-7-1 0,-2-6-1 15,2-7 4-15,-6-6 0 0,-2-3 1 16,-3-6-2-16,0-2 3 0,-5-3 0 0,-4-2 0 16,-4-1-2-16,-1-1 2 0,-4-2 1 0,-5 4-1 15,-2 0 1-15,-2-2-1 0,-4 5 1 0,1-2-1 16,-4 4 2-16,-1 4 3 0,0 4 2 16,0 1 2-16,-2 8-2 0,2 2-1 0,1 7-3 15,-1 4-7-15,2 4-1 0,2 3-2 16,1 7 0-16,3 0 0 0,1 2 0 0,4 3 1 15,2 1 0-15,2 1-3 0,4 0-3 16,1 2-16-16,1-1-38 0,4-1-58 0,0 2-57 16,2-2-87-16,3-2-156 0,1-1-262 0,2 1-273 15,1-7-228-15,4 1-182 0,-1-6 128 16,4-1 534-16</inkml:trace>
  <inkml:trace contextRef="#ctx0" brushRef="#br0" timeOffset="82755.8">14826 5664 4 0,'4'3'529'0,"10"6"3673"0,-10-11-3753 15,1 0-222-15,-1-3-104 0,5-3-53 0,0-3-28 16,0 1-15-16,3-3-2 0,1-2-4 15,1 2-10-15,-1-3 2 0,0 2 3 0,3 3-6 16,-4 0-5-16,1 1-5 0,-4 3 9 0,3 2 14 16,-3 2 40-16,-1 5 48 0,-2 0 39 15,-2 3 41-15,-1 5 15 0,-3 2-8 0,-2 3-27 16,1 3-35-16,-3 1-31 0,1 3-32 0,-2-1-25 16,0 1-16-16,2-1-12 0,2 0-7 15,-1-2-6-15,2 1-4 0,2-3-1 0,-1-2-1 16,4 0 0-16,1-2 0 0,1-4-1 0,2 1 1 15,2-2-1-15,1-2 1 0,1 0-1 16,0 0 2-16,3-1-2 0,0-1-1 0,0 2 0 16,1 0-2-16,0 0-1 0,-2-1-2 15,0 2 3-15,-2 3-1 0,1-2 1 0,-3 4 1 16,-1 0 2-16,-1 1 3 0,-4 3-2 0,0 2 2 16,-3 0-1-16,-4-1 1 0,0 5 2 15,-3-2 1-15,-2 0 5 0,-1-1 6 0,-2 2 7 16,-4-1 1-16,0 0 1 0,-5-1-2 0,3 0-2 15,-4-2-6-15,-2-2-7 0,1-2-3 0,-1-2-3 16,0-3-2-16,1 0 0 0,0-1-2 16,1-3 0-16,2 0-5 0,1-2-12 15,3 1-23-15,-2-1-57 0,5-1-67 0,-3-1-76 16,4 0-145-16,2 0-217 0,2 0-301 0,0 0-249 16,4 0-194-16,-1-3-1 0,3 2 485 0</inkml:trace>
  <inkml:trace contextRef="#ctx0" brushRef="#br0" timeOffset="99121.85">6638 7371 143 0,'2'-6'336'0,"1"-1"147"16,-3 2 132-16,2 1-129 0,-1 0 14 0,-1 0 58 15,0 1 35-15,0 1-7 0,0-1 2 16,0 2-47-16,-1 1-94 0,-1 0-88 0,-1-2-68 16,-3 2-50-16,1 2-63 0,-3-1-50 15,-3 2-38-15,0 2-32 0,-2 1-22 0,-1 1-13 16,-2 4-10-16,1 1-6 0,-1 3-7 0,-1 1 1 15,2 2-3-15,-2 2 2 0,1 2-4 16,0 1 1-16,2 1 2 0,0-3-1 0,3 3 1 16,1-1 0-16,2-3 1 0,2 1-2 15,3-1-1-15,1-3-2 0,4 0 1 0,3-1-2 16,5 0 3-16,0-2 0 0,3-2 3 0,6 1 0 16,1-3 1-16,2-1 3 0,5 1 0 0,0-3 2 15,3-1-1-15,0 0-1 0,0-2 0 16,0 2 0-16,-1 0-1 0,-3 0 0 0,0 2-2 15,-4-1 2-15,-3 3 0 0,-3 3 0 16,-2 0 4-16,-3 3-10 0,-4 1 7 0,-3 2 1 16,-1 2 0-16,-3 1-6 0,-3-1 0 0,-3 1 9 15,-2 2-4-15,-2-1-2 0,-4-2-1 16,0 3 7-16,-3-3-4 0,-1-4 0 0,-1 0-2 16,0-3 0-16,0-5-2 0,-1-4-1 15,2-3-2-15,-1-4-2 0,3-3 1 0,2-5-1 16,3-7 1-16,0 0 1 0,5-6 1 0,3-2 0 15,1-4 0-15,4-3 1 0,1-2-1 0,3-6-2 16,5 0 0-16,0-3-1 0,3-3 0 16,2 2 2-16,2-3 3 0,-1 0 4 0,2 1-1 15,-1 2 3-15,-1 4 0 0,0 2-9 16,-6 5-3-16,-1 6-2 0,-2 4 9 0,-2 6 9 16,-3 2 5-16,-5 5 9 0,-1 0 3 0,-4 4 1 15,-5 3-8-15,1 2-3 0,-6 4-1 16,1 1-1-16,-3 4-2 0,-1 0-1 0,2 3 0 15,-1 1-7-15,2 0-5 0,-2 1-3 16,5 2-2-16,1 0-3 0,2 2-1 0,3 0-5 16,4-2-19-16,0 0-51 0,4 2-67 0,2-4-72 15,1 2-136-15,3-4-212 0,0 3-310 16,2-3-256-16,4 1-201 0,0-3-30 0,1 0 439 16,4 0 531-16</inkml:trace>
  <inkml:trace contextRef="#ctx0" brushRef="#br0" timeOffset="99500.01">6988 7527 34 0,'3'17'477'0,"0"5"384"16,-1 3 212-16,0 6 34 0,1 4-326 16,0 5-270-16,4 1-141 0,2 3-78 0,0 1-47 15,4-2-62-15,-1-2-47 0,4-5-40 0,-2-7-40 16,4-4-28-16,-1-6-15 0,2-6-7 0,-3-5-5 15,3-8 4-15,-3-6 8 0,0-7-1 16,-2-8 1-16,-2-5 5 0,-2-6-7 16,-4-5 2-16,-1-3-6 0,-2-2-2 0,-1 0 0 15,-4 1 0-15,-2 3 7 0,-3 1-1 0,-1 3 31 16,-3 2 32-16,-5 4 23 0,0 3 15 16,-4 5 13-16,0 1 6 0,-1 6-25 0,0 6-24 15,-1 4-21-15,0 6-20 0,3 4-15 0,-1 8-15 16,2 3-9-16,1 8-1 0,2 2-3 0,1 6 3 15,6 1-1-15,2 6 2 0,4-1 0 16,2 2 0-16,5 2-2 0,5-2-3 0,4 0-4 16,0-3-3-16,5-4-40 0,2-3-66 15,1-5-69-15,1-7-120 0,3-6-177 0,-4-7-317 16,3-7-285-16,2-4-217 0,-2-11-90 0,-1-2 361 16,0-5 529-16</inkml:trace>
  <inkml:trace contextRef="#ctx0" brushRef="#br0" timeOffset="99801.8">7527 7668 110 0,'6'10'648'0,"-1"6"419"0,-2 4 122 0,2 4-86 15,-2 5-405-15,4 3-288 0,0 0-157 16,3 3-78-16,0-2-43 0,2-2-39 16,2-1-23-16,2-4-30 0,-2-2-21 0,2-6-5 15,0-6-8-15,1-6-4 0,-1-6 1 0,1-6 3 16,-4-6 3-16,1-8-2 0,-4-4-1 0,-2-4 1 15,-2-6-3-15,-4-2-3 0,-2-1-3 16,-2 1 3-16,-4 1 3 0,-4 0 19 0,-4 3 22 16,-3 1 17-16,-5 2 10 0,-3 2 7 15,-2 2 12-15,-1 2 9 0,0 4-1 0,-1 4-8 16,4 2-8-16,0 8-12 0,3 5-20 0,4 5-23 16,0 8-24-16,3 5-11 0,3 4-29 15,5 5-53-15,3 2-48 0,2 1-113 0,4 1-183 16,4 1-303-16,2-2-289 0,6 0-235 0,2-2-137 15,8 0 337-15,2 1 565 0</inkml:trace>
  <inkml:trace contextRef="#ctx0" brushRef="#br0" timeOffset="100431.86">8448 7774 18 0,'-2'-7'508'0,"2"1"478"15,-3 1 249-15,-2 2-46 0,0 2-294 16,-1-1-251-16,0 4-174 0,-1 1-113 0,2 3-72 15,-1 2-55-15,1 5-62 0,2 4-61 0,-1 0-41 16,2 8-25-16,6 0-11 0,1 3-8 0,2 2-6 16,4 3-6-16,1-2-6 0,3 1 0 15,0-3-4-15,1-2-3 0,1-4 1 0,-2-4-2 16,2-3 0-16,-1-6 1 0,1-3 0 16,-2-7 6-16,-1-4-1 0,-3-5 3 0,-3-4 2 15,1-5 1-15,-4-4 1 0,-3-4-2 16,-2-1 2-16,-2-1-3 0,-3-1 1 0,-2 3-2 15,-1-1 0-15,-2 4 2 0,0 2 0 0,-4 1 1 16,0 5 2-16,-2 2 3 0,0 2 2 16,1 5-1-16,0 1-2 0,-2 5-3 0,4 5-4 15,1 3-3-15,4 2-3 0,1 6-1 16,4 1-2-16,2 2 1 0,2 4 1 0,2 1-2 16,5 2-1-16,2-2 0 0,2 0-2 0,1-2-17 15,1-2-48-15,2-3-64 0,0-1-66 16,0-7-115-16,-1-4-164 0,0-5-226 0,2-8-258 15,-4-5-215-15,1-6-144 0,-1-6 202 0,-2-4 464 16</inkml:trace>
  <inkml:trace contextRef="#ctx0" brushRef="#br0" timeOffset="100817.8">8697 7436 432 0,'-1'-20'944'0,"-4"3"298"0,0 4 16 15,2 2-254-15,-2 3-280 0,0 6-225 0,2 2-140 16,-3 1-84-16,1 5-71 0,0 4-77 15,2 5-62-15,0 1-32 0,1 6-15 0,2 4-11 16,0 2-3-16,2 7 3 0,1 2 5 0,2 5 5 16,2 4 2-16,0 2 3 0,1 4-3 15,2-1-4-15,-1-2-5 0,5-1-7 16,-2-4-5-16,1-7-3 0,0-5-1 0,3-6-2 16,-2-6 2-16,-1-4 1 0,3-8 3 0,-2-6 2 15,0-4 0-15,-2-6-2 0,0-8-3 0,-1-5-3 16,-3-3-6-16,0-6-1 0,-2 0 1 0,-4-3 1 15,-2 0 5-15,-2 3 6 0,-3 2 5 16,-2 0 4-16,-1 3-1 0,-2 3 5 0,-1 3 2 16,-2 4 1-16,2 2 3 0,-3 5 1 15,3 3-1-15,-1 5-2 0,0 2-5 0,4 8-4 16,0 2-3-16,1 4-3 0,2 5-1 0,3 2-1 16,2 1-1-16,2 3 3 0,1 1-3 15,2-1 0-15,4 0-3 0,1-1-13 0,-1-1-46 16,4-4-65-16,-2-3-75 0,3-3-138 0,-3-4-200 15,2-3-313-15,1-5-273 0,1-3-209 16,-2-3-18-16,0-5 437 0,0-3 510 0</inkml:trace>
  <inkml:trace contextRef="#ctx0" brushRef="#br0" timeOffset="101223.73">9026 7774 400 0,'3'-2'725'0,"1"2"223"16,0 6 75-16,2 1-258 0,1 2-242 0,-1 3-150 15,2 1-78-15,1 4-43 0,-1 1-58 16,2 2-54-16,1-3-49 0,-2 3-30 0,1 1-20 16,2-2-11-16,-2-1-7 0,-2-1-4 15,0-2 13-15,1 0 37 0,-2-2 48 0,-1-2 37 16,-1-2 31-16,-2-3 11 0,0 0-11 0,-3-4-34 16,0 1-36-16,-3-6-37 0,0 1-29 15,-2-4-20-15,0-2-14 0,0-3-6 0,-1-1-5 16,-2-5-2-16,2-4-2 0,-2 1 0 0,1-5 4 15,0 0 3-15,1-5 2 0,-1 1 6 16,2 0 5-16,0 0 2 0,1-1 2 0,-1 2 0 16,2 1-2-16,0-1-2 0,3 5-3 0,-2 1-5 15,2-1-4-15,2 4 0 0,-2 1-3 16,2 1-2-16,-1 2-1 0,2 0-1 16,2 3 0-16,-1 1-1 0,0 3 0 0,-1-1-1 15,3 3 1-15,1 0-2 0,0 2 1 0,1-2 0 16,0 6 1-16,2 0 0 0,-1 0 0 0,1 4 0 15,-2 2 0-15,4 0-5 0,-1 3-21 16,-1 1-66-16,-1 2-71 0,1 0-138 0,0 1-229 16,0 0-316-16,0 0-345 0,1-1-256 15,3-2-69-15,-1 1 512 0,1-3 619 0</inkml:trace>
  <inkml:trace contextRef="#ctx0" brushRef="#br0" timeOffset="102373.74">10273 7686 61 0,'-1'5'514'0,"-2"-3"419"0,1-1 230 0,-1 2-29 15,3-1-388-15,-3-2-263 0,3 0-152 16,0 2-103-16,0-2-70 0,0 2-45 0,2-2-34 16,-1 1-28-16,4 0-19 0,2 1-13 0,2 1-7 15,2 0-6-15,4 0 0 0,1 0 21 16,5 2 7-16,1-1 2 0,0-1 2 0,2 1 3 15,1-1 2-15,0 0-21 0,-1-1-6 16,0-1-1-16,1-1-9 0,-1-1 2 0,-2-1-6 16,-3-1 1-16,0-2-12 0,-3 1-34 0,-2 0-30 15,-3-1-89-15,-2-1-158 0,-6-1-278 16,-1-1-282-16,-2 1-250 0,-5-3-188 0,-1 2 194 16,-3-3 533-16</inkml:trace>
  <inkml:trace contextRef="#ctx0" brushRef="#br0" timeOffset="102645.08">10512 7547 43 0,'8'4'346'0,"-2"-1"201"0,1 1 147 0,2 1-7 16,2 2-257-16,0 1-99 0,5-1 8 0,0 4 34 16,1-3 15-16,3 4 9 0,0 0-38 0,3-2-76 15,0 2-75-15,2-2-63 0,0 1-34 16,-1-1-20-16,3 1-6 0,-5 1 19 0,2 0 7 15,-2-2 14-15,-2 2 18 0,-4 0 2 16,0-1 11-16,-2 2-17 0,-4-1-13 0,-2 1-19 16,-4-2-25-16,-2 4-18 0,-4-2-25 0,-1 3-16 15,-3 0-9-15,-2-1-6 0,-3 0-14 16,-3 1-56-16,1-2-66 0,-6-1-121 0,3 0-199 16,-4-4-301-16,2-2-339 0,1-3-275 15,1-4-138-15,5-2 386 0,2-3 627 0</inkml:trace>
  <inkml:trace contextRef="#ctx0" brushRef="#br0" timeOffset="103597.47">13224 7510 138 0,'-8'-2'565'16,"-2"0"395"-16,-4 0 205 0,2 1-117 0,-4 1-330 16,2 0-140-16,-2 0-108 0,1 3-92 15,1 1-75-15,0 3-54 0,1 3-52 0,1 4-72 16,2 0-55-16,4 6-31 0,3 4-21 16,1 7-9-16,5 5-3 0,2 6 1 0,6 5-1 15,3 2 0-15,1 1-1 0,5-2 0 0,1-1 0 16,3-8-2-16,2-5-1 0,1-7-1 0,2-9 1 15,1-6-2-15,-2-9 1 0,2-9 2 16,-2-9 4-16,-2-5 3 0,-5-8-2 0,-3-7 0 16,-2-5-3-16,-5-2-2 0,-3-3 10 15,-5 0 9-15,-3 0 8 0,-4 6 7 0,-4-1 4 16,-6 7 3-16,-2 0-10 0,-5 2-10 0,-2 6-6 16,-3 1-6-16,2 5 1 0,-1 5-4 15,1 2 0-15,1 6-3 0,4 6-1 0,0 4-1 16,0 7-4-16,6 6-3 0,2 4 1 0,0 7-1 15,6 5 2-15,2 1-3 0,3 4-5 16,5-1-28-16,1 2-70 0,3 0-72 0,3 0-155 16,3-1-289-16,0-2-320 0,4-3-334 0,0 0-223 15,1-4 55-15,1-3 646 0</inkml:trace>
  <inkml:trace contextRef="#ctx0" brushRef="#br0" timeOffset="103807.92">13809 8032 114 0,'8'3'708'15,"-4"3"447"-15,-4 3 91 0,0 2-136 0,-1 4-374 16,-1 2-290-16,1 3-149 0,-4 3-71 0,4 2-39 16,-1 2-31-16,0 2-35 0,2-1-51 0,0 1-32 15,2-2-18-15,0 0-15 0,-1-2-56 16,4-2-65-16,-4 1-147 0,2-5-257 0,-1-1-294 15,0-4-324-15,1 1-221 0,-2-5 15 16,1-3 545-16</inkml:trace>
  <inkml:trace contextRef="#ctx0" brushRef="#br0" timeOffset="104461.33">14732 7483 49 0,'-3'-5'586'0,"-2"-1"477"0,1 2 185 16,-5-1-72-16,-3 3-309 0,3 0-272 15,-3 2-160-15,0 2-99 0,-1 0-57 0,-1 3-55 16,1 1-63-16,2 2-66 0,-1 2-43 15,2 2-25-15,4 1-15 0,-2 2-8 0,5 4-4 16,3-1-4-16,3 3 1 0,5 0-1 0,-2 3 3 16,5-2 2-16,3 2 1 0,1 0 0 0,0-1-1 15,1 1 2-15,1-2-4 0,0 1 0 16,-2-2 1-16,1-1 0 0,-2 0 0 0,-1 1 0 16,-1-1 2-16,-4 0 1 0,0 2 0 15,-3 0-1-15,-2-3 2 0,1 3 1 0,-4-4 1 16,0 0-1-16,-2-3 0 0,-1-3-1 0,-2 0-20 15,-3-6-63-15,0-2-64 0,-6-4-114 16,1-6-175-16,-4-3-310 0,1-6-320 0,-3-4-243 16,-1-5-143-16,0-4 316 0,-2-4 578 15</inkml:trace>
  <inkml:trace contextRef="#ctx0" brushRef="#br0" timeOffset="104646.01">14536 7549 140 0,'8'-5'658'0,"1"3"369"15,-1-2 98-15,2 4-100 0,4 0-403 0,0 3-277 16,4-1-135-16,-1 2-62 0,4-2-31 0,1 2-22 16,0-2-36-16,3 0-27 0,4 1-11 15,-1 0-8-15,2-2-6 0,2 2-2 0,1 0 5 16,0 1-2-16,2 0-14 0,0 3-53 16,3 0-123-16,-5 3-172 0,-2 1-289 0,1 4-274 15,-2 1-235-15,-1 0-19 0,-7 2 361 0</inkml:trace>
  <inkml:trace contextRef="#ctx0" brushRef="#br0" timeOffset="104857.53">15417 8089 363 0,'4'27'804'0,"-2"-1"280"0,0 4 43 0,-1-1-272 16,2 5-305-16,-1 0-201 0,1 4-109 15,1 2-56-15,-3 1-52 0,2-3-42 0,3 2-25 16,-3-6-26-16,2-1-20 0,0-3-25 16,0-6-20-16,0-1-73 0,-2-7-144 0,1-2-211 15,-2-4-286-15,-1-4-259 0,1-5-227 0,1-2 76 16,-3-6 445-16</inkml:trace>
  <inkml:trace contextRef="#ctx0" brushRef="#br0" timeOffset="107001.75">16443 7909 147 0,'-2'4'422'16,"1"2"240"-16,-1-1 182 0,0 0-112 16,-1-1-141-16,3-1-77 0,-1-1-62 0,-2 1-64 15,3-3-63-15,0 2-72 0,0-2-74 0,0 0-62 16,0-4-32-16,3-2-17 0,0-3 23 15,0-6 38-15,4-4 32 0,-3-5 24 0,4-6 10 16,1-6-12-16,1-3-31 0,1-2-37 0,2-2-27 16,-2-1-22-16,3 1-24 0,-3 0-10 0,2 4-7 15,-2 5-4-15,-2 6-8 0,0 4-4 16,-5 5 2-16,2 2 0 0,-1 5 2 0,-2 4 1 16,0 3 2-16,-1 4 0 0,-2 6-5 15,2 4-2-15,-1 3-1 0,-1 7-3 0,-1 4-1 16,1 3-2-16,0 3 1 0,0 3 0 0,0 0-1 15,0 0 0-15,1 0 0 0,1 2-2 0,1-1-1 16,0-1-2-16,3-6-2 0,-1-1-1 16,0-1-1-16,1-5-17 0,1-5-45 0,0-2-61 15,1-6-62-15,-3-6-103 0,3-2-166 16,-3-5-246-16,3-9-265 0,-4 0-217 0,3-5-162 16,-2-1 186-16,-1-5 506 0</inkml:trace>
  <inkml:trace contextRef="#ctx0" brushRef="#br0" timeOffset="107248.61">16734 7397 78 0,'0'0'595'0,"2"7"416"15,-1 0 148-15,4 4-71 0,1 2-370 16,2 2-296-16,3 3-138 0,3 2-34 0,2 3 2 16,3 4 1-16,1 2-21 0,1 1-25 15,1 2-38-15,0-1-46 0,-1 1-38 0,1 0-36 0,-1-1-19 16,-4-1-11-16,1-4-6 0,-4 1-3 15,0-1 0-15,-4-2-2 0,-4-1 0 0,1-1 1 16,-5-1-1-16,0-1 0 0,-4-2-1 16,-3-3-9-16,-4-2-33 0,1-1-60 15,-5-3-54-15,-4-3-92 0,-2-3-150 0,-2-4-199 16,-1-2-282-16,-3-5-229 0,2-2-195 0,-2-4 75 16,0-3 441-16</inkml:trace>
  <inkml:trace contextRef="#ctx0" brushRef="#br0" timeOffset="107433.78">16694 7564 222 0,'8'-17'553'0,"3"-1"269"16,0 5 237-16,2 1-112 0,4 2-300 15,2 1-169-15,1 0-71 0,2 1-62 0,1 1-108 16,2 0-80-16,-1 3-39 0,3 0-36 0,-2-1-33 16,2 0-18-16,-2 2-19 0,2 1-4 15,-1-1-3-15,-1 1-2 0,2 2-27 0,-2 2-39 16,0 1-94-16,-4 1-165 0,-2 3-299 0,1 3-287 15,-3 1-246-15,0 4-155 0,-3-1 263 16,0 4 529-16</inkml:trace>
  <inkml:trace contextRef="#ctx0" brushRef="#br0" timeOffset="107727.78">17708 8072 524 0,'-2'-5'1190'16,"-3"1"305"-16,1 4-128 0,-4 6-312 0,2 5-434 15,-1 2-219-15,2 2-144 0,-1 5-83 0,0 3-58 16,3 4-46-16,0-2-26 0,3 4-22 0,0-1-9 15,1 0-8-15,2 2 0 0,1-2-2 16,2-2-17-16,0 1-57 0,0-4-71 0,-1-3-124 16,2-2-196-16,0-4-308 0,0-5-342 15,-1-1-273-15,1-5-122 0,-3-4 397 0,2-4 614 16</inkml:trace>
  <inkml:trace contextRef="#ctx0" brushRef="#br0" timeOffset="108509.81">18488 7433 45 0,'4'-8'384'0,"2"-3"256"0,-3 4 169 0,2-3 19 16,-2 1-247-16,2 2-115 0,2-3-47 15,0 2-34-15,0-1-26 0,2 0-34 0,-1 3-54 16,5-1-67-16,0 3-34 0,0-2-17 16,0 3-4-16,3 2 20 0,-2 2-2 0,2 2-8 15,-2 3-18-15,4 1-21 0,-6 3-12 0,4 3-27 16,-3 3-17-16,0 2-13 0,-1 1-14 16,-1 5-7-16,2 2-10 0,-4-1-7 0,-1 4-4 15,0 0-2-15,2 2-2 0,-6-2-1 16,1 3-2-16,-2 0 2 0,-3-3-4 0,0 2 1 15,0-2 0-15,-3 0 0 0,2-2 0 0,-4-2 0 16,2-2 0-16,-1-1 0 0,-2-3-3 0,3-3-4 16,2-4-21-16,1-1-39 0,0-3-57 15,0-3-54-15,3-3-63 0,2-2-103 0,1-6-125 16,0-1-128-16,2-3-219 0,0-1-227 16,4-2-172-16,-2-2 88 0,4-1 369 0,0-2 384 15</inkml:trace>
  <inkml:trace contextRef="#ctx0" brushRef="#br0" timeOffset="108789.9">19093 7459 448 0,'3'-10'898'15,"0"2"277"-15,-1 2-28 0,0 2-354 0,-1 1-292 16,2 3-199-16,2 0-121 0,-1 4-57 16,3 2-23-16,1 2-1 0,4 2-2 0,0 3 15 15,0 1 2-15,2 3 9 0,2-1 7 0,2 2-7 16,-2 2-5-16,2 0-21 0,1 2-14 15,-3-1-24-15,3 0-1 0,-1 1 0 0,1 0-3 16,-2 1-1-16,-3 0-5 0,-1-1 1 0,3 0-19 16,-7 1-11-16,-1-2-6 0,1-1-4 15,-4 2-3-15,-2-2-1 0,-1-2-2 0,-4-1 0 16,-1 2-2-16,-2-2-6 0,-4-3-30 16,1-1-64-16,-5 3-58 0,-1-4-77 0,-2-3-139 15,-2 0-186-15,0-3-281 0,-3-2-226 0,1-3-201 16,-1-2-27-16,-1-6 392 0,-1-2 465 15</inkml:trace>
  <inkml:trace contextRef="#ctx0" brushRef="#br0" timeOffset="108996.88">19064 7650 253 0,'7'-32'664'16,"-2"2"319"-16,2 2 140 0,1-1-212 0,2 4-276 16,2-1-191-16,1 3-86 0,4 1-41 15,1 1-35-15,2 1-40 0,2 4-33 0,2-1-36 16,3 3-44-16,0 2-38 0,3 1-37 15,2 3-23-15,-2 0-11 0,1 2-8 0,1 0-3 16,0 1-4-16,-1 0-2 0,3 2-1 0,-3 1-2 16,-1-1-28-16,2 1-62 0,-2 1-57 15,-3-2-105-15,0 0-167 0,-2 0-291 0,-2 0-285 16,0-2-218-16,-1 1-138 0,-2-3 264 0,0 2 527 16</inkml:trace>
  <inkml:trace contextRef="#ctx0" brushRef="#br0" timeOffset="115571.83">3543 10242 151 0,'1'0'439'16,"1"0"240"-16,-2 0 162 0,2 0-135 0,-2 1-150 15,1 0-54-15,-1 4-56 0,2 0-42 0,1 0-36 16,3 6-20-16,-1 3-29 0,1 2-45 0,2 3-35 16,0 6-17-16,5 3-27 0,-2 6-30 15,3 1-38-15,0 6-32 0,2-1-26 0,-2 4-20 16,2-3-11-16,0 3-14 0,-2-1-6 0,-1 1-4 16,2-4-5-16,-2 0-6 0,0-5-1 0,-1-3-5 15,-2-3 1-15,0-2-1 0,-1-6 0 0,-3-3-1 16,-1-4-4-16,0 0-24 0,-3-4-63 15,-4-4-70-15,-1-5-138 0,-4-4-222 0,-2-7-312 16,-4-3-324-16,0-6-230 0,-2-4-54 0,0-2 497 16</inkml:trace>
  <inkml:trace contextRef="#ctx0" brushRef="#br0" timeOffset="116093.81">3565 10278 204 0,'5'-6'572'0,"-2"0"268"16,0 2 97-16,2-1-137 0,0-1-187 0,1 4-155 16,0-5-95-16,2-1-53 0,0 0-28 15,3 1-62-15,0 1-72 0,3-1-49 0,0 0-34 16,1 1-18-16,2 0-4 0,0-1 10 0,1 3-5 16,-1 2-2-16,1-1-2 0,1 3 28 0,-2 3 13 15,2 2 14-15,0 3 23 0,-3 4 10 0,1 2 12 16,-4 4-20-16,-1 6-16 0,-2 5-25 15,-4 4-26-15,-1 3-17 0,-2 3-14 0,-3 3-11 16,-1-2-6-16,-1 1-3 0,-1-5-2 16,0-2 1-16,0-4-1 0,-1-4 0 0,3-4-3 15,-1-4-2-15,0-3-1 0,2-4-4 16,2 0 0-16,0-3 1 0,1-2 0 0,0-1 3 16,4-2 1-16,-1 0 2 0,5-2 0 0,-2-1 0 15,5-1 2-15,-1-1-1 0,0-1 2 0,4 0-3 16,2 2 0-16,0 1 1 0,0 0 1 15,0 3 0-15,3 1 0 0,-1 1-1 0,-2 4 2 16,0 0 0-16,-2 3-1 0,-3 3 1 0,-1 0-5 16,-2 3-1-16,-5 1-1 0,-1 0 0 15,-5 3 8-15,0-1 9 0,-6 0 15 0,-2 0 11 16,-4 1 7-16,-1-2 3 0,-3 3-8 16,-2-4-9-16,-2 0-2 0,-2-2-9 0,-1-2-4 15,0-2-4-15,-4-4-2 0,2-3-3 0,-2-2-7 16,5-3-3-16,-2-1-3 0,5-1-2 15,3-3-5-15,1 0-13 0,3 1-30 0,4-2-68 16,-1 0-73-16,4-4-128 0,4 1-203 0,1-4-310 16,3-4-326-16,3 0-232 0,5-2-89 15,-1-2 418-15,5 0 602 0</inkml:trace>
  <inkml:trace contextRef="#ctx0" brushRef="#br0" timeOffset="118065.94">6313 10781 270 0,'-5'8'640'0,"0"0"303"0,2-1 86 0,-3-2-258 16,3-4-242-16,3-1-122 0,0-3-105 0,3-3-66 15,0-6-24-15,5-3-6 0,0-6-17 0,3-1-21 16,5-8-12-16,0 1 9 0,3-4-2 0,1-5-11 16,1 1-26-16,2-3-22 0,1-1-18 15,1 2-28-15,-2-1-23 0,0 2-10 16,1 3-7-16,-2 0-6 0,-3 5-6 0,0 2-4 16,-3 3-1-16,0 5-3 0,-5 1 1 0,1 6 0 15,-4 2 0-15,-1 2 1 0,-4 3-1 0,0 3-30 16,-1 5-56-16,-4 1-67 0,-3 4-159 15,-1 5-257-15,-4 1-307 0,-4 5-302 0,1-1-226 16,-4 0 30-16,-2 0 587 0</inkml:trace>
  <inkml:trace contextRef="#ctx0" brushRef="#br0" timeOffset="118329.26">6292 10294 72 0,'5'-1'498'0,"-2"-1"312"16,2 1 159-16,0-1-7 0,1 4-337 16,4 1-210-16,0 1-110 0,3 4-28 0,3-1-14 15,0 5-3-15,3 1-33 0,0 1-23 0,5 4-16 16,1 3-22-16,0 3-24 0,2 3-28 16,-2 3-27-16,2 5-33 0,0-1-22 0,0 4-12 15,0-1-7-15,-2 1-1 0,0 1-2 0,-1-2 0 16,-2-1-7-16,0-2-45 0,-4-3-41 15,-1-3-51-15,-4-5-101 0,-1-4-156 0,-5-5-205 16,-2-4-260-16,-2-3-242 0,-3-7-181 16,-2-7 163-16,-1-5 455 0</inkml:trace>
  <inkml:trace contextRef="#ctx0" brushRef="#br0" timeOffset="119067.49">7062 10149 197 0,'5'-8'679'0,"-2"2"382"0,-3 5 129 16,0-2-183-16,-3 3-347 0,0 3-211 0,3 1-107 16,-3 4-70-16,1 2-51 0,2 3-41 0,0 5-31 15,0 2-19-15,3 4-24 0,2 3-17 0,1 5-4 16,2 2-4-16,0 4-3 0,0 1-14 16,3 1-21-16,-1 2-11 0,-1 0-12 0,2-1-7 15,-1-1-3-15,-1-1-2 0,-1-4-2 16,0-3-2-16,-2-6-2 0,-1-2 0 0,0-5-1 15,-1-5 1-15,-1 0 3 0,-1-4 8 0,0-3 6 16,-2-2 4-16,-2-2 2 0,0-5-1 0,-2-2-2 16,-4-5-7-16,0-3-5 0,0-4-7 15,-3-4-1-15,2-4 0 0,-1 1 0 0,-2-7-1 16,0-1 1-16,3-1 0 0,-2-2 1 16,3-1-1-16,2 1-1 0,1 0 0 0,3-1-2 15,1 2-1-15,2 1 1 0,2 1-2 0,2 1-1 16,3 3-3-16,0 2 1 0,5 1-1 15,0 3-1-15,2 0 0 0,0 3 2 0,2 1 2 16,-1 2 1-16,1 3 2 0,1 2 0 0,-1 1 2 16,0 1-1-16,-1 4 0 0,-2 2 0 15,0 1 3-15,-2 2 1 0,-2 3 3 0,0 1 2 16,-5 4 2-16,0 2 2 0,-2 3 0 16,-3 3 0-16,-3 4 1 0,-2 0 0 0,-2 6-3 15,-1-2-3-15,-4 2-2 0,-1 3-2 0,-1-1-3 16,0 1 0-16,1 0 0 0,-1-1 0 15,1-4-1-15,1 0 2 0,4-5-1 0,1-1-1 16,1 0 0-16,3-2-2 0,0-1-1 0,3-1-1 16,3-2 0-16,0 1 1 0,3-1 0 15,4-2 1-15,0-1 0 0,2 0 0 0,2-2-1 16,4-2 1-16,-1-2 1 0,2 1 0 0,3-5 1 16,-1-5 0-16,4 1-1 0,0-2 1 15,2-3 2-15,0 0-1 0,3-1-1 0,-2-2-23 16,1 0-68-16,-1 1-71 0,-4 1-129 0,0-1-226 15,-2-1-318-15,-3 2-338 0,-3-2-232 16,-2-1-75-16,0 0 464 0,-6-2 615 0</inkml:trace>
  <inkml:trace contextRef="#ctx0" brushRef="#br0" timeOffset="119315.16">7706 10081 485 0,'3'-5'961'0,"-1"4"238"0,-1 0-60 16,1-1-340-16,4 4-312 0,-3-1-211 0,2 4-104 16,3 2-37-16,0 2-4 0,3 4-2 15,0 4-19-15,1 3-8 0,1 3-16 0,2 7-26 16,0 1-21-16,1 5-19 0,0 1-8 16,-2 4-6-16,0-1 0 0,-1-2-1 0,-2-3-2 15,-3-1-32-15,-2-6-28 0,-1-4-30 0,-2-5-48 16,-3-3-95-16,0-7-130 0,-6-3-113 15,1-6-174-15,-3-3-268 0,0-3-189 0,-3-4 53 16,0-6 293-16,-3 0 336 0</inkml:trace>
  <inkml:trace contextRef="#ctx0" brushRef="#br0" timeOffset="119660.15">7698 10146 236 0,'-3'-24'399'0,"1"1"137"15,2 4 7-15,0 1-196 0,2 1-130 0,1 4-75 16,2 0 10-16,1 3 27 0,5 1 68 15,-1 3 73-15,2 2 48 0,4 2 30 0,0 2-35 16,4 3-34-16,2 2-60 0,2 0-65 16,2 3-60-16,1 1-50 0,1 3-31 0,0 2-19 15,4 1-16-15,-2 2-9 0,0 0-4 0,0 2 6 16,0 1 19-16,-1-1 22 0,-1 4 50 16,-3-3 55-16,-2 2 44 0,-1-1 15 0,-4 1-4 15,-3 4-21-15,-1 0-37 0,-6 0-39 0,-2 2-32 16,-4 1-20-16,-2 2-17 0,-2 0-10 15,-6 0-4-15,0 1-7 0,-6-2-6 0,1-3-5 16,-4 0-5-16,0-2-4 0,-4 1-5 0,2-2-4 16,-2-3-1-16,1 0-2 0,0-1-1 15,0-1-1-15,3-2-2 0,1 0 0 16,1-1 0-16,3-3-2 0,0-3-11 0,4 0-26 16,0-3-68-16,3-3-67 0,0 0-118 0,1-3-185 15,4-1-307-15,0-1-331 0,4-3-234 0,-2 0-143 16,1-1 323-16,2 1 609 0</inkml:trace>
  <inkml:trace contextRef="#ctx0" brushRef="#br0" timeOffset="126263.08">6180 12345 188 0,'3'-5'353'15,"0"1"141"-15,-3-1 43 0,2 4-134 0,0-2-84 16,-1 1-8-16,-1 0 39 0,0 2 43 15,2-1 33-15,-1 1 2 0,-1 0-32 0,0 0-54 16,0 0-68-16,0 0-64 0,2 0-55 16,-2 0-37-16,0 1-18 0,0-1-3 0,0 4 6 15,2-1 6-15,-1 1 5 0,-1 2 0 0,0 3-11 16,0 0-8-16,2 2-1 0,-1 3-3 0,-1 0-13 16,0 3-9-16,2 1-8 0,-2 2-15 15,0 0-17-15,0 3-11 0,0 1-2 0,0 1-5 16,0 1 10-16,-2 2 5 0,2-1 0 15,0 1-1-15,0 3-2 0,0-3-2 0,0 1-10 16,0 3-5-16,2-2-3 0,-2 1-1 0,0 0 1 16,0 1 2-16,0 1 2 0,0 1 3 15,0-1 0-15,0 2 2 0,0 1-1 0,-2-2 0 16,2 3-9-16,-1-2-5 0,-1 3 4 16,2-1-1-16,-3 3 1 0,1-2-3 0,1 3 8 15,-1-1 3-15,1 2-7 0,-1-1-3 0,0 1 1 16,-1 0-1-16,0-2 2 0,1 1 1 15,-2 0 2-15,2 2-6 0,-1-1-3 0,0 1-2 16,1 1-4-16,-1-1-1 0,0 1-1 0,0 1 6 16,-1 1 3-16,1 1 8 0,0 0 3 15,0 1 0-15,0-4 3 0,2 0-1 0,-3-3 1 16,3-1-4-16,-1-2 0 0,0-3-2 0,1 0-5 16,-1 1-2-16,2-2-5 0,0-1-2 15,-3 2-3-15,3-2-1 0,-2-2 7 0,1-1 4 16,-1 1 1-16,2-3 1 0,-3-1 1 0,0-2 1 15,2 0 0-15,-1 0-3 0,-1-3 2 16,3-1 0-16,-2-2 2 0,-1-5-2 0,1-2 0 16,1-3-1-16,1-3-1 0,-2-2-4 15,1-2-19-15,-1-5-45 0,0-4-61 0,1-5-60 16,-1-3-129-16,-1-7-170 0,1 0-265 0,-2-5-259 16,1-3-217-16,1-1-115 0,-1-4 325 15,0-4 487-15</inkml:trace>
  <inkml:trace contextRef="#ctx0" brushRef="#br0" timeOffset="127087.74">6055 12347 60 0,'3'-1'274'0,"-1"1"146"16,-1-1 138-16,1 1-90 0,0 0-91 0,-1 0-42 15,-1 0 2-15,2 0 59 0,-1-2 32 0,-1 0 10 16,2 1-25-16,0-2-43 0,-1-3-54 16,2 0-74-16,-1-1-48 0,4-2-31 0,-3 0-19 15,0-2-11-15,2-1-9 0,-2-1-1 16,4-1-14-16,-2 1-15 0,1-2-23 0,0 1-16 15,-1-1-15-15,3 2-18 0,-2 2-6 0,2 1-6 16,0 1-2-16,0 0-5 0,0 5 2 16,3 1 2-16,-2 2-2 0,-1 2 5 0,3 4 10 15,-1 3 7-15,-1-1 0 0,2 3 1 16,-3-1 3-16,2 5-8 0,-1-2-7 0,-1 1-6 16,0-2-1-16,0 3 3 0,-2-1-2 0,2 1 1 15,-3-1-3-15,1-1 1 0,-1 1-2 0,1-1-5 16,-3-1-3-16,0-2 0 0,2 2-2 15,-3-3-2-15,-1-2-41 0,1 1-61 0,-2 0-116 16,0-2-223-16,-2 1-290 0,-1 1-334 16,0-1-292-16,-3 2-125 0,-2-1 405 0,0 2 655 15</inkml:trace>
  <inkml:trace contextRef="#ctx0" brushRef="#br0" timeOffset="130967.75">5886 14635 114 0,'-2'5'311'16,"1"1"140"-16,-1-2 106 0,1 1-188 0,-1-1-137 15,2-1-75-15,-2 0-42 0,2 0-26 0,0 0-13 16,0-2-11-16,0 1-11 0,2 0-11 16,0-1 28-16,1 2 19 0,0-1 42 0,2 0 32 15,0 3 15-15,2-3 23 0,0 3-9 16,1 1 16-16,1-2 0 0,2 2-4 0,2 0-9 16,1 0-29-16,0 0-12 0,0 0-8 0,2-1-26 15,0 0-18-15,0 1-14 0,1-1-8 16,1-3 0-16,1 3-4 0,1-3-8 0,-1 0-9 15,3 2 3-15,-1-3-3 0,-2 0-19 16,3-1-19-16,1 3 1 0,0-3 8 0,-1 0 3 16,3 0 5-16,-1-3 3 0,-2 3-2 0,4-1-12 15,0 0-7-15,0 0-5 0,0-2-2 16,1 1-3-16,0 2-2 0,0-2 1 0,0-3-6 16,0 4 0-16,0-2 0 0,0-1-3 15,-1 0-1-15,1 0 1 0,0 0-1 0,-3-1 2 16,3 1 0-16,-2-1 0 0,0-1 1 0,1 2-5 15,-2-1 4-15,1 1-6 0,0 0-2 16,0 0 0-16,-1-1 3 0,0 3 0 0,1 0-5 16,0-1 4-16,1 1 1 0,-3 1 3 15,1 1-1-15,0-1 3 0,-2 1 4 0,1-2-1 16,0 2-4-16,-1 0 3 0,0-1-2 0,0 1-2 16,-3 0 1-16,3-2-2 0,0 2 6 15,-2 0-5-15,2 0 2 0,-2 0 2 0,1 0-1 16,1 0 3-16,0 0 0 0,-1 0 1 15,1 0-4-15,0 0-1 0,0 0 0 0,-1 0-2 16,-1 2 0-16,2-1 0 0,-3-1 1 0,0 2 2 16,-1-1-3-16,0 0-3 0,1 4 1 0,-3-5-3 15,3 2 3-15,0 0 2 0,0 1 0 16,0-1 1-16,-1 2-1 0,2-4 4 16,-1 4-7-16,2-1 1 0,-1 0-2 0,-1 0-1 15,3 0 0-15,-1 0 0 0,-2 0 3 0,3 2-1 16,-2-3 3-16,0 1 3 0,0 2 1 0,0-3 0 15,1 3 3-15,0 0 2 0,-1-1-4 16,1 2-1-16,1-1-1 0,-2 1 1 0,1-1-4 16,1 3-2-16,0-2 1 0,0 2 1 15,-1-1 4-15,0-1-2 0,-1 2 0 0,-1-2 4 16,2 1-2-16,-1 1-1 0,-1-2-3 0,0 1-5 16,-3-1 3-16,3 0-3 0,-3 2 4 15,1-2 5-15,2 0-7 0,-3-1 6 0,3 1-3 16,-2-1-3-16,2 1-4 0,2 2 2 15,-2-3 1-15,3 1 0 0,0 0-1 0,0-2 5 0,2 2-1 16,1-2-4-16,0 1 8 0,2-1 2 16,0 1-1-16,-1-1 2 0,2-3 0 0,2 3-1 15,0-3-5-15,0 0 0 0,0 1 7 16,0 0-4-16,0-2 1 0,0 0 6 16,2 0 1-16,-2 0-6 0,2 0-6 0,-2 0 1 15,1-2 1-15,-2 2 0 0,-1-2-4 0,1 1 8 16,-1 0-1-16,-1-1-1 0,0 0-1 0,-2 1-1 15,2-1-1-15,0 1-3 0,0-2 6 16,-2 3 3-16,2-1 0 0,0-1-1 0,-2 2 1 16,1-1 2-16,0 1-6 0,0 0 6 15,0 0 31-15,1 0 22 0,0 0 14 0,-3 0 4 16,3-1 2-16,-2 1-4 0,2-2-26 0,0 2-21 16,0-2-9-16,-2 1-8 0,2-1-1 15,3-1 1-15,-3 0 0 0,1 0 2 0,1-1 0 16,-1 1 15-16,1-1 13 0,-1-1 3 0,0 1 1 15,-1 0-1-15,1-1 0 0,-2 4-16 16,1-2-14-16,0 2-6 0,1-1-4 0,1 2-3 16,-1 0-2-16,1 0 1 0,-1 0 2 0,-1 2-3 15,3-1 3-15,-4 1-1 0,2-1 0 16,-1 0-1-16,0 1 2 0,-2 0 0 0,2 1-2 16,-2-1 3-16,-2 2 1 0,2 1 0 15,-2-3 0-15,1 2-2 0,-2 0 1 0,0 0-2 16,0 1 8-16,-2-1 3 0,0 1 2 0,0 1 2 15,-3-2 0-15,1 2 1 0,-2-1-8 0,2-1-4 16,-2 0-3-16,-1 3-3 0,2-2 0 16,-4-2-1-16,3 2 0 0,0 0 0 0,1-1 1 15,-1 2 0-15,1-1-1 0,-1 1 0 16,3-2 1-16,-1 2 5 0,1-1-1 0,1 1 2 16,1-2 1-16,1 2 2 0,0-1-3 0,0 0-3 15,2-3 2-15,-2 2-2 0,3 0-1 16,-2-1 1-16,2 0-1 0,0-2 0 0,-3 2-2 15,3-1 2-15,-4-1-1 0,1-1-1 16,0 0-1-16,-3 0 1 0,2 0 2 0,-2 0-2 16,-2-1 0-16,2-1 1 0,-3 1-1 0,1-1 0 15,-1 1-1-15,0-1 2 0,-2 1 0 16,2 1 0-16,-2-1 7 0,0 1 3 0,2 0 3 16,0 1 1-16,0 0 1 0,3 1 1 0,0 1-5 15,0 0-3-15,1 1-2 0,2-1-3 16,-2 1-1-16,0-2-1 0,2 1 0 0,-1 0-1 15,1 0 1-15,0-2-1 0,-1-1 1 0,-1 4-2 16,2-4 0-16,-3 0 0 0,0 0 2 16,0 0 0-16,-3-2 1 0,1 0 0 0,-1 2 0 15,1 0 1-15,-2-1-1 0,0 1 0 16,-2 0-1-16,1-2 1 0,-2 2 0 0,-1 0 0 16,1 0 0-16,-2 0 2 0,-1 0 0 0,2 0 0 15,-1 2 0-15,-1-2 0 0,2 1-1 0,-1-1-1 16,-1 0-1-16,1 2 0 0,-2 0-1 15,0-2 0-15,0 0 0 0,2 0-1 16,-3 0 1-16,1 0-1 0,0 0 0 0,1 0-1 16,-1 0 0-16,0 0 0 0,1 0-1 0,-1 0 1 15,0 0 1-15,-3-2-1 0,3 0 0 0,-4 2 0 16,1 0 0-16,0-1 0 0,-3 1-1 16,-1 0 2-16,1-2 0 0,-2 2 0 0,0-1 1 15,0 1 1-15,-2-1 0 0,1 1 0 16,-1-2-2-16,-1 2-4 0,1 0-4 0,-1 0-10 15,1 2-16-15,-1-1-32 0,2 2-67 0,-2 2-63 16,1-3-108-16,-1 3-178 0,3 0-299 16,-3-1-309-16,3-1-230 0,0-1-160 0,0-2 288 15,0 0 613-15</inkml:trace>
  <inkml:trace contextRef="#ctx0" brushRef="#br0" timeOffset="131457.68">12513 14924 133 0,'0'-2'503'15,"0"1"292"-15,0-2 173 0,0 3-96 0,1 0-242 16,-1 0-179-16,0 0-112 0,2 0-68 0,-1 0-55 15,2 0-47-15,-1 0-47 0,-1 0-40 16,4 3-19-16,-2-2-9 0,2 1 0 0,2 1 1 16,-1 1 1-16,5-1 11 0,-2 1 8 15,-1 1 5-15,3-1-3 0,0 3 2 0,2-2-7 16,-2 1-16-16,2 0-15 0,1 2-5 0,-1-3-9 16,-1 4-8-16,2 0 6 0,-1-2 10 15,1 2 5-15,-1-2 1 0,-1 2 2 0,0-2-1 16,-3 3-3-16,2-3 9 0,-3 1 10 15,-1-2 11-15,-1 1 7 0,-2-2 6 0,-1 1-2 0,-1 0-14 16,-2 0-12-16,0-2-11 0,-3 2-7 16,0 2-4-16,-5-2-3 0,2 1-1 0,-2 1-1 15,-5-1-1-15,2 1 1 0,-3 1-3 16,-4 0 0-16,1 0-2 0,-2-1-3 0,-1 2-2 16,0-2-3-16,0 1-3 0,1 0-1 15,1-1-4-15,1 1-1 0,1-3-2 0,1 0-2 16,3 0-1-16,0 0-1 0,2-1-7 0,2-2-13 15,2-2-36-15,0 2-75 0,1-3-87 0,2-3-161 16,0 0-289-16,0-1-329 0,1-4-342 16,-1 1-187-16,1-2 121 0,-3 0 656 0</inkml:trace>
  <inkml:trace contextRef="#ctx0" brushRef="#br0" timeOffset="132525.79">12010 16052 61 0,'1'0'325'0,"-1"-4"187"0,0 3 148 16,2 0-59-16,-2-3-169 0,1 1-82 0,-1-1-1 16,2-1 37-16,1-1 31 0,2-1 6 15,1-1-41-15,0-1-59 0,2 1-70 0,2-3-57 16,2 3-36-16,0-1-23 0,3 1-7 0,0 1 5 16,3 0-1-16,-1 2-11 0,1 1-5 15,-2 1-11-15,3 3-13 0,-2 0-20 0,1 1-10 16,-1 4 1-16,-2-1-13 0,0 4-8 0,-4 2 0 15,1 0-1-15,-2 3-1 0,-2 2-10 16,-3 1-3-16,-1 1-1 0,-3 1-1 0,-1 2-3 16,-1-3-3-16,-6 4 0 0,-1 3-3 0,0-3-4 15,-4 3-1-15,-3 0-3 0,-2 2-1 0,3 1-6 16,-5-2-7-16,0 1 1 0,3-1 1 0,-3 2 1 16,5-4 0-16,-2-1 7 0,5-3 4 15,1 1-2-15,0-3-2 0,3-2-3 0,2-5-3 16,4 1-3-16,-1-3 0 0,4-1-1 0,2 2 0 15,1-3 0-15,2 0 1 0,3-2 6 0,0-1 5 16,1 0 2-16,3-3 0 0,2 0 0 16,2-1 0-16,-4-2-5 0,5 0-4 0,1-3-1 0,-2 0-1 15,2-2 1-15,1-1 1 0,0-1-1 16,-1 0-8-16,2-1-29 0,-3-1-62 0,0 2-65 16,1-3-90-16,-4 1-159 0,3 0-226 0,-3-1-303 15,-2 1-237-15,1-1-197 0,-1-1 67 0,-2-2 500 16</inkml:trace>
  <inkml:trace contextRef="#ctx0" brushRef="#br0" timeOffset="132867.75">12685 16161 7 0,'6'6'436'0,"1"6"401"16,-3 0 276-16,4 3 31 0,0 3-330 0,2 0-255 16,0 1-147-16,3 1-85 0,0 4-60 0,3-3-53 15,-2 0-41-15,2-1-37 0,2-4-53 0,-2-3-33 16,3-1-23-16,1-4-11 0,-2-3-12 15,1-3-3-15,-3-4-1 0,1-3 3 0,-1-3-1 16,-2-2 4-16,-1-4 1 0,-2-2 7 0,0-4 1 16,-4-1-2-16,-3-1 14 0,0-2 24 0,-3-2 12 15,-4 2 12-15,1-1 7 0,-4 0 0 16,0 2-10-16,-5-1-22 0,-2 1-14 0,-1 2-12 16,-2 0-9-16,-3 1-6 0,1 2 3 0,-2 4 1 15,0 2 1-15,0 3-1 0,-2 3-2 0,2 4 0 16,1 4-4-16,-2 4-3 0,5 4 0 15,-1 4-3-15,3 3 0 0,0 2 0 0,2 5 0 0,2-2-3 16,0 0-5-16,5 2-20 0,0-4-40 16,1 1-58-16,2-4-52 0,-2 2-70 0,2-2-133 15,0-4-149-15,2 0-219 0,-1-2-224 16,1-2-228-16,0 1-91 0,-2-6 323 0,2-1 453 16</inkml:trace>
  <inkml:trace contextRef="#ctx0" brushRef="#br0" timeOffset="133083.82">12626 16242 28 0,'3'1'567'0,"-1"-1"487"0,1 2 184 16,2-2-105-16,1 1-355 0,0 1-340 0,2-2-213 16,4 1-102-16,2-1-43 0,2-1-19 0,2-1-13 15,4-1-13-15,-1-3-9 0,3 0-7 0,1-1-11 16,2-4-5-16,3 2-5 0,-2-2-3 15,2-1-2-15,0 2-7 0,-1 0-12 0,-1 1-68 0,-2 0-147 16,-1 1-280-16,0 2-269 0,-3 1-262 16,-1 4-203-16,-2 1 134 0,-6 0 502 0</inkml:trace>
  <inkml:trace contextRef="#ctx0" brushRef="#br0" timeOffset="135310.26">5279 12075 224 0,'6'-2'541'0,"-3"1"254"0,-3 1 154 16,2 1-170-16,-2 1-175 0,0 1-122 0,0 2-95 16,0 1-66-16,0 1-64 0,0 3-73 15,1 2-69-15,1 2-48 0,0 2-25 0,1 2-17 16,0 2-9-16,0 1-7 0,2 0 1 0,1 1-6 16,-3 0-4-16,2 1 1 0,0-2-1 0,-2 0 2 15,2-2 1-15,-2-3-5 0,-1 1-27 16,-1-4-97-16,2-1-153 0,-6-2-296 15,2-3-270-15,-4-4-264 0,2-3-152 0,-4-6 249 16,1-4 493-16</inkml:trace>
  <inkml:trace contextRef="#ctx0" brushRef="#br0" timeOffset="135551.72">5111 11953 11 0,'-3'2'397'0,"0"1"311"15,1-2 210-15,-1 2 22 0,3 0-338 16,0 2-233-16,2-3-139 0,1 2-40 0,2 3-21 16,-1-1-10-16,3 0-9 0,4-1-26 15,-2-1-32-15,3 1-42 0,1 0-22 0,2-3-10 16,2 1-6-16,-1-1-2 0,3-1-2 0,3-1 0 16,-3-1 0-16,5-1-1 0,-1-1-3 15,-2 1-12-15,3-2-61 0,-4 0-102 0,-2 1-128 16,1 1-243-16,-4 1-266 0,-2 1-209 15,-3 1-9-15,-1 1 249 0,-6 3 347 0</inkml:trace>
  <inkml:trace contextRef="#ctx0" brushRef="#br0" timeOffset="135747.16">5241 12405 181 0,'0'10'475'0,"-2"-1"211"0,2 0 112 15,2-3-191-15,1-1-249 0,5-1-175 0,-2 1-93 16,5-2-44-16,-1-1-22 0,6-1-8 0,-2-1 18 16,5-3 12-16,1 0 6 0,1 0-2 15,1-3-7-15,2 1-51 0,-1-2-126 0,1-1-288 16,0 4-215-16,1 0-133 0,0 3-12 0,1 0 180 16</inkml:trace>
  <inkml:trace contextRef="#ctx0" brushRef="#br0" timeOffset="138481.07">6408 13847 74 0,'-2'5'335'0,"2"-2"190"16,0 0 155-16,-1 0-76 0,1 0-194 0,0-1-123 15,0 1-57-15,1-2-15 0,2 2-1 0,2 1-7 16,3 0 6-16,0 2 8 0,3-2 14 16,3 1-5-16,2-1-19 0,3-1-16 0,0 0-37 15,3-1-32-15,3-1-26 0,0-2-28 16,4-1-15-16,-1-1-12 0,1-1-1 0,4-4-5 16,-3 1-18-16,2-5-9 0,-2-2-7 0,1-4 1 15,-3-3-6-15,0-3 1 0,1-5-1 0,-4 0 4 16,-2-6 1-16,-1-3-5 0,-2-6 3 15,-2-3-2-15,-3-3 2 0,0-1-1 16,-2-2-2-16,0-2 0 0,-4 0-3 0,1 1-5 16,-1 1 3-16,-3-1-3 0,1 5 4 0,-1 2 4 15,-1 1 0-15,0 4 7 0,1 1 0 0,0 4 3 16,-3 3-3-16,2 2-4 0,0 3 0 16,-2 4 4-16,3 0-2 0,-4 6-2 15,3 3 1-15,-2 1 4 0,0 3 3 0,0-1-5 16,-1 5-3-16,1 1 1 0,-1 1 0 0,-1 0-5 15,1 1-2-15,2-1 0 0,-2 1 6 0,-1 3-4 16,1-1-2-16,0 0 2 0,-1 0 4 16,1 0-1-16,-2 2 0 0,2-1 3 15,-1 0 1-15,1 1 12 0,-1 1 22 0,1 1 33 16,1 3 25-16,-1 0 16 0,1 2 13 0,1 3 3 16,0 4-17-16,0 3-26 0,-2 1-16 0,3 4-2 15,-2 5-5-15,2 1-8 0,-2 3-5 16,0 1-3-16,3 2-5 0,-1 0-14 0,0 3-10 15,0 0-4-15,0 2 0 0,2-1-3 16,-4 2-2-16,2 0-2 0,-2 1 1 0,2-2-2 16,-2 3-3-16,-1-1 3 0,1-1-3 0,0 3 1 15,0-6-2-15,0 3-2 0,-1-3 0 16,1-2-2-16,0 0-3 0,2-1-1 0,0-3 0 16,1 0 2-16,2-2 0 0,0-1 1 15,2-3 2-15,0 0 3 0,2-1 1 0,-1-2-1 16,3-2 1-16,0-2 1 0,0-1 0 0,1-1-3 15,0-1-1-15,0-2 1 0,0 1-2 0,1-5 1 16,0 1 0-16,0 0 2 0,-1 0 1 16,2-2-2-16,-2-1-1 0,0-2-1 0,0 1-1 15,-2-2 0-15,3 0-2 0,-2-3 3 16,0 0-1-16,2-1 1 0,1-3 0 0,-1-2-1 16,3 2-3-16,0-2-3 0,3-1 3 0,2-1-1 15,-2 1-3-15,2 0 1 0,3-1 3 16,-2 0 0-16,2 2 1 0,0 0 1 0,1 0 1 15,-1 2 3-15,0-1-1 0,2 1 1 0,-1-1-1 16,-1 2-1-16,0 0 1 0,0 0-1 16,-1 1 3-16,-2-2-1 0,-3 2-1 0,1-2 0 15,0 2 1-15,-4-3-1 0,0-1-3 16,-3 4 3-16,-1-5 1 0,-3-1 2 0,1-1-1 16,-2-1 1-16,-2-4 3 0,0-3 1 0,-2 0-2 15,0-4 0-15,-2-1 0 0,0-3 0 16,0-2-1-16,-1-1-3 0,0-1 2 0,3-3-1 15,-1 3-1-15,-2-1 0 0,3 0-1 0,-1 1 1 16,0 4-1-16,0 1 1 0,1 2 0 0,-3 3-2 16,0 4 0-16,-1 4 0 0,1 0-3 15,0 3-1-15,-3 2 0 0,2 3 1 0,-2 3 1 16,0 3-1-16,0 2 2 0,0 3 3 16,0 2 1-16,0 1-1 0,0 5-1 0,0-2 1 15,0 3-1-15,2 0-2 0,-1 1-3 0,-1-1 1 16,2 2 0-16,-1 0 3 0,1 2-3 15,1-1 3-15,-2 1 0 0,2-2-1 0,-1 2 1 16,1 0-4-16,1-2 0 0,0 1 1 16,0-1 0-16,0-2 1 0,2 2-2 0,1-3 4 15,-1-1 0-15,-1-1-1 0,1-2 0 0,2 1-1 16,0-2 4-16,0-1-1 0,0-1 0 16,0-2-1-16,0 0 2 0,-2-1-3 0,2 0 0 15,0-1-1-15,-2 1 0 0,0-4 0 0,1 1 1 16,-1 0 2-16,3-1-3 0,-2 1 2 15,-1-3 0-15,2 2 0 0,1 0 0 0,0-2 0 16,0 0 0-16,2 2 2 0,-1-2-3 16,1 0-1-16,1 0 2 0,-1 0 1 0,2 0-1 15,3 0 0-15,-2 0 0 0,3 0 2 0,-1 0 0 16,2 1-2-16,0-1 0 0,0-1 3 0,3 1-2 16,-1-2 2-16,1-2-3 0,1 1 0 15,1-1 1-15,1 0-1 0,0-1 0 0,1-1 0 16,1 0 1-16,0 0 1 0,3 0-1 15,-2 0 0-15,1 2 1 0,-1-1-2 0,0 1 0 16,-2 0 0-16,-1 0 1 0,-2 0 0 0,-1 0-1 16,-4 4 0-16,-1-4 0 0,-2 1 0 15,-3-1 0-15,-3 2 2 0,-2-4 1 0,-1-3 3 16,-2-1-1-16,-1-2-2 0,-2-1 1 16,0-3-2-16,0 1-1 0,0-2 0 0,0 3-1 15,0-3 3-15,1-2-3 0,1 2 1 0,0-1 1 16,1-1-4-16,0-2 2 0,0 0 0 0,5 1 0 15,-3-1 0-15,0 0 0 0,1 2 0 16,0-1-1-16,2 3-2 0,-2 1 1 0,-1 2-4 16,0 4 3-16,0 1 2 0,-2 2-1 15,3 2 1-15,-3 1 1 0,0 4 2 0,-1 0 0 16,0 3 0-16,-1 1 1 0,1 2 0 0,-1 3-1 16,-1 2 2-16,0 1-2 0,2 1 1 15,-2 1-3-15,2 0 2 0,-1 2-1 0,2 0-1 16,-1 2 1-16,1 0 1 0,3 3-1 15,-3 0 0-15,2 2 2 0,2-1 0 0,-3 2 2 16,4 1 1-16,0-2 1 0,-2-1 0 0,1 0-2 16,2-2 1-16,-1-3-3 0,0-1-1 0,-1-4-1 15,-1 1-1-15,1-2-1 0,0-3-1 16,1-2 2-16,-2-1 0 0,3-2 0 0,-2 0 1 16,1-2-1-16,2-1 2 0,0-1-2 15,0-1-1-15,2-1-1 0,1-1 2 0,-2 1 0 16,3-2 2-16,-2 1 0 0,0-2-2 0,2 2 1 15,-1-1 1-15,1 2-2 0,-1 0 0 0,3 1 0 16,-2 2 0-16,3 0 2 0,1 0-1 16,-1 0 1-16,4 2 0 0,-4 1-1 0,4-2 1 15,-2 2-2-15,1-2-2 0,2 2-1 16,0-3 2-16,-2 0 0 0,0 2 0 0,-1-2 1 16,0 0 1-16,-2 0 1 0,-1-2 1 0,1 2 1 15,-2 0-3-15,-1 0 1 0,-1-3 0 16,-2 1 0-16,1-4-1 0,1 4-1 0,-2-5 3 15,-1-1-1-15,-1-1 0 0,0 0 1 16,-1-1 0-16,0-2-1 0,-1-2 0 0,-1 2-2 16,0-1 0-16,1-2 0 0,-3 1 2 0,3 0-2 15,-1 1 0-15,0-4-1 0,-1 4 0 0,1 1 1 16,1 0-3-16,-2 2 3 0,1 1-2 16,-2 0 2-16,0 1-1 0,-1 4 2 0,0-1 0 15,-1 1 0-15,-1 1 0 0,1 1 0 16,0 1 3-16,-2-1-1 0,0 4 2 0,0-2 2 15,0 1 1-15,-2 1 0 0,2-1 0 0,0-1-2 16,-2 3 0-16,1-1-2 0,-1 0 0 16,2 2-3-16,-1 0 1 0,-1 2 2 0,2 3 1 15,0-1 2-15,2 3 1 0,-1 0 3 16,1 3 4-16,1 0-2 0,-1 3 0 0,2-4-2 16,-2 4-1-16,4 1-4 0,-3-3-2 0,2-1-3 15,0 1 0-15,1-2 0 0,-1-1 0 16,1-2-1-16,-1 0 1 0,1-2-1 0,-1 2-2 15,3-2 1-15,1-1-1 0,-1-1 1 16,2 0 0-16,1-2 1 0,0 2 1 0,2-1 0 16,2-1-1-16,0-3 2 0,2 3 2 0,3-3-2 15,1 0 2-15,1 1 1 0,2-2 3 0,1 0 1 16,1 0 0-16,1 0 1 0,1-2-1 16,2 2-1-16,2-1-3 0,-2 0-2 0,1-1 1 15,1 0-2-15,-2 0 0 0,2-1-1 16,-2 0 1-16,0 0-1 0,-2-2-1 0,-1 2 1 15,-2-3-2-15,-4 4-3 0,-1-3-5 0,-1 2-11 16,-6-1-25-16,-1 4-53 0,-4 0-70 16,-4-3-95-16,-3 3-169 0,-1 3-296 0,-1-1-315 15,-3 2-274-15,-2 0-163 0,-3 0 206 16,-2-1 632-16</inkml:trace>
  <inkml:trace contextRef="#ctx0" brushRef="#br0" timeOffset="139631.69">7146 14050 80 0,'3'-3'314'16,"-1"2"180"-16,1-2 149 0,-1 1-64 0,-1 1-80 15,-1 0-43-15,2 1-9 0,-2 0-6 16,3 0-17-16,-2 0-46 0,-1 0-59 0,0 0-63 16,2 0-62-16,-2 0-43 0,0 2-5 0,1 1 17 15,1 0 22-15,0 3 18 0,-1 2 3 16,-1 1-12-16,2-2-33 0,0 5-38 0,-1-4-37 15,-1 3-30-15,0-1-20 0,2 0-14 16,-2 1-8-16,1 1-5 0,-1 1-3 0,0-3-5 16,2 5 0-16,-2-2-2 0,0 0 0 0,0 2-3 15,0-1-27-15,0 1-69 0,-2-2-84 16,1-2-167-16,-1-3-289 0,-1-2-327 0,1-2-340 16,1-3-201-16,-1-4 147 0,0-3 663 15</inkml:trace>
  <inkml:trace contextRef="#ctx0" brushRef="#br0" timeOffset="140783.76">8479 13958 217 0,'2'1'374'0,"-1"-1"155"0,-1 3 8 0,2 0-90 16,-2 1-77-16,3 1-35 0,-2 1-7 0,1 0 2 15,-1 1 23-15,1 1 5 0,0 0-11 16,-1 2-27-16,1 0-40 0,0 1-41 0,-1 1-56 16,2 1-52-16,-1-1-41 0,1 2-31 15,-3-1-20-15,3-1-13 0,-1 0-13 0,1-1-3 16,-2-3-4-16,1 0-7 0,1-2-1 0,-1-1-4 16,-1 1-20-16,1-4-83 0,-2 1-139 15,0-3-184-15,0 0-290 0,3 0-275 0,-3-4-224 16,3 0 75-16,-1-1 426 0</inkml:trace>
  <inkml:trace contextRef="#ctx0" brushRef="#br0" timeOffset="141490.76">9543 13971 78 0,'6'-3'396'0,"-1"1"270"0,-2 2 232 16,-1-1-16-16,1 1-163 0,0 0-143 16,-3 1-115-16,3-1-80 0,-3 0-63 0,0 3-47 15,0-1-37-15,0 1-32 0,0 3-28 0,0 0-25 16,0-1-27-16,0 5-36 0,0 0-32 0,-1 2-27 15,-1-1-9-15,2 2-8 0,0 1-4 16,-3-1-1-16,3 2-5 0,0 0-1 0,0-1-34 16,3-1-45-16,-3 1-51 0,0-2-120 15,0-3-171-15,0 2-305 0,0-3-266 0,3 0-237 16,-3-4-112-16,3-1 345 0,1-3 517 0</inkml:trace>
  <inkml:trace contextRef="#ctx0" brushRef="#br0" timeOffset="142231.2">10418 13968 102 0,'1'0'412'0,"2"1"254"16,-1-1 190-16,1 0-81 0,-2 2-179 16,1-1-143-16,-1-1-104 0,1 2-59 15,-2 1-38-15,3 1-31 0,-1 1-32 0,1-1-31 16,0 3-22-16,1 1-21 0,0 3-28 0,-2 0-29 15,4 1-26-15,-3 1-12 0,0-1-11 0,-1 1-7 16,1 1 0-16,-1 1-7 0,-1 0-30 16,-2 0-101-16,-1 1-154 0,-3 3-285 0,0-3-272 15,-2 0-259-15,-1-1-138 0,-2-1 267 16,-4-2 473-16</inkml:trace>
  <inkml:trace contextRef="#ctx0" brushRef="#br0" timeOffset="144905.69">6566 14572 78 0,'2'0'252'0,"-1"0"108"16,1-1 51-16,-1-1-91 0,4 1-100 0,-2-3-73 15,0 0-41-15,0 0-21 0,2-3-7 16,0 1-15-16,1-1-8 0,0 1-4 0,1 0-10 16,-1 0 0-16,2 0-14 0,-3 0-13 0,4 0-5 15,-1 2-1-15,0-1 2 0,0 1-4 16,1 1-1-16,-1 0-1 0,0-1 0 0,3 4 0 15,-3 0 44-15,2 0 28 0,-1 0 10 0,-1 4 12 16,0 2 4-16,2-2 0 0,-3 4-63 16,1-1-37-16,0 2-22 0,-1-2-14 0,0-1-8 15,0 0-11-15,-1 1 23 0,-1-2 10 16,1-3 10-16,0-1 31 0,2-1 18 0,-3-2 6 16,3-4 5-16,1 1 2 0,-2-3-4 15,2 0-28-15,1-3-11 0,1 1-5 0,0 0-4 16,0-2 0-16,2 3 0 0,-2 0-4 0,3 2 0 15,-3 1 4-15,0 1-3 0,2 4-5 16,-2 0 3-16,0 2-2 0,0 4-1 0,-1-1 3 16,0 4 3-16,2-1 2 0,-3 3 0 0,2 0 4 15,-3 0 1-15,0 1-3 0,2-1-4 16,-1-3 0-16,-1 1-5 0,0-4 1 0,0 1-1 16,1-5-2-16,-1 0-2 0,0-3 0 0,1-1 0 15,-1-2-2-15,0-4 0 0,2 2 4 16,1-1 9-16,0 0 5 0,1 0 3 0,0 0 4 15,0 1 1-15,2-1 0 0,-1 1 0 16,1 2-5-16,-1 2-3 0,3 1 1 0,-5 2-1 16,3 1-5-16,-1 1 0 0,-2 2 0 0,1 1 2 15,1 1 0-15,-3 1 3 0,2 1 3 0,-1 0 1 16,-1 1 0-16,2 1-2 0,-4-2 4 16,2 0-4-16,1-1-1 0,-2 0-3 0,0-1-1 15,1-4-2-15,-2-1-5 0,2-1 3 16,-2-2-2-16,3-2-3 0,-2-1 3 0,1 0-1 15,2-1 1-15,-2 1 4 0,2 2 0 0,-2-2 0 16,0 1 4-16,2 0 1 0,-2 2-1 16,1 0-2-16,0 0 0 0,-2 3-2 0,1 0-2 15,-1 1-2-15,1 3-3 0,-2-2 3 16,0 3-1-16,-1 2 5 0,0-1 2 0,-1 0 1 16,-1 0 6-16,1-1-5 0,0 1-2 0,-1-1-4 15,0-1 2-15,1 1-2 0,-1-4-5 16,0 0 3-16,1-1 1 0,0 0 1 0,-1 0 0 15,0-1 0-15,1 0 0 0,0-1 0 16,1 1 2-16,-1-1-3 0,-1 2-1 0,3 0 1 16,0 0 3-16,0 2 0 0,-2-1 0 0,4 2 0 15,-1 0-2-15,-1 0 0 0,0 2 0 16,1-3 0-16,-1 3 2 0,0 1 0 0,0-4 2 16,3 5 2-16,-3-1-4 0,0 2 0 15,0-2 0-15,1 1 0 0,-1 1 0 0,0-1-4 16,1 0-1-16,-1 1-1 0,0-2 1 0,-1-1-3 15,2 0-1-15,-1-4 3 0,-2 0 3 0,-1-2-3 16,0-3-10-16,1 2-5 0,0-5-1 16,-1 2-2-16,2-2-4 0,-1 1 8 0,2-1 6 15,-2 2 3-15,2-2 4 0,0 1 1 16,3 2-1-16,0 1 3 0,0 0 4 0,2 3 7 16,1 0 10-16,0 3 9 0,1 2 15 0,0-1 13 15,3 3 7-15,-1 1-2 0,2 0-3 16,0 3-7-16,1-2-14 0,0 1-19 0,0-4-3 15,2 4-6-15,-1-6-5 0,-1 1 1 16,2-2-3-16,-2-3 2 0,0-2-2 0,0-1 2 16,-2-1 0-16,-1-1-2 0,-1-1 0 0,2 0 0 15,-4 1-2-15,2 3 0 0,-4 0 0 16,2 2 2-16,-1 0 0 0,0 0 4 0,-2 2 1 16,0 4-1-16,3-1 15 0,-3 3 15 15,3 0 10-15,-1-1 1 0,0 2 2 0,1-2 1 16,0 3-15-16,0-3-15 0,2-1-14 0,0-4-9 15,0 3-4-15,1-5 1 0,-2-3 4 0,0-1 2 16,1-1 4-16,0-2 3 0,3 0 5 16,-3-2 1-16,3 0 1 0,-2 1-2 0,0 1 2 15,1 1-1-15,1 2-1 0,-2-1-4 16,1 4 0-16,0-2 28 0,-1 6 17 0,1-1 12 16,-2 2 28-16,2 3 30 0,-2-1 16 0,2 1-25 15,0 1-13-15,-1-2-8 0,2 1-25 16,-3 1-28-16,3-4-17 0,1 2-6 0,-2-1-6 15,2-3-4-15,-2 1-2 0,2-3-3 16,1-3 1-16,-2 1 1 0,3-3-1 0,0 1-1 16,-3-2-1-16,3-2-1 0,0 1-2 0,0-2 0 15,-1 1-6-15,1-2 0 0,0 0 1 16,-1 2-1-16,1 0-1 0,0 1-4 0,-3 1 5 16,2 1 2-16,-1 1 2 0,-1 2 6 15,3 1 23-15,-3 2 25 0,2 1 19 0,-1 2 26 16,2 1 21-16,-1 1 27 0,0 0-5 0,1 1-9 15,-3 0-11-15,1 1-21 0,2 0-21 16,-2-1-25-16,0 1-19 0,0-2-15 0,-2-2-7 16,1-1-1-16,-3-2-5 0,3-1-2 15,-4-2 0-15,1-3 2 0,-3-2 0 0,3-2-3 16,-3-1-3-16,1-5 1 0,-1 2-3 0,0-1-1 16,0 2-1-16,1-2 1 0,-2 1-1 15,0 2 4-15,2 3 1 0,-1 2 2 0,1 0 2 16,1 3-1-16,-1 1 2 0,-2 2 0 15,4 4 0-15,-3 2 3 0,0 0 0 0,1 3 3 16,-1 2 5-16,0-1 0 0,0 0-2 0,0 1-5 16,-2-1-3-16,2-1-3 0,-1-2-3 15,-1 0 1-15,1-2-1 0,0-3 1 0,-1 2-1 16,0-4-2-16,0-3 1 0,1 2 0 16,1-1-1-16,-3-3 7 0,3 3 0 0,-2-4 0 15,0 0 0-15,0 1 1 0,-2 1 1 0,1 0-3 16,-2-1-1-16,1 1 0 0,-2-1 3 15,-1 2-3-15,0 0 0 0,0 0 0 0,-2 1 1 16,0 0 0-16,-2 0 2 0,1 2 2 0,2 2 1 16,-2 0 0-16,2 0 2 0,-2 1 5 15,3 3 4-15,-1 0 3 0,1 3 4 0,1 0-1 16,-1 0-1-16,2-1-2 0,-2 3-5 16,2-1-3-16,0-3-5 0,0 1-1 0,0-1 1 15,0-1-1-15,3 0-1 0,-3-1 0 0,1-1-3 16,1-1-1-16,1-2-1 0,-2-1 2 0,1 0-2 15,2-1 0-15,0-2 0 0,0-1 2 16,1-1-2-16,-2-1-1 0,1-1-3 0,0 1 2 16,-3 0 0-16,2 0 1 0,-3 0-1 15,0 3 0-15,1-1 4 0,-4 1 2 0,0 3-1 16,0 3-1-16,-2 1 1 0,2 2-5 16,-2 3-10-16,0 1-51 0,-2 2-128 0,-1 0-193 15,0 1-285-15,-1-2-268 0,1 1-249 0,-3-4-33 16,3-1 398-16</inkml:trace>
  <inkml:trace contextRef="#ctx0" brushRef="#br0" timeOffset="146447.85">11053 12148 186 0,'2'-4'620'0,"-1"-1"362"15,1 3 152-15,-1-2-160 0,-1 3-304 16,2 0-217-16,-2 1-120 0,0 0-68 0,2 0-49 16,-1 2-45-16,1 2-9 0,1 4-7 0,1 3-7 15,1 2-15-15,0 4-12 0,1 0-11 0,-1 7-21 16,4-3-9-16,-4 5-17 0,2-2-13 15,-1 1-7-15,0 1-6 0,-1-5-3 0,1 0-16 16,-3-3-7-16,1-3-4 0,-3 0 3 16,2-6 9-16,-3-1 10 0,2 0 9 0,-2-4 5 15,-2-1 2-15,2-1-6 0,-3-3-10 16,-2-2-11-16,2-2-8 0,-3-3-7 0,0-3-3 16,-1-3-3-16,1-3 0 0,1-3-2 0,0-4 0 15,-2 0-2-15,2-3 0 0,2-1 2 0,1-1 2 16,-1 2 1-16,3 0 2 0,3 0 2 15,-1 2 0-15,1 2-2 0,0 1 0 0,2 2 0 16,4 2-2-16,-4 3-1 0,3 2 2 0,0 2-1 16,1 0 0-16,-1 4-1 0,2 3 1 15,-1 1 0-15,-1 0 1 0,2 3 0 0,-2 3-1 16,2 0 1-16,-3 0 1 0,-1 3 0 0,2 1-1 16,-2 2 2-16,-1 0 0 0,-2 3 3 15,-1 0-2-15,0 3 2 0,-2 0-1 0,-2 1-1 16,0 1 2-16,-1 2-1 0,-2-2 1 15,-1 3 1-15,2-2 0 0,-3-2-1 0,2 2-1 16,0-1-1-16,2-1 0 0,-1-1-3 0,1-1 1 16,1 1-1-16,2-3 0 0,0-1-3 15,3 4-1-15,2-5 2 0,-1 1-1 0,3-1 1 16,1-1 1-16,0-2 0 0,3-1 1 16,-2-3-1-16,5 0-1 0,-2-3 1 0,0-3-1 15,2-1-1-15,-2-2 2 0,2-3-1 0,-2-1-4 16,-2-1-22-16,2 1-67 0,-2 0-62 15,-2-1-94-15,-3 6-158 0,2 0-239 0,-2 4-314 16,0 2-233-16,-2 4-193 0,-1 0 101 0,1 3 509 16</inkml:trace>
  <inkml:trace contextRef="#ctx0" brushRef="#br0" timeOffset="146780.13">11456 12427 70 0,'2'-3'375'16,"-1"-1"221"-16,1-2 178 0,-2-2 4 15,2 0-182-15,-1-3-124 0,2-1-57 0,-1-4-30 16,-2-2-40-16,4 0-62 0,-4-3-67 0,2-4-55 16,0 0-33-16,-1 0-10 0,2-3 8 15,-1 1 24-15,1 3 24 0,0 2 16 0,-1 2 2 16,0 4-16-16,-1 3-21 0,1 2-27 16,-1 3-31-16,1 2-26 0,-2 1-24 0,0 1-17 15,2 2-12-15,-1 2-10 0,4 4-5 0,-1 0-4 16,1 4 0-16,2 1 1 0,-1 6 0 0,3-2 0 15,1 4 0-15,0-1 2 0,2 4 2 16,-1-1 0-16,0 1-1 0,2 0 0 0,-2-3-1 16,1 3 1-16,1-4-2 0,-3 2-1 15,2-4 0-15,-2-1 3 0,-2-1-2 0,-2-1-4 16,2-2-24-16,-5-2-44 0,-1-1-60 0,-4 1-68 16,0-5-130-16,-2 2-176 0,-4-2-269 15,-2 0-264-15,2-2-219 0,-4 3-100 0,2-3 342 16,-3 0 501-16</inkml:trace>
  <inkml:trace contextRef="#ctx0" brushRef="#br0" timeOffset="146957.01">11446 12309 256 0,'0'-1'509'16,"2"1"188"-16,0 0 86 0,3 0-257 0,-1 1-236 16,4 0-84-16,3 1-16 0,0-2-8 15,1 2-3-15,3-2-3 0,-2 0-7 0,4-2-51 16,-1 0-45-16,0 0-33 0,0-2-10 0,1 2-8 15,0-2-15-15,-1 1-66 0,-2-1-115 16,1 4-239-16,-4-2-255 0,1 2-196 0,-2 0-84 16,0-2 165-16,-1-1 325 0</inkml:trace>
  <inkml:trace contextRef="#ctx0" brushRef="#br0" timeOffset="147501.64">11820 12085 409 0,'0'-8'813'0,"-2"0"317"0,0-2 48 16,1 4-312-16,-1 0-208 0,2 2-120 15,-1 0-92-15,1 2-84 0,0-1-68 0,0 2-55 16,0-1-69-16,0 4-66 0,1-1-43 16,-1 5-26-16,0 5-16 0,2 4-7 0,-1 6-5 15,1 3 0-15,0 4 1 0,1 2 0 0,-1 2 1 16,2 0 0-16,0-6-2 0,0 2-3 0,2-6-3 15,-1-4-1-15,2-4-1 0,-1-2-3 16,0-3 1-16,0-5 0 0,2-6 2 0,-3-3 1 16,2-5 0-16,-1-6 0 0,3-3 0 15,-2-4 0-15,-1 0 0 0,4-1-1 0,-1 2 1 16,0 2-1-16,1 1 0 0,-1 2 0 0,3 4-2 16,-3 1 1-16,2 4-1 0,-1 2 1 0,-1 5-1 15,2 2 2-15,-1 4-2 0,-1 0 4 16,2 6 0-16,0 1 0 0,-1 1 3 0,1 3-3 15,0 1 1-15,-1-3-2 0,0 5 0 16,1-3 0-16,-1 1-1 0,-1-2-1 0,-1-2 0 16,0-3 1-16,0-1-1 0,-2-3 0 0,-1-1 1 15,2-2 3-15,-4-2 2 0,0-4 2 16,-1-1 2-16,-1-2 1 0,2-5-3 0,-3-1 0 16,0-3-3-16,0-2 0 0,0-2-2 0,-3 0 2 15,2-3-2-15,-1-4 1 0,-1-1 1 16,0-2-2-16,-2-1 2 0,1 0-2 0,-3-1 2 15,4-1-1-15,-2 3 1 0,0 3-1 0,3 0-2 16,-2 7 1-16,0 1-1 0,1 3 0 16,0 3 0-16,0 4-2 0,2 1-11 0,-2 3-41 15,-1 4-70-15,1 4-79 0,1 3-154 16,-1 4-275-16,0 1-321 0,1 1-308 0,1 2-193 16,2-2 69-16,1 0 596 0</inkml:trace>
  <inkml:trace contextRef="#ctx0" brushRef="#br0" timeOffset="149073.74">6096 16737 84 0,'2'-2'312'0,"-2"1"180"0,0-2 168 0,0 1-76 16,0-1-71-16,-2 1-21 0,1 0 10 0,-1-2-10 15,0 2-40-15,1-2-53 0,-1 3-64 16,1-2-16-16,-1 0-17 0,0 2-12 0,0-1-16 16,0 1-28-16,2-1-31 0,-3 1-51 0,3 1-52 15,-2 1-41-15,1 1-28 0,-1 1-16 0,0 4-11 16,1 0-6-16,-1 6 0 0,1 4-4 0,-1 2-2 15,0 6 2-15,-1 4 1 0,2 5 2 16,-1 7 0-16,0 4 2 0,-4 4 2 0,3 5-1 16,0 6-3-16,0 4-3 0,-2 4 1 0,0 2-2 15,0 4 0-15,1-2-2 0,-1 2 1 0,2-2-1 16,-2-2-3-16,2-4-2 0,1-2 0 16,1-6-1-16,-1-3 0 0,2-5 0 0,0-5 0 15,-2-6 0-15,2-5 0 0,-1-5 0 0,1-7-2 16,0-4-10-16,-2-4-20 0,-2-5-56 0,1-5-64 15,-4-5-100-15,-1-6-151 0,0-2-210 0,-2-6-311 16,0-2-257-16,0-3-205 0,-1-2 102 16,2-4 476-16</inkml:trace>
  <inkml:trace contextRef="#ctx0" brushRef="#br0" timeOffset="149545.84">5941 16806 141 0,'3'6'497'0,"1"-3"275"16,-1 0 139-16,-1-2-120 0,1-1-153 0,1-2-141 16,-2-2-106-16,1-3-60 0,0-1-35 15,0-4-45-15,2-1-64 0,0-4-36 0,0-2-11 16,1-4-4-16,0-1-4 0,-1-4-12 0,3-1-23 15,-2 0-24-15,2-3-28 0,0 2-17 0,0 1 2 16,0 3-2-16,1 2 0 0,-1 4-3 0,0 1 2 16,-1 5-1-16,0 2-9 0,1 4 4 15,-1 2 10-15,1 6 5 0,1 2 3 0,-1 4 1 16,0 6 1-16,3 2-12 0,-2 6-4 0,-1 5-1 16,2 4-4-16,1 3-4 0,-2 5-7 0,1 1-42 15,2 2-68-15,-2 1-125 0,1 1-209 0,-2-1-290 16,1 0-341-16,2-3-306 0,-4-1-154 15,2-4 391-15,-2-2 659 0</inkml:trace>
  <inkml:trace contextRef="#ctx0" brushRef="#br0" timeOffset="151031.41">5808 18177 149 0,'-10'4'375'0,"0"2"183"0,2-1 136 16,-1-1-178-16,2 1-163 0,4-4-98 0,-2 2-79 16,4-2-52-16,-1 1-44 0,4 1 9 0,1-2 6 15,3 4 40-15,1-2 27 0,3 0 10 0,3 0 6 16,4 0 3-16,1-1 10 0,4 3-27 16,2-3-21-16,3-1 15 0,1 2 1 0,4-3-41 15,1 0-26-15,5 0-4 0,0-3-5 0,2 1-24 16,2-2-4-16,1 0 7 0,2-2 4 0,0 0-13 15,2 0-15-15,1-1-12 0,2 1-12 0,1 0-18 16,1-2-12-16,2 4-8 0,1-2 9 0,-2 1 8 16,0 0-2-16,1 3 20 0,-2-2 5 15,-1 2 6-15,-1 0 0 0,-2-1-3 0,-1 1 6 16,-2 1-12-16,-1 1-6 0,-3-1-4 0,3 1 1 16,-3-2 2-16,1 2-13 0,1-2-9 0,0 2-1 15,3-1-3-15,0 0-1 0,1-1-6 0,-1 0 12 16,3 1 19-16,-1-2 11 0,2 0 3 15,1-1 21-15,-2 1 19 0,3-2 10 0,-1-1-9 16,1 0 2-16,0 0 3 0,2 0-16 0,0-1-18 16,1-1-6-16,0 1-16 0,2 1-3 0,-2-2-4 15,-2 1-2-15,2-1 0 0,-3 2-3 16,-1-1 7-16,-1 1-2 0,1-1-2 0,-5 2 1 16,1-1 4-16,-1-1 3 0,-2 1 4 0,-1 2-6 15,0 0 5-15,-1-1-5 0,-4 1-1 0,2 1-4 16,-2-2-12-16,-2 2 1 0,-1 2 39 15,-2-1 37-15,0 1 11 0,-1-1 10 0,-2 2 11 16,0 0 1-16,-1 0-31 0,-1 0-31 0,0 0-12 16,2 0-10-16,-3 0-3 0,2 0-1 0,-2 0 8 15,3 2 18-15,-2-2 7 0,3 0 2 0,-1 0 3 16,0 0-8-16,1 0-14 0,-1-2-17 16,2 2-9-16,0 0-2 0,-1-1-5 0,2 1 3 15,-1 0 4-15,4 1 2 0,-3-1 0 0,0 2 0 16,1-1 0-16,-3 2 0 0,1-1-1 0,1 1-3 15,-3 0 0-15,2 1 0 0,-2-1 0 0,0 0 2 16,-2 1 0-16,1 0 2 0,-1 0-2 16,-1 0 0-16,-3 1 0 0,3-3 7 0,-2 5 1 15,-1-3 0-15,1 2 4 0,-3-2 2 0,4 2-1 16,-3-2-7-16,2 2-9 0,1 0-2 16,-2 0-5-16,3 0-1 0,-1 0-1 0,1 0-1 15,3 2 8-15,-1-2 2 0,1 1 3 0,0 1 0 16,0-2 1-16,0 0-1 0,0 0-2 0,-2 1 1 15,2-1 0-15,-1 2 1 0,-2-2-2 0,1 1 1 16,1 0 1-16,-1-1 9 0,-1 1 2 16,1 2-1-16,1-2 1 0,-2 1 0 0,1-1-3 0,-1 0-8 15,0 1-4-15,0-2 1 0,3-1-1 16,-1 2 2-16,-1-1 1 0,2-1 2 0,-2-2 2 16,2 1 0-16,0-1 1 0,2 0 0 0,-2-1 0 15,2 1 1-15,-1-2-1 0,3 1 0 0,-1 1-2 16,-1-2 0-16,1 1 1 0,-2-1-2 0,1 2-1 15,1-2-1-15,-3 3 0 0,0-3-2 0,0 0 0 16,0 1-1-16,-1 0 2 0,-1 0-2 0,1 0 1 16,-1 0 0-16,0-1-1 0,-1 0 2 0,0 1 2 15,0 1 1-15,-3-3 2 0,1 2-1 0,0-2 1 16,1 0 1-16,-3 2 0 0,0 1-2 0,-1-2 1 16,0-1-1-16,-3 1 1 0,1 0-2 15,-1 2 2-15,-1-3 0 0,-1 0-2 0,-2 0 2 16,0 2-8-16,-2-2-3 0,2 0-3 0,-5 2-2 15,1-2-2-15,0 2 0 0,0-2 7 0,-3 0 4 16,2 1 1-16,-2-1 1 0,0 1 4 0,-2-1 2 16,3 2-2-16,-4-2 0 0,1 2 0 0,-1-2-1 15,0 1-2-15,1-1 1 0,-3 0 8 0,0 1 2 16,1-1 1-16,-3 2 3 0,1-2-1 0,-1 0-26 16,-1 0-64-16,-1 0-62 0,-1 0-119 0,-3 0-188 15,1 0-310-15,-2 0-312 0,1-3-257 0,-2 0-154 16,1 0 348-16,-2-4 605 0</inkml:trace>
  <inkml:trace contextRef="#ctx0" brushRef="#br0" timeOffset="151334.84">12593 18156 113 0,'0'-2'706'0,"-2"-3"461"16,1 4 98-16,-1 0-152 0,2-1-408 15,0 0-340-15,2 2-182 0,-1-1-88 0,4 0-48 16,2 1-23-16,2-4-11 0,0 3-5 0,4 0-1 15,1-1-1-15,-1-1-2 0,1 3 0 0,0 0 7 16,2 0 11-16,-2 1 18 0,-2 4 45 0,0-2 47 16,-1 3 48-16,-3 0 19 0,0 1 0 15,-2 2-12-15,-2 3-32 0,-1-2-35 0,-2 2-34 16,-1-1-22-16,-1 3-16 0,-1-1-13 0,-3 2-15 16,2-1-10-16,-2-2-6 0,-2 1-8 0,0 0-2 15,3-2-3-15,-3 1 4 0,-2-2 4 0,4-1 0 16,-3-2 2-16,2 0-5 0,-1 1-8 0,-2-2-25 15,1 1-52-15,2-1-59 0,-1-1-61 0,-2 1-117 16,4 0-154-16,0 0-206 0,1 1-252 0,2 0-219 16,0-2-160-16,2 1 206 0,0 1 455 0</inkml:trace>
  <inkml:trace contextRef="#ctx0" brushRef="#br0" timeOffset="152211.21">12876 18517 70 0,'2'-6'308'0,"-2"1"163"16,1 0 136-16,-1-1-83 0,0 0-99 0,4 0-30 16,-4-2 28-16,4 0 69 0,1-1 11 0,1 2-40 15,2-2-57-15,2 0-71 0,2 2-67 16,-1 0-81-16,3 0-22 0,-1 1-13 0,4 2 1 16,-4 2 1-16,4 1-16 0,-1 2-2 0,2 3-19 15,-4 0-13-15,2 3-18 0,-2 1-19 0,0 2-4 16,-3 4-10-16,1 1-12 0,-2 0-6 0,-3 3-7 15,-2 1-2-15,-2 0-3 0,-2 6-1 0,-1-3 8 0,-3 4 3 16,0-1-1-16,-2 0-3 0,0 2-5 16,-1-2-4-16,0-2-10 0,-1 0-3 0,3-3-5 15,0 0-4-15,1-4-1 0,0-3-1 0,0 1-1 16,3-3-2-16,3-3 0 0,0 1-1 0,2-1 2 16,1-4-1-16,3 2-2 0,0-3-7 0,0-3-14 15,3 0-28-15,-2-1-50 0,2-3-58 0,-3 0-51 16,4-3-63-16,-4-4-84 0,2 1-92 0,-1-3-43 15,-1-3-16-15,1-1-9 0,1 1 37 0,-2 0 86 16,3 1 140-16,-2 0 101 0,1 1 68 0,1 4 59 16,0 1 59-16,1 1 75 0,2 6 95 15,0-2 99-15,0 6 80 0,0 0 40 0,2 2-10 16,-2 2-46-16,3 1-70 0,-1 1-74 0,1-1-64 16,0 0-58-16,2 1-42 0,-1-2-20 0,0-1-12 15,-1-3-10-15,-4-2-3 0,3-2-2 0,-6-3 2 16,2-4-1-16,-5-3 12 0,-2-1 19 0,-2-4 29 15,-3-2 27-15,-2-1 27 0,-3-2 27 0,-1-3 4 16,-1 2-3-16,-5-3-16 0,0-1-17 0,-2 0-20 16,-1 2-20-16,-2 0-8 0,-3 0-12 0,-1 1-8 15,2 1-5-15,-4 4-2 0,3 1-1 0,-1 2-8 16,1 4-2-16,1 2-3 0,1 4-5 16,4 4-4-16,-1 4-7 0,5 4-4 0,-1 4-10 15,2 3-4-15,4 2-3 0,0 3-1 0,4 1-1 0,0 1-1 16,2 2 6-16,3 1 0 0,1-2-9 0,0 0-22 15,1 0-42-15,-1-1-63 0,5-1-76 0,-5-1-133 16,2-1-175-16,0-2-295 0,1 0-274 0,-2-2-217 16,1-2-53-16,-2-4 395 0,-1 1 508 15</inkml:trace>
  <inkml:trace contextRef="#ctx0" brushRef="#br0" timeOffset="152437.65">13353 18520 408 0,'-6'-3'1025'0,"0"2"349"0,3 2-70 16,0 1-316-16,3 2-368 0,0 2-256 0,3-4-135 15,0 5-83-15,3-1-48 0,3-1-29 0,1 0-20 16,3-4-20-16,1 0-14 0,2-2-4 0,1-2-3 16,2-1-2-16,-3-5-3 0,4 1-1 15,-2 1 3-15,1-1-1 0,-3 0 1 0,1-2-37 16,0 2-41-16,-4 1-52 0,0-1-116 0,-1 2-175 15,-2 1-306-15,-2 3-261 0,1-4-248 0,-2 6-123 16,-4-2 323-16,-2-1 531 0</inkml:trace>
  <inkml:trace contextRef="#ctx0" brushRef="#br0" timeOffset="153710.04">5113 16288 254 0,'1'0'646'0,"-1"0"320"0,0 0 127 0,0 0-224 15,0 0-273-15,0 2-177 0,2 1-124 0,1 2-54 16,0 1-44-16,2 2-28 0,1 3-31 0,1 1-15 16,-1 2-20-16,1 2-27 0,0 2-18 15,1-2-24-15,0 1-9 0,-1 1-12 0,0-2-1 16,1-1-8-16,-2 0-7 0,-1-3 3 0,0 0 1 15,-2-4-4-15,2-1-27 0,-4-1-25 0,-1-1-102 16,-4-4-165-16,-1 1-296 0,-3-4-282 0,0 1-266 16,0-4-193-16,-4-1 262 0,2 0 548 15</inkml:trace>
  <inkml:trace contextRef="#ctx0" brushRef="#br0" timeOffset="153918.22">4991 16242 127 0,'7'-5'482'16,"-1"2"253"-16,0 2 131 0,0-2-66 0,4 2-239 16,-2-1-158-16,4 2-74 0,1-2-34 15,1 1-27-15,-1 0-50 0,3-1-65 0,-2-1-59 16,3 0-41-16,-1 0-26 0,0 0 4 0,0 0 3 16,1 1 2-16,-4 0 1 0,1 2-8 0,-3 0-50 15,-1 2-122-15,-1 0-153 0,-4 2-260 16,-2 4-277-16,-3 1-255 0,-2 1-80 0,-1 2 261 15,-2 1 423-15</inkml:trace>
  <inkml:trace contextRef="#ctx0" brushRef="#br0" timeOffset="154110.98">5089 16599 249 0,'2'9'707'15,"-2"-4"312"-15,1 2 55 0,1-3-222 0,2-1-339 16,0 0-243-16,0 0-139 0,4-1-64 15,4-1-30-15,0-1-17 0,3 0-7 0,0 0-2 16,3-3-1-16,2 0 0 0,0 0 15 0,3 0 8 16,1 0-35-16,1 0-106 0,-2 2-140 0,3 1-277 15,-4 3-268-15,3-2-227 0,1 2-62 16,-1 2 276-16,0-1 385 0</inkml:trace>
  <inkml:trace contextRef="#ctx0" brushRef="#br0" timeOffset="158064.32">6368 17398 137 0,'5'3'307'0,"-2"0"118"16,0-3 48-16,1 2-170 0,-3-2-111 0,2 4-64 16,3-2-14-16,-4 1 1 0,1-1 3 0,2 0 12 15,-2 2 19-15,2-2 5 0,0 2 1 0,2-3 16 16,1 2 18-16,0-2 23 0,0 2-15 15,3 0-9-15,-3 0-21 0,2-1-31 0,1 1-27 16,-2-2-1-16,1 1 2 0,-1-2-6 0,1 1-4 16,-1-1-3-16,-1-1 18 0,0 1-15 0,0-2-12 15,0 1-8-15,-2-1-2 0,2-1-4 0,-2 0-15 16,-1 0-10-16,0-1-7 0,0-2 0 0,-2 2-3 16,3-4-4-16,-3-1-1 0,2 1-8 15,-2-3-7-15,2 1-6 0,0 0-4 0,0-2 1 16,2 1-3-16,-2-2-3 0,3 4-1 0,0-2-1 15,1 1 1-15,-1-1-1 0,2 2-3 16,2-1 0-16,1 1-1 0,1-2 5 0,0 2-1 16,-1 0-1-16,1 0 0 0,-1 0 3 0,1-1 0 15,-3-1-7-15,-1 1 0 0,2-2 9 0,-4-2 8 16,-1 1 5-16,0-2 5 0,0-2 4 16,-4 1 2-16,3-1-8 0,-4 0-5 0,3 2-9 15,-4-2-3-15,1 2-4 0,1 0-3 0,-3-2 4 16,3 2 13-16,-1 0 8 0,-1-2 6 0,2 1-2 15,-1 0 5-15,0-1-5 0,-1 1-18 16,2-1-1-16,1-1-7 0,-1 0-2 0,0-2 0 16,0 1-3-16,2 0 6 0,-1-2 2 0,1 2-1 15,2-3 4-15,-1 3-5 0,-1-1 3 0,4 2-1 16,-2 3-3-16,1 0-2 0,1 3 0 0,-3 2 1 16,2 1-2-16,0 1-2 0,1 3 4 15,-1-1 3-15,0 4 1 0,0-2 4 0,2 3 0 16,-2-2 3-16,0 3-3 0,-2-1 2 0,3 1-4 15,-1 0 0-15,-3-2 0 0,3 2-3 0,-2 0 3 16,0 0 0-16,-1 0 0 0,2 0-3 0,-1 0 1 16,-1 2 4-16,1-2 5 0,0 1 18 15,1-1 11-15,-1 3 6 0,3 0 2 0,-2 1 1 16,-1 1-4-16,2 1-18 0,1 0-8 0,1 2-5 16,-2-1-3-16,2 1-3 0,0 1-1 0,-2 0 3 15,2 0 9-15,1 1 18 0,-2 0 12 16,1 1 6-16,-1 2-1 0,1-3-3 0,-2 2-10 15,1-1-14-15,-1 1-10 0,-2 1-7 0,1 0-4 16,-1 1 1-16,2-1-2 0,-2 1 1 0,-1 0-1 16,0 0 1-16,-2 0-9 0,2 1-3 15,1-1-2-15,-1 2-6 0,-2-1 0 0,0-2 0 16,2 2 7-16,0-1 3 0,-2-1-1 0,3 1 1 16,-1-1 2-16,0 1-2 0,-1-2 1 0,1 1-1 15,0-3 2-15,1 3 1 0,-3-1-2 16,2-1 1-16,0-2 0 0,0 1 0 0,-2 0 0 15,2-1-1-15,1 0 1 0,-2 2 0 0,1-2 0 16,0 0-4-16,0-2 2 0,1 2 1 0,0-1 2 16,1-1-3-16,-3 0 4 0,3-1-1 15,-1 1 0-15,2-1-1 0,0-1-1 0,0-1 0 16,0 0-3-16,1 1 0 0,1-2 2 0,-2 0-1 16,2-1 3-16,0 0 0 0,0 1 2 0,1-1 1 15,-2 1-3-15,1-2 3 0,2 1-4 0,-2-1 1 16,1 1 0-16,1-1 0 0,-2 2 0 15,1-1 0-15,3-1 2 0,-4 0 0 0,4 1-3 16,-3 0 0-16,0-1 2 0,3-1-2 0,-4 1 0 16,2-1 1-16,0 0 2 0,-1-1 1 0,1 1-4 15,-2-1 0-15,0 1 1 0,0-4-2 0,0 3 2 16,0 0-2-16,0-3 4 0,0 3-2 0,0-2 0 16,0 2 0-16,0-2-2 0,0 0 2 15,0 0 6-15,0-1 6 0,1 2 2 0,2-1 2 16,-2 0-3-16,0 0 1 0,3 0-7 0,-1 0-5 15,1-1 1-15,-1 2-1 0,1-1 1 0,-3 0-1 16,2 0-8-16,-1 1 3 0,-1-1-7 0,-1 0-4 16,1 2 1-16,-3-1-5 0,1-1 13 15,-1 2-7-15,-2-1 9 0,2 0 1 0,-1 1 1 16,0 1 2-16,-2 0-1 0,3-1 0 0,-1 1 0 16,-1 1 0-16,3-1 1 0,-2 1-1 0,-1-1 1 15,2 2 0-15,1 0-2 0,-1-1 0 16,0-1 0-16,2 1 1 0,-1-1-1 0,2 0 0 15,-3 0 2-15,3-1-1 0,0 0 1 0,2-1-1 16,-2 0-2-16,-1 1 3 0,2 0-2 0,-1-3 3 16,-1 3-2-16,1-2 0 0,-2 2 2 15,1-2-4-15,-1 1 4 0,-1 1-1 0,0-2 0 16,0 1-1-16,1-1 0 0,-1 0 1 0,0 2-2 16,-3-3 0-16,4-1 2 0,-4 0 0 0,0 1 2 15,1-5 1-15,-1 2 0 0,-2 0 1 16,2-4 0-16,-2 0-1 0,0-1-2 0,0 0 1 15,-1-3-3-15,1 0 0 0,0 0 0 0,1-2-2 16,0 2 7-16,0 2 6 0,0-2 4 0,1 1-3 16,0 2 1-16,1-1-1 0,-1 1-7 15,1 1-6-15,3-1-3 0,-1 1-2 0,-1 1 4 16,2 0 0-16,-1 1 0 0,2-1-3 0,-2-1 3 16,2 3 0-16,-2 1-1 0,1-3-2 0,0 2 1 15,-1 2 3-15,-2-2 1 0,1 4 2 0,-1-2-3 16,0 1 2-16,-3 3 0 0,2-2-4 15,0 3-2-15,-2-1 0 0,3 1 1 0,-2 1 3 16,2 1-2-16,-2 1 3 0,3-1 2 0,-2 3 0 16,1-2 0-16,0 3-3 0,0 0 0 0,1-1 0 15,-1 0-2-15,2 1 0 0,1-1 1 0,-1 1 0 16,-1-1 1-16,4 2 1 0,-2 0 0 16,1-1 3-16,1 2 1 0,0-2-2 0,-1 1 3 15,2 0 0-15,-1 0 2 0,0 1-2 0,0 1-1 16,2-1 2-16,-1 2 1 0,0-1 15 0,-1 2 6 15,1-2 5-15,1 1 2 0,-2 0 0 0,0 0-8 16,0 0-19-16,-3-2-8 0,3 2-5 0,-3-2-3 16,2 1-2-16,-1 0 5 0,-1 0 2 15,-2-2 1-15,1 1 1 0,0-1 2 0,1 0-2 16,-3 0 1-16,2 0 2 0,-1 0-1 0,0 0-1 16,0 0 0-16,2 1 0 0,-1-2-1 0,-1 3 1 15,3-2 0-15,-1 1 0 0,1 0 0 0,1-1 0 16,0 3 0-16,0-1 0 0,2-1 0 15,-1 0 0-15,2 0 1 0,-1 2 2 0,1-1-3 16,1-2 2-16,-1-1-1 0,-1 1 0 0,1-3-1 16,0 0 0-16,1 0 0 0,-3-1 0 15,0-2 0-15,0 0 1 0,-1 0 1 0,-1 0-3 16,-1 0 1-16,-2-2 1 0,1 2-2 0,-1-1 0 16,0 1 0-16,-1 0 2 0,0-2 1 0,0 2-2 15,-2-1 1-15,3 1-1 0,-1-2 0 0,-1 1 0 16,1 1 0-16,-1-2-1 0,0 0-1 15,1 1 1-15,0 0 1 0,1-1-2 0,0-1 2 16,-1 2 1-16,2-2 1 0,-3 0 0 0,4-2-1 16,-2 3 1-16,1-3-1 0,-1 2-1 0,2 0 0 15,0-2 0-15,0 2 9 0,-2-2 1 16,5 1 3-16,-3-2 1 0,0 0 0 0,0-1-1 16,0-1-6-16,0 1-3 0,-2-4-2 0,1 2-1 15,-1-3 0-15,1 1-1 0,-2 1-1 0,0 1 2 16,0-1-3-16,-2 1 1 0,2 0 0 15,-1 0 0-15,-2 1 2 0,1 1-1 0,-1 1 1 16,-1 0 1-16,1 1 2 0,0 1-2 0,-1-1 6 16,-1-1 3-16,0 1 3 0,2-1 0 0,-1 0-1 15,-1 1 1-15,2-3-7 0,-2 2-4 0,3-1-2 16,-3 1-1-16,2 0 0 0,-1 0-2 0,1-2-1 16,2 2 0-16,0-1 2 0,-1 1 1 15,0 0-2-15,0 0 1 0,0 1 1 0,1-1-1 16,-1 0 1-16,2 1-2 0,-1 1 2 0,-1 1-2 15,0 0 1-15,1 0 1 0,-1 0-1 0,0 2 1 16,0-1 0-16,1 1 1 0,-1 1 1 0,1 0-1 16,-1 0 1-16,0 1 0 0,1 1 2 15,0 1 0-15,1 1 3 0,0 0 0 0,0 1 0 16,2 2 0-16,0 1 0 0,1 0 1 0,0 0-2 16,1 0 0-16,1 1 0 0,-1 2 0 0,4-1 0 15,-2 1-2-15,1-1-5 0,1 1-5 0,-2 0-4 16,3-3-1-16,-2 3-1 0,0-1-1 15,2-1 6-15,-2 2 4 0,2-2 3 0,-3 2-1 16,3-3 1-16,-3 1 1 0,2 0-2 0,1-1 0 16,-3-1 1-16,0 1 1 0,0-2-2 0,0 1 1 15,-1-5 0-15,-1 4 1 0,-1-3-2 16,-1 0 0-16,0 0 0 0,-2-1 1 0,1-1 0 16,-1-1 0-16,-1 0 0 0,-1 0 1 0,1 0 1 15,-2-1 0-15,1-1 0 0,-2-1 2 0,1 0-1 16,0 0 1-16,-1-3-1 0,-1-2-1 15,2 2 1-15,-2-1-2 0,1-2-1 0,1 1 1 16,-2-1-1-16,2 2 0 0,-1 1-1 0,1 0 0 16,0 0 0-16,1 1-2 0,0-4 2 0,1 5 0 15,-1-1 1-15,1-1 0 0,-1 3 1 16,0-1 0-16,2 1-1 0,-2 0-2 0,2-1 1 16,1 3 0-16,-1-2 6 0,0 2-2 0,-1-2 0 15,1 3 4-15,0-1 4 0,1-1 1 0,0 2-6 16,-1-2 3-16,0 2 1 0,1 0-4 15,2 2-2-15,0-2-3 0,-2 2 0 0,2-1 0 16,0 2-1-16,0 0 1 0,2-1 1 0,-1 2 2 16,2 0-1-16,-1 1 2 0,1-1-1 0,1 1-1 15,0 1-1-15,1 0-1 0,0 1 1 0,1-1-1 16,1 1-1-16,0-1 0 0,0-2-1 0,-1 2 1 16,3-1-1-16,-1 2 2 0,-2-3 1 15,1 1 1-15,1-1 0 0,-2-1 0 0,0 0 1 16,0 0-3-16,0-2 1 0,-2 1 1 0,0-2-1 15,-1 2 0-15,0-2-7 0,-1-2-4 0,-1 2 4 16,-2-2-4-16,-1 2-1 0,2-1-1 0,-2 0 4 16,-1 1 5-16,-2-2-5 0,2 2 3 15,0-2 1-15,1 2 1 0,-2 2 1 0,3-2 0 16,-1 2 1-16,2-1 2 0,1 2 1 0,1 0-1 16,-2 0 0-16,4 2-1 0,-3-1 1 0,0 3-2 15,2-1-4-15,-3 0-3 0,2-1-13 16,-4 1-44-16,2 2-68 0,-4-2-92 0,-2-2-183 15,0 2-291-15,-2-2-329 0,-2 0-305 0,-3-2-185 16,-4 0 211-16,-1-2 678 0</inkml:trace>
  <inkml:trace contextRef="#ctx0" brushRef="#br0" timeOffset="158890.72">7073 17520 73 0,'3'-2'304'0,"1"2"175"0,-3-1 163 15,1-1-67-15,1 2-30 0,-3-2 12 0,3 2 1 16,-3 0-22-16,0 0-41 0,2 0-34 0,-2 2-62 15,3 0-61-15,-1 1-47 0,-1 1-39 16,2 2-35-16,0 1-55 0,-1 3-47 0,-1 2-43 16,1 0-33-16,1 1-23 0,-1 1-14 0,1-1 0 15,-1-1-2-15,1 0-2 0,0 1-1 0,2-3-15 16,1-1-61-16,-3 0-96 0,3 0-169 0,-1-1-282 16,0 3-317-16,0-5-358 0,2 1-214 15,0 0 184-15,-1 2 660 0</inkml:trace>
  <inkml:trace contextRef="#ctx0" brushRef="#br0" timeOffset="159625.79">8816 17267 370 0,'1'4'790'0,"1"-1"282"0,1 0 32 0,0 3-288 15,0-2-261-15,0 4-187 0,-1 2-134 16,3 1-66-16,-2 2-43 0,2-2-49 0,1 3-32 16,0-1-24-16,-1 0-7 0,1 0-10 0,1 3-4 15,1-2-18-15,1-3-71 0,-4 4-142 0,1-3-183 16,-1 0-283-16,0 2-273 0,1-3-217 0,0-3 53 16,-1 1 419-16</inkml:trace>
  <inkml:trace contextRef="#ctx0" brushRef="#br0" timeOffset="160109.06">9726 17438 220 0,'7'4'569'0,"-2"-3"262"0,-1 1 119 0,2-1-172 15,-1 1-181-15,2 1-145 0,-1 1-97 16,-1 1-57-16,1-1-47 0,2 2-59 0,-2 3-73 15,-1-3-49-15,2 1-33 0,0 0-17 0,-2 0-11 16,1 0-7-16,-1 0 3 0,0 2-5 16,1-1-29-16,0 2-80 0,-3-1-129 0,-1 6-169 15,1-2-295-15,-1 4-274 0,1 0-198 0,0 2 73 16,-1-1 389-16</inkml:trace>
  <inkml:trace contextRef="#ctx0" brushRef="#br0" timeOffset="160551.75">10564 17359 41 0,'2'3'546'0,"0"2"475"15,-1 1 217-15,-1 0-81 0,0 1-377 0,0 4-291 16,2 1-201-16,-2 2-113 0,3 0-59 0,0 3-35 16,0 1-25-16,2-1-23 0,-2 3-10 0,2 0-11 15,-2-1-27-15,0 2-25 0,1 0-77 16,-3 0-140-16,-2 2-199 0,-3-2-292 0,-1 1-256 15,-3-1-224-15,-2-2 63 0,-3-2 427 0</inkml:trace>
  <inkml:trace contextRef="#ctx0" brushRef="#br0" timeOffset="161830.16">6773 17971 77 0,'6'-3'240'0,"-1"2"104"16,3-2 68-16,-2 1-113 0,2-1-70 0,0 0-20 16,3 1-3-16,-1-2-8 0,1 2-19 15,3-2-13-15,0 2 13 0,3-1-8 0,0 1-24 16,1 2-16-16,0-1-10 0,2 1-13 0,-1 0-41 16,2 1-30-16,-1-1-12 0,1 0-6 0,-2 1 1 15,3-1-5-15,0 1 0 0,-1-1 4 16,1-1-3-16,0 0 1 0,1 0-4 0,0-1-1 15,2-1-7-15,0-2-5 0,2-1-2 0,0 2-1 16,1-2-2-16,1 0 0 0,1 0 0 0,0-2 2 16,0 1-1-16,0-1 3 0,-3 0-3 15,3 0 4-15,-3 0 2 0,2-1 0 0,-1 2-1 16,-1-2 4-16,1 1 2 0,-1 1-4 0,-2 0 4 16,1 1-2-16,-1-3 1 0,0 4-1 15,1 0 2-15,-1-1-1 0,-3 0 1 0,2 1 1 16,1 1-3-16,-1 0 2 0,1 1-4 0,-3 1-2 15,4 1 1-15,-1 1 0 0,0 1-1 0,3 2-1 16,-1 0-3-16,-1 3-2 0,1 1-1 0,0 1-1 16,-1 0 1-16,1 0 1 0,-2 0 1 15,1 0 3-15,-4-1-3 0,2-2 4 0,-2 1-1 16,-3-3-1-16,1-1 2 0,-2 0 0 0,-1 0 2 16,0-2-2-16,1 1 0 0,-2-1 0 0,1-1 1 15,1-1-1-15,0 0 0 0,0 1 0 0,4-2 2 16,-3 0 3-16,5 0 0 0,-2 2 1 0,3-1 1 15,0-1 1-15,1 3-3 0,1-1 3 16,1 1-1-16,2 1-1 0,0-1 1 0,0 2-2 16,2-1-1-16,1-1-2 0,0 2-2 0,2-2-3 15,0 0-2-15,-2 0-2 0,0 1 3 0,-1-1-1 16,-1 2 1-16,-1-2 4 0,-1 3-3 16,-2-2 3-16,-2 1 2 0,1 0 1 0,-3 2-3 15,-1-2 0-15,-1 2 0 0,-1-2 3 0,-1 0-1 16,-1 2 0-16,-1 1-1 0,-1-5 4 15,1 2 2-15,-2 1 36 0,0-2 20 0,1 1 14 16,2-2 5-16,-1 1 7 0,0-1 0 0,4-1-33 16,0 1-2-16,1-2-19 0,1 1-9 0,2-2-9 15,0 3-5-15,1-2-7 0,3 2-16 16,-1-3 4-16,2 0 1 0,0 0 3 0,0 1 2 16,0 0 1-16,2 0 0 0,-2-1 0 0,-2 2 5 15,1-3-2-15,1 3 2 0,-3-2 0 0,0 3 2 16,-2-1-1-16,2 1 1 0,0 1 3 0,-2 2-3 15,0 0-15-15,-1 3-59 0,0 2-92 16,-2 1-127-16,0 4-264 0,-3-1-223 0,0 3-131 16,-2-1 66-16,-2-1 255 0</inkml:trace>
  <inkml:trace contextRef="#ctx0" brushRef="#br0" timeOffset="165721.71">8561 15960 53 0,'0'0'285'0,"2"-2"150"0,-2 2 145 15,1 0-53-15,-1 0-99 0,0-2-59 0,-1 2 10 16,1-1 5-16,0 1-14 0,0-1-25 15,0-1-61-15,0 1-47 0,1-1-42 0,-1-2-24 16,2 1-14-16,1-2-13 0,2-2-15 16,1 1-21-16,0 0-20 0,1 0-21 0,1-2-14 15,3 2-11-15,-2-1-11 0,3-1-4 16,0 2-6-16,-1 0 1 0,0 0-5 0,0 2-10 16,0 1 4-16,-1 0 8 0,-1 2 27 0,-1 1 21 15,-1 1 22-15,-1 3 18 0,-2 2 6 16,-1 3-7-16,-1 2-18 0,-2 2-20 0,0 2-19 15,-3 2-17-15,0 1-9 0,-3 0-4 0,1 0-8 16,-1 0 2-16,-1 1-3 0,2-3 1 0,-2 3 0 16,2-2 0-16,0-4-2 0,0 2 1 15,2-5-2-15,-2 1-2 0,2-2-2 0,0 0-4 16,0-1-2-16,3-2 0 0,-1-2-2 0,1 0-3 16,0-1 1-16,1 0 2 0,1 0 0 0,2 0-3 15,-1-1 1-15,0 1 4 0,2-2 2 16,0 0-2-16,2 1-2 0,-1 0 3 0,3-1-1 15,-2-1-4-15,2 1-1 0,0 1-11 0,-1 0-39 16,0-1-43-16,0 0-46 0,2 2-86 0,-4-2-145 16,2 0-191-16,-3-1-253 0,1 1-240 15,0 2-191-15,1-6 89 0,-3 2 429 0</inkml:trace>
  <inkml:trace contextRef="#ctx0" brushRef="#br0" timeOffset="166051.68">8844 15925 169 0,'2'-4'472'0,"1"1"255"0,-3 0 172 0,2 0-150 16,-1 1-196-16,2 1-126 0,-1 1-81 16,-1 0-50-16,2 0-51 0,2 1-37 0,0 2-30 15,2 1-34-15,-1 0-28 0,3 2-18 16,-2 3-5-16,1 0-6 0,2 1 4 0,0 2 9 15,0 2 16-15,0 3 4 0,0-3-3 0,1 4-5 16,-2 0-11-16,-1 1-8 0,0-2-13 0,-1 1-5 16,-2 1-8-16,-1-2-7 0,-1 0-8 15,0-2-7-15,-1 1-13 0,-2-3-10 0,-2 0-7 16,2 0-5-16,-3-2-3 0,0-2-3 0,0-2 0 16,-2 2-1-16,2-4-2 0,-2 0-23 0,-3-4-48 15,2-1-56-15,-2-1-60 0,0-3-110 0,-1-1-161 16,-2-2-213-16,1-2-250 0,1-1-223 15,-4-1-150-15,4-2 191 0,-1-1 458 0</inkml:trace>
  <inkml:trace contextRef="#ctx0" brushRef="#br0" timeOffset="166259.85">8825 15977 118 0,'5'-5'348'0,"-2"1"179"0,0 2 162 0,0-2-93 0,2 2-76 16,0-2-44-16,3 3-23 0,-2-2-29 15,0 2-46-15,3-1-63 0,1 1-79 0,0 1-68 16,0-2-51-16,0 2-35 0,2 0-25 16,-3 0-24-16,4 0-12 0,-2 0-8 0,0 2-5 15,1-2 1-15,0 3-8 0,0-2-20 16,-1 1-84-16,-3 0-136 0,3 3-243 0,-1 0-278 16,-1 0-256-16,1 1-168 0,1 1 153 0,0 1 431 15</inkml:trace>
  <inkml:trace contextRef="#ctx0" brushRef="#br0" timeOffset="167685.6">9372 16302 13 0,'0'6'301'0,"-1"-2"211"15,1 1 176-15,0-2 20 0,0-2-211 0,0 1-136 16,0-1-84-16,0 1-30 0,0-4 4 15,3 1 5-15,-3-5-7 0,3 0-20 0,2-3-17 16,-4-3-10-16,2 1-25 0,1-6-26 0,0 1-25 16,-2 0-19-16,1-2-19 0,2 2-30 0,-2-1-22 15,0 3-13-15,0 1-8 0,0 4-3 16,-1 0 1-16,0 4-3 0,-1-1-1 0,-1 4 1 16,3-1 11-16,-1 3 21 0,0 4 25 0,1 3 13 15,0 1 19-15,3 4 5 0,-3 1-11 0,2 1-16 16,0 2-28-16,0-2-16 0,0 4-12 15,-1-4-13-15,4 2-3 0,-2-2-2 0,-1-1-2 16,0-2-2-16,1-1-1 0,0-3-3 0,-1-1 4 16,0-3-3-16,1 0 5 0,-2-3 3 0,0-3 1 15,2-2 2-15,-2-2-3 0,0-3 0 0,-2-2-4 16,3-1-1-16,-2-2-2 0,0 1 4 0,2-1 0 16,1 0-4-16,-3 1 2 0,2 2 2 15,-2 0-1-15,2 3-8 0,-2 2 0 0,-1 1 5 16,1 2-6-16,0 0 2 0,2 2 4 0,-1 2 11 15,0 2 7-15,0 2 7 0,1 0 10 0,0 2 6 16,1 1 0-16,-1 2-2 0,0 0-5 16,1 0-10-16,-1 1-7 0,0-3-9 0,1 1-5 15,-2-2-3-15,1 0-3 0,-3-2 3 0,3-3-2 16,-2 2 1-16,2-2 4 0,-2-1 4 16,1-1 1-16,-1-2 3 0,1-1-1 0,-1-3 2 15,0-1-9-15,0-1-9 0,-1 0-20 0,1-1-16 16,0 0-20-16,-1 0-20 0,2 2-9 0,-2-1-1 15,1 3 12-15,-1-1 10 0,1 1 24 16,0 4 17-16,0-3 13 0,-1 4 6 0,3 1 7 16,-2 1 4-16,1 4-2 0,1-3 7 0,0 2-3 15,1 3 5-15,-1-1 1 0,2 1 3 0,0-1-2 16,0 1-3-16,-1 1 5 0,2 1-4 0,1-1 0 16,-2 1-2-16,-1-1 2 0,1 1-1 15,-1 1-3-15,0-2 0 0,-1 1-5 0,1 0-21 16,-3 3-26-16,1 0-86 0,-3-3-147 0,-1 2-270 15,0-1-278-15,0-1-261 0,-1 0-197 0,1-3 166 16,-2-2 506-16</inkml:trace>
  <inkml:trace contextRef="#ctx0" brushRef="#br0" timeOffset="167852.7">9954 16292 353 0,'8'7'697'16,"1"2"255"-16,-1-2 111 0,1 1-255 0,-2-1-257 15,-1 0-187-15,1 2-98 0,-2-4-63 0,-2 0-72 16,2-1-59-16,-2-2-46 0,1-1-52 0,-4-1-96 16,0-3-132-16,-4-1-179 0,2-1-288 15,-2 0-250-15,-1-5-147 0,-2 0 133 0,-1-3 368 16</inkml:trace>
  <inkml:trace contextRef="#ctx0" brushRef="#br0" timeOffset="168007.14">9824 15930 230 0,'-1'-3'569'0,"-1"1"244"0,2 1 94 16,-1 2-219-16,1 1-281 0,1 2-193 0,-1 1-111 15,3 1-51-15,2 0-43 0,-1 1-71 16,0 0-87-16,4 3-107 0,-2-1-235 0,-1 4-214 16,3-2-105-16,0 2 82 0,0 0 210 0</inkml:trace>
  <inkml:trace contextRef="#ctx0" brushRef="#br0" timeOffset="168361.65">10104 16313 96 0,'8'-1'328'0,"0"-2"154"0,0-2 141 0,-2-3-85 15,-1-1-132-15,3-2-57 0,-2 1 24 0,1-4 31 16,-1-1-3-16,2 1-27 0,0-3-44 0,-2 2-48 15,2 0-62-15,-1 0-51 0,0 2-41 16,-1 0-29-16,1 2-19 0,-2 4-4 0,0 1 27 16,-1 3 36-16,4 1 35 0,-2 4 21 0,-1 1 6 15,0 4-11-15,3 2-34 0,-1 1-35 16,0 2-34-16,-1 1-29 0,2 1-22 0,0-1-12 16,-2 0-11-16,2-2-7 0,0 0-2 0,2-2-3 15,-2 0-3-15,-2-3 2 0,2-2-2 0,3 0 1 16,-3-2-2-16,0-2 1 0,1-2 1 0,-1 0-1 15,0-3 1-15,0 1-1 0,1-1-1 16,1 1-12-16,-2 1-33 0,3 0-46 0,-2 2-51 16,-1 1-51-16,2 1-69 0,-1 2-104 0,-1 1-110 15,0 2-138-15,-1 2-239 0,0 2-227 0,1 2-115 16,-1-1 180-16,-1 1 393 0</inkml:trace>
  <inkml:trace contextRef="#ctx0" brushRef="#br0" timeOffset="180785">2793 12741 88 0,'2'0'325'0,"1"0"174"0,-1 0 139 0,-1 0-107 16,-1 0-134-16,2-2-66 0,-1 2-22 0,-1 0-10 15,2-3-5-15,-2 1-14 0,3 2 2 16,-1-1 14-16,1-1-22 0,0-2-25 0,3 1-20 15,-1-1-27-15,1-2-28 0,1-2-39 0,2 0-22 16,-1 0 8-16,2-3 0 0,-1-2 1 0,2-1-14 16,0-1-16-16,-1-3-13 0,1 1-32 15,-2-3-20-15,1 0-15 0,2 2-9 0,-4 1-3 16,2-1-5-16,-1 5 4 0,-4 1 0 0,0 3 16 16,0 2 13-16,-2 3 12 0,0 0 9 0,-1 3 4 15,-1 2 4-15,-1 4-9 0,0 3-10 16,0 5-7-16,0 0-8 0,0 4-2 0,-1 4-4 15,-1-2-4-15,2 2-3 0,0 4-1 0,0-5-1 16,0 3-4-16,3-2-1 0,-3 3-1 0,3-3-2 16,0 0-3-16,-1-1-5 0,-1-1 3 0,1-3-1 15,0 3 1-15,-1-5 0 0,1 0 2 16,-2-2 2-16,0-2 1 0,0 0-25 0,0 0-48 16,0-2-50-16,-2-1-54 0,-1-1-111 0,1 0-160 15,-1-1-213-15,0-3-250 0,-1 2-229 0,0-4-166 16,1 0 202-16,0-2 458 0</inkml:trace>
  <inkml:trace contextRef="#ctx0" brushRef="#br0" timeOffset="181297.95">3073 12255 45 0,'-5'-18'411'0,"-4"1"329"0,1 4 268 0,-3-3 36 16,-3 5-279-16,1-3-196 0,-4 4-133 0,1-1-53 15,-3 3-39-15,0-1-39 0,-2 3-38 16,1 2-34-16,-2 1-37 0,1 3-52 0,-4 3-49 16,3 1-37-16,-3 6-26 0,2 3-18 0,-2 2-17 15,1 5-5-15,-1 6-2 0,1 2-6 0,0 6 2 16,1 6-3-16,1 1 9 0,1 6 1 0,2 2-2 15,6 3 3-15,1 6 0 0,4 2 6 0,8 3-4 16,5 0 2-16,4 4 3 0,10-3-1 16,5 0 0-16,6-4-5 0,6-3 3 0,4-5 7 15,7-5 1-15,4-5 5 0,3-8 2 0,2-4-4 16,3-9-5-16,3-4-7 0,1-8-1 0,0-8-3 16,2-7-3-16,-2-5 15 0,-1-9 4 0,0-4 1 15,-4-6-1-15,-1-5-4 0,-5-2 2 16,-4-4-7-16,-4 1-2 0,-8-2 4 0,-3 0 3 15,-6-2 4-15,-6 1 3 0,-4 2-1 0,-7-1 0 16,-4 0 2-16,-6 3 8 0,-6 2 8 0,-4 0 5 16,-7 3 4-16,-4 4-7 0,-6-3-7 15,-4 4-9-15,-6-3-10 0,-7 3-9 0,-5 2 1 16,-3-1 7-16,-3 4 3 0,-2 3-2 0,4 7-2 16,3 5-6-16,1 9-32 0,6 6-50 0,5 9-58 15,5 4-56-15,6 4-117 0,5 5-161 0,3 4-286 16,8 3-249-16,3-1-226 0,5 2-128 15,4-1 304-15,4-2 519 0</inkml:trace>
  <inkml:trace contextRef="#ctx0" brushRef="#br0" timeOffset="187929.87">25656 588 149 0,'-5'8'340'0,"0"0"133"16,1 1 98-16,-1 2-194 0,1-1-106 0,0 4-26 16,-1 2 40-16,2 6 69 0,2 5 60 0,-1 4 13 15,2 3-17-15,0 5-42 0,2 3-61 0,-1 3-68 16,4 6-61-16,-2 3-48 0,4 6-24 0,-3 2-15 15,1 3-16-15,0 3-8 0,-1 0-2 16,1 1 6-16,2 1-8 0,-3-1-3 0,-2 0 15 16,-1-1 8-16,1-4 8 0,-4 1 9 0,1-7 9 15,-5 2 0-15,-1-4-15 0,-1-1-15 0,-1-2-7 16,-5-2-13-16,1-3-14 0,-4 0-5 0,-3-4-4 16,-2 2-6-16,-1-2-10 0,-2-3-4 15,-4 1-4-15,-2-5-2 0,-1 1-4 0,-1-3 14 16,-4-2 3-16,1-1-2 0,-4-2 0 0,-1-2-3 15,-2-1 1-15,-2-1-8 0,-1-4-2 0,-3-1 1 16,-2-1 0-16,-3-1 0 0,-1-1 0 16,-3-4 0-16,-2 3 1 0,-4-8 0 0,-1 2 0 15,1-4-1-15,-1-2-2 0,0-4 2 0,1-1-2 16,1-1-1-16,2-2 3 0,0-3-6 16,1 0-3-16,4-1-3 0,-1 1-3 0,2 2-3 0,-1-2-1 15,2 3 4-15,1 0 2 0,-3 3 6 0,3 3 4 16,2 0 0-16,0 3 1 0,1 1-1 15,2 1 0-15,1 2-4 0,3 0-2 0,1 0 1 16,0 2-1-16,4 0 2 0,2 1 0 0,1 0-2 16,0 0 0-16,3 1-2 0,-1 1 1 0,4 0-1 15,-1 3-1-15,-1 1 2 0,0 0 0 16,-1 2 1-16,1 2-6 0,-1 1-3 0,0 0 5 16,0 3 0-16,1 0 2 0,-3 1 0 15,4 3 6-15,-3 0 3 0,0 1-6 0,1 0-1 16,0 2-1-16,-1 0-2 0,1 3 0 0,-2-2 0 15,2 2 2-15,0 2-2 0,-2 2-1 0,2 0 2 16,-2 1 1-16,4 0 1 0,2 2 3 16,-1-1 0-16,1 0-4 0,2 0-4 0,2 3-3 15,2-1-3-15,3 1 4 0,-2 2 3 16,4-1 5-16,0 2 2 0,2 1 2 0,2 1-1 16,2 1-4-16,0 0-1 0,3 2-1 0,0 1 3 15,2 0 2-15,1 4 2 0,-1-1-2 0,1 2-1 16,1 2-1-16,2-2-4 0,-2 1-1 15,1 1-1-15,-3 1 1 0,2-3 0 0,-1 1 2 16,-2 1 1-16,2-2 3 0,-1 0 0 16,-2-2 0-16,1 0-1 0,2-1 0 0,-1-1-1 15,0-2-1-15,2-1 0 0,0-2 0 0,1-2-1 16,-1-1-1-16,1-1 1 0,0-4 1 16,-2 1 0-16,1-4 0 0,0 0 2 0,-1 1 0 15,1-3 0-15,-3-1-1 0,4 1-1 16,-1-1 0-16,0-2 1 0,2-1-1 0,-1-1 0 15,1-2 0-15,3 1 0 0,-1 1 0 0,1-1-1 16,1-2 2-16,-1 3-1 0,0-1 0 16,3-1 0-16,-3 1 0 0,2 0 0 0,-2 0-1 15,0 2 0-15,0-1 2 0,-2 0 0 16,-1 2 1-16,-3-1 2 0,1 2-1 0,1 2 2 16,-4-1-2-16,0 4-1 0,-2 1-1 0,-1 3-2 15,3 2 1-15,-3 0-1 0,0 4-1 0,1 1-1 16,-2-1 0-16,3 4 2 0,-3-3 1 15,2-1 1-15,1-1 0 0,0-1 2 0,0-1 0 16,1-2-1-16,0-3-1 0,0-1-1 16,-2-2 1-16,1-1 0 0,-1-3 1 0,-1 0 0 15,0-2 0-15,-2 0 1 0,-4-1-2 0,0 1 1 16,-2-1-1-16,-5 0-1 0,-3 0 2 0,1-2-2 16,-6 3 3-16,-1-5 0 0,-2 2 1 15,-2-1 0-15,-2-1 0 0,-4-1 0 0,2-3-2 16,-3 1 1-16,1-2-2 0,2 0-1 15,-2-4 3-15,1 2 1 0,0-3 0 0,-2 1-1 16,5-1 1-16,-5 0 0 0,2-2-2 16,3-1-1-16,-4 1 0 0,4 0 0 0,-1-3 0 15,0-1 0-15,0-1 0 0,-2 0-1 0,1-4 0 16,-1 2-1-16,-1-1 0 0,3-2 0 16,-2-1 0-16,0 0 0 0,3 0 1 0,-2 0 0 15,1 0 0-15,2 0 1 0,-1 0-1 0,1 1 1 16,0 0 0-16,-2 2-1 0,1 1 0 15,-1 1 1-15,-1-1-1 0,0 0 0 0,0 2 0 16,0 1 0-16,-5-2-1 0,3 1 0 0,-2-3-1 16,0 2 0-16,-2 0 0 0,3 0-1 15,-1-3 1-15,-1 3 0 0,2-2 1 0,-2 0 1 16,3 0 0-16,0 0 2 0,0 1 0 0,-3 0-1 16,2-2 0-16,1 3 0 0,-5-2-1 15,6 0 0-15,-6 1-1 0,2 1 2 0,-1-3-1 16,3 2-2-16,-4-1 2 0,4 0-1 0,-2-1 0 15,3 0-1-15,-1-1 2 0,2 1 0 16,0 0 1-16,-2-1 2 0,5 0 0 0,-4 1 1 16,0 0-2-16,4 0-1 0,-4-1 1 15,2 0-2-15,0 0 0 0,-2 1-1 0,0 0 1 16,1-1-1-16,-1-1 0 0,0 1 0 0,4-2 0 16,-2 1 0-16,1 1 0 0,2-1 1 0,2 0-1 15,-2 1 1-15,2-1 1 0,-1 1 1 16,2-1 0-16,0 3 0 0,1-1 0 0,-6 1 0 15,4 0-1-15,0 1 0 0,-3 1-1 16,0-1 1-16,1 2 1 0,0-2 0 0,-2 3 0 16,0-1-1-16,0-1 0 0,0 2-1 0,0-1-1 15,2 0 0-15,-2 1-1 0,2-2 0 0,-1 1-1 16,1-2 2-16,0 2 1 0,1-3 0 16,1 1 0-16,-3 1 3 0,2-3 0 15,1 1 0-15,-3-1-1 0,5-1 0 0,-4-1 0 16,2 1-1-16,-1-1 1 0,2 0-2 0,-3 0 1 15,1-1-1-15,0 2 0 0,-1-2-1 0,2 1 0 16,-1 0 0-16,1 2 0 0,1-3 1 16,1 3-2-16,0 1 2 0,0 1-1 0,2-1 1 15,0 0 0-15,2 2 0 0,2 1 0 16,-1-2 1-16,3 1-1 0,-3-1 1 0,2 0 0 16,3 1 0-16,-1-3 0 0,0-1 0 0,0 1 0 15,-1-1 0-15,4-1-1 0,-3 0 0 0,1 0 1 16,2-2 0-16,1 2-1 0,-1-1 0 15,0 0 0-15,1-1-1 0,1 1-1 0,-2-1 0 16,0-1 2-16,4 1 0 0,-4 0-1 16,5-2 3-16,-4 0-1 0,1 2 1 0,2-2-1 15,1 0-1-15,-1-1 1 0,1 1-1 0,3-1 0 16,-2 1-1-16,3-1 1 0,-1-1 0 0,3 3 0 16,0-1 0-16,2-1 0 0,1 1 0 15,1-1 0-15,0 1 0 0,3-1 0 0,0 1-2 16,0-2 0-16,1 1-1 0,2 0 0 0,-1 1 0 15,0 1 1-15,2 0 0 0,-1 3 1 16,1 3 1-16,0 0 1 0,-2 2 0 0,2 1 0 16,0 3 0-16,-1 0 1 0,-1 0-1 15,0 3 0-15,-4-2 1 0,3 2-1 0,-2-2 2 16,1 2-3-16,-3-1 1 0,-2 0 0 0,1-1 0 16,-3-2-1-16,-2 3 1 0,1-4 0 15,-4 0 3-15,1-2 1 0,-2-1 0 0,1-1 1 16,-3-3 2-16,2 1-2 0,-4-3 0 0,-1 0-1 15,1 2-1-15,0-1-1 0,-3-1 0 16,0 4 1-16,3-1 0 0,-2 0-1 0,-1 4 0 16,-1 0-2-16,2 1 0 0,-2 0-1 0,0 1 0 15,-2 2-1-15,2 0 0 0,-2 1 0 16,5 0-1-16,-2-1 0 0,2-1-1 16,4 3 0-16,1-4 0 0,1 0 0 0,4-1-5 15,2 0-13-15,1-4-37 0,3 2-69 0,4-3-74 16,4-7-137-16,5 2-238 0,4-4-318 0,4-7-319 15,5-1-220-15,4-8-47 0,3-3 496 16</inkml:trace>
  <inkml:trace contextRef="#ctx0" brushRef="#br0" timeOffset="189872.42">22753 4086 91 0,'-3'-2'408'0,"1"2"262"0,-1 0 208 15,0 0-27-15,2 0-197 0,-1 0-125 0,1-2-91 16,1 2-68-16,-2 0-61 0,0 0-66 15,2-3-62-15,0 3-58 0,0-1-37 0,2 1-26 16,0-1-19-16,-1 0-13 0,2-2 5 16,3 1 14-16,2 2 5 0,2 0 19 0,2-2 18 15,4 2 11-15,0 2-13 0,2-2-16 0,2 5-6 16,0-3-15-16,0 4-16 0,-2-1 7 0,0 2 15 16,1 1 10-16,0 1 12 0,-7-1 2 15,1 3-2-15,0 1-8 0,-5 1-10 0,-2 0-7 16,-1 2-7-16,-2 0-2 0,-6 1-3 15,-2 0-4-15,0 3-6 0,-3-3-6 0,-1 3-4 16,-5-1-6-16,-1 2-4 0,0-1-2 16,-3 3-4-16,-1-3-2 0,-3 2-1 0,5 0-2 15,-5 1-1-15,1-2 0 0,3 0 0 0,1-4-1 16,4-1 1-16,1-2 0 0,4-2-1 16,2-1-2-16,-1-4-1 0,4-1-1 0,0 1 1 15,3-3-2-15,3 2 1 0,0-2 2 0,5 0 1 16,0-2 0-16,5 0 1 0,1 1 3 0,3-4-1 15,3 1 1-15,0-2-1 0,4 0 0 16,-2-3 1-16,3 0-1 0,0 0 0 0,2-1-9 16,-2 0-32-16,-2-1-67 0,1 1-68 15,-2 1-111-15,-5-3-172 0,0 3-294 0,-1 1-303 16,-5-1-224-16,2-1-147 0,-4 2 265 0,-1-3 556 16</inkml:trace>
  <inkml:trace contextRef="#ctx0" brushRef="#br0" timeOffset="190404.63">23240 3948 117 0,'-2'-19'455'0,"0"3"313"16,-5-2 248-16,2 3-50 0,-1 0-249 15,-2 2-163-15,-3-1-92 0,0 1-36 0,0 1-30 16,-5 2-56-16,0-3-44 0,-3 2-44 16,-3 1-45-16,0 1-59 0,-2 1-55 0,-3 1-29 15,-3 3-24-15,-1 2-12 0,-4 4-12 0,-4 3-8 16,-1 6-7-16,-1 3-2 0,-5 8 0 0,2 3-1 16,-4 9 0-16,2 3 2 0,-1 6 5 15,1 7 0-15,0 6-1 0,5 4-1 0,5 4 1 16,4 6-5-16,7 0 0 0,6 1 0 0,9 2 0 15,9-6 0-15,7 1 0 0,10-4 1 16,6-2-1-16,8-8 1 0,8 1 1 16,3-8 2-16,10-7 2 0,1-4 2 0,7-9-1 15,1-4-2-15,1-9 0 0,1-7-3 0,0-6-1 16,-1-8-1-16,-1-5 0 0,-1-7 0 0,-6-3 0 16,-2-5 2-16,-3-3 0 0,-7-3 1 15,-5-5 0-15,0 1 0 0,-7-3 0 0,-7-2 1 16,-1 1 0-16,-9 0-1 0,1-3 1 0,-10 2 1 15,-5-2-1-15,-4-1-1 0,-6-3-1 16,-3 0 0-16,-5-2 0 0,-5-3 0 0,-4 0-2 16,-3 2 0-16,-1 5 0 0,-3 5 0 0,-1 7-1 15,-1 7-2-15,1 10-1 0,-1 8-8 16,1 9-19-16,4 8-39 0,1 6-61 0,5 8-58 16,2 3-102-16,8 3-167 0,1 6-295 15,6 0-269-15,6 1-223 0,4 1-156 0,4-2 251 16,4-1 575-16</inkml:trace>
  <inkml:trace contextRef="#ctx0" brushRef="#br0" timeOffset="194923.72">26317 4007 273 0,'4'-5'566'0,"0"4"213"16,-3-2 85-16,1 6-270 0,-2-1-228 0,-2 6-93 16,1 5-14-16,-3 4 28 0,3 5 23 15,-2 7 6-15,0 8-6 0,3 7-26 0,0 9-45 16,3 7-30-16,-2 10-2 0,2 6-4 0,-1 9-8 16,0 9-21-16,-1 5-30 0,-1 8-25 15,-1 5-29-15,-1 6-20 0,-3 2-15 0,-1 5-11 16,-2-1-2-16,0 1-4 0,0-2-9 0,-2-3-7 15,2-3-5-15,-2-3-6 0,1-3-2 16,-1-5-4-16,0-2-3 0,1-5 1 0,3-5-1 16,-1-6 1-16,-1-2 1 0,4-5 1 0,-4-6 0 15,2-3-2-15,1-4-2 0,0-7-2 0,2-4-4 16,0-7-4-16,-1-8-10 0,4-7-21 16,0-5-37-16,0-10-57 0,0-3-50 0,0-6-60 15,0-9-94-15,0-2-126 0,0-7-136 16,-2-2-215-16,2-3-229 0,-4-3-172 0,4 0 95 15,-1-2 373-15,-1 1 384 0</inkml:trace>
  <inkml:trace contextRef="#ctx0" brushRef="#br0" timeOffset="195313.5">26123 7172 167 0,'-17'0'411'0,"4"-3"182"0,0 2 101 15,5 0-185-15,-1 0-240 0,5-2-124 16,3 3-24-16,2 0 62 0,6 0 92 0,3 4 85 15,7-2 56-15,1 3 13 0,7 1-40 16,6-1-72-16,3 2-62 0,6 0-42 0,6-2-41 16,1 0-30-16,4-1-24 0,1-1-23 15,5-2-17-15,0 3-33 0,1-4-18 0,3 1-7 16,0 1 0-16,1-1-2 0,1-1-8 0,-1 0 1 16,-1 0-2-16,-2 0-4 0,-2-1-7 15,-5-2 0-15,0-1 0 0,-5-2-24 0,-4 1-43 16,-1-2-37-16,-5-3-73 0,-4-1-140 0,-4-4-202 15,-2 1-278-15,-5-4-237 0,2 0-197 16,-5-2 57-16,-5-2 431 0</inkml:trace>
  <inkml:trace contextRef="#ctx0" brushRef="#br0" timeOffset="196006.98">27615 4282 318 0,'-2'-15'582'0,"-2"5"208"0,-1 2 71 15,-1 7-300-15,-2 2-206 0,0 7-102 0,-3 5-51 16,1 7-10-16,4 4 8 0,-3 10 12 0,4 4 5 16,2 11-3-16,-1 8-12 0,6 8-21 15,1 10-21-15,0 7-20 0,1 14-32 0,0 8-16 16,-2 10-18-16,-1 11-21 0,-2 6-14 0,-5 7-16 15,1 3 5-15,-2 2-13 0,-1-2-4 0,0 0-1 16,-2-1-2-16,2-7 3 0,1-6-8 16,2-10-6-16,-1-11-18 0,5-11-20 0,-1-13-16 15,2-11-37-15,2-14-66 0,-1-12-93 16,-1-12-112-16,0-10-166 0,-1-11-278 0,-2-12-217 16,-2-12-68-16,-3-11 180 0,-6-11 356 0</inkml:trace>
  <inkml:trace contextRef="#ctx0" brushRef="#br0" timeOffset="196607.72">26472 4151 247 0,'0'6'432'0,"0"-2"146"16,1-1 77-16,6 0-287 0,1-3-189 16,3 0-92-16,6 0-42 0,4-2 30 0,3 1 72 15,6 1 34-15,1-2 73 0,7 2 60 0,3 2 25 16,4-1-62-16,7 2-75 0,1 0-43 15,2 0-64-15,4 2-38 0,-3 0-24 0,2-1 4 16,-1 3 8-16,-2 1 2 0,0-1-2 0,-4 4-35 16,-3-3-69-16,-4 3-103 0,-2 0-141 15,-5-2-302-15,-2 1-239 0,-7-2-162 0,-3-1 56 16,-1-4 286-16</inkml:trace>
  <inkml:trace contextRef="#ctx0" brushRef="#br0" timeOffset="196915.58">27664 4078 27 0,'0'-7'348'16,"0"-4"219"-16,0-4 156 0,5-6 54 16,2-2-365-16,2-7-195 0,2-3-65 0,4-5-58 15,1-5-26-15,3-1-18 0,2-3-4 0,1 1-15 16,2-3-42-16,-1-1 3 0,1 3 4 16,-2 0 3-16,0 2-3 0,-1 2-8 0,-7 5-56 15,2 0-93-15,-7 4-174 0,0 6-232 16,-6 4-131-16,-5 4-13 0,-4 4 160 0,-6 6 219 15</inkml:trace>
  <inkml:trace contextRef="#ctx0" brushRef="#br0" timeOffset="197229.89">26537 4017 170 0,'12'-6'363'0,"4"-4"138"15,2-4 89-15,5-5-226 0,4-4-99 0,5-5-63 16,1-3-18-16,3-7 1 0,6-3 1 0,3-3-21 15,3-4-44-15,1-1-43 0,1 0-29 0,-2 0-24 16,-1 2-9-16,-2 3-8 0,-1 2-13 16,-6 3-65-16,-5 7-81 0,-5 4-236 0,-3 5-211 15,-7 6-121-15,-5 7 16 0,-5 4 178 16,-5 6 215-16</inkml:trace>
  <inkml:trace contextRef="#ctx0" brushRef="#br0" timeOffset="197747.52">27392 3456 80 0,'6'4'280'0,"-3"2"123"16,4-1 101-16,3-3-141 0,3 2-115 15,4-3-65-15,5 0-53 0,1-2 41 0,6 0 18 16,4-5 16-16,3 1-50 0,7-4-26 0,3 0 2 15,3 0-58-15,5-1-32 0,-1-1-20 0,3 0-9 16,-1 2-3-16,2 2 2 0,0 0 23 16,-2 0 6-16,-1 5 10 0,-3 2 6 0,-4 2 2 15,-4 3-23-15,-2 4-92 0,-7 3-135 16,-4 3-290-16,-7 3-192 0,-4 3-103 0,-6 1 54 16,-6 3 221-16</inkml:trace>
  <inkml:trace contextRef="#ctx0" brushRef="#br0" timeOffset="198305.61">28165 3370 112 0,'2'1'297'16,"-4"5"125"-16,2 2 94 0,-3 5-167 16,2 3-112-16,1 5-17 0,-3 4 53 0,3 7 104 15,0 3 100-15,0 6 33 0,0 7-3 16,0 4-53-16,0 7-72 0,-4 6-83 0,3 6-65 15,-6 6-47-15,1 7-34 0,-3 5-19 0,-3 4-16 16,3 2-15-16,-5 0-28 0,3 4-17 0,-1-2-14 16,2 3-14-16,2-6-16 0,-1-1-10 15,6-5 1-15,-1-3 0 0,2-6-4 0,2-4 4 16,0-4 3-16,2-2 1 0,1-5-4 16,-3-2-4-16,-3-4-13 0,1-2-34 0,1-1-30 15,-4-5-35-15,0-2-36 0,0-5-73 0,-3-3-109 16,1-8-117-16,0-2-199 0,2-9-257 0,-1-4-217 15,0-7-22-15,-2-6 280 0,2-5 389 16</inkml:trace>
  <inkml:trace contextRef="#ctx0" brushRef="#br0" timeOffset="198854.04">27564 7034 12 0,'-3'0'257'0,"2"0"152"15,-3-2 133-15,4-2-15 0,-1-2-162 16,2 0-95-16,-1-4-30 0,5 0 33 0,0-4 53 16,2-4 44-16,3-2 35 0,1-7-7 0,2-2-35 15,5-9-49-15,3-5-47 0,2-8-49 0,5-5-55 16,6-8-43-16,2-3-35 0,2-5-30 15,0-1-20-15,1-2-15 0,1 4-12 0,-6 0-3 16,-2 2 4-16,-4 6-14 0,-2 5-39 16,-10 5-104-16,-3 5-176 0,-7 5-294 0,-6 5-280 15,-6 6-262-15,-6 5-147 0,-4 6 286 0,-6 5 535 16</inkml:trace>
  <inkml:trace contextRef="#ctx0" brushRef="#br0" timeOffset="199542.46">27103 4171 204 0,'6'2'403'0,"1"-1"148"15,-1-1 91-15,-3 2-261 0,0 0-175 0,0 0-105 16,-1 3-45-16,-2 2-22 0,0 2-9 0,-2 5-8 16,-3 3-5-16,1 2-22 0,-2 5 0 15,-2 3-28-15,-4 5-54 0,0 0-131 0,-1 5-213 16,-1 0-88-16,-2 1-13 0,2 0 100 15,0 0 151-15</inkml:trace>
  <inkml:trace contextRef="#ctx0" brushRef="#br0" timeOffset="199742.59">26919 5398 243 0,'-8'25'404'0,"0"-1"132"0,-1-1 38 0,4-1-250 16,1 1-152-16,0-3-82 0,3-1-40 0,1-2-21 16,1 1-19-16,4-2-29 0,0 1-36 0,0-1-52 15,1 0-112-15,-2 2-205 0,1-2-77 16,-1 0 29-16,-3 1 96 0,-1-2 132 16</inkml:trace>
  <inkml:trace contextRef="#ctx0" brushRef="#br0" timeOffset="199904.74">26872 6027 142 0,'3'15'368'0,"-2"-3"157"15,3 0 111-15,-4 0-185 0,1 0-193 0,-1 0-117 16,0 0-57-16,0 2-31 0,-1-3-19 0,-1 1-41 16,0 0-60-16,-1 0-106 0,2-1-246 15,-4 2-132-15,1-2-24 0,-1 1 90 0,-2 1 155 16</inkml:trace>
  <inkml:trace contextRef="#ctx0" brushRef="#br0" timeOffset="200205.18">26440 7128 211 0,'-3'6'451'0,"2"-5"174"0,-1 0 88 16,2-2-231-16,0-3-230 0,2-2-130 0,2-3-70 15,1-2-28-15,1-2-21 0,1-2-3 16,1-3-9-16,1-3-4 0,1 0-5 0,2-5-8 15,1-1 7-15,0-1-18 0,1-4-46 0,-2 0-69 16,1 1-196-16,1 0-166 0,1-1-75 0,-3 2 52 16,-2 0 143-16</inkml:trace>
  <inkml:trace contextRef="#ctx0" brushRef="#br0" timeOffset="200364.76">26807 6303 145 0,'14'-18'391'0,"-6"2"174"0,-1 3 116 0,-1 1-165 16,-5 3-224-16,2 3-141 0,-3 2-94 16,0 1-65-16,-1 1-58 0,-1 2-59 0,-2 2-58 15,2 1-56-15,-1 0-87 0,2 1-126 0,-3 0-30 16,3 1 60-16,-1 0 109 0</inkml:trace>
  <inkml:trace contextRef="#ctx0" brushRef="#br0" timeOffset="200587.86">27196 6134 93 0,'17'-4'294'16,"1"2"130"-16,1-4 99 0,3-1-153 0,0 1-135 15,7-5-68-15,-1-1-37 0,4 1-25 0,-1-4-2 16,1 2-5-16,1 0-35 0,0 0-16 15,2 2-5-15,3-1-2 0,-3 3-10 16,1 0-17-16,-1 1-58 0,-2 3-122 0,1-1-256 16,-4 4-140-16,-2-1-35 0,-1 1 73 0,-5 1 167 15</inkml:trace>
  <inkml:trace contextRef="#ctx0" brushRef="#br0" timeOffset="206598.29">26187 6972 244 0,'-12'-8'404'0,"-7"3"144"16,3-1 50-16,-5 0-199 0,1 1-106 0,2-1-15 0,0 4 19 16,-2 2 21-16,5 0 2 0,-1 0-25 15,-2 2-47-15,6 5-56 0,-1 3-58 16,4 1-45-16,1 6-35 0,2 4-21 0,2 5-9 16,4 3-4-16,4 6-2 0,0 2-3 15,2 3-2-15,2 1-4 0,4-2-1 0,0-2-7 16,1-4-1-16,2-2-3 0,0-9 1 0,4-3 2 15,-3-11 4-15,1-4 1 0,2-10 4 0,-5-5 5 16,-1-9-1-16,-1-7 0 0,-2-4-2 16,-2-5-2-16,-2-5-5 0,-3-1-4 15,-3 0-4-15,-3 0-1 0,-5 2-4 0,-1 3 1 16,-6 0 6-16,-3 3 2 0,-8 5 0 0,1 2-3 16,-3 6 13-16,-1 4 15 0,2 7-5 0,0 5 8 15,2 7 4-15,1 7 10 0,2 4-10 16,6 7-9-16,5 4-1 0,2 4-7 0,6 4-7 15,6 1-4-15,6 0-4 0,5 0 0 16,8-1-26-16,4-1-55 0,5-2-83 0,7-2-113 16,5 0-168-16,4-5-288 0,1 1-201 0,4-4-51 15,0-1 163-15,-1-3 309 0</inkml:trace>
  <inkml:trace contextRef="#ctx0" brushRef="#br0" timeOffset="207157.61">27500 7117 200 0,'-9'8'518'0,"-1"1"237"16,2 3 107-16,-2 3-181 0,1 3-302 0,3 2-150 15,2 0-64-15,1 3-24 0,2-1-9 16,-1 2-6-16,4-1-5 0,1-2-21 0,0-2-35 16,2-3-35-16,2-1-19 0,1-4-10 15,-1-5-2-15,1-2-3 0,2-6 5 0,-1-5 9 16,-1-3 1-16,-2-5 7 0,0-4 0 0,-1-5 0 16,0-3-7-16,-4-5-4 0,1-1-3 15,-4-1-4-15,1-3-5 0,-4 3-1 0,-2 2 5 16,-2 1 5-16,-2 1 26 0,-3 5 24 15,-2 2 32-15,-1 7 30 0,-3 1 20 0,2 7 11 16,-3 6-20-16,4 4-19 0,-4 8-22 0,7 6-28 16,-3 5-21-16,4 5-15 0,2 5-7 15,5 2-6-15,2 3-3 0,8 1-6 0,0-4-6 16,7 0-2-16,4-1-6 0,2-6-20 0,4-3-60 16,2-5-84-16,2-6-105 0,4-6-137 15,1-6-269-15,2-6-244 0,-1-8-109 0,2-5 101 16,1-8 290-16,-3-6 311 0</inkml:trace>
  <inkml:trace contextRef="#ctx0" brushRef="#br0" timeOffset="207495.65">28101 6053 120 0,'-5'-2'386'0,"0"2"199"0,-1 2 149 16,-2 2-104-16,0 3-165 0,2 2-61 0,-2 3-24 16,3 1-11-16,-2 3-28 0,1-1-48 15,3 0-61-15,0 1-70 0,1-3-62 0,4 0-43 16,0 0-28-16,1-5-15 0,3-1-6 0,-2-4-2 16,5-3-5-16,-1-3-2 0,0-2 1 15,2-5-2-15,-2-5-4 0,2-2 1 0,1-2 2 16,-5 0 3-16,1-4 6 0,-1 3 1 15,-3 1 4-15,2 1 1 0,-5 3-2 0,-2 2-2 16,-2 1 0-16,0 1-4 0,-2 4-5 0,0 1-7 16,-2 3-25-16,-5 3-48 0,2 2-70 0,-5 2-89 15,0 5-112-15,-1 1-159 0,-2 4-261 16,-5 1-156-16,1 4-5 0,-2 2 187 16,-6 0 284-16</inkml:trace>
  <inkml:trace contextRef="#ctx0" brushRef="#br0" timeOffset="207827.68">26657 6059 255 0,'1'11'460'16,"6"3"163"-16,-2 2 88 0,4 3-276 0,3 4-196 16,1 1-105-16,5-1-47 0,-2 1-28 15,6-5-17-15,-2-1-13 0,3-4-5 0,2-6-10 16,0-2-1-16,2-8-1 0,-2-5-3 16,-3-3-3-16,4-7 1 0,-8-2 21 0,0-5 36 15,-2-2 30-15,-7-2 35 0,-2 1 25 16,-6 0 7-16,-1 0-17 0,-4 3-33 0,-6 1-27 15,-3 3-52-15,-6-1-78 0,-3 1-96 0,-3 0-133 16,-2 1-276-16,-3-1-210 0,0 0-99 0,-2-4 92 16,-1 0 242-16</inkml:trace>
  <inkml:trace contextRef="#ctx0" brushRef="#br0" timeOffset="208333.29">26722 4035 153 0,'-6'21'432'0,"-1"-4"194"0,4 3 116 0,0-3-144 16,1 1-284-16,2-2-156 0,0-1-78 15,2-3-40-15,1-1-19 0,2-5-5 16,2-3-3-16,1-5 22 0,0-3 15 0,4-6 8 15,-2-5-3-15,2-3 2 0,-3-2 0 0,2-4-22 16,-1-1 14-16,-2-1 20 0,-2 3 34 0,0 0 45 16,-3 4 34-16,-3 3 14 0,0 2-22 15,-5 3-23-15,-1 2-33 0,-3 6-43 0,-1 1-32 16,-1 3-20-16,0 6-11 0,0 1-4 16,1 6-5-16,0 0 3 0,2 6-5 0,0 3 1 15,2 2 2-15,2 1 0 0,4 2 1 0,4 2-5 16,2 1 7-16,2-3-7 0,4-1-2 15,6-3-21-15,-1-5-52 0,9-3-73 0,0-7-108 16,8-5-113-16,0-6-286 0,9-7-202 16,-2-7-73-16,2-6 116 0,1-4 274 0</inkml:trace>
  <inkml:trace contextRef="#ctx0" brushRef="#br0" timeOffset="208603.97">27381 3351 177 0,'-5'-7'396'0,"-1"1"158"0,-2 4 97 16,0 4-207-16,2 4-213 0,-1 2-110 15,1 4-35-15,0 1-18 0,1 4-8 0,0-4-7 16,2 3-9-16,2-3-3 0,1-1-23 16,3-3-10-16,2-2-3 0,-1-3-1 0,6-3 5 15,-2-4 26-15,1-4 18 0,2-6 8 16,-1 1 4-16,-1-5 1 0,2-2 25 0,-3 0-11 15,-2 1-8-15,-1 2-6 0,2-1-6 0,-6 5 0 16,1 0-27-16,-4 3-18 0,1 5-35 16,-2 4-71-16,-2 5-78 0,-2 6-110 0,-1 5-257 15,-2 9-173-15,1 2-32 0,0 5 126 0,0 4 204 16</inkml:trace>
  <inkml:trace contextRef="#ctx0" brushRef="#br0" timeOffset="208800.2">27514 4329 35 0,'-6'3'410'15,"-6"1"294"-15,0-1 188 0,-1 0 26 16,0-2-367-16,3 1-254 0,0 1-143 0,3-1-82 16,4 1-43-16,2 1-23 0,4 4-13 0,2-2-7 15,3 1-20-15,3 1-71 0,3-2-104 0,0-2-240 16,4-1-223-16,0-4-140 0,2-2 4 15,2-6 206-15,-5-1 263 0</inkml:trace>
  <inkml:trace contextRef="#ctx0" brushRef="#br0" timeOffset="209105.77">28006 3691 77 0,'0'-30'451'0,"-2"1"329"15,-1 4 229-15,0 4 5 0,-4 3-328 0,2 4-202 16,-4 6-150-16,1 0-95 0,-3 7-77 16,-1 3-71-16,0 7-40 0,0 4-25 0,-2 3-12 15,1 5-8-15,0 2-4 0,4 4 5 16,-1 0-7-16,4 0-3 0,0-2 0 0,4-1 1 16,2-4-3-16,2 1-1 0,1-6 3 0,1-4 3 15,3 0 0-15,-2-3 0 0,1-4 4 16,0-4-1-16,4-1 3 0,-2-4 0 0,0-4 0 15,0-3 3-15,1-1-3 0,0-4-1 0,0-1-5 16,0-2-26-16,-3 3-53 0,0-3-96 16,-1 2-109-16,-1 2-121 0,0 2-189 0,1 2-252 15,-1 5-140-15,0 3 74 0,-1 2 241 0,0 5 280 16</inkml:trace>
  <inkml:trace contextRef="#ctx0" brushRef="#br0" timeOffset="-214591.1">28790 1663 39 0,'1'6'323'15,"-1"-6"189"-15,0-3 141 0,2-3-3 16,0-3-251-16,1-4-125 0,0-4-25 0,3-2 23 15,0-4 36-15,2-3 30 0,0-2-1 0,0-3-27 0,5-2-45 16,-4 1-50-16,3-1-44 0,-2 0-36 0,2 3-35 16,-3 4-18-16,2 0-10 0,-3 2-5 15,-1 6-3-15,2 3-9 0,-5 2-6 0,1 3-13 16,-2 4-8-16,1 0-10 0,-3 3-9 0,3 5 0 16,-3 2-1-16,1 4 5 0,-2 5 1 0,0 2-3 15,0 5 8-15,0 2 11 0,0 2 2 0,0 3 0 16,0 2-3-16,-2 1 3 0,2 1-4 0,-1 2-14 15,-3 0 1-15,3 2-2 0,-3-2 0 0,1 1 2 16,0 1-5-16,0-4 0 0,-2 1-4 0,1-4-6 16,1-1 5-16,-1-1-7 0,3-6 2 15,-1 0 3-15,0-4 1 0,-1 0 1 0,2-2-4 16,1-5-16-16,-2-1-22 0,0-2-42 0,1-2-60 16,-1-2-106-16,1-4-128 0,-1-2-141 15,2-2-219-15,2-2-244 0,-1-1-153 0,1-3 105 16,1-1 316-16,2-5 335 0</inkml:trace>
  <inkml:trace contextRef="#ctx0" brushRef="#br0" timeOffset="-214171.24">29503 1169 249 0,'-3'4'542'0,"-2"0"237"0,-4 4 143 16,1-1-171-16,-4 3-174 0,2 1-112 0,-3 1-82 16,0 3-30-16,-3 2-49 0,0 2-64 0,1 4-58 15,0 2-27-15,0 3-10 0,0 6-19 0,0 1-6 16,2 5-2-16,-3 5-5 0,2 2-13 16,-2 5-20-16,3 0-16 0,-1 1-20 0,5 0-15 15,2-6-15-15,6-2-13 0,2-6-3 0,4-5-2 16,3-5 1-16,8-6-2 0,-2-8 6 0,7-5 7 15,-1-7 6-15,3-4 0 0,-2-7-9 0,3-5-3 16,0-2-2-16,-5-5-5 0,1-1-6 0,-4-2-1 16,2-2 9-16,-6 0 3 0,1 0 3 15,-5-1 3-15,-2 2 9 0,-2 1 7 0,-4-1 0 16,-4 5 0-16,3-1-4 0,-6 2-1 0,2 3-7 16,-1 2-7-16,-2 2-3 0,-1 4-1 0,1 2 0 15,-3 5-3-15,1 3 0 0,-1 5-2 0,-1 0 0 16,1 6-26-16,-1 1-45 0,2 2-44 15,-2-2-50-15,3 1-106 0,0-2-151 0,2-2-171 16,1 0-253-16,2-4-233 0,4-1-177 0,0-1 155 16,4-5 423-16</inkml:trace>
  <inkml:trace contextRef="#ctx0" brushRef="#br0" timeOffset="-213806.26">30131 1169 140 0,'-5'0'269'0,"2"0"92"0,-2 1-22 0,0 0-134 15,2 1-126-15,-5-1-132 0,4 2-193 0,-1-3-80 16,0 1-1-16,2 1 56 0</inkml:trace>
  <inkml:trace contextRef="#ctx0" brushRef="#br0" timeOffset="-212309.16">29761 1185 176 0,'-7'0'400'15,"4"0"180"-15,-2 0 77 0,4 0-201 0,-3-2-162 16,4 2-84-16,0 0-16 0,4 0 39 0,-3 2 58 15,6-2 47-15,-1-2 32 0,3 1-11 16,4-1-51-16,0-1-66 0,3 0-63 0,2 0-52 16,-2-1-34-16,6 0-28 0,-2-1-20 0,0 0-13 15,0 1-7-15,0 1 12 0,-1-2-3 0,-1 2 0 16,-2 2 3-16,2 0-2 0,-6 1 0 0,0 1-14 16,-2 0-7-16,-2 2 17 0,1 2 23 0,-2 1 27 15,-2 3 21-15,0 1 14 0,-4 2 7 0,-1 0-17 16,-1 4-21-16,-4 0-24 0,0 2-22 0,-2 3-15 15,-2 0-7-15,0 3-7 0,0 0-2 0,-3 3-6 16,3 1 0-16,-5 1 0 0,3 2-1 0,-1 2 1 16,-2 0 3-16,1 2 8 0,1 0-1 0,-1-1-9 15,4-2-6-15,-2 0-5 0,3-5-2 16,1-1-4-16,1-4-3 0,2-3 7 0,-1-2 5 16,3-2 12-16,1-4 2 0,-3 0-1 0,3-4-12 15,-1-2-32-15,1-3-36 0,1 0-42 0,-4-2-43 16,4-2-88-16,-3-2-99 0,0-2-101 15,-1-2-122-15,0-1-252 0,1 0-235 0,-2 0-58 16,1 0 176-16,0-1 336 0</inkml:trace>
  <inkml:trace contextRef="#ctx0" brushRef="#br0" timeOffset="-212045.15">29750 1564 67 0,'3'2'323'0,"2"-1"166"15,-2-1 128-15,3 0-89 0,2 2-163 0,0-2-77 16,3 1-4-16,3-1 52 0,0 0 23 16,4-1-2-16,-1-1-47 0,5-1-69 0,0 0-63 15,2-1-79-15,-2-1-42 0,4-1-25 0,-4 2-12 0,1 0-4 16,0-1-4-16,-3 2-3 0,0 0 1 15,0 0-7-15,-3 0-53 0,-3 1-83 0,0 2-112 16,-1 0-207-16,-2 0-273 0,-1 2-217 0,-2 1-55 0,-2 1 177 16,2 1 319-16</inkml:trace>
  <inkml:trace contextRef="#ctx0" brushRef="#br0" timeOffset="-209060.77">29685 2713 214 0,'6'-5'479'0,"1"-3"192"0,2-4 95 16,0-3-208-16,4-1-228 0,3-8-86 0,6 1-1 16,-1-5 60-16,4-4 38 0,3-3 8 0,4-3-28 15,-1 0-49-15,3-5-61 0,-1 4-76 0,0-4-51 16,0 3-26-16,-1-2-41 0,0 4-22 0,-5 1-12 16,-1 4-4-16,0 1-8 0,-8 7 1 15,-2 4 13-15,-2 1 10 0,-4 5 4 0,-2 5-8 16,-5 1-39-16,0 3-87 0,-6 2-117 0,0 4-140 0,-3 4-256 15,-1 2-265-15,0 1-147 0,-3 2 83 0,0 2 303 16,0 1 324-16</inkml:trace>
  <inkml:trace contextRef="#ctx0" brushRef="#br0" timeOffset="-208740.12">30373 2244 386 0,'3'-2'719'16,"0"1"212"-16,0 1 25 0,-2 1-312 15,1 3-263-15,-1 2-168 0,-1 4-70 0,0-1-21 16,-1 6 3-16,-1 1 3 0,1 2-10 0,-2 1 4 15,1 5-29-15,-1 1-24 0,-2 0-21 0,4 2-18 16,-6 0-15-16,4 2-17 0,-2-1 19 0,-1-1 9 16,2 0 6-16,0-3 3 0,0 0-1 0,0-1-6 0,-1-3-40 15,1-3-50-15,-2-2-84 0,1-2-97 16,-2-1-113-16,3-4-151 0,-1 0-251 0,2-4-182 16,-2-2-3-16,4-4 178 0,-1 0 274 0</inkml:trace>
  <inkml:trace contextRef="#ctx0" brushRef="#br0" timeOffset="-208526.74">30360 2575 74 0,'6'0'317'0,"-1"2"158"15,0-1 121-15,2-1-107 0,0 1-203 0,-1 2-134 16,2-3-74-16,1 2-38 0,3-2-17 0,-1 0-7 15,3-2-3-15,-1 2-5 0,2-4 1 0,0 0-1 16,0-1 3-16,0-2-1 0,-1-1-24 0,0-1-39 16,-3 2-70-16,2-2-188 0,-5 0-173 0,0 0-69 15,-1 1 49-15,-3 1 130 0</inkml:trace>
  <inkml:trace contextRef="#ctx0" brushRef="#br0" timeOffset="-208258.41">30646 2271 96 0,'3'0'370'0,"1"3"189"0,-3-2 134 15,1 2-129-15,-2 1-207 0,1 2-129 0,2 0-41 16,-1 2 21-16,-2 1 60 0,0 1 54 0,0 2 35 16,0 1-4-16,0 4-33 0,0-1-50 0,0 1-64 15,-2 6-53-15,-1-3-42 0,2 4-36 0,-1 0-25 16,-1 0-16-16,1 1-13 0,-1-1-12 0,0-2-7 15,0 0 0-15,-1-1-2 0,4-2-4 0,-1-4-6 16,-2-1-6-16,1-4-19 0,-1-1-55 0,2-5-74 16,-1-2-84-16,0-4-94 0,4-3-100 15,0-4-113-15,2-2-142 0,-1-3-141 0,0 1-13 16,4-5 129-16,-2 0 217 0,1-1 220 0</inkml:trace>
  <inkml:trace contextRef="#ctx0" brushRef="#br0" timeOffset="-207960.59">30828 2346 226 0,'1'3'567'0,"-1"-2"272"15,-1 2 119-15,-1 1-212 0,-1-2-205 0,0 3-127 16,0 1-78-16,-3 0-42 0,1 1-28 0,0 2-24 16,-1 3-30-16,1 3-35 0,-2-2-34 15,3 3-25-15,1-1-17 0,0 1-16 0,-1 1-23 16,4 1-18-16,2 0-17 0,3-2-4 0,-2 0-8 15,5 2-11-15,-4-4 1 0,4 1-8 0,0-1 2 16,3-2-5-16,-1 0-2 0,-1-2 4 0,4-2 1 16,-2-1 5-16,0-1-1 0,3-1 4 0,1-2 3 0,-3-2 1 15,1-2-1-15,1-2-2 0,-1 0-1 16,0-3 0-16,1-1-23 0,-3-1-26 0,3-3-27 16,-1 2-24-16,-1-1-42 0,1-1-78 0,-3 1-99 15,2-4-115-15,-4 2-169 0,0-1-271 0,0 0-207 16,1 1-33-16,-2 1 256 0,-1-3 359 0</inkml:trace>
  <inkml:trace contextRef="#ctx0" brushRef="#br0" timeOffset="-207712.04">31006 2246 21 0,'-4'0'481'0,"-2"0"419"0,1 0 221 16,0 0-43-16,3 0-353 0,1 0-317 0,-1 0-195 15,2 0-91-15,2 0-27 0,-1 0-2 0,6 0 3 16,0 0 6-16,1 0 1 0,4 0-15 0,3 0-27 16,0-1-21-16,2 0-15 0,1-1-10 0,0-1-7 15,3 2-5-15,-4-1 4 0,0 1-5 0,0 1 2 16,-3 0-2-16,-2 0 0 0,0 1-1 0,-3 2-15 16,-3 2-27-16,-3 1-66 0,-3 0-115 0,-1 0-123 15,-6 1-180-15,1 1-286 0,-5 1-225 16,2 0-71-16,-3 0 230 0,-3 0 335 0</inkml:trace>
  <inkml:trace contextRef="#ctx0" brushRef="#br0" timeOffset="-207537.16">30923 2444 138 0,'5'5'350'0,"-1"-2"148"0,1 0 101 16,1 0-192-16,1 0-179 0,1 0-97 0,0 0 25 15,2-1 10-15,2-1 11 0,2 0 0 0,-3-1 1 16,3 0-16-16,2-1-72 0,-3 0-37 0,4-1-23 15,-3-1-11-15,2 0-6 0,-2 2-13 0,4-2-49 16,-6 0-77-16,2 1-110 0,-1 2-265 0,0 0-175 16,-2 0-64-16,-2 3 99 0,4-1 208 15</inkml:trace>
  <inkml:trace contextRef="#ctx0" brushRef="#br0" timeOffset="-207210.93">31435 2653 67 0,'-2'1'457'16,"1"-1"327"-16,-1 0 183 0,-1 0-85 0,3-1-294 15,5-2-225-15,-4-1-138 0,2 2-57 0,2-5-11 0,0 1 7 16,3-4 3-16,1 0-6 0,1-3-19 0,1-1-14 16,1-1-27-16,1-2-20 0,1 0-17 15,-1-1-13-15,2 0-10 0,-1 0-21 0,-2 0-8 0,2-1-8 16,-1 2-5-16,0 0 1 0,-2 2-4 16,-1 2-7-16,-1 0-27 0,-3 1-56 0,-1 1-101 15,-4 2-130-15,-1-1-190 0,-1 3-291 0,-2 3-229 16,-2 1-86-16,-3 0 205 0,0 1 363 0</inkml:trace>
  <inkml:trace contextRef="#ctx0" brushRef="#br0" timeOffset="-206950.07">31406 2344 201 0,'0'2'464'0,"0"2"196"15,0-1 102-15,4 1-233 0,-3 0-138 0,1 4-59 16,3-3 8-16,-2 4 26 0,2 0 3 0,2 1-12 16,0 2-59-16,1-1-75 0,0 3-73 0,2-1-58 15,-2 1-34-15,4-1-22 0,-3 2-20 0,2-2 8 16,-1-1 4-16,0 1 1 0,-1 0-2 0,-1-1 3 16,0 2 3-16,-1-1-18 0,-2 1-19 0,0-1-25 15,0-1-81-15,-2-2-115 0,-2 1-144 16,1 2-218-16,0-5-283 0,-1 1-232 0,2-1-12 0,-1-1 269 15,1 2 377-15</inkml:trace>
  <inkml:trace contextRef="#ctx0" brushRef="#br0" timeOffset="-196321.17">23171 9274 116 0,'0'5'340'0,"0"1"157"16,-2-2 114-16,1 2-149 0,1-1-163 0,-2-1-77 16,0 0-31-16,1 1 1 0,1 1 14 15,-2-1 3-15,0 1 0 0,1 1-3 0,-1-1-5 16,2 2-1-16,-1 1 3 0,1 0-5 15,-2 3-1-15,0-2-4 0,2 4-12 0,0 0-15 16,0 4-24-16,2 1-20 0,0 1-19 0,-1 5-9 16,-1 5-13-16,3 1 11 0,-1 7 11 15,0 4 25-15,-1 3 16 0,1 5 16 0,-2 6 10 16,0 2-12-16,-2 7-14 0,1 4-24 0,-3 3-22 16,0 6-24-16,-3 6-19 0,0 3-9 15,-1 6-10-15,-2 5-7 0,-1 2-5 0,-2 4-6 16,2 1-5-16,-3 1-7 0,5 0-2 15,-3-6-2-15,3-4 0 0,1-7 0 0,3-5 0 16,2-5 1-16,1-8 0 0,1-9-2 0,2-6-1 16,1-7 0-16,0-7-1 0,3-4 1 15,-4-8-3-15,4-3 2 0,-2 0-1 0,0-6 0 16,3-1 2-16,-2-1-2 0,0-3 0 0,0-1-1 16,-1-2-8-16,0-2-29 0,-1-3-53 15,-1 1-64-15,-1-5-75 0,-1-2-133 0,-1-5-183 16,-1-3-287-16,0-7-245 0,-4-1-205 0,0-9-56 15,-1-4 373-15,-4-6 502 0</inkml:trace>
  <inkml:trace contextRef="#ctx0" brushRef="#br0" timeOffset="-195264.69">23022 9505 191 0,'0'-1'356'0,"1"-2"147"0,-1 1 63 16,-1-1-158-16,1-1-66 0,0-1 16 16,-3 0 32-16,3-1 33 0,0-1 11 0,0-4-19 15,3 0-37-15,0-3-69 0,0-1-69 0,0-4-58 16,4-2-46-16,-1-2-32 0,3-2-23 15,1-1-5-15,0-2 8 0,2 1 18 0,-1 0 8 16,0-2 6-16,0 1-1 0,0 2-5 0,-1 0-19 16,1 4-18-16,-2 1-20 0,0 2-14 15,0 5-8-15,-3 1-14 0,1 2-4 0,-3 5-7 16,3 3 0-16,0 3-3 0,0 6 1 0,-1 5 8 16,1 2 3-16,-1 4 3 0,1 6 5 15,-2 0 0-15,3 4-1 0,-1 0-4 0,0 3-3 16,1-1-4-16,-1-2-6 0,1-1 0 15,-2 0-4-15,3-2-1 0,-1 0-1 0,1-3 1 16,0 0 2-16,-3-3-4 0,0 0-36 0,-1-1-62 16,0 0-74-16,0-3-143 0,-1 3-234 0,-1-3-317 15,2 2-284-15,-1 0-207 0,-1-1 18 16,-2 0 507-16</inkml:trace>
  <inkml:trace contextRef="#ctx0" brushRef="#br0" timeOffset="-193171.21">22750 11812 60 0,'-8'-3'254'0,"4"0"128"0,-1 2 109 0,1-1-114 16,1 0-171-16,2 1-70 0,1-1-50 16,0 2-33-16,0 0-2 0,1 0 12 0,-1 2 43 15,3-1 28-15,2 1 51 0,0 1 21 16,3 0 27-16,0 0 24 0,0 0-20 0,1 2-25 15,4-3 25-15,0 2 17 0,2-2 3 0,0 1-19 16,2-1-10-16,-1-2-4 0,3 1-57 16,-2-1-38-16,0 0-43 0,4 0-26 0,-2-1-21 15,1 1-11-15,4-1-1 0,0 0-4 16,-2-2-2-16,3 1 1 0,2 2-1 0,2-4-5 16,-1 2-3-16,2-3 6 0,0 2 0 0,0-3 5 15,0 1 0-15,2 1-4 0,-1 0-1 16,3 0-5-16,-1-1-6 0,0 0-5 0,0 1 3 15,2 1 5-15,0 0-7 0,3 0-3 16,-4 1 3-16,1 0-2 0,-1 2-5 0,0 0 0 16,0-3 2-16,-3 3 1 0,3 0-1 0,-1 3 2 15,-2-3-1-15,1 0 0 0,0 0 0 16,-1 0-5-16,1 2-1 0,-2-2-2 0,-2 2 3 16,3-1 1-16,-5-1 3 0,3 2 1 15,-2-1 3-15,1 1 5 0,0-1-2 0,-1-1 0 16,3 2 0-16,0-1 1 0,0 1-3 0,0-2 0 15,4 0-3-15,-1 0 0 0,0-2 3 16,0 1-1-16,1-1 3 0,0 1-5 0,0-1-1 16,-1-1-4-16,2 2-5 0,-2-1 3 15,1 0-5-15,1 2 3 0,-2-3 0 0,1 3 5 16,-3 0 4-16,2 0 1 0,1 3 5 0,-3-3-1 16,3 0-2-16,-1 2-3 0,2 0 0 15,-2-1-1-15,1-1-2 0,1 2 4 0,0-1 5 16,0-1-2-16,1 0-3 0,-1 0 4 15,0 0-1-15,3-1-3 0,-5-1 0 0,3-1 0 16,-2 1 0-16,0-1-3 0,1 2-1 0,0 0-3 16,1 0-3-16,-3 1 1 0,2 0 0 0,-2 0 0 15,1 1 1-15,-1 0 6 0,0 0 4 16,0 2 2-16,2 2 0 0,2-2 0 0,-1 3-1 16,0-1 1-16,0-1-2 0,3 1 1 15,0-1-3-15,-1 2 3 0,-2-1-4 0,1-1-1 16,-1 1 0-16,2 1-4 0,0-2 0 0,-3 0-1 15,-1 1 3-15,3-1-2 0,-1-2-2 16,0 0 3-16,1 2-1 0,-4-2 4 0,2-1-1 16,0 2 2-16,0-3 4 0,-1 2 2 15,1-2 29-15,1 0 12 0,1 0 14 0,1 0 3 16,-3 0 3-16,3 0-2 0,-2 0-25 0,2 0-12 16,-3-2-14-16,1 2-10 0,-1 0-7 15,1-1-4-15,0 1-5 0,1 0 1 0,-2 0-1 16,1 0 2-16,-3 0 1 0,2 0 8 15,-2 0 2-15,2 1-1 0,-4-1 2 0,3 0 2 16,-1 0 1-16,-2 0 0 0,1 0 0 0,0 0 3 16,1 0 2-16,-1-1 1 0,1-1-2 0,0 1-6 15,-1-1 2-15,-1 2 0 0,1-4-2 16,-2 4-6-16,0-2 4 0,-2 0-2 0,-1 2 0 16,0-3-4-16,-2 3-4 0,-4-1 3 15,3 1-1-15,-2 0 6 0,-5 0-1 0,2 0 4 16,-3 0 1-16,-2 0 1 0,1 0 2 0,-5 0-8 15,2 0-3-15,-4 0-1 0,-2 0 2 16,-2 0 3-16,1 0 20 0,-1 0 50 0,-3 0 30 16,1 0 18-16,-2 0 3 0,-2-1-3 15,-1 0-21-15,0-4-36 0,-4 3-25 0,-2-1-17 16,1-2-11-16,-2 1-7 0,-2-2-18 0,1 1-37 16,0-2-44-16,-3 0-47 0,2-1-43 15,2-1-49-15,-2 1-54 0,1 2-68 0,0-4-59 16,2 1-56-16,1 0-65 0,1 0-57 0,1 2 12 15,3-2 101-15,2 0 119 0,-3 2 113 16,3 1 94-16,1-3 68 0,0 5 50 0,0 0 31 16,0-1 22-16,1 1 23 0,3 0 16 15,-3 0 16-15,2 1 9 0,1 0 13 0,2 1 16 16,-2-3 19-16,3 0 15 0,-1 1 15 0,5-1 20 16,0 1 45-16,4-3 34 0,0 5-9 15,1-4 26-15,5 4 0 0,-3 2 5 0,3 0-26 16,1 0-30-16,0 2-10 0,0 5-31 0,-2-1-32 15,2 3-19-15,-5 2-20 0,2 1 5 16,-2 4 2-16,-1 0-3 0,-2 4 1 0,-1 0 11 16,-2 1 0-16,-2-1-20 0,1 4-16 15,-3-4-11-15,-3 1-10 0,2-1-2 0,-4 0 1 16,0-3 1-16,-2-1-7 0,-2-1-3 0,-2-1-2 16,-1 1-23-16,-2-3-14 0,1 0-10 15,-4-1-3-15,1 0-4 0,0-1 0 0,-3-1-1 16,0-1-2-16,1-1-23 0,0-2-55 0,1 2-56 15,2-1-101-15,0-2-168 0,1 0-306 0,2 0-303 16,3-2-248-16,1 1-172 0,2-1 244 16,3-2 589-16</inkml:trace>
  <inkml:trace contextRef="#ctx0" brushRef="#br0" timeOffset="-192299.21">29021 12264 170 0,'3'-3'415'0,"0"0"204"16,-3 1 167-16,0 1-148 0,0-1-139 15,0 2-87-15,0 0-72 0,0 2-55 0,-5-1-65 16,5 4-20-16,-1 0-27 0,1 3-5 0,-3 2 2 16,1 1-2-16,-1 3-1 0,1-1-35 15,-1 2-25-15,0 4-23 0,-1-3-12 0,1 3 1 16,2 2 6-16,-5 1-2 0,3 3-3 16,-2-1 18-16,2 1 7 0,-2 1-4 0,0 1 4 15,2 1 2-15,-2-1 1 0,2 2-20 0,-2 1-17 16,5-3-13-16,-1 2-17 0,1-2-11 15,1-2-13-15,1 0-6 0,3-4-5 0,1 0 0 16,-2-1-5-16,5-4 2 0,-1 0-1 0,2-3-2 16,2-1 1-16,-1-2-1 0,3-1 2 15,-1-2 1-15,1-1 1 0,-2 1 2 0,4-4 0 16,0-2 0-16,0-1 4 0,0-1-1 0,-1-2 0 16,0 1 2-16,0-4 0 0,1 0 0 15,-2 0-2-15,1 0-14 0,0-1-27 0,-3 1-45 16,-3-2-46-16,4-1-39 0,-5 2-69 0,0-2-98 15,-2-1-120-15,0 0-181 0,-3 0-242 16,-1-1-232-16,-1 1-94 0,-1-2 223 0,-1 1 420 16</inkml:trace>
  <inkml:trace contextRef="#ctx0" brushRef="#br0" timeOffset="-191905.18">28949 12600 121 0,'-6'-2'435'0,"0"1"289"15,0-1 241-15,-1 1-26 0,4-2-212 0,-2 3-143 16,4-2-118-16,-1 2-98 0,0 0-94 0,2 0-100 16,0 0-63-16,0 0-46 0,2-3-29 15,1 3-4-15,2 0-3 0,2 3 0 0,3-3 9 16,1 2 33-16,7-2 16 0,-2 4-6 16,6-2-5-16,0 1 1 0,2-1-14 0,3-1-27 15,3-1-19-15,0-1-7 0,1-3-2 0,1 1-1 16,0-3 2-16,1 0-1 0,-1 0 5 15,-1 1 0-15,-2-1-3 0,-3 2-25 0,-2 1-51 16,-4 0-71-16,-4 0-159 0,-3 3-268 16,0 2-300-16,-4-1-296 0,-1 2-217 0,-2-1 73 15,-3 1 572-15</inkml:trace>
  <inkml:trace contextRef="#ctx0" brushRef="#br0" timeOffset="-190721.2">30171 12333 154 0,'-4'-12'376'15,"-2"0"176"-15,-2 0 138 0,0 2-156 0,0-1-129 16,-3 1-29-16,1 3 8 0,-1 0-5 16,-1 1-8-16,0 1-30 0,0 3-41 0,1-2-59 15,0 3-60-15,-2 0-44 0,2 2-45 0,-1 0-26 16,0 3-21-16,3 1-11 0,-2 1-7 16,1 3-6-16,2 2 1 0,2 1-1 0,-2 1-7 15,4 4 1-15,-1 1 5 0,1 1 5 0,1 2-13 16,2 2-10-16,-1 0 0 0,0 2-12 15,1 3-8-15,-2-1-3 0,1 2 7 0,-1 1 7 16,2-3 16-16,-2 1-7 0,3-1 11 16,-2 0 8-16,0-2 4 0,2-2-3 0,-1-1-9 15,1 0 8-15,0-5-12 0,0 1-6 0,0-1-3 16,0-2 0-16,1 1-3 0,-1-3 0 16,0 0 3-16,4 0-3 0,-4 0 1 0,3 0 0 15,-2-1-1-15,5 2-1 0,-3-3 3 16,2 0-2-16,3 1 2 0,-1-3-1 0,2 1 2 15,1-3 0-15,1 0-4 0,3-1 2 0,-1-1 0 16,1-1 2-16,2-2 0 0,1-2 1 0,-1 0-1 16,3-2 3-16,-2-1 1 0,4 0-4 15,-1-1 0-15,-1-2 3 0,2 0 4 0,-1 0-3 16,-1 0 3-16,0 0-1 0,0 0-12 0,-5-1-27 16,2 1-88-16,-5 0-145 0,-3 0-217 0,-1 2-285 15,0 0-262-15,-2-2-201 0,-3 0 128 0,-1 0 451 16</inkml:trace>
  <inkml:trace contextRef="#ctx0" brushRef="#br0" timeOffset="-190077.19">30376 12806 159 0,'3'-5'358'0,"0"-3"144"16,-2-1 103-16,2 0-170 0,1-1-109 0,1-3-32 15,-2-3-23-15,2 1-10 0,-2-3-18 16,4 0-51-16,0-1 6 0,-1 0-6 0,1 0-8 16,1 1 10-16,1 2 4 0,-4-1-4 0,-1 5-55 15,1 0-45-15,-1 3-18 0,0 4-25 0,-1 0 4 16,-1 4 6-16,1 2-1 0,-2 4 3 15,1 2-7-15,0 5-5 0,-2 1-18 0,1 5-17 16,1-1-7-16,-1 2-2 0,3 2-4 0,-3-1-2 16,3 1-1-16,-1-3-1 0,3-1 4 0,-2-3-3 15,1 0 2-15,0-4-2 0,2-1 2 0,-3-5 3 16,5 0-4-16,0-6-1 0,-1-2 1 0,2-2 0 16,-2-5 3-16,4-2-1 0,-2-1-1 15,2-1 1-15,-1-1 0 0,0 1 4 0,-2 0-7 16,-1 1 1-16,0 3 1 0,0 1-1 0,-3 2-4 15,-1 3-3-15,0 1 3 0,-1-1-2 0,0 4 4 16,0-1 1-16,2 2 4 0,-2 3 5 16,0 0-1-16,0 1 0 0,0 2 0 0,1 0-1 15,-3 2-2-15,4-3-1 0,-2 1 1 0,2 3-2 16,-2-6-1-16,0 4-2 0,0-4-1 16,2 1 16-16,-2 0 4 0,1-3 8 0,0 0 2 15,1 1-5-15,-1-2-8 0,1-2-56 0,2 1-61 16,-2 0-65-16,3-1-68 0,-1-1-71 0,1 0-58 15,2 0-8-15,-1 1 29 0,1 2 53 0,1-3 69 16,1 3 70-16,-1 0 54 0,-1 3 34 16,1-3 26-16,-3 2 26 0,2 2 51 0,-4 3 56 15,3-1 59-15,-2 0 72 0,-1 2 37 0,0 1 0 16,0 1-30-16,-3 1-45 0,2 1-47 0,-1-3-58 16,-1 3-40-16,-2-1-21 0,3-1-16 0,-3-1-56 15,1-2-91-15,-2-2-122 0,1-1-226 16,-1-3-258-16,0-2-196 0,0-3-12 0,0-3 220 15,0-4 318-15</inkml:trace>
  <inkml:trace contextRef="#ctx0" brushRef="#br0" timeOffset="-189928.12">30913 12426 37 0,'0'-20'367'0,"0"3"277"16,0 3 204-16,-2 3-10 0,2 0-285 0,0 4-202 15,0 1-142-15,0 3-95 0,0 2-53 0,2 2-30 16,0 3-17-16,-1 2-20 0,1 4-64 15,0-1-103-15,1 3-202 0,-2 3-252 0,3 1-167 16,-1 1-50-16,-2 2 161 0,5 2 272 0</inkml:trace>
  <inkml:trace contextRef="#ctx0" brushRef="#br0" timeOffset="-189515.73">31013 12816 183 0,'1'3'476'0,"3"-6"214"15,-3 1 122-15,4-4-116 0,-2-1-158 0,3-3-80 16,-1 0-39-16,1 0-34 0,-1-2-39 0,2-2-65 16,0 2-69-16,0 0-75 0,-1 0-43 15,1 0-24-15,-3 2-14 0,5 1-12 0,-4-3-27 16,2 4-17-16,-2 1-14 0,-1-1-6 0,4 2-3 16,-3 0-7-16,-2 2 11 0,2-1 8 0,0 2 5 15,-2 2 3-15,0-1-2 0,1 1 5 0,1 1 3 16,2 1 1-16,-3 2 0 0,3 1-3 15,-2 4 3-15,4 1-2 0,-4 0-1 0,1 3-4 16,0 2 1-16,2 1 2 0,-2 0-4 0,2 0 1 16,-1-1 12-16,2-1 11 0,-3-1 5 0,2-2 4 15,2-2 3-15,1-4 1 0,-5-1-15 16,6-3-4-16,-3-1-16 0,2-4-13 0,-1-2-4 16,0-2-3-16,2-3 25 0,-3 1 42 0,0-1 35 15,-1 0 20-15,-1 3 8 0,-2 1 1 0,-2 3-27 16,0 2-36-16,0 2-23 0,2 1-9 15,-2 4-9-15,0 1-3 0,0 5 7 0,-1 0 5 16,1 3 1-16,0-3-36 0,1 7-41 0,-1-6-59 16,1 1-137-16,-1-2-176 0,0 1-276 0,2-4-268 15,0 0-237-15,2-1-82 0,2-1 364 16,-1-4 465-16</inkml:trace>
  <inkml:trace contextRef="#ctx0" brushRef="#br1" timeOffset="-179937.21">22214 9228 437 0,'-1'-2'916'0,"-3"0"284"0,1-2-16 0,0 2-300 16,0-2-243-16,-2 2-141 0,2-2-91 15,-3 3-67-15,1-2-48 0,-2 0-52 16,3 1-65-16,-4 2-69 0,0 0-38 0,2 0-23 15,-4 2-14-15,-1 1-10 0,2 1-5 16,-3 2-4-16,2 2-2 0,0 1-1 0,0 1-1 16,1 0 1-16,0 4-2 0,2 0-1 15,2 2-4-15,0 2 1 0,2 1-2 0,2 0-1 16,1 5-1-16,1-3-1 0,4 0 0 0,0-3-3 16,1 0 0-16,4-3 0 0,1-3 1 15,2-4 1-15,1 0 1 0,0-5 0 0,2-3 1 16,1-7 0-16,0-1 2 0,0-2-2 0,0-4 0 15,-3-1 0-15,3-1 0 0,-4-2 0 16,-1 0-1-16,0-1 0 0,-3 0 1 0,1 1 2 16,-4 2-2-16,-1 1 2 0,0 2-1 0,-4-1 0 15,1 2 0-15,-2 1-1 0,0 2 2 16,-2 2-1-16,2 0 1 0,-1 2 0 0,-1 2-2 16,0 0 1-16,2 0-1 0,-1 2 0 15,-1-1-2-15,2 2-1 0,-1-2 1 0,1 2 0 16,-4 2-1-16,4-2 0 0,-1 2 1 0,-1 0 0 15,1 2 1-15,1-2-1 0,-2 3 0 16,0-1 0-16,0 2 1 0,2 2 0 0,-2 0 0 16,2 2 0-16,0 2 1 0,0 2 0 15,2-1-1-15,0 2-1 0,2 1 0 0,0-2 0 16,4 3 0-16,0-2-2 0,3 1 1 0,0-4 0 16,5 1 0-16,0-4 0 0,1-1 0 0,3-2 1 15,2-3-2-15,-1-3-15 0,2-3-63 16,-1-3-80-16,0-3-163 0,0 1-276 0,-1-7-329 15,-1 3-394-15,1-2-282 0,-5 1 54 16,-1 1 723-16</inkml:trace>
  <inkml:trace contextRef="#ctx0" brushRef="#br1" timeOffset="-175445.84">23379 11401 60 0,'0'0'265'16,"0"0"135"-16,0 0 81 0,0 0-75 0,0 0-116 15,0 0-92-15,2 0-45 0,-2 0-21 16,0 0-12-16,2 0-9 0,-2 0-16 0,0 0-21 16,1 0-22-16,-1 0-19 0,0 0-16 0,2 0-13 15,-1 2-4-15,1-2 39 0,1 0 27 16,1 1 14-16,0 1 12 0,1 1 4 0,-1-2 16 15,4 3 35-15,0-2 14 0,2 0 5 16,-2 1 0-16,4-1-4 0,-1 0-11 0,2-1-66 16,3 3-38-16,-2-4-16 0,3 1 30 0,4-1 17 15,-4-1 7-15,5-1 7 0,0-1 1 16,1 0 20-16,0 0-10 0,3-1-10 0,-3-1-6 16,1 1-5-16,0-2-6 0,1 1-21 15,-1-1-23-15,1 0-17 0,-1-1-4 0,1 0 1 16,0 0 10-16,1 0 0 0,-3-1 1 0,1 1 2 15,2-1-2-15,-3 1-7 0,1 0-9 16,-3 1-3-16,1 0-2 0,0-1 0 0,0 2 4 16,-1 0-1-16,-1-2 0 0,0 3 0 0,1-1 3 15,1 1 0-15,2 0 2 0,-3-1-3 16,2 1-3-16,-1-1 1 0,0-1-4 0,1 4 2 16,0-4-3-16,1 2 3 0,0 2 2 15,0-3-1-15,-1 0-1 0,1 1-2 0,-1-1-1 16,-2-1 2-16,3 0 0 0,-2 0-4 15,0 1-2-15,-1-2 1 0,1 1 2 0,0-1-3 16,-1 0 2-16,1-2 0 0,0 0 4 0,0 2-1 16,-1-2-2-16,1 0-3 0,0 0-2 15,-1 0 2-15,-3-1-1 0,3 1-3 0,-2 0 4 16,0-2 0-16,-5 2 18 0,5 0 10 0,-3-1 5 16,1 0 5-16,-1-2 4 0,1 1 1 15,1 2-11-15,-4-2-11 0,3 1-8 0,-2-1 2 16,0 1-4-16,0 1-1 0,-1 0-3 0,0 1 3 15,1-2 1-15,-1 2-7 0,0 1-1 16,2 1 0-16,-4-2 1 0,4 1-4 0,-3 1 1 16,2 0 2-16,-2-1 1 0,1 1 3 15,-1 2-1-15,0-3 2 0,-1 2 0 0,1-1 2 16,3 1-2-16,-5 0-4 0,5-1 1 0,-4 0 1 16,1 0-5-16,1-2-2 0,1 0 2 15,0 2 0-15,0-4 17 0,2 1 29 0,-1-2 17 16,3 1 14-16,-4 0 0 0,3-2 6 15,-1 0-19-15,-1 1-27 0,1 1-13 0,0-2-9 16,1 1-6-16,-2-1-7 0,1 2 1 0,1-3 3 16,-2 3 2-16,-1-1-3 0,0 1 0 15,0 1 0-15,0 0-1 0,-1 0 1 0,0 1-1 16,-1 3 1-16,1-3-2 0,-3 1 4 0,3-1-1 16,-3 2-3-16,2-1 1 0,0-1-2 15,0 1 1-15,0-2 0 0,0 1 4 0,1 0 0 16,-1-2-1-16,2 1 1 0,-1 0 0 0,0 0 0 15,2-1-3-15,-3 0 0 0,4 0 1 16,-4 0 2-16,4-1-3 0,-3-1 2 0,3 2-2 16,-1-1 4-16,2 0-4 0,0-1 1 0,-2-1 1 15,3 1-3-15,-1 1 3 0,-1 0-7 16,-1 0 2-16,0 0-3 0,-2 1 5 0,2 1 0 16,-2-2-2-16,0 3 4 0,-1-1-3 15,-1 1 5-15,1-1-5 0,-2 2 5 0,2-3-2 16,0 3-1-16,-4-2 1 0,4 0-3 0,0 2 5 15,-3-2-7-15,3 1 8 0,-2-1-4 16,2 2-1-16,0-3 2 0,-1 3-2 0,1 1 2 16,0-5-2-16,1 4 3 0,0 0 3 0,2-2-6 15,0 0-4-15,-1 0 1 0,0-1-1 16,2 2-1-16,-1-3-1 0,3 2 5 0,-2-1 1 16,1-1 1-16,0 1 2 0,2 0 3 15,2-1 41-15,-2 0 27 0,-1 1 11 0,3 0 6 16,-1 0-4-16,1 1-1 0,-5 1-34 0,4-2-23 15,-4 1-11-15,4 3-6 0,-2-5-4 0,0 1-3 16,0 1 0-16,-2 0-1 0,4-1-3 16,-3-3 0-16,0 2 3 0,-1 2-1 0,1-1-1 15,-2 0 1-15,0 1-1 0,-2 2 0 16,-5 0-2-16,4 1-2 0,-5 0-1 0,0 4 0 16,-3 0-1-16,-1 4 3 0,2 0-6 0,-4 2-38 15,-1 0-66-15,-1 2-82 0,-1 1-167 16,-2 1-297-16,-3 0-323 0,-2-1-300 0,0-1-190 15,-2 0 161-15,-2 0 638 0</inkml:trace>
  <inkml:trace contextRef="#ctx0" brushRef="#br2" timeOffset="-168803.28">22291 9805 291 0,'4'-4'639'0,"-4"2"321"0,-4 2 157 15,1-3-258-15,-2 1-227 0,-2 1-153 0,-3 1-98 16,2 0-66-16,-3 1-50 0,-1 4-42 15,-1-3-27-15,-3 4-27 0,2 1-23 0,-4 1-26 16,1 1-26-16,3 1-15 0,-2 0-14 16,3 1-13-16,2 1-12 0,-1 1-13 0,4 1-10 15,1 1-7-15,2 1-5 0,2 3 1 0,2 0-2 16,1 2 0-16,3-3 2 0,0 2-2 0,4-2-1 16,1-2-1-16,0-1-1 0,2-3-2 15,2-1 0-15,2-3-2 0,2-3 2 0,2-3-2 16,2-6-20-16,2-3-74 0,1-4-96 15,1-1-179-15,-2-1-288 0,2-2-327 0,0 4-361 16,-1-2-172-16,-2 4 235 0,-1 3 668 0</inkml:trace>
  <inkml:trace contextRef="#ctx0" brushRef="#br2" timeOffset="-167031.47">23594 9940 49 0,'4'2'255'0,"-1"-2"119"0,0 1 100 16,1 0-116-16,3-1-147 0,-2 0-73 0,-1 0-32 15,4 0-20-15,2-1-5 0,-1 0 23 0,2-1 49 16,2 0 2-16,0 1-7 0,1 0-1 16,0-1-7-16,2 0-27 0,0 1-48 0,-1 0-29 15,0-1-13-15,2 2-7 0,-3-2-5 16,4 2-1-16,-4 0-1 0,2 0 86 0,-4 0 43 15,4 2 26-15,-2-2 6 0,-1 0 4 0,3 2-2 16,-2-2-81-16,0 1-43 0,1-1-18 16,0 0-16-16,-2 1-7 0,4-1-7 0,-2 2-1 15,0-2-1-15,1 0-6 0,2 2 2 0,-2-1 5 16,-1 0 6-16,1 1 4 0,2 1 3 16,-1 0 5-16,-3 0-3 0,3-1 2 0,-2 4 32 15,0-1 37-15,1 1 19 0,-3 0 8 16,1-2 7-16,1 3-2 0,-3-1-33 0,-1 2-33 15,2-2-18-15,-4 1-9 0,3 0-7 0,-2 0-3 16,-2 0 16-16,2 1 17 0,1 0 3 16,-3-3 6-16,1 3-2 0,-1-1 3 0,2-1-19 15,-2 0-14-15,0 1-11 0,0-1-5 16,1 1-4-16,-3-1-4 0,2-1 1 0,0 1-1 16,0 0 3-16,-2-2 1 0,2 0 1 0,-1-1 9 15,0 2 6-15,0-2 5 0,-3 1-3 16,3-1 3-16,-2 0 0 0,1 1-6 0,-2 0-9 15,1-2-4-15,2 2 1 0,-2-2-3 16,-1 3 0-16,2-3-6 0,-3 1 4 0,2 0-1 16,0-1-3-16,0 1 1 0,-2 1 1 0,2-1 3 15,-1 0-3-15,0 0 2 0,0 0 6 16,0 0 6-16,0 0 4 0,0-2 3 0,-1 2-1 16,2 0 3-16,-1 0-1 0,-1 0-7 15,2 1-5-15,-2 0-1 0,0 0-1 0,2-1-1 16,-2 0-4-16,2 1 24 0,0 1 9 0,-2-3 4 15,0 1 3-15,0 0 1 0,0-1 1 16,-1 1-19-16,0-3-8 0,-1 2-4 0,3 0-3 16,-3 0 0-16,1 0-6 0,-1 0-4 15,4 0 2-15,-2 0-3 0,2 0-1 0,-2 1-1 0,2 0 3 16,1 1 0-16,2-1-2 0,-2 2 7 16,1-1 1-16,-1 1-3 0,0 1 1 0,3-4 2 15,-2 4 3-15,1-1 45 0,0 0 39 16,-1 0 22-16,2 2 6 0,-1 1-4 0,0-1-4 15,1-1-41-15,-3 1-34 0,2 0-19 16,0 3-8-16,1-2-4 0,-1-1-3 0,1 4 0 16,1-1-1-16,1 2 0 0,-1-2-3 0,2 1-3 15,0-1 0-15,-1 1-2 0,1 0 0 0,1-1 0 16,3 0 1-16,-3 1 4 0,1-3-1 16,-2 3 1-16,1 1 0 0,3-4 2 0,-2 3-1 15,2-1-2-15,-2 0 0 0,2 1 3 16,0 1-3-16,1-2 0 0,0 2-2 0,-1 0 2 15,3 0 2-15,-1 0-2 0,1 1 1 0,1-1-1 16,-1 1 0-16,3 0 0 0,0 1 0 16,-1-2-1-16,1 1 2 0,2 2 1 0,-3-5-1 15,1 5 0-15,1-4 1 0,-1 1 0 16,1 0-2-16,0 3-1 0,3-6 0 0,-1 3 1 16,-2 0-2-16,1 0 1 0,3-1-2 0,-2 1 2 15,2-1 1-15,-2 2-2 0,2-1 1 0,1 0 1 16,-2-1 2-16,1 2 3 0,2-1-2 15,-1 1 0-15,1-1 0 0,1-1 0 0,0-1-2 16,1-1-2-16,2 0 2 0,1-1 0 16,2-3 1-16,-1 1-1 0,4 1-1 0,-2-4 1 15,1 0 2-15,-2-2-2 0,5 1-1 0,-1-2-1 16,-2-2 1-16,1 2-4 0,0-1-1 16,1-1 3-16,-2 1 1 0,0 0 2 0,1-1-1 15,0 0 3-15,-5 0-1 0,1 2-2 16,-2 0 0-16,-2 0 0 0,-1 0 1 0,-5 2 0 15,-3 0-3-15,-5 0-4 0,-1 0-37 0,-5 1-63 16,-4 0-82-16,-7-1-172 0,-4 1-292 0,-4 0-318 16,-1-3-302-16,-7 0-196 0,-2 0 162 15,-5-3 647-15</inkml:trace>
  <inkml:trace contextRef="#ctx0" brushRef="#br2" timeOffset="-166133.18">23977 9869 254 0,'1'5'562'0,"-1"-3"221"0,0 2 89 0,2 3-200 16,-1-1-181-16,3 2-111 0,1 4-72 0,-1-1-41 15,4 2-24-15,0-1-54 0,2-2-66 16,-1 1-55-16,2-3-32 0,0-2-18 0,0-3-9 16,3-3 3-16,-2-3 14 0,2-3 6 15,-5-4 12-15,3-1 11 0,-3-4 12 0,-5-1-3 16,1 2 2-16,-1-3 18 0,-3 4 34 0,-2-1 28 16,-4 2 7-16,-2 2 0 0,-2 2-13 0,-4 1-22 15,2 4-38-15,-5 1-34 0,2 2-22 16,-2 2-12-16,4 1-9 0,-1 1-4 0,2 2-4 15,1 2-3-15,4-1-1 0,2 2 0 16,0 0 4-16,6 1 1 0,1 1 3 0,5 0-3 16,-2-1-40-16,5 0-46 0,1 0-85 0,2-2-154 15,0 2-301-15,2-2-300 0,1 0-257 0,0 3-177 16,1-1 172-16,-1 0 565 0</inkml:trace>
  <inkml:trace contextRef="#ctx0" brushRef="#br2" timeOffset="-165743.61">24706 10416 175 0,'-2'4'713'0,"2"2"376"16,-1 0 71-16,1 0-145 0,0 2-416 0,1-3-273 16,4 3-145-16,0 0-68 0,2-1-35 0,2-2-16 15,0-2-19-15,5-3-11 0,1-1-6 16,0-6 1-16,1 0-5 0,1-5 0 0,-2 0-7 16,0-3 6-16,-3 1 9 0,-3 1 45 0,0-1 73 15,-4 3 56-15,-2 3 20 0,-4 0-4 16,-1 2-20-16,-3 1-40 0,-4 1-57 0,1 3-43 15,-1 1-26-15,-4 1-17 0,2 3-6 16,0-2-7-16,-2 3-4 0,5-1-3 0,-1 2-3 16,2-1-1-16,1 2-4 0,3 2-15 0,2 0-51 15,1 2-58-15,1 0-72 0,2 0-135 0,5 1-213 16,-2 0-304-16,2 0-248 0,4 2-204 16,2-2-6-16,2 0 439 0</inkml:trace>
  <inkml:trace contextRef="#ctx0" brushRef="#br2" timeOffset="-164654.93">24133 9619 314 0,'-1'2'572'15,"-4"1"222"-15,2 1 102 0,0 0-215 16,0 2-156-16,-1 5-101 0,1 2-61 0,0 3-45 16,1 5-55-16,-1 4-63 0,2 1-56 0,-4 5-48 15,4 2-27-15,1 3-24 0,-3 1-11 0,3 2-10 16,0 1-9-16,0-3 2 0,0-3-7 15,3 0-4-15,-2-6-9 0,4-3-14 0,-1-5-57 16,0-3-100-16,-3-4-124 0,2-7-169 16,1-2-294-16,-3-5-259 0,1-3-117 0,0-6 156 15,-2-3 355-15</inkml:trace>
  <inkml:trace contextRef="#ctx0" brushRef="#br2" timeOffset="-164424.1">23972 9512 8 0,'6'0'399'0,"-3"-2"305"0,2-1 199 16,-1 3 27-16,4-2-323 0,1 2-244 0,0 0-147 16,6 0-65-16,0 2-38 0,5-1-15 0,-2 1-7 15,4 0-32-15,-1 4-24 0,3 0-7 16,0-2-3-16,-1 5-3 0,0 0-5 0,-3 0-52 15,-1 3-101-15,-3 1-159 0,-4 1-289 16,-2 2-235-16,-5 5-173 0,-4-1 37 0,-2 5 295 16</inkml:trace>
  <inkml:trace contextRef="#ctx0" brushRef="#br2" timeOffset="-164232.3">23960 10319 27 0,'8'-1'375'0,"1"1"253"0,-1 0 169 16,1-1 44-16,4-3-352 0,0 0-241 16,3-2-124-16,2 0-62 0,1 0-29 0,4-1-11 15,0-1-5-15,1 1 1 0,3 0-2 16,-1-1 4-16,1 3-5 0,-1-2-66 0,1 2-127 16,-4 2-296-16,1 1-195 0,-3 4-116 0,-1 2 14 15,-3 2 216-15</inkml:trace>
  <inkml:trace contextRef="#ctx0" brushRef="#br2" timeOffset="-163866.2">24674 10151 235 0,'2'8'504'0,"-2"2"251"16,2 1 195-16,-1 4-164 0,1 2-153 0,-1 2-121 15,2 4-83-15,-1 1-89 0,-1 1-90 16,2 3-89-16,-1 0-68 0,0-1-40 0,-1-1-28 16,2 0-15-16,-1-2-7 0,0-2-5 15,-1-3-8-15,3-1-30 0,-4-7-76 0,0-1-131 16,0-3-183-16,-2-5-288 0,0-4-267 0,1-3-182 16,-3-3 91-16,1-4 396 0</inkml:trace>
  <inkml:trace contextRef="#ctx0" brushRef="#br2" timeOffset="-163645.86">24613 10007 215 0,'4'0'441'0,"4"2"230"16,0-2 177-16,2 3-167 0,-1-2-139 0,5 3-60 15,1-2-30-15,3 0-81 0,1 1-74 16,2-6-78-16,1 1-71 0,3 0-59 0,-1-2-46 0,0 2-22 15,0-3-14-15,-2 2-9 0,0-1-1 16,-5 1-8-16,0 1-36 0,-4 2-86 16,-5 2-140-16,-3 1-263 0,-5 1-271 0,-6 4-237 15,-1 0-106-15,-2 3 219 0,-7 0 425 0</inkml:trace>
  <inkml:trace contextRef="#ctx0" brushRef="#br2" timeOffset="-163434.77">24423 10521 18 0,'-5'13'448'0,"2"2"368"15,0-6 206-15,3 1-11 0,1-3-324 16,2-1-255-16,5-2-157 0,4 1-70 0,3-4-34 16,4-1-18-16,2-1-26 0,2-4-33 0,4 1-34 15,0-1-25-15,2-1-17 0,-3 0-10 16,3 0-9-16,0 4-51 0,-2-3-131 0,-2 3-218 15,-2 2-281-15,-1 2-255 0,-1 4-230 16,-4-1 15-16,1 3 412 0</inkml:trace>
  <inkml:trace contextRef="#ctx0" brushRef="#br2" timeOffset="-162634.17">26106 11031 394 0,'-4'4'753'0,"-2"2"242"0,1 0 40 15,0 2-279-15,0-1-239 0,2 2-156 16,0 1-99-16,0 2-52 0,3-2-39 0,0 2-49 16,0-2-47-16,1 1-35 0,2-3-13 15,1-1-13-15,1 0-7 0,1-3-2 0,0 0 2 16,2-4 1-16,-2-4 4 0,2-1 11 0,-1-3 17 16,0-2 34-16,0-4 33 0,-2-1 40 15,-2 0 28-15,-2-2 14 0,1 3-5 0,-4-2-26 16,1 2-27-16,-2 2-34 0,-1-1-31 15,-1 5-26-15,1 0-17 0,-4 2-11 0,2 3-11 16,-1 0-4-16,1 4-5 0,-2 4-24 0,2 0-56 16,0 2-55-16,-3 3-88 0,2 1-154 15,1 1-260-15,-1 0-298 0,2 0-248 0,2 0-193 16,-2-4 129-16,4 3 530 0</inkml:trace>
  <inkml:trace contextRef="#ctx0" brushRef="#br2" timeOffset="-162357.18">26113 10784 241 0,'3'-10'621'16,"-1"0"340"-16,-2 1 162 0,1 3-227 16,-1 0-254-16,0 1-187 0,2 2-142 0,-2 2-100 15,2-2-76-15,-2 3-56 0,1 0-36 0,2 0-21 16,3 1-12-16,2 1-4 0,0-1-1 15,6 2-4-15,-1 0-2 0,3-1 2 0,1 1 2 16,2-2-5-16,-1 1-1 0,2-1 3 16,1 0 1-16,-4 1-5 0,4 0-3 0,-4-2 3 15,1 1 0-15,-2 2 1 0,1 0-6 0,-3 0-28 16,-1 1-77-16,-5 3-140 0,-2-1-209 16,-3 3-286-16,-3 0-265 0,0 1-186 0,-3-1 117 15,-2 2 426-15</inkml:trace>
  <inkml:trace contextRef="#ctx0" brushRef="#br2" timeOffset="-161676">26273 10807 155 0,'-2'3'396'0,"-1"3"178"16,0 0 130-16,-1 2-153 0,0 2-156 0,-2 1-81 16,1 6-31-16,2 0-2 0,-4 1-6 15,4 3-25-15,-2 4-34 0,-1-2-38 0,2 4-45 16,-1-2-36-16,0 2-34 0,-2 3-26 16,3-2-15-16,-4 0-11 0,2 1-2 0,-1-1-3 15,1-1-4-15,-1-1-4 0,0-2-4 16,0-1-30-16,1-3-51 0,-1-2-80 0,-2-3-90 15,5-3-115-15,-3-2-208 0,1-3-218 0,-1 0-90 16,0-6 80-16,2-1 223 0,2-1 254 16</inkml:trace>
  <inkml:trace contextRef="#ctx0" brushRef="#br2" timeOffset="-161420.17">26013 11339 89 0,'0'1'435'0,"-1"0"300"0,1 2 187 15,0-3-89-15,0 2-259 0,0-1-198 16,1 0-143-16,1-1-91 0,1 2-50 0,0-1 2 16,5 3-7-16,0-3-2 0,3-1 2 0,0 1-5 15,5-1-3-15,0-1-35 0,3 0-14 16,0-1-11-16,1-3-5 0,4 3-2 0,0-3-6 15,-3-1-54-15,2 2-100 0,1-1-142 16,-2 1-298-16,0 1-247 0,-1 0-202 0,1-1 14 16,-2 1 288-16</inkml:trace>
  <inkml:trace contextRef="#ctx0" brushRef="#br2" timeOffset="-160643.86">27000 11029 181 0,'-2'10'455'16,"2"-3"198"-16,-1 2 84 0,1 1-162 0,0 1-204 15,0 0-125-15,1 0-67 0,1-2-36 0,-1 0 3 16,3 0-33-16,-1-3-46 0,2 0-25 16,-2-3 28-16,2 0 54 0,1-2 63 0,-2-1 53 15,0 0 29-15,-1-2 12 0,-2-3-39 16,3-2-44-16,-4-1-48 0,1 0-38 0,-1-2-32 16,0 1 0-16,0-2 8 0,-1 3 13 0,-1 0-1 15,0 2 1-15,1 0-5 0,-1 3-21 16,1-2-21-16,-1 4-27 0,0 0-14 0,2 1-15 15,-3 0-7-15,2 4-5 0,1 1-30 16,-5 2-29-16,5 0-29 0,-1 2-48 0,-1 0-98 16,1-1-126-16,-1-2-142 0,0 2-270 0,2-2-249 15,0-2-155-15,0 0 128 0,2-1 370 0</inkml:trace>
  <inkml:trace contextRef="#ctx0" brushRef="#br2" timeOffset="-160358.14">27131 10807 245 0,'2'-6'604'0,"-4"2"265"0,2 2 90 16,-1 4-232-16,-3 2-230 0,3 2-144 0,-2 3-84 15,-1 5-33-15,2 5-14 0,0-2-18 16,0 6-31-16,-1 0-40 0,3 6-34 15,-1 1-28-15,-1 0-24 0,0 4-13 0,1 2-8 16,-1-1-8-16,1 1-9 0,1 0-8 0,-2-2-2 16,2-2-2-16,0-3-3 0,2-1-4 0,-2-3-11 15,1-4-18-15,1-4-46 0,-2 0-76 16,-2-7-117-16,1 0-142 0,-3-2-270 0,-1-3-244 16,2-1-149-16,-3-1 73 0,0-3 313 15,0 0 345-15</inkml:trace>
  <inkml:trace contextRef="#ctx0" brushRef="#br2" timeOffset="-160124.18">26971 10976 8 0,'4'-16'348'0,"-3"1"252"0,2 2 187 15,-3 0 54-15,4 3-338 0,1 2-218 0,-1 1-135 16,4 0-73-16,1-1-30 0,3 3-19 0,3 0-8 15,1 0-3-15,2 3-6 0,2-1-3 16,-1 3 0-16,2 0 2 0,-4 3 0 0,4 1-5 16,-3 0 3-16,2 2 0 0,-3 2-13 15,-1-1-54-15,0 1-90 0,-4 4-203 0,-3 1-238 16,0 0-158-16,-5 3-37 0,1 0 150 0,-5 2 247 16</inkml:trace>
  <inkml:trace contextRef="#ctx0" brushRef="#br2" timeOffset="-159912.89">26824 11607 168 0,'2'9'325'0,"5"0"116"0,-1-3 56 15,6-2-171-15,1 0-118 0,4-4-61 0,1-2-37 16,4-1-16-16,2-3-40 0,2-2-21 15,1-3-18-15,2 3-7 0,-4-1-4 0,1-2-39 16,-1 2-169-16,-3 2-209 0,-1 1-96 16,1 0-8-16,-5 3 78 0,1 1 149 0</inkml:trace>
  <inkml:trace contextRef="#ctx0" brushRef="#br0" timeOffset="-148944.95">31573 12268 61 0,'-2'2'416'0,"-1"-2"320"0,1 0 222 0,-1 0-24 16,1 1-315-16,1-1-180 0,-1 1-117 0,2-1-87 15,0 0-57-15,0 0-37 0,2 0-2 0,1 0-6 16,2-1-15-16,1 0-9 0,2-3 0 0,5 0 8 15,-2 0-14-15,3-1-15 0,-1 0-13 16,2 0-11-16,0 1 27 0,0-2 6 0,0 1-9 16,-1 0-1-16,-1 1-3 0,-2 1-4 0,3 1-38 15,-5 0-21-15,-1 2-5 0,3 0-9 0,-3 2-5 16,-1-2-2-16,1 2 4 0,-1 2 6 16,-2 1 22-16,1-1 14 0,-1 2 8 0,0-1 3 15,-2 1-2-15,3-2-3 0,-3 1-22 0,1-1-12 16,-1 1-7-16,-2-3-3 0,1 3-2 0,0-2 0 15,-1 0-1-15,-1 1-1 0,2-2 1 16,-2 2-1-16,0-2-1 0,0 3-1 0,0-1 1 16,-2 2 1-16,1 2-1 0,1 1 2 0,-2 1 0 15,0 0 1-15,1 5 0 0,1-1-7 0,0 1-6 16,0 3-3-16,0 1-2 0,0 0-2 16,0 4-2-16,1-3 6 0,-1 3 6 0,2 1 3 15,-2 0-1-15,2-1 4 0,-2 3 6 0,0 0 4 16,-2 0 2-16,0 1-2 0,1-4 1 0,-1 4-1 15,1-2-8-15,-4-2-1 0,2 3-4 16,-2-2-1-16,1 0-2 0,-1 2 4 0,0-1 9 16,-3 2 7-16,-1-2 7 0,-1 1 5 0,2-2 2 15,-2-2-1-15,3 0-7 0,0-3-7 0,1 0-6 16,-1-1-1-16,2 1-2 0,0-3-2 0,0-1 1 16,0-2-1-16,0-2 2 0,4-2-3 15,-3-3 6-15,3-1 4 0,-1-1 5 0,1-2 4 16,-4-1-6-16,2-2 0 0,-2-1-9 0,2-2-3 15,-2-1-7-15,-1-1-4 0,-2-1 4 0,2 0 2 16,-2 0-1-16,0-1 2 0,-1-1 1 0,-1 2-1 16,0-2 0-16,0 1 1 0,2 2 1 0,-2-1-1 15,2 2-1-15,-1 2-1 0,2-2 1 0,3 3-1 16,-1 0 0-16,2 0-1 0,-1 0 0 16,2 2-2-16,-2-2-8 0,4 2-15 0,0 2-49 15,0-1-64-15,0 2-67 0,2-1-131 0,0 0-188 16,0 0-308-16,-2 1-267 0,4 0-209 0,-4 0-81 15,1 2 399-15,1-1 532 0</inkml:trace>
  <inkml:trace contextRef="#ctx0" brushRef="#br0" timeOffset="-141435.2">23069 12990 78 0,'0'4'313'0,"0"0"155"16,0 3 116-16,0-1-90 0,0 1-176 15,0 3-89-15,2 3-25 0,-2 4 1 0,2 0 1 16,-2 4-2-16,1 3-9 0,1 3-6 16,-1 3-5-16,3 2 9 0,-3 2 13 0,-1 2 9 15,5 3-3-15,-4 3-7 0,2 1-16 16,-1 4-31-16,0 1-28 0,-2 3-18 0,0 2-16 15,-2 1-8-15,0 1-12 0,-1 4-5 0,2 1-5 16,-5 1-8-16,-1 2-13 0,2-1-14 0,-3 2-11 16,0-1-6-16,-2 0-11 0,2-1-2 15,-4-3-4-15,3-3 2 0,1-2 6 0,2-2 1 16,-1-2 1-16,0-5-11 0,2-2-13 16,2-4-16-16,-1-1-19 0,1-2-26 0,-2-3-36 15,2-2-46-15,-3-6-53 0,3-2-55 0,2-1-70 16,-3-5-71-16,3-3-83 0,1-1-137 15,0-4-160-15,0-5-53 0,0-4 87 0,0-4 210 16,1-5 236-16</inkml:trace>
  <inkml:trace contextRef="#ctx0" brushRef="#br0" timeOffset="-140773.3">22981 13214 59 0,'3'-4'313'0,"0"0"176"16,2-2 204-16,-2 0 20 0,2-5-102 0,-2 0-68 15,3-2-36-15,1-3-36 0,2-4-77 16,1-1-89-16,-1-4-74 0,4 0-62 0,-4-3-42 16,4-2-13-16,1 2-1 0,-3-1 7 15,3 2 9-15,-3 1 11 0,-2 4 0 0,0 4-8 16,-1 2-20-16,-4 2-12 0,1 6-21 0,-1-1-25 16,-3 5-16-16,2 2-11 0,-3 7-9 15,5 2-7-15,-5 4-5 0,1 3-4 0,-1 2-2 16,3 2-2-16,-1 2 0 0,0 1 0 0,-1 1 2 15,3 0 1-15,-1 1 0 0,0-2-29 16,2 0-56-16,1-1-58 0,-2 0-114 0,1-3-187 16,-1 1-310-16,-3-3-285 0,1 2-228 15,-2 1-116-15,0-3 342 0,-2 3 560 0</inkml:trace>
  <inkml:trace contextRef="#ctx0" brushRef="#br0" timeOffset="-139263.29">22658 14863 190 0,'-2'0'377'0,"-1"2"141"0,-3-2 93 0,5 1-246 15,-2 1-146-15,1-1-83 0,0-1-41 0,2 2-18 16,-1-1-43-16,1 1-32 0,1-1-21 16,1 1-19-16,1 0-5 0,0-1-8 0,5 2 27 15,0-2 51-15,2 1 43 0,0-1 25 16,3 2 13-16,2-3 4 0,2 1 6 0,3-1 28 16,1 2 2-16,3-2-2 0,3 0-1 0,-1 0-3 15,1-2 18-15,3 2 4 0,0 0 0 16,3-1-7-16,1 1-7 0,1 0-5 0,-1 0-26 15,1 1-56-15,3-1-29 0,1 2-13 0,0 0 27 16,0-2 21-16,4 1 12 0,-2-1 5 16,2 0-1-16,2 0 0 0,1-1-29 0,3-1-27 15,-3 0-12-15,3 1-7 0,0-1-5 16,-1 1-4-16,-1 0-1 0,1 1 0 0,0-2 18 16,0 2 10-16,3-1 9 0,-1-1 4 0,-1 2 3 15,5-1 3-15,-1 0-15 0,4-1-11 0,1-1-7 16,3 0-3-16,-1-2-3 0,2 1-6 15,0-2-3-15,-1 2-1 0,1-5-6 0,0 4-6 16,-2-3 7-16,-2 2 4 0,1 0 3 0,-2 2 4 16,-2-1 6-16,2 1 3 0,-5 1-2 15,3 0-9-15,-3 3 0 0,-2 0-2 0,0 1 0 16,-3 3 3-16,-4-2-2 0,0 3 2 16,-1 0 1-16,-3 1-6 0,-1 1-3 0,-4-2 1 15,1 2 1-15,1-1-4 0,-3-1-2 0,-3 1 3 16,2-1 1-16,-3 0-1 0,1-1 4 0,-2-1 5 15,-1 1 4-15,0-2 1 0,0 1 2 16,0-1-3-16,0-1-2 0,-2 2-3 0,2-2-2 16,-3 1 0-16,1 0-3 0,0-1 0 15,0 0 3-15,-1 3 0 0,-2-4-1 0,4 1 0 16,-4 1 2-16,1-1-1 0,-2-1 0 0,3 0 0 16,-2 2 2-16,-1-2 2 0,2 1-4 15,-1-1-4-15,0 0 2 0,1 0 1 0,0 0-3 16,1 0-1-16,-1 0 0 0,-2 0 3 15,3 0-3-15,0 0-1 0,-1 0-1 0,0 0 5 16,-1 0 1-16,0-1 1 0,1 1 0 0,-2-2 4 16,3 1 4-16,-1-2-4 0,3-1 1 15,-4 2 1-15,2-2 3 0,-2 1-5 0,0-1 0 16,-1 1-2-16,1 1-1 0,-4-2 2 16,3 1-2-16,0 0 1 0,-4 2-2 0,4-1 2 15,-1 2 6-15,-1 0-2 0,2 0 2 0,1 0 2 16,-3 0 2-16,1 0 1 0,2 2-6 0,-1-1-1 15,0 1-1-15,1-1-4 0,0 1-2 16,-1 1-2-16,-1-1-2 0,2-1-2 16,-3 0 1-16,3 1 0 0,-1-1 2 0,-4-1 0 15,2 0 4-15,-3-1 0 0,0-1 1 0,-2 1-1 16,2-2 3-16,-5-2 1 0,1 2 2 0,-2 0 1 16,0-1 0-16,0 1 1 0,-3 0-3 15,-1-1 0-15,2 0-2 0,-1 2-2 16,-1-1 1-16,0 1 0 0,0 2-1 0,-1-3 1 15,0 3-2-15,1-2 1 0,-1 0-1 0,0 2-1 16,-2-1-2-16,0 1-8 0,0-1-10 0,1 1-29 16,-4-2-66-16,0 1-127 0,0-1-182 15,-5-1-282-15,1 0-261 0,1-2-199 16,-2 1 46-16,1 0 388 0</inkml:trace>
  <inkml:trace contextRef="#ctx0" brushRef="#br0" timeOffset="-138915.33">27533 14590 182 0,'-2'-1'602'0,"1"-1"347"0,-3 1 147 15,3-1-175-15,-1 2-287 0,1-1-216 16,1 1-151-16,0 0-92 0,0 1-59 0,1-1-50 15,2 3-32-15,1 0-18 0,4 2-6 0,0-1-3 16,2 2 0-16,2 3 5 0,2-5 8 0,0 5 1 16,2-1 0-16,1 1 0 0,0 2 1 15,0-1-2-15,1 1-7 0,-2 2 0 0,2-4-1 16,-2 5-4-16,-2-2 1 0,-1 1-4 16,-1 1 0-16,-1 1-2 0,-3-2-3 0,0 4 2 15,-5-2-1-15,-2 1 2 0,-1 4-3 0,-3-2-3 16,-3 1 0-16,2 1 1 0,-5 0-3 15,0 0-10-15,-7 1-29 0,2-3-71 0,-3 1-115 16,-3-2-154-16,2 0-296 0,-3-2-260 16,2-2-187-16,-1 0 46 0,1-6 347 0</inkml:trace>
  <inkml:trace contextRef="#ctx0" brushRef="#br0" timeOffset="-138207.25">28388 15156 221 0,'3'-4'471'0,"1"1"198"16,0 2 92-16,-2-1-174 0,1 2-164 16,-1-3-101-16,1 3-31 0,0 3 14 0,0-1 9 15,-2 4-17-15,3 3-28 0,-4 2-26 0,0 2-45 16,0 4-37-16,0 1-35 0,-2 3-23 0,0 1-9 16,-1 2-5-16,2 2-7 0,-4 0-13 0,4 1-11 15,-1-1-7-15,2 1-17 0,0 0-12 16,2-2-6-16,1 0-6 0,1-2-2 15,1-3-7-15,0 1 0 0,1-1-2 0,1-4 0 16,-1-1 0-16,2-1-2 0,-2-3 2 0,2 0 1 16,1-2 4-16,-1-3-2 0,0-2 4 0,0 1 4 15,3-4-2-15,-3-1-5 0,0-1-18 16,3-4-21-16,-1 1-24 0,-2-2-26 16,1-1-35-16,0-4-62 0,-1 1-77 0,-3-1-95 15,2-2-125-15,-1 0-222 0,-2 0-241 0,0 3-114 16,-1-2 99-16,-1 2 283 0,-2-1 319 15</inkml:trace>
  <inkml:trace contextRef="#ctx0" brushRef="#br0" timeOffset="-137951.98">28228 15298 39 0,'-6'-1'447'0,"3"0"373"0,-2 1 215 0,2-3-9 16,2 3-385-16,-3 0-256 0,4 0-167 0,4 0-61 16,0 0-20-16,3 0-11 0,3 0-8 15,3 0-6-15,6 0-3 0,0-2-45 0,3 2-29 16,4 0-16-16,0 0-3 0,3 0-2 16,2 0 0-16,1 0 0 0,1 0-2 0,1 0-12 15,-3 2-69-15,-1 2-121 0,0-2-202 0,-1 3-285 16,-4 0-265-16,-4 2-216 0,-4 2 44 0,-3 0 383 15</inkml:trace>
  <inkml:trace contextRef="#ctx0" brushRef="#br0" timeOffset="-137039.25">29544 15186 92 0,'-1'-2'369'0,"-1"-1"225"16,0 2 196-16,-1-2-17 0,1 1-131 0,-1 1-84 16,0-1-63-16,0-1-61 0,-2 2-64 0,-1-1-73 15,1-1-63-15,0 2-22 0,1-1-5 0,-3 0 8 16,0-2-7-16,-1 2-17 0,0 2-21 16,0-3-38-16,-3 2-37 0,1 1-34 0,-1 0-22 15,-1 0-11-15,0 1-11 0,3 2-7 16,-4-1-4-16,4 2-3 0,-4 0 0 0,4 0-3 15,-1 1-1-15,-1 1-1 0,2 1 1 0,1 0-2 16,-2 3 1-16,1 0 0 0,2 2 2 16,-1 2 0-16,-1 1-1 0,4-1 0 0,1 5-1 15,-1 0 1-15,2 1-2 0,-1-1 3 16,4 4 0-16,-1-2 0 0,1 0 0 0,0 0-1 16,0 2 1-16,0-4-1 0,1 0 2 0,-1 1-1 15,2-3 1-15,0 2 1 0,-1-3-1 0,1 1 0 16,-2 0 1-16,1-3-1 0,3 1 1 15,-3-2 0-15,2 1-1 0,-1 0-3 16,1-1 1-16,2 1 2 0,-2-2-1 0,0-2-1 16,2 1 1-16,1-1 0 0,1 0-1 0,0-2 0 15,1 0-3-15,0-2 3 0,0 0 1 0,3-3 2 16,0 0 1-16,2-3 1 0,-2 0 3 16,2-1-1-16,1-3 0 0,0 2-1 0,2-5 0 15,-3 3-1-15,2-2-2 0,0-1 1 16,-1 1-2-16,-2 0-3 0,0 0-26 0,-2 1-56 15,2-1-54-15,-4-1-66 0,-1 2-117 0,0-3-175 16,-2 1-262-16,-1-2-234 0,0 2-229 16,0-4-111-16,1 3 280 0,-2 1 507 0</inkml:trace>
  <inkml:trace contextRef="#ctx0" brushRef="#br0" timeOffset="-136534.09">29756 15587 312 0,'2'-1'574'16,"-2"-2"195"-16,1-3 68 0,1 2-271 0,-1-4-176 16,4-1-103-16,-4-1-58 0,6-2-26 15,-2-1-19-15,1-3-30 0,0 1-62 0,5-1-42 16,-1-2-22-16,-2 1-14 0,3 2-7 0,-3 0-4 15,1 2-1-15,-2 1-2 0,2 1-1 16,-3 4-3-16,-1-1 3 0,0 4 18 0,0 1 35 16,1 1 40-16,-2 2 29 0,1 3 19 0,-2 0 9 15,2 3-11-15,0 4-25 0,1-2-28 16,-1 1-22-16,-2 2-13 0,0 1-16 0,0-2-8 16,2 2-10-16,-1-2-3 0,0-1-8 15,1 1-3-15,-1-4 1 0,3-1 1 0,-1-4-4 16,2-1-3-16,5-1-1 0,-4-7-3 0,5-1 2 15,-1-1-2-15,2-4 4 0,-1 0 3 16,-1 2 0-16,-1-1 4 0,1 3-3 0,-4-1 2 16,2 3 0-16,-3 1-3 0,0 2 0 0,0 2-2 15,-2 2 2-15,1 2-1 0,-3 1 1 0,1 2 4 16,-2 1-2-16,3 3 5 0,-3 1 0 0,1-1 0 16,-3 1-5-16,3-1 2 0,0 1 0 15,0-2-4-15,-1 1 2 0,-2-4 0 0,3 1-1 16,2-1 1-16,-3 0-1 0,-2 0-5 0,4-3-9 15,-2 3-23-15,2-4-46 0,0 2-83 0,-1 0-104 16,0 0-133-16,-1 2-245 0,2 0-257 16,-2 3-163-16,2-1 36 0,-1 2 275 0,4 0 343 15</inkml:trace>
  <inkml:trace contextRef="#ctx0" brushRef="#br0" timeOffset="-136360.24">30411 15377 49 0,'2'-25'331'15,"-2"2"194"-15,-2-2 151 0,-2 4-23 16,0 0-210-16,-1 3-141 0,-2 3-88 0,-1 2-50 16,1 2-28-16,0 1-36 0,1 2-35 0,1 2-32 15,0 2-23-15,1 1-17 0,1 3-19 0,1 0-44 16,1 1-56-16,1 3-72 0,0-2-126 16,1 3-244-16,1 0-128 0,-1 2 8 0,1 2 137 15,1-2 194-15</inkml:trace>
  <inkml:trace contextRef="#ctx0" brushRef="#br0" timeOffset="-135991.15">30472 15577 61 0,'9'-4'321'16,"-1"-6"183"-16,1 1 168 0,0-4 21 15,-5 1-98-15,5-3-44 0,-3 2-29 0,0-4-32 16,3 2-52-16,-4 0-95 0,2 2-91 0,-2-1-81 15,-1 3-62-15,1 4-39 0,-4 0-29 0,2 1-15 16,1 1-10-16,-4 2-6 0,1 2-1 16,1 1-2-16,0 1 7 0,1 2 3 0,-2 2-2 15,3 1-3-15,-1 3-2 0,0-2-3 0,1 2-4 16,1 0-3-16,2 1 2 0,-3-4 1 0,4 1 1 16,2-3-2-16,-1-1 2 0,3-3 0 15,1-3-1-15,0-1-2 0,3-3 0 0,-2-2-1 16,2 1-2-16,-3-1-1 0,1 1-1 0,-3 2-2 15,-1 0-2-15,0 4 1 0,-2 0 4 0,0 2-4 16,0 3 4-16,0 3 3 0,-2 1 0 0,-2 2-2 16,0 5-2-16,0-1 4 0,-3 2-12 0,-1 3-8 15,2-3-25-15,-4 1-67 0,1 0-123 16,-3-2-153-16,1-3-269 0,-2 3-269 0,-1-5-222 16,-2 0-4-16,0-3 337 0,0-1 401 0</inkml:trace>
  <inkml:trace contextRef="#ctx0" brushRef="#br0" timeOffset="-134499.72">21401 12622 190 0,'0'-3'423'0,"0"0"184"0,0 1 140 0,2 0-167 15,-1-1-113-15,-1 2-36 0,2-3-5 0,-2 3-9 16,3-2-32-16,-1 1-55 0,0-1-67 0,-1 2-60 15,1-2-52-15,-1 3-32 0,2-2-22 16,-1 2-4-16,-2 0 9 0,1 0 15 16,1 0 13-16,-1 2 7 0,1-2 6 0,0 0-6 15,-2 0-15-15,1 3-19 0,-1-2-24 0,0-1-17 16,2 0-15-16,-2 2-12 0,1-2-8 0,-1 0-5 16,0 0-4-16,2 0-2 0,-2 1-4 15,0-1-2-15,0 0-2 0,2 0-1 0,-2 2 6 16,1 1 4-16,-1 0 0 0,2 0 0 15,0 2 3-15,-1-1-4 0,-1 1-8 0,3 2-3 16,-3-1-3-16,5-1 0 0,-4 3-2 0,2 1-1 16,1-1 1-16,1 5-2 0,-1-1 1 15,1 3-1-15,4 3 2 0,-1-1 7 0,0 7 3 16,2 0 3-16,2 3 2 0,-2 1 2 0,0 0-1 16,0 4-5-16,2 1-4 0,-3 0 0 15,2-1-2-15,-1-1-1 0,-1-2-2 0,0-4-1 16,1-4 0-16,-3-2-2 0,2-5 1 0,-3-3-1 15,1-2 2-15,-3-4 2 0,1-3 2 16,3-4 1-16,-5-3 2 0,0-4 0 0,2-4-1 16,-2-3-2-16,-1-4-1 0,1 0-1 15,-1-4 0-15,-1-2 0 0,-1-2 1 0,0 0-1 16,0-4 1-16,0 1-1 0,0-2 0 16,0-2-3-16,0 0 1 0,0 1-1 0,0 1 0 15,0 1 0-15,0 1 1 0,2 1-1 0,-1 1-1 16,-1 2 2-16,0 2-1 0,0 1 0 15,0 5-1-15,0 0 1 0,0 2 0 0,0 4-1 16,0 1 0-16,0 4-2 0,-1 2 0 0,-1-1-6 16,2 3-18-16,0 2-47 0,0 2-71 15,-1 0-85-15,-1 2-167 0,0 2-296 0,-1 1-323 16,2 3-293-16,-3 0-182 0,1 1 155 0,0 2 642 16</inkml:trace>
  <inkml:trace contextRef="#ctx0" brushRef="#br0" timeOffset="-128449.17">23594 13470 241 0,'-6'1'462'0,"-1"0"179"0,3 1 145 16,-2 0-233-16,1-1-137 0,2-1-84 0,-1 0-59 16,3 1-36-16,-1-1-64 0,1 2-57 15,1-2-46-15,0 0-40 0,0 2-16 0,1-1-11 16,1-1-1-16,1 0 1 0,0 0-1 0,1 0 4 16,-3-1-1-16,2-1 4 0,2-1-2 15,-2 0 2-15,0 1 1 0,-1-2 3 0,-1 1 17 16,3 0 21-16,-4 0 24 0,1 2 24 15,-1-2 13-15,-1 1 8 0,-1-1-12 0,-1 1-15 16,1 0-22-16,-1 2-22 0,0-2-16 0,-3 2-12 16,3 0-6-16,-1 0-9 0,-1 0-3 15,2 2-4-15,0-2-1 0,0 2-2 0,0-2 3 16,-2 2-3-16,4 0 0 0,-1-1-1 16,2 1 0-16,0-2-2 0,0 1-3 0,2 1-28 15,-1-1-56-15,1 2-86 0,2-1-103 0,-1-1-155 16,2 0-290-16,3 3-204 0,0-3-56 0,1 0 155 15,1 3 296-15</inkml:trace>
  <inkml:trace contextRef="#ctx0" brushRef="#br0" timeOffset="-127547.25">24496 13836 265 0,'-2'-2'567'0,"-1"1"248"15,1 1 143-15,1-2-217 0,-1 2-179 0,0 0-134 16,2 2-94-16,-1-2-65 0,1 1-71 16,0-1-66-16,1 0-57 0,-1 0-38 0,4 2-21 15,-1-2-10-15,2 1-3 0,-1-1-1 0,1 0 0 16,0-1-2-16,-1-1 1 0,1 1 2 0,0-1-1 16,-2 1 3-16,3-1-3 0,-4 1 0 15,-1-1 2-15,1 1 1 0,0 1-4 0,-2 0 1 16,1-2-2-16,-1 2-6 0,0 0-36 15,-1 0-64-15,-1 0-103 0,0 0-145 0,-1 0-295 16,2 2-252-16,-2 1-167 0,1 1 41 0,4-1 305 16</inkml:trace>
  <inkml:trace contextRef="#ctx0" brushRef="#br0" timeOffset="-126813.3">25881 13911 11 0,'-3'0'405'0,"-1"0"359"0,3 1 256 16,-4-1 61-16,3 0-317 0,1 0-227 0,-3 0-167 15,4 0-108-15,-1 0-65 0,-1 0-61 16,2 0-52-16,0 0-35 0,0-1-25 0,2 1-9 15,-1-2-11-15,1 1 0 0,0-2 2 16,1 0-3-16,2-2 5 0,-4 1-4 0,3 0 5 16,-3-1-3-16,2 2 1 0,-1-1 2 0,1 1 3 15,-3 2 14-15,1 0 1 0,-1 1 6 16,0 0 1-16,0 0-1 0,0 0-8 0,0 0-13 16,-1 1-3-16,1-1-9 0,0 4-3 0,-3-2-1 15,3 3-6-15,0 0-17 0,0-1-44 16,0 2-104-16,3-2-148 0,-3 1-275 0,1-1-275 15,2 0-247-15,2 1-116 0,0-2 271 16,2 1 458-16</inkml:trace>
  <inkml:trace contextRef="#ctx0" brushRef="#br0" timeOffset="-126099.37">26918 13566 283 0,'0'4'642'16,"-2"-1"260"-16,2-1 97 0,0 0-222 0,0 2-222 16,0 0-151-16,0 1-99 0,2-1-51 0,-2-1-45 15,1 2-54-15,-1-2-57 0,4 0-42 16,-3 0-21-16,1-2-11 0,3-1 0 0,-3 0 0 15,5-3 4-15,-2-1-1 0,-1-1-4 16,1-1-2-16,0-1 7 0,-2-1 12 0,2 2 15 16,-5-1 4-16,0 0 1 0,-5 1 6 0,4 0-17 15,-6 2-15-15,2 1-16 0,-1 0-7 0,0 0-22 16,-4 3-36-16,2 0-32 0,0 0-103 16,-1 2-154-16,-2-1-269 0,1-1-272 15,2 2-244-15,2-1-167 0,2-2 239 0,-1 1 485 16</inkml:trace>
  <inkml:trace contextRef="#ctx0" brushRef="#br0" timeOffset="-125531.23">26956 13296 139 0,'-2'1'346'16,"2"0"150"-16,0 1 100 0,0 1-167 16,0 2-121-16,0 2 10 0,0 0 42 0,0 4 46 15,0 3 25-15,2 1-6 0,-1 1-29 0,-1 3-72 16,0 4-79-16,0 0-58 0,0 2-46 0,0 2-42 16,0 0-43-16,0 0-28 0,0 1-14 15,-1 1-12-15,-1-1-3 0,1 0-2 0,1-3 3 16,-2 2 0-16,0-4 4 0,1-2 0 15,-1-1-5-15,1-1-12 0,-1-4-27 0,0-2-57 16,-1-4-104-16,-2-2-124 0,-1-2-190 0,2-2-282 16,0-1-223-16,0-1-82 0,-1-2 193 15,1-3 360-15</inkml:trace>
  <inkml:trace contextRef="#ctx0" brushRef="#br0" timeOffset="-125237.23">26812 13234 196 0,'-2'-4'588'0,"-1"-1"283"16,3 2 96-16,3 2-191 0,-1 1-266 0,1 0-171 15,2 1-115-15,3 4-23 0,0-2-2 0,4 3-7 16,3-1-38-16,2 1-39 0,-1 2-20 15,4-2-36-15,2 2-26 0,-1 0-14 0,3-2-8 16,-1 1-3-16,2 0-2 0,-4 1 0 16,1-2-2-16,0-1-1 0,-2 3 0 0,-2 0 1 15,0-1-3-15,-4 1-30 0,-3-1-69 16,0 1-105-16,-5 1-144 0,-1-2-296 0,-3 1-268 16,-4 1-189-16,1-2 18 0,-6 0 311 0,1 3 382 15</inkml:trace>
  <inkml:trace contextRef="#ctx0" brushRef="#br0" timeOffset="-125018.49">26843 13791 330 0,'0'11'611'0,"2"1"205"0,-1-2 83 0,3-3-238 15,1 2-194-15,-1 0-115 0,3-1-55 16,2-1-37-16,1-2-37 0,1-1-57 0,3-3-58 15,0 2-47-15,5-3-23 0,0-3-15 16,2 2-10-16,1-2-14 0,-5 2-60 0,2-2-109 16,-2 1-135-16,-2-3-281 0,-6 4-259 15,0 0-218-15,-4 1-7 0,-1-2 284 0,-4 2 377 16</inkml:trace>
  <inkml:trace contextRef="#ctx0" brushRef="#br0" timeOffset="-124335.27">25991 13652 83 0,'-1'0'310'15,"-1"0"169"-15,0-2 161 0,1 0-73 16,-2 1-89-16,3 1-41 0,-2-2-2 0,0 2 4 16,2 0-23-16,-2 0-59 0,0 0-68 0,0 0-64 15,1 2-68-15,-2-1-61 0,1 3-39 0,-1 3-12 16,0 0-10-16,-1 5-1 0,0 1 9 15,0 5 18-15,-2 2 12 0,3 3 9 16,0 3 5-16,0 2-4 0,0 3-8 0,-1 2-16 16,-1 2-16-16,2 1-17 0,-1 1-10 0,1-1-7 15,1-1 0-15,1-2 0 0,-1-3-4 0,0-3-2 16,2-2-6-16,2-5-19 0,0-4-35 16,-1-4-34-16,1-3-62 0,-1-4-115 0,4-7-142 15,-4-6-209-15,1 0-254 0,-1-6-227 16,3-3-52-16,-3-3 260 0,-1-3 391 0</inkml:trace>
  <inkml:trace contextRef="#ctx0" brushRef="#br0" timeOffset="-124081.22">25784 13608 147 0,'0'-3'420'0,"0"1"200"0,2 1 116 15,1-1-171-15,0 0-227 0,5 1-113 16,-2 0-65-16,2-1-30 0,6 1 30 0,-1-1 54 0,4 2 21 16,3 0-30-16,2 0-19 0,-1 0-15 15,2 0-44-15,1 2-51 0,2-1-32 0,0 2-15 16,-3-2-11-16,1 4-7 0,-2 0-3 16,-1 2-5-16,-2-1-12 0,-2 1-46 15,-6 1-78-15,2 1-105 0,-8 4-158 0,-4-2-281 16,-2 3-205-16,-4 0-66 0,-4 3 150 0,-3 0 289 15</inkml:trace>
  <inkml:trace contextRef="#ctx0" brushRef="#br0" timeOffset="-123856.06">25711 14249 245 0,'5'9'622'0,"-2"-2"258"0,2-3 79 0,0 1-208 16,2-2-256-16,3-2-174 0,1 1-79 0,2-4-42 16,1-1-18-16,3 0-22 0,3-3-43 0,0-1-43 15,2-3-31-15,2 2-12 0,-3-1-11 16,1-1-22-16,-2 0-70 0,-2 3-116 0,-1-1-165 16,-4 1-292-16,-4 1-260 0,0-1-195 15,-4 3 51-15,-2 2 340 0</inkml:trace>
  <inkml:trace contextRef="#ctx0" brushRef="#br0" timeOffset="-122917">24554 13618 133 0,'-5'2'338'0,"4"-2"177"0,-4 0 164 15,2 0-136-15,-1 0-38 0,1 0 2 0,-3 0-18 16,5 0-47-16,-2 1-68 0,1 0-74 16,0 1-98-16,1 1-82 0,-3 3-56 0,4 2-33 15,-1 3-15-15,1 3-8 0,0 3-2 16,1 3 2-16,1 1 1 0,0 4-2 0,-1 0-1 16,3 3 4-16,-1 0-3 0,0 0-3 0,1 1-3 15,1-1 2-15,-2-2-2 0,1 2 1 16,-1-4 2-16,2-1-2 0,-4-2-7 0,2-5-51 15,2-1-78-15,-2-5-95 0,-2 1-104 16,3-9-132-16,-3 2-244 0,-1-4-179 0,0-4-34 16,0 2 141-16,0-7 247 0</inkml:trace>
  <inkml:trace contextRef="#ctx0" brushRef="#br0" timeOffset="-122635">24371 14094 139 0,'-3'8'331'15,"-1"2"150"-15,0-3 114 0,0 1-141 16,3-1-82-16,-3 0-33 0,3 3-18 0,-1-4-24 16,2 1-40-16,2 0-4 0,-1-1-22 15,4 2-41-15,0-2-27 0,2 0-20 0,3-1-9 16,0-1-46-16,3-1-38 0,2-1-35 0,1-1-21 15,3-2-11-15,2-2-5 0,0 0 12 16,0-3 12-16,3 1 17 0,0-2 7 0,-3-1-18 16,-1 1-81-16,0-1-114 0,-4 2-134 15,-3 0-236-15,0 0-258 0,-4 1-154 0,-1 0 70 16,-2-1 253-16,-3-2 291 0</inkml:trace>
  <inkml:trace contextRef="#ctx0" brushRef="#br0" timeOffset="-122344.42">24518 13539 49 0,'0'-3'316'0,"0"1"178"16,0 1 137-16,0-1-60 0,0 2-227 15,3 0-112-15,0 2-79 0,5 1-39 0,-4-2-17 16,5 2-6-16,-1 2-3 0,2-3-31 16,2 2-20-16,-1 0-12 0,3-1-6 0,-1-2-3 15,2 1-4-15,0 1 0 0,-1-3-1 0,2 0-2 16,-2-3-1-16,-2 1 1 0,1 2-13 0,0-1-42 16,-5-2-65-16,-2 1-74 0,-1 1-274 15,-2-2-178-15,-3 0-64 0,-3-2 84 16,-2 1 179-16</inkml:trace>
  <inkml:trace contextRef="#ctx0" brushRef="#br0" timeOffset="-121549.28">23585 13306 111 0,'0'-1'308'15,"0"-1"132"-15,0 2 105 0,0 0-190 0,0 2-122 16,-2-1-64-16,0 4-36 0,1 0-14 0,-1 3-6 16,2 2 19-16,-1 1-5 0,-2 3-16 15,1-1-7-15,2 4-3 0,0 1 10 0,0 2 8 16,0 1 4-16,0 2 2 0,0 1 5 0,2 0-10 16,-2 0 4-16,3-1-21 0,-3 1-16 15,0-2-15-15,1-1-14 0,1 0-5 0,-1-3-25 16,-1-1-12-16,2-3-11 0,0-1-28 15,-2 0-68-15,0-2-88 0,1-2-108 0,-1-2-244 16,0 1-224-16,-1-1-107 0,1-1 79 0,-4 0 225 16</inkml:trace>
  <inkml:trace contextRef="#ctx0" brushRef="#br0" timeOffset="-121258.5">23499 13889 200 0,'-3'-2'424'0,"3"0"237"15,-1 1 196-15,-3 1-175 0,4 0-99 0,0 0-87 16,0 0-83-16,0 1-98 0,0 1-88 0,4 0-83 16,-3-1-66-16,6 3-43 0,-2 1-17 15,5 1-5-15,0-2-4 0,1 3 0 0,5-1-2 16,0 0 1-16,3 0-1 0,2 1-1 15,0-4 0-15,1 0-2 0,4-2 3 16,-4-1-1-16,0-1 3 0,2-1 1 0,-2-2-2 0,-3-1-12 16,-2-1-50-16,2 0-82 0,-5-3-114 15,0 0-164-15,-4 0-291 0,0-3-233 0,-6 0-95 16,1-2 132-16,0 1 321 0</inkml:trace>
  <inkml:trace contextRef="#ctx0" brushRef="#br0" timeOffset="-120954.24">23583 13245 139 0,'7'-2'354'0,"-4"0"153"16,2 2 105-16,-2 0-177 0,0 0-122 16,1 0-68-16,3 2-15 0,-2 0-4 0,1-2 3 15,4 1 8-15,0-2-26 0,3-1-30 16,3-1-42-16,0-1-25 0,3-2-16 0,3-3-35 16,-1 0-23-16,4-1 6 0,2-3-1 0,1 1-43 15,-1 0-106-15,0 2-170 0,-3 1-282 16,-2 2-240-16,-2 2-166 0,-5 2 50 0,-2 5 299 15</inkml:trace>
  <inkml:trace contextRef="#ctx0" brushRef="#br0" timeOffset="-110455.41">22983 16429 61 0,'0'-3'263'0,"0"0"133"15,0-2 114-15,0 4-91 0,-2-2-99 16,2 1-53-16,-2 1-17 0,1 0 5 0,1-1 0 16,-2 2-23-16,0 0-27 0,2 0-37 0,-1 0-42 15,-1 0-43-15,1 2-32 0,1-1-25 0,-2 0-9 16,0 3 10-16,-1 1 14 0,2-3 21 15,1 4 27-15,-2-1 21 0,-1-1 25 0,2 2 3 16,1 2-1-16,-2-1-9 0,2 1-19 0,0 1-5 16,0 1-14-16,0 0-8 0,0 0 12 0,0 3 3 15,0 1 2-15,0 1-12 0,2-1-10 16,-2 3-9-16,1 2-22 0,-1-4-19 0,0 5-5 16,0-2-4-16,0 0-1 0,0 1-3 0,0 1 5 15,3 1 1-15,-1-2 5 0,-2 0 5 0,0 0 5 16,0 1 15-16,0 3 2 0,0-1 7 15,0 1 4-15,0 1 0 0,-5 1-6 0,5-3-11 16,-1 4-6-16,-1-2-2 0,1-1-7 0,-1 3-9 16,0-3-9-16,1 1-7 0,1-2-3 0,-2 1-10 15,0-1 0-15,1-1 2 0,-1 0 15 16,2 0 11-16,0 0 2 0,0-1 1 0,-1 1-1 16,1-2-3-16,0 2-8 0,-2-2 0 0,0 2 14 15,2 1 11-15,-1-1 6 0,-1 2 3 0,1-1 1 16,-1 0-1-16,-1 1-15 0,2 1-10 0,-1-1-12 15,-1 1-4-15,1 2-6 0,1-2-6 16,-3 1 0-16,3 0-5 0,-2 0 6 0,1 0 0 16,0-2 4-16,1-1 2 0,-1 1-2 0,2 0 2 15,-1-2 3-15,-1 1 0 0,-1 0-2 0,2 0-2 16,-3 0 2-16,1 0 2 0,2 1-2 0,-4 1 2 16,2 1-3-16,-2 0 0 0,-2 0 1 0,1 0-1 15,2 0 5-15,-1 0 7 0,-2 1 1 16,2-1 9-16,1 2 4 0,-4 1 6 0,3 0-8 15,-1-1-3-15,-1 1 0 0,3 1-8 0,-2-2-5 16,-1 1-4-16,4-1 0 0,-2-2-2 0,4-3-2 16,-3-3-3-16,3-1 1 0,1-1 0 0,-2-4-3 15,2 1 2-15,0-4 0 0,0 1 3 0,2-2 0 16,-2-2-2-16,1-2-7 0,-1 2-25 0,-1-3-32 16,1 0-46-16,0-1-50 0,0 0-55 0,0-2-80 15,0 1-95-15,-2-2-107 0,1 0-135 0,1 0-242 16,0 0-197-16,0 0-40 0,0-2 229 0,-3-1 349 15</inkml:trace>
  <inkml:trace contextRef="#ctx0" brushRef="#br0" timeOffset="-109375.29">22821 16489 109 0,'0'-2'331'0,"2"1"151"0,-1-2 125 16,-1 0-144-16,0 0-138 0,2-1-64 0,0-1-17 16,-2-1-3-16,1 0 0 0,2 0-8 0,2-1-9 15,-2-1-5-15,2 2-6 0,-2-5 4 16,2 1-3-16,0 0-4 0,-1-2-6 0,4 0-20 15,-2-2-27-15,1 0-32 0,1-2-20 0,1-1-17 16,-1 2-24-16,2-4-13 0,-2 1-12 0,2 0-2 16,-2 2 3-16,2-1 0 0,-1 3 16 15,-1-2 12-15,-1 3 17 0,-1 2 14 0,-1 3-1 16,1 0 0-16,-3-1-8 0,-1 7-10 0,-1-3-17 16,3 3-15-16,-4-2-14 0,1 4-13 0,1-1-7 15,1 2-6-15,0 2-1 0,0-1-3 0,3 4 7 16,-1 0 3-16,0 3-2 0,0 1-6 15,0-2-1-15,-1 3-2 0,4 1-1 0,-2 0 0 16,-1 0-3-16,0 0 4 0,0 1-1 0,0 1-1 16,1-1-4-16,-2 0-31 0,1 1-50 0,-2 3-51 15,2-2-106-15,-2 0-157 0,1 1-263 0,-3 0-278 16,2 1-237-16,-1-2-170 0,-2 0 229 16,1 2 501-16</inkml:trace>
  <inkml:trace contextRef="#ctx0" brushRef="#br0" timeOffset="-106103.37">22681 18512 147 0,'0'-1'346'0,"-2"1"149"16,0 0 89-16,-1-1-160 0,2 1-147 0,1-2-66 15,0 2-33-15,0 0 3 0,0 0-3 0,0 0 10 16,0 2 1-16,1-2-11 0,-1 0-29 0,0 0-30 15,2 0-30-15,-1 0-33 0,-1 0-23 0,0 0-16 16,2 0-11-16,0 0-9 0,-2 1-5 0,2-1-1 16,-2 0-2-16,4 0-1 0,-3 0 1 0,4 0 5 15,-2 0 6-15,4 1 4 0,-1-1 6 0,2 0 39 16,1 2 17-16,-1-2 14 0,5 2 1 0,-2-2-2 16,0 1 1-16,5 1-36 0,-3-2-16 15,2 0-11-15,0 1 1 0,2-1-2 0,0 0 35 16,2 0 36-16,2 0 16 0,-2-1 13 0,1 1-2 15,2 0-1-15,-1-2-37 0,1 2-32 0,2 0-20 16,-3 0-11-16,2 0-9 0,-1 0-2 0,0 0-1 16,1 0-2-16,-1 0 16 0,1 0 10 0,1 2 6 15,0-2-12-15,1 0-5 0,0 0-5 0,1 1-19 16,-1-1-10-16,2 0-4 0,-2 0 13 0,4 0 2 16,-1 0 5-16,2 0 3 0,0 0 1 0,0-1-2 15,0-1 2-15,0 1 2 0,0-1-2 0,0 0 0 16,-1 1 0-16,-1-2 4 0,2 0-1 0,-1 0-3 15,-1-1 0-15,1 1 0 0,-3 0-2 0,0-2-1 16,-1 2 0-16,0-1 19 0,1 1 10 0,-3-1 1 16,-2 0 3-16,0 2-1 0,1-2 1 0,-5-1-16 15,4 3-7-15,-5 0-4 0,1-1 0 0,-3 1 0 16,4 1-1-16,-6 1 0 0,2-1 0 0,-2 1 3 16,0 0-4-16,-1 0 2 0,-1 0-1 0,1 0-1 15,-2 0-13-15,-1 0-11 0,3 0-2 16,-1 1-1-16,-2 0 0 0,0 1-3 0,2 1 9 15,-2-3 9-15,2 2 4 0,1 0 2 0,-2 1 1 16,1-1 3-16,1-1 1 0,-1 2 1 0,-1-1-1 16,3 0 0-16,0 0-3 0,-1-1 1 0,1 2 3 15,0-1 0-15,2-1 2 0,-2-1-2 0,1 1 3 16,1 1 0-16,1-1 0 0,-1-1-1 0,-3 2-3 16,1-1 0-16,0 1 0 0,-1-1-2 0,1-1 0 15,-2 2-2-15,-1 0 2 0,2-1-1 0,-3 0 1 16,2 1 1-16,-1-2 0 0,-1 3 2 15,-2-2-1-15,2-1 5 0,0 2-2 0,-2-1-3 16,1 0 2-16,-1 1-2 0,-1-2 0 0,1 2-2 16,-1-1-1-16,0 0 3 0,-1-1-2 0,1 2 2 15,0 0 0-15,3 1 3 0,-4-2-1 0,1 1-2 0,0 0 1 16,2 0 2-16,-3 1-2 0,5-1 12 0,-2-2 9 16,1 5 0-16,0-4 4 0,3 1 3 15,-2 1 0-15,1-1-15 0,2 0-6 0,0 0 1 16,2-1 9-16,-2 2 7 0,4-3 0 0,-2 2 0 15,4-1 4-15,-2 0-1 0,2-1-15 0,0 2-4 16,1-2-4-16,1 0 1 0,0-2 1 0,0 2-16 16,-1-1-9-16,3 1-7 0,-1-1 3 0,1-1-4 15,-1-1-2-15,-1 2 13 0,0-1 9 0,0-2 6 16,-2 1 0-16,2 2-2 0,-2 0 2 0,0-3 2 16,-1 2 1-16,0 2 0 0,0-2 4 0,0 2-4 15,-3 0 4-15,2-3-2 0,-3 1-4 0,1 2-1 16,-3-1-1-16,0 1 2 0,1 0-3 15,0 0 2-15,-3 0 0 0,0 0 3 0,1 0 2 16,0 1-3-16,-1-1 1 0,-1 2-3 0,0-2 3 16,0 3-3-16,1-3 1 0,-2 0-1 0,1 2-1 15,1-2 2-15,-1 0 10 0,0 0 10 0,1 0 5 16,1 0 1-16,-1 0-1 0,1 0 0 0,1 0 7 16,-2 0-1-16,-1 0-6 0,5 0 1 0,-4 0 2 15,1 0 2-15,1 0-17 0,0 0-7 0,0 0-4 16,1 0 0-16,0 0-5 0,2 2-2 0,-1-2 0 15,-1 0-1-15,4 0 1 0,-2 0-1 0,2 0 4 16,-2 0 3-16,4 0 0 0,-1 0 0 0,0-2 3 16,4 2 1-16,-2-2-3 0,2 2 0 0,-1-3-2 15,-1 0 2-15,3 2-3 0,2-1-14 16,-2 1 0-16,0-2-5 0,4-1-4 0,-1 3-1 16,0 0 2-16,1-1 8 0,-1-1 6 0,2 2 3 15,-1-1 6-15,1-1 11 0,0 0 8 0,0 2 5 16,-1-2 0-16,0 1-1 0,1-1-3 0,0 2-14 15,-2-1-8-15,2 1 2 0,-2 1-4 0,-1-2 3 16,2 1 3-16,-3 1 1 0,1-1-1 0,-2 1-1 16,2-2 2-16,0 2-4 0,-3 0 2 0,4-2 0 15,-3 2-2-15,0-1 3 0,1 0-1 0,0 1 4 16,-1-2-3-16,1 0 4 0,-1 2 1 0,1-2-8 16,0 2 2-16,-1 0 2 0,2 0-1 0,-3-3-2 15,1 3 0-15,-2 0 2 0,3 0-3 0,-4 0 1 16,1 3 1-16,-1-3 0 0,2 4 0 0,-4-2 17 15,4 0 20-15,-3 2 11 0,2-2 8 0,-2 1 4 16,1 0 4-16,1-1-16 0,0-1-20 0,0 3-14 16,0-4-4-16,-2 1-6 0,2-1-2 0,0 0-5 15,0-1-1-15,0 1 0 0,0-2-5 16,0 0 2-16,0-1-1 0,2 2 6 0,-2-1 8 16,-1 1-1-16,0-1 4 0,2 1-3 0,-2-2 3 15,0 1-5-15,0 1-3 0,0 0 0 0,-1-1-4 16,-1 0 1-16,0 0 1 0,-3 2 1 0,3 0 1 15,0 0-2-15,-4-3 2 0,2 3-2 0,0 0 0 16,-2 0-2-16,1 0 0 0,1 0 1 0,-4 0 0 16,3 0 5-16,-1 0-6 0,1-1 1 0,-1 1 14 15,-1-1 19-15,-1 1 16 0,1 0 4 0,1-1 5 16,-1-2-4-16,-3 3-11 0,2 0-17 0,-1 0-15 16,-1-2-5-16,4 2-3 0,-4 0-1 0,4 0 2 15,-2 0 0-15,0 0 1 0,3 0-2 0,-3-2 1 16,2 2-1-16,1 0-1 0,-1 0-1 0,1 0 5 15,-1-3 7-15,1 3 3 0,0-2 2 0,-1 1 2 16,1 1 0-16,-3-1-8 0,3-1-4 0,-1 1-7 16,1-2-4-16,-3-1 1 0,3 2 0 0,-2-2 1 15,-1 0-1-15,0 3 0 0,-2-4 2 16,-1 3 0-16,0-2-1 0,1 1-1 0,-2 0 0 16,-1 2 3-16,-1-1-1 0,-2 1 4 0,3 0 0 15,-4 1 1-15,-1-2 7 0,1 2 15 0,0 0 10 16,-2 0 7-16,0 0 3 0,-2-2-1 0,2 2-6 15,-2 0-14-15,1 0-7 0,-1 0-11 0,-4 0-2 16,5 2-3-16,-6 0-2 0,4-1-5 0,-2-1-7 16,-1 1-15-16,-2 1-28 0,2-2-39 0,-1 0-47 15,-1 0-41-15,-1-2-37 0,1 1-40 0,2-4-48 16,-2 1-50-16,-1-3-64 0,2-1-66 0,1 0-96 16,1-1-130-16,0-1-166 0,0-1-26 0,-1 1 149 15,3-2 209-15,0-1 229 0</inkml:trace>
  <inkml:trace contextRef="#ctx0" brushRef="#br0" timeOffset="-105681.17">28205 18130 72 0,'-4'-3'295'0,"0"2"177"0,-1-1 133 16,-1 1-53-16,-1-2-108 0,3 3-60 0,-3-2-22 15,1 2-9-15,0-1-4 0,-1 1-4 0,3-2-20 16,0 2-43-16,0 0-30 0,-2-1-40 15,2 1-35-15,3 0-27 0,-1 1-12 0,2-1-5 16,-1 0-20-16,-1-1-21 0,0 1-21 0,2 0-23 16,0 0-21-16,0 0-19 0,2 1-13 0,0 1-3 15,-1-1 0-15,4 1 0 0,1 1 1 0,0 0 0 16,2-2 3-16,1 3 1 0,3 1-1 16,-3 0 1-16,4 1 3 0,1-2-7 0,-1 1 1 15,3 3 0-15,-3-1 1 0,4 1-1 0,-4-1-1 16,4 2 1-16,-4-2 2 0,1 3-2 0,-2 0 4 15,1-1 2-15,0 2 1 0,0 1 10 0,-3-1-3 16,2 0 15-16,-3 0 10 0,2 1 6 0,-3 1 2 16,0-1 1-16,-2 1 20 0,2 1 3 0,-3-1-1 15,0 2-1-15,-2-2-2 0,-2 0-2 16,1 1-18-16,0-3-12 0,-2 1-9 0,-2 0-6 16,0-3-3-16,1 1-2 0,-2-2-2 0,-2 0-3 15,-2-1-4-15,1 2-4 0,-2-3-4 0,-1 2-24 0,1-3-42 16,-5 2-41-16,4 0-48 0,-4-1-110 15,0 0-154-15,2-1-221 0,-1-1-249 0,2-1-238 16,1 2-147-16,-1-2 233 0,4-2 459 0</inkml:trace>
  <inkml:trace contextRef="#ctx0" brushRef="#br0" timeOffset="-104076.14">29324 18084 53 0,'0'0'226'0,"2"0"104"0,-2 0 56 0,2 0-69 16,-2 0-87-16,0 0-54 0,0 0-28 16,0 0-8-16,0 0-12 0,0 0-21 0,0 0-19 15,0 2-18-15,-2-2 5 0,2 1 0 0,-2-1 2 16,2 1 16-16,-1 0 4 0,1 2 7 0,-2-1-15 16,0 0 1-16,2 1 20 0,0 2-2 0,-1-1-2 15,-1 2 0-15,2 0-4 0,0 1-19 16,0 2 2-16,0-2 12 0,0 4 6 0,0-1 3 15,0 3 4-15,0-1 13 0,0 1-7 0,-1 2-13 16,1-1-10-16,0 4-4 0,-2-2-7 0,0 2-15 16,2 0-27-16,0-2-16 0,0 3-8 0,0-1 12 15,0 0 17-15,2-1 6 0,0 2 7 16,1-1 2-16,2 0-1 0,-2 0-17 0,2-1-19 16,1-1-12-16,0 1-5 0,0 0-4 0,-1-4 0 15,3 1-1-15,0-1-1 0,-2-3 5 0,2 0-2 16,-1-1 1-16,0-1-7 0,1-2 1 0,0-1 1 15,-1 1-3-15,2-2 1 0,-3-1 1 0,2 1 2 16,-1-1 3-16,-1-1 2 0,3 1 2 0,-1-1-5 16,0-1-1-16,2 0 1 0,-2-1 0 0,1 2-2 15,-1-2 0-15,5 0 0 0,-5 0 2 0,1 0-2 16,2 0-1-16,-3-2-2 0,2 1-18 0,-1 1-32 16,-3-1-48-16,2-3-58 0,-1 1-72 0,-2-1-87 15,0-2-70-15,-1 0-56 0,1-1-43 0,-2-1-77 16,0 0-120-16,-1 1 4 0,-1-1 107 0,-1-1 159 15,0 0 166-15</inkml:trace>
  <inkml:trace contextRef="#ctx0" brushRef="#br0" timeOffset="-103725.35">29281 18367 196 0,'-9'-1'341'15,"0"1"136"-15,1-2 24 0,1 0-150 0,2 2-91 16,-1-1-47-16,3 1-41 0,0 0-36 0,1 0-38 16,2 0-34-16,2 0-30 0,1 0-18 0,4 1 36 15,0 1 24-15,3 0 11 0,3-2 62 16,1 0 45-16,3 0 23 0,2-2-35 0,1 0-21 15,0 0-7-15,2-2-55 0,-2 0-42 0,-1 1-25 16,3 0-12-16,-1-1-5 0,-2-1-11 0,-2 2 2 16,2-1 0-16,-1 1-2 0,-1 0 3 0,-4-2 0 15,2 3 4-15,-2-1-3 0,-2 1-1 0,2-2 0 16,-2 2-7-16,-1 0-35 0,-1 2-66 0,-1-3-85 16,0 3-116-16,-2 0-212 0,3 0-233 0,-2 3-107 15,-2-3 72-15,0 0 216 0,2 2 251 0</inkml:trace>
  <inkml:trace contextRef="#ctx0" brushRef="#br0" timeOffset="-102870.86">29900 18514 200 0,'-5'-2'356'0,"-3"1"127"0,7-2 20 0,-2-1-190 16,1-4-138-16,2-1-65 0,2-1-24 0,2-4-12 15,4-2 0-15,-2-1-6 0,4-1-5 0,2-2-5 16,-1 1-20-16,1 1-7 0,2 0-5 0,-3 4-9 16,1-3-4-16,-2 6-5 0,-4 2 17 0,1 0 18 15,0 5 36-15,-3-1 48 0,-1 5 44 16,-3 0 41-16,1 5 13 0,-2 2-8 0,-1 2-24 16,1 3-24-16,-3 4-22 0,0-2-31 0,1 3-24 15,0-3-18-15,1 5-11 0,0-4-23 0,1 0-17 16,1 0-11-16,1-4-6 0,1 0-5 15,0-3-1-15,2 0-1 0,2-3-1 0,-1-1 4 16,3-3 2-16,0-2 2 0,5-5 4 0,-1-3 1 0,1 0 1 16,1-1-1-16,1-2-2 0,0-1-4 0,1-1-1 15,0 2 0-15,-2 0-2 0,0 2-2 0,-2 0-2 16,-2 3 2-16,-2 1-8 0,0 2 3 0,-3 1 2 16,2 1 3-16,-3 2 2 0,-1 2 4 0,0 2 15 0,-1 1 13 15,0 1 5-15,-2 3 3 0,1 0 2 16,-1 1-3-16,2 0-11 0,-2 3-14 0,1-3-7 15,3 2-4-15,-3 0-3 0,2-1-2 0,1-2-4 0,2-1 2 16,0 1 1-16,0-3 0 0,1-2-2 0,2-1 6 16,-1-2 1-16,2-2 1 0,-1-2 4 0,4-1-2 15,-2-2 2-15,1 0-6 0,0-5 1 0,0 4 0 16,1 0-1-16,0 0-1 0,-3-1-5 0,2 1 6 16,-3 1-2-16,-1 1-2 0,3 1-1 0,-5 1 2 15,3 1 0-15,-5 1-2 0,2 1 0 0,-1 1 2 16,-2 1 0-16,0 1 0 0,2 0 3 0,-1 0 0 0,-1 1-2 15,0 1-1-15,1 1-1 0,-1-2-1 16,1 2-1-16,-3-1 2 0,4 1-1 0,-2 1 2 16,1-3 0-16,0 2-3 0,1-1-1 0,-1-1 0 0,1 0-9 15,0-1-52-15,0-2-82 0,0-1-104 0,1-1-132 16,0-2-239-16,-1 0-243 0,0-2-103 0,1-1 100 16,1-3 270-16,0 0 281 0</inkml:trace>
  <inkml:trace contextRef="#ctx0" brushRef="#br0" timeOffset="-102689.22">30641 18229 34 0,'-5'-7'433'0,"-4"1"348"16,1 1 238-16,2 0 52 0,-2 1-328 0,1 3-237 15,0-2-140-15,0 3-94 0,4-2-67 0,-2 2-59 16,4 0-54-16,-1-1-37 0,0 1-29 0,2 1-14 16,0 1-8-16,0-1-5 0,4 1 0 0,-1 1-3 15,2 1-8-15,1-1-14 0,1 2-42 0,-1-1-76 16,2 0-102-16,0 1-116 0,0-1-146 0,1 1-249 15,-1-1-208-15,0 2-45 0,3-2 163 16,-3 2 292-16</inkml:trace>
  <inkml:trace contextRef="#ctx0" brushRef="#br0" timeOffset="-102509.33">30735 18306 148 0,'0'2'450'0,"-2"2"230"16,0-2 129-16,2 1-166 0,0-1-211 0,0 2-142 15,0-3-86-15,0 0-49 0,0 1-25 0,0 1-21 16,0-2-29-16,4 1-32 0,-3-1-27 0,1 2-6 15,-1 0-6-15,3-1-5 0,-1 1-1 0,3 0-1 16,-2 0 1-16,1 0 0 0,0 1 0 0,0 0 4 16,0 1-1-16,0 1-12 0,1 2-49 0,-2-2-76 15,1 1-95-15,-2 1-129 0,2 1-261 0,-2 0-178 16,2 1-21-16,0-3 146 0,-1 3 238 0</inkml:trace>
  <inkml:trace contextRef="#ctx0" brushRef="#br0" timeOffset="-102027.11">30875 18118 98 0,'2'-1'346'0,"-2"-2"163"0,3 1 117 0,-2 1-134 15,3-2-201-15,0 1-117 0,1-2-46 0,2 1 6 16,2-4 23-16,-1 2 25 0,2-3 39 15,2 1 22-15,-1-3 13 0,0 3-2 0,3-3-10 16,-2 2-16-16,2 1-22 0,-5 0-21 0,2-2-29 16,-1 4-31-16,-2 0-25 0,0 0-22 0,-3 1-22 15,-1 2-20-15,1 1-15 0,-2 0-8 0,0 1-1 16,-1 1 2-16,1 0 4 0,-2 4 3 0,1 1-3 16,0-4 2-16,-1 6-6 0,1 1-3 0,0-2-5 15,1 2-4-15,-2 0-1 0,4 1-1 0,-2 0 1 16,-2 1-1-16,3 2 1 0,-1 0 3 15,0 0 0-15,0 0-3 0,2 4-1 0,-2-1 1 16,3 4 2-16,-3-2-2 0,2 3 3 0,0 2-1 0,-2-1-3 16,4 1 5-16,-1 0 0 0,-2 3-1 0,1-4 0 15,0 3-1-15,0-3 2 0,0 2-4 0,0-3-1 16,-1-1 1-16,-1 0-1 0,0-4 12 0,-1 0 31 16,0-3 42-16,-1 3 38 0,1-4 27 0,-2-2 13 0,0-1-2 15,0 0-9-15,-2-3-23 0,1-1-25 16,-3 1-23-16,0-1-13 0,-2-3-13 0,1 2-17 15,-3-3-16-15,0 0-11 0,-3-1-11 0,0-1-28 0,-4 0-53 16,0-3-56-16,-1 2-55 0,-3-1-97 0,-1 0-140 16,2-2-165-16,-3 3-252 0,3-3-219 0,-2 3-179 15,2 0 96-15,0 1 395 0</inkml:trace>
  <inkml:trace contextRef="#ctx0" brushRef="#br0" timeOffset="-101042.45">30017 18089 181 0,'-4'-1'346'15,"0"0"150"-15,-1-2 60 0,-1 0-107 0,-2 1-62 16,0-1-14-16,-1 0 0 0,-1 2 3 15,2-3-26-15,-3 2-46 0,1-2-38 0,2 3-43 16,-1-2-32-16,1 1-38 0,2 1-24 0,-1-2-16 16,1 2-24-16,-1 1-20 0,2-2-23 0,0 2-12 15,-2-1-11-15,3 1-7 0,-2 0-3 0,1 1-4 16,2 1 1-16,-2-2 2 0,0 3-4 0,0-2-1 16,2 2-6-16,-1 1-2 0,-1 0-4 15,2 2 1-15,-1-2 1 0,3 1 2 0,-2 3 2 16,1 1 3-16,0-2-1 0,1 2-4 0,1 0-1 15,-2 1 1-15,0 2-3 0,-1-1 2 0,3 4 2 16,-1 0 2-16,-4 0 2 0,2 2-3 0,0 1 0 16,0-2 1-16,-2 2 3 0,2-1-5 0,-4 2-3 15,1 2 3-15,2-3 1 0,-1 1-1 16,0 0 0-16,0 2 3 0,0-2 5 0,-1-1 7 16,3 2 2-16,-2-1 0 0,4-1-4 0,-3 0 2 15,1-1-6-15,2 2-5 0,1-1-1 0,0-2-2 16,1 2 2-16,1-3-1 0,-1 2-2 0,4-2-3 15,-1-2 1-15,-1 1-1 0,3 0 0 0,-2-4 1 16,1 2 1-16,2-2 2 0,-2 1-1 0,-1-2-1 16,2-1 1-16,1 1-2 0,-2-3 2 0,-1 2 1 15,1 0-2-15,0-1 2 0,1 1 0 0,0-3-2 16,1 3 3-16,-2-2-3 0,3 0 3 0,-1 2-1 16,3-2-3-16,-2 1 3 0,3-1 0 0,0-1 0 15,2-2-3-15,1 1 3 0,-1-2 3 16,4-1-3-16,-1-1-1 0,3 0 2 0,-1-3 3 15,0 2-4-15,2-2 0 0,-2 0-20 0,1-2-81 0,-2 3-136 16,-1-2-187-16,0 2-285 0,-2-1-276 0,2 3-202 16,-3-1 91-16,-2 1 405 0</inkml:trace>
  <inkml:trace contextRef="#ctx0" brushRef="#br0" timeOffset="-97295.3">21643 16063 163 0,'0'0'422'0,"-2"-3"221"16,-1 2 182-16,2-2-108 0,1 1-134 0,-5 0-68 16,2-2-54-16,2 2-56 0,-4-3-64 0,1 1-69 15,0 2-71-15,-4 0-59 0,0-1-37 16,-2 2-18-16,-1-1-11 0,0 2-11 0,-1 0-7 15,-4 0-3-15,2 3-9 0,-4 0-6 0,2 1 0 16,-1 1 5-16,3 1 2 0,-3 0-1 0,4-1 0 16,-1 1-5-16,2 0-11 0,1 0-15 0,1-2-2 15,1 2-6-15,3-1-3 0,1 1 1 16,-1 0-4-16,3 0-1 0,1 0 0 0,1 0-6 16,2 1 2-16,1 1-2 0,6-1 2 0,0 3 4 15,1-2-1-15,5 3 3 0,1-3-3 0,3 2-2 16,-1 1 1-16,3-3-3 0,0 1 0 0,1 1 0 15,0-3 2-15,-5 2 2 0,2-2 0 16,-2 2-3-16,-5-2 0 0,1 1 1 0,-2 0 3 16,-3 0 3-16,-3-1 2 0,-2 2 3 0,0-2 2 15,-4 1 3-15,-3-1-2 0,0 0 1 0,-4 2-2 16,0-1 3-16,-4-3-2 0,0 3-4 0,-1-2 1 16,-2-2 1-16,4-1 1 0,-2 1-3 15,1-1 1-15,1 0-3 0,3-1 0 0,1-1-10 16,2 1-16-16,1-2-36 0,3 0-30 0,1 1-27 15,2-1-38-15,1-1-73 0,1-2-121 0,2-1-122 16,3 0-268-16,1 0-252 0,-1-2-201 0,4-1 43 16,2-1 384-16</inkml:trace>
  <inkml:trace contextRef="#ctx0" brushRef="#br0" timeOffset="-97061.35">21801 16062 189 0,'0'-6'607'16,"0"2"352"-16,0 0 160 0,-1 2-161 16,-1-1-310-16,0 2-205 0,1 1-139 0,-1 1-90 15,1 3-64-15,-1 3-44 0,-1 1-34 0,0 4-24 16,2 1-13-16,1 5-9 0,-2 1-7 0,0 5-8 16,1-2-6-16,1 4-1 0,0-3 0 15,0 3-2-15,0 0 0 0,0-4-1 0,1 0-10 16,3-1-29-16,-3-3-90 0,2-3-147 0,2-1-201 15,-4-5-291-15,1-2-262 0,-1-1-196 16,3-5 132-16,-3-2 438 0</inkml:trace>
  <inkml:trace contextRef="#ctx0" brushRef="#br0" timeOffset="-96622.72">21933 16021 35 0,'9'-4'315'0,"0"0"184"16,1 2 167-16,-2-1 43 0,4 1-182 0,0 1-94 16,-1 1-29-16,3 0-15 0,-1 1-22 15,1 1-43-15,0-1-58 0,0 2-58 0,-1 2-46 16,-1 1-32-16,0-2-22 0,-3 2-17 0,-1 2-5 15,-2-1-6-15,-3 4 9 0,-3-1 6 16,0 1 3-16,-3 2 4 0,-4 0-2 0,-1 3-1 16,0-1-6-16,-4 0-4 0,0 0-2 0,1-1-5 15,-2 2-12-15,2-3-10 0,0 1-15 0,0-1-12 16,2-1-13-16,0 0-10 0,0 0-3 16,5-1-4-16,-1-1-1 0,0 0 2 0,3-2-1 15,2 0-3-15,0 1-3 0,2-2 3 0,3 0 2 16,0 1-6-16,1-3 0 0,3 2 1 0,1-1 1 15,1-1-2-15,1-2 1 0,1 3 1 16,3-3 3-16,-2-1 0 0,3 2-1 0,-4-1-5 16,4 0-34-16,-4 0-45 0,1 1-43 0,-1-1-40 15,-3 0-68-15,0-2-121 0,-5 3-112 0,0-2-158 16,-2 1-248-16,-3-3-232 0,0 0-88 0,0-3 234 16,-1 1 404-16</inkml:trace>
  <inkml:trace contextRef="#ctx0" brushRef="#br0" timeOffset="-96217.53">22378 15998 7 0,'5'-2'266'0,"-3"4"175"0,-2-2 162 0,0 2 41 15,-4 2-148-15,0 0-79 0,-2 1-32 0,-1 3-20 16,2 0-26-16,-1 0-48 0,0 2-41 16,-2 2-46-16,2 0-29 0,-1 1-13 0,2 2-5 15,1-2-3-15,-2 4-18 0,1-2-19 0,2 0-12 16,1 2-11-16,0 3-3 0,-1-3-3 15,3 3-2-15,-1-1-4 0,2 1-19 0,-1 0-18 16,2-3-19-16,1 0-14 0,0-1-7 0,0-2-3 16,2-1-2-16,3 1 2 0,-2-4-2 0,1-1 2 15,-1 0-4-15,3-2 1 0,-2 1-11 16,1 0-28-16,-2-4-22 0,0 1-30 0,-1-2-63 0,0-1-102 16,-4-2-109-16,2 0-114 0,1-2-225 15,-3-1-256-15,3 0-124 0,-3-2 98 0,2-1 291 16,2 0 324-16</inkml:trace>
  <inkml:trace contextRef="#ctx0" brushRef="#br0" timeOffset="-95943.31">22364 16017 173 0,'4'3'390'0,"-1"-2"159"0,3 1 100 16,-2 1-217-16,1-2-193 0,3 2-80 0,-1 0-26 15,3-1-9-15,-1-1-5 0,0 0-5 16,2-1 0-16,0 0-33 0,2 0-26 0,-1 0-17 16,1 0-10-16,1-1-8 0,1 0-2 0,-1 1-5 15,-3-2-2-15,-1 0-3 0,2 2-4 0,-4-1-42 16,-2 1-73-16,-1 1-150 0,-2 1-254 0,-3 0-163 15,-1 2-50-15,-2 0 111 0,-2 1 209 16</inkml:trace>
  <inkml:trace contextRef="#ctx0" brushRef="#br0" timeOffset="-95755.02">22333 16230 263 0,'4'4'611'15,"0"-2"240"-15,2-1 78 0,-2-1-233 0,3 0-293 16,-1-1-204-16,2-2-100 0,5 0-48 0,-4 0-28 16,4-1-9-16,0-1-7 0,-1 0-4 0,2 2-32 15,-2-1-80-15,-2 2-113 0,0 2-273 0,-2 0-221 16,-2 0-137-16,0 2 29 0,-2 1 230 16</inkml:trace>
  <inkml:trace contextRef="#ctx0" brushRef="#br0" timeOffset="-95406.33">22350 16483 207 0,'5'3'537'0,"-1"-2"236"16,0-1 99-16,1 0-203 0,-1 0-229 0,2-1-156 15,2-2-77-15,0-1-39 0,2-1-19 0,1-1-11 16,0 0-36-16,1-1-37 0,0 1-29 0,-3 0-13 15,4 0-6-15,-4 0-8 0,2 4-16 16,-1-3-51-16,-6 2-79 0,3 0-106 0,-2 1-164 16,-4 0-275-16,2 0-198 0,-1 1-32 0,-2 0 160 15,-2-1 283-15</inkml:trace>
  <inkml:trace contextRef="#ctx0" brushRef="#br0" timeOffset="-94842.08">22038 16212 239 0,'2'0'459'0,"-1"1"168"0,1-1 74 15,0 0-254-15,3 0-199 0,-1 0-125 0,3-1-56 16,0-1-28-16,3-2-15 0,0 2-4 0,0-3-5 16,2 2-6-16,-3-2-22 0,2 0-70 0,-3 2-261 15,-2 0-193-15,1 0-98 0,-4 3 7 16,0 2 130-16</inkml:trace>
  <inkml:trace contextRef="#ctx0" brushRef="#br0" timeOffset="-89027.96">23305 16711 26 0,'1'-1'134'0,"-1"1"17"0,0 0-6 0,0 0-3 16,0 0 10-16,0 0 13 0,0 0 5 0,0 0 8 16,0 0 5-16,0 0-13 0,0 0-16 15,-1 0-24-15,-1 0-20 0,1 0-18 0,-1 0-11 16,-2 0-11-16,2 0-29 0,-1-2-10 0,0 2 0 16,-1-2-5-16,1 1-1 0,2 0-2 15,-3-1 16-15,1 2 5 0,2-1-4 0,-1 1-2 16,0 0-7-16,2-2-2 0,-2 2-3 0,2 0-1 15,-2 0-3-15,2 0-3 0,-2 0-7 0,2 0-3 16,0 0-9-16,0 2 0 0,0-2 0 16,0 0-2-16,0 0 2 0,0 0-4 0,0 1 2 15,0-1-1-15,0 2 1 0,0-1 0 0,0 2-2 16,0-1 4-16,0-1-4 0,2 0 1 0,-2 3 1 16,2-4-2-16,-2 1 0 0,0 0 0 0,0-1 6 15,0 0 0-15,0 0 0 0,2 0 4 16,-2 0-3-16,0 0 9 0,0 0 10 0,2-1 10 15,-2 0 9-15,2-3 4 0,-1 0-3 0,-1 0 3 16,3-2-18-16,-3 0-9 0,2 1 11 0,0-1 26 16,-2 0 34-16,1 0 58 0,-1 0 32 0,-1 3 31 15,1-1 3-15,-2 2-4 0,0-1-24 16,2 0-46-16,-3 3-28 0,2 0-36 0,-1 1-24 16,0 4-23-16,0-3-19 0,-2 4-9 0,4 1-4 15,-1 1-1-15,1-1-3 0,0 2 1 0,1 0 3 16,1 1-1-16,0-1 1 0,0-1-2 15,2 0 2-15,-3-2-1 0,2-1 0 0,1-1-1 16,-3-1 4-16,2 0 2 0,1-3 4 0,-3 0 5 16,1-3 5-16,-1-2 0 0,3-1 1 15,-3 0-1-15,-1-1-2 0,3-1 2 0,-1 1 13 16,-2-3 12-16,-2 3 12 0,-1 0 15 0,3 1 13 16,-1 0 9-16,1 1-9 0,-4 1-6 0,3 1-8 15,-1 0-12-15,1 1-19 0,-1 2-12 0,0 0-11 16,1 4-7-16,-1 0-4 0,2 0-5 15,0 2-1-15,0 0-1 0,2 2 1 0,1-1-9 16,0 2-44-16,4-2-85 0,-1 1-110 0,0 0-158 16,2-2-291-16,3 0-252 0,0 0-120 0,0-2 126 15,3-1 325-15</inkml:trace>
  <inkml:trace contextRef="#ctx0" brushRef="#br0" timeOffset="-87069.31">24230 17286 148 0,'1'0'355'0,"1"-2"142"0,0 1 98 0,2-2-204 16,1-3-181-16,2-1-106 0,0 0-50 0,3-2-28 15,0-3-13-15,2-1-5 0,-1-1-4 0,3 1-2 16,-3-2-4-16,-1 1 0 0,1 4 21 15,-5-1 49-15,-1 4 47 0,-2 2 23 0,-3 4 34 16,-1 1 25-16,-4 1 18 0,-2 4-12 0,0 1-6 16,-1 1 7-16,0 0 2 0,0 1-2 0,0 1-20 15,2-1-26-15,-1-3-30 0,4 2-33 0,-2-1-32 16,4-2-24-16,-4 0-23 0,5 0-7 0,0 0-6 16,5-1-2-16,-4 0 0 0,2 0-2 15,2 0 0-15,0-1-30 0,0-1-58 0,0-1-89 16,1 0-127-16,0 0-232 0,-1 0-261 0,1-1-166 15,1 1 10-15,0-2 231 0,0 4 323 0</inkml:trace>
  <inkml:trace contextRef="#ctx0" brushRef="#br0" timeOffset="-86078.16">25555 17767 135 0,'1'0'450'0,"-1"1"228"0,0-1 124 15,0 0-143-15,2 2-262 0,0-2-180 16,-2 0-89-16,1 0-40 0,2 0-16 0,-1 0-6 15,1 0-2-15,-1 0 20 0,1-2 3 0,-1 2 17 16,2-2 19-16,-2 0 11 0,1-1 15 0,-3 2-10 16,1-3-3-16,-1 3-13 0,0 0-15 15,0-1-13-15,0 1-23 0,0-1-12 0,-1 1-21 16,-1-1-21-16,1 2-5 0,-3-1-11 0,2 1-1 16,0 0-8-16,0 1-4 0,-1 1-30 15,2-2-63-15,1 3-92 0,0-2-119 0,0 1-196 16,1-1-273-16,2 2-182 0,3 0-12 0,1 2 210 15,1-3 316-15</inkml:trace>
  <inkml:trace contextRef="#ctx0" brushRef="#br0" timeOffset="-85039.29">26961 17976 179 0,'0'0'422'0,"-2"0"183"0,2 0 116 0,2 1-177 16,-2-1-141-16,1 2-65 0,4-1-35 0,-1 2-18 15,0-1-18-15,0 0-43 0,1 2-54 0,2-3-49 16,-1 0-31-16,2 1-12 0,-4-2-10 16,3 0 1-16,-1-2-3 0,0 0 9 0,-1-3-2 15,-2 0 2-15,0 0 5 0,1-1 4 0,-4 0 3 16,0 0-3-16,0 0-2 0,-2 2 10 0,0-2 10 16,1 2 12-16,-2 2 5 0,-1 0-10 15,1-1-11-15,-3 3-20 0,2 3-25 0,0-1-20 16,-1 1-23-16,1 0-4 0,-1 3-7 0,2 0-16 15,-2-1-42-15,2 0-42 0,2-1-81 16,-3-1-153-16,3-1-227 0,-3-1-290 0,4-1-234 16,0-1-179-16,-3-2 150 0,2-2 475 0</inkml:trace>
  <inkml:trace contextRef="#ctx0" brushRef="#br0" timeOffset="-83975.26">23387 16390 101 0,'-1'3'311'15,"-1"2"139"-15,-1-1 104 0,0 2-157 0,0 2-176 16,-1 0-104-16,3 5-50 0,-3-1-28 0,3 1-14 15,1 4-7-15,0 0-2 0,0 2-5 0,0 2-3 16,1 1 0-16,-1-1 0 0,0 4 25 0,2-2 9 16,0-1 8-16,-2 3-2 0,0-1 6 0,0-1 0 15,-2-1-26-15,2-2-7 0,-2 0-31 16,2 1-14-16,0-2-7 0,-1-4-18 0,1 1-5 16,-2-2-56-16,2-1-126 0,-1-1-192 0,-4-1-89 15,4-2 9-15,-2 1 82 0,-1-4 156 0</inkml:trace>
  <inkml:trace contextRef="#ctx0" brushRef="#br0" timeOffset="-83705.42">23251 17024 101 0,'11'7'247'0,"0"0"105"15,0-1-34-15,1 2-69 0,2-2-24 16,-1 1-68-16,-1-1-47 0,1 0-24 0,1 0-11 16,-1-2-16-16,-1 1-26 0,2-2-13 0,-1-1-5 15,1-2-1-15,-3 0-14 0,1-2-47 0,-2-1-138 16,2-2-184-16,-4 1-77 0,-1-3 7 0,0-2 84 15</inkml:trace>
  <inkml:trace contextRef="#ctx0" brushRef="#br0" timeOffset="-83431.33">23321 16375 207 0,'0'-7'425'0,"0"-1"165"0,2 2 96 0,-2-2-265 16,4 1-149-16,2 1-96 0,1 2-55 16,2 1-25-16,4-2-16 0,1 2-9 0,2 2-25 15,1-1-19-15,5 2-13 0,0 0-7 0,-1 0-2 16,1 2 1-16,3-1-1 0,-4 1-28 0,1 1-64 15,-1 1-114-15,-4 0-265 0,2 2-161 0,-2 0-63 16,-4 2 85-16,0 1 193 0</inkml:trace>
  <inkml:trace contextRef="#ctx0" brushRef="#br0" timeOffset="-82910.16">24239 16917 234 0,'4'-2'552'15,"-3"-1"261"-15,1 2 137 0,-1-1-216 0,-1 2-209 16,2 3-148-16,0-2-105 0,-2 4-67 0,0 1-53 16,0 3-46-16,0 1-39 0,0 3-21 15,0 4-16-15,0 0-11 0,0 1-4 0,0 3-4 16,0 0-2-16,1 2-3 0,-1 1-3 0,0 2 0 15,3-3-1-15,-3 1-3 0,0 2-23 0,0-2-82 16,-3-1-109-16,2 1-136 0,-3-3-265 16,1-1-254-16,-2 1-158 0,1-6 87 0,-1 0 293 15</inkml:trace>
  <inkml:trace contextRef="#ctx0" brushRef="#br0" timeOffset="-82657.35">24093 16879 233 0,'4'-6'535'0,"2"0"214"0,-1 1 88 0,0 1-232 16,1 1-254-16,2 2-168 0,1-1-65 0,4 1-25 15,1 1-11-15,1-2 0 0,0 4-5 0,5-2-6 16,-3 1-25-16,2 1-15 0,0 0-28 15,1 2-17-15,-2 0-12 0,1 0-5 0,-2 4-8 16,1-3-28-16,-6 4-52 0,2 0-109 0,-6 1-259 16,-1 2-205-16,-2 0-114 0,-5 3 40 15,-4 4 215-15</inkml:trace>
  <inkml:trace contextRef="#ctx0" brushRef="#br0" timeOffset="-82450.41">24110 17470 65 0,'6'6'495'0,"1"-1"325"15,-3 1 162-15,2-4-20 0,1 1-398 0,-1 1-264 16,1-1-153-16,3 0-66 0,2-3-36 0,2 2-19 16,3-2-5-16,4-2-6 0,1-1 1 15,3 0-7-15,4-1-53 0,1-1-90 0,0-1-135 16,1 4-292-16,-1-4-226 0,4 1-158 15,-3 3 55-15,1-2 267 0</inkml:trace>
  <inkml:trace contextRef="#ctx0" brushRef="#br0" timeOffset="-81865.32">25606 17593 203 0,'1'6'426'15,"4"0"188"-15,-5 1 157 0,1 3-159 16,1-1-58-16,-1 2-33 0,-1 3-35 0,2 0-46 15,-2 2-70-15,2-1-88 0,-1 3-97 0,-1 0-70 16,2 0-48-16,-1 0-29 0,1 1-19 16,0 1-8-16,-2-1-5 0,1 1-6 0,1 0-1 15,0-2-3-15,-2-2-24 0,1-1-80 0,-1 1-115 16,-1-4-146-16,1-2-253 0,0-3-279 0,-4 1-214 16,3-4 20-16,-3-1 304 0,3-3 377 15</inkml:trace>
  <inkml:trace contextRef="#ctx0" brushRef="#br0" timeOffset="-81629.07">25544 17520 44 0,'-2'-8'486'16,"-1"2"381"-16,2 0 201 0,-3 2-37 0,4 0-381 15,0 1-285-15,0 2-177 0,4 1-98 0,0 0-47 16,5 1-23-16,1 2-8 0,5-3-3 15,0 4-3-15,4-1-2 0,-1 2-2 0,2-1 1 16,-1 1-3-16,2 2 1 0,-1 0 1 0,-2 2-9 16,-1 0-37-16,-3 0-62 0,0-1-80 15,-2 3-95-15,-4-3-112 0,-1 1-207 0,-4 2-200 16,-1-1-58-16,-4 1 101 0,1 1 219 0,-4-2 233 16</inkml:trace>
  <inkml:trace contextRef="#ctx0" brushRef="#br0" timeOffset="-81424.36">25508 17916 168 0,'-4'15'465'0,"3"2"221"0,-1-4 117 16,1 2-127-16,2-2-203 0,1 2-153 0,-1-2-88 16,4 0-45-16,3-3-24 0,0 1-54 0,1-2-43 15,4-3-24-15,1 0-13 0,3-2-8 0,1-1 16 16,2-1-9-16,0 1-48 0,2-1-92 15,0 0-115-15,1 2-124 0,6 2-156 0,-2 0-255 16,3-1-99-16,3 1 96 0,5 2 232 0,0-2 226 16</inkml:trace>
  <inkml:trace contextRef="#ctx0" brushRef="#br0" timeOffset="-80734.5">27046 17673 154 0,'2'-9'370'0,"-2"1"188"0,0 2 173 0,0 2-128 16,0 0-45-16,0 1-27 0,1 2-37 15,1 1-59-15,-2 1-67 0,0 2-69 0,0 4-78 16,0 3-62-16,0 2-38 0,0 3-11 0,1 3-11 15,-1 2-10-15,5 2-35 0,-4 2-15 16,2 0-11-16,-1 3-20 0,0 0-10 0,-1 2 2 16,1-2 16-16,0 0 1 0,-2 1 7 0,0-1 3 15,0 0-4-15,0-1-32 0,0-1-31 16,0-2-67-16,-4-2-116 0,3-3-153 0,-4-2-232 16,2-2-275-16,-3-1-249 0,-1-2-64 0,2-5 266 15,-1-2 420-15</inkml:trace>
  <inkml:trace contextRef="#ctx0" brushRef="#br0" timeOffset="-80509.36">26910 18151 236 0,'1'3'487'0,"3"-3"185"0,-3 2 88 0,2-2-257 16,2 2-211-16,4-2-108 0,1 3-54 0,1-2-23 15,3-1-12-15,2 1-9 0,1-1-4 0,0-1-35 16,3 1-17-16,-1-1-16 0,0-2-2 16,1 3-6-16,-2-2-1 0,1 2-42 0,0-2-98 15,-3-1-156-15,-1 1-260 0,-4 0-173 0,1-3-68 16,-3-1 118-16,-3-1 251 0</inkml:trace>
  <inkml:trace contextRef="#ctx0" brushRef="#br0" timeOffset="-80268.82">26984 17462 246 0,'11'-10'484'0,"-1"0"177"0,-1 1 133 15,5 0-208-15,1 0-150 0,2 3-59 16,1-2-9-16,4 2-11 0,-2 3-51 0,2-2-41 15,4 4-52-15,-1 0-62 0,2-1-52 0,1 2-31 16,-1 0-19-16,1 0-22 0,-2 2-26 0,-1-1-71 16,-1 0-121-16,-1 1-165 0,-3 1-295 15,-3 0-263-15,-3 3-211 0,-1-1 29 0,-4 1 349 16</inkml:trace>
  <inkml:trace contextRef="#ctx0" brushRef="#br1" timeOffset="-71255.37">21171 17106 87 0,'-2'-2'307'0,"-1"2"163"0,0 0 149 16,-1-3-102-16,4 3-106 0,-3 0-36 0,2 0-2 15,1 0-14-15,0 0-27 0,0-2-45 16,-2 2-50-16,0-1-46 0,2 1-30 0,0 0-22 16,0 0-11-16,0 0-7 0,0-1-13 0,0 1-22 15,2 0-27-15,0 0-25 0,-2 0-17 16,0 0-12-16,1 0-2 0,2 0-4 0,1 0 1 16,0 0 1-16,0 0 3 0,2 0-2 0,-2 1 10 15,1-1 3-15,2 0 7 0,-2 1-3 0,2 1 10 16,-1 1 6-16,2-1-7 0,-1 1 5 15,-1 1 17-15,3 2 15 0,0 0-2 0,-1 2-3 16,1 1 11-16,-3 0 13 0,1 1-9 0,-3-1-9 16,1 2 13-16,0 0 6 0,-1 1-6 0,-1-3-17 15,-1 4-6-15,1-3-1 0,-3 1-11 16,2-2-6-16,-2 2-2 0,-2 1 6 0,2-3 8 16,-3 2 6-16,1 0 3 0,-1-1-1 0,-1 1-4 15,-1-2-7-15,0 0-13 0,1 0-9 0,-5-2-5 16,2 1-3-16,-1-1-2 0,-2 0 1 0,2-1-1 15,-2 2-2-15,-2-3-2 0,3-1-4 16,-4 1-1-16,4-3-2 0,-4 2 0 0,4-1-2 16,-3-2-2-16,2 1 2 0,2-2-2 0,0 0 2 15,-1-2 0-15,0 1 0 0,5 0-1 0,-3-3-1 16,-1 0 0-16,3-1 1 0,-2-1-3 0,2 0 1 16,-1-1 1-16,1-1 0 0,-2 1 1 0,1-2-2 15,2-2-1-15,0 3 2 0,-1-2-1 16,1 1 1-16,0-3-2 0,3 1 2 0,-1 1 1 15,1 0-2-15,1-2 1 0,-2 1-3 0,4-1 3 16,-2 2-2-16,1-4-1 0,1 2 2 0,-1 2 2 16,1-3-1-16,0 2-2 0,1 2 1 15,-2-1 2-15,3 2-1 0,-3-1-2 0,3 1 1 16,-3 2-1-16,2-1 1 0,2 1-1 0,-2 0-1 16,0 0 0-16,0 1 0 0,2-1 1 0,0 2 0 15,0-1 1-15,1-1 0 0,-2 2 1 0,3-2 1 16,-1 1 0-16,-1 2-1 0,3-1-2 15,-2 1-1-15,1 0 2 0,-3 1-2 0,4 0 1 16,0 0 0-16,-2 0 1 0,2 2 1 0,0 0-1 16,2 0-1-16,-2 0 1 0,1 0 1 15,-1 2 1-15,5 0-1 0,-4-1 2 0,4 2 0 16,-4 0-2-16,4 0 0 0,-2-2 0 0,0 2 2 16,0-2-2-16,3 1-1 0,-2 0 0 0,-2-2 1 15,2 1-2-15,-1-2 2 0,1 1 0 0,-1-2 2 16,-1-1 1-16,1 0 0 0,-2 0-1 15,0-1 0-15,0 0 5 0,-1-2 4 0,0 1 1 16,-2-3 2-16,2 1 1 0,-2-1-1 0,-1 0-15 16,-2 1-41-16,0 0-66 0,-1-1-64 0,-4 3-136 15,1-1-214-15,-2 1-309 0,-2 2-296 16,0 0-222-16,-3 3-76 0,2 0 445 0,-2 0 570 16</inkml:trace>
  <inkml:trace contextRef="#ctx0" brushRef="#br1" timeOffset="-70398.82">21744 16945 143 0,'-3'0'385'0,"2"-2"194"15,-3 2 157-15,0 0-116 0,0 0-128 0,2 0-56 16,-2 0-14-16,3 0-23 0,-2-1-31 15,1 1-50-15,-3-1-57 0,4-1-59 0,-4 0-50 16,2 0-29-16,-3 0-25 0,1-1-15 0,2 2-1 16,-4-1 12-16,4 1 18 0,0-1 14 0,-1 1 5 15,1 1-2-15,-1-2-15 0,1 1-21 16,0-2-26-16,-1 3-22 0,1-2-18 0,0 0-11 16,0 1-6-16,-1 0-5 0,1-1-1 0,2 1-5 15,-4 1 1-15,2 0 0 0,2 0 0 0,-4 0-2 16,1 1-2-16,1 2 2 0,-2 0-2 0,2 2 0 15,0-1 0-15,-1 2 1 0,1 1 3 16,-1 1 1-16,3 1 2 0,-3 0 2 0,1 2-3 16,2-1 0-16,-1 2 0 0,0 0-1 0,-1 0-3 15,3 2 0-15,-1 0 2 0,-1-1 3 0,-1 2-3 16,3-2 1-16,-3 2 4 0,1-1-1 0,1 1 0 16,-1 0-2-16,1-1 3 0,-3 0 1 0,1 2-4 15,2-2-3-15,-3 1 1 0,1-1-3 16,2 0-1-16,-4 0-1 0,2 0 1 0,1-1 3 15,-1-1-1-15,2 0 2 0,1 0-2 0,-2-1 5 16,0-2-2-16,2 0-2 0,-1 1 1 0,1-2-3 16,0-1 0-16,0 0 0 0,0 1-3 15,0-2 0-15,1-1 0 0,-1 2-1 0,2-3 0 16,0 2-1-16,-1-4 6 0,1 2-1 0,1-2 1 16,0 1 2-16,2 0 0 0,-1-3-2 15,1 1-1-15,2-1 2 0,-3-1-1 0,6 1-1 0,-2-3 2 16,0 2-1-16,0-3-3 0,2-1 5 15,-2 0 0-15,2-1 0 0,-1-1-16 0,1 2-40 16,-2-3-42-16,0 1-59 0,-1 0-109 0,-2-1-142 16,-1 0-222-16,-1 1-256 0,2 1-242 15,-4 0-137-15,2 0 201 0,1-1 431 0</inkml:trace>
  <inkml:trace contextRef="#ctx0" brushRef="#br1" timeOffset="-70091.37">21869 16931 380 0,'0'-2'732'0,"-3"-1"272"16,2 1 73-16,-3 2-293 0,3 0-217 0,-3 2-176 15,1-1-109-15,-1 2-75 0,1 2-63 0,1-1-53 16,1 2-42-16,-1 0-23 0,0-1-15 15,2 2-4-15,-1-1 1 0,1-1-6 0,1 1 3 16,-1-3-5-16,2 1 2 0,0-1-2 0,-2 0 0 16,1 0 0-16,1-1-2 0,-1-1 1 0,1 1-1 15,2-2 0-15,-1 0 0 0,1 0 0 16,-3 0 1-16,3 0 1 0,0-2-2 0,0 2-29 16,-3-1-68-16,1 1-115 0,-1-2-132 0,-1 1-211 15,0 1-292-15,0 0-222 0,0 1-42 16,0 2 259-16,0 2 360 0</inkml:trace>
  <inkml:trace contextRef="#ctx0" brushRef="#br1" timeOffset="-69825.47">22059 17269 158 0,'8'5'407'0,"-4"0"178"0,0-3 110 15,-1 0-180-15,0-1-173 0,-1 1-94 16,-1-2-30-16,-1 0-14 0,2 0 25 0,0-2 14 16,-1 1-8-16,-1-2 9 0,2-2-1 0,-1 1 1 15,-1 0-20-15,0 0-24 0,0 0-35 0,-1-1-51 16,-1 0-38-16,1 1-32 0,-1 1-20 16,-1 0-14-16,0 0-9 0,-1 2-5 0,-1-1-25 15,1 2-68-15,-4 0-101 0,2 0-114 0,-1 2-159 16,1-1-283-16,-2 2-236 0,2 0-78 15,0-2 164-15,-3 1 317 0</inkml:trace>
  <inkml:trace contextRef="#ctx0" brushRef="#br1" timeOffset="-69588.32">21866 17302 49 0,'-1'0'298'0,"1"0"161"0,0-1 136 0,0-2-65 15,1 0-145-15,1-2-110 0,-1-1-53 0,3-1-35 16,-1-1-16-16,4-1-1 0,-2-3-1 16,2 0 5-16,1 0 13 0,0-1 4 0,1-2-3 15,0 0-29-15,-1 1-34 0,2-1-40 0,-2 3-39 16,0-1-19-16,-2 1-10 0,3 1-6 0,-2-1-7 16,-3 1-25-16,1 3-71 0,-1 0-108 15,-3 1-135-15,2 1-287 0,-3 2-227 0,2 0-111 16,-2 2 111-16,0 0 291 0</inkml:trace>
  <inkml:trace contextRef="#ctx0" brushRef="#br1" timeOffset="-68927.51">22062 16879 283 0,'5'-6'519'0,"-4"1"187"0,2-1 80 16,-1 4-241-16,0-3-177 0,1 2-106 0,-1 2-35 16,2-2-12-16,0 1-16 0,2 1-31 0,2-2-23 15,-2 1-4-15,2 0-18 0,0 1-20 0,1 1-9 16,1-1-9-16,0-1-15 0,-1 1-24 0,-1 1-16 16,0-2-9-16,0 2-7 0,-1-1-3 15,1 1-4-15,-1 0 1 0,-2 0 0 0,1 0 0 16,0 1-1-16,-1-1 2 0,0 2 0 0,-1-2-1 15,1 0-3-15,0 0 1 0,1 0 0 16,-1 0 0-16,0 0-3 0,-2 0 2 0,2 0-3 16,-2 0 3-16,0 0-4 0,-1 0-2 0,0 0 1 15,2 0-1-15,-4 0 1 0,1 1 0 0,-1-1 4 16,2 0 2-16,-1 2 2 0,-1-1 9 16,0 0 5-16,0 1 1 0,0 0 3 0,0 1 1 15,0 0-1-15,0-2-7 0,0 2-6 0,0 0-1 16,0 0 7-16,0 1 2 0,0 1 4 0,0 1 2 15,4 2 1-15,-4 1-2 0,1-1-7 16,2 2-3-16,1 2-2 0,-3-2-4 0,2 3-5 16,2 0-2-16,0 2-1 0,-1 0-4 0,0 0 0 15,-1 1 1-15,2 1 2 0,-2-1-1 0,0 1-1 16,3 1 1-16,-3-2 0 0,0 1 0 0,1-1 0 16,-1 1 2-16,-2-2 4 0,3-2-4 0,-3 0 0 15,3 1-3-15,-3-2 1 0,-1 0 2 16,2 0 5-16,-2 0 5 0,0-3 7 0,0 1 7 15,0 0 13-15,-2-1 9 0,2-2 5 0,-1 0 14 16,-3-1 20-16,3 0 22 0,-3-1 13 16,1 1 14-16,0-4 2 0,-2 4-4 0,-1-3-15 15,1-1-20-15,-3 2-20 0,0-2-19 0,-1 0-15 16,1 0-15-16,-1 0-10 0,-1-2-6 0,-1 1-3 16,2-1-4-16,0-1-2 0,0 1-2 15,0-2-1-15,1 2-3 0,1-2-3 0,-2 2-12 16,4-1-40-16,-1 0-52 0,1 1-49 0,0-4-89 15,-1 2-156-15,3 0-232 0,-2-1-265 0,4 0-235 16,-3 0-203-16,1 1 112 0,3-1 500 16</inkml:trace>
  <inkml:trace contextRef="#ctx0" brushRef="#br1" timeOffset="-67011.4">23439 18111 45 0,'4'4'282'15,"-3"1"151"-15,2 1 124 0,1-2-84 0,-2 1-172 16,2-1-137-16,-3 0-78 0,2 0-38 0,1-2-21 15,0 0 58-15,0 1 55 0,2-6 47 16,0-1 30-16,0-2 16 0,1-2 31 0,-1-2-11 0,-1-1 7 16,3 1 15-16,-7-3 10 0,1 3 24 15,-2-1 7-15,-2 3 8 0,2-1-6 0,0 1-26 16,-3-1-27-16,-3 4-42 0,1-1-44 0,0 0-48 16,1 2-46-16,-4 2-32 0,2-3-22 0,-1 5-11 15,2 0-8-15,1 0-8 0,0 0-3 16,1 0-3-16,2 0-6 0,1 0 0 0,-2 0-2 15,2 0 3-15,2 3 0 0,-1 0 0 0,2-2 3 16,1 0-7-16,0 2-22 0,3-3-43 0,-1 0-48 16,3-3-59-16,-1 1-98 0,1-1-129 15,0-2-155-15,-1-1-262 0,0 1-239 0,1-1-167 16,0-1 73-16,-1 0 377 0</inkml:trace>
  <inkml:trace contextRef="#ctx0" brushRef="#br1" timeOffset="-66368.27">23931 17301 307 0,'-2'-3'711'0,"-1"0"320"16,-3 0 127-16,1-1-258 0,-2 3-281 16,0 0-173-16,1-1-101 0,-2 2-79 0,0-1-73 15,2 1-50-15,-1 0-33 0,2 1-36 0,2-1-37 16,-2 3-20-16,3-2-13 0,-2 3-7 0,3 2-3 16,1 0 1-16,0 1 3 0,1 0-3 0,1 1 2 15,2 0-2-15,0-2-1 0,-3-2 1 16,4 1-1-16,0-2 3 0,0-3 1 0,-1 0 5 15,1-3 5-15,1-2-2 0,1-1-1 0,-3-1 2 16,1-2 0-16,-1-2-1 0,-1 2-1 0,-2-1-1 16,4 1-12-16,-4 0-19 0,1 2-24 15,-2 2-25-15,0-1-72 0,-2 1-113 0,1 2-132 16,-4 2-179-16,5-1-273 0,0 2-255 0,0 0-80 16,3 2 226-16,0-1 393 0</inkml:trace>
  <inkml:trace contextRef="#ctx0" brushRef="#br1" timeOffset="-65601.47">25297 16579 407 0,'0'2'850'16,"-3"1"269"-16,3 0-12 0,-1 0-308 0,-1 0-273 16,0 0-222-16,2 0-122 0,0 0-62 0,0-1-28 15,2-1-35-15,0 0-28 0,2-1-8 0,1-1-1 16,-1 0 7-16,1-3-4 0,2 2 7 0,-2-4 6 15,-1 1 7-15,2-1 16 0,1 1 35 16,-6 0 54-16,3 1 42 0,-1-1 12 0,-3 3-8 16,0-2-21-16,-3 2-38 0,-1 0-48 0,-1 2-42 15,1 0-27-15,-4 2-13 0,3 2-27 0,-3 0-52 16,0 5-55-16,-1-1-63 0,3 0-128 0,-1 3-189 16,2 0-296-16,1 1-250 0,-2 2-221 0,3-2-66 15,3 1 391-15,0 1 511 0</inkml:trace>
  <inkml:trace contextRef="#ctx0" brushRef="#br1" timeOffset="-64919.4">27161 16546 234 0,'-1'-3'787'0,"-4"2"400"0,2-1 47 15,-2 0-220-15,4 2-330 0,-3 0-230 0,3 0-137 16,1 0-82-16,-2 2-48 0,2-2-37 16,0 0-51-16,0 0-45 0,0 2-33 0,2-1-18 15,-2 1-6-15,1-2-1 0,-1 1 3 0,2-1-2 16,0 0 0-16,-2 0 3 0,0 0 0 0,1 0 0 16,-1 0 1-16,0 0 7 0,0 0-2 15,0 0 1-15,0 0 2 0,-1 0-1 0,1 0 0 16,0 0-7-16,-2 0-1 0,0 0-22 0,-1 0-46 15,2 2-44-15,-4-1-110 0,-2 1-168 0,-1-1-300 16,-1 1-277-16,0 0-244 0,-4 2-150 16,-1-3 294-16,1 0 544 0</inkml:trace>
  <inkml:trace contextRef="#ctx0" brushRef="#br1" timeOffset="-63816.28">23409 17794 67 0,'4'4'298'0,"-4"-3"151"16,1 4 130-16,-1 0-68 0,0 1-103 0,2 3-56 16,-1 0-13-16,-1 3 1 0,0 2-15 0,0 1-43 15,2 1-44-15,1-1-52 0,-3 3-52 0,0 1-37 16,1 0-23-16,-1 0-17 0,0-1-4 16,3 1-7-16,-1-2-3 0,0 0-2 0,-1-2-4 15,1-2-7-15,0 0-73 0,-1-3-90 0,-1-3-98 16,0-1-118-16,0-1-175 0,0-2-273 0,0-3-120 15,-1-3 54-15,1-2 211 0,-4 1 263 16</inkml:trace>
  <inkml:trace contextRef="#ctx0" brushRef="#br1" timeOffset="-63565.07">23286 17770 293 0,'5'-8'629'16,"0"2"241"-16,1 1 64 0,-2-1-243 0,4 0-220 15,1 0-132-15,3 0-62 0,1 0-37 0,1-1-20 16,2 3-30-16,-1 0-53 0,1 2-51 0,3 2-39 16,-3 0-19-16,1 2-9 0,-1 2-8 0,3 3-5 15,-4 0 1-15,2 3-7 0,-4 1-55 16,-1-1-94-16,-2 3-129 0,-4 0-227 0,-1 0-278 15,-1 4-252-15,-1-2-80 0,-4 0 201 0,-1 0 382 16</inkml:trace>
  <inkml:trace contextRef="#ctx0" brushRef="#br1" timeOffset="-63361.44">23296 18164 204 0,'1'5'444'15,"4"-1"175"-15,-1-2 71 0,1 0-207 0,2 1-150 16,2 0-110-16,4-2-30 0,0 1-13 0,2-1 10 16,1-1-25-16,5 0-68 0,0-1-15 15,0-1-36-15,5 1-21 0,-3-2-8 0,2 0-8 16,1-1-38-16,-4 0-81 0,2-1-117 0,-1 3-275 16,-3-4-208-16,-2 4-119 0,0-4 50 0,-2 0 228 15</inkml:trace>
  <inkml:trace contextRef="#ctx0" brushRef="#br1" timeOffset="-62779.43">23929 17213 39 0,'5'-5'291'16,"-1"-1"172"-16,-1 0 164 0,-2 0-4 0,4-3-101 16,-5 4-18-16,1-1 3 0,-1 2-5 0,0-1-36 15,0 2-58-15,0 0-80 0,0 0-92 16,0 3-77-16,0 0-50 0,0 4-34 0,0 1-30 16,-1 4-12-16,1 2-14 0,-5 4-6 0,5 4-7 15,-1 2-3-15,-1 3-1 0,1 3-2 16,1 2-1-16,-2 3-2 0,0-3-4 0,2 3-1 15,2-3 2-15,0 0 4 0,-1-4-7 0,4 0-14 16,-1-5-39-16,-1-1-96 0,1-4-129 0,-1-5-180 16,-1-2-293-16,-1-4-265 0,-1-2-160 15,-1-4 138-15,-1-2 386 0</inkml:trace>
  <inkml:trace contextRef="#ctx0" brushRef="#br1" timeOffset="-62572.92">23787 17113 4 0,'5'-7'369'0,"-2"2"290"15,-2-1 195-15,3 3 41 0,-1 0-331 0,0 0-240 16,4 2-164-16,-1-3-81 0,5 3-35 16,-2 0-21-16,3-1-6 0,2 2-6 0,0 0-1 15,0 0-6-15,1 3-44 0,-3 0-84 0,1 3-131 16,-5 3-283-16,1 2-201 0,-3 3-105 15,-2-1 87-15,-3 3 243 0</inkml:trace>
  <inkml:trace contextRef="#ctx0" brushRef="#br1" timeOffset="-62401.03">23863 17598 13 0,'0'10'472'15,"2"0"415"-15,-2-2 221 0,1 0-36 0,-1-4-363 16,0 0-290-16,3 0-211 0,1-2-110 0,0-2-53 15,6-2-26-15,-1-2-7 0,6-1-5 0,3-3-10 16,1-3-42-16,4-1-96 0,0 1-126 16,4-1-287-16,2 0-254 0,-1 0-202 0,4 1-22 15,-1 2 260-15,4 0 359 0</inkml:trace>
  <inkml:trace contextRef="#ctx0" brushRef="#br1" timeOffset="-61747.67">25311 16414 342 0,'5'-6'665'0,"-2"2"238"15,1 1 83-15,-3 0-276 0,2 0-200 16,-1 3-122-16,2 1-70 0,-2 4-45 0,1 2-48 15,0 2-38-15,1 5-47 0,0 3-48 0,0 2-35 16,-1 1-21-16,0 5-9 0,1 0-16 16,-1 2-7-16,-3 1-4 0,4-2-6 0,-3 2-6 15,1-1-28-15,0-4-83 0,-2-1-136 0,0-3-199 16,-2-1-286-16,0-5-268 0,1-1-194 0,-6-3 114 16,1-2 415-16</inkml:trace>
  <inkml:trace contextRef="#ctx0" brushRef="#br1" timeOffset="-61531.45">25182 16292 144 0,'3'-11'581'0,"0"2"316"16,0 1 116-16,4 2-135 0,-3 3-341 0,6 0-233 15,-2 2-136-15,4 1-60 0,2 0-45 16,1 1-21-16,4 1-12 0,-2-1-26 0,4 2-16 15,1 1-10-15,-5 2 30 0,2-1 13 0,0 3-45 16,-5 1-86-16,-1 1-126 0,0 3-239 0,-7 1-273 16,-3 2-215-16,-1 4-17 0,-5 0 227 15,-4 1 335-15</inkml:trace>
  <inkml:trace contextRef="#ctx0" brushRef="#br1" timeOffset="-61359.6">25207 16840 177 0,'0'14'515'0,"3"-4"224"0,-1 0 97 16,1-3-173-16,2 2-275 0,3-1-189 0,0-4-92 16,2 2-25-16,2-3-11 0,5-2-6 15,2-1 1-15,5-1-3 0,3-2-6 0,3-3-4 16,1 2-63-16,2-4-87 0,4 2-231 0,-1 1-271 16,0 0-199-16,1 4-98 0,-2 0 131 0,-4 2 288 15</inkml:trace>
  <inkml:trace contextRef="#ctx0" brushRef="#br1" timeOffset="-60658.01">27226 16268 115 0,'2'-2'405'0,"-1"2"238"15,-1-2 169-15,2 4-136 0,-2-1-166 0,2 3-63 16,-2 1-36-16,0 6-30 0,1 1-31 16,1 4-27-16,-1 2-49 0,1 5-77 0,1 1-66 15,-2 0-48-15,2 3-33 0,1-2-17 0,-3 0-17 16,1 0-7-16,0 2-6 0,-2-5-2 0,0 2-2 15,0-4-5-15,0-2-5 0,0-2-33 16,-2-2-74-16,0-5-122 0,-1 0-172 0,-2-1-293 16,-1-6-268-16,0 0-202 0,-1-2 59 0,-1-2 372 15</inkml:trace>
  <inkml:trace contextRef="#ctx0" brushRef="#br1" timeOffset="-60440.9">27063 16236 259 0,'8'-3'472'0,"0"0"167"0,1 0 89 16,-1 1-248-16,4 2-191 0,2 0-98 0,-2 0-53 16,1 0-28-16,1 2-16 0,2 0-37 0,-2-1-21 15,2 2-12-15,0-2-11 0,-2 3-1 0,2 3-3 16,-3-1-57-16,-1 1-97 0,-2 3-254 0,-4 1-209 15,-1 3-123-15,-3 1-5 0,-2 1 173 16</inkml:trace>
  <inkml:trace contextRef="#ctx0" brushRef="#br1" timeOffset="-60254.31">27076 16834 116 0,'8'12'301'0,"1"-2"121"15,1 0 92-15,1-2-196 0,3-1-146 16,0 2-66-16,2-5-17 0,2 1-7 0,0-2-4 16,3 0 1-16,0-3 22 0,2 0 3 0,3-3-21 15,-1 1-37-15,-3 1-88 0,2 0-245 16,-2 1-201-16,0 0-91 0,-4 0 14 0,-1 1 131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1:37:38.42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1753 1726 13 0,'0'-3'266'0,"0"0"191"16,-2 2 206-16,2-1 66 0,0-1-67 0,2 3-48 15,-2-1-52-15,0 1-67 0,0-2-71 0,-2 2-85 16,2 2-90-16,-1-1-66 0,2 2-42 0,-1 3-12 0,2 3-15 16,1 3-12-16,-1 3-6 0,1 3 1 0,0 3-7 15,0 2-17-15,3 4-7 0,-4 2 7 0,1 3 10 16,0 4-14-16,1 3-8 0,-1 0-9 0,0 3-4 16,0-1-17-16,-1 1-14 0,1-2-5 0,3-1-5 15,-3-3-2-15,-1-1-3 0,3-2 3 0,-2-5-4 16,0-1-1-16,0-3 2 0,0-5 0 0,1 1-1 15,0-5-4-15,-2-3-23 0,-1-3-24 0,-1 0-41 16,0-4-38-16,2-4-45 0,-2 1-46 0,0-4-49 16,1-2-71-16,-2-4-72 0,1-4-91 0,0 0-104 0,0-3-206 15,1-2-157-15,1 1 15 0,-2-4 194 0,2 1 271 16</inkml:trace>
  <inkml:trace contextRef="#ctx0" brushRef="#br0" timeOffset="243.54">1935 1860 203 0,'3'-3'407'0,"0"-1"163"0,-1 3 44 15,-1 0-188-15,3 1-122 0,-1 0-49 0,0 2 27 16,3 2 45-16,0 0 46 0,1 4 30 16,-2 0-24-16,1 3-52 0,0 3-61 0,0 4-56 0,-1 1-31 15,0 5-29-15,0 3-25 0,-2 3-24 0,3 3-20 16,-3 3-16-16,-1 0-30 0,-2 3-15 0,1-1-9 15,-1-2-4-15,2 1-2 0,0-2 0 0,-1-1-10 16,1-2-22-16,1-2-29 0,0-4-72 0,-1-3-125 16,-1-3-142-16,1-4-184 0,1-4-284 0,0-2-240 15,0-4-50-15,-1-5 260 0,1-4 377 0</inkml:trace>
  <inkml:trace contextRef="#ctx0" brushRef="#br0" timeOffset="461.83">2183 1816 121 0,'5'-6'389'0,"-2"3"190"15,0 3 124-15,-1 5-100 0,1 2-169 0,1 4-101 16,1 5-48-16,-3 2-20 0,3 5-10 0,-1 3-32 16,1 3-33-16,0 6-45 0,-2 2-14 0,3 2-18 15,-4 4-17-15,1 1-12 0,0 1-19 0,0 0-4 16,2 0-37-16,-3-3-84 0,0-2-109 0,-1-2-130 15,1-5-159-15,-1-4-293 0,-1-4-220 16,0-4-14-16,0-3 208 0,-1-4 307 0</inkml:trace>
  <inkml:trace contextRef="#ctx0" brushRef="#br0" timeOffset="814.03">1626 1705 139 0,'-1'-3'467'0,"1"2"267"0,0-1 148 0,1 1-143 15,1-1-252-15,1 2-172 0,-1 0-70 0,1 0 1 16,2 0 8-16,4 2-5 0,-1-1-10 0,2 1-1 0,4 0-45 15,2 2-54-15,2-1-43 0,5 3-28 16,2-2-13-16,5 2-12 0,0 0-12 0,3 0-16 0,5 2-3 16,-3-2 6-16,3 1 7 0,0-1 0 0,2 0-15 15,-1 0-2-15,-1 0-4 0,0 0-8 0,-2 1-10 16,2-1-7-16,-3 2 19 0,-2 1 3 0,0-3 2 16,-3 2-2-16,-3-1-15 0,-4 1-23 0,-3 1-53 15,-3-2-96-15,-7 0-130 0,-2 3-177 16,-5-2-283-16,-1 3-242 0,-4 0-137 0,-3 1 162 15,-3 0 375-15</inkml:trace>
  <inkml:trace contextRef="#ctx0" brushRef="#br0" timeOffset="1131.01">1573 2908 195 0,'6'5'358'0,"3"-2"181"16,1-2 128-16,6-1-99 0,1 0 5 0,4-1 13 16,-2-2-21-16,1-2-70 0,2 1-79 0,1-1-81 15,2-2-103-15,2-1-43 0,3 0-35 0,0-2-22 16,1 0-16-16,1 0-30 0,-2 2-15 0,0-1-33 15,-1 1-19-15,-1 1-7 0,-1 0-10 0,1 2-1 0,-2 2 7 16,1-2-2-16,1 2 7 0,-3 1-22 0,2 2-33 16,-2 0-54-16,-1 0-138 0,-1 5-188 0,-2-5-300 15,1 5-282-15,-1-1-244 0,0 2-56 16,2 2 413-16,-2-2 495 0</inkml:trace>
  <inkml:trace contextRef="#ctx0" brushRef="#br0" timeOffset="2059.82">4328 1977 134 0,'0'-2'470'0,"0"1"258"16,0-2 136-16,0 3-151 0,0 0-267 0,4 4-122 15,-1 3-48-15,3 1-11 0,2 5-8 0,0 5-10 16,6 5 47-16,-1 3-21 0,4 6-39 16,-1 6-32-16,0 3-15 0,0 2-9 0,-2 2-52 15,0 2-36-15,0 0-32 0,-4-2-24 0,0 1-12 16,-1-6-10-16,-3-2-5 0,1-7-2 0,-4-5 2 16,2-5 6-16,-1-5 39 0,-2-4 50 15,-1-1 15-15,-2-7 2 0,-1-4-1 0,-4-7-7 16,1-6-37-16,-1-6-39 0,-1-6-19 0,-1-8 0 15,-1-4-5-15,1-7-1 0,-3-3-3 0,0-2-5 16,0-5-1-16,1-2-7 0,-2 0-2 0,4-2-5 16,3 4 5-16,0 5 1 0,2 4 0 15,3 7 1-15,3 2-1 0,-1 6 1 0,4 6-4 16,1 2 2-16,1 4 0 0,2 0 2 0,3 5 0 16,1 5 2-16,1 2 1 0,2 1 1 0,-1 5 1 15,1 3-1-15,1 1-1 0,-3 6 0 16,0-2 3-16,-1 6 9 0,-3 2 7 0,-3 3 2 15,-3 3 4-15,-2 4-3 0,-6 2 2 0,-3 7-4 16,-4 2-3-16,-3 4-5 0,-4 2 0 0,-2 1 6 16,0-1-9-16,-3-1-5 0,0-2-5 0,1-2-1 15,2-5 2-15,2-5-6 0,2-5 2 16,4-3 2-16,1-5-2 0,3-4-15 0,2-1-36 16,2-6-58-16,3-2-57 0,5-6-81 0,1-2-143 15,5-5-148-15,3-3-209 0,1-1-233 16,4-1-210-16,1-1-30 0,-1 1 317 0,5-2 402 15</inkml:trace>
  <inkml:trace contextRef="#ctx0" brushRef="#br0" timeOffset="2328.96">4806 2262 7 0,'25'13'248'15,"-3"4"158"-15,-2 1 168 0,0 3 50 0,2 2-109 16,-3 3-56-16,3 0-37 0,0 0-44 0,-4-1-56 16,4-3-66-16,-2-1-83 0,0-2-63 15,0-5-47-15,2-3 10 0,-3-5 4 0,0-4 38 16,-1-4 24-16,0-3 7 0,-2-5 10 0,-2-5-18 15,-1-2-12-15,-4-5-29 0,-4-1 5 16,-1-3 47-16,-6 0 47 0,-1-1 23 0,-4-2 9 16,-7 2-22-16,-2-1-32 0,-7-1-51 0,-6-1-51 15,-1 3-34-15,-5-1-24 0,-3 0 0 0,2 7-1 16,0-1-1-16,3 7 0 0,1 5 4 0,5 2 1 16,5 5-5-16,1 6-3 0,6 5-5 0,2 2-5 15,6 5-43-15,4 3-62 0,3 2-64 16,3 2-116-16,5 2-176 0,4-1-315 0,3 1-283 15,1-1-227-15,6 2-125 0,5-4 338 0,3 1 557 16</inkml:trace>
  <inkml:trace contextRef="#ctx0" brushRef="#br0" timeOffset="2716.39">5488 1889 223 0,'-2'0'480'0,"2"5"189"15,0 3 97-15,2 5-180 0,1 7-133 16,2 5-54-16,2 5-3 0,1 6-1 0,0 5-19 16,3 2-55-16,-3 4-86 0,0 1-74 0,2-1-62 15,-1 2-44-15,-1-4-23 0,2 0-14 0,-1-7-12 16,-1-3-39-16,-2-5-80 0,-1-5-120 0,-2-9-118 15,0-5-186-15,-3-6-297 0,0-6-209 16,-3-7-18-16,-2-5 250 0,-1-9 313 0</inkml:trace>
  <inkml:trace contextRef="#ctx0" brushRef="#br0" timeOffset="2957.48">5456 1939 21 0,'3'-15'218'0,"0"4"110"0,5 1 123 16,-2 6-74-16,4-1-111 0,2 5-53 0,3 2-26 15,2 1-24-15,-1 1-36 0,6 4 45 0,2 0 28 16,-2 0-6-16,5 1 3 0,0 3 30 0,1 2 15 16,-1 1 6-16,1 2 0 0,-2 2 41 0,-4 1 19 15,-3 4-21-15,-3 4-18 0,-4 1-54 16,-7 5-53-16,-3 0-59 0,-5 5-36 0,-4 0-26 16,-7 2-14-16,0 2-10 0,-5-4-1 0,0 2-6 15,-2-4-9-15,1-2-4 0,2-5 0 0,-1-5-10 16,5-2-27-16,0-8-80 0,4-6-130 0,2-5-162 15,1-4-296-15,5-3-272 0,4-4-205 16,4-6 72-16,2-2 380 0</inkml:trace>
  <inkml:trace contextRef="#ctx0" brushRef="#br0" timeOffset="3294.14">6266 1832 31 0,'-2'-19'563'15,"-3"4"494"-15,-3 2 220 0,-5 4-54 0,-1 2-298 16,-2 2-304-16,-2 5-196 0,-3 0-112 16,2 5-65-16,-3 0-62 0,3 3-68 0,1 2-48 15,1 2-32-15,4 3-18 0,1-2-10 0,4 3-8 16,3 0-4-16,2 3 1 0,3 0-2 16,3 0 1-16,4 2-1 0,1-1 2 0,4 0-2 15,-1 0 6-15,6-1 5 0,-2 1 3 0,2 0 1 16,1-1 0-16,0 1-1 0,-3 1-7 0,2 0-6 15,-4 1-2-15,-2 2 4 0,-2 2 0 0,-4 2 4 16,-3 1 3-16,-2 4 4 0,-5 1 0 16,-1 2-1-16,-4 0 2 0,-2 2 0 0,-1-3-2 15,-3 1 0-15,0-4-2 0,1-1-1 0,0-6-4 16,-1-5-17-16,4-1-52 0,0-8-63 0,0-4-84 16,4-6-154-16,2-5-229 0,2-7-309 0,0-6-267 15,8-2-204-15,-2-6 56 0,4-4 512 16</inkml:trace>
  <inkml:trace contextRef="#ctx0" brushRef="#br0" timeOffset="3649.55">6556 1800 377 0,'5'-6'901'0,"-3"-2"320"0,-1 4-11 0,-1 0-319 16,0 3-312-16,0 4-217 0,0 3-120 0,0 8-41 16,0 0-9-16,2 10 9 0,-2-1-8 0,2 7-25 15,-1 3-20-15,1 3-24 0,1 3-34 16,1 1-32-16,1 4-20 0,0-3-8 0,3-1-12 16,0-5-11-16,3-2-2 0,-2-7-1 0,3-2 0 15,0-7-2-15,1-5 0 0,1-6 0 0,-1-4 0 16,2-7 2-16,-2-2 1 0,1-6 2 0,-1-6-1 15,0-4 3-15,-1-2-2 0,-1-6-7 16,-1 2-4-16,1-6-3 0,-3 1-3 0,-2-1 0 16,-1-3-4-16,-1 1-3 0,-4-1-11 0,-2 2-43 15,-3-1-56-15,-2 4-60 0,-4 1-128 0,-1 3-172 16,-3 7-303-16,0 2-260 0,0 6-224 16,-2 8-112-16,1 5 379 0,0 2 525 0</inkml:trace>
  <inkml:trace contextRef="#ctx0" brushRef="#br0" timeOffset="4515.39">7111 1767 218 0,'0'-4'500'15,"-3"2"226"-15,1 0 114 0,1 4-222 16,-1 2-170-16,2 4-61 0,0 2-37 0,2 3-8 15,1 5-11-15,2 7-22 0,1 0-35 0,1 7-55 16,0 0-29-16,3 9-36 0,-2-3-20 0,0 5-23 16,1-1-18-16,-2 2-16 0,1-3-28 0,1 1-14 15,-3-4-10-15,2-3-7 0,-3-4-1 16,1-4-10-16,0-4-2 0,-1-4 3 0,-2-4-1 16,-1-3 35-16,1-3 21 0,-1-3 13 0,-2-4 6 15,0-4-4-15,-2-4-3 0,-1-6-31 0,1-4-22 16,2-7-11-16,-3-5-4 0,0-4-5 0,1-6-2 15,-4-2 1-15,3-3 4 0,-2-4 2 16,-1-2-2-16,1-1 0 0,0 1-1 0,-1 0-2 16,3 4-4-16,-2 5-2 0,2 6-2 0,0 5 3 15,1 5-2-15,2 5 3 0,-1 4-2 0,1 4-3 16,1 3-1-16,-1 4-1 0,4 4 1 16,0 4 2-16,1 6 4 0,4 2 3 0,-1 3 1 15,2 3 6-15,0 1 2 0,0 1-2 0,0 5 0 16,1-1-1-16,0 0 2 0,-1 1-7 0,-1-2-2 15,2-1-1-15,-3 0 1 0,3-5-1 0,0 0-1 16,0-6 4-16,3-3 1 0,-1-3 3 16,0-10 1-16,1-2 4 0,2-4 1 0,0-5-3 15,0-5 0-15,1-1-8 0,-3-4-7 0,2-1 1 16,-2 1 4-16,-1 3 0 0,-4 1 0 16,1 3 6-16,-1 2 8 0,-4 6-12 0,0 2-4 15,-2 3-2-15,-1 3-1 0,-1 4-1 0,-2 7 2 16,-1 2 2-16,-3 6 3 0,0 4 3 0,-1 4-1 15,0 3 6-15,-2 1 3 0,3 4 0 0,-1 3 1 16,1-1-3-16,0 2 1 0,2 0-8 16,0-2-7-16,2 1-32 0,1-2-60 0,1-4-61 15,2-4-120-15,3-4-180 0,-1-3-310 0,3-5-292 16,2-6-224-16,2-6-106 0,1-5 353 0,2-6 545 16</inkml:trace>
  <inkml:trace contextRef="#ctx0" brushRef="#br0" timeOffset="4791.49">7846 1964 360 0,'7'14'763'0,"-4"2"259"0,2 4 24 0,-2 4-292 15,3 2-250-15,-1 4-201 0,0 0-99 16,1 1-50-16,-1 1-26 0,4-2-24 0,-1-1-35 16,0-4-30-16,3-1-16 0,0-5-16 0,0-6-9 15,3-2-11-15,-1-8-10 0,0-3-8 16,-1-6-8-16,1-4 2 0,-2-5 4 0,-1-5 9 15,-2-1 12-15,-2-4 12 0,0-2 11 0,-4-2 3 16,-4 1 2-16,-1 0 5 0,-3-3-2 0,-1 1 2 16,-4 0-2-16,-1-1-2 0,-3 1-3 0,1 1-8 15,-2 2 1-15,-1 5-4 0,1 2-7 0,-3 7-20 16,3 5-59-16,-1 7-76 0,1 4-105 16,0 7-127-16,5 6-249 0,-3 4-248 0,6 3-109 15,2 2 68-15,1 2 263 0,5 0 303 0</inkml:trace>
  <inkml:trace contextRef="#ctx0" brushRef="#br0" timeOffset="5839.44">8343 1806 32 0,'0'-4'354'16,"2"2"267"-16,-1 0 227 0,-1 0 25 0,0 2-182 15,2-1-125-15,-2 1-100 0,0-1-69 0,0-1-64 16,-2 2-57-16,2-1-55 0,0 2-67 16,0 2-45-16,0 2-18 0,0 3-8 0,0 5-10 15,0 8-16-15,0 1-7 0,0 8-6 0,0 2-14 16,0 4-11-16,0 3-9 0,2 1-4 0,-1 4-6 16,1-4 0-16,1 2-3 0,0-4-2 0,5-4 4 15,0-2 1-15,2-4 0 0,2-4-3 16,2-6 0-16,2-5 0 0,0-3 0 0,3-7 0 15,0-7-1-15,2-6 0 0,0-5 2 0,0-3 0 16,3-1 0-16,1-3 1 0,-1 1-1 0,-2 2 2 16,0 1-2-16,0 4-2 0,0 1-1 0,-4 4 5 15,1 5-1-15,-3 0-2 0,-1 3 5 16,0 2-3-16,0 4 2 0,-3 1-4 0,0 2 3 16,-4 3 5-16,2-3-6 0,-2 4 2 0,-1-1 0 15,0 1 5-15,-1-2 0 0,-1 1-6 0,0-4-3 16,1 1 3-16,-2-2-3 0,1-3 0 15,-1-3 3-15,0-3 4 0,1-3 4 0,0-5 2 0,1-4 7 16,0-1-6-16,-1-7 0 0,0-2-2 16,0-1 3-16,-2-2 3 0,1-6 17 0,-2 2 15 15,0-5 7-15,-4 1 4 0,0-1 0 0,-2-1-3 16,-1 4-18-16,0 0-11 0,-1 2-7 0,-2 5-6 16,0 2-2-16,0 4-3 0,2 3-2 0,1 4-5 15,-1 2-6-15,1 3-25 0,1 5-38 16,0 1-43-16,1 4-39 0,1 4-69 0,1 2-115 15,-1 4-130-15,2 1-216 0,0 3-242 0,2 3-234 16,4 3-54-16,1 0 278 0,0 1 429 0</inkml:trace>
  <inkml:trace contextRef="#ctx0" brushRef="#br0" timeOffset="6121.47">9214 2257 451 0,'8'-18'889'0,"1"-4"272"0,-4-6 4 0,-2-1-325 16,1-6-281-16,-1-2-146 0,3-5-81 0,0-2-43 16,1-4-26-16,-1 1-33 0,2 0-33 15,1 1-51-15,-1 5-41 0,-1 3-33 0,-1 6-26 16,-1 6-18-16,-1 5-12 0,-1 4-8 0,-1 4-5 16,1 4-2-16,-1 5-1 0,0 4 0 0,-1 4 2 15,2 7 0-15,-1 6-4 0,0 2-6 16,1 6-2-16,0 3-2 0,3 1-1 0,0 7 6 15,-1 1 10-15,2-1 6 0,-1 5 2 0,2 1-7 16,-2 2-35-16,0-1-68 0,-1 1-61 0,0-5-91 16,1-1-166-16,-1-3-280 0,-2-3-276 0,0-6-228 15,0-2-165-15,-1-5 167 0,0-5 547 16</inkml:trace>
  <inkml:trace contextRef="#ctx0" brushRef="#br0" timeOffset="6326.51">9225 2001 98 0,'-3'-9'649'0,"3"3"425"0,3 2 119 0,-1 0-114 15,2 3-407-15,1 1-320 0,5 1-182 0,2-1-82 16,1 2-43-16,4 0-22 0,1-2-11 16,2 2-3-16,2-2-2 0,1 2-4 0,4-2-2 15,-1 3 5-15,1-2-7 0,0 3-50 0,0 0-103 16,-3 0-143-16,1 1-264 0,-3-1-272 15,2 2-240-15,-5 0-58 0,1 0 267 0,-1-2 405 16</inkml:trace>
  <inkml:trace contextRef="#ctx0" brushRef="#br0" timeOffset="6978.86">9799 1830 254 0,'-3'-17'550'0,"0"2"250"16,0 0 165-16,1 2-188 0,0 1-167 0,2 0-120 16,-3 4-83-16,3 1-61 0,-1 1-51 0,-1 1-52 15,2 1-41-15,2 2-22 0,-1-1-9 0,-1 2-4 16,0 1-14-16,0 0-10 0,2 0-19 0,-1 0-20 16,-1 0-20-16,0 0-13 0,0 0-15 15,0 0-14-15,0 0-8 0,0 0-6 0,0 1-6 16,0 4-6-16,0 0-7 0,-1 6-2 0,-1 3-2 15,2 4-1-15,0 3 0 0,0 4-2 16,-1 4 1-16,-1 2-3 0,2 6 2 0,0 0-3 16,0 3 0-16,0 1 1 0,0-1 1 0,3 1-1 15,-3-3-1-15,5-5 2 0,-2-1-2 0,2-5 1 16,-2-3-2-16,2-5 1 0,-2-3 0 16,2-4 1-16,-2-6 3 0,0-3-1 0,0-6 1 15,0-8 2-15,2-3 0 0,-3-8-1 0,1-2-1 16,0-5 1-16,2-7 1 0,-4 1-3 0,1-6 4 15,-2-1-2-15,-2-3-2 0,2 0-2 0,-4 0 0 16,2 2 3-16,1 2 4 0,-1 5 4 16,1 6 6-16,-1 5 1 0,2 3 3 0,-2 8-5 15,2 0-6-15,2 7-5 0,-2 1-4 0,3 3-3 16,0 4 1-16,3 4 1 0,-1 2 2 0,3 7 2 16,0 1 0-16,4 4 1 0,-2 4 0 0,0 1 0 15,2 4-1-15,-1 2-1 0,-1 0-2 16,4 2 0-16,-3-1-3 0,3-2 0 0,-3-1 0 15,1-6 0-15,0 1 0 0,-2-8 0 0,-1-1 2 16,0-5 2-16,-2-3 0 0,-1-5 1 0,1-4 1 16,0-5 3-16,-2-3-1 0,0-4-1 0,-2-4 0 15,2-1-2-15,0-4 0 0,-2-2 0 16,1-2-3-16,-1-4-1 0,-1-1 0 0,1-1-1 16,-1-2 0-16,1 0-4 0,-1 3 1 0,-1 0 0 15,1 4 0-15,0 5 0 0,-1 3-1 0,1 6-5 16,-2 2-21-16,1 4-37 0,-1 3-59 15,2 1-56-15,2 4-61 0,-4 1-97 0,2 2-132 16,-2 0-162-16,3 1-231 0,0 2-221 0,1-1-183 16,0-1 105-16,4-1 433 0</inkml:trace>
  <inkml:trace contextRef="#ctx0" brushRef="#br0" timeOffset="7171.6">10368 1576 96 0,'5'18'643'0,"-3"2"461"16,-2 1 152-16,-2 1-122 0,2 5-329 0,-2 3-238 16,1 2-147-16,-2 2-90 0,-2 5-62 0,2-1-45 15,-2 4-60-15,0 1-69 0,1 1-46 16,-1-1-24-16,0-1-17 0,3 0-36 0,-2-3-67 16,1-3-72-16,0-3-144 0,-1-3-261 0,1-3-314 15,-2-4-313-15,5-4-221 0,-3-4 17 0,3-4 561 16</inkml:trace>
  <inkml:trace contextRef="#ctx0" brushRef="#br0" timeOffset="7787.47">10968 1579 358 0,'6'-6'833'0,"0"2"325"15,-3 1 10-15,0 1-311 0,-1 2-283 0,1 3-214 16,-3 3-98-16,3 3-35 0,-1 5 1 0,0 1 3 16,1 6-5-16,-1 4-23 0,1 4-37 0,-2 2-36 15,4 5-32-15,-2 5-29 0,-2 1-19 16,1 4 0-16,1 0-5 0,-1 3-8 0,1-1-10 15,2-3-6-15,3-2-6 0,1-1-7 0,4-3-5 16,1-6-1-16,2-2-2 0,1-3 1 0,4-4-1 16,1-5-3-16,3-4-1 0,0-5 2 0,-2-3-1 15,4-4-2-15,-2-6-10 0,0-1-30 16,0-4-70-16,-4-3-63 0,0-2-106 0,-3-2-171 16,-3-1-301-16,0-1-301 0,-3 0-210 0,-3-1-141 15,0-1 263-15,-5 1 570 0</inkml:trace>
  <inkml:trace contextRef="#ctx0" brushRef="#br0" timeOffset="8021.47">11021 1534 320 0,'0'-2'928'0,"0"-2"331"16,0 3-42-16,4-1-202 0,0 1-484 0,3 1-270 15,3 0-129-15,5 0-62 0,2 1-29 0,2 1-17 16,5-1-7-16,3 1-9 0,1 0-1 0,6-1-2 16,-3 2-6-16,2-1-3 0,1 0-1 0,-3 2-3 15,1 1-33-15,-4-1-111 0,-4 4-152 16,-1 0-294-16,-6 0-272 0,-2 3-259 0,-4 1-123 16,-6 2 298-16,-3-1 479 0</inkml:trace>
  <inkml:trace contextRef="#ctx0" brushRef="#br0" timeOffset="8202.61">11023 1982 184 0,'8'10'508'0,"0"-1"227"0,4-3 136 0,4 1-140 16,3-2-324-16,5-1-177 0,1 0-91 0,2-2-46 15,3 0-46-15,5-2-26 0,-1-2-16 0,1 2-34 16,-1 0-95-16,0 2-194 0,-2 0-262 15,1 3-171-15,-3 3-84 0,-1 1 95 0,-4 1 272 16</inkml:trace>
  <inkml:trace contextRef="#ctx0" brushRef="#br0" timeOffset="50169.44">5002 5074 49 0,'2'0'364'0,"-2"0"253"0,0 0 184 0,0 2 13 16,3 1-179-16,-2 3-97 0,1 1-72 15,1 7-51-15,3 3-33 0,1 8-50 0,4 5-76 16,-2 3-46-16,3 6-29 0,0 3-18 0,-1 6-20 15,-1 1-15-15,2 2-12 0,-2 1-28 16,-2 3-25-16,3-3-21 0,-3-4-17 0,0-3-10 16,-2-3-7-16,2-6-2 0,-2-4-7 0,-1-6-1 15,-2-6 3-15,0-5 30 0,1-1 28 16,-4-5 13-16,0-3 6 0,-4-6 4 0,-1-6-3 16,-1-5-31-16,-5-7-29 0,2-7-15 15,-3-7-9-15,-3-7 1 0,2-5 0 0,-1-6 5 16,0-7 4-16,-2-5 4 0,5-2-5 0,-2-3-10 15,4 2-3-15,2-1-2 0,2 9-2 16,4 1-1-16,1 6 4 0,3 7 2 0,4 4 2 16,-1 5-1-16,6 6 0 0,0 5 0 15,3 3 4-15,1 6 0 0,3 3 2 0,3 3 2 16,-1 7 2-16,2 2 0 0,1 5 0 0,0 5 7 16,-3 1 4-16,-1 4 1 0,0 3 5 0,-4 4 4 15,-3 3 8-15,-2 4 1 0,-3 2 5 16,-5 3 6-16,-3 5 4 0,-5-2 0 0,-1 3-3 15,-5-1-5-15,-2 1-6 0,-1-2-7 16,-3-2-8-16,1 1-10 0,-3-6-8 0,2-3-5 16,-1 0-3-16,1-7-2 0,4-1-2 15,-2-4 9-15,3-2-1 0,3-3 0 0,1-3-10 16,2-2-18-16,1-1-51 0,3-1-75 0,4-2-79 16,1-2-146-16,2 2-219 0,6-3-317 0,0 2-271 15,2-1-206-15,2-1-6 0,4-1 481 16</inkml:trace>
  <inkml:trace contextRef="#ctx0" brushRef="#br0" timeOffset="50550.46">5712 5473 113 0,'-5'-7'721'0,"-4"1"506"0,-2 1 203 0,-3 4-115 16,-1 1-407-16,-2 3-346 0,1 4-177 0,-1 2-101 15,-2 2-92-15,1 3-71 0,3 6-46 16,0 3-26-16,1 3-19 0,3 8-11 0,3 0-10 16,3 3-3-16,4-2-5 0,2-2-3 0,2-1-2 15,4-6-1-15,1-4 1 0,4-4 1 16,1-8 1-16,1-4 2 0,2-7 1 0,1-9 2 16,1-5 1-16,2-9-1 0,-2-4 1 0,-1-5 0 15,2-3-1-15,-5 1-1 0,2-1 0 16,-5 3-1-16,-1 2 1 0,-1 6-1 0,-4 2 0 15,0 5 0-15,-2 3 2 0,0 3-1 0,-1 5-3 16,-1 3 0-16,-1 4 0 0,0 7-1 16,0 2 0-16,0 5 1 0,0 5 0 0,0 2 2 15,2 1-2-15,-2 4 0 0,3-2-4 16,0 0-12-16,0-2-37 0,0 0-65 0,0-5-61 16,1-3-106-16,-1-2-162 0,3-5-251 0,-2-1-282 15,2-6-227-15,0 0-170 0,2-7 183 16,-2-4 511-16</inkml:trace>
  <inkml:trace contextRef="#ctx0" brushRef="#br0" timeOffset="51175.38">5938 5395 61 0,'6'-15'420'0,"-1"2"317"16,-1 5 228-16,0 0-11 0,-1 3-215 0,2 5-179 16,-2 2-142-16,2 3-82 0,0 6-53 0,0 3-42 15,-1 3-36-15,2 3-24 0,-1 1-18 16,0 6-15-16,1 1-21 0,-2 1-25 0,0 2-27 15,2-1-22-15,-3 0-20 0,2 0-16 0,-3-4-5 16,3-2-7-16,-2-2-3 0,-1-4-1 16,-1-2 2-16,1-4 1 0,-1-4-3 0,1-2 3 15,-2-1-2-15,4-5 0 0,-2-5 0 16,1-2-1-16,2-4 0 0,0-2-1 0,1-2 0 16,3-2 0-16,-1-1-5 0,2 2 0 0,1-1 0 15,0-1-1-15,2 5-3 0,1-1-1 16,0 3 2-16,2 1 3 0,-2 3 0 0,2 0 0 15,-2 3 2-15,2 1 3 0,-2 2 1 16,2 1-1-16,-2 0 1 0,2 0 3 0,-2 0 1 16,2-2-2-16,-2 0 1 0,1 0-4 0,-1-3-5 15,0-1-4-15,0-3-7 0,-2-1-5 16,0-3-2-16,-2 0-2 0,-1-4 5 0,0 3 6 16,-4-1 6-16,0 1 11 0,-2 1 24 0,-1 0 36 15,-2 3 21-15,-2 3 12 0,-3 1 10 16,-1 1 2-16,-3 2-13 0,-2 2-20 0,-1 2-13 15,-3 4-8-15,0 1-7 0,0 2-7 16,0 3-6-16,1 1-6 0,1-1-6 0,0 1-6 16,3-1-5-16,0 2-5 0,1-2-2 0,4 1-1 15,-1-1-4-15,4 0 0 0,-1-1-1 0,3-1-1 16,3 0-2-16,2 0 1 0,0-1 0 16,4 0-1-16,2 2 3 0,2-2 1 0,1 2 0 15,1 0 1-15,0 2 1 0,1 1 1 16,3 4-2-16,-3 3 1 0,1 1-1 0,0 2 1 15,-1 3 1-15,-4 3 0 0,0 2 0 0,-4 1 0 16,-3 4 1-16,-2 0 0 0,-3 1-1 16,-1 1 0-16,-4 1 1 0,-2 0 1 0,-1-1 0 15,-1-1-1-15,1-5 0 0,0-1-1 16,0-6-1-16,2-4-1 0,0-4-8 0,-1-5-25 16,2-3-81-16,-3-6-111 0,-1-3-204 0,-2-6-294 15,1-3-358-15,-2-6-412 0,2-4-160 0,1-1 357 16,-2-3 753-16</inkml:trace>
  <inkml:trace contextRef="#ctx0" brushRef="#br0" timeOffset="51997.38">7668 5222 306 0,'-5'-11'786'16,"-3"2"377"-16,-3-1 65 0,-2 2-236 0,-2 2-217 16,0 0-184-16,-2 1-150 0,-1 2-101 15,1 3-65-15,-3 0-70 0,2 2-77 16,-2 0-47-16,4 5-28 0,-1 0-19 0,2 1-11 15,1 0-9-15,3 5-8 0,3-1-4 0,0 1-4 16,5 2-2-16,3 1-1 0,2 3 1 0,1-1 1 16,6 0 3-16,-1 0 0 0,5 1 2 15,1 0 2-15,2 0-1 0,1-1 0 0,2 1-1 16,0 0 0-16,0-2 0 0,-3 3 1 16,3-1-1-16,-5 0 2 0,-1 0 0 0,-4 0 0 15,-2 1 0-15,-4 1 0 0,-1 1 3 0,-4-3-1 16,-4 3-1-16,-2-4 0 0,-4-3 0 0,-2-2-1 15,0-1-2-15,-2-4 0 0,-1-4 0 16,-2-2-2-16,2-5 0 0,-1-2-1 0,1-2-1 16,4-3-3-16,1 0 1 0,2 0 0 15,5-1-2-15,0 1-3 0,5 1 1 0,4-2 2 16,2 1-2-16,5 0 1 0,6 0 3 0,2 1 2 16,5-1 1-16,3 0 1 0,3-1 0 15,2 2 0-15,1-3 0 0,3 0 0 0,0-3-1 16,-1-1-1-16,3-4 2 0,-3-3-1 0,2-2 0 15,-1-2 1-15,-5-3 2 0,1-2 2 16,-5 2-1-16,-5 0 1 0,-3 3 2 0,-3 2 1 16,-4 4-1-16,-5 0 2 0,-4 6 4 0,-5 1 1 15,-4 2 1-15,-5 5-1 0,-2 1-1 16,-5 6-2-16,-2 3-4 0,-3 4-3 0,-1 7-3 16,0 3-1-16,0 7-1 0,2 1 0 15,0 4 1-15,6 2 0 0,1 0 1 0,4 3 1 16,2 0 1-16,5 0-1 0,-1-1-1 0,7-2-1 15,2 0-1-15,1-3-2 0,5-5-2 0,1 0 0 16,5-6-16-16,0-3-62 0,4-6-72 16,0-4-138-16,4-4-263 0,0-4-319 0,1-3-373 15,4-3-273-15,-1-3-31 0,2 2 603 16</inkml:trace>
  <inkml:trace contextRef="#ctx0" brushRef="#br0" timeOffset="52631.34">8258 5652 256 0,'-5'1'519'16,"-2"-2"191"-16,3-3 82 0,-2 2-243 0,2-4-205 16,1-2-90-16,3-1-19 0,0-4 20 0,2-2 16 15,1-3 21-15,0-5-14 0,5-3-28 16,-2-6-30-16,4-3-33 0,1-4-22 0,0-1-24 15,0 0-6-15,1 3-7 0,-2 4-7 16,0 4 14-16,-1 8 20 0,-3 1 6 0,-1 4-11 16,-2 6-14-16,1 1-18 0,-3 6-29 15,1 3-32-15,-2 4-23 0,-2 9-16 0,2 3-9 16,-3 7-5-16,1 2-2 0,1 3 0 0,-1 6-2 16,2-3 2-16,0 3 2 0,2 0 3 0,1-1-2 15,0-4 0-15,2-1 0 0,1-2-4 16,2-6-4-16,0-2-3 0,4-5 2 0,1-5 0 15,2-8 2-15,2-4 0 0,2-10 2 16,0-7 2-16,3-7-1 0,0-5-1 0,-1-5 1 16,1-1 0-16,-2-1 2 0,-4 1 1 0,1 4 1 15,-4 4 2-15,-2 4 2 0,-5 6 10 0,1 2 5 16,-1 8 3-16,-2 0 2 0,-3 4-1 16,1 5-3-16,-1 4-9 0,-1 2-6 0,-1 7-7 15,1 2-2-15,0 5-1 0,0 2-2 16,1 4-1-16,2 4 2 0,-1 1 2 0,2 2-1 15,-2 2 2-15,3 0 1 0,1 0-1 0,-1-1-3 16,4-2-1-16,-1-4-4 0,0-3-33 16,5-3-74-16,-4-5-79 0,1-6-155 0,2-5-288 15,-2-6-331-15,1-5-331 0,0-6-194 0,2-4 98 16,-2-5 639-16</inkml:trace>
  <inkml:trace contextRef="#ctx0" brushRef="#br0" timeOffset="52956.18">8993 5038 82 0,'-2'-9'646'0,"-1"2"473"16,-2 2 148-16,-2 2-96 0,0 5-344 0,-1 0-282 15,2 3-171-15,-1 1-90 0,-2 3-55 0,4-1-54 16,-1 2-58-16,1 2-51 0,2-1-33 16,3 2-19-16,3 2-9 0,2 0-5 0,1 2-1 15,4-2-1-15,2 3 0 0,1-2 2 0,4 2 0 16,1-1 0-16,2-2 3 0,1 1-1 15,0-1 2-15,1 0-2 0,-2 2 1 0,-1-2 2 16,0 1-1-16,-4 3 4 0,-3 0 2 0,-4 0 3 16,-3 2 0-16,-5 3 1 0,-5 1 13 15,-3 0 8-15,-2 2 0 0,-7 0 0 0,-2 1-3 16,-2 1 1-16,0-2-13 0,-3-2-9 16,3-2-3-16,-3-5-4 0,4-3-2 0,2-2-9 15,4-7-26-15,2-3-47 0,2-6-60 0,4-4-64 16,3-8-119-16,4-3-168 0,3-8-258 0,2-2-254 15,5-3-214-15,2-6-116 0,2 1 289 16,3-2 502-16</inkml:trace>
  <inkml:trace contextRef="#ctx0" brushRef="#br0" timeOffset="53216.48">9235 5190 7 0,'16'-4'464'0,"-1"6"464"0,-5 4 282 16,1 4-22-16,-2 6-317 0,-1 3-239 15,2 3-185-15,-1 6-119 0,1 1-72 0,-1 5-35 16,2 0-48-16,0 3-52 0,2 0-41 15,1-3-22-15,2 0-16 0,1-6-21 0,1-7-10 16,-1-3-5-16,0-8-1 0,-2-6 2 0,0-6-1 16,-2-6-1-16,-3-5 3 0,-1-6 1 15,-4-1-4-15,-2-5 1 0,-3-5 1 0,-3 2 2 16,-3-2-1-16,-4-4 0 0,-1 1 0 0,-2-2-1 16,-4 4-1-16,0-1-1 0,-1 5-1 15,-2 5-4-15,2 4-4 0,-1 6-17 0,-3 7-33 16,5 8-49-16,-2 5-55 0,3 7-98 0,2 3-173 15,1 4-288-15,7 4-277 0,1 0-247 16,5 0-165-16,6 4 257 0,2-3 583 0</inkml:trace>
  <inkml:trace contextRef="#ctx0" brushRef="#br0" timeOffset="53989.32">9780 5140 87 0,'0'-4'514'16,"0"-1"412"-16,-3 1 247 0,3 0-78 0,0 2-285 15,-1-2-152-15,1 3-125 0,0 1-109 0,1 0-86 16,-1 0-63-16,0 0-64 0,0 0-75 15,-1 1-57-15,-1 3-32 0,0 3-20 0,-1 4-12 0,0 3-8 16,1 5-5-16,-1 3-2 0,0 4 0 16,1 2 1-16,2 2-2 0,0-1 2 15,5 0-2-15,0 0 1 0,1-1 0 0,5-2-1 16,0-2-2-16,5-3-2 0,-2-4 1 0,4-2-2 16,-1-5-8-16,2-5-8 0,0-1-3 0,3-4 0 15,0-4-1-15,-1-4-1 0,1-3 7 16,0 1 7-16,2-2 0 0,-5 1 5 0,3 1 2 15,0 3-2-15,-3 1 4 0,2 4-1 16,-2 2 5-16,-2 2 1 0,0 4-2 0,0 0 3 16,-2 3 0-16,-2 1 0 0,1-1 1 15,-3 0-3-15,-3-2 2 0,1-1 2 0,-4-1 8 16,0-2 12-16,-2-3 9 0,-3-3 3 0,0-4 2 16,0-5-2-16,-3-4-7 0,0-3-13 15,-2-3-3-15,-3-5-5 0,2-3 2 0,-2 0-3 16,-2-3 1-16,-2-1-2 0,2 0-2 0,1 4-1 15,0 0-7-15,0 5-24 0,1 5-68 0,-1 1-66 16,3 5-129-16,1 4-194 0,0 3-311 16,2 3-325-16,1 6-240 0,2 1-118 15,0 4 413-15,2 4 580 0</inkml:trace>
  <inkml:trace contextRef="#ctx0" brushRef="#br0" timeOffset="54725.34">10416 5485 226 0,'6'-10'542'0,"3"-4"256"16,-4-2 195-16,0-1-124 0,2-4-209 0,-1-2-147 15,1-2-71-15,2-5-67 0,0 0-76 0,0-2-60 16,1 1-46-16,1-1-43 0,0 6-38 0,-3 1-21 15,0 3-25-15,-2 6-30 0,-1 4-7 16,3 4 12-16,-3 5 13 0,-1 6 8 16,1 6 4-16,0 6 0 0,-2 6-12 0,2 6-18 15,-1 3-14-15,0 5-7 0,0-1-6 0,1 3-2 16,3-2-1-16,-2-1-2 0,2-3-5 0,0-3-2 16,0-4 3-16,1-3-2 0,0-6-2 15,0-6 4-15,3-5 2 0,0-6 1 0,-1-9 0 16,3-4 2-16,-1-6-3 0,2-5-1 15,-2-2 2-15,1-3-3 0,1 1 2 0,-3 0-2 16,-1 1 1-16,-1 4 2 0,-2 4-3 0,-1 3 5 16,0 3 7-16,-4 3 9 0,2 4 2 15,-5 5 0-15,3 5 1 0,-3 3-2 0,0 7-8 16,-1 7-6-16,-1 2 0 0,2 4-1 0,2 5-2 16,-1 2 0-16,2 2 0 0,2 0-2 15,1 1-1-15,2 0-2 0,3-4 0 0,2-1-3 16,1-4 2-16,3-7-2 0,1-4-12 0,2-7-38 15,-1-7-59-15,1-8-53 0,-2-4-57 16,0-7-76-16,-1-3-78 0,-2-4-33 0,-1-4 25 16,-3 0 37-16,1-2 41 0,-4 0 81 0,-1-1 127 15,-1 1 139-15,0 1 116 0,-3 1 68 16,0 2 39-16,-1 3 40 0,-2 4 38 0,2 4 0 16,-2 4-35-16,1 3-42 0,-1 3-42 0,0 5-49 15,0 4-60-15,0 4-52 0,0 4-32 16,2 2-15-16,-1 3-7 0,1 4-4 0,1 1-1 15,-1 5-3-15,3 2 1 0,1 4-1 16,-2 4 1-16,1 4-1 0,0 6 6 0,0 7 4 16,1 4 3-16,2 8 1 0,-2 4 0 0,-1 2 8 15,0 4 0-15,1 2 1 0,-1 0 3 16,-4-1 5-16,-1 2 5 0,-4-1-5 0,-2-2 1 16,-4-3 0-16,-4-5-3 0,-4-5-4 0,-2-5-2 15,-7-7-2-15,1-7-6 0,-8-9-5 16,2-11-2-16,-2-5-4 0,-1-11-6 0,1-8-17 15,-2-10-60-15,-1-9-80 0,0-9-164 0,1-10-276 16,2-6-323-16,4-8-389 0,5-4-288 16,7 0 46-16,4 0 722 0</inkml:trace>
  <inkml:trace contextRef="#ctx0" brushRef="#br0" timeOffset="55437.36">11662 5085 305 0,'0'-17'727'0,"-4"1"337"0,-2-1 99 16,0-1-264-16,-2 0-276 0,1 0-140 0,-5 0-64 15,3 0-42-15,-1 2-46 0,-2 1-41 16,0 2-36-16,3 0-53 0,-2 4-59 0,4 3-46 15,-1 1-31-15,2 5-20 0,0 4-17 16,1 5-15-16,2 8-8 0,1 7-3 0,4 10-3 16,0 7-1-16,3 6 1 0,-1 9 1 0,4 4 3 15,0 4 0-15,0-2-1 0,6-1 0 16,-1-7 0-16,4-8-3 0,2-9 0 0,6-10-2 16,1-10 2-16,2-15-1 0,0-10 2 15,2-16-1-15,-3-10 2 0,-3-11 0 0,0-9 1 16,-4-6-1-16,-4-6 1 0,-2-5 2 0,-6 1-3 15,-3-2-1-15,-6 0 1 0,-6 2 0 16,-2 2 1-16,-5 4 0 0,-1 5 0 0,1 7 4 16,1 8 3-16,1 8 1 0,4 9 1 0,0 4-1 15,3 7-1-15,0 7-3 0,1 7-5 16,2 6-2-16,2 6-2 0,2 7 0 0,4 4 2 16,0 6 1-16,2 2 1 0,0 7 2 0,3 1 0 15,2 3-1-15,-1 6 1 0,1-2 0 16,-2 4-2-16,5 0-1 0,-2-3-2 0,2 0 1 15,0-3-2-15,0-4 0 0,-2-1 1 0,3-6 1 16,-2 0 1-16,-1-5 0 0,-1-1 0 16,0 0 0-16,-3-1 0 0,1 0 1 0,-1-1 1 15,-4 1 1-15,2 1 1 0,-5 4-1 16,0-1 0-16,1 4-1 0,-3 1-1 0,2 0-2 16,0 3 0-16,0-2-10 0,-1-2-34 0,3-3-82 15,0-1-134-15,1-6-264 0,5-4-307 16,0-5-382-16,5-2-394 0,1-3-59 0,2-3 623 15</inkml:trace>
  <inkml:trace contextRef="#ctx0" brushRef="#br0" timeOffset="55868.65">13203 5023 216 0,'23'-26'485'0,"0"-2"262"15,2 4 204-15,2 1-113 0,-2 3-195 16,2 0-120-16,-4 5-72 0,0 3-69 0,-4 4-49 16,0 4-35-16,-3 4-20 0,-1 4-15 15,-5 4-19-15,-2 4-25 0,-5 3-40 0,-4 4-46 16,-4 3-42-16,-3 5-27 0,-6 1-19 0,1 5-14 16,-4 2-9-16,-1 4-9 0,1-1-4 0,-2 3-3 15,3-1-3-15,2-1-1 0,2 2-1 16,3-7 0-16,0 1-1 0,6-2-3 0,2-6-1 15,2-1 0-15,8-6-2 0,1-4-3 16,4-6-37-16,5-3-75 0,1-5-89 0,3-5-164 16,4-6-294-16,1-3-339 0,2-5-331 15,0-2-182-15,2-6 180 0,1 0 649 0</inkml:trace>
  <inkml:trace contextRef="#ctx0" brushRef="#br0" timeOffset="56231.8">13972 4867 327 0,'1'-14'1036'15,"-2"4"408"-15,-9 9-54 0,-1 8-233 0,-3 8-465 16,-3 9-259-16,-4 6-158 0,2 8-86 16,-2 3-57-16,3 2-48 0,3 2-35 0,1 1-19 15,5 1-11-15,2-3-7 0,4-5-7 16,3-2-2-16,3-9-3 0,5-7-2 0,5-7 0 16,1-10 0-16,3-8 5 0,3-5-1 0,1-12 2 15,3-5 1-15,-3-7-1 0,3-7 3 0,-2-4-5 16,0-8 2-16,-3-2-3 0,-2-3-1 15,-1-5-3-15,-2 0 1 0,-3-3 3 0,-3 3 0 16,0-1 1-16,-5 0 0 0,-1 0 1 0,-2 4 1 16,0 5 4-16,-2 7 10 0,0 8 8 15,-1 7 2-15,-1 8 0 0,-1 8 0 16,0 9-9-16,0 7-11 0,-1 10-5 0,-2 9-5 16,-1 8-1-16,1 8-2 0,1 7 5 0,1 6 0 15,-2 4 2-15,4 9-1 0,-1 5 1 0,0 8 1 16,0 6-4-16,0 0-2 0,1 0-1 0,4-2-2 15,4-9-28-15,1-1-80 0,3-11-95 16,3-6-172-16,2-9-291 0,3-10-342 0,3-10-365 16,0-9-175-16,6-7 220 0,-1-9 679 15</inkml:trace>
  <inkml:trace contextRef="#ctx0" brushRef="#br0" timeOffset="56541.47">14538 4894 313 0,'0'-21'1235'15,"-3"3"470"-15,-4 6-202 0,-5 3-338 0,-3 6-473 16,-2 6-287-16,-4 6-189 0,-1 8-90 0,-3 4-43 16,1 7-29-16,0 2-19 0,2 8-14 15,4 1-9-15,1 1-6 0,5 4-3 0,4-2-3 16,3-3-2-16,2-3 0 0,6-5 0 0,4-6-2 16,2-5 1-16,5-8 0 0,1-7 2 15,4-10 1-15,-1-7 1 0,2-5 0 0,0-8 2 16,-1-2-1-16,-2-5 0 0,2 3-1 0,-3 0-2 15,-2 2 1-15,-1 5-2 0,-2 5 1 16,-2 5 1-16,-4 4 0 0,0 8 1 0,-2 6 0 16,-1 7 1-16,0 4 0 0,-2 5-1 15,0 1-1-15,1 7-1 0,2-1 0 0,-1 3-3 16,7-1-15-16,-2 2-74 0,-1-3-81 0,4 2-172 16,0-4-279-16,2 1-334 0,2-3-397 15,-2-1-233-15,4-4 99 0,-2-5 736 0</inkml:trace>
  <inkml:trace contextRef="#ctx0" brushRef="#br0" timeOffset="57161.22">14913 5524 207 0,'4'-10'463'0,"2"-6"207"0,-1-4 177 0,5-7-119 16,-1-3-126-16,5-7-75 0,2-6-48 0,0-3-41 16,3-6-43-16,3 0-28 0,0-3-53 15,0 4-43-15,-1 1-38 0,0 8-34 0,-7 5-45 16,2 9-53-16,-7 3-38 0,-1 7-18 15,1 8-8-15,-1 5-2 0,-3 10 0 0,0 6 2 16,3 9-2-16,-4 8-9 0,0 3-5 16,0 5-7-16,1 3-7 0,2 0-1 0,0 1-5 15,1 0-1-15,4-5 0 0,-2 0 1 0,3-7 1 16,0-1-2-16,3-8-1 0,2-8-1 0,2-5 1 16,3-9 0-16,2-7 2 0,2-11 2 15,-1-5 3-15,1-6-2 0,1-6 0 0,-1-3-2 16,-2 1-1-16,0 1-1 0,-4 3-2 15,0 5 1-15,-4 5 1 0,-4 3-1 0,-2 8 0 16,-2 4 1-16,-1 6 3 0,-3 6-1 0,-2 10 0 16,0 4 0-16,-3 7 0 0,-1 7-2 0,-1 5-2 15,1 5 1-15,-3 2-6 0,3 1-22 16,-1 2-68-16,2-3-76 0,-1 1-151 0,-3-4-265 16,3-1-320-16,-1-7-346 0,2-3-230 15,-2-7 40-15,-1-3 609 0</inkml:trace>
  <inkml:trace contextRef="#ctx0" brushRef="#br0" timeOffset="57372.71">15542 4062 114 0,'0'-9'732'0,"0"7"465"0,-4 7 80 16,-2 4-163-16,0 4-381 0,1 5-345 0,0 4-174 15,0 1-86-15,2 3-43 0,-1-2-21 16,4 1-28-16,4 2-26 0,-1-2-42 0,2 1-92 16,0 1-180-16,2-2-292 0,-1 2-277 15,2 4-280-15,-4 0-175 0,1 2 238 0,0 2 561 16</inkml:trace>
  <inkml:trace contextRef="#ctx0" brushRef="#br0" timeOffset="58495.27">17253 5470 66 0,'0'-6'1156'0,"-4"-1"752"16,-2 1-220-16,-1 0-412 0,-3 3-338 16,0-3-505-16,2 6-198 0,-1-2-90 0,3-1-43 15,-3 1-30-15,5 1-25 0,-1 1-20 0,2-1-13 16,1-1-8-16,-1 2-6 0,2-2-2 15,2 1-2-15,2 0-7 0,0-4-13 0,2 2-18 16,1-3-27-16,-1 0-65 0,2-2-87 0,-4 0-151 16,1-1-265-16,-2 0-317 0,-1 1-380 15,-1 1-264-15,-1-3 32 0,-2 4 662 0</inkml:trace>
  <inkml:trace contextRef="#ctx0" brushRef="#br0" timeOffset="60251.62">16928 3769 18 0,'2'-6'426'0,"-1"3"399"16,-2-1 286-16,-1 0 38 0,2 3-343 0,0 0-267 15,0-1-159-15,0 0-112 0,0 4-82 0,0 0-58 16,3 2-42-16,1 2 3 0,-1 5 0 16,3 2 1-16,2 6 39 0,1 3 15 0,3 6 3 15,-1 4-22-15,3 4-1 0,0 4-11 16,2 3-35-16,0 6-16 0,3 1-11 0,0 1-9 16,0 5-19-16,1 0-9 0,1-1-6 0,-4 0-3 15,2-2 0-15,-3-3 0 0,1-2-1 16,-1-7-3-16,0-2 3 0,-3-7-3 0,-1-4-1 15,-1-3 2-15,-3-7-2 0,2-3 2 16,-6-4 7-16,1-1 9 0,-2-3 12 0,-1-1 12 16,1-4 9-16,-3 1 6 0,2-2-6 0,-2-2-7 15,-2-2-9-15,2-1-11 0,0-1-7 16,-1-1-7-16,-1 1-4 0,2 2 0 0,0-1 0 16,0 2-2-16,0 1-1 0,0-2-1 0,0 1-1 15,0-1-2-15,0 0 1 0,3 0 0 16,0-3-1-16,-1 0 2 0,4-2-1 0,-1-3 0 15,1 1 0-15,2-3-2 0,0-2 0 16,3-3 1-16,0-1 2 0,2-6 1 0,1-1 1 16,3-5 1-16,1-3 1 0,2-4-2 0,0-6 0 15,3-4-1-15,1-6-2 0,-1 0 0 0,3-2-1 16,-4 1 0-16,0 1 0 0,-2 1 0 16,-5 6 2-16,-3 6 0 0,0 5 15 0,-6 5 13 15,-3 4 9-15,0 5 5 0,-1 3-1 16,-4 2 0-16,-1 4-11 0,0 3-11 0,-2 0-7 15,0 4-7-15,-1 0-1 0,-2 3-2 0,4-2-2 16,-4 4-1-16,1 1 0 0,2-2 1 16,-4 2-1-16,4-1 1 0,-1 1 0 0,-1 0-1 15,-2-1 1-15,1 1-1 0,0-2 1 16,0 1-1-16,-2-1 1 0,-2 1-1 0,-2-2 1 16,1 1-1-16,-4-1-1 0,1 0 1 0,-4 0 0 15,1 0 0-15,-3 0 1 0,0-1 1 0,-4 0 0 16,2 0 0-16,-3 2 0 0,1-3 0 15,-1 1-1-15,0 3 1 0,0-2 0 0,2 2-2 16,2 1 1-16,0 0 0 0,1 0-1 16,3 1-1-16,-2 0 0 0,4 2 0 0,4-1 0 15,2 0-1-15,0 0 1 0,3-2-1 0,3 3 0 16,0-3 0-16,2 1 0 0,-1-1 1 16,2 0-1-16,1 0 0 0,-1 0 1 0,2 0-1 15,-1 0 0-15,1 0 0 0,0 0-1 16,0 0 0-16,1 0 0 0,1-1 0 0,1 1 2 15,1-3 0-15,3 1 1 0,1 2 0 0,1-4 0 16,2 3 1-16,2-2-1 0,3-1 0 0,-2 1 0 16,6-1 0-16,0 0-2 0,3 1 1 15,2 0-1-15,2 0-1 0,0 2 0 0,2-1 1 16,-4 2 0-16,2 0 1 0,0 0 2 16,-4 2-1-16,1 1 1 0,-5-1 0 0,0 1-1 15,-4 1 1-15,-1-2-1 0,-5 0 0 0,0 1 1 16,-4-1 2-16,0-1-1 0,-3 1 1 0,-2-1 1 15,-4 2-1-15,-4 2-1 0,-2 0-2 16,-5 3-1-16,-2 0 1 0,-2 2-1 0,-5 1 1 16,0 2 0-16,1-1 0 0,-2 2 2 0,4 1-1 15,0-3 1-15,1 0 0 0,6-2-1 16,1 1-1-16,4-4-2 0,1 1-1 0,3-1-1 16,3-1 0-16,4 0 1 0,3 1-1 0,1-3 1 15,5 0 1-15,2-1 0 0,5-1 0 16,0-2-1-16,4-2 1 0,2-1 1 0,0-1 0 15,3-2 0-15,-2 0 1 0,-2 0 0 0,1 1 0 16,-5-1-1-16,-2 4 1 0,-5-1 1 16,-3 1 1-16,-1 2 1 0,-5 5 1 0,-5-2-1 15,-2 4 1-15,-7 2 0 0,0 3-2 16,-7 1 0-16,2 1 0 0,-2 0 0 0,-2 2 1 16,0-1-2-16,1-1 2 0,1 0-1 0,3 0-2 15,2-3 1-15,1-1-3 0,4-3-1 0,1 1-1 16,4-2 0-16,1-1 0 0,4 2 0 15,1-4 1-15,2 0 0 0,3-2 0 16,4 1 1-16,0-4 0 0,2 1 1 0,2-2 0 16,1 0 1-16,-1-2 1 0,1 2 0 0,-1-1-1 15,1 1 0-15,-4-2 0 0,0 4 0 0,-4 0 1 16,-2-1 2-16,-3 4-1 0,-2-1 2 0,-4 2 0 16,-4 4 0-16,-4 2-1 0,-4 3-1 15,-2 4 0-15,-2 0-1 0,-3 3 0 0,-3 2 1 16,2 0-1-16,-1 2 1 0,3-3-1 15,1 0 0-15,2-2-1 0,4-3-2 0,5-1-1 16,0-4 0-16,4-1-1 0,4 0 0 0,2-4 0 16,4 1 0-16,0-4 2 0,2 1 0 15,3-6 0-15,3 2 0 0,-1-1 1 0,1-3 0 16,1 1 1-16,-3 0-1 0,-1 1 1 0,-1 0 0 16,-1 2 2-16,-4 1 0 0,-2 0 1 15,-1 3 0-15,-6 1 1 0,-1 4 0 0,-5 5-1 16,-2 2 0-16,0 3-1 0,-4 3-1 0,2 2 0 15,-2 4-2-15,6-4-1 0,1 2-1 16,4-1-1-16,2-3 0 0,6 0-11 0,2-3-27 16,3-3-89-16,1 0-177 0,3-5-255 0,0-4-332 15,-1-1-438-15,-3-5-499 0,-5-4 54 0,-9-2 910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1:46:45.08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3424 1425 44 0,'-3'-8'477'16,"-3"2"406"-16,-1 2 257 0,-2-1-2 0,-2 1-373 16,1 1-231-16,-2 0-97 0,2 3-59 0,-3 0-60 0,-2 3-46 15,2 0-39-15,-6 2-47 0,2 2-67 16,-1 3-49-16,-4 2-32 0,3 2-12 0,-3 3-6 0,0 2-11 16,0 5-4-16,1 2-5 0,1 3 1 0,1 4-8 15,3 0-4-15,3 2 6 0,2 2 3 0,3-1 1 16,2 3 1-16,4-3 0 0,4 2 0 0,1-1-2 15,5-1 0-15,2 0 2 0,4-3-1 0,0-3-1 16,5-1-1-16,1-5 1 0,3-3 0 16,0-5 0-16,4-2 1 0,2-6 1 0,2-2 1 15,-1-6 0-15,2-4-14 0,-2-5-34 0,3-3-62 16,-3-3-61-16,-1-1-107 0,-3-3-151 0,1 0-196 16,-6-2-287-16,0 3-216 0,-5 1-152 0,-2-2 160 15,-3 2 435-15</inkml:trace>
  <inkml:trace contextRef="#ctx0" brushRef="#br0" timeOffset="316.52">3688 1765 114 0,'8'12'448'0,"-3"5"264"15,0-1 193-15,2 4-66 0,3 2-170 16,-2 2-136-16,4 0-103 0,0 2-66 0,0-2-70 16,4 0-66-16,0-4-86 0,1-1-59 0,4-5-39 15,-2-2-21-15,3-5-8 0,0-4-3 0,0-6 0 16,-1-5 1-16,2-9-2 0,-5-2-15 0,1-6 7 15,-5-7 1-15,0-2 1 0,-6-2-4 16,-1-1 0-16,-4-5 13 0,-5 5-4 0,-2-2 2 16,-6 3 15-16,-1 3 28 0,-7 2 18 0,-2 5 19 15,-1-1 21-15,-4 5 25 0,-3 2 11 0,-1 6-10 16,-1 3-19-16,2 3-18 0,-1 5-24 0,-1 5-28 0,2 3-25 16,4 6-17-16,-2 3-5 0,3 4 2 0,3 4-1 15,2 3-1-15,4 3-3 0,1 2 0 0,5 1-2 16,2 1-4-16,4 0 0 0,4 2-15 15,4-1-48-15,2 0-65 0,3-5-92 0,3 1-144 16,-1-2-216-16,4-5-310 0,1-3-258 0,2-1-178 16,1-6 95-16,0-3 462 0</inkml:trace>
  <inkml:trace contextRef="#ctx0" brushRef="#br0" timeOffset="554.88">4240 1461 85 0,'1'-3'599'0,"-1"4"438"15,0 4 159-15,0 1-85 0,0 2-393 0,0 6-287 16,2 1-145-16,1 5-74 0,2 4-32 0,-2 2-34 16,2 6-25-16,3 3-23 0,-2 1-25 0,2 1-28 15,2 3-19-15,0-2-7 0,2-1-8 0,1 0-38 16,1-3-42-16,-3-2-87 0,1-3-138 15,-4-4-173-15,0-4-256 0,-1-4-264 0,-3-3-227 16,-4-3 27-16,-4-6 373 0,-3-3 409 0</inkml:trace>
  <inkml:trace contextRef="#ctx0" brushRef="#br0" timeOffset="856">4116 1469 161 0,'4'-19'363'0,"-1"5"145"15,2-2 136-15,4 3-163 0,2 1-150 0,2 0-16 16,1 4-6-16,2 2 14 0,3 0-8 0,0 5-37 16,3 1 11-16,2 2-53 0,1 5-28 0,3 2-7 15,0 5-30-15,2 0-20 0,-2 5-39 0,2 4-17 16,-3 3-22-16,1 2-28 0,-2 2-5 0,-3 3-4 16,-5 2 12-16,2 2 13 0,-7 1 32 15,1 2 35-15,-6 1 28 0,-5 1 27 0,-1 0 3 16,-4-2-8-16,-4 2-25 0,-4-3-29 0,-2 0-33 15,-3-2-28-15,0-2-18 0,-3-3-11 0,-1-4-7 16,1-5-7-16,0-4-4 0,-1-4-7 16,3-3-10-16,-1-4-23 0,1-5-57 0,2-4-61 15,1-5-89-15,2-5-161 0,3 0-282 0,3-4-310 16,5-2-258-16,4-2-189 0,2-2 164 0,3-1 584 16</inkml:trace>
  <inkml:trace contextRef="#ctx0" brushRef="#br0" timeOffset="1471.08">4899 1345 356 0,'2'-3'764'0,"1"0"310"0,-3 2 61 0,2-1-307 15,-2 2-271-15,-2 2-169 0,2 1-119 0,0 2-66 16,-1 6-27-16,1 3-16 0,1 5 1 0,1 4-8 16,-1 3-3-16,1 6-10 0,4 1-28 0,-3 5-13 15,4 2-19-15,-1 2-17 0,0 3-17 16,5-3-14-16,-3 2-2 0,2-3-8 0,2 1-9 16,-1-4-4-16,4-3-3 0,-1-1-2 0,2-4 0 15,3-2-2-15,-2-2 0 0,2-3-1 0,0-4-3 16,0-1 9-16,3-5 1 0,0-2 3 0,2-3 2 15,-2-2 1-15,4-3 0 0,-1-5-6 0,0-1-13 16,0-3-27-16,-1-3-54 0,0-1-49 16,-1-2-56-16,1-3-105 0,-6-1-140 0,2 0-176 15,-3-2-243-15,-1 0-231 0,0 1-174 0,-3-2 137 16,-2-4 412-16</inkml:trace>
  <inkml:trace contextRef="#ctx0" brushRef="#br0" timeOffset="1755.01">4852 1288 205 0,'3'-1'454'0,"0"0"182"16,4 1 136-16,2-3-162 0,5 6-134 0,2-3-67 15,6 1-16-15,0 0-18 0,2 0-36 0,3 4-50 16,2-5-76-16,1 0-57 0,1 2-51 0,1-2-28 16,0 0-31-16,1 0-5 0,0 0-5 0,0 3-5 15,-2-3-5-15,-2 1-1 0,1 1 1 0,-3 1-16 16,0 0-32-16,-5 0-74 0,-2 0-100 0,-5 2-139 16,-4 0-227-16,-2 3-291 0,-4-1-226 0,-2 2-38 15,-6-1 237-15,-4 0 384 0</inkml:trace>
  <inkml:trace contextRef="#ctx0" brushRef="#br0" timeOffset="1978.01">4766 1750 64 0,'0'9'480'0,"0"1"316"15,4-3 158-15,2-3-13 0,4 1-334 0,5-4-217 16,1-1-97-16,5-1-49 0,2-2-26 0,4-3-7 15,3-1-47-15,3-3-37 0,2-3-35 0,3 2-19 16,2-3-10-16,2 0-16 0,0 1-13 16,0-1-20-16,1 3-12 0,-2-1-33 0,0 3-110 15,-3 3-178-15,-2 2-288 0,-1 1-269 0,0 3-260 16,-5 1-131-16,0 2 313 0,-5 3 503 0</inkml:trace>
  <inkml:trace contextRef="#ctx0" brushRef="#br0" timeOffset="2734.98">5987 1713 165 0,'2'-2'389'0,"2"1"164"0,1-1 112 16,-2-1-151-16,2 0-115 0,3 0-32 0,1-1 7 16,1 1 29-16,1-3 1 0,3 2-18 0,1-3-53 15,2 1-76-15,-1 0-60 0,4 0-55 16,-1 1-27-16,-1 3-40 0,2-2-9 0,-2 4-4 15,-1 2 13-15,2 2 33 0,-3 4 24 0,-1 1 26 16,-2 5 6-16,-2 2-3 0,0 5-12 0,-3 3-25 16,0 2-26-16,-3 4-29 0,-2 3-19 0,2 3-13 15,-4 2-7-15,2 1-13 0,-3 5-8 16,2-1 0-16,0 4 1 0,-1-2 4 0,-1 1 2 16,2 2 1-16,-2-3 2 0,1 2-2 0,1-1-2 15,-2-7-7-15,0 3-2 0,0-7-2 0,0-1 1 16,0-5-2-16,0-3-3 0,0-4 0 0,0-4 0 15,0-1 0-15,-2-4-3 0,1-1 2 16,1-3 1-16,0-3 1 0,-2 0 0 0,2-1-3 16,-3-2-15-16,1-2-34 0,-1 1-65 0,0-2-56 15,-1-2-95-15,-1 1-153 0,-2-1-240 0,1 0-281 16,1 0-222-16,-2-1-198 0,0 0 117 0,1-1 505 16</inkml:trace>
  <inkml:trace contextRef="#ctx0" brushRef="#br0" timeOffset="3004.26">6098 2579 60 0,'1'7'567'0,"1"1"432"0,-2 0 178 0,3 3-52 16,-1 2-376-16,4 2-249 0,0 5-124 0,2 2-41 15,0 3-23-15,3 5-42 0,2-1-37 0,1 6-51 16,0-1-62-16,2 1-49 0,2 1-37 0,0-5-16 15,0 0-7-15,2-6-8 0,1-3 1 0,1-4-3 16,0-6 0-16,2-4 0 0,0-8 0 16,1-5 5-16,0-6 0 0,1-8 5 0,0-8 0 15,-2-6 2-15,2-3 0 0,-1-3-14 0,0-3-46 16,0 1-68-16,-1 0-82 0,-2 0-180 0,0 4-299 16,-3 1-317-16,-1 4-294 0,-4 7-183 0,-3 5 170 15,-3 5 661-15</inkml:trace>
  <inkml:trace contextRef="#ctx0" brushRef="#br0" timeOffset="5723.99">5080 4698 202 0,'1'-3'410'0,"-1"0"187"0,2 0 139 16,-2 0-74-16,1 3-39 0,-1-2-37 16,-1 2-44-16,1 0-38 0,0-2-41 0,0 2-46 15,0 0-57-15,1 0-59 0,-1 0-44 16,0 0-41-16,0 0-53 0,2 0-52 0,-2 0-40 16,0 0-25-16,3-3-13 0,-3 1-9 0,2-2-6 15,1-2-5-15,3-1-3 0,-1-3-1 16,1-1-6-16,2 1-1 0,0-1-1 0,3 2 1 15,0-4-1-15,2 2 2 0,-1 1 3 0,4-1-1 16,-2 2 1-16,4 2 3 0,-1 1 3 16,2 0 2-16,-1 6-3 0,1 0 2 0,-2 4-1 15,0 3-3-15,1 1-3 0,-4 5 2 0,-3 4 0 16,0 1 0-16,-3 5 3 0,-3 2 2 16,-2 2 5-16,-3 2-1 0,-1 2 1 0,-1 1 0 15,-3 1-1-15,-1 0-9 0,-2 1 0 16,-1-1 0-16,-1 2 0 0,-1-4-1 0,0 3-1 15,-2-5 5-15,1 0-3 0,-1-1-2 0,3-1 0 16,-4-1-2-16,3-2-2 0,1-2 1 0,1-1-2 16,1-4-1-16,0-2-1 0,2 0-1 15,0-4 1-15,1 1-2 0,3-2 0 16,-1 0-1-16,1-2 1 0,1-1 2 0,2 2 0 16,1-1 0-16,1 1 2 0,4-1 1 0,0 0-2 15,1 0 1-15,2 0 0 0,1-2 0 0,0 1-1 16,3-3-2-16,2-1 1 0,0 0 1 0,1-3-3 15,2 0 0-15,0-3 0 0,0 0 0 16,2-1 0-16,-1-3-1 0,2-1-3 0,-2-1-15 16,0 2-66-16,-3 0-84 0,-2 1-171 15,-3-3-277-15,1 5-332 0,-3-2-405 0,-1 1-273 16,-3 1 99-16,-3 1 749 0</inkml:trace>
  <inkml:trace contextRef="#ctx0" brushRef="#br0" timeOffset="6891.97">5944 5173 279 0,'0'6'473'0,"-1"-1"179"0,1-3 68 15,0 2-146-15,0-2-68 0,0 0-32 0,0 0-27 16,0-2-33-16,0 0-59 0,1 0-87 0,1 0-70 16,-2-2-58-16,3-1-38 0,-1-3-15 15,1 0 11-15,3-3 26 0,-1 0 6 0,3-3 23 16,0-3 25-16,0-3-5 0,3 0-16 16,-2-4-29-16,4-2-15 0,-2-3-31 0,3-3-25 15,2-2-10-15,-3-2-10 0,4-1-9 0,-1-2-6 16,0 1-4-16,-2-3-12 0,3 3-3 15,-4-1-2-15,3 1 3 0,-5 2 8 0,1 6 6 16,-2-1 4-16,-2 7 2 0,-2 2 0 16,0 6 4-16,-3 1-2 0,2 3-5 0,-3 4 0 15,0 0-1-15,-1 3-1 0,1 3-7 0,-2 4-6 16,1 4-3-16,-1 2-2 0,0 6-1 0,0 0 0 16,2 3 0-16,0 4 0 0,-1 2 2 15,1-2 2-15,-1 5 0 0,3 2 1 0,-2 2 3 16,2 0 3-16,-3 6 3 0,2-1 0 15,-3 4-1-15,2 0-2 0,-2 2-1 0,2 0-5 16,-2-2-2-16,0 1-3 0,0-3 0 0,0-1-1 16,0-4-1-16,0-1 1 0,1-4-1 15,-1-4-1-15,2 0-1 0,-1-5 1 0,1-1 1 16,0-2-4-16,-1-2-13 0,1-1-39 0,-1-4-71 16,1-2-77-16,-2-1-150 0,0-3-253 15,-3 1-321-15,3-2-315 0,-2 0-206 0,1-3 21 16,-1 0 558-16</inkml:trace>
  <inkml:trace contextRef="#ctx0" brushRef="#br0" timeOffset="7309.96">6798 5305 598 0,'-2'0'1495'0,"-1"-1"196"0,-3 1-292 16,2-1-343-16,-3-1-472 0,2-1-270 0,-1 0-137 16,0 1-66-16,1-1-38 0,0-1-28 0,2 2-19 15,0-1-14-15,1 0-7 0,1 2-7 16,-1-3-8-16,4 2-30 0,-1-3-78 15,1 0-104-15,1 1-183 0,0 0-291 0,1-1-350 16,0 2-373-16,-2-1-175 0,4 1 278 0,-3 1 698 16</inkml:trace>
  <inkml:trace contextRef="#ctx0" brushRef="#br0" timeOffset="8155.96">7295 4568 218 0,'0'-4'571'16,"-2"0"344"-16,0 1 218 0,-1 0-207 15,0 0-226-15,0 0-98 0,-1 0-61 0,0 1-95 16,1 1-90-16,-2-1-62 0,0 1-53 0,-1 1-72 16,0 0-62-16,0 0-33 0,-1 1-25 0,-1 1-14 15,-1 1-12-15,1 1-7 0,2 2-8 16,-3 2-3-16,2 2-3 0,-1 2-1 0,0 4 0 16,3 1 0-16,-1 4 0 0,1 3 1 15,1 3-1-15,0 3 0 0,4 3 1 0,0 2-3 16,2 0 1-16,1 5-3 0,5-1 0 0,-2 1-2 15,4-1 0-15,1-3 2 0,1 0-2 16,1-3 1-16,4-3 0 0,-1-3 0 0,3-4 0 16,0-4 0-16,0-2 2 0,3-8 1 0,0-2 2 15,-1-7 1-15,3-7 2 0,-2-2 1 16,-1-7 0-16,-1-6 2 0,-1-3 1 0,-3-5 0 16,-1-3-2-16,-5-5-1 0,0 1 0 0,-4-3-1 15,-5 2-2-15,-1-1 0 0,-6 2-2 16,-3-1 0-16,-4 1 0 0,-3 0-1 0,-3 1 2 15,0 3 0-15,-3 2 2 0,3 3 0 16,-3 3 0-16,3 6-1 0,0 3-1 0,0 5-2 16,3 4-3-16,-1 5 1 0,4 3-2 0,-1 3-2 15,4 6 0-15,0 1 2 0,2 2 1 0,1 2 0 16,2 2 0-16,-1 2-1 0,2 0-9 16,0 1-26-16,3 0-47 0,-1-1-61 0,-1 2-58 15,3-1-100-15,0 3-137 0,0-3-174 0,3 1-256 16,-1 0-218-16,1 0-188 0,3-2 92 15,0-1 404-15</inkml:trace>
  <inkml:trace contextRef="#ctx0" brushRef="#br0" timeOffset="8699.48">8039 4476 477 0,'-8'-12'985'0,"-1"1"264"0,-2 4-51 15,1 2-281-15,-4 4-298 0,2 3-195 0,0 4-107 16,-3 5-63-16,2 4-47 0,-1 4-53 16,1 5-55-16,2 6-33 0,3 4-19 0,2 5-10 15,1 2-3-15,5 7-3 0,2 0-3 16,2 4-11-16,5-1-9 0,4-2-5 0,0-1-4 16,6-2 0-16,0-8-2 0,5-3-1 0,1-7 3 15,2-6 0-15,1-6 0 0,1-7-6 16,1-7-11-16,-2-6-19 0,2-6-31 0,-4-7-36 15,1-4-32-15,-2-4-23 0,0-5-12 0,-4-3 0 16,-4-2 24-16,-1-2 39 0,-3-1 30 16,-5-1 24-16,-1 3 17 0,-7 0 18 0,0 3 6 15,-6-3 3-15,-2 3 13 0,-1 0 26 0,-5 2 30 16,-2-1 42-16,-3 2 67 0,0 0 41 16,-3 3 10-16,-2 4-16 0,-1 0-26 0,-2 8-34 15,1 3-48-15,-4 6-38 0,0 4-23 16,-3 7-16-16,0 5-8 0,0 6-8 0,1 6-4 15,1 3-3-15,1 5-24 0,1 2-58 0,4 3-64 16,1 0-135-16,2 1-272 0,4 1-312 0,4-4-336 16,5 1-253-16,2-6-52 0,1-1 582 15</inkml:trace>
  <inkml:trace contextRef="#ctx0" brushRef="#br1" timeOffset="18944.25">5824 5554 117 0,'0'-3'311'16,"0"0"137"-16,0 2 90 0,2-1-133 15,-2 0-96-15,0 1-50 0,0 1 3 0,2-1 48 16,-2 1 30-16,1 0 12 0,-1 1-3 16,0-1-11-16,2 1-26 0,-2-1-47 0,0 0-38 15,0-1-38-15,-2 1-29 0,2-1-28 0,0 1-20 16,0 0-9-16,0 0 1 0,0 0 11 16,0 1 0-16,0 0-5 0,0 1-13 0,2 0-12 15,-2-1-20-15,0-1-22 0,0 2-14 16,0-1-10-16,0 2-5 0,0 0-6 0,0 1-6 15,0 1 0-15,-2 1-5 0,2-1 0 0,0 2 1 16,-1-1 1-16,1 1 3 0,0 1-4 16,0 0 1-16,0-1 2 0,0 4-1 0,0-2 2 15,0-1-4-15,0 3 5 0,0 2 2 16,1-1-5-16,-1 1 1 0,0 0-3 0,2 0-2 16,-1 3 1-16,1-1 2 0,-2-1 2 0,4 0-1 15,-2 2 0-15,-1-3 1 0,1 0-3 0,1 1 0 16,-1-4-4-16,0 1 3 0,-1-3-2 15,-1 0 5-15,2 1 3 0,-1-4 1 0,-1-1 0 16,0 0 0-16,2 0 3 0,-2-1 23 16,0 0 21-16,2 0 10 0,-2 0 13 0,1 0 6 15,-1-1-1-15,0 2-22 0,0-1-17 0,0 1-9 16,0 1-12-16,0-1-8 0,0 0-2 16,-1 1-5-16,-1 0-2 0,2-1-2 0,0-1 1 15,-2-1 0-15,2 1-1 0,0 0 2 16,0-3 2-16,0 1 7 0,0 1 2 0,0-2 4 15,0 0 2-15,0 2 1 0,0-2 1 0,0 0-5 16,0 0-4-16,-1 0 0 0,1 0-4 16,-2 0 0-16,2 0-1 0,0 0 3 0,0 0 1 15,0 0-1-15,0 0 6 0,0 0 1 16,-1 0 2-16,1 0 0 0,-2 0 0 0,2 0 3 16,0 0 1-16,0 0-1 0,0 0 1 0,0 0-1 15,0 0 2-15,-2 0-1 0,2 0-3 0,-1 0-3 16,-1 0-2-16,-3 2-5 0,1-2-3 15,1 0-3-15,-2 2-3 0,2-2 0 0,-2 0 0 16,-2 2-1-16,3-2 0 0,-4 0 0 16,3 1-1-16,-1-1 1 0,-1 1 0 0,1-1 0 15,0 0 0-15,-2 2 0 0,3-2-1 0,-1 0 1 16,-2 2-1-16,2-1 1 0,-1-1 0 16,1 1-1-16,0 1 0 0,-2-2 1 0,2 1-1 15,-1-1 1-15,2 2-1 0,-3-1 0 16,1-1 1-16,2 0-1 0,-3 1 2 0,1-1-1 15,-2 2 1-15,1-2 0 0,0 0-1 0,0 0 0 16,-2 0 0-16,0 0-2 0,0 0 0 0,0 0 0 16,0 0 1-16,0-2 0 0,0 2 1 15,0 0 0-15,2 0 1 0,-3 0 0 0,1 0 1 16,2-1 0-16,0 1-2 0,-2 0 1 16,0 0 0-16,2 0-1 0,-3 0 0 0,2 0 0 15,-1 1 1-15,1-1 0 0,-1 2 0 0,2-2-1 16,-1 0 0-16,3 2 1 0,-1-2-1 15,2 1 0-15,0-1 1 0,1 0 0 0,-1 2-1 16,2-2 0-16,-2 0 1 0,2 1-1 16,0-1-1-16,0 2 0 0,-1-2 1 0,1 0 0 15,0 1-1-15,-1-1 0 0,-1 2 1 0,3-2 0 16,-3 0 1-16,1 1 0 0,0-1 0 0,-2 0 0 16,0 0 0-16,1 0 0 0,-1 0-1 15,-1 0 0-15,-1 2-1 0,1-2 1 0,-1 1 0 16,1 0-1-16,-1 1-4 0,1-2 2 15,2 2-5-15,0-1-1 0,0 0 3 0,0-1-2 16,2 2 3-16,-1-2 2 0,1 2 1 0,1-2 1 16,-1 0 0-16,3 0 0 0,-2 0 7 15,2 0-3-15,0 0-2 0,-1 0 5 0,-1 0-2 16,2 0-2-16,-2 0-1 0,1 0-6 16,1 0 2-16,-2 0-3 0,1 0-2 0,-1 0 3 15,0 0-4-15,1 0 5 0,-1 0 2 0,1 0 1 16,-1 0 0-16,-1 0 0 0,0 0 1 0,2 0 0 15,-1 1 0-15,0-1-1 0,-1 1 1 16,1-1 1-16,-1 0-1 0,0 2 0 0,1-2-1 16,-1 2 1-16,2-2 1 0,-4 0-1 15,4 1 0-15,-2-1 0 0,1 0 0 0,0 0 0 16,-1 0-1-16,1 0 1 0,1 0 0 0,-1 0 0 16,1 0-1-16,-1 0 1 0,0 0 0 15,2 0 0-15,-3 0 0 0,0 0 0 0,0 0 1 16,-2 0-1-16,2 0 1 0,-3 0-1 15,-1 0 0-15,-1 0-1 0,-1 1 6 0,1-1 3 16,-3 2 1-16,0 1 2 0,2-3 0 0,-1 2 0 16,1-2-5-16,-1 0-3 0,2 3-1 0,-1-2-1 15,3 1-2-15,-1-2 1 0,-1 1-1 16,2-1 0-16,-2 1-1 0,0-1 2 0,2 0 0 16,-1 3 0-16,-2-3-1 0,1 0-1 15,0 0 2-15,2 0 0 0,-2 0-1 0,0 0-1 16,0 0 2-16,1 0-1 0,-3 0-1 15,3 0 1-15,-2 0-1 0,-2 0 1 0,1 0 1 16,-1 0-1-16,0 2 0 0,3-2 1 0,-3 0 0 16,0 2-1-16,3-2 0 0,-3 2-1 15,3-2 1-15,-3 0 0 0,2 0 0 0,-1 0-1 16,1 0 2-16,1 0 0 0,1 0 0 0,-3 0-1 16,2 1 1-16,0-1 0 0,-1 1-1 0,-1-1 1 15,3 0-1-15,-1 2 1 0,2-2 0 16,-2 2 0-16,0-1 1 0,2-1-1 15,-2 1 0-15,3 1 1 0,-2-2-1 0,0 1 1 16,2 1-1-16,-1-1 1 0,-2-1 0 0,2 1-1 16,1 1 1-16,0-2 0 0,-1 2 0 0,1-1 0 15,-3-1-1-15,4 2 0 0,-1-2-1 16,-2 1 1-16,1 1 0 0,0-1 0 0,0 1 1 16,-1-2 0-16,2 1 0 0,-3-1 0 15,1 2-1-15,0-2 1 0,1 1-1 0,-1 0 0 16,0-1-5-16,-1 2-2 0,0-2-2 0,1 0-1 15,1 2-2-15,-1-2 0 0,0 1 5 0,2-1 2 16,0 0 1-16,2 0 1 0,-3 0 2 0,2 1-1 16,0-1 2-16,1 0 0 0,-2 0-1 15,2 2 2-15,0-2 0 0,0 2-1 0,-2-2 0 16,2 0 0-16,-2 0 1 0,2 0-2 0,0 0 2 16,0 0-1-16,-1 0 0 0,1 0 0 0,0 0 0 15,-1 0 0-15,-1 0-2 0,3 0 2 16,-1 0 0-16,0 0 0 0,0 0 0 0,-1 0 0 15,3 0 0-15,-1 0 0 0,0 0 0 16,1 0 0-16,-1 0-1 0,2 0 1 0,0 0-1 16,0 0 0-16,-1 0-1 0,1 0 1 0,0 0-2 15,0 0 1-15,0 0 0 0,0 0 0 16,0 0 0-16,0 0 0 0,0 0 0 0,0 0-1 16,-3 0 0-16,3 0-1 0,0 0-2 0,0 0-1 15,0 0 1-15,0-2 7 0,3 2 1 0,-2-2-9 16,1 2-23-16,-1 0-52 0,3 0-62 15,-1 0-66-15,0 0-84 0,0 2-108 0,1 0-131 16,-1-1-136-16,0 2-221 0,1 1-217 0,0 1-111 16,-3 3 153-16,1-3 401 0</inkml:trace>
  <inkml:trace contextRef="#ctx0" brushRef="#br1" timeOffset="19647.93">4373 6291 171 0,'0'3'340'15,"0"-2"142"-15,0 2 35 0,-2-1-107 0,2-2-102 16,-1 1-27-16,-1 1 2 0,0-1 8 15,2-1 11-15,-3 2-11 0,3-2-18 0,-1 0-31 16,-1 0-29-16,-1 0-24 0,3-2-23 16,-1 1-19-16,-1-2-14 0,-1 0-10 0,1-2 6 15,1 1-9-15,-3 0-11 0,1-2-10 0,0-3-7 16,0 1-10-16,-2-1-17 0,-1-1-3 16,1 0-10-16,0 1-3 0,1-1-9 0,-1 0 17 15,-2-1 7-15,0-2-2 0,0 3-4 16,1-2 2-16,1 2-1 0,-1-2-21 0,0 1-12 15,1 1-7-15,0-1-5 0,0 4-5 0,2-3-2 16,-2 3-3-16,1 0-1 0,2-1-3 0,-1 1 4 16,2 1-3-16,-1-2 0 0,0 1 3 15,2-1-3-15,-1 1 5 0,1-1-6 0,0 1 2 16,0-2 2-16,1 0-4 0,-1 1-4 16,0 0-1-16,0 3-2 0,2-1-6 0,-2 1 8 15,0 2-5-15,0 0-3 0,0 0-3 0,0 2 12 16,2-1 9-16,-1 0-9 0,-1 2 3 15,2-1-3-15,1 1 6 0,1 0-9 0,-1 0 0 16,2 1 3-16,2-1-2 0,-1 0 1 16,3 2-4-16,-1 0 14 0,0-2-9 0,0 0 4 15,5 0 9-15,-4 0 5 0,1 0 6 0,4-2-9 16,-3 0 7-16,3 1-7 0,-3-2-4 0,2-1-2 16,0 1 0-16,-2-2-2 0,3 1-2 15,-5-1 3-15,3 1 1 0,-2-2 5 0,0 2-5 16,0 0 3-16,-1 0-4 0,-1 1 0 15,-2 0 3-15,-1 0-2 0,0 1-1 0,1-1-4 16,-3 1 2-16,0 1 3 0,1 1-5 0,-3-1 0 16,1 1 1-16,-2-2 7 0,0 2 0 15,0 0-2-15,0 0 2 0,0 0-2 0,-2 0 2 16,2 0-5-16,0 0 1 0,-1 2-1 16,-1-2-35-16,0 2-47 0,2 3-69 0,-1 0-156 15,-1 3-262-15,2 0-302 0,0 3-273 0,-1-1-210 16,-1 0 80-16,2 0 550 0</inkml:trace>
  <inkml:trace contextRef="#ctx0" brushRef="#br1" timeOffset="21181.76">2069 6903 114 0,'2'-6'420'0,"-2"1"270"0,2 1 214 0,-2 1-65 15,1 2-198-15,-1-1-119 0,0 4-93 0,-1-1-73 16,-1 3-69-16,0 2-56 0,2 2-56 0,0 5-39 15,0 2-28-15,2 5-23 0,3 4-10 0,1 3-5 16,0 5 2-16,0 1-4 0,1 7-2 0,1 2 18 16,3 1 7-16,-2 1-9 0,-2 3-11 15,3 2-10-15,0-2-13 0,-2 2-18 0,1-1-15 16,1-3-4-16,-4-2-1 0,2-3-2 0,0-1 1 16,-2-7-4-16,1-2 0 0,-1-4-4 0,-1-4-5 15,1-3 1-15,-3-5-21 0,-1-1-49 16,-1-5-38-16,1-2-45 0,-2-4-87 0,-2-4-129 15,1-5-132-15,-4-4-186 0,2-5-252 0,0-2-208 16,0-5 11-16,0-1 291 0,-1-4 384 16</inkml:trace>
  <inkml:trace contextRef="#ctx0" brushRef="#br1" timeOffset="21443.03">2276 6895 172 0,'5'-16'590'0,"-2"4"369"15,1 1 174-15,-3 3-171 0,1 2-298 0,-1 4-207 16,2 2-147-16,-3 1-98 0,0 6-57 0,2 4-32 16,1 2-21-16,0 4-3 0,0 4 5 0,2 7 3 15,2 4 15-15,-3 4-2 0,4 3-5 16,-2 2-15-16,1 5-19 0,-1 1-12 0,2-1-28 16,-2 3-16-16,-1-1-11 0,1-3-9 0,-1 1-9 15,0-5-3-15,1 0-2 0,0-4 2 0,-1-2 4 16,0-3 0-16,-2-2-32 0,-1-5-42 0,-1-2-41 15,-1-3-69-15,-1-3-147 0,-1-3-179 16,-4-6-266-16,1 0-243 0,-1-5-222 0,-4-4-7 16,-1-4 410-16,0-4 444 0</inkml:trace>
  <inkml:trace contextRef="#ctx0" brushRef="#br1" timeOffset="21739.93">1963 7531 21 0,'5'0'363'0,"0"0"248"16,-2-2 170-16,0 1-19 0,-1 0-259 0,5-2-132 16,-2 0-110-16,2-1-17 0,1-2 3 0,2 1 29 15,2-4 3-15,0 0-55 0,4-3-53 0,0-1-36 16,3 0-36-16,1-2-40 0,1 0-25 15,1-2-14-15,2-2-5 0,-1 0-6 0,3-1-2 16,-1-1 0-16,-1 0 1 0,1-1-3 0,0 1 2 16,-2-3-2-16,-1 5-2 0,-2 1-46 0,-2-1-63 15,-3 2-94-15,-3 6-111 0,-3-1-140 16,-3 4-233-16,-4 2-217 0,-1 5-89 0,-2 2 114 16,-4 2 266-16,-3 3 279 0</inkml:trace>
  <inkml:trace contextRef="#ctx0" brushRef="#br1" timeOffset="21965.08">2094 7649 39 0,'9'1'246'0,"1"-1"122"0,-2-3 109 0,4 0-78 16,0-3-136-16,1-2-80 0,4 0-42 15,-1-3-45-15,1-1-28 0,1-2-29 0,4-2-37 16,0 0-15-16,-1-3-20 0,4-2 19 0,-1 0 12 16,1 1-4-16,0-2-53 0,-1 1-210 15,-2 0-156-15,2 1-68 0,-2 3 29 0,-3-1 99 16</inkml:trace>
  <inkml:trace contextRef="#ctx0" brushRef="#br1" timeOffset="22755.95">2890 7399 148 0,'3'-2'382'0,"0"2"175"0,0-3 126 16,-1 2-176-16,1 0-179 0,-1 1-44 0,1 1 2 15,1 3 28-15,-1 2 25 0,2 1 12 16,0 5 10-16,2 1-44 0,-1 4-57 0,3 3-54 16,1 3-43-16,-2 3-43 0,4 0-32 0,-4 5-26 15,2-2-18-15,2 5-12 0,-2-1-8 0,-2 1-7 16,3-1-4-16,-2 0-5 0,-2-1-1 0,-1-2-3 15,2-5-1-15,-5-1 3 0,0-3-5 16,0-5 12-16,-1-2 21 0,1-1 46 0,-3-5 60 16,2-2 27-16,-4-1 8 0,0-4-10 0,-2-2-26 15,-3-4-36-15,0-2-49 0,-1-4-30 0,-2-4-13 16,-1-4-9-16,2-2-4 0,-3-3-5 16,0-6 2-16,2 1 0 0,1-4-1 0,-2-1 4 15,1-2 2-15,2-3 4 0,0 0 2 0,1-2-3 16,2 3 2-16,2-1-2 0,1 3-4 0,1 4-4 15,1 0-4-15,1 3 2 0,2 3-2 16,2 2-2-16,3 1 0 0,1 3 2 0,1 3 0 16,2 1 3-16,1 1 0 0,0 5 1 0,3 1 3 15,0 1 5-15,1 6-1 0,0-1 3 0,1 3 2 16,-1 0 2-16,-3 3 2 0,2 1-3 16,-3 2 4-16,-2 0-1 0,0 3 4 0,-3 0 6 15,-3 3 7-15,-2 2 3 0,-2 0-1 0,-2 6-2 16,-2 1-4-16,-2 5-9 0,-3 1-6 0,-3 3-4 15,0-1-4-15,-1 3-1 0,0 0-2 0,-1-4 1 16,-1 1-1-16,3-4 3 0,0-4-2 16,2 0 1-16,1-4 0 0,1-2 1 0,-1-3-2 15,2-2-5-15,3-2-18 0,0-2-45 0,-2-1-54 16,3-1-54-16,2-2-75 0,0-1-115 0,2-4-137 16,0-1-152-16,1-1-236 0,2-3-214 0,2-2-93 15,1-3 197-15,2 1 398 0</inkml:trace>
  <inkml:trace contextRef="#ctx0" brushRef="#br1" timeOffset="23010.37">3375 7195 266 0,'0'-4'798'0,"-4"1"385"16,-1 3 51-16,-3 0-259 0,1 1-266 0,1 5-220 15,-5 2-141-15,3 5-77 0,-2 0-48 0,0 5-39 16,0 4-56-16,2 0-38 0,-3 5-34 15,3 2-25-15,2 1-15 0,1 0-9 0,2-2-9 16,1-2-5-16,2-1-3 0,0-4 1 0,3-3 0 16,2-5 1-16,0 0 1 0,3-6 1 0,0-2-8 15,1-5-17-15,-1-6-31 0,2-2-43 16,2-5-39-16,-2-6-50 0,2-3-83 0,-2-1-111 16,0-7-109-16,0 1-128 0,-2 0-228 0,2-2-213 15,-4 2-16-15,2 1 225 0,-3-1 326 16</inkml:trace>
  <inkml:trace contextRef="#ctx0" brushRef="#br1" timeOffset="23180.02">3435 7146 82 0,'3'-10'361'0,"-1"5"260"16,-2 0 242-16,0 5-5 0,0 2-120 0,0 2-133 16,-2 0-113-16,1 4-95 0,-1 1-77 0,2 4-78 15,2 1-50-15,-1 3-34 0,1 2-14 16,1 1-9-16,0 1-14 0,2 3-18 0,0-2-27 16,1 3-22-16,2-2-24 0,0 0-15 0,0 0-14 15,0-4-10-15,1-2-1 0,1-3-17 0,-1-2-33 16,4-3-33-16,-4-3-61 0,1-4-121 0,2-2-185 15,-5-4-281-15,1-2-257 0,-2-4-236 16,0-2-26-16,-1 0 382 0,-2-3 480 0</inkml:trace>
  <inkml:trace contextRef="#ctx0" brushRef="#br1" timeOffset="23495.92">3644 7228 270 0,'9'14'572'0,"-4"2"241"16,0 1 135-16,1-1-226 0,1 4-163 15,2-2-136-15,-3 0-85 0,2 0-58 0,-1-2-63 16,0 0-68-16,1-5-53 0,-3 1-44 0,2-3-26 16,-4-3-11-16,2 0-1 0,-1-3 10 0,-1 0 8 15,-3-3 12-15,2-1 6 0,-2-4 3 16,-2-3-4-16,2 0-8 0,-3-4-11 0,1-2-8 16,-2-1-3-16,-1-3-4 0,2 1-4 0,-2-4-4 15,2-1 0-15,-2-1-3 0,2 3-1 0,-3-5-1 16,3 4-4-16,1 1 2 0,-1 2-1 0,1 0-1 15,2 4 1-15,-1 2-2 0,1 3-1 0,0 2 2 16,1 1-1-16,1 2 1 0,0 0 0 16,1 2-1-16,3 2 4 0,-2 1-3 0,3 2 1 15,-2 1-7-15,3 2-9 0,1 2-31 0,-1 2-74 16,0 1-121-16,0-1-160 0,1 1-292 0,1 1-268 16,1-2-194-16,3 0 44 0,1-5 358 15</inkml:trace>
  <inkml:trace contextRef="#ctx0" brushRef="#br1" timeOffset="23824.51">4066 7084 204 0,'-8'9'821'0,"-3"2"417"0,0 2 75 16,-2 5-109-16,-1 1-389 0,0 5-287 16,0-1-153-16,1 4-87 0,-1 2-69 0,3-1-73 15,4 3-62-15,-1-2-38 0,2 1-20 0,3-2-12 16,2-3-8-16,1-3-4 0,3-4-4 15,0-3-2-15,3-4 1 0,2-5 2 0,2-5 3 16,0-5 0-16,2-5-1 0,-1-7-4 16,3-6-8-16,-3-3-18 0,3-6-16 0,-1 0-14 15,-2 0-10-15,3 2 1 0,-4 1 3 0,-1 4 12 16,0 4 18-16,-2 5 10 0,-2 3 13 16,0 7 4-16,-2 1 8 0,0 6 4 0,1 4-4 15,-2 2 6-15,-2 8-4 0,1-1 0 16,1 6-2-16,0-1-1 0,-1 3-8 0,1 0-41 15,0 1-45-15,-1-2-47 0,2 0-80 0,-1 1-127 16,3-3-174-16,-4-1-263 0,3 0-230 0,0-5-209 16,2 1 18-16,-1-3 376 0,0-3 439 15</inkml:trace>
  <inkml:trace contextRef="#ctx0" brushRef="#br1" timeOffset="24439.33">4303 7510 259 0,'2'-4'501'15,"-1"-3"185"-15,1-3 111 0,-2-1-205 0,2-6-156 16,-1 0-74-16,1-1-17 0,1-3 3 16,-1 0-18-16,1 0-43 0,0 0-46 0,1 1-53 15,0 1-41-15,-1 4-37 0,-2 2-25 16,1 2-11-16,1 4-2 0,-1 1 13 0,-1 2 15 15,1 4 30-15,1 0 37 0,-1 6 7 0,1 2-9 16,-1 5-19-16,2 3-23 0,-1 3-33 16,0 4-38-16,1 1-24 0,-1 1-17 0,3-1-6 15,1 2-6-15,0-5-4 0,1-1-4 0,0-3 0 16,0-3 3-16,0-4 1 0,1-2 4 16,0-5 5-16,0-5 5 0,-3-4 3 0,2-3-1 15,-3-4-2-15,3-3-1 0,-2-5-2 16,2 0-2-16,-3 2-1 0,1-1-1 0,-1 0 0 15,1 0-2-15,0 4 0 0,-1 1-4 0,0 2-2 16,0 4 1-16,0 2-2 0,2 2 3 16,-2 4 2-16,1 2 5 0,1 6 2 0,2 0 2 15,-1 6 3-15,0 3-2 0,0 2 0 0,1 0-1 16,-1 3-5-16,2 0 1 0,-2 1-1 16,4-3-1-16,-2 1-1 0,2-3 2 15,0-2 1-15,-1-4-2 0,1-1 0 0,-2-6 0 16,1-3 3-16,0-4-2 0,-3-5 3 0,0-5 0 15,1-3 0-15,-1-4 1 0,-2-6-2 0,1 0 1 16,2-2-4-16,-4-1 1 0,1 2-3 16,-1 2-1-16,2 4 1 0,-3 3-2 0,1 3 1 15,-2 1 0-15,0 5 2 0,0 3 4 16,1 5 4-16,0 1 4 0,0 4 4 0,0 3 3 16,4 6-1-16,-3 2-2 0,1 2-3 0,-1 2-4 15,3 1-4-15,-1 2-2 0,0-1-3 16,1 0-2-16,0 1-6 0,1-2-45 0,-1-2-75 15,-1-3-121-15,-1 2-225 0,2-6-298 0,-2 0-356 16,0-3-317-16,1-1-109 0,-2-1 454 16,-1 1 677-16</inkml:trace>
  <inkml:trace contextRef="#ctx0" brushRef="#br1" timeOffset="31642.07">3158 9340 31 0,'-7'-4'354'16,"0"-1"272"-16,1 0 245 0,1 1 88 0,2 1-231 16,-3-1-149-16,3-1-107 0,0 2-78 0,-1-1-66 15,3 0-76-15,-1 0-68 0,2 2-44 16,-1-3-24-16,2 2-11 0,-1-2 8 0,3 1 1 15,1 2-5-15,-1-5-12 0,3 2 10 0,-2-1-6 16,3-1-22-16,1 1-13 0,-2-2-9 0,5 2-4 16,-1 1-11-16,-1-1-6 0,4 0-4 15,1-1-2-15,0 3 1 0,2-1 1 0,0 2-9 16,0 1-3-16,1-1-1 0,-2 3 0 0,2 0-2 16,-3 3-1-16,3-1-2 0,-4 4-1 0,1-1-8 15,-1 3 0-15,-3 0 0 0,0 3 1 16,0 2 2-16,-3 2 2 0,0 0 10 0,-1 4 3 15,-1-2 2-15,0 1-1 0,-2 3 0 0,-1 0-4 16,-2 2-4-16,0-3-2 0,0 4-4 0,-2-3-2 16,-1 2-2-16,0 0-1 0,-2-2 0 15,-1 0-2-15,-2 0 0 0,0-1-1 0,-2 1 1 0,0-1 1 16,-2 1-1-16,1-2 0 0,-1 0 1 16,-1-1-1-16,2 1 5 0,-3-2 1 0,1-1 1 15,2 1-1-15,0-3 1 0,1 2 0 0,1-2-7 16,1-1-2-16,0-1-1 0,0-2-1 0,2 2-1 15,1-3 1-15,0 0 0 0,2 1 1 16,-2-2-1-16,2 0 1 0,0 1-2 0,0-2 1 16,2 0 1-16,-1 3-1 0,0-3 2 0,2 1-1 15,0 1-5-15,0-1-3 0,2-1-2 0,-2 0-1 16,3 1-2-16,0-3 0 0,0 3 6 0,2-2 3 16,1 3 3-16,1-4 0 0,5 0 0 15,-1 2 1-15,4-3 0 0,2 1 1 0,3-2 2 16,3 0 2-16,1 0 4 0,1-3 2 0,3-2 3 15,-1-1 6-15,3-1 4 0,0-2-1 0,0-1-2 16,2-4-1-16,-1 0-3 0,1-3-7 16,-2 1-5-16,0-1-3 0,0-3-2 0,-3 2 0 15,-1-1 0-15,-1 3-2 0,-3 1 1 0,0 2-3 16,-4 1-5-16,0 3-14 0,-5 4-28 16,1-1-72-16,-6 6-83 0,-3-3-161 0,-3 2-283 15,-4 4-327-15,-3-1-371 0,-3 3-221 0,-6-2 80 16,0 2 682-16</inkml:trace>
  <inkml:trace contextRef="#ctx0" brushRef="#br1" timeOffset="32303.32">2452 9194 139 0,'-2'-6'456'0,"2"4"313"0,-3-2 229 0,0 3-112 15,0 1-179-15,-2 1-139 0,2 3-128 0,-2-2-83 16,0 6-59-16,2 1-55 0,-1 4-38 0,0 2-26 15,3 5-14-15,1 3-25 0,1 4-29 0,3 4-18 16,0 3-10-16,4 4-3 0,0 6-9 16,2 5-5-16,2 5-4 0,1 5-2 0,1 5-14 15,0 5-13-15,2 2-10 0,-2 0-7 0,2 4-5 16,-3-3-9-16,2 1-2 0,-2-1 0 0,2-2-1 16,-1-4 4-16,-2-5 4 0,1-3 2 0,-2-9 2 15,-1-6-3-15,-1-7-13 0,-1-7-57 16,-2-5-65-16,-1-7-61 0,-3-4-112 0,-2-7-166 0,-2-6-280 15,-3-7-251-15,-1-6-219 0,-2-6-149 16,-6-6 237-16,1-5 513 0</inkml:trace>
  <inkml:trace contextRef="#ctx0" brushRef="#br1" timeOffset="32558.01">2626 9291 62 0,'9'-24'592'0,"-1"6"460"15,-2 6 177-15,-1 3-86 0,-1 5-376 0,0 2-252 0,1 6-158 16,-2 5-64-16,0 7-44 0,0 4-32 16,2 8-23-16,-2 1-47 0,2 9-33 0,0 3-33 15,1 9-17-15,0 5-6 0,-1 7-12 0,2 0-7 16,-3 3-15-16,4 3-7 0,-2 0-6 0,1-1-11 16,-1-2-4-16,3-2-5 0,-1-3 2 0,2-5 1 15,2-3 8-15,-4-8 5 0,2-3-19 16,-2-8-48-16,0-6-57 0,-4-5-54 0,0-6-118 15,-4-2-189-15,-4-6-298 0,0-5-252 0,-4-4-221 16,-3-6-143-16,-2-5 300 0,-4-3 565 16</inkml:trace>
  <inkml:trace contextRef="#ctx0" brushRef="#br1" timeOffset="32803.4">2278 9997 323 0,'5'0'555'16,"0"-3"285"-16,4 0 193 0,0-4-227 0,3-2-184 15,3-4-97-15,3 0-46 0,2-6-84 0,4 1-86 16,1-3-81-16,-1-3-54 0,5-2-40 0,-1-3-38 16,2 1-35-16,-2-3-22 0,2 2-17 0,-1-4-9 15,-1 4-10-15,1-2-3 0,-4 6-5 0,-3 1-13 16,-1 1-47-16,-4 7-52 0,-6 2-137 15,-3 9-234-15,-3 5-296 0,-5 4-302 0,-6 9-230 16,-4 3-41-16,-6 9 491 0</inkml:trace>
  <inkml:trace contextRef="#ctx0" brushRef="#br1" timeOffset="33003.57">2398 10333 8 0,'11'-1'305'0,"3"0"199"0,-3-4 162 0,2-3 159 16,3-1-214-16,3-3-106 0,-2-1-56 16,4-5-43-16,1 1-39 0,0-6-93 0,2 0-81 15,1-4-72-15,2 2-42 0,1-2-23 0,1-3-11 16,-2 2-6-16,1-1-75 0,1 1-131 0,-2 0-214 16,-2 2-286-16,0 2-257 0,-4 3-226 0,-1 2 27 15,-3 2 390-15</inkml:trace>
  <inkml:trace contextRef="#ctx0" brushRef="#br2" timeOffset="39266.41">5983 5466 24 0,'3'-2'242'15,"0"2"130"-15,0 0 113 0,0-1-66 16,-2 1-132-16,1 0-98 0,0 0-34 0,-1 0 1 15,-1 0 16-15,0 0 12 0,2 0 11 0,-2 0-1 16,0 0 1-16,2 0 17 0,-2 1 3 16,0-1-7-16,0 2-8 0,1-1 9 0,-1 2 7 15,0 0-22-15,2 2-16 0,-1 1-16 16,1 1-21-16,0 0-31 0,-1 4-25 0,2-3-17 16,-1 3-14-16,2-1-5 0,-1 2 0 0,2-2-1 15,-3 2-10-15,3 2-3 0,-2-2 2 16,2 1 1-16,-2 2-4 0,1 0 0 0,-2 3-2 15,3-3-4-15,-4 2-7 0,3-1-9 16,-3-1-4-16,2-1-3 0,1 1-2 0,-1-2-1 16,0-2-2-16,1 0 1 0,1 0 0 15,-2-2-3-15,1 0-1 0,0-2 1 0,1 3 0 16,2-3-4-16,-1 1 2 0,0 1 1 0,0-2-2 16,1 2 4-16,-1-2-4 0,2 3 3 15,-2-2 1-15,1-1 3 0,-1 2 4 0,-1-4-7 16,1 2 2-16,-1-1 2 0,-2-2-2 0,2 1-1 15,-2-3 0-15,0 2 1 0,0-2-2 0,3 0 0 16,-3 0-2-16,1-2-1 0,1 0 1 16,-1 0 1-16,3-2 2 0,0 2 0 0,-2-2 0 15,3 1-3-15,-1 0 1 0,1 1-2 16,1-2 2-16,-1 2-5 0,0 0 0 0,3 0 6 16,-2 0-4-16,1 0 5 0,-1 2-2 0,-1-2 5 15,2 1 0-15,-1 0 2 0,2 3 0 16,-1-3-5-16,-1-1 5 0,2 1-2 0,-3 1 0 15,2 1-2-15,0-3 0 0,0 2 5 16,0-2-6-16,1 0 1 0,-2 0-2 0,-1 3 1 16,3-3 3-16,-1 1-2 0,-1 1 1 15,2-2-1-15,0 1 2 0,-1-1-2 0,2 2 0 16,1 0 1-16,-2-2 3 0,3 0-3 0,-1 0 0 16,1 0 2-16,-1 2-1 0,4-2 1 15,-1 0-2-15,1 0 0 0,-1 0 1 0,3-2-3 16,-3 2-1-16,3-2 1 0,-2 0 0 0,1-1-2 15,-1 2-2-15,-1-2 5 0,1 1 0 0,1-1-1 16,-1 1 1-16,-1 1-1 0,1 0 0 16,1-1-4-16,-1-1 0 0,-1 2 2 15,2-1 2-15,0 0 0 0,-2 1 2 0,3 0 1 16,-2-1 1-16,-1-1-6 0,2 2-4 0,-1-1-1 16,-1 1 2-16,0-1 0 0,1 1 1 0,-1 1 3 15,0-2 3-15,-2 2 3 0,2-1-1 16,0 1-1-16,-1 1 0 0,1-1 1 0,2 2-2 15,-2-2 2-15,1 0 1 0,0 1 3 16,-1-1-4-16,3 2 3 0,-3-2-4 0,1 0 34 16,-1-2 34-16,3 2 16 0,-3-1 9 15,0-1 5-15,-2 1-1 0,3 1-26 0,-4-2-36 16,1 1-11-16,-1-1-7 0,1 2-8 0,-1-2-6 16,-2 2-3-16,3-1 3 0,-3 1-2 15,3 0-1-15,-3 0-1 0,3 0 3 0,-1 0-1 16,0 0-2-16,1 0-1 0,1 1-3 0,0 1 0 15,0-2 0-15,2 2 4 0,0-1-2 0,1-1 0 16,0 0 2-16,0 0 3 0,2 0 0 16,-2 0-2-16,2 0 2 0,-1 0-1 0,-1 0-4 15,2 0 1-15,-2 0 33 0,2-1 26 16,-1 1 11-16,0 0 8 0,0 0 4 0,0 0-5 16,0 0-27-16,0 0-24 0,-1 0-12 0,-1 0-6 15,2 1-5-15,-2-1 0 0,-1 0 0 16,2 2-2-16,-1-2 2 0,-1 0 0 0,1 1-1 15,-3-1 0-15,2 0-2 0,-1 0 3 16,-2 0-1-16,0 0-1 0,1-1 1 0,-1 1-1 16,0 0 0-16,1-2 0 0,0 2 9 15,2 0 7-15,-2 0 2 0,2 0 3 0,0 0 1 16,1 0-1-16,2 0-9 0,-3 0-5 0,3 0-2 16,-3 0-4-16,3 0-2 0,-2-1 1 0,-1-1-2 15,0 0 0-15,1 1 0 0,-4-2 0 16,1 0 3-16,-3-1-2 0,-3 1 0 0,1-2 0 15,-2 3 1-15,-1-2 2 0,-2 3 1 0,-1-2 2 16,-2 0 4-16,2 3 5 0,-3-2 1 16,0 2 1-16,0 0-2 0,0 0-1 0,-3-3-4 15,2 3-4-15,-1 0-7 0,1 0-4 16,-1 0-11-16,0 0-31 0,1 3-66 0,-4-3-70 16,2 0-117-16,-2 2-185 0,-3-2-309 0,2 0-316 15,-1 0-232-15,-1 0-130 0,-1 0 345 16,1-2 589-16</inkml:trace>
  <inkml:trace contextRef="#ctx0" brushRef="#br2" timeOffset="39676.25">8469 5759 218 0,'2'-4'438'0,"1"2"163"0,2-2 132 16,-2 0-177-16,3-1-128 0,1 1-35 0,-1-1 4 15,2 2 15-15,1-2-27 0,-1 3-49 16,2-3-60-16,1 2-65 0,0 0-53 0,0 2-43 16,0-1-31-16,0 1-17 0,-1 1 2 15,2 0 8-15,-1 1 14 0,-1-1 13 0,1 3 18 16,-3 0 19-16,0 0 3 0,1 0-4 0,-1 1-12 16,-3 1-14-16,1 1-23 0,-1-1-16 0,0 1-17 15,2 2-10-15,-3-2-6 0,-1 1-3 16,0 2 1-16,-1 0-5 0,-1 1-1 0,-1 0 0 15,0 3-4-15,0-1 1 0,-3 0-2 16,2 0-1-16,-3 0-3 0,-1 1-2 0,-2-1-3 16,-1 1-3-16,0 0-3 0,-2-1-4 15,-2 1-2-15,-1 0-2 0,-1 0-2 0,0-1-1 16,-2 0-3-16,3 0 0 0,0-2-2 0,-1 0 0 16,1 1-1-16,3-1 0 0,0-1-2 15,2-1-2-15,2-2-5 0,0 2-15 0,3-1-48 16,1-1-74-16,2-2-96 0,0 1-168 0,3 0-298 15,0-1-336-15,3-1-303 0,-1-1-167 16,3 1 204-16,0 0 637 0</inkml:trace>
  <inkml:trace contextRef="#ctx0" brushRef="#br2" timeOffset="41023.85">8645 7026 396 0,'3'4'798'0,"-3"1"253"0,2-1 12 16,-1 2-272-16,-1 2-256 0,2 2-163 0,1 4-67 15,2 2-22-15,0 4-18 0,1 5-40 0,-2 0-51 16,1 4-37-16,0 3-47 0,0-1-38 16,-2 2-17-16,2 1-19 0,-1-2-2 0,-1 0-4 15,-1 1-1-15,-2-2-2 0,2-1-3 0,-2-2 0 16,-2 0-4-16,2-3-16 0,-2-1-40 16,1-3-37-16,-1-1-46 0,-4-3-98 0,3-3-144 15,0 0-191-15,-2-5-254 0,2-1-242 16,-2-3-174-16,0-4 153 0,-1-3 421 0</inkml:trace>
  <inkml:trace contextRef="#ctx0" brushRef="#br2" timeOffset="41245.85">8580 7026 150 0,'-4'-10'709'0,"-1"-2"426"16,0 5 114-16,2 0-132 0,-2 1-429 0,3 1-249 15,1 2-156-15,-1 1-85 0,2 2-62 0,0-2-42 16,0 2-34-16,0 0-38 0,3 2-18 16,-1 2-7-16,4 0 3 0,-1 4 0 15,0 1-22-15,4 3-27 0,-4-1-68 0,1 1-126 16,-1-1-181-16,0 1-295 0,4-2-264 0,-4 2-238 16,1-3-19-16,1 2 386 0,2-3 456 0</inkml:trace>
  <inkml:trace contextRef="#ctx0" brushRef="#br2" timeOffset="41623.82">8933 7019 200 0,'-2'-2'807'16,"-1"1"412"-16,-2 1 60 0,0 0-109 15,-1 1-404-15,0 1-271 0,1 1-139 0,0 1-80 16,-1 2-59-16,-2 0-64 0,4 3-61 0,0 3-42 15,-1 0-23-15,2 3-15 0,0 4-8 16,1 1-2-16,2 1-1 0,0 0-3 0,2 0-1 16,1-3-3-16,-1-3-2 0,1-2-1 15,2-3 1-15,1-3 1 0,2-4 2 0,-2-4 2 16,2-8 3-16,0-2 4 0,0-6 2 0,2-5-1 16,-4-4 2-16,2 0-3 0,1 0 1 0,-4 1-1 15,1 1-2-15,-1 6-1 0,0 1-1 16,-1 4 3-16,-2 5-1 0,1 0-1 0,-1 4 0 15,-1 4 0-15,1 3 0 0,1 4-1 16,-1 3 0-16,-1 6 0 0,1 2 2 0,1 1-1 16,0 6-1-16,1-2 0 0,0 1 2 0,2-1-3 15,-2-1-19-15,0-2-60 0,1-2-56 16,-1-4-99-16,0-4-154 0,-1-3-246 0,2-5-305 16,-2-5-239-16,-1-7-186 0,-1-4 152 15,1-9 503-15</inkml:trace>
  <inkml:trace contextRef="#ctx0" brushRef="#br2" timeOffset="42038.04">9089 6569 109 0,'2'-2'675'0,"-2"2"449"0,0 0 121 0,0 2-119 16,-2 1-399-16,2 1-274 0,0 2-150 0,0 1-78 15,0 2-40-15,2 3-5 0,0 1-13 16,-1 3-24-16,2 2-23 0,-1 3-15 15,2 4-13-15,-2 2-27 0,-1 3-19 0,1 2-15 16,1 1-11-16,-1 1-4 0,1-2-4 0,0-2-1 16,-1 0-4-16,1-3-5 0,2-5-2 15,-1-3-5-15,3-2 1 0,-2-4-3 0,1-5 1 16,2-4 3-16,0-4 4 0,-2-4 0 0,2-6-2 16,0-5 1-16,1-4 1 0,1 0-2 15,-2-1-3-15,1-1 2 0,-1 2 1 0,-2 1 1 16,-1 3-1-16,0 3 1 0,-2 3 3 0,3 1-2 15,-4 3 0-15,-1 1 0 0,-1 2 1 0,2 4 2 16,-2 3-3-16,0 3 3 0,0 4 0 16,-2 0 0-16,2 4 0 0,0 2 0 0,-1 2-1 15,-1 1 2-15,1 0-1 0,-2 1 3 16,3 1-1-16,-2-1-2 0,2-1-3 0,0-1-2 16,2-2-2-16,-2-2-3 0,4-2-23 0,-1-3-65 15,1 0-71-15,-3-5-132 0,4-1-217 16,-2-4-314-16,2-2-324 0,0-2-224 0,1-3-39 15,-1-3 466-15,1 1 563 0</inkml:trace>
  <inkml:trace contextRef="#ctx0" brushRef="#br2" timeOffset="43139.98">9741 6854 329 0,'-2'-1'712'0,"-1"-2"338"0,1 0 107 16,-2-2-292-16,0 4-209 0,1 0-96 0,0-1-80 16,1 2-85-16,0-2-67 0,0 2-52 0,0-1-63 15,-1 1-72-15,3 0-51 0,-3 1-30 16,1 1-20-16,2-2-14 0,-3 3-10 16,3-2-6-16,-1 3-5 0,-1 0-4 0,0 2-1 15,2 1 0-15,-1 2 0 0,1 1-2 0,1 2 0 16,-1 1 2-16,4 2-1 0,-3 1 0 0,2 1 0 15,2 2 2-15,0-2-2 0,1 1 0 16,-1 1 0-16,0 0 1 0,1 0 0 0,-3-1 1 16,0 2 0-16,1-2 2 0,-2 0-1 0,-2 1 1 15,-2-4 1-15,0 0-1 0,-1-1 1 16,-2-1 0-16,0-2 0 0,2-2 0 0,-2-2-2 16,0-3-3-16,-1-2-5 0,2-2-11 0,-1-5-20 15,2-3-40-15,-1-1-57 0,4-7-52 16,0 0-46-16,0-1-46 0,2-2-48 0,1-4-43 15,0 1-33-15,2 0-46 0,2-1-76 0,0 1-78 16,1 3-56-16,3-3 13 0,0 4 88 16,-1 0 147-16,-1 1 176 0,2 0 147 15,0 3 124-15,-4 2 103 0,2 2 70 0,-3 2 42 16,1 1 23-16,-4 1 49 0,2 1 63 0,0 3 70 16,-2-1 50-16,1 3-18 0,-1-1-39 0,1 2-44 15,-1 2-37-15,0-1-31 0,2 4-35 16,0 2-30-16,-2-1-32 0,1 4-40 0,-1 0-47 15,-1 3-43-15,1 2-35 0,-3 1-20 0,0 3-17 16,0-1-9-16,0 4-8 0,-3 0-7 16,3-3-6-16,-2-1-4 0,2 0-3 0,0-2-2 15,0-5-2-15,0-1 0 0,0-2 0 16,0-4-1-16,2 1-1 0,1-4 3 0,2-2 0 16,0-3 1-16,1-4 0 0,2-6-1 0,2-1 1 15,-1-4 1-15,2 1-1 0,0-5-2 16,0 1 0-16,0-1 2 0,0 1-1 0,-1 4 0 15,-1 2 0-15,1 2-1 0,-4 4-1 0,-1 1 1 16,0 2-1-16,1 5 3 0,-3 1 0 16,0 5 4-16,-1 3 0 0,-1 3 1 15,-1 4 0-15,2 1-1 0,-2 4 0 0,0-1 0 16,0 2 0-16,3 0 0 0,-3 2-1 0,4-2-2 16,-1-1 1-16,0 1-1 0,3 1-1 0,0-3 0 15,-1-1-1-15,3-2-1 0,0-1 1 16,0-5-1-16,0-3 0 0,1-2-1 0,1-5 0 15,-1-5 1-15,-1-2-3 0,0-7 0 0,0-1 0 16,-2-2 1-16,-1-1-1 0,0-3 2 16,1 2 2-16,-3 1 1 0,0 3 3 0,-1 3 1 15,-1 5 2-15,1-1-1 0,-2 3 0 16,2 4-3-16,-2 2-2 0,-2 4-2 0,2 5 0 16,0 1 2-16,0 5-1 0,-2 2 2 0,2 4 1 15,0 2-1-15,-1 3-1 0,-1 3 2 16,1 3 1-16,-4 3 5 0,-1 3 2 0,-1 3 5 15,-1 1 5-15,-4 4 3 0,1 0 3 0,-4 1-3 16,-2 4-1-16,0-3-2 0,-1 1-5 16,-2-4-4-16,4-3-4 0,-3-5-2 0,3-5 0 15,0-4-1-15,4-5-1 0,-1-6-5 16,2-6-7-16,1-4-15 0,1-5-37 0,3-7-74 16,1-5-76-16,3-3-147 0,2-4-254 0,4-5-316 15,2-3-317-15,6-2-206 0,1-4 20 16,3-4 567-16</inkml:trace>
  <inkml:trace contextRef="#ctx0" brushRef="#br2" timeOffset="43833.41">10333 6589 25 0,'0'-9'398'0,"-4"3"353"0,4-1 305 0,-2 1 62 16,1 1-296-16,-1 1-223 0,1 0-126 15,1 2-75-15,0 0-62 0,0 0-54 0,0 2-41 16,1 0-32-16,-1 0-46 0,0 2-45 15,0 1-38-15,2 2-27 0,-1 4-13 0,-1 4-11 16,2 5-4-16,0 6-3 0,0 3-2 0,0 5-2 16,0 6-2-16,-1 5-1 0,4 5 3 0,-2 2 3 15,2 5-3-15,1 0 0 0,2 0-3 16,0-3-4-16,2-6-8 0,2-4-2 0,1-6-4 16,0-6-1-16,2-8-2 0,0-5 3 15,0-7 0-15,-2-8 0 0,1-8 2 0,-3-6 3 16,1-8 1-16,-2-5-1 0,-3-4 0 0,-2-6 0 15,-1-1 1-15,-2 0-2 0,-2 1 2 16,0 4 0-16,-2 1 2 0,-1 3-1 0,0 4 1 16,-2 2 3-16,0 5-3 0,-1 1 1 0,0 3-1 15,-2 4 0-15,0 2 0 0,-2 5-3 16,1 2-1-16,0 5 1 0,-1 2-1 0,-1 3-1 16,3 3 1-16,0 1 0 0,-3 1-1 0,5 3-1 15,-1 2 0-15,1 0 0 0,1-1-1 16,2 4 0-16,-1-2-1 0,2 0-1 0,2-2-1 15,2-2-13-15,2-2-40 0,-1-1-67 16,2-4-61-16,0-2-96 0,0-3-151 0,0-4-199 16,-1-3-277-16,4-1-213 0,-2-5-182 0,-1 0 76 15,2-7 433-15</inkml:trace>
  <inkml:trace contextRef="#ctx0" brushRef="#br2" timeOffset="44282.48">10606 6552 106 0,'3'-14'682'0,"1"4"465"16,-2 1 146-16,-1 3-75 0,-1 2-374 15,2 0-306-15,0 4-184 0,-1 0-93 0,1 2-67 16,1 1-65-16,-1 4-37 0,1 1-21 0,-1 2-5 16,1 3 1-16,0 3 4 0,0 2 3 0,-2 4-11 15,2 2-7-15,-3 5-8 0,0 2-8 0,2 3-5 16,-2 1-4-16,-2 2-4 0,2 1-6 15,0 2-3-15,-3-1-2 0,3 1-3 16,0-5-4-16,0 1-5 0,3-7-2 0,-1-2-2 16,3-6-3-16,0-3-1 0,0-4-1 0,1-4 2 15,3-5 3-15,-1-5 0 0,2-6 2 16,1-6 0-16,-2-3 0 0,2-7 0 0,2-4-1 16,-2-4-1-16,3-2 1 0,-3 1 0 0,1-3 1 15,0 5 0-15,-3 0 0 0,0 3 1 16,-3 6-1-16,1 0 1 0,-2 5 1 0,-3 4 0 15,1 2 1-15,-1 3-1 0,-1 4 0 0,-2 3-3 16,-1 5-1-16,-1 2-1 0,1 9 1 16,-3 0 0-16,2 5 1 0,-3 4 2 0,0 4 0 15,1 3 0-15,2 2-1 0,-2 1-2 16,3 0-2-16,-1-3-1 0,3-1-3 0,2-4 1 16,-1-5-3-16,4-1-17 0,-2-7-51 0,2-5-73 15,0-5-106-15,0-5-180 0,1-3-305 16,-1-8-337-16,1-2-299 0,2-5-153 0,0-5 277 15,1-2 650-15</inkml:trace>
  <inkml:trace contextRef="#ctx0" brushRef="#br2" timeOffset="44532.45">10990 6936 265 0,'8'11'827'0,"-3"3"369"16,-1 3 33-16,2 1-188 0,-1 3-276 16,2 1-240-16,-1 2-139 0,2 1-83 15,1 0-56-15,-1-3-64 0,3-1-74 0,0-1-52 16,0-5-29-16,-1-3-13 0,2-5-5 0,0-4-3 15,-3-6-3-15,2-3 2 0,-3-4 0 0,-3-4 0 16,1-5 0-16,-3-1 1 0,-1-2-1 16,-4 0 2-16,-2-4 0 0,-3 2 0 0,-1-1-1 15,-3 2-1-15,-3 2-2 0,1 0 0 16,-2 2 0-16,2 3-1 0,-1 5-2 0,1 4-3 16,3 6-3-16,1 2-24 0,1 6-63 0,3 7-66 15,0 3-125-15,5 2-224 0,0 4-305 16,2-1-323-16,3 2-244 0,3-1-85 0,4 1 454 15,1 0 610-15</inkml:trace>
  <inkml:trace contextRef="#ctx0" brushRef="#br2" timeOffset="45223.95">11611 6850 417 0,'-3'-6'893'0,"-2"2"304"16,0-1-3-16,-1 2-271 0,3 0-216 0,-2 0-182 16,2 2-119-16,0-1-81 0,-2 2-56 15,2-1-67-15,-2 1-75 0,2 1-52 0,-1-1-32 16,0 2-17-16,-1 1-11 0,2 0-7 0,0 0-5 16,1 1-2-16,-1 2 0 0,-3 2 0 0,5-1-2 15,-1 0 0-15,1 1 1 0,-1 2 0 16,0 0-2-16,2 0 1 0,2 2-2 0,0 0 2 15,-1-2-3-15,2 3 0 0,3-1 1 16,-1 0-1-16,1-3-1 0,1-1 0 0,2 2 3 16,-1-3-1-16,3 0 1 0,-1-1 2 15,1-2 2-15,0 0-1 0,0 1 2 0,-2-1-1 16,1 2 0-16,-4-1 2 0,4 1-3 0,-6 1 2 16,1-1-2-16,-3 3 2 0,-1-1-1 15,-1 3 0-15,0-1 0 0,-1 0-1 0,-1 1 1 16,-1 2-2-16,0-1 0 0,0 2 1 0,-1 1-1 15,0 0 0-15,2-2-1 0,1 1-7 0,-1-2-23 16,-1-1-46-16,3-3-54 0,-2-3-56 16,2-2-67-16,0-5-111 0,-1-5-136 0,1-5-161 15,0-3-231-15,1-6-221 0,1-3-129 16,0-4 197-16,1-2 425 0</inkml:trace>
  <inkml:trace contextRef="#ctx0" brushRef="#br2" timeOffset="45379.65">11731 6788 382 0,'7'-7'763'15,"-4"3"290"-15,0 4 74 0,0 4-294 16,0 6-257 15,-1 2-179-31,-1 5-95 0,23 210 409 16,-18-199-753-16,1-2-99 16,-2-5-168-16,-1-5-295 0,1 13-3838 15,-5-35 3903-15</inkml:trace>
  <inkml:trace contextRef="#ctx0" brushRef="#br2" timeOffset="45553.19">11693 6552 479 0,'-3'-10'1013'0,"-1"6"244"0,-1 2-87 16,0 4-284-16,0 2-421 0,2 6-240 0,1-1-112 15,2 4-57-15,0 1-29 0,4 2-20 16,0 1-31-16,1 3-87 0,0 0-148 15,4 4-255-15,-4 2-270 0,3 1-265 0,2 1-165 16,0 0 178-16,2 1 458 0</inkml:trace>
  <inkml:trace contextRef="#ctx0" brushRef="#br2" timeOffset="45901.89">12038 6929 123 0,'5'-7'605'0,"-4"1"410"0,-1-1 177 0,-4-1-110 15,0 1-286-15,-1 1-199 0,-2 0-127 16,2 2-85-16,-3-2-68 0,0 2-52 0,-1 2-72 16,1-1-63-16,0 1-48 0,-2 4-28 0,0 2-21 15,0 1-14-15,0 1-9 0,1 2-6 0,-1 1-5 16,4 2-2-16,1 0 2 0,-1 1-1 16,3 2 1-16,3 0 1 0,2 3-3 0,2-3 3 15,1 2-1-15,1 2 1 0,2 1-2 16,3-1 0-16,0 0 1 0,4-1-3 0,0-1 2 15,1 0 0-15,0-1 2 0,0 0 0 0,1-2 1 16,-2 3 0-16,0-2 0 0,-2-3 0 16,-1 4 0-16,-2 1 1 0,-2-2 0 0,-2 1 1 15,-1 0 1-15,-4 2 0 0,-1-2 0 16,-3-2 0-16,0 2 0 0,-3-2-1 0,1 1-5 16,-1 0-12-16,-4-3-47 0,1-1-71 0,-2 0-108 15,-2-3-181-15,-1-2-298 0,-1-2-331 16,0-3-308-16,2-1-149 0,-1-2 290 0,1-3 640 15</inkml:trace>
  <inkml:trace contextRef="#ctx0" brushRef="#br2" timeOffset="46509.86">12354 6831 186 0,'0'0'401'16,"0"0"161"-16,2-3 101 0,3 0-179 0,1 0-118 16,0-3-5-16,5 0 30 0,2-1 44 15,1-2 14-15,1 3-42 0,2-1-63 0,0 3-86 16,-3-2-55-16,2 2-43 0,0 3-7 16,-2 1 27-16,-1 1 34 0,-3 3 17 0,0 2-4 15,-5 1-21-15,0 3-32 0,-3 5-43 0,-4-1-41 16,-3 4-30-16,0 2-19 0,-4 3-12 0,-1 0-10 15,1 4-7-15,-2-2-4 0,1 1-3 16,-1 0-2-16,2-2-3 0,1 0-1 0,2-2-1 16,2 0 0-16,1-5-3 0,2 1 2 15,1-3-2-15,3 0-1 0,0-3-2 0,3-3-22 16,2-3-61-16,0-1-67 0,0-2-111 0,2-3-184 16,-2-2-309-16,2 0-324 0,-2-2-243 15,1-2-142-15,1-1 317 0,-2-1 607 0</inkml:trace>
  <inkml:trace contextRef="#ctx0" brushRef="#br2" timeOffset="47089.82">12637 7167 58 0,'0'-1'555'16,"0"1"404"-16,-1-3 167 0,-1-1-37 15,2-5-349-15,-1-3-301 0,1-2-163 0,1-3-66 16,2-4-22-16,3 0-24 0,-1-3-3 15,0 0 12-15,3-2-2 0,0 2-13 0,1 1-22 16,-2 1-17-16,-1 4-32 0,2 2-35 16,-2 2-21-16,-3 6-4 0,2 1 10 0,-2 2 6 15,2 7 7-15,0 3 1 0,-2 8 2 0,2 2-9 16,-1 6-13-16,1 3-11 0,0 3-7 16,0 3-5-16,-2 1-3 0,3-2-2 0,0-1-2 15,1 2 2-15,-1-5-4 0,-1-5-2 16,1-2 1-16,2-2-2 0,-3-5 3 0,0-6-1 15,1-3 4-15,0-5 0 0,0-6 0 0,-1-5 1 16,2-5 0-16,-1-6-1 0,0-1-1 0,-1-3-1 16,4-1 2-16,-2 1-2 0,-1-1-2 15,2 4 1-15,-2 3 1 0,-1 3 1 0,-2 6-2 16,0 0 1-16,1 7 2 0,-3 1-1 0,1 4 3 16,0 6 1-16,-2 3 5 0,1 3 2 15,-1 5 2-15,0 3 0 0,2-1-3 0,-2 4-2 16,1-1-3-16,2 4-4 0,-1-2-1 0,-1-1-1 15,2-3-1-15,-1-2 0 0,1-2-1 16,2-2 0-16,-2-3 0 0,2-5 1 0,0-4-1 16,2-4 0-16,0-7 3 0,-1-1 1 15,2-7-2-15,0 2 1 0,0-3-1 0,-2 0 0 16,2 0-1-16,-2 1-1 0,1 3 1 0,-1-1-1 16,-1 4 0-16,-2 3 1 0,0 3 0 15,1 1 2-15,-3 4-1 0,4 2 1 0,-4 3 0 16,2 3 2-16,-3 2-3 0,2 3 1 15,1 1 1-15,0 1-1 0,-1 0-1 0,1 2-11 16,0 2-34-16,1-2-66 0,0 0-64 0,-1-1-106 16,0 0-177-16,-1-1-306 0,1 0-289 0,0-3-218 15,1-2-140-15,1-3 274 0,-4-4 571 16</inkml:trace>
  <inkml:trace contextRef="#ctx0" brushRef="#br2" timeOffset="47252.7">13216 6994 106 0,'2'8'799'0,"-2"1"578"0,-2 6 96 16,-1 4-190-16,0 2-405 0,-1 5-359 16,1-1-205-16,2 2-109 0,-1-2-69 0,0 1-57 15,4-5-38-15,0-3-35 0,1-3-76 0,-2-4-71 16,3-8-141-16,-3-3-214 0,2-5-310 0,-1-6-345 16,1-3-241-16,-3-6-80 0,0-4 479 15,0-4 592-15</inkml:trace>
  <inkml:trace contextRef="#ctx0" brushRef="#br2" timeOffset="47408.87">13161 6436 45 0,'-3'-19'603'15,"-1"5"494"-15,1 3 163 0,-3 9-113 0,1 2-359 16,-1 4-360-16,3 5-204 0,-2 2-104 0,3 1-49 16,2 3-33-16,0 1-18 0,0 0-17 15,2 4-34-15,0 0-107 0,-1 1-155 0,1 1-279 16,-1 1-275-16,-1-1-262 0,2 4-154 0,1 0 262 15,-2 0 483-15</inkml:trace>
  <inkml:trace contextRef="#ctx0" brushRef="#br2" timeOffset="47690.36">13366 7221 236 0,'10'-6'497'0,"0"-5"230"16,-3-2 189-16,-1-6-135 0,-1-3-149 15,0-4-110-15,3-4-58 0,-5-3-28 0,0 1-27 16,0-1-38-16,0 1-45 0,-1 2-34 0,-2 3-31 16,-2 5-45-16,-1 4-53 0,0 3-53 0,-2 4-36 15,0 5-25-15,-1 5-20 0,0 5-12 16,-2 4-10-16,3 5-3 0,-1 4-1 16,0 4 0-16,1 3 0 0,3 2-2 0,2 2 1 15,0 1-2-15,2 3-1 0,1-1-1 0,0 5-1 16,5-4-6-16,-2 1-14 0,2-1-50 0,2-3-74 15,-1-1-92-15,2-7-161 0,2-3-233 16,0-6-326-16,1-7-285 0,3-2-183 0,-2-8 105 16,2-7 536-16</inkml:trace>
  <inkml:trace contextRef="#ctx0" brushRef="#br2" timeOffset="47967.52">13633 7104 72 0,'11'-32'628'0,"1"5"501"0,-3 4 304 16,-3 4-31-16,-1 4-390 0,0 5-340 15,-2-1-208-15,0 4-123 0,2 2-113 0,-4 3-91 16,1 2-57-16,1 1-34 0,0 2-20 15,0 3-12-15,1 0-5 0,1 0-3 0,1 0-4 16,1-2-1-16,0-1-1 0,1 0 1 0,0-2-2 16,1-1-1-16,1 0 1 0,-1-2-1 15,2-2 1-15,0 2-1 0,-1-1 1 0,-1 3 1 16,2 0 0-16,-3 3 0 0,3 1 0 16,-3 5 1-16,0 3 1 0,0 1 0 0,1 3 0 15,-1 3 1-15,-1 1-1 0,-1 2-1 0,3 3 0 16,0 0-1-16,-1 0 0 0,1 0 0 0,0 0-1 15,-1-2 0-15,-1-3-2 0,0-2-11 16,1-3-27-16,-4-6-66 0,-1-5-73 0,-2-4-112 16,-1-5-169-16,-3-4-221 0,0-7-326 15,0 0-235-15,-2-4-162 0,-3-3 162 0,0-2 505 16</inkml:trace>
  <inkml:trace contextRef="#ctx0" brushRef="#br2" timeOffset="48108.24">13872 6831 49 0,'-3'-28'513'16,"0"4"456"-16,-2 5 243 0,2 4-71 15,0 4-329-15,1 3-252 0,2 4-199 0,0 4-124 16,2 2-72-16,2 4-54 0,1 3-41 0,2 0-33 16,3 3-21-16,0 1-44 0,3 0-50 0,-1 0-117 15,3 2-177-15,0-1-292 0,1-1-291 16,5 2-244-16,1-2-107 0,5 2 340 0,-2-2 509 16</inkml:trace>
  <inkml:trace contextRef="#ctx0" brushRef="#br2" timeOffset="48443.87">14486 6911 736 0,'-7'-2'1746'16,"-7"2"36"-16,-5 1-406 0,-3 4-350 15,0-1-454-15,-4 2-282 0,4 3-118 0,0-2-56 16,1-1-28-16,3 2-26 0,3 0-24 0,1 3-18 16,5-3-10-16,2 2-6 0,4 4-2 0,3 2-1 15,2 1-1-15,2 4 0 0,1-2 0 16,3 5-1-16,2-2 0 0,1-1-1 0,2 0-1 15,0-3-3-15,0-4-4 0,4-3-6 16,-2-4-8-16,1-3-6 0,0-8-7 0,-1-2-3 16,0-2 0-16,0-7 4 0,-2-1 7 0,1-3 6 15,-3 2 8-15,-1 1 4 0,-2 3 6 16,-1 3 2-16,-2 1 3 0,0 7 1 0,-2 4 1 16,1 7 6-16,-1 1 6 0,-2 7 3 15,1 3 2-15,2 3 0 0,-2 2 0 0,1 2-5 16,0 1-6-16,2-1-5 0,0-1-5 0,3 0-9 15,1-2-27-15,-1-2-85 0,-1-1-136 16,-1-4-253-16,0-1-308 0,-3-4-396 0,0-3-461 16,-1 0-78-16,1-2 655 0</inkml:trace>
  <inkml:trace contextRef="#ctx0" brushRef="#br2" timeOffset="50887.89">11665 1739 29 0,'0'13'487'15,"0"-1"411"-15,0-3 214 0,0 0-4 16,0-2-335-16,1 0-255 0,-1-1-163 0,4-1-63 16,-1 1-15-16,2 0-18 0,1-4-30 0,3 1-21 15,-1-3-22-15,0-3-35 0,3 1-28 0,-3-9-30 16,3-1-19-16,2-6-18 0,-1-3-17 16,3-9-4-16,1-3-14 0,-2-7-1 0,3-3-1 15,-2-2-1-15,2-2-1 0,-2-1-4 0,-2 2 1 16,0 3 1-16,-2 2-2 0,-2 5 2 0,0 2 0 15,-2 5 1-15,-1 6 2 0,-1 0-1 0,-2 7-1 0,1 3-1 16,-3 3 0-16,1 2-2 0,0 3-2 16,-1-1-4-16,-1 5-2 0,2 1-2 0,-2 4-2 15,1 1-1-15,1 6 1 0,1 1 0 0,-2 4 0 16,2 1 1-16,-1 5-1 0,1 2 1 0,1 3-1 16,-3 3 2-16,2 3 10 0,-1 3 7 0,0 1 3 15,-1 4 3-15,2 2 6 0,-3 4 3 0,2 0-4 16,-2 2-4-16,0 2 3 0,0-2-3 15,-2 2-4-15,2-1-3 0,0-4-1 0,0 1-2 16,0-4-2-16,2-2-3 0,-2-4-1 0,4-4-3 16,-2-3-5-16,1-4-3 0,-1-4-3 0,-1-3-1 15,1-3-2-15,1-4 1 0,-3-2-2 0,2-3-5 16,-1 0-12-16,-1-4-23 0,0-3-55 16,0-2-82-16,-3-2-160 0,0-2-274 0,1 0-323 15,-1-1-394-15,1-3-317 0,1 1 27 0,-1-3 731 16</inkml:trace>
  <inkml:trace contextRef="#ctx0" brushRef="#br2" timeOffset="51587.42">12780 1731 246 0,'-5'-4'603'0,"0"0"375"0,-3 1 193 16,-1 0-254-16,-1 0-211 0,-1 0-122 0,-2 3-109 15,1 3-113-15,-2 0-83 0,1 5-50 0,-3 0-46 16,3 5-55-16,-1 2-47 0,0 4-27 0,3 3-18 16,0 3-15-16,1 3-1 0,2 2-4 15,2 2 1-15,2-1 0 0,2 1-3 0,4-1-1 16,2-3-10-16,2-2-3 0,2-3-4 0,0-4 2 15,5-2 1-15,-2-5 0 0,3-4-8 0,2-6-41 16,-2-2-57-16,2-6-60 0,-1-2-111 16,-2-8-172-16,2-2-263 0,0-2-270 0,-2-3-226 15,3-3-147-15,-3-1 255 0,2 0 513 0</inkml:trace>
  <inkml:trace contextRef="#ctx0" brushRef="#br2" timeOffset="51991.83">12916 1773 324 0,'0'4'847'0,"-2"1"352"15,-1 2 27-15,0 5-275 0,-1 3-246 0,0 5-202 16,0 1-129-16,0 4-77 0,-1 2-51 16,2 3-47-16,2 0-64 0,-1 0-49 0,2 0-36 15,2-2-23-15,1-3-14 0,1-3-8 0,2-2-5 16,2-4-3-16,1-3 1 0,-2-3-1 0,3-6 2 16,1-4 0-16,1-6 3 0,0-4 2 0,0-7 0 15,2-4 1-15,-1-3-3 0,3-4-2 16,-3-2-4-16,1-2-3 0,-2-1-1 0,0 2-1 15,0-1 3-15,-4 5 2 0,0 3 3 0,-2 4 1 16,0 2 5-16,-2 5 1 0,-1 3-1 0,-2 4-1 16,-1 3-2-16,0 6 0 0,-1 3-3 0,-1 7 0 15,2 4 1-15,-1 6-2 0,-1 2 2 16,2 5-5-16,0 3 4 0,0 4-2 0,2 1 2 16,-2 4 9-16,0 1 8 0,0 3 8 0,0-1 4 15,-2 4 1-15,0-2 2 0,-1 1-6 0,0-2-6 16,-3 0-4-16,1-5-2 0,0-2 3 15,-1-3 2-15,-2-2 0 0,-1-7 1 0,1-2-1 16,-2-2-1-16,-1-4-6 0,0-5-4 0,2-3-3 16,-4-4-1-16,2-2-5 0,-3-5-10 0,4-4-24 15,-1-4-65-15,0-3-62 0,2-5-91 16,1-6-144-16,3 2-204 0,2-5-306 0,3 0-232 16,1-5-204-16,1 0 41 0,3-2 444 0</inkml:trace>
  <inkml:trace contextRef="#ctx0" brushRef="#br2" timeOffset="52599.93">13216 1552 66 0,'3'-20'621'0,"0"2"482"16,-1 6 170-16,-2 4-110 0,-2 2-356 0,2 3-283 16,0 3-160-16,0 4-82 0,0 2-47 0,0 5-28 15,0 2-37-15,2 4-41 0,-2 4-39 0,4 3-21 16,0 3-16-16,-1 1-14 0,0 5-9 0,0-1-5 15,2 0-5-15,-2 4-5 0,2-5-4 16,1 1-5-16,-1-6-3 0,1-1-3 0,2-3-1 16,-1-6-4-16,3-2 3 0,-2-5 0 15,1-5 1-15,1-4 2 0,0-3 1 0,1-6 1 16,3-4 2-16,-1-3-1 0,2-3-1 0,0-2-1 16,1 0 1-16,-4 2-1 0,1 0-3 0,0 5-1 15,-4 0-2-15,2 5 2 0,-3 2-2 16,0 4 1-16,0 1 2 0,0 7-6 0,0 1-1 15,-2 6-1-15,2 2 0 0,0 4 0 0,-2 4-1 16,2-1 7-16,0 4 3 0,0 0 8 0,0 3 3 16,-2-1 3-16,4-3 0 0,-1 1-1 0,-1-4-2 15,2-3-7-15,-1-1-5 0,4-6-1 0,-4-4 0 16,5-6 2-16,-3-4 3 0,1-6 2 16,0-6 2-16,-1-6-1 0,2-7-2 0,-2-4-1 15,0-7-2-15,0-1-2 0,-1-7-3 0,-1-3-3 16,0-2 4-16,-4 0 2 0,0-4 2 0,0 3 2 15,-2 2 2-15,-3 2-5 0,0 6-5 0,0 4-2 16,0 7-1-16,-2 8-2 0,2 5 0 16,-3 4 4-16,3 6 3 0,-1 6 0 0,-1 6 5 15,2 4 6-15,2 5-1 0,-1 6 1 0,1 3 2 0,1 5 0 16,0 1-3-16,2 3 3 0,1 4 4 16,-3 4 3-16,2 1 3 0,1 4 2 0,-1 0-5 15,0 5-6-15,3-3-3 0,-2 2-5 0,0 1-3 16,1-1-4-16,2-4 0 0,-1-1-1 15,0-3 0-15,3-3 2 0,0-4-1 0,0-5 2 16,-1-2 0-16,2-5-8 0,-2-4-24 0,0-6-55 16,0-2-61-16,-2-6-68 0,-1-6-128 0,2-3-182 15,-3-5-292-15,1-2-248 0,-1-5-206 16,1 0-92-16,0-4 363 0,0 1 521 0</inkml:trace>
  <inkml:trace contextRef="#ctx0" brushRef="#br2" timeOffset="53532.01">15009 1763 226 0,'-1'4'623'15,"-1"-1"355"-15,0 1 162 0,-1-1-214 16,1-2-257-16,-1-1-186 0,2 2-122 0,-1-2-80 15,2 2-68-15,0-2-53 0,0 0-36 0,0 0-36 16,2 0-29-16,-2 0-28 0,1-2-14 16,2-1-1-16,-1 0 19 0,5-2 14 0,-3-3 6 15,2 0 5-15,2-1 12 0,2-3 12 0,1 0-17 16,1-1-11-16,1 0-4 0,3-1-5 0,-2 3-13 16,4-1-18-16,-4 3-4 0,3 3 10 15,-1 2 6-15,3 2 4 0,-2 2 0 0,-1 3 5 16,1 4 0-16,1 3-10 0,-1 0-8 0,-1 2-5 15,2 2 2-15,-2 1-4 0,1-2-3 0,-2 0-3 16,1 0 0-16,0-1-4 0,-2-3-1 16,2-2 2-16,-3-1-2 0,0-1-1 0,1-4 7 15,-1-2 5-15,0-4 0 0,0-1 0 0,1-4 2 16,-2-4-1-16,0 1-6 0,1-3-5 0,-4 2-3 16,3-1-2-16,-2 0-7 0,-2 1-45 0,-1 2-71 15,-1 0-125-15,0 3-213 0,-1 2-299 16,-2-1-354-16,2 4-330 0,-3 0-123 0,-1 2 445 15,-1 2 672-15</inkml:trace>
  <inkml:trace contextRef="#ctx0" brushRef="#br2" timeOffset="54681.96">17344 1319 350 0,'-3'-4'694'16,"-2"0"321"-16,-3 1 117 0,1 0-301 0,-3 0-227 15,2 1-156-15,-3 1-108 0,2 2-86 0,-3 1-55 16,0 1-35-16,1 1-24 0,-1 1-18 0,-1 2-22 16,1 0-15-16,0 3-24 0,2-2-17 0,1 3-15 15,1 1-15-15,-1-1-4 0,2 1-3 0,2-1-3 16,0 2-5-16,2-2-2 0,2 1 2 0,1-1-3 16,0 2-4-16,1-2-4 0,4 1 2 0,0 2 2 15,1-1 4-15,5-1 2 0,-1 2 2 16,4 2 5-16,0-1 0 0,4 3-3 0,1 1-4 0,-1-2 5 15,2 4 0-15,-2-2 0 0,2 3 30 16,-2-1 17-16,0-1 10 0,-6 3 3 0,1 0 18 16,-2-1 2-16,-3 2-19 0,-1-3-13 0,-3 0-8 15,1 1-2-15,-4-2-10 0,-2 1-6 0,-2-4-2 16,-2-1-4-16,0-2 0 0,1 1-6 16,-5-3-5-16,0-2-1 0,0-1-2 0,-1-3-2 15,-1-2-1-15,0 0-1 0,0-3-1 0,-2-2-12 16,2-4-43-16,2-2-62 0,-5-4-61 0,2-3-124 15,0-3-180-15,2-3-309 0,-1-1-277 0,2-2-222 16,-1-2-123-16,1-2 350 0,1 0 552 16</inkml:trace>
  <inkml:trace contextRef="#ctx0" brushRef="#br2" timeOffset="54932.31">17243 1354 85 0,'3'-4'585'16,"0"0"433"-16,1 0 189 0,-3 1-83 0,-1 0-397 16,3 2-281-16,-1-2-157 0,2-1-96 0,0 3-57 15,0-2-43-15,3-1-21 0,1-1-15 0,3 1-27 16,-2-2-10-16,2 0-9 0,3 1 0 0,-1-1-5 16,3 0-2-16,2 1 2 0,-1-1-1 0,2 2 2 15,1 1-3-15,2 0-1 0,0 2-1 0,-1 1 2 16,4 1 0-16,-1 2-15 0,0 2-23 0,-2 1-57 15,0 0-154-15,-2 1-245 0,0 1-284 0,-1 1-275 16,-2 0-231-16,2 0 46 0,0 0 509 16</inkml:trace>
  <inkml:trace contextRef="#ctx0" brushRef="#br2" timeOffset="55271.22">18035 1267 463 0,'-11'8'1058'0,"-2"0"262"16,-1 5-96-16,3 0-227 0,-2 2-420 0,3 3-205 16,-2 3-108-16,6 2-58 0,-2-1-37 15,5 1-44-15,3-2-46 0,2 1-35 0,4-4-22 16,0 1-8-16,2-5-6 0,2 0-3 0,2-4-2 16,3-4-2-16,0-3-1 0,0-3-3 0,2-5 3 15,-3-2 0-15,0-5 3 0,-1-1 4 0,-2-2 0 16,-2-3 3-16,-1 0 16 0,-3 0 11 0,-3-1 7 15,-4 2 8-15,1 2 5 0,-6 2 0 0,1-1-19 16,-5 3-13-16,1 4-12 0,-1-1-10 0,-3 5-5 16,3 0-5-16,-3 3 2 0,3 4 2 0,-1 2 5 15,0 5 5-15,3 0 1 0,0 4-1 0,0 1 1 16,3 2-2-16,1 3-20 0,0-1-46 0,4 2-62 16,-1 0-61-16,2 2-122 0,2-3-177 15,-1 3-305-15,2-1-273 0,2 3-223 0,0-2-122 16,4 1 339-16,1-1 545 0</inkml:trace>
  <inkml:trace contextRef="#ctx0" brushRef="#br2" timeOffset="55557.86">18443 2053 134 0,'10'16'723'0,"-2"0"436"0,-1-5 75 15,-4 3-143-15,1-3-419 0,-1-2-313 0,-2-3-162 16,1 0-83-16,1-2-35 0,1-2-15 0,-3-4-6 15,7-2-11-15,-4-4-9 0,3-2-3 0,1-6-5 16,0 2-11-16,1-4-6 0,-3 1-2 16,-1-1 25-16,0 0 66 0,-2 3 60 0,-3 1 28 15,-1 2 6-15,-2 1-5 0,-4 4-31 0,-1 3-53 16,-3 1-48-16,-2 6-27 0,1 1-18 0,-6 3-9 16,1 4-5-16,1 3-3 0,1 1-2 0,0 0-2 15,2 3 0-15,-1-5 0 0,5 3-14 16,1 0-48-16,-3-3-59 0,5 1-68 0,-3 0-137 15,2-2-215-15,1-1-306 0,-1 0-266 0,-1 0-215 16,2-1-38-16,-3-1 447 0,0-3 535 0</inkml:trace>
  <inkml:trace contextRef="#ctx0" brushRef="#br2" timeOffset="55781.94">17842 2424 94 0,'4'-5'618'0,"2"-1"409"16,0-5 162-16,2-3-72 0,6-5-358 16,2-6-241-16,4-8-114 0,4-3-60 0,3-6-52 15,3-4-34-15,2-5-52 0,6-3-61 0,0-7-51 16,0 2-34-16,3-4-21 0,1-2-20 0,3 1-4 16,-1-3-5-16,0 3-2 0,0 1-7 0,-1 0-32 15,-5 3-69-15,-3 3-121 0,-2 3-201 0,-6 6-296 16,-3 3-334-16,-5 8-334 0,-7 2-160 0,-5 7 372 15,-6 0 663-15</inkml:trace>
  <inkml:trace contextRef="#ctx0" brushRef="#br0" timeOffset="108486.34">5206 11275 13 0,'3'0'367'15,"-1"0"287"-15,1-3 249 0,-1 0 132 16,-1 0-267-16,4-3-195 0,-2-1-119 0,2-1-73 16,1 0-41-16,4-3-61 0,-1 2-47 15,2-2-39-15,2-1-18 0,1 2-15 0,-1-1-35 16,4 0-19-16,-1 0-27 0,1 2-10 0,2-1-21 16,-3 3-11-16,3 0 2 0,-3 3-1 15,1 0-4-15,-4 3 0 0,2 1 6 0,-2 1 5 16,1 4 3-16,-4 3 1 0,0 5 4 0,-4 2-2 15,0 6-1-15,-3 3-4 0,-1 4-6 16,-4 4-6-16,-4 4-4 0,0 4-2 0,-4 4-4 16,-1 3-4-16,-5 6-5 0,0 4-1 0,-2 2-4 15,-1 2 3-15,3 0 0 0,-3-2 1 16,6-4 0-16,-1-3-1 0,3-6 0 0,3-7-5 16,0-4-4-16,5-7-1 0,3-4-2 15,2-4-1-15,4-3 0 0,3-6 1 0,3-2-1 16,3-4 1-16,4-5 0 0,2-5-1 0,2-2 1 15,2-6-1-15,4-3 1 0,-2-4 0 0,6-2 1 16,-4-1-1-16,5-3-6 0,-1-1-12 16,2-2-20-16,-3 0-52 0,1 3-73 0,-3-1-85 15,0-1-132-15,-3 5-186 0,-2-1-309 16,-4 1-272-16,1 0-201 0,-6 3-57 0,3-1 385 16,-5 0 528-16</inkml:trace>
  <inkml:trace contextRef="#ctx0" brushRef="#br0" timeOffset="108819.88">6031 11468 314 0,'2'10'755'0,"-2"3"363"0,0 4 88 16,3 1-245-16,2 7-236 0,0 2-171 0,4 3-119 15,1 1-96-15,1 1-69 0,3 0-63 16,0-4-69-16,3-1-51 0,0-2-36 0,3-7-22 16,0-1-14-16,1-7-8 0,1-4-4 15,0-6-1-15,-1-3 1 0,3-10-1 0,-4-4 0 16,-1-3 1-16,0-5 1 0,-3-5 0 0,-3-2 0 15,-4 0 0-15,0-2 0 0,-6-1 3 0,-1 1 4 16,-5 1 6-16,-5 1 8 0,-3 2 3 16,-2 0 2-16,-7 0 1 0,-2 2-1 0,-5 0-4 15,1 2 0-15,-8 1 0 0,2 4-1 0,1 5-2 16,-1 4-3-16,2 3-2 0,0 4-7 16,6 8-4-16,0 3-2 0,2 4-4 0,5 5-1 15,1 3-1-15,5 4-2 0,0 2 0 0,6 3 0 16,2 1 2-16,3 3-1 0,5 0 1 15,4 4-5-15,2 1-40 0,2 0-81 0,4 0-141 16,-1 0-265-16,5 0-307 0,1-3-391 0,1-4-380 16,0 2-50-16,4-5 657 0</inkml:trace>
  <inkml:trace contextRef="#ctx0" brushRef="#br0" timeOffset="109022.16">6766 11747 13 0,'0'15'878'0,"-3"-1"817"16,-6 0-14-16,1-3-352 0,0 2-374 0,0-3-434 15,1-1-261-15,2-3-117 0,1-1-55 0,1-2-35 16,3-2-25-16,0-1-17 0,3-1-8 0,2-2-11 16,2-2-38-16,2-1-80 0,-3-1-140 15,2 2-263-15,0-1-308 0,1 2-389 0,1 1-396 16,-2 0-62-16,3-1 654 0</inkml:trace>
  <inkml:trace contextRef="#ctx0" brushRef="#br0" timeOffset="109569.77">7399 11062 44 0,'-3'-7'519'0,"-2"-1"464"15,0 1 248-15,-3 2-25 0,-1 2-306 16,1 2-234-16,0 1-179 0,-3 3-120 0,0 0-74 16,1 1-58-16,-2 3-77 0,2 2-53 0,2 2-33 15,-1 2-22-15,3 1-15 0,1 5-12 0,2-1-11 16,3 3-5-16,3 4-4 0,2 2-1 15,4 1-1-15,1 1-1 0,1 1 0 0,6 0 2 16,1-1 3-16,4 1-1 0,1-2 1 16,1 0 2-16,0-3 0 0,1 2-2 0,0-2-2 15,-1-2 0-15,0-1 0 0,-5 0 1 0,0-2 1 16,-5 2 2-16,0-1-2 0,-6-1 3 16,-1 0-1-16,-4 0-1 0,-3-1-2 0,-2 3-1 15,-3-3-1-15,-3 1-2 0,0-1-1 16,-6-1 0-16,0 0 0 0,-2-3 0 0,-1 0-14 15,-4-4-52-15,-1-4-74 0,-3-4-129 0,1-4-211 16,-4-7-309-16,-1-5-352 0,2-7-301 16,-1-6-111-16,1-3 452 0,0-6 649 0</inkml:trace>
  <inkml:trace contextRef="#ctx0" brushRef="#br0" timeOffset="109759.91">7246 11184 309 0,'15'-22'661'16,"-2"2"349"-16,3 1 156 0,-2 5-273 15,3 0-255-15,1 3-131 0,1 1-112 0,1 3-104 16,1 1-85-16,4 1-49 0,-1 0-42 16,4 1-40-16,1 1-30 0,-1 0-20 0,2 2-8 15,0 1-9-15,4 0-5 0,-3 1-1 0,4 2 1 16,-2 0-33-16,2 1-51 0,0 2-123 16,-2 2-210-16,1 0-290 0,-1 0-310 0,-2 0-264 15,1 0-117-15,-2-1 413 0,0-1 572 16</inkml:trace>
  <inkml:trace contextRef="#ctx0" brushRef="#br0" timeOffset="110095.84">8305 11106 114 0,'-6'30'712'0,"3"4"456"0,1 7 160 15,4 4-49-15,1 5-372 0,6 6-324 0,4 8-178 16,4 4-93-16,2 4-80 0,5 2-86 15,4-2-61-15,4-3-39 0,1-6-21 0,2-8-12 16,0-8-7-16,4-11-3 0,-1-10-2 16,0-13 0-16,-3-11 0 0,0-9 0 0,-5-11 2 15,-3-9 1-15,-4-7-1 0,-7-8-2 0,-3-3 2 16,-7-5-1-16,-6-1 3 0,-3 0 6 0,-5 0 10 16,-8 1 6-16,0 1 2 0,-7 1 3 15,-6-1-3-15,-4 1-6 0,0 1-6 0,-4 3 0 16,-2 4 0-16,3 7-1 0,-1 8-1 15,-1 7-2-15,2 11-2 0,1 8-8 0,-1 9-6 16,6 11-2-16,4 8-8 0,3 5-13 0,2 8-50 16,7 4-77-16,2 5-155 0,3 5-273 15,6 6-315-15,2 3-384 0,1 0-328 0,1 4 1 16,1 0 713-16</inkml:trace>
  <inkml:trace contextRef="#ctx0" brushRef="#br0" timeOffset="113707.73">6073 12137 138 0,'0'0'359'0,"0"0"188"16,-2 0 168-16,0 0-120 0,-1 4-67 0,0 2-31 15,0 0-27-15,-2 3-37 0,-1 1-54 0,0 4-69 16,-1 1-75-16,1 3-62 0,-1 3-45 15,-2 1-33-15,1 5-22 0,2 0-12 0,-1 2-14 16,1 1-10-16,0 0-7 0,1-2-6 16,2 1-5-16,1-2-7 0,2-2-4 0,0 0-1 15,2-2-6-15,1-2-1 0,0 0 0 0,2-2-4 16,3 1 3-16,-2-2-1 0,2 0 1 16,2-1-5-16,2-1 2 0,-1-1 4 0,3-1 8 15,2-1 11-15,2-1 9 0,-1-1 2 16,4-2 3-16,1 0-2 0,3-2-6 0,2 0 11 15,0 0 6-15,5-3 7 0,-1 1 5 0,4-1-2 16,3 0 5-16,1 0-22 0,1-1-11 16,4 1-5-16,4-2-5 0,0 0-1 0,2 2-4 15,2-3-3-15,0-1-2 0,-1 0-4 16,1 0-4-16,0-1 3 0,0-3 21 0,0 2 17 16,-1-3 10-16,0 1 6 0,-1 0 5 0,2-1 0 15,-1 2-17-15,1 0-14 0,0 0-6 16,-1 0-5-16,3 3-3 0,-2 0-6 0,1 0-3 15,-2 3-2-15,1-2 2 0,0 1-1 0,-1-1-6 16,1 3 0-16,0-3 3 0,-2 2 1 16,0 0-1-16,2-2 0 0,-3 1 2 0,0 0 3 15,2-2-2-15,-1 0-2 0,-1 1 1 16,-1-1 0-16,-1 1-1 0,-1-1 1 0,-2 2-1 16,-2-1 1-16,-1 1 1 0,-2 0 2 0,-1 2-4 15,-3-1 0-15,1 0 1 0,-2 0-1 0,-1 0 1 16,-3-1-3-16,1 2 4 0,-2-2 0 15,1-2 1-15,-2 2 0 0,-2-2 0 0,0 2 2 16,-2-2 1-16,-2 0 0 0,2 0 1 16,-2 0-1-16,-3 0-2 0,0 0-3 0,1 0 1 15,-3 1 1-15,0-1-4 0,-3 1 3 0,0 2 0 16,-1-3 2-16,1 2 0 0,-1-1 0 16,-2 1-1-16,3 1 0 0,-3-1 0 0,2 1 0 15,-2-2-3-15,-1 2 1 0,0-3 1 16,-2 2 0-16,0-2 0 0,-3 0-3 0,3-2 2 15,-4 2 0-15,3-1-2 0,-4-1 4 0,2 1 0 16,-2-2-2-16,2 3 1 0,-1-2-1 16,-2 2 0-16,3-5-2 0,-4 4 2 0,3-1 2 15,-3-2 12-15,2-1 8 0,-1-1 7 16,1 1 2-16,-3-4 0 0,2-2 1 0,-2-2-11 16,-2-4-7-16,2-4-5 0,-3-1-4 0,1-7-1 15,1-5-1-15,-1-5-4 0,1-2 1 0,-1-2-4 16,0-2 1-16,1 3-2 0,1 1 2 15,-2 7 1-15,1 4-1 0,-1 6 2 0,0 3-10 16,0 6-53-16,-2 4-68 0,0 6-157 16,-3 5-277-16,2 4-305 0,-3 5-367 0,-1 4-294 15,0 4-12-15,-3 1 675 0</inkml:trace>
  <inkml:trace contextRef="#ctx0" brushRef="#br0" timeOffset="119677.8">5566 14777 48 0,'-3'-4'322'0,"0"-1"196"0,0 3 175 16,2-3 24-16,-1 1-135 0,4-1-57 0,-1-1-29 15,2-1-29-15,0-1-43 0,2-1-68 0,0 1-86 16,1-4-67-16,2 3-47 0,5-1-24 16,0-1-12-16,2 1-5 0,1 2-4 0,3-2 8 15,3 1-5-15,-1 1 5 0,1-1-8 16,3 5-7-16,-1-3-8 0,-2 2-20 0,0 0-10 15,0 4-17-15,-1 0-7 0,-1 1-4 0,-1 2-3 16,-3 3-1-16,-2 1-7 0,1 2-4 16,-3 3 0-16,-2 3-1 0,-1 3 2 0,-2 4 0 15,-4 2 5-15,1 6-2 0,-4 4-3 0,-1 0-2 16,-4 3-7-16,-1 3-5 0,-2 2 2 16,-2 2 0-16,-2-1 0 0,2 0 2 0,-1-1 1 15,-1-2 1-15,0-3-11 0,0-2-5 16,2-1-2-16,1-2-3 0,-2-6-2 0,6-2-3 15,-1-2 3-15,1-7 1 0,2 0 1 0,1-4 1 16,2 0-1-16,2-4 0 0,1 1 2 0,5-1-1 16,0 0 3-16,4-2-1 0,3 1 1 15,0-2-1-15,1-2 1 0,3 1 0 0,2-2 1 16,-2-2 0-16,3 1 0 0,1-2 5 16,0-3 3-16,2-2 0 0,0 0 0 0,1-3 0 15,-1-1-2-15,-1-3-10 0,1 0-21 0,-3-3-58 16,2-1-74-16,-5-1-131 0,0-1-228 0,0 0-310 15,-2-2-353-15,-1-1-293 0,-2-1-85 16,-1-2 497-16,-2 0 654 0</inkml:trace>
  <inkml:trace contextRef="#ctx0" brushRef="#br0" timeOffset="120052.36">6413 14881 163 0,'3'24'709'15,"0"2"382"-15,1-2 76 0,1 1-95 0,3 3-430 16,2-2-271-16,4 1-127 0,0 0-62 0,3-2-33 16,1-1-38-16,4-2-24 0,0-2-29 15,3-4-24-15,-1-2-11 0,3-1-13 0,0-4 1 16,-2-5-5-16,2-1-4 0,-3-4-4 16,-2-5 3-16,-3-2 4 0,0-6 0 0,-3-4 5 15,-5-1 1-15,0-5 2 0,-5-3-1 0,-3-3-1 16,-3-2 7-16,-1 2 36 0,-2-2 51 15,-4 1 39-15,-5 2 14 0,-1 1 10 0,-6 3-14 16,-3 0-35-16,-4 0-42 0,-2 3-33 16,-4 0-19-16,-1 3-14 0,0-1-3 0,0 2 2 15,3 4-3-15,1 1 3 0,2 5-1 0,2 6-1 16,2 3-2-16,3 4-4 0,3 8 1 0,3 3-4 16,1 5 0-16,5 4-2 0,2 4-1 15,3 3-1-15,3 1-9 0,1-2-34 0,4 2-57 16,0-2-61-16,3-1-107 0,3-2-170 15,0-1-309-15,0-4-284 0,5 2-237 0,0-3-143 16,4-2 272-16,1-1 571 0</inkml:trace>
  <inkml:trace contextRef="#ctx0" brushRef="#br0" timeOffset="120511.85">7301 15259 256 0,'-5'-10'972'15,"0"5"479"-15,-1-1 3 0,-3 5-224 0,4-2-476 16,0 3-282-16,0-1-167 0,-1-1-101 16,2 2-69-16,0 0-53 0,3-2-37 0,-1 2-23 15,1 0-13-15,-1 0-7 0,2 0-6 0,2-2-2 16,-1 2-4-16,1-3-40 0,1 2-71 0,-1 0-78 16,-1 0-147-16,2-2-243 0,0 3-329 0,-1 0-302 15,-2 0-197-15,1-2 36 0,-1 2 538 16</inkml:trace>
  <inkml:trace contextRef="#ctx0" brushRef="#br0" timeOffset="121356.01">7831 15016 203 0,'3'5'543'0,"-1"-2"248"0,-1 0 110 16,2-1-168-16,-3-1-213 0,3-1-130 0,-3 0-62 16,2 0-28-16,-1 0-25 0,-1 0-40 15,2 0-43-15,-2-3-46 0,2-2-17 0,-1-1 13 16,2-2 26-16,-1-4 16 0,1-4 4 16,-1-2 2-16,3-4-20 0,1-2-39 0,-2-5-34 15,3 0-26-15,1-3-23 0,1-3-20 0,-1 1-13 16,2-1-5-16,-1 2-4 0,-1 0-1 0,2 4-2 15,-4 3 0-15,2 4 0 0,-1 3-2 16,-2 5-1-16,0 1 3 0,-2 4 4 0,-1 1 5 16,1 4 3-16,-1 1 9 0,-1 3 6 15,1 3 2-15,2 3-1 0,-2 4-2 0,-2 3-2 16,2 6-7-16,-1 2-4 0,1 3-3 0,-1 5-3 16,-1-1-2-16,2 6-2 0,1 1-1 15,0 5-2-15,-1 1-3 0,3 1 0 0,-2 3-2 16,3 0-1-16,-1 2-1 0,1-4 1 0,-1 0 0 15,3-4 2-15,0-3 0 0,0-4 0 16,0-2-2-16,0-6-1 0,2-1-2 0,0-5-1 16,-2-4-20-16,3-3-55 0,-3-5-63 0,0-3-81 15,-2-3-144-15,3-3-214 0,-2-3-307 16,-1-5-253-16,2 0-203 0,0-5 13 0,-3 0 460 16</inkml:trace>
  <inkml:trace contextRef="#ctx0" brushRef="#br0" timeOffset="121719.02">8509 14621 55 0,'11'16'575'0,"0"5"448"0,-3 4 172 15,6 4-69-15,1 4-364 0,3 6-284 0,3 4-144 16,3 4-76-16,4 2-38 0,2 0-40 15,0 1-32-15,4-4-40 0,-1-3-51 0,0-7-28 16,-1-6-17-16,-1-9-6 0,-1-10 0 0,0-6 2 16,-3-10 3-16,-3-8 2 0,-4-8 1 15,-2-7-1-15,-4-8-1 0,-6-7-1 0,-2-3-5 16,-6-4 1-16,-3 1 3 0,-2-2-5 0,-6 1 1 16,-3 2 0-16,-2 4 0 0,-6 3 2 0,-5-1 4 15,-1 4 3-15,-2 4 3 0,-2 5 26 16,0 3 18-16,1 5 5 0,2 6-3 0,1 8-3 15,1 4-5-15,6 13-24 0,1 6-16 0,1 11-13 16,6 10-33-16,2 4-53 0,5 9-55 16,3 1-61-16,3 7-137 0,5-2-217 0,2 3-282 15,6-1-237-15,1 2-216 0,4 0-49 16,2-1 435-16</inkml:trace>
  <inkml:trace contextRef="#ctx0" brushRef="#br0" timeOffset="138501.78">21004 5209 82 0,'5'0'577'0,"2"0"398"0,-1-3 181 0,0-1-42 15,0-2-379-15,3 0-265 0,1-3-110 16,3 0-44-16,3-2-31 0,1 1-42 0,4-2-38 16,0 0-19-16,1 1-47 0,1 1-39 0,-1 1-30 15,2 1-18-15,-2 5-9 0,2 2-20 0,-4 2-10 16,-2 4-6-16,-1 4-3 0,-4 2-1 16,-5 5 0-16,0 4 0 0,-7 0-1 0,-1 5-1 15,-6 3 0-15,0 0 1 0,-2 1 2 16,-2 1 0-16,-1-2 0 0,3 1 0 0,0-4 1 15,0-1-3-15,2-1-4 0,3-5 0 0,3-4 0 16,0-1-1-16,5-4 1 0,2-3 0 16,3-4 2-16,1-3-3 0,7-2 0 0,-1-1 1 15,4-2-1-15,2 0 0 0,-1 1-2 0,2 2 2 16,-2 1-1-16,0 2 2 0,-2 4 0 16,-2 2 1-16,-5 1 1 0,-2 5 3 0,-5 2 0 15,-2 5 1-15,-4 2 3 0,-4 1 0 16,-4 4 0-16,-2 3 0 0,-2-3-1 0,-2 4 2 15,-3-1-3-15,1 0-1 0,-3-1-1 16,-1 0 1-16,2 0 0 0,-1-4-3 0,0-1 1 16,3-4-1-16,1-4 1 0,2 0 0 0,2-6-1 15,-3-2-1-15,2-3-30 0,0-4-62 0,-1-2-66 16,2-4-135-16,-1-3-215 0,2-3-316 16,2-4-305-16,0 0-234 0,4 0-77 0,0-1 462 15,4 1 575-15</inkml:trace>
  <inkml:trace contextRef="#ctx0" brushRef="#br0" timeOffset="139633.69">21936 5192 180 0,'1'0'374'0,"1"-2"159"0,0-2 143 0,2 2-135 16,-2-3-60-16,2 1 26 0,0-1 19 15,0-1-16-15,1 2-49 0,3-1-89 0,3 3-83 16,0-3-78-16,3 2-51 0,1 1-33 16,2 1-2-16,1-2-4 0,2 3-13 0,0 0-14 15,3 0 12-15,0 0 2 0,-1 3-19 0,-1 0-12 16,1 0-7-16,-1 3 8 0,-7 0-17 15,3 2-7-15,-5 5-2 0,-2 0 2 0,-5 2-1 16,-2 5-8-16,-3 1-5 0,-4 2 0 16,-7 5-6-16,-2 0-4 0,-4 2-3 0,-1 3-5 15,-4 0-3-15,-1 1-7 0,0-1-2 0,-1 1-1 16,1-3-3-16,1 1-1 0,2-5-3 0,3-2 0 16,1-2-2-16,4-3-3 0,2-4 0 15,4-1 2-15,3-3-1 0,0 0 1 0,6-2 1 16,0 0 0-16,3-3-1 0,2 0 0 15,2 1 0-15,2-3 0 0,3 0-1 0,2-2 1 16,1 0-1-16,4-2 0 0,1-2 0 0,4 0-1 16,1-4 0-16,4-1-2 0,0-1 1 15,1-3 0-15,0 2 2 0,0-3-1 0,1-2-11 16,-6 0-52-16,1 1-70 0,-6-1-117 16,0 1-189-16,-3 2-307 0,-3-2-345 0,-2 1-291 15,0 0-144-15,-4 1 349 0,1-2 641 0</inkml:trace>
  <inkml:trace contextRef="#ctx0" brushRef="#br0" timeOffset="139973.79">22709 5364 23 0,'-2'14'443'0,"2"0"358"16,-1 1 238-16,2 5 53 0,1 1-303 15,4 4-265-15,0 0-148 0,2 6-65 0,2 0-46 16,4 2-63-16,-1 0-50 0,4-3-37 15,1 0-39-15,2-3-31 0,4-4-25 0,-1-2-10 16,0-8-8-16,4-2-2 0,-4-7 4 0,4-4 2 16,-3-4 9-16,-2-7 21 0,-1-2 31 15,-3-8 32-15,-2 1 27 0,-4-4 16 0,-2-1 1 16,-5-2-12-16,-5 0-24 0,-5-2-26 16,-4 2-25-16,-7-1-17 0,-4-1-14 0,-4 2-10 15,-5 2-5-15,-2 4-5 0,-7 0-4 0,2 6-1 16,-1 3-2-16,2 5-1 0,4 3-1 0,2 6 0 15,4 1-1-15,3 4-1 0,4 2 0 16,4 5 0-16,5 0-2 0,2 5-14 0,6-1-51 16,1 3-61-16,3 1-71 0,3 1-146 15,2 0-249-15,3 1-307 0,4 2-263 0,0-2-208 16,1 1 10-16,3 1 518 0</inkml:trace>
  <inkml:trace contextRef="#ctx0" brushRef="#br0" timeOffset="140233.71">23365 5860 213 0,'1'0'1082'0,"-1"0"577"0,0 1-104 0,-1 1-327 16,-1-2-466-16,1 0-305 0,-2 0-211 15,1 0-102-15,2-2-58 0,-1 2-35 0,-1-1-22 16,2 1-16-16,0 0-9 0,0-1-5 16,0 1-3-16,2 0-10 0,-1-2-45 0,1 2-76 15,1-1-118-15,-3 1-185 0,0 0-303 0,0 0-354 16,3 0-325-16,-2 0-136 0,3 0 362 0,-4 0 646 16</inkml:trace>
  <inkml:trace contextRef="#ctx0" brushRef="#br0" timeOffset="141243.46">24378 5122 35 0,'8'-7'549'0,"-4"-1"491"0,-1 1 269 15,-3-1 28-15,0 1-336 0,-3 1-298 0,-1-1-214 16,-4 0-125-16,-1 1-87 0,0 0-88 16,-4 1-70-16,-1 3-41 0,-2 0-26 0,-3 4-17 15,-3 0-12-15,-2 4-10 0,0 4-5 16,-3 2-3-16,-1 3-2 0,-2 5-3 0,0 5 1 15,1 2-2-15,1 6 0 0,3 3-1 0,2 3 2 16,1 4 0-16,5 4 2 0,4 2-1 0,5 4 1 16,2-2-2-16,6 0-1 0,5-3-2 15,6-5-1-15,3-4-1 0,8-6-1 0,4-6 0 16,4-7 3-16,1-7 3 0,2-7 2 0,4-4 0 16,-1-8 2-16,0-5 1 0,-2-4-2 15,-3 0 0-15,-7-3 2 0,-2-2 0 0,-5 1 0 16,-4 1 2-16,-6-2 1 0,-4 2-2 0,-6 2 0 15,-4 0-2-15,-2 1-1 0,-7 3 0 16,-2 1-2-16,-4 2-3 0,-3 6-1 0,0 5 1 16,-1 2-2-16,-4 7 0 0,3 4-2 15,1 4-8-15,0 4-40 0,5 1-81 0,0 3-138 16,2 0-265-16,4-2-311 0,3 3-387 0,2-1-373 16,1 1-48-16,0 0 648 0</inkml:trace>
  <inkml:trace contextRef="#ctx0" brushRef="#br0" timeOffset="143131.73">22557 6004 212 0,'0'-1'542'16,"0"-1"324"-16,-1 1 214 0,-1-1-184 0,2 2-223 15,-1-1-136-15,1 1-95 0,0 0-79 16,0 0-87-16,0 1-65 0,0 1-47 0,0 2-43 16,-2 2-46-16,0 1-31 0,1 4-20 0,1 3 1 15,0 3 10-15,0 2 10 0,0 1 23 16,1 4 8-16,1 2 7 0,0 3-6 0,-1 1-13 15,2 1-8-15,0 0-11 0,-1 3-8 16,-1-1-5-16,1 1-3 0,-1-1-2 0,1-2-2 16,0-2-10-16,-2 0-6 0,1-2-2 0,-1-4-2 15,0 2 0-15,-1-3-2 0,1-1 3 0,-4-3 9 16,3 1 1-16,-2-3 7 0,-2 0 3 16,1-1 5-16,-3 0 1 0,1-2-2 15,-1 0 2-15,-4 0-2 0,3-2-2 0,-3 1-3 16,0-2-5-16,-1 2-4 0,-6-1 0 0,2-1 0 15,-1 1-2-15,-1-2 1 0,-4-2 2 16,1 2 5-16,-5-3-3 0,1-1-2 0,-4 0 1 16,1-2-2-16,-6 0-1 0,0-3-4 0,-4 0-4 15,0 0-2-15,-5 0-1 0,-1-4-1 16,0 2-1-16,-4-3-1 0,-1 3-1 0,-3-5-1 16,2 1 0-16,-3-2 1 0,1 1 1 0,-1-4 1 15,-3 1 1-15,1-1 1 0,-1-2-1 0,1 0-2 16,-2 1 1-16,5 1-2 0,0-1 0 15,3 0 0-15,3 2-1 0,3 0 0 0,5 2-1 16,3 1 0-16,5 2-1 0,5 1 1 16,4 1-2-16,4 0-1 0,4 2-3 0,4 1 0 15,4 0-1-15,4 1-7 0,2 2-13 0,4 2-44 16,4 1-77-16,1 1-116 0,1 0-199 16,3 2-300-16,1 2-361 0,0 0-343 0,0-1-138 15,0 2 375-15,-4 0 689 0</inkml:trace>
  <inkml:trace contextRef="#ctx0" brushRef="#br0" timeOffset="143601.75">21400 7741 451 0,'6'-13'959'0,"1"3"272"15,-6 2-54-15,2 3-312 0,-3 4-311 16,5 4-175-16,-5 4-89 0,1 5-36 0,-1 5-11 16,3 6-20-16,-3 4-34 0,2 5-43 0,-2 4-36 15,2 5-28-15,-2 6-26 0,0 1-17 16,0 5-9-16,0 3-12 0,-2 4-8 0,2-2 0 15,0 4-3-15,0-2-4 0,0 1-1 0,2-2 1 16,-1-3-1-16,2-6-4 0,-1-4-22 16,3-8-64-16,-2-6-68 0,0-8-102 0,2-6-164 15,-2-7-277-15,-2-9-319 0,1-8-232 16,1-7-152-16,-1-11 204 0,1-7 542 0</inkml:trace>
  <inkml:trace contextRef="#ctx0" brushRef="#br0" timeOffset="143789.73">21653 7969 421 0,'9'-26'904'16,"-1"5"311"-16,-3 5 11 0,0 3-317 0,-4 5-275 16,-1 5-205-16,0 6-138 0,0 6-67 0,-1 8-50 15,1 7-49-15,-4 6-31 0,3 6-22 16,-1 6-15-16,0 3-17 0,-1 5-14 0,3 3-9 16,-1 1-5-16,1 2-1 0,0 0-5 0,0-1-26 15,1-3-55-15,-1-3-52 0,2-4-84 0,-2-7-145 16,0-6-186-16,-2-4-298 0,1-5-225 15,-4-5-199-15,1-7 48 0,-3-3 417 0</inkml:trace>
  <inkml:trace contextRef="#ctx0" brushRef="#br0" timeOffset="144048.01">21237 8278 213 0,'0'-2'831'0,"0"1"396"0,0 0 7 16,1 1-170-16,1-2-460 0,3 1-300 0,0-2-140 16,4-2-45-16,7 0 6 0,0-2 24 0,4-1 12 15,4-6-1-15,3-2-9 0,1 2-26 0,4-6-34 16,1 1-39-16,0-3-24 0,0 3-9 16,2 0-10-16,0 1-4 0,-2-1-3 0,1 2 2 15,-1 2 0-15,-2 0-4 0,-1 0-26 0,1 7-54 16,-5-1-79-16,0 3-156 0,-5 4-282 15,-3 4-308-15,3 1-304 0,-5 2-201 0,1 2 117 16,-3-1 589-16</inkml:trace>
  <inkml:trace contextRef="#ctx0" brushRef="#br0" timeOffset="144542">22105 7838 456 0,'-2'-4'1017'15,"-1"-2"257"-15,1 0-87 0,2 2-285 16,0-3-417-16,4 2-242 0,0-2-123 0,3 1-57 16,2-2-25-16,4-1-17 0,0 1-9 0,2 1-7 15,0 1-2-15,0 3-4 0,0 0 6 0,0 3 14 16,-2 3 16-16,3 1 41 0,-7 3 46 15,3 4 39-15,-6 1 18 0,-2 3 3 16,0 3-10-16,-8 1-32 0,-2 4-34 0,0 2-30 16,-4 2-20-16,-4 3-14 0,2-1-4 0,-6 0-1 15,5 1-6-15,-1-4-2 0,0 0-7 0,4-2-7 16,1-3-8-16,5-2-6 0,0-3-3 16,6-3-1-16,3-3 0 0,2 0-1 0,4-3 2 15,2-4 2-15,4-2 1 0,2-2 0 16,-1 0-1-16,2-4-1 0,0 1-1 0,-2 1-1 15,0-2 2-15,-6 2-2 0,1 3 3 16,-2 1 3-16,-5 4 0 0,-1 3 1 0,-5 2-1 16,-1 3 2-16,-6 4-1 0,-1 2-1 0,-4 5 1 15,-3 4 0-15,-2 2 1 0,1 2-1 16,-3 2 0-16,-1-2-1 0,2 4-3 0,1-4-1 16,3 1-3-16,0-4 0 0,4-4-6 0,4-4-32 15,1-3-70-15,3-4-65 0,4-7-122 0,3-4-186 16,-1-3-319-16,3-6-303 0,4-3-215 15,-2-6-102-15,4-1 363 0,3-6 561 16</inkml:trace>
  <inkml:trace contextRef="#ctx0" brushRef="#br0" timeOffset="145814.13">22646 7843 66 0,'-2'-2'309'0,"2"-3"170"15,0 3 152-15,-1-2-82 0,1-1-126 0,1 1-58 16,-1-2 6-16,3-1 29 0,2 2 18 15,-1-4-10-15,1 0-39 0,2-2-60 0,-1 0-59 0,3 3-48 16,3-3-30-16,-3 0-20 0,4 3-14 16,-1-1-10-16,1 0-22 0,4-1-25 0,1 5-24 15,-4-1-17-15,5 4-13 0,-3-1-10 16,3 3 32-16,-3 3 31 0,3-1 13 0,-3 6 3 16,-2 2 8-16,0 0 5 0,-2 4-21 15,0 4-21-15,-6-1-10 0,2 6-5 0,-7 1-8 16,2 2-3-16,-6 4-6 0,2 1 0 0,-8 2-1 15,-1 3 1-15,-1-1 3 0,-7 2-2 16,1 1-1-16,-2-1-1 0,-3-1-2 0,0-2-1 16,1 2-3-16,-1-2 0 0,3-3 0 15,2 1-4-15,1-5-3 0,3-1-5 0,4 0-4 16,-1-2-4-16,7-1-5 0,3-2-2 0,3-1-1 16,2-2 0-16,8-1-1 0,-2-3 0 0,6-1 0 15,1-2 0-15,2-4-1 0,4-1-1 16,1-4-2-16,-1-4-9 0,1-1-18 0,0-5-48 15,1 0-83-15,-4-3-142 0,-3-2-259 16,1 0-312-16,1 0-382 0,-4 0-351 0,1 0-23 16,-1 1 624-16</inkml:trace>
  <inkml:trace contextRef="#ctx0" brushRef="#br0" timeOffset="146742.84">24566 7978 65 0,'4'3'530'0,"-4"0"419"0,0-1 197 15,0 0-60-15,0-2-409 0,0 3-274 0,0-2-169 16,1 0-99-16,3 0-31 0,0-1-22 15,4 3-9-15,2-3-8 0,2 2-2 0,2 0-16 16,2 1-23-16,3-2-10 0,-1 1-8 16,2-1-7-16,1 1-4 0,-2 1 1 0,1-2-2 15,1 1-1-15,-4 0-13 0,-1-2-66 0,-2 0-123 16,-2-2-158-16,-2 0-292 0,-2-2-271 0,-3-1-222 16,-1-1 25-16,-4-1 360 0</inkml:trace>
  <inkml:trace contextRef="#ctx0" brushRef="#br0" timeOffset="146992.37">24778 7791 111 0,'12'-2'315'16,"-3"2"133"-16,4 2 103 0,1 1-125 16,3 2-147-16,-1 0-33 0,5 1 23 0,1 2 43 15,-1 1 70-15,2-2-9 0,1 3 25 0,-3 0-28 16,2 2-45-16,-1-2-49 0,-1 2-66 15,-5 2-32-15,-1 1-53 0,0 0-37 0,-6 4-30 16,-1 1-20-16,-3 1-14 0,-4 1-14 16,-1 0-7-16,-1 3-2 0,-6-1-3 0,0-2 0 15,0 1-5-15,-2-2-19 0,-1-4-73 0,-2-3-149 16,0-2-206-16,0-3-285 0,2-3-266 16,1-4-209-16,0-2 95 0,4 0 449 0</inkml:trace>
  <inkml:trace contextRef="#ctx0" brushRef="#br0" timeOffset="148455.93">26415 7645 313 0,'-5'-12'805'0,"-6"3"330"15,-2 3 33-15,-1 6-231 0,-2 4-383 0,1 6-176 16,-1 7-98-16,0 5-42 0,5 8-12 16,1 7-13-16,3 7-20 0,2 5-29 0,3 5-28 15,4 5-25-15,1 2-31 0,6-3-22 16,-1 3-13-16,5-9-9 0,4-4-19 0,5-6-11 15,1-9-2-15,4-7-3 0,3-10 1 0,0-8 1 16,0-8 0-16,0-9 3 0,-2-7 2 0,-1-11 0 16,-2-4 9-16,-5-5 8 0,-3-4 11 0,-4-3 4 15,-7-1 3-15,-3 0 6 0,-8 3-5 16,-3-1-5-16,-8 5-9 0,-3 0-7 0,-6 4-6 16,0 2-7-16,-1 4-6 0,1 7-2 15,0 3-3-15,1 4 0 0,5 8 0 0,0 5 1 16,4 5-2-16,2 6 0 0,6 5 0 0,3 2-1 15,4 4-1-15,4 3-20 0,1 0-50 16,7 0-68-16,-2 2-99 0,5-1-175 0,0-1-303 16,0-1-324-16,0 0-284 0,1-3-178 15,0 1 238-15,-2-3 639 0</inkml:trace>
  <inkml:trace contextRef="#ctx0" brushRef="#br0" timeOffset="148650.9">26873 8282 246 0,'7'0'967'16,"-6"2"503"-16,-1 0-22 0,0-1-244 0,-1-1-477 15,1 0-293-15,0 1-173 0,0-1-107 16,0 0-66-16,0 0-42 0,0 0-30 0,1 0-35 16,3-1-67-16,-1 1-64 0,-2-3-112 15,3 0-170-15,-1 0-310 0,0-1-303 0,1-1-229 16,-1-1-118-16,1-1 321 0,-1 0 545 0</inkml:trace>
  <inkml:trace contextRef="#ctx0" brushRef="#br0" timeOffset="149085.65">27421 7585 321 0,'9'-13'862'0,"-3"-1"389"16,-2 3 133-16,-3 0-248 0,-2 4-318 0,-3 2-263 16,-1-2-154-16,-2 5-100 0,-3-2-103 15,1 4-73-15,-5 2-46 0,-1 2-29 0,0 3-20 16,-1 3-11-16,-3 3-8 0,0 6-4 0,0 1-4 16,-2 5 1-16,2 7-2 0,-1 5-1 15,2 7 1-15,-1 4-1 0,2 4 0 0,3 5-3 16,1 0-1-16,8-1-1 0,2-3 0 0,6-5-2 15,7-5 0-15,2-6 1 0,6-7 1 16,-1-9 2-16,8-3 0 0,2-9 1 0,0-8 1 16,2-5 2-16,-4-5-2 0,4-6 1 15,-6 0 0-15,-1-2 0 0,-4-2 1 0,-2-1 1 16,-5-1 1-16,-4 3 1 0,-4 2 0 0,-3 1 1 16,-3 2 1-16,-4 2-2 0,-1 5 0 0,-4 1-2 15,-3 4-2-15,0 1-1 0,-3 4 0 16,2 4 0-16,-5 3-2 0,4 3-2 15,1 3 0-15,0 4 1 0,7-2-2 0,-1 4-11 16,5-3-45-16,4 1-76 0,2-2-124 0,2-2-206 16,6-3-306-16,0-2-359 0,7-3-329 0,1-5-114 15,2 0 425-15,5-3 670 0</inkml:trace>
  <inkml:trace contextRef="#ctx0" brushRef="#br0" timeOffset="149792.1">27976 7869 264 0,'-3'0'517'0,"-1"0"191"0,3 0 81 0,1 0-273 15,-2 1-223-15,2-1-141 0,2 0-74 16,-2 2-38-16,1 0-18 0,3 0-10 0,-1 1 23 15,-2 1 32-15,5-1 54 0,-3 2 52 0,2 0 59 16,0-1 59-16,-2-1 19 0,-1 0-5 0,0 0-22 16,1-1 10-16,-3 0 9 0,1 2-3 15,1-3-18-15,1 0-19 0,-3-1-28 0,0 3-49 16,1-3-51-16,-1 0-44 0,0 0-31 16,3 0-21-16,-3 0-16 0,2 0-8 0,0 0-5 15,-2-3-5-15,1 3-3 0,-1 0-1 16,2-1 2-16,0 1 0 0,-2 0 0 0,1 0 0 15,1-1 1-15,-1 1 0 0,3-4-3 16,0 2 1-16,2-2 3 0,1-1-1 0,1-3-1 16,1-1 0-16,4-2 0 0,1-3-2 0,2-2-1 15,-2 0 1-15,3-2 1 0,0 1-1 16,-2-2 0-16,1 1 0 0,0 3 0 0,-5 2-2 16,0 3-1-16,-2 0-1 0,-2 3-8 0,-2 3-27 15,-2 4-70-15,-2 0-69 0,-4 4-131 0,-2 2-193 16,-3 1-312-16,-1 3-320 0,-4-1-227 15,0 2-89-15,-4 1 415 0,3-1 563 16</inkml:trace>
  <inkml:trace contextRef="#ctx0" brushRef="#br0" timeOffset="149985.71">27982 7731 234 0,'3'-3'640'0,"-2"1"296"16,3 2 82-16,0 2-203 0,1 1-238 0,2 1-182 15,0 4-113-15,1 1-60 0,2 0-30 16,2 2-38-16,0 2-51 0,2-1-45 0,2-1-23 16,-4 3-13-16,6 0-8 0,-2-3-8 15,-1 3-21-15,0-1-78 0,-3-4-138 0,-1 1-185 16,-3-1-288-16,1-2-269 0,-4 1-211 0,-1-3 76 16,-3-3 408-16</inkml:trace>
  <inkml:trace contextRef="#ctx0" brushRef="#br0" timeOffset="150245.56">28091 7684 233 0,'-3'-3'542'16,"0"0"241"-16,-2 3 108 0,2 2-230 16,-3 0-231-16,2 2-157 0,1 2-103 0,3-1-59 15,-1 3-32-15,1-2-26 0,0 1-19 0,0 0-13 16,1 1 23-16,1 0 28 0,1 1 22 0,1 0 12 15,0 0 4-15,-1 1 4 0,2-3-29 16,-1 2-30-16,3-3-23 0,-1 1-14 16,3-1-10-16,-1-1-4 0,2-2-3 0,1 0-2 15,0-2-3-15,0-1-20 0,2-3-60 0,-2 0-83 16,1-3-110-16,0 0-140 0,-1-1-278 0,1 0-203 16,-1-1-51-16,2-1 153 0,-5 0 287 15</inkml:trace>
  <inkml:trace contextRef="#ctx0" brushRef="#br0" timeOffset="150429.64">28249 7628 345 0,'-6'0'724'0,"-2"1"272"0,1 2 60 0,0 3-282 16,0 0-238-16,3 3-167 0,-1 1-109 16,1 1-59-16,1 1-44 0,2 6-39 0,-2-2-41 15,3 2-30-15,3 3-23 0,-2 0-13 0,2-1-7 16,2 1-15-16,0-1-61 0,-2-1-134 15,4-1-185-15,-1-3-284 0,-2 1-272 0,3-1-224 16,-2-3 18-16,0 1 399 0</inkml:trace>
  <inkml:trace contextRef="#ctx0" brushRef="#br0" timeOffset="151099.68">29394 7399 82 0,'-14'-6'643'0,"1"1"469"15,-8 3 141-15,3 0-107 0,-3 2-365 0,2 2-275 16,0 3-141-16,1 1-77 0,1 1-43 15,3 2-42-15,0 3-44 0,4 1-56 0,2 1-46 16,3 1-28-16,4 1-16 0,2 2-9 16,2-2-3-16,6 3-1 0,0-1 1 0,3-2-2 15,3 2 2-15,4-2 0 0,-2 2 2 0,5-1 0 16,4 0-3-16,0 1 3 0,0 0 2 0,-1 3-1 16,4-2-2-16,-4 2 1 0,-1 4 1 15,-2-2 0-15,-6 4 2 0,-2 2 2 0,-6 0 0 16,-4 3 1-16,-4 0-1 0,-4-1-3 15,-4 1-1-15,-5-2-2 0,0-1 3 0,-2-2-1 16,-1-4-2-16,-5-2-2 0,3-3-21 0,-2-4-57 16,2-6-59-16,0-5-77 0,-1-6-146 15,3-4-199-15,-1-5-303 0,1-5-233 0,2-4-202 16,-3-4 27-16,1-4 445 0</inkml:trace>
  <inkml:trace contextRef="#ctx0" brushRef="#br0" timeOffset="151271.59">29160 7583 43 0,'4'-25'506'0,"3"5"405"0,-2 3 199 16,1 2-47-16,2-2-386 0,-2 6-251 0,4-4-165 16,0 4-88-16,2 0-42 0,3 1-21 15,0 1-12-15,4 0-28 0,0 1-25 0,3 2-18 16,1 4-10-16,3-1-7 0,-1 3-4 0,4 3-5 16,1 1-20-16,0 0-68 0,0 2-129 15,2 0-176-15,-4 2-290 0,2-1-269 0,-2 1-214 16,1-1 45-16,-4 0 381 0</inkml:trace>
  <inkml:trace contextRef="#ctx0" brushRef="#br0" timeOffset="151501.64">29998 7377 70 0,'1'-11'591'0,"1"3"442"0,-4 3 166 0,2 1-96 16,-1-1-388-16,-2 3-300 0,1 1-188 15,0 1-96-15,1 1-51 0,-3 2-27 0,1 2-21 16,2 1-11-16,-4 1-10 0,4 1-5 16,-2 2-1-16,1 1-3 0,0 0-3 0,1-1-2 15,-1 2 1-15,1 1-3 0,1 1-10 0,-2 0-31 16,0 0-87-16,1 1-137 0,1 1-206 16,-2 1-282-16,4 2-259 0,-2 0-145 0,1 0 150 15,3 2 411-15</inkml:trace>
  <inkml:trace contextRef="#ctx0" brushRef="#br0" timeOffset="151737.72">30216 8256 199 0,'2'0'437'15,"-1"-2"175"-15,1 1 95 0,-1-3-195 16,1-1-144-16,2 0-48 0,0-1 16 0,-1-1 25 15,2 0 14-15,-2 1-18 0,2-1-53 0,-1 2-72 16,0 0-69-16,-3-1-54 0,2 1-44 0,-3 2-27 16,2 0-21-16,-2 0-5 0,-2 1-9 15,-1-2-33-15,0 2-73 0,-3 0-115 0,1-1-145 16,-3 3-262-16,-5 0-266 0,4 0-192 0,-8 3 32 16,1-1 305-16,-6 0 360 0</inkml:trace>
  <inkml:trace contextRef="#ctx0" brushRef="#br0" timeOffset="151942.97">29613 8410 35 0,'23'-22'547'0,"5"-7"493"16,2-6 240-16,7-9 9 0,3-6-314 16,7-6-295-16,0-5-212 0,1-1-125 0,-1-1-79 15,-1 1-89-15,-1-1-71 0,-3 3-46 0,-1 0-26 16,0 1-12-16,-3 3-10 0,-2 0-2 0,-1 1-9 15,-5 5-54-15,-3 2-72 0,-3 3-148 0,-7 6-276 16,-8 3-304-16,-1 3-376 0,-6 1-306 16,-5 4-23-16,-4 1 651 0</inkml:trace>
  <inkml:trace contextRef="#ctx0" brushRef="#br0" timeOffset="167044.82">18815 11959 416 0,'3'-8'875'0,"-3"0"307"0,-3-1 4 16,-1 1-292-16,0-2-246 0,-4 3-142 15,2 1-105-15,-2-1-76 0,-1 1-54 0,-4 2-48 16,0-1-71-16,-3 4-58 0,-2-1-35 16,-4 4-21-16,1 2-15 0,-5 3-9 0,2 5-5 15,-3 4-4-15,2 2-2 0,0 3 0 0,1 3 4 16,3 2 5-16,3 3-1 0,3 3 5 16,4 1-2-16,3 2-1 0,7 1-3 0,1 3-3 15,5-3 0-15,1-1-3 0,6-2-2 16,3-3 0-16,2-3-1 0,2-6-1 0,2-3 1 15,2-8-1-15,1-1 0 0,0-9 0 0,1-7 0 16,-1-5-3-16,-1-6 0 0,1-6 1 16,-5-5 1-16,2-2 1 0,-5-3 3 0,-1-1-1 15,-2 1 1-15,-4-1-1 0,-1 2 0 0,-3 3 0 16,-2 4-1-16,-3 0 2 0,-3 5 1 16,-2 1-1-16,1 5 1 0,-6 1 0 0,2 1-1 15,0 4 0-15,-1 2-2 0,0 0 0 0,2 4-2 16,-1 1 0-16,3 2 1 0,-1 1-3 15,3 2 1-15,2 2 1 0,-3 4-1 0,4 1 0 16,4 3-2-16,-3 4 2 0,4 2-1 16,2 4-1-16,2 3 0 0,0 0 2 0,3 7 0 15,1-2 2-15,1 3 0 0,2 1 1 0,2-2 1 16,-1 0-1-16,5-2 1 0,-1-1-1 16,1-4 0-16,5-2-1 0,0-5 1 0,1-5-1 15,4-2 1-15,1-3-8 0,0-6-47 0,2-3-76 16,0-3-137-16,1-1-263 0,0-2-307 15,-1-5-374-15,2 4-327 0,-2-3-55 0,-1 1 600 16</inkml:trace>
  <inkml:trace contextRef="#ctx0" brushRef="#br0" timeOffset="168105.71">22524 11296 184 0,'8'-7'491'0,"-4"-2"259"0,1 0 187 15,0 0-112-15,2 0-172 0,0-1-123 16,1 0-96-16,3 1-53 0,2 0-47 0,1 0-55 16,3 1-55-16,1 1-13 0,4 1-27 0,2 3-33 15,0 0-14-15,3 3-18 0,3 2-18 16,-4 1-27-16,3 3-13 0,-2 1-8 0,-1 3-10 16,-2 2-9-16,-3 2-2 0,-1 1-4 15,-4 3 3-15,0 2 5 0,-5 2-7 0,-2 2-1 16,-4 1-3-16,-3 5 5 0,-4 2-3 0,-3 0-4 15,-5 6-2-15,-2-1-4 0,-6 6-2 16,-2 0-4-16,-3 4-2 0,-6-2 0 0,1 2 0 16,-4-1 0-16,2-2-1 0,-2 2 0 0,1-5-2 15,1-1-2-15,1-2 0 0,3-4-2 16,5-4-1-16,0-4 1 0,4-2 0 0,4-7-1 16,4-1-2-16,1-3 0 0,7-2 0 0,1-1-1 15,4-2-1-15,7-2 0 0,4-4 2 0,3 1 0 16,6-6 1-16,4-1 0 0,2-2 1 15,5-3 0-15,5-3 1 0,1-2-1 0,3-3-1 16,1-2 0-16,0 2-6 0,1-3-10 16,0 1-32-16,-2 2-69 0,-2 4-69 0,-2 0-117 15,-1 5-170-15,-5 3-283 0,1 3-310 0,-2 2-226 16,2 2-144-16,-3 2 268 0,1 1 555 16</inkml:trace>
  <inkml:trace contextRef="#ctx0" brushRef="#br0" timeOffset="168510.53">23792 11811 74 0,'1'-20'643'0,"-1"4"506"0,-4 0 236 0,-2 3-54 15,-2 0-379-15,-4 1-333 0,-3 0-193 16,-1 1-106-16,-5 0-86 0,1 5-73 0,-4-1-51 16,0 4-29-16,-1 3-19 0,-2 5-13 0,-1 2-9 15,-1 7-10-15,4 3-7 0,1 5-5 0,4 4-5 16,-1 2-6-16,8 4-3 0,4 2-2 15,1 1-2-15,7 3-1 0,4-1 0 0,4 1-2 16,6-3 1-16,4-4-1 0,3-4 0 16,3-4 0-16,6-9 0 0,2-3 1 0,3-6 0 15,0-7 1-15,1-5 1 0,-2-6 0 0,1-3 0 16,-3-5-2-16,-4-1-2 0,-2-2-1 0,-3-2-1 16,-4-2 0-16,-2 2 1 0,-5 1 2 15,-2-1 1-15,-3 2 3 0,-2 3 2 16,-3 2 0-16,-1 3 0 0,-1 4 0 0,-1 2 0 15,0 6-1-15,-1 4-1 0,2 4 0 0,1 6-1 16,1 5-1-16,1 4-1 0,3 3 1 16,1 3 0-16,2 3-2 0,3 2 0 0,2 0 0 15,2 4 0-15,1-2-1 0,1 0-1 0,3-1-8 16,0-3-30-16,2 1-78 0,-3-3-87 0,2 0-174 16,-2-3-294-16,-2-1-340 0,4-1-371 15,-7-1-184-15,3-2 160 0,-4-2 706 0</inkml:trace>
  <inkml:trace contextRef="#ctx0" brushRef="#br0" timeOffset="171134.01">17928 14121 17 0,'-2'16'356'0,"0"0"269"16,-1-3 234-16,0-2 115 0,0-3-268 16,1-2-149-16,1-1-97 0,-4-4-61 0,4-1-45 15,-1-3-29-15,2-1-41 0,-1-2-30 0,1-5-18 16,1-3-21-16,1-2-24 0,-1-5-40 15,5-3-27-15,-1-4-32 0,0-3-21 0,1-7-17 16,5-1-12-16,-3-7-6 0,3 2-9 16,3-4-3-16,-2 1-5 0,0 1-2 0,2 2-1 15,-2 4-2-15,0 5-3 0,-1 4 0 0,-3 5-4 16,3 5-2-16,-3 5-2 0,0 4 1 16,-2 4-2-16,2 7 1 0,-2 6 0 0,-1 3 0 15,0 5 1-15,-2 9-1 0,-1 2 0 0,0 3-1 16,-2 4 0-16,0 4 1 0,0 2-1 15,0 3 2-15,-2 1-2 0,0 3 0 0,1 1 0 16,-1 2-2-16,0 1 0 0,-1-1-3 0,2 1 3 16,-3-3-2-16,4-2-2 0,-1-5 1 15,1-5-1-15,1-4-2 0,1-5-12 0,0-6-34 16,-1-5-69-16,2-4-68 0,-1-6-127 0,1-8-191 16,-1-3-311-16,1-7-306 0,0-2-220 15,2-4-107-15,-2-1 382 0,0-2 570 0</inkml:trace>
  <inkml:trace contextRef="#ctx0" brushRef="#br0" timeOffset="172052.73">18990 14222 461 0,'1'-7'1325'16,"-4"1"317"-16,-1 2-221 0,1-2-314 15,-2 3-501-15,0-2-256 0,0 3-156 0,0-3-76 16,1 2-45-16,-1-1-25 0,2 4-19 0,3-3-14 16,-1 2-8-16,1-1-7 0,1 0 0 15,1-1-3-15,4 3-10 0,-3-2-44 0,2-1-70 16,1 1-75-16,-1 1-143 0,0 1-204 15,0 0-322-15,2 0-285 0,0 0-202 0,-3 0-17 16,4 0 454-16,0 1 515 0</inkml:trace>
  <inkml:trace contextRef="#ctx0" brushRef="#br0" timeOffset="175811">18536 13684 15 0,'3'-7'284'16,"-1"-1"201"-16,-2 3 220 0,0-1 90 15,0 0-118-15,-2 2-74 0,-1 0-68 0,0 1-68 16,0 3-77-16,-5 0-91 0,2 4-89 15,-2 1-71-15,1 4-43 0,-2 0-13 0,0 4 6 16,1 3 13-16,0 6 16 0,0 2 12 0,3 3-1 16,2 5 10-16,1 7-10 0,4 5-17 15,3 3-17-15,0 4-18 0,5 0-11 0,0-2-27 16,1-2-13-16,3-4-11 0,2-5-8 16,1-5-5-16,2-8-2 0,-1-5 0 0,1-6-2 15,-2-3 2-15,1-9 6 0,-6-4 1 0,2-9 0 16,-1-5 2-16,0-5 1 0,-5-4 2 15,-2-7 2-15,1-4 3 0,-3-1 3 0,1-2 5 16,-5-2 2-16,-2 4 1 0,-4-1-5 16,1 4-4-16,-3 1-2 0,-1 3-4 0,-7 3-4 15,2 1-4-15,-2 5 1 0,0 2-1 0,-1 5-1 16,2 2-2-16,-2 3 0 0,3 3 0 0,-2 3-3 16,3 5-2-16,3 1 0 0,-2 1-1 0,4 5-1 15,1 3-1-15,4 2 1 0,1 1-6 16,4 1-29-16,-1 2-57 0,5 0-58 0,-1 1-98 15,3 0-162-15,2 0-271 0,0-2-291 16,3 0-241-16,3-1-183 0,-2-3 182 0,5-2 544 16</inkml:trace>
  <inkml:trace contextRef="#ctx0" brushRef="#br0" timeOffset="176228.1">19444 13585 127 0,'-6'-1'714'0,"-6"1"445"16,-2 3 126-16,0 0-79 0,-5 1-366 0,3 2-288 15,-3 2-156-15,3 0-87 0,-1 0-64 16,1 2-68-16,0 0-63 0,5-2-48 0,1 2-30 15,3-3-16-15,2 1-11 0,4-1-6 16,-1 0-1-16,4 4-1 0,2-2-1 0,1 3 0 16,3 0 0-16,1 0-1 0,1 0 2 0,1 3-2 15,2 0-2-15,0-2 3 0,0 4-1 16,0-2 1-16,1 3 1 0,-1 2 1 0,0 1 3 16,-1 1-3-16,0 2 3 0,-4-1-1 15,-1 2-3-15,0 2 1 0,-3-2 1 0,0 0-2 16,-3 0-1-16,1-2 0 0,-2-1 0 0,-2-1 3 15,-1-3-3-15,-2 0 3 0,0-1-1 16,-4-3 1-16,1 0-2 0,0-3-9 0,-3-2-39 16,-1-3-68-16,-3-3-59 0,0-3-113 15,-2-5-170-15,0-3-263 0,0-5-282 0,-1-2-215 16,-2-6-154-16,2-5 243 0,0-4 515 0</inkml:trace>
  <inkml:trace contextRef="#ctx0" brushRef="#br0" timeOffset="176426.07">19158 13708 50 0,'8'-17'369'16,"-1"3"263"-16,1 1 288 0,0 1 88 0,2 1-237 16,2 3-183-16,0-1-96 0,3 1-72 0,1 1-86 15,1 1-85-15,3 0-61 0,0 2-39 16,2 1-37-16,2 0-35 0,-2 0-31 0,3 0-18 16,2 1-12-16,-2 0-6 0,2 2-5 15,-3-2 0-15,3 2 1 0,-2-2-6 0,2 4-42 16,-2 0-49-16,-4-2-111 0,1 0-177 0,-1 4-300 15,-4-2-298-15,1-1-241 0,-1-1-128 16,-3-3 329-16,2-1 537 0</inkml:trace>
  <inkml:trace contextRef="#ctx0" brushRef="#br0" timeOffset="176739.61">19925 13666 42 0,'3'27'582'0,"-2"3"484"0,1 3 190 15,0 6-88-15,1 5-323 0,3 2-295 16,0 3-179-16,2 3-99 0,3-4-54 0,0-2-42 16,4-7-51-16,0-5-51 0,5-8-34 0,-2-6-15 15,3-8-11-15,0-8-6 0,1-7 0 0,-4-7-9 16,2-7-10-16,-2-4-13 0,-3-6-7 16,-3-2-7-16,-1-5-1 0,-4 0 6 15,-2-1 9-15,-4 1 10 0,-2 2 14 0,-3-2 6 16,-2 2 9-16,-4 4 11 0,0 2 22 0,-2 1 26 15,0 3 9-15,-2 3 3 0,-3 5-4 0,2 2-10 16,-1 4-21-16,-1 5-23 0,1 6-14 16,-2 5-11-16,4 4-5 0,-2 4-7 0,4 5-30 15,-1 2-68-15,5 3-78 0,0 1-173 16,5 2-289-16,1-1-321 0,2 2-322 0,4-5-194 16,0 1 151-16,1-2 663 0</inkml:trace>
  <inkml:trace contextRef="#ctx0" brushRef="#br0" timeOffset="180279.1">22676 14029 127 0,'-2'2'320'0,"1"-2"146"0,1 0 106 16,0 2-120-16,-2-2-70 0,0 1 1 0,2-1 42 16,0 0 36-16,2 1 9 0,-2-1-29 0,0 0-52 15,0 0-74-15,0 0-68 0,0 0-54 0,2 0-36 16,-2 0-11-16,0 0-7 0,1 0-1 16,-1 0 2-16,3 0-5 0,-3 0-11 0,2 0-18 15,0 0-4-15,0-1-5 0,0 0-7 16,0-5-7-16,1 2-9 0,2-3-9 0,-1-4-14 15,3-3-14-15,-1 0-13 0,2-4-10 0,0-2-5 16,2-3-4-16,0 0-2 0,1-1-1 16,-1-2-2-16,4 2 2 0,-1 0-1 0,-1 1 2 15,1 3-1-15,-3 2 1 0,0 0 1 16,-3 7 0-16,-1 1-2 0,-1-1-1 0,-2 5 0 16,3 0 1-16,-4 3 1 0,0 0-1 0,-1 1 0 15,1 0 1-15,-1 0 0 0,-1 1-1 16,0 0 0-16,2-1 0 0,-2 2-2 0,0 0 0 15,0-2-2-15,2 2 0 0,-2 0 0 16,0 0 1-16,0 0 1 0,0 2 0 0,1-2 1 16,-1 2 2-16,3 0 5 0,1 3 6 0,-3 2 2 15,2 1 1-15,1 3 1 0,-3 3-1 0,4 3-5 16,-2 2-2-16,0 4-3 0,0 2-1 16,0 2 0-16,1 2 0 0,-3 0 0 0,3 3-2 15,-3 3-1-15,1-4 2 0,-1 2-3 16,2 1 0-16,-1-5-1 0,-1-2-1 0,2 0 0 15,-3-3-1-15,4-1 0 0,-4-3-1 0,0-3 1 16,1-2 1-16,-1-2 0 0,0-1 0 16,0-4 0-16,-1 0 0 0,1-2 0 0,0-2-1 15,-2-1 0-15,0-1-1 0,2-1 0 16,-1-1 0-16,-1-3-1 0,1-1-10 0,1-3-21 16,-2-5-53-16,2 4-66 0,0-4-78 0,0-2-137 15,0 2-189-15,2 0-305 0,-2 1-257 16,1-1-210-16,2 2-41 0,1 1 406 0,-3 0 514 15</inkml:trace>
  <inkml:trace contextRef="#ctx0" brushRef="#br0" timeOffset="182655.65">23163 14066 287 0,'1'2'529'0,"3"0"190"0,-3-2 75 16,2 0-164-16,2-2-76 0,-1-1-59 15,0-1-45-15,1-5-10 0,1-2-7 0,2-3-44 16,3-5-58-16,-2-2-46 0,3-2-41 16,0-7-36-16,1 1-44 0,2-3-44 0,-2-1-37 15,1 1-30-15,1 1-15 0,-1 1-14 0,-3 5-8 16,-1 2-5-16,-1 5-4 0,-5 3-1 0,1 5 0 16,0-1 2-16,-2 7 2 0,1 2 2 15,-3 2-1-15,-1 2 1 0,2 7 0 0,-2 3-3 16,1 3-3-16,-1 1 0 0,0 2 0 0,0 4-2 15,0 0-1-15,5 0 0 0,-5 0-1 16,1 1 0-16,1 1-2 0,-1 0 2 0,3-1-1 16,-3 0 1-16,-1 2-1 0,2-2 0 15,0-1-1-15,-2 0 0 0,1-3-1 0,-1 1-1 16,0-3-1-16,-1-1 0 0,1-2 1 16,0-2-9-16,-2 0-36 0,0-3-64 0,1 0-65 15,-1-2-117-15,0-1-179 0,2 0-309 0,-1 0-293 16,2-1-229-16,-1 1-128 0,5-4 328 0,0 1 557 15</inkml:trace>
  <inkml:trace contextRef="#ctx0" brushRef="#br0" timeOffset="182843.21">23632 14099 116 0,'4'-5'710'15,"-2"2"456"-15,-2 1 113 0,-2-3-127 0,0 4-398 16,0 0-307-16,1-1-172 0,-1 2-91 15,2-2-53-15,0 1-47 0,0 0-35 0,0-1-35 16,3 2-48-16,1-2-36 0,0 2-59 0,-1-1-116 16,2 1-151-16,-2 0-266 0,4 0-257 15,-1 0-240-15,2 1-80 0,0-2 303 0,0 0 443 16</inkml:trace>
  <inkml:trace contextRef="#ctx0" brushRef="#br0" timeOffset="183267.66">24103 13731 59 0,'0'-7'570'0,"-3"3"466"16,-1 0 205-16,-3 2-59 0,1 2-316 0,-1 0-245 15,-2 2-171-15,3 2-104 0,-2 3-69 0,1 1-56 16,-1 4-77-16,2 3-55 0,2 3-41 15,0 4-20-15,1 3-13 0,3 3-8 0,3 4-3 16,1 3-2-16,2 2 0 0,3-1-2 0,1 0 0 16,3-2 0-16,1-4-1 0,-1-3 1 15,4-4-2-15,0-9-1 0,4-4 2 0,-3-8 2 16,3-7 3-16,-2-4-2 0,2-7 0 16,-5-3 3-16,-1-5-1 0,0-2-1 0,-6-3-1 15,0 0 1-15,-4-4 3 0,-2 1-1 0,-3 3 2 16,-4 0 2-16,-3 4 4 0,-3-1 2 15,-2 5 2-15,-3 4 0 0,0 4 1 0,-2 1-2 16,1 6-1-16,-3 6-1 0,5 5-5 16,-3 3-2-16,0 7-3 0,4 5-1 0,1 2-1 15,3 3-3-15,0 5 0 0,4-2-1 0,3 2 0 16,2 0-3-16,2 0-21 0,3-4-59 16,2-1-67-16,-1-1-115 0,6-4-182 0,-1-2-309 15,5-5-326-15,2-1-260 0,2-5-131 0,3-2 331 16,2-5 603-16</inkml:trace>
  <inkml:trace contextRef="#ctx0" brushRef="#br0" timeOffset="183553.65">24663 13852 429 0,'6'-1'1125'0,"-6"2"353"16,0 6-104-16,0 6-291 0,0 5-423 0,-3 4-241 15,3 5-155-15,0 2-84 0,3 4-55 16,2 3-47-16,3-1-29 0,5 3-21 0,-2-3-14 15,6-7-7-15,-1-2-3 0,5-7-5 0,0-5-7 16,0-7-3-16,0-7-3 0,-2-5-2 16,-3-2-1-16,-2-6 2 0,-3-4 8 0,-1-3 3 15,-4-4 3-15,-2-1 3 0,-2-1 3 0,-4-2 0 16,-2 0 3-16,-2 1-1 0,-4-1 1 16,0 2 1-16,-4 2-2 0,1-1-1 0,-4 6-4 15,4-1 1-15,-4 9-3 0,1 0-18 0,-3 5-60 16,-1 6-66-16,1 3-128 0,-3 6-215 15,0 3-308-15,-1 4-334 0,1 1-257 0,0-1-103 16,-1 3 449-16,-2 2 614 0</inkml:trace>
  <inkml:trace contextRef="#ctx0" brushRef="#br0" timeOffset="184270.78">21185 13922 161 0,'1'2'564'0,"-1"1"292"16,5-3 170-16,0 1-50 0,1 1-296 0,5-2-197 15,0 0-97-15,6 2-23 0,0-1-54 0,1-1-72 16,4 0-19-16,-1 0-31 0,3 0-34 16,-1 0-37-16,3 0-22 0,-4-1-15 0,2-1-38 15,-1 0-17-15,-1 1-10 0,-2-2-7 16,-2 1-4-16,0 2-2 0,-1-1-11 0,-4 1-58 16,-1 1-59-16,-4-1-129 0,-3 4-177 0,-1 0-304 15,-4-1-321-15,0 3-242 0,-4 0-119 16,-1-2 382-16,-3-1 549 0</inkml:trace>
  <inkml:trace contextRef="#ctx0" brushRef="#br0" timeOffset="184531.56">21511 13839 103 0,'9'-6'346'0,"0"1"177"0,4 1 189 16,4 2-61-16,4 2-90 0,1 0-15 0,4 2-41 15,0 1-32-15,4 0-68 0,2 0-92 16,0 0-75-16,-1 1-78 0,3-1-50 0,-3 1-29 15,-1 1-13-15,-1 1 13 0,-4 0 22 0,-3 2 37 16,-4-1 43-16,-3 3 23 0,-5-2 2 16,-5 1-18-16,-4 1-31 0,-2 1-38 0,-8 3-43 15,-2-3-30-15,-4 3-20 0,-1 1-13 16,-6-1-7-16,0 0-4 0,-4 1-3 0,2 0-7 16,-3-2-24-16,1-3-64 0,-3 0-59 0,1-2-84 15,-1-2-140-15,4-1-204 0,-2-1-302 16,3-2-231-16,1-1-201 0,-3-1 11 0,4-1 429 15,2-2 484-15</inkml:trace>
  <inkml:trace contextRef="#ctx0" brushRef="#br0" timeOffset="184946.77">21376 13752 341 0,'-2'-5'819'15,"-4"1"354"-15,0 1 39 0,-4 2-263 16,-1 1-241-16,-2 0-166 0,-2 2-131 0,-1 3-90 15,-1 1-60-15,-4 3-60 0,0 1-68 16,1 2-54-16,0 3-34 0,0 3-18 0,1 0-11 16,3 1-8-16,2 5-4 0,5-2-1 0,2 0-1 15,1 2 1-15,5-1-3 0,2-1 1 0,4-3 0 16,-1 3-2-16,5-4 0 0,-1-2-2 16,2-1 0-16,2-1 1 0,-3-2-2 0,5-2 1 15,1-2 1-15,-1-1-1 0,2-2 2 16,1-1 1-16,1-3 1 0,2-1-4 0,0-2-4 15,1-3-51-15,3-1-66 0,-1-3-112 16,1-2-194-16,-1-2-297 0,0-2-337 0,1 0-288 16,-5-1-148-16,-2 0 341 0,0-1 640 0</inkml:trace>
  <inkml:trace contextRef="#ctx0" brushRef="#br0" timeOffset="187046.5">18105 11484 111 0,'1'-25'250'16,"-1"5"100"-16,3-1 10 0,-1 1-108 0,1 3-63 16,1 0-32-16,-3 3-9 0,1 4 14 0,-1 1 14 15,4 1 6-15,-5 4-2 0,-2 3-14 16,-1 1 1-16,0 5 1 0,0 4-24 0,-2 5-19 16,0 2 38-16,-1 6 23 0,1 3-14 15,-3 5-20-15,0 4-14 0,2 4-28 0,0 4-57 16,-4 2-36-16,2 5 40 0,2 5 39 0,-2 2 16 15,-1 2 22-15,1 6 7 0,-2 2 5 0,1 2-52 16,3 1-44-16,-1-2 9 0,1 1 14 16,1-1 6-16,2-5-3 0,0-2-1 0,3-6 0 15,3-5-29-15,1-4-24 0,3-7-11 16,3-2-5-16,3-5-5 0,4-5-1 0,1-5-2 16,3-4 0-16,4-3-2 0,2-5 11 0,2-1 9 15,2-2 6-15,1-5 5 0,1 1 1 16,2-2 5-16,-2 2-11 0,5-2-4 0,-2 1-9 15,2 0-1-15,0 1-2 0,3-1-1 16,-3 1-4-16,4-1-4 0,-2-1 0 0,2 0 2 16,-1 0 1-16,1-1-4 0,1-1 2 0,0 1-1 15,3-2-2-15,-3 0-3 0,2 0 1 16,-2 0 5-16,1 0 17 0,-1 0 11 0,-2-2 6 16,3 1 8-16,-3 4-1 0,-1-5-4 15,1 1-15-15,-1-1-6 0,-4-1-4 0,-1 0-6 16,-2-1-3-16,-1 1-1 0,-4-2-1 0,1 1 2 15,-6-2 1-15,1 0 1 0,-5-1 0 0,1 2 1 16,-2-2 1-16,-2 0-6 0,-1 2 2 16,-2 0-2-16,-2 1 1 0,0 1 0 15,-1-1 0-15,-2 1 2 0,-1 1-6 0,0 3 1 16,-1-2 0-16,1 3 1 0,-3-2 1 0,2 1-1 16,-3 2 4-16,1-1-1 0,-1 0 4 0,-1-3-4 15,-1 3 4-15,-1-5-2 0,2 0 1 16,-1-3-4-16,-1 0-1 0,0-1 2 15,2-1-3-15,-2-1-2 0,0 0 3 0,0-1 1 16,0 0 2-16,0-3-2 0,0-1 1 0,0-5-1 16,0 0-6-16,0-6-1 0,0-1 3 0,-2-4 1 15,2-5 2-15,-1-2 6 0,-1-6 4 16,-3 0 41-16,0-4 22 0,-2-5 3 0,-3-3 6 16,-1 0 0-16,-3-7-8 0,-4 5-33 15,-2-2-17-15,-2-1-5 0,-5 3-9 0,0 1 1 16,-5 5 4-16,-4 2 15 0,-2 5 3 0,0 7 1 15,-3 5 3-15,-5 7-5 0,-1 6-4 16,-7 6-15-16,-3 6-5 0,-3 8 1 0,-2 4-4 16,-4 6 3-16,-1 7-3 0,-3 4-3 15,2 5-6-15,0 0-4 0,-1 3 3 0,6-1-3 16,1 2 2-16,6-2 0 0,2-3 10 0,5-1-4 16,3-3 0-16,8-2 2 0,6-4 0 0,6 0 2 15,4-5-9-15,9 0-22 0,6-1-55 0,7-1-73 16,5 0-155-16,8 0-294 0,4 0-297 15,7-1-297-15,3-2-198 0,3 0 115 16,3-2 602-16</inkml:trace>
  <inkml:trace contextRef="#ctx0" brushRef="#br0" timeOffset="188449.6">22110 11069 80 0,'4'-21'266'0,"1"4"113"0,-2 0 92 16,1 4-171-16,0 4-110 0,-2-1-49 16,-1 4 3-16,1 4 50 0,-1-1 86 0,-1 4 67 15,0 3 73-15,2 2 21 0,-2 6-30 0,2 3-29 16,-2 4-64-16,0 4-55 0,0 2-62 16,0 8-42-16,-2 0-29 0,0 4-43 0,1 3-29 15,-1 6-10-15,-1 1-18 0,-1 3-15 0,0 4-4 16,0 3-5-16,-3 3-1 0,2-1 17 15,1 2 13-15,-2 2 6 0,2-3 0 0,1-2 2 16,2-2-1-16,2-3-22 0,1-5-13 0,5-3-3 16,1-4-2-16,4-4 1 0,3-3 0 15,3-4 4-15,5-2-7 0,3-3 0 16,4-4-5-16,3-1-7 0,3-3 6 0,2-3 2 16,6-2 1-16,3-4 5 0,1-1 6 0,8-3 1 15,-2-4-5-15,6 0-3 0,1-3-2 0,3 0-2 16,2-3-3-16,-1 0 0 0,1-1-1 15,1 0-1-15,1-1 5 0,-3-2 3 0,-1 3-1 16,0 1 4-16,-1 1 5 0,0 1 3 16,-4 0-5-16,-1 2-6 0,-1 1 1 0,-3 1-2 15,-1 0-3-15,-3 1-3 0,-2-1 3 0,2 0-3 16,-5 0 2-16,1 0 3 0,0-1 1 16,-3-1-2-16,-1-1 5 0,-1-1-1 0,-1-1 1 15,2-1-3-15,-3-1 2 0,-1-2 0 0,-2-1 3 16,-1 0 5-16,-2 1-4 0,-2-1 4 15,-3-1-4-15,-2 1 1 0,1-1-4 0,-3 0-2 16,-2 1 3-16,-3 1 0 0,-2-1 1 16,-1 0-1-16,-2 1 1 0,-1 1 0 0,0 0-6 15,-4 1 1-15,-1 0 2 0,0 1 3 0,-2 2 0 16,-1 1 0-16,0 0 0 0,0 1 0 16,-4 0 0-16,3 0-4 0,-1 2-5 0,-2-1 3 15,4-1 4-15,-4 1-2 0,2-1-4 16,1 2 2-16,-3-1 5 0,-1 1-2 0,3-2 0 15,1 0 2-15,-3-1 0 0,3-1 0 0,-1-1 4 16,3-3-3-16,-3-4-2 0,2-4 5 16,-2-1 0-16,0-5 1 0,0-5-5 0,1-4 4 15,-3-5 4-15,-1-3-6 0,0-5-2 0,0-2 14 16,-1-5 17-16,-3-2 5 0,1-5 7 16,-2 0 21-16,0-4 24 0,-4 0 7 0,3-1-4 15,-4 1 6-15,2 0 6 0,-2 3-11 0,-2 6-9 16,-3 4-15-16,-1 5-9 0,-5 5-13 15,-2 4-14-15,-5 7-8 0,-2 3-13 0,-1 6-6 16,-7 4-5-16,0 3-1 0,-3 5-1 0,-3 2 1 16,-2 4 2-16,-5 2 1 0,0 4 0 15,-6-1 1-15,-1 2 0 0,-5 0-2 0,-5-1 0 16,-6-1-5-16,-3-3-2 0,-5-1-4 16,-3-2 3-16,-5-4-2 0,-2-3 0 0,-6-5 1 15,-1 1 2-15,-1-4 0 0,-3-1-1 0,7 2-3 16,3 3-1-16,6 2 3 0,7 5-7 15,11 6-39-15,3 8-61 0,12 7-58 0,6 2-130 16,12 9-214-16,7 1-311 0,8 3-285 16,8 2-222-16,6-1-93 0,7-1 437 0,7 0 569 15</inkml:trace>
  <inkml:trace contextRef="#ctx0" brushRef="#br0" timeOffset="200717.08">17493 14881 86 0,'-3'5'280'0,"1"-1"134"15,-1-1 106-15,1 0-169 0,1 0-134 16,1-1-83-16,0-1-57 0,0 2-34 16,0-3-21-16,1 2-9 0,6-1 24 0,-3-1 22 15,4 1 50-15,5-1 50 0,1 0 41 0,5 0 53 16,5 0-2-16,1 0 1 0,5 0 3 0,6-1-32 15,2 1-24-15,2-1-24 0,7-1-20 16,1 2-18-16,4-1-40 0,3-1-23 0,4 2-8 16,1 0-22-16,5 0-11 0,1 0-7 15,4 0-5-15,3 0 2 0,2 0-12 0,2 0-4 16,-2-1-3-16,1-1-4 0,1-1-5 0,-2 0 5 16,1 0 2-16,-3 0 5 0,-4 0 1 15,-1-1 3-15,-2 1 5 0,-2-2-7 0,-4 1-3 16,-5-1 21-16,-3 2 18 0,-3-1 11 15,-3 0 13-15,-3 1 11 0,-5 1 4 0,-3-2-21 16,-4 2-18-16,-1 2-10 0,-1-2-13 0,-6 2-10 16,-2 2-5-16,0-2-2 0,-4 5 0 15,-3-3 0-15,-3 2 0 0,0-2 2 0,-1 2 0 16,-4 0-4-16,-1-1-2 0,3 0-1 16,-5 0 0-16,2-2 1 0,-4 2-4 0,2 1 3 15,2-2 0-15,-1 1 0 0,-1-1-1 0,3 0-3 16,-2 1 4-16,1-1-1 0,0 1-2 0,0-2 2 15,1 3-1-15,0-3-1 0,2-1 0 16,0 2 1-16,0-1-14 0,0-1-68 0,-2 0-111 16,2 0-146-16,-1 0-298 0,0 2-271 15,1-2-224-15,-1 1 11 0,-1-1 326 0,-1 3 402 16</inkml:trace>
  <inkml:trace contextRef="#ctx0" brushRef="#br0" timeOffset="201382.97">22758 14956 29 0,'11'-10'416'0,"1"2"300"15,-4 3 184-15,2-1 15 0,1 2-364 16,2 3-244-16,5 0-117 0,2 1-30 16,7 1 7-16,1 0 33 0,5 3 21 0,5 2-2 15,3-2-38-15,2 3-37 0,6-1-27 0,0 3-39 16,6-2-24-16,4 3-10 0,2-2-7 15,3 1-11-15,1 0-8 0,1-2-8 0,3 0-8 16,-2-1-5-16,1-3-4 0,-2-1-2 16,-1-2-6-16,0-3 7 0,-2 0 1 0,-1-3 5 15,-2-1 8-15,-1-3-2 0,-3-1-18 16,0 1-43-16,-4-1-80 0,-5 1-112 0,-4-2-136 16,-4 2-208-16,-4 0-268 0,-6 2-179 0,-6 1 15 15,-7 5 258-15,-6 0 329 0</inkml:trace>
  <inkml:trace contextRef="#ctx0" brushRef="#br0" timeOffset="203327.66">18027 17523 285 0,'-4'14'694'16,"-1"0"325"-16,-2-3 108 0,2 0-232 15,1-5-285-15,-1-1-172 0,4 0-83 0,-1-2-48 16,1 0-53-16,1 0-44 0,0-3-39 0,0-2-15 16,3-2-34-16,0-4-23 0,4-2-10 0,2-4-4 15,-1-3 2-15,2 0-14 0,2-7-12 0,-1-2-16 16,3-2-1-16,-1-3-5 0,2-5-9 16,0 3-6-16,0-5-5 0,0 1 0 0,0-1-7 15,1 1 2-15,-2 0 0 0,-1 5 3 0,-2 0 0 16,2 3 1-16,-4 5-2 0,-2 3-4 0,0 4-1 15,-2 4-2-15,0 3 3 0,-2 1-1 0,-1 4 1 16,-1 4 0-16,-1 2 1 0,0 5-1 0,0 6-3 16,-1 3-1-16,-1 6-2 0,1 4-1 0,-3 0-2 15,1 3-1-15,-2 4-1 0,3-3-1 16,-2 3 0-16,3 0 0 0,-1-2-1 0,1 2-1 16,1 0 0-16,0-3-1 0,0 1 0 0,0-3 1 15,1 1 1-15,-1-2 0 0,3-2-1 0,-1-3 0 16,2 0-2-16,0-4 2 0,-3 2-1 15,2-2-11-15,1-3-22 0,-3-2-60 0,2-1-63 16,-3-4-99-16,0-1-163 0,0-1-276 0,-1-4-313 16,1-1-255-16,0-1-185 0,-2-2 162 0,1-4 579 15</inkml:trace>
  <inkml:trace contextRef="#ctx0" brushRef="#br0" timeOffset="204951.77">19366 17349 464 0,'-8'6'921'0,"-1"-2"278"16,1 2-32-16,-2-3-324 0,6 0-344 0,-4-1-197 16,3 1-116-16,2-2-66 0,1 1-39 0,1-1-31 15,2-1-16-15,3 0 2 0,4-3 3 16,4 2 1-16,4-4 1 0,6 1 7 0,2-1 0 16,1-2-6-16,2 1-10 0,2-1-7 0,1 2-7 15,-2-3-7-15,2 2-5 0,-1 0-9 0,1 0-4 16,-4 0-1-16,1 2 2 0,-2-2 5 15,-4 1 6-15,1 2-20 0,-3 0-31 0,-4 2-53 16,-1-1-130-16,-6 2-184 0,-4 2-302 0,0-1-260 16,-4 2-235-16,-4-2-48 0,0 1 390 0,-3-2 472 15</inkml:trace>
  <inkml:trace contextRef="#ctx0" brushRef="#br0" timeOffset="205209.53">19671 17023 52 0,'7'-7'481'0,"-1"1"332"0,-1 1 176 0,3 2-14 16,-4 2-336-16,5-1-217 0,0 2-113 0,2 2-45 15,0-1-23-15,0 3-20 0,2 1-38 16,0 1-49-16,1 0-39 0,-2 2-28 0,1 3-10 16,3-1-3-16,-3 1-5 0,2 3-7 0,-3 0-6 15,1-1-5-15,-1 2-10 0,-3 0-4 0,4 2-5 16,-5 0-5-16,0 0 0 0,-1 0-1 0,-2 1-1 15,-2-2-1-15,1 2-1 0,-3 1-2 0,-1-2-10 16,0 1-29-16,0 0-39 0,-5-2-115 0,0 1-158 16,1 0-249-16,-4-4-282 0,2 2-251 15,1-6-151-15,-2-1 266 0,3-2 473 0</inkml:trace>
  <inkml:trace contextRef="#ctx0" brushRef="#br0" timeOffset="205696.79">21186 17824 460 0,'7'2'1240'0,"1"-1"272"0,2 1-192 15,-2-2-279-15,2 0-515 0,4-2-263 0,1 1-147 16,2-2-65-16,-1 0-46 0,3 0-49 15,-1-2-39-15,2 2-35 0,0-1-79 0,-1-1-114 16,3 1-136-16,2 0-225 0,-1 4-252 0,3-3-223 16,-4 6-17-16,2 1 286 0,-4 2 405 0</inkml:trace>
  <inkml:trace contextRef="#ctx0" brushRef="#br0" timeOffset="205858.69">22086 17918 44 0,'27'-4'423'0,"-5"1"281"0,-4 3 170 0,-1-1 22 16,-4 2-370-16,0 0-253 0,-1 1-131 0,-1 1-66 16,0 0-12-16,-2-1-19 0,4 0-42 0,0 0-85 15,-2 1-80-15,3-3-100 0,0 2-213 0,3 1-236 16,-1-3-99-16,3 2 94 0,0-1 190 16,0-1 223-16</inkml:trace>
  <inkml:trace contextRef="#ctx0" brushRef="#br0" timeOffset="206021.94">22902 17987 159 0,'17'4'297'15,"-1"-3"108"-15,-2 0 4 0,0 1-165 0,1-4-107 16,-1 1-59-16,-3-2-33 0,0 0-17 0,1-3-7 16,0 0-15-16,-1 0-2 0,1-1-27 0,1 0-85 15,1 1-197-15,-3 0-92 0,1-2 3 16,2 3 52-16,-3-4 104 0</inkml:trace>
  <inkml:trace contextRef="#ctx0" brushRef="#br0" timeOffset="206143.53">23204 17893 43 0,'7'2'315'0,"0"-1"215"16,-4 4 188-16,2-1-18 0,-2 1-163 0,0 1-127 15,-1-2-99-15,2 2-73 0,-2-1-57 0,1 1-51 16,0-1-50-16,2-3-41 0,2 3-26 0,-3-2-40 16,6-1-49-16,-2-2-63 0,1 0-95 0,4-2-211 15,-2-1-242-15,3 2-121 0,2-5 16 16,3 1 174-16,-2-1 249 0</inkml:trace>
  <inkml:trace contextRef="#ctx0" brushRef="#br0" timeOffset="207787.6">24442 17151 243 0,'-6'-6'493'0,"-1"-2"231"0,2 4 149 16,-1-2-221-16,1 0-129 0,0 2-48 0,1-3-41 15,1 3-54-15,0 2-48 0,-1-3-58 0,4 3-69 16,0-2-68-16,0 0-53 0,4-2-30 15,4-1-6-15,1-2-7 0,4 1 1 0,2-2-5 16,4 1 15-16,5 0 50 0,1 0 12 0,2 1 3 16,0 2-2-16,-1 2-2 0,0 1-9 0,0 3-26 15,-3 3-10-15,-1 1-2 0,-1 4 3 0,-2 5 3 16,-5 0 1-16,0 4-15 0,-6 4-9 16,-1 5-6-16,-6 1-6 0,-2 4-8 0,-6 3-6 15,-1-1-5-15,-6 5-5 0,-2 3-5 0,-4-2-2 16,-1 3 0-16,-3-2 2 0,-1-1 4 0,2 0-4 15,-3-1-3-15,5-2-1 0,3-7-2 0,-1 1-6 16,6-7-5-16,3-1 3 0,1-5 2 16,8 0-1-16,2-4-1 0,5 1 2 0,4-4 0 15,4 0 1-15,4-2 0 0,2 0 1 0,2-4 2 16,5 0 0-16,2-4 5 0,2-3 2 16,3 1 1-16,0-1 0 0,5-2-2 0,0-2-1 15,-1 1-30-15,0-2-71 0,-1 2-70 0,1-1-142 16,-3 2-270-16,2 2-322 0,-4 3-355 0,-1 0-242 15,-2 0-19-15,-5 3 599 0</inkml:trace>
  <inkml:trace contextRef="#ctx0" brushRef="#br0" timeOffset="214061.62">17478 16356 99 0,'4'3'242'0,"-4"-2"93"15,0 2-13-15,0 1-137 0,0 0-92 0,0 2-44 16,0 1-25-16,0 2-3 0,-2 2 29 0,0 1 17 15,2 3 4-15,-2 4 14 0,0 4 5 16,2 2 26-16,-2 6 27 0,2 4 7 0,2 6 8 16,-2 3-30-16,4 8-3 0,0 5-24 0,0 6-32 15,0 4-17-15,-1 5-18 0,0 5 13 0,2 3 5 16,-2 2-16-16,3 3-12 0,-3-1-9 16,0 0-8-16,1 0-3 0,0-4-26 0,-2-4 5 15,1-6 5-15,-1-3 2 0,0-9 5 0,-1-7 3 16,-1-8 0-16,2-7-2 0,-1-10 3 0,2-8-31 15,-1-7-40-15,-1-7-66 0,1-7-90 16,-1-6-233-16,1-6-119 0,1-4 9 0,-3-5 109 16,0-3 158-16</inkml:trace>
  <inkml:trace contextRef="#ctx0" brushRef="#br0" timeOffset="-211716.43">17648 16302 68 0,'1'3'277'16,"-4"-2"141"-16,2 1 119 0,1-1-118 0,0 1-169 15,0-1-99-15,1 2-55 0,4 0-45 0,1 0-22 16,5 2 18-16,0-2 11 0,5 1 8 16,0-1 49-16,1 0 54 0,3 0 26 0,1-2-13 15,1-1-7-15,1 3-7 0,2-3-30 0,0-3-18 16,5 3-10-16,-1-1-7 0,2 0-4 16,1-1 14-16,0 0-6 0,1 0-24 0,2 0 16 15,-2-1 9-15,5 0 6 0,-5 2-16 0,2-2-8 16,0 0-8-16,-1 0-46 0,3 1-29 0,-1-1-17 15,0 2-14-15,2-1-3 0,0 2-3 0,1-1 14 16,1 1 9-16,0 0 5 0,1-2 20 16,3 2 9-16,1-1 9 0,0 1-1 0,1-3 0 15,2 0 1-15,-1 2-14 0,2-3-4 0,0 2-8 16,0-2 1-16,2 0 4 0,0-1-5 0,-1-2-3 16,2 1-3-16,1-2 0 0,-1 1 0 0,0-2 0 15,-1 1-3-15,2-1 1 0,-1 1-2 16,-3-3-2-16,3 2-7 0,-3-1 2 0,1 2 5 15,-3-1 2-15,-1 0 2 0,1 0 5 0,-1 1 2 16,1 1 0-16,0-1 0 0,0 2-5 0,0 0-1 16,1 1-1-16,-2-1-1 0,1 2-1 0,-1 0-1 15,0-1-2-15,0 2-4 0,-1 0-7 16,1-1-1-16,0 1 1 0,-1 0 5 0,0-1 3 16,0 0 7-16,-1 2 7 0,2-3 7 0,-2-1-5 15,0 4 2-15,3-3-4 0,-1 3-1 0,2-2-2 16,-4 2-3-16,3-3-2 0,-1 2-2 0,2 0-4 15,-4-1-4-15,3-1-2 0,-1 1-3 16,2-1-1-16,-4 2 3 0,5 0 8 16,-3 1 5-16,1-2 3 0,1 2 8 0,1 0 4 15,-2 0-3-15,2 0-4 0,2 2 1 0,-2-2-4 16,0 2-5-16,-3 2-2 0,1-2-1 0,-4 1-3 16,-1 0-1-16,0 3-1 0,-4-3 1 15,-3 2 1-15,-1 0 0 0,-2 0 1 0,-4 1-1 16,1 1 1-16,-2 1 5 0,-4 0 5 0,1 1 4 15,-3 0-1-15,-1 4 5 0,-1-2 2 16,-1 3-2-16,-3 0-1 0,0 2-1 0,-1-1-3 16,-2 2 1-16,1-2 1 0,0 0-3 0,-4-1-2 15,4 1 2-15,-2-1 0 0,0 0-4 0,1-4 3 16,1 1-2-16,3-1-1 0,-2-3-2 16,5-1-1-16,-1 0 0 0,2-1 0 0,2-3 1 15,1 0 1-15,0 0-2 0,4-2 0 0,0 1 0 16,0-3 0-16,0 3 0 0,-2-2 0 0,4 2 2 15,-2-1-1-15,1 1-3 0,-1 1-3 0,0 0 2 16,-1 0-1-16,1 1-3 0,0 1-1 0,-3-1 3 16,3 2 4-16,0 0 0 0,0 0 3 15,-1 0 8-15,0 2 0 0,-1-1 2 0,2 1 1 16,-2-1-2-16,2 0 3 0,0 1-4 0,-2 1 2 16,2-4-2-16,-1 2-2 0,1-1-2 0,-1 1 12 15,1-3 12-15,0 0 3 0,0 1 2 0,1-2 0 16,1 0 1-16,1-2-15 0,1 1-9 15,-1-2-5-15,4 0-7 0,-1-3-1 0,2 1-4 16,-1 0-5-16,1-2 1 0,2-1 1 0,0 1 6 16,1 0 2-16,-1-1 4 0,3 1 2 15,0-3 0-15,2 2-3 0,-3-2-2 0,2 3 2 0,-1 0-1 16,-1-1 0-16,-1 2 2 0,0 0-1 16,-3 3-1-16,0 0-2 0,-4 2 0 0,-1-1-1 15,0 4 1-15,-3-2 0 0,0 3 1 0,-3-1-1 16,0 2 0-16,-1 0 2 0,-1 1 1 15,-2 0 3-15,0 1 5 0,-1 3-3 0,0-3 4 16,0 1 3-16,-1 2-6 0,-1 0-2 0,-1-2 0 16,1 1 2-16,-3-1 2 0,4 0-4 0,-4 3 1 15,2-4 0-15,-2 1-1 0,2-1-6 16,0 1-1-16,-2-1 0 0,-1-2 0 0,2 2 0 16,0-2 3-16,-2-1 4 0,0 2 1 0,1-1-1 15,1-1-2-15,-2 1 2 0,1 0-1 0,-2-2-3 16,1 3-1-16,0-1-1 0,-1-1 4 15,-1 2-2-15,4-3 1 0,-3 4-1 0,-1-3-3 16,2 1 0-16,-2 1 1 0,0 0 1 0,1 0-1 16,0 1-1-16,-3 0 4 0,4 2-1 0,-4 0-2 15,1 3-1-15,1 1 1 0,-3 1 2 0,0 0 3 16,1 2 7-16,-3 0 5 0,1 0 7 16,-1 3 7-16,1 0 3 0,-1 1 5 0,0 1 3 15,0-1 0-15,1 1 1 0,-2 1-5 0,2-2 1 16,0 2-6-16,-1 0 2 0,1 0 1 0,-1-1 3 15,1 0 1-15,0 2-6 0,-1-1 2 0,2 2-4 16,0-1-8-16,-2 0-9 0,1 3-6 0,-1-3 0 16,1 1-5-16,-1 1-1 0,0-1 4 15,0 3 0-15,-1-2 1 0,0-1-1 0,1 3 1 16,-1-2-2-16,0 1-4 0,-2 1 0 0,2-2 1 16,-4 1 1-16,3-1-4 0,-3 1 0 0,1-3 4 15,-1 2 1-15,2-1-1 0,-3 0-3 16,0-1 7-16,0-1 10 0,0-1 8 0,0 1 6 15,0 1 18-15,-3-3 14 0,3 2 6 0,0 0 0 16,0 0-9-16,0 1-6 0,0 0-12 16,0 0-12-16,0 1-10 0,3 1-8 0,-1-2-3 15,-1 2-3-15,1-1-2 0,-1-1 1 0,1 0-2 16,1 2-2-16,0-4-1 0,-1 3 0 0,1-2-1 16,-1 2 0-16,1-3 2 0,-1-1-3 15,-1 1 1-15,2-2 0 0,-1-1 1 0,-2-1-4 16,1-1 1-16,-1 0 1 0,0-1 1 0,0-2 0 15,0 1 1-15,0-3 2 0,-1 1-1 0,1-4 0 16,-2 1 0-16,-1-2 0 0,2 2 1 0,-2-2 0 16,-1 0-1-16,3 1 0 0,-3 2 0 15,1-2-2-15,-2 4-2 0,2-3-1 0,-3 3 3 16,2-1 1-16,0 0 2 0,-1-1 4 0,1 1 1 16,-1 1 2-16,-3-3 2 0,2 0-1 0,1 1-2 15,-1-2-1-15,-1 0-2 0,0-1-2 0,0-1-1 16,-1-1-2-16,2 0 2 0,-1 0-3 0,-2-2 1 15,0 2-1-15,0-2-2 0,-3 0 1 0,4 1 0 16,-2-2-1-16,-2 1-1 0,2-2 1 0,-1 0 0 16,1 3 1-16,0-3 0 0,0 0 0 0,-1 0 0 15,0 0 0-15,0 0-1 0,-1 0 1 16,0 0 0-16,0 2 2 0,1-2-1 0,-1 5 0 16,-1-4 1-16,0 1-1 0,0 1-1 0,0 1 0 15,1-1 3-15,-2 0-2 0,-1 0-1 0,1 0 1 16,0 0 1-16,-3 0 0 0,2 0-1 0,-2-2 1 15,-1 1 0-15,1-2 0 0,-2 0-1 0,3 0-1 16,-2 0-2-16,1 0 1 0,-1-2 0 0,0 1 0 16,-1-1 1-16,2 2 1 0,-1 0 1 0,-2 2 0 15,2 1-2-15,-2 0 1 0,1 1-1 0,0 0 2 16,0 1-1-16,-1-2-1 0,2 0-1 0,-1 0-1 16,1 0 1-16,-2 3-1 0,1-4 1 0,2 3 1 15,-4-3 2-15,2-1-1 0,0 2-1 0,0-3 0 16,2 0 0-16,0-3-2 0,1 2 1 0,0 0 1 15,1-5 0-15,0 4 0 0,2-3-1 0,-1 1 0 16,4 0-1-16,-1-2-1 0,-1 1 2 0,2-1-2 16,1 0 1-16,-2 0 1 0,1 0 0 0,2 2 2 15,1 0 0-15,-1-2 1 0,-2 3 0 16,0 1-1-16,1 1-1 0,0-2 0 0,-3 3-1 16,-2 3-1-16,1-2 1 0,-2 1-1 0,0 3 1 15,-3 3 1-15,2-1 0 0,-5 2 1 0,1 0-1 16,-1 1 0-16,1 1 0 0,-2-1-1 0,1 3 0 15,-1-3 0-15,-4 3 1 0,5-3 0 0,-5-2 2 0,2 2 0 16,-1-1 0-16,0-2-1 0,0-1 2 16,-1-1 0-16,4 0 0 0,-2-1 0 0,1-3 0 0,-1 2 0 15,2-1-1-15,-4-2-2 0,0-2-2 16,0 2 1-16,0-1 1 0,0-1 2 0,1 2 0 16,-2-1 3-16,2-2 0 0,-4 2 0 0,4-1 0 15,-2 2-2-15,0-2-1 0,3 4-2 0,-3-2 3 16,1 3-1-16,0-2 2 0,0 2 1 0,-3 2-1 15,2 1 0-15,0 1-1 0,-1 2 3 0,-3 2-2 16,1-2 0-16,0 4 0 0,0-1 0 0,0 1 1 16,0-2-3-16,0 3-7 0,2-4-2 0,0 0-2 15,-1 0-1-15,2-1 4 0,-1-2 3 0,1-1 7 16,1-1 5-16,-1-1 2 0,2-1 2 16,0 0-7-16,0 0-1 0,0-1-2 0,1-2-1 15,-2 0-1-15,1-2-2 0,0 0-1 0,0 1-1 16,1 0 2-16,-3-1 0 0,2-1-1 0,-1 2 2 0,1-1 1 15,-2 1 1-15,3 1 0 0,-3 0-1 0,-1 0 1 16,0 1 0-16,-1 2-7 0,1 0-3 0,-2 1 0 16,0 1-2-16,0 0-2 0,0 1-1 15,0-3 6-15,-2 4 4 0,0-3-1 0,2 2 2 16,-3-2 6-16,1 2 6 0,-1-3 1 0,2 0-1 16,-3 0 1-16,3-1 0 0,-4 0-7 0,2 0-4 15,-3 1-1-15,2-2-1 0,1 2 3 0,-2 0 0 16,2-1 1-16,0-1 2 0,0 0-7 0,-1 1-3 15,1 0-4-15,1 1-1 0,2 0-1 0,-1-2 0 16,-1 2 5-16,2-2 4 0,0 1 2 0,2 0 1 16,-4 0 0-16,2 1 0 0,-2-2-1 0,2 0 1 15,0 0-1-15,0-1 0 0,-1 0 6 0,2 0 4 16,-1-1 1-16,0 0 1 0,2 0 0 0,-1-2 0 16,-1 1-7-16,2-3-2 0,0 2 0 0,-1-1 0 15,-1-1-7-15,4 1-2 0,-2-1-2 0,-1 1 0 16,-1-2-2-16,4 1 0 0,-4-1 5 0,1 0 2 15,2 2 1-15,-1-1 1 0,1 0 0 0,0 3 2 16,2-4 0-16,-2 3-1 0,2-2 0 0,-2 2 0 16,2-1 0-16,1-1 0 0,1 0 1 15,0 1 0-15,-1 0 0 0,2 0 0 0,1 0 0 16,-1 0 1-16,2-1-2 0,-1 1 1 0,1 1 1 16,-1-2 0-16,4 0 6 0,-4 2 0 0,2-2 4 15,-1 3 0-15,-1-4 1 0,4 3 1 0,-4 0-7 16,2-2-7-16,2 4-6 0,-2-2-3 0,1 0-1 15,-1 0-2-15,1 2 0 0,0-2 7 0,-2 1 3 16,4 1 2-16,-5-2 0 0,2 1 2 0,2 1-1 16,0-1 1-16,-1 1-1 0,-1 1 0 0,5 0-1 15,-5 0 0-15,2 0 0 0,1 1 0 0,-3-1 1 16,1 3 1-16,-1-1-2 0,2 1 1 0,-4 0-1 16,-1 0 1-16,3 0-1 0,-1 1-1 0,-4-1 2 15,2 2 0-15,1-2 1 0,-1 0-2 0,0-1 1 16,0 0 0-16,0 1-1 0,-2-3-1 0,2 0-1 15,1 0 3-15,-2 0-3 0,1-3 2 0,-2 1 1 16,1 1 0-16,0 0 0 0,1-2 0 0,-2 1 1 16,3 1 0-16,-1-1-1 0,-1 0 1 15,0 2 0-15,1 0-1 0,-1 0-1 0,-1 2-1 16,2 0 1-16,0 1-1 0,-2 0 0 0,0-1 1 16,4 3 1-16,-2-3-1 0,0 4 0 0,1-1-1 15,0-3 1-15,-1 3 0 0,5-1-1 0,-4 1 1 16,2-2 1-16,2 0 0 0,0 0-1 0,0 0 1 0,0-2-1 15,1 1 1-15,2-1-1 0,0-1 1 16,-2 2-1-16,5-2 1 0,-1 0 1 0,0 0-1 16,3 0 0-16,-2-2 0 0,3 2 0 0,-2-1-1 15,2-1-1-15,-1 1 0 0,1 1 0 0,0-1 1 16,-1-1 0-16,1 0-1 0,-2 1 1 0,2-2 1 16,-2 0-2-16,-2 0 0 0,3 0 1 0,-4 0-1 15,4-2 2-15,-1 0 0 0,-1 2-2 0,0-2 1 16,0 0 1-16,0 1 0 0,1-2 0 0,0 1 0 15,0 0 1-15,0 1 1 0,0 0-2 0,0 0 1 16,0 0 0-16,2 1-2 0,-1 0 1 0,1 0 0 16,0 2 0-16,-3-2-1 0,3 1 1 0,-1 1 0 15,1 0 0-15,-3-1 1 0,1 2-1 0,2-2 1 16,-3 2 0-16,0 0 0 0,2 0-1 0,-4 0 0 16,2-2 1-16,-3 2-2 0,3 0 1 0,-1-3 0 15,-3 1-1-15,0-2 1 0,-2 2-2 0,3-3 2 16,-3 1-1-16,2-1-1 0,1 0 2 15,1 1-1-15,-1 1 1 0,2-1-1 0,0-1 2 16,-2 3-1-16,5-2 0 0,-2 1 1 0,1 0-2 16,4 2 1-16,-1-2-2 0,0 2 0 0,2-1 0 15,0-1 0-15,2 2 0 0,-2-3-1 0,4 2 2 16,-3-3 0-16,3-3-2 0,-1 1 2 0,1-1 1 16,-4-1-2-16,4-1 1 0,-1-1 1 0,-1 2-1 15,1-2 0-15,-3 3 1 0,2-3-1 0,0 2 1 16,-2 0-1-16,-1 0 2 0,2 0-1 0,-5 2 1 15,5-1-1-15,-3 1 1 0,-2-1 1 0,4 2-2 16,0-1 0-16,1 2-2 0,-1-1 0 16,2 2 0-16,-3-2-1 0,2-2 3 0,3 0 0 15,-2-4 0-15,1-1 0 0,-1-2 2 0,1-3 0 16,1-1 0-16,-1-4-2 0,0 0 2 0,2 0-2 16,0-1-7-16,0 0-27 0,0 3-63 0,0 3-68 15,0 1-100-15,-1 6-167 0,-1 4-309 0,-1 6-302 16,-3 3-234-16,0 6-138 0,-2 6 237 15,-1 1 580-15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1:55:31.19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5016 2414 129 0,'0'-2'436'0,"0"-3"242"0,0 4 142 16,0-1-121-16,2 4-155 0,1-1-55 0,4 5-40 16,-1 5-35-16,3 3-7 0,2 5-9 0,3 5-51 15,-1 8-80-15,2 5-51 0,0 5-22 16,-2 5-33-16,-1 6-45 0,1 1-34 0,-2 3-22 15,-1 2-16-15,-1-1-22 0,-1 1-9 0,0-2-1 16,-2-5 0-16,-1-5-4 0,0-3-4 16,1-6-29-16,-1-4-54 0,-2-6-49 0,-2-5-64 15,1-6-138-15,-4-7-186 0,1-3-277 0,-2-7-237 16,-2-8-227-16,-1-4-51 0,-1-8 401 16,1-5 479-16</inkml:trace>
  <inkml:trace contextRef="#ctx0" brushRef="#br0" timeOffset="466.06">4983 2429 305 0,'-2'-15'730'15,"1"3"310"-15,-1 2 81 0,1 3-249 16,-1-1-263-16,2 1-205 0,0 2-121 0,0-1-59 16,3 4-33-16,2-3-36 0,0-1-8 0,5 4-10 15,2-3-15-15,2 1-13 0,2 1-23 0,2-2-16 16,2 1-26-16,4 0-12 0,-2 2-8 0,3-1-10 15,2 3-5-15,0 2 1 0,0 1-5 0,1 3-2 16,-1 1-3-16,-3 2 2 0,1 3 1 16,-3 4 1-16,-6 0 4 0,0 6 6 0,-5 3 2 15,-3 3-1-15,-7 1 2 0,-5 6 1 0,-2 4-1 16,-6 2-8-16,-3 4 4 0,-3 0 5 0,-4 0 7 16,2-1 0-16,0 0 2 0,0-2-1 0,4-7-7 15,2-1-6-15,1-5-11 0,4-5-4 16,4-5-4-16,5-1-1 0,2-4-2 0,5-2 1 15,3-3 1-15,6-5-2 0,4-2 0 16,4-4-1-16,3-2-17 0,3-2-28 0,0-2-25 16,1-1-13-16,1 1-9 0,-2 2-3 15,0-1 15-15,-3 4 27 0,-6 0 32 0,-1 6 17 16,-5 0 11-16,-3 4 7 0,-4 3 18 0,-5 3 34 16,-4 4 23-16,-4 2 15 0,-3 3 11 0,-3 3 1 15,-5 3-11-15,-1 4-22 0,-1-3-20 0,-4 4-17 16,2 1-10-16,0-1-9 0,3-2-5 15,0-1-8-15,0-1-25 0,1-2-64 16,3-5-70-16,2-3-144 0,0-2-236 0,3-2-309 16,0-3-318-16,5-3-223 0,0-3-25 0,1-3 526 15</inkml:trace>
  <inkml:trace contextRef="#ctx0" brushRef="#br0" timeOffset="839.46">5796 2969 42 0,'6'-8'512'0,"0"4"407"0,-1 0 226 15,-2 3-2-15,2 2-333 0,-2 3-197 0,1 6-131 16,-1 2-84-16,3 3-64 0,-3 3-59 0,0 4-54 16,-3 4-72-16,2 2-56 0,-2 3-29 15,0 1-19-15,0 1-15 0,0 0-12 0,0 1-7 16,0-3-6-16,1-3-5 0,1-2-4 15,0-3-25-15,1-5-65 0,0 1-65 0,0-6-122 16,-1-1-173-16,-2-4-315 0,1-2-314 0,1-2-230 16,0-4-126-16,2 0 350 0,-1-3 558 15</inkml:trace>
  <inkml:trace contextRef="#ctx0" brushRef="#br0" timeOffset="1281.51">6278 2921 251 0,'-2'-13'847'0,"-1"1"406"0,-6 0 69 0,1 4-164 15,-2 1-357-15,1 1-281 0,-4 3-156 16,-1 1-91-16,0 2-72 0,1 2-74 0,-1 0-53 15,3 2-30-15,0 1-17 0,0 1-12 0,3-1-5 16,1 3-5-16,3 1-4 0,-1 0-1 0,4 2-4 16,1 1 1-16,1-2-1 0,4 2 0 15,-1-1-2-15,3-1 0 0,1 1 0 0,3-1 0 16,0-1 2-16,0 0 0 0,3 1 4 0,-1-1-1 16,1 1 2-16,0 0 1 0,0 1-1 0,-1 1 0 15,-3 0 1-15,2 3 1 0,-4 2 0 16,-1 0 2-16,-4 4 1 0,0 0 0 0,-3 2-3 15,-3 1 4-15,-2-1 0 0,-1 5-2 16,-4 0 1-16,-2 0 1 0,0 0-1 0,-3 0-1 16,0-2-1-16,1-2 1 0,0-3-2 0,-2-3 0 15,5-3-1-15,-2-3-2 0,1-3-7 16,2-5-30-16,1-4-51 0,-1-3-59 0,4-6-80 16,1-4-142-16,4-8-202 0,1 0-293 0,1-6-249 15,4-2-214-15,0-2 2 0,7 0 449 16,-2-1 493-16</inkml:trace>
  <inkml:trace contextRef="#ctx0" brushRef="#br0" timeOffset="1571.42">6416 3010 44 0,'17'9'375'0,"-3"4"349"0,0 4 308 16,-1 5 14-16,1 3-225 0,-1 3-119 0,1 4-122 16,0 1-132-16,2 1-109 0,-3 0-84 15,3-2-60-15,1-2-79 0,0-5-52 0,3-5-30 16,0-3-13-16,2-7-5 0,0-5-8 0,0-7-1 15,0-4-2-15,-2-7 4 0,-3-5-4 16,-1-3-3-16,0-5 6 0,-5-2 10 0,-2-2 20 16,-3-2 13-16,-4 1 14 0,-4-1 6 0,-2 1 0 15,-6 1-4-15,1 0-12 0,-4 2-9 0,-1 3-5 16,-2 4-5-16,-3 5-3 0,0 4-7 16,0 5-7-16,-1 7-6 0,2 4-7 0,-1 6-5 15,0 4-2-15,3 3-2 0,-1 7-1 0,4-1-3 16,-1 4-17-16,3 1-55 0,0 3-70 15,0 0-138-15,3 2-250 0,3 2-312 0,2 0-353 16,3-2-289-16,0 1-66 0,2-1 561 0</inkml:trace>
  <inkml:trace contextRef="#ctx0" brushRef="#br0" timeOffset="3353.49">6104 5754 27 0,'2'1'234'0,"-2"1"120"16,3 1 111-16,-3-2-85 0,0 2-121 15,2 0-80-15,-2 0-45 0,0 2-22 0,0 1-3 16,0-1 10-16,0 1 16 0,1 4 22 0,-1-1 35 16,3 4 41-16,-3 4 17 0,3-1 37 15,-1 5-1-15,1 4-10 0,0 0-10 0,-1 3-15 16,3 4-9-16,-2-1-39 0,2 3-22 15,1 1-28-15,-2 3-26 0,1 2-17 0,0 4-8 16,-2 0 4-16,2 5-1 0,-2 2 1 16,3 1-5-16,-3 3-10 0,1 3-10 0,-1 3-15 0,0 1-5 15,-1 2-8-15,-1 2-4 0,-1 2-5 16,0 2-7-16,0 2-8 0,0 3-8 0,0 2 10 16,0 0 6-16,0 3 4 0,0 0-1 15,0 1 1-15,2-2 0 0,0 1-14 0,-1 0-9 16,2-2-7-16,2 2 7 0,-2-1 0 0,2 0-1 15,0 0 6-15,-1 1 3 0,1-1 2 0,0 1-6 16,2 1 4-16,-2-2 3 0,2 2-3 16,-1-1-3-16,-1-2 2 0,1-1-2 0,0-2-6 15,-1-2-5-15,0-3-1 0,0 1 0 16,0-3-4-16,2 2 0 0,-2 1-2 0,0-2-1 16,1 1-1-16,1 0-1 0,0 1 1 0,0-1 1 15,-1 0-1-15,2-1 1 0,0 0 1 0,-2-1-1 16,1-2 0-16,-1-1-2 0,2-1 0 15,-2-1-2-15,2 0 1 0,-2-2-1 0,-1 3 0 16,4-1 0-16,-4-2 3 0,2 3 1 16,-1 1 1-16,0 3 1 0,2 1 0 0,-2 1 0 15,1 4-3-15,-2-1-1 0,1-1-1 0,0-3 1 16,0 1 1-16,-1-5 0 0,2 0 3 16,-1-2 1-16,0-2-1 0,0 1-1 0,1-2-2 15,-1 0-1-15,1-1-2 0,0 3-2 0,-2-2-1 16,3 3-2-16,-1 1 3 0,-1 0 1 15,3 1 2-15,1 4-5 0,-1-1 0 0,-1 3-1 16,2 0 2-16,-1 3 1 0,0 0-1 16,-1 1 4-16,0 0 5 0,0 1-3 0,2-2-6 15,-4-2-2-15,4-2-1 0,-2 1 0 0,1-2-2 16,-1 1 4-16,2 1 6 0,0 2 3 16,0 1-1-16,-2 0-1 0,4-1-2 0,-2 2 1 15,1 2-7-15,0-1-1 0,0 2 0 0,0-1 2 16,0 0 7-16,0 0 3 0,-1-2-1 0,-1-4 3 15,-1-4-1-15,0-5-7 0,-3-8-14 16,1-4-8-16,-3-8-31 0,-3-12-73 16,-6-8-89-16,-2-11-157 0,-5-11-254 0,-7-12-331 0,-5-14-336 15,-8-17-206-15,-9-14 113 0,-8-18 631 16</inkml:trace>
  <inkml:trace contextRef="#ctx0" brushRef="#br0" timeOffset="4271.6">5897 5759 419 0,'5'0'818'0,"-2"-2"239"16,-2 0 63-16,1-2-283 0,1-4-270 0,-1-1-143 15,1-4-49-15,2-4-31 0,0-2-61 16,2-7-55-16,-2-1-43 0,1-6-61 0,1-1-38 16,2-2-25-16,-1-2-12 0,0 2-5 15,2 3-3-15,-3 3 4 0,0 2-10 0,-1 5-7 16,-1 5-8-16,0 5-4 0,-2 2-4 0,3 4-5 15,0 4-3-15,1 6-3 0,1 3-1 16,1 6 4-16,1 1-1 0,-1 6 1 0,2 3-1 16,0 2 3-16,-1-1 1 0,2 5-3 0,-2-3-3 15,1 2 3-15,3-1-3 0,-1-2-3 16,1 0-6-16,-1 0-51 0,1-2-66 0,-3-1-131 16,0 3-248-16,1 0-298 0,0-1-355 15,-3 2-291-15,2 1-92 0,-1 2 521 0</inkml:trace>
  <inkml:trace contextRef="#ctx0" brushRef="#br0" timeOffset="6895.41">5838 13765 281 0,'3'0'558'0,"-1"0"229"15,1 0 121-15,-3 1-238 0,2-1-182 16,0 0-107-16,-1 2-77 0,1-2-54 0,-1 0-58 15,-1 0-57-15,2 0-52 0,1 0-45 0,-1 0-22 16,1 0-8-16,3 0 34 0,0-2 20 16,1 2 21-16,1-1 17 0,3-2 2 0,-2 0-4 15,2 0-31-15,3-1-18 0,-1-1-21 16,3 1-14-16,-2 0-3 0,5-1-5 0,-1-2 7 16,1 0 7-16,1 3 6 0,1-3 0 0,2 1-1 15,1 0 2-15,1 0-11 0,-1-1-10 16,3 3-6-16,2-3-1 0,-1 2 3 0,-1-1 0 15,1 2 3-15,-1-2 1 0,3 2 1 16,2 1 0-16,-1-1-1 0,1 4 0 0,1-2 0 16,2-1-1-16,2 1 0 0,2 2-2 0,-1-1-3 15,1 1-1-15,1 0-2 0,1-1 0 16,0 1 3-16,2-2 1 0,-1 2-5 0,0 0 0 16,2-2 0-16,0 1-3 0,-1 0 1 0,1-1-1 15,-1 0 9-15,1 0 3 0,0 0 1 16,2-1 5-16,0 2 0 0,3-4-2 0,0 2-4 15,0 2-4-15,0-2 0 0,2-1-5 16,-2 2 0-16,0-1 1 0,0 1-5 0,0 0 1 16,0 0-3-16,0 0 8 0,-2 1 1 0,2 1 1 15,-1 0 6-15,2-1 3 0,-2 1-1 16,2-2 2-16,1 2-6 0,-2 0-4 0,3-2-2 16,-3 2 2-16,2 0 0 0,-2 0-5 0,0 0 1 15,0 0 1-15,1 0-1 0,-2 2-6 0,1-2 1 16,-2 2 5-16,2-1 5 0,-3-1 2 15,3 3 5-15,0-1 1 0,0-1 1 0,3 0-3 16,0 1-4-16,-1-1-2 0,1 2 2 16,0-3-2-16,-1 1-1 0,1 1-3 0,-1-2-1 15,0 2-3-15,1-2-8 0,-2 0 3 16,1 0 5-16,1 0 5 0,0 1 5 0,-1-1 0 16,1 0 6-16,1 0-1 0,0 0-2 0,4 0-1 15,-2 0-3-15,0 0 2 0,-1 0-5 16,-1-1-1-16,0 1-6 0,1 0-3 0,-2 0 1 15,0-2 1-15,2 2 7 0,-2 0 3 16,-1 0 5-16,1 0 4 0,3 0 0 0,-2 0-1 16,0 0-6-16,3 0-2 0,-1 0 2 0,-3 0-3 15,2-2-1-15,-2 2-2 0,0 0-3 16,-1-1 1-16,1 1-5 0,-2-1 4 0,1 1 0 16,-2-2 6-16,0 2 3 0,0 0 3 0,2 0 5 15,-2 0-6-15,1 0 3 0,-2 0-5 16,2 0 0-16,1 0-4 0,-3 0 0 0,0 0-1 15,-2 2 2-15,2-2-2 0,-4 1 1 16,3-1 0-16,-2 0-4 0,0 1 3 0,-2-1-2 16,1 0 4-16,-1 0 1 0,0 2 3 0,1-2 1 15,-1 2 0-15,3-2 3 0,-4 0-1 16,1 1 14-16,3-1 28 0,-2 2 23 0,0-2 4 16,-1 0 3-16,1 0-2 0,-1 1-6 15,0-1-30-15,-1 2-23 0,1-1-7 0,0-1-6 16,-2 3 1-16,0-3-9 0,3 0 2 0,-3 2 4 15,1-2 1-15,0 0 3 0,1 0-1 16,1 0 0-16,2 0 0 0,0-2 2 0,0 2-5 16,-2 0-4-16,3 0 1 0,-2 0-4 15,2 0-2-15,-1-1 0 0,0-1 1 0,-2 2 2 16,4 0 4-16,-2-1 3 0,1 1 1 0,-1-2 2 16,3 1 0-16,0 1-1 0,-2-3 0 15,5 1-1-15,0 0-1 0,-1 1-3 0,3-2 1 16,-1 2-1-16,0-1-3 0,1 0 4 0,-1 2-2 15,3-2 1-15,-4 2-1 0,3 0 5 16,2 0 0-16,-2 0 1 0,2 2 5 0,3-2 2 16,0 0-1-16,-1 1-4 0,3 0-3 0,0-1-5 15,-1 2-1-15,1-2 0 0,0 1-1 16,-1-1 1-16,4 0 5 0,-4 2 5 0,3-2 36 16,-1 0 17-16,2-2 11 0,0 2 3 15,1 0-3-15,1-1-4 0,-1 1-32 0,3-2-17 16,-2 2-9-16,-1 0-5 0,1 0-2 0,-1 2-2 15,1-2 0-15,0 1 0 0,1-1 1 16,2 0-1-16,-2 0-2 0,5 0 1 0,-4 0-1 16,-1 0 0-16,2 0-1 0,1-1 0 15,-1 1 2-15,-2-2 0 0,0 2 3 0,-1-1-4 16,1 0 3-16,1 1 1 0,0-2-1 0,4-1-1 16,-2 3-1-16,0-3 1 0,2 3 0 0,-4-2-2 15,3 0 0-15,-3 2 0 0,2 0 0 16,-3-4 0-16,0 3 0 0,2-2 3 0,2 0 1 15,0 1-2-15,-1-1 1 0,1 0-2 0,0 0 0 16,-1 0-1-16,1 0 0 0,-2-1 3 16,0 0-1-16,1 0 2 0,-3-2 1 0,1 2 2 15,1-1-2-15,4-1-2 0,-3 2 1 16,-1 1 0-16,1-2 0 0,-1 3-3 0,-1-2 2 16,0 1 1-16,-3 2-2 0,2 1 2 0,-4-3 1 15,5 3 1-15,-3 0-2 0,2 0-1 0,0 0 1 16,-2 3-1-16,1-2-4 0,-2-1 1 15,-1 2-1-15,0-1 1 0,-3-1 0 0,3 0-1 16,-6 0 2-16,2 0-1 0,-1-1 3 16,-1-1-2-16,0 1 3 0,-1-2-3 0,-1 1 2 15,-1-3-2-15,1 3 1 0,-4-2-2 0,-3 2-3 16,0-2 1-16,-2 2 0 0,-1-2-1 0,-3 2 0 16,-2-1 1-16,-2 0 3 0,-1 1 0 15,-3 1 0-15,-2-2-1 0,-1 1 1 0,-5 0-1 16,-2 0-1-16,-3 0-2 0,-6 1 2 15,0-1 0-15,-3 1 1 0,-5 0 2 0,-1 1 2 16,0 0 4-16,-4-2 7 0,0 2 11 0,-1 0 4 16,-2 0 1-16,0 0-2 0,-2 0-3 15,0 0-9-15,-1 0-10 0,-2 0-16 0,1 0-35 16,0 0-70-16,-3 0-76 0,0-3-148 16,-1-2-246-16,2 1-315 0,-2-5-323 0,4 2-217 15,-3-5 5-15,4 1 552 0</inkml:trace>
  <inkml:trace contextRef="#ctx0" brushRef="#br0" timeOffset="7229.52">21658 13214 343 0,'0'0'689'0,"1"1"230"15,-1-1 41-15,3-1-292 0,-1 1-281 16,2-2-187-16,1-1-102 0,3 0-46 0,0-1-19 15,3 0-9-15,0 0-4 0,2 1 21 0,3-2 20 16,-4 2 12-16,6 2 0 0,-4-1 1 16,3 2 28-16,-2 0 6 0,0 0 12 0,0 2 9 15,-1 0 10-15,-3 3 9 0,1-3 0 16,-4 5 31-16,0 3 32 0,0 0 20 0,0 2 2 16,-5-1-6-16,0 5-27 0,-3 0-48 0,0 1-45 15,-3 1-36-15,2 0-24 0,-3 0-16 16,-2 0-13-16,2 0-6 0,-3-2-6 0,1 2-3 15,-1-5-1-15,-2 1-1 0,1 0 0 16,2-4-5-16,-5-1-37 0,3 0-71 0,-3-1-78 16,0-1-160-16,1-3-285 0,-1 2-324 0,3-2-318 15,1-1-196-15,2 0 95 0,3 0 626 0</inkml:trace>
  <inkml:trace contextRef="#ctx0" brushRef="#br0" timeOffset="8384.92">22064 14083 220 0,'4'-11'678'0,"-1"3"332"16,-1-3 72-16,3 1-152 0,0 0-306 16,3-1-215-16,4-2-132 0,-1 1-63 15,2 2-32-15,4 0-52 0,1-1-17 0,-1 4 0 0,2 0-8 16,-1 3-12-16,1 1-8 0,-1 2 31 16,-2 1-12-16,2 3 2 0,-6 2 4 0,1 2 10 15,0 2 4-15,-5 3-23 0,-2 1-13 16,0 2-20-16,-3 4-8 0,-3 3-12 0,-1 1-8 15,-7 3-4-15,2 3-7 0,-2-1-1 16,-5 4-5-16,2-1-3 0,-3 3-1 0,0-2 1 16,1 0-2-16,-3-2-4 0,3-2-1 0,1 0-1 15,1-3-3-15,3-3-2 0,0-3-3 0,-1 0-1 16,4-6-4-16,1 1-1 0,3-2 0 16,1-4-2-16,1 4 1 0,4-2 0 0,2-1 1 15,2-2 0-15,2 2-1 0,2-3 0 16,3 2 2-16,2-4-1 0,3-1 0 0,1-3 1 15,0 0 0-15,2-3-1 0,2-1 1 0,0-4 1 16,0 1 0-16,0-2 0 0,1-2-2 16,2-1-10-16,-4-2-29 0,2 0-70 0,-2-3-67 15,2-1-79-15,-2-1-121 0,-3-4-147 16,2-1-153-16,-2-2-119 0,0 1-215 0,-2 0-141 16,0 0 74-16,-3 0 292 0,-2 1 341 0</inkml:trace>
  <inkml:trace contextRef="#ctx0" brushRef="#br0" timeOffset="8711.37">22868 14089 24 0,'5'-9'432'0,"-2"3"373"16,1 4 246-16,-4 2 20 0,1 5-297 0,-1 4-235 16,2 3-170-16,-1 5-84 0,3 2-36 0,0 5-37 15,4 3-29-15,0 3-8 0,2 1-5 16,2 1-22-16,-1 1-29 0,4 0-22 0,2-3-20 16,2-2-30-16,-2-3-22 0,4-7-8 0,0-5-9 15,1-5-1-15,0-6 0 0,0-6 2 16,-3-7-1-16,1-3 0 0,-2-7 2 0,-1-6-1 15,-1-2 0-15,-5-2-1 0,-1-5 3 0,-2 0 9 16,-3-2 12-16,-3 1 10 0,-4-2 6 16,-3 3 4-16,-3-2-1 0,-5 4-6 0,-3 0-5 15,2 3-6-15,-5 4-1 0,1 3 0 16,-4 6-4-16,0 4-4 0,0 6-8 0,1 4-5 16,-4 8-7-16,3 4-3 0,1 3-3 0,-1 5 0 15,4 7-2-15,1-2-1 0,2 5 1 0,4 2-1 16,3 2-4-16,2 0-15 0,2 2-40 15,3-4-66-15,2 2-61 0,1-3-101 16,4-3-159-16,-1 0-254 0,3-7-274 0,2-1-213 16,0-2-172-16,1-5 169 0,-1-3 506 0</inkml:trace>
  <inkml:trace contextRef="#ctx0" brushRef="#br0" timeOffset="8939.46">23001 14130 534 0,'-5'6'1462'0,"2"-1"228"0,2 1-301 15,-4 0-338-15,5 0-489 0,0 1-284 16,5-2-147-16,-1-3-67 0,5 2-32 0,3-2-12 16,6-2-7-16,4-2-5 0,2-1-2 0,4-2-2 15,2 0 0-15,3-6-1 0,3 3-10 16,1-3-71-16,-2-1-79 0,-1 2-158 0,1-4-282 15,-3 0-317-15,0 2-382 0,-2 2-219 16,0-3 80-16,-7 3 664 0</inkml:trace>
  <inkml:trace contextRef="#ctx0" brushRef="#br0" timeOffset="10252.67">5001 5598 43 0,'3'3'561'0,"1"1"457"15,-2 2 182-15,1 0-59 0,-1 3-352 16,1 3-259-16,3 3-166 0,1 5-78 0,0 4-36 15,1 2-45-15,0 4-37 0,2 1-55 0,1 2-43 16,-2-2-34-16,1 0-22 0,-1 1-10 16,1-3-7-16,-2-2-4 0,1-3-10 0,-1-2-50 15,0-1-56-15,-3-2-145 0,-2-5-243 16,0 0-296-16,-3-4-319 0,0-3-230 0,-3-3-26 16,-2-4 531-16</inkml:trace>
  <inkml:trace contextRef="#ctx0" brushRef="#br0" timeOffset="10507.1">4792 5403 58 0,'0'-8'555'16,"0"2"400"-16,1 2 158 0,1 1-70 15,1 0-346-15,2 2-288 0,5-1-155 0,0 2-69 16,3 0-33-16,4 0-18 0,1 0-33 0,4 0-31 15,2 2-31-15,0-2-20 0,3 0-7 16,1 1-2-16,0 0-3 0,2 1-4 0,-3 0-1 16,2-1-2-16,-3 2 0 0,1-2 0 15,-3 2-3-15,-2 3-26 0,-5 0-109 0,0 3-171 16,-7 3-288-16,-2 2-274 0,-4 4-266 0,-4 1-133 16,-4 2 305-16,-4 4 502 0</inkml:trace>
  <inkml:trace contextRef="#ctx0" brushRef="#br0" timeOffset="10727.59">4963 6264 139 0,'3'16'662'0,"0"-4"358"0,3 0 98 16,-1-3-105-16,1-1-374 0,4-2-274 0,2-2-132 15,4-1-49-15,1-1-26 0,3-2-19 0,5-2-48 16,0-1-39-16,5-1-18 0,0-2-19 0,2-4-9 15,1 3-3-15,0-2-5 0,-1 2-1 16,1-1-6-16,-1 0-30 0,-2 3-110 0,-2 2-184 16,-1 0-289-16,-2 6-271 0,-1 1-257 15,-3 4-120-15,-1 2 325 0,-4 4 513 0</inkml:trace>
  <inkml:trace contextRef="#ctx0" brushRef="#br1" timeOffset="16067.77">19558 4732 8 0,'-10'-7'407'0,"-1"-1"402"0,-1 2 296 16,-6 0 50-16,2 2-328 0,-2 0-263 0,-2 0-124 16,0 3-92-16,-1 1-52 0,1 3-53 0,-1 1-38 15,-1 4-34-15,1 2-51 0,-1 5-41 16,0 4-32-16,3 6-17 0,0 3-13 0,0 7-4 15,7 5-4-15,0 5 0 0,3 7 9 16,4 1 12-16,2 4 0 0,6 0 2 0,2 1 5 16,4-5-1-16,4-2-13 0,3-3-8 15,5-6-4-15,2-6-2 0,4-4-4 0,3-9 0 16,5-5 0-16,0-7-4 0,1-8 0 0,2-7 2 16,1-10-1-16,0-5-1 0,-1-7 0 15,-4-6 1-15,-2-2 2 0,-2-3-2 0,-5-4 2 16,-3 1 1-16,-6 1 4 0,-5-1 5 0,-4 5 5 15,-7 0 2-15,-7 1 2 0,-4 2-1 16,-6 1-2-16,-5 1-7 0,-3 1-2 0,-5 2-3 16,-1 5 0-16,-3 2 0 0,0 5-1 0,0 3 0 15,-3 6-3-15,2 5-3 0,4 4-1 16,-1 4-3-16,3 5 0 0,4 4-1 0,2 0-1 16,5 5 1-16,2-2-1 0,5 5-2 0,4-1-1 15,4 1-12-15,4 0-44 0,5 0-64 16,0 0-66-16,6-3-130 0,3 1-189 0,3-2-314 15,2-1-268-15,2-3-213 0,2 0-76 16,2-1 397-16,0-3 526 0</inkml:trace>
  <inkml:trace contextRef="#ctx0" brushRef="#br1" timeOffset="16833.78">19996 4834 152 0,'5'-13'519'0,"1"-1"351"0,-2 5 240 0,-2 0-125 16,0 2-257-16,-1 3-161 0,1-1-91 15,-1 4-81-15,1-1-92 0,0 4-62 0,-2 0-26 16,1 3-38-16,1 5-45 0,0 2-32 0,-2 6-17 16,1 3-10-16,-1 5-17 0,0 4-12 15,2 2-9-15,-2 5-7 0,0 2-3 0,0 3-3 16,1 1-4-16,-1 2-5 0,3 0-1 16,-1-1 0-16,-1-2-3 0,1-3-3 0,1-2-2 15,0-5-2-15,2-2-1 0,0-6-1 0,0-3 0 16,1-3-1-16,-3-5-1 0,2-4 2 0,-1-1 0 15,1-7 1-15,2-4 2 0,0-6 0 16,5-3 2-16,-3-7 0 0,5-4-2 0,2-4 1 16,0-3-1-16,1-3 0 0,2-1 1 15,3-1-1-15,-2-1-1 0,1 1 0 0,0-2 0 16,0 1-1-16,-1 0 0 0,2 3 0 0,-3-3-1 16,0 2-1-16,-3 2 0 0,1 3-2 15,1 2 0-15,-6 1 2 0,0 4-1 0,-2 3 2 16,0 1 0-16,-3 5 1 0,-1 1 1 15,0 3 0-15,-3 0 4 0,0 3 2 0,1 0 4 16,-3 2 2-16,-1 0 2 0,3 3 3 0,-3 0-3 16,0-2 0-16,2 2-1 0,-2 1-1 15,0 0-3-15,-2 0-1 0,2 1-3 0,-3 3-1 16,-2 1-3-16,0 2 0 0,-2 2-2 16,-3 3 0-16,2 3 1 0,-4 4-1 0,-1 2 1 15,0 3-1-15,-1 3-1 0,0 4 0 0,0-2-1 16,-1 4-1-16,3-3 0 0,-1 2-1 0,4 1 1 15,-4-3 0-15,5 0 1 0,0-2-1 16,2-3 1-16,1 1 0 0,2-2 0 0,2-3 1 16,2 0-1-16,1-4 1 0,4-1-1 15,-2-1 1-15,5-1 1 0,0-1-1 0,4-2-1 16,-1-1 1-16,6-1 0 0,1-1 1 0,1-2 0 16,4-2 0-16,0-1-1 0,1 0 0 0,4-1 0 15,-3-2-1-15,3 0-2 0,-1 0 0 16,2-2-1-16,-1 0 1 0,-3 1-7 0,1 0-25 15,-3 1-79-15,2 0-91 0,-4 0-169 16,-5 1-294-16,2 0-338 0,-2 3-378 0,-4 0-191 16,3 2 177-16,-8 0 698 0</inkml:trace>
  <inkml:trace contextRef="#ctx0" brushRef="#br1" timeOffset="23805.39">7184 12732 55 0,'-3'2'303'0,"1"0"168"0,2 1 150 16,-1-3-41-16,-1 2-166 0,2-2-66 0,-1 0-28 16,1 0-15-16,0 0-28 0,0 0-38 15,0 0-47-15,0 0-54 0,0 0-37 16,0 0-25-16,1 0-17 0,-1 0-11 0,0 0-8 16,2 0-4-16,-1 0-18 0,3 0 28 0,0 0 32 15,1 0 19-15,1 0 13 0,1 0 4 0,1 0 1 16,2 0-33-16,2 0-1 0,-1-2 0 15,4-1-6-15,0 0-1 0,0 1 15 0,3-2 6 16,-1 1-29-16,1 0-16 0,2 0-8 16,2 0-5-16,-2-1-13 0,2-1-12 0,1 2 0 15,-1 0-6-15,2-1 4 0,0 1-3 0,1-1-4 16,-1-1 2-16,-1 2-4 0,1-1 0 16,0-3-2-16,0 3 4 0,-1-1-2 0,-2 1-4 15,1-1 3-15,0 0 3 0,-1 1-5 16,-1 1 0-16,-1-1 0 0,2-1 4 0,-2 2-6 15,0 0 2-15,-2 0 3 0,2 0-1 0,-3 0 0 16,1 1-1-16,-1 0 2 0,-2-1 0 16,2 0-2-16,-2 1 0 0,-1 0-4 0,1 0 3 15,-1 0-1-15,1-1-1 0,-1 2-1 0,0-2 4 16,2 3 1-16,-2-2 4 0,1 2 1 16,2-5 5-16,0 4-2 0,-2 0 3 0,3 0-5 15,1-2-1-15,-1 2 0 0,2-2-6 0,0 1-1 16,3 0 1-16,0 0 1 0,-1-1-3 15,3 2 0-15,-1-2 3 0,1 1 3 0,-2-1-5 16,2 0 2-16,1-2 2 0,-1 1 1 16,-2 0 1-16,0-1-3 0,2-1 0 0,-2 0-2 15,-1-1-2-15,1 0-3 0,-2 1 2 0,1 0-2 16,1 2 5-16,-2 0 1 0,0-1-2 16,0 2-1-16,1 0 2 0,-2 0-2 0,3 1-3 15,-2 1 0-15,1 1 5 0,-2 0 5 16,3 0-1-16,-3 0 2 0,3 0 3 0,0 0 1 15,-1 0 1-15,3 0-7 0,-1-1-2 0,1 1 5 16,-2 0-2-16,4-2 1 0,-1 1-5 0,0-1 3 16,2 2 2-16,-2-1-5 0,2 0 1 15,0-1 1-15,0 2 0 0,1-2-2 0,-1 1 0 16,0 0 3-16,0-1-2 0,0 0-4 16,-2 1 3-16,4 1-1 0,-1-1 0 0,-1-1-2 15,3 0-1-15,-2 2-1 0,-1-1 0 0,2-1 0 16,-3 2 2-16,1-1 2 0,-3 1 1 15,3-3 6-15,-2 3-4 0,2 0 0 0,-2 0-2 16,1 0 1-16,-2-2 2 0,-1 2-1 16,1-3 2-16,1 1 2 0,-4 1-3 0,3-1-2 15,-4-2-1-15,1 1 0 0,-1 0-1 0,1-2-1 16,-4 3 2-16,1-3-1 0,-4 1 1 16,2-3-2-16,-4 3 2 0,1-1 3 0,-4-3 53 15,1 0 48-15,-1-1 25 0,-1-3 26 16,-1-1 5-16,-4-4-4 0,0-3-44 0,0-4-35 15,-3-2-19-15,0-6-25 0,-3-2-11 0,2-4-5 16,-3-4 0-16,-1-2-4 0,-1-2-3 0,1-2 1 16,-2-4-2-16,0 0-4 0,-2-6-4 15,1-2-3-15,-3-3 0 0,1-2 2 0,1-3 0 16,-1-1 4-16,1 0 1 0,-1 0 0 16,1-2 0-16,1 2-2 0,2 2-3 0,-1-2-2 15,-2 1-3-15,4 1 3 0,-1-3 2 0,1-1 0 16,0-1 0-16,0-2 4 0,1-1 1 0,-1-2-2 15,0-4-6-15,0-5-1 0,-1 0 0 16,-2-4 2-16,2-3-1 0,1 0 3 0,-1-2 1 16,1 1 1-16,0 2-3 0,-1 4-4 0,0 5 2 15,-1 1-1-15,1 3 1 0,0 4 5 16,-2 3 0-16,2 1 2 0,-1 2-2 0,2 2 0 16,-1 2 0-16,0 4-3 0,0 1-1 0,1 0-2 15,-2 6 1-15,2-3 1 0,-2-1-2 16,4 2 2-16,1-2 1 0,1-2 2 0,2 3 2 15,1 0-2-15,-1 4 0 0,5 0 0 16,-3 3-1-16,2 5 0 0,0-1-2 0,-2 4 0 16,2 2-2-16,0 1 0 0,2-1 0 15,0 3-1-15,-1 1 0 0,-1 2 1 0,0 1 3 16,3 3 2-16,-4 0 3 0,0 2 2 0,-3 5 2 16,2-1 0-16,-3 4-3 0,-3 3 1 15,2 1-3-15,-3 2 1 0,1 2-1 0,0 4-1 16,-3 1-1-16,3 3-2 0,-2 1-2 0,2 3-1 15,-2 3-3-15,0 1 0 0,2 6-2 16,0-1 1-16,-2 8 0 0,4-1-1 0,-1 5 5 16,2 0 0-16,0 4 6 0,2 2-1 0,-1 3 4 15,4 2 2-15,-2 2-2 0,2 2 2 16,0 3-8-16,1 1-5 0,2 2 4 0,0 0 0 16,0 4 3-16,-2 1-2 0,2 2 3 0,1 2 2 15,-1-1-2-15,0 2 0 0,0 2 0 0,1-2 3 16,-1 2 3-16,-1 1-5 0,1 1-7 15,1-4 4-15,-3 4 0 0,1 0-2 0,1-2-1 16,-1 0 7-16,2 3 2 0,-3-3-5 16,5 2-2-16,-2 0 2 0,-1 1 3 0,2 0 0 15,1-2 3-15,-2 3 0 0,1-3-1 16,-1-1-3-16,2 0-1 0,-1-1-2 0,1-1-4 16,-2 1 0-16,1-2-2 0,-1 0-2 0,-1-1 3 15,0 2 3-15,-3 1 5 0,0-3 3 0,2 1 1 16,-3 0 2-16,-1-1-2 0,0 0-1 15,-1 0-2-15,1-2-3 0,0-1-2 0,0-2 0 16,3 1-1-16,-3-1-1 0,2-1-3 0,0-1 0 16,0 0 1-16,1-4 1 0,0 1 3 15,1-1 1-15,-1-1 1 0,1-1 2 0,-1-1 2 16,0-2 1-16,2 0-2 0,-2 0-2 0,2-1 0 16,0-2 1-16,-2 1-3 0,-1-1-2 15,3 0 1-15,-1 1 0 0,0-1-2 16,1-1-1-16,-3 1 1 0,3 0-1 0,-3 0 2 15,4 1-2-15,-4 0 2 0,1 1-1 0,-1 0 3 16,0 0 3-16,2-1-1 0,-2 4 2 0,-1-4-2 16,-1 2 1-16,0 1-2 0,0-1 0 0,2 2-1 15,-1-3 1-15,-1 3 2 0,1-4-1 16,-1 1-2-16,2-1 0 0,-2-3 0 16,2 2-1-16,0-3-2 0,-1-2-1 0,2-2 4 15,-2-3 0-15,0-1-2 0,1-3 0 0,0 0 1 16,1-4-1-16,0 1-2 0,-1-1 2 0,0-1 0 15,2 1 1-15,0-2-1 0,1 1 2 16,2-2 1-16,-1 2-1 0,2 1 1 0,-1-1-2 16,1-1 2-16,1-2-2 0,0 2-1 15,1 0 3-15,0-3-2 0,3 1 1 0,-2 1 0 16,2-3-1-16,0 3 1 0,1-3-2 0,1 0 3 16,1 2 0-16,-2-1 0 0,5-1 2 15,-1 0-3-15,0 0 1 0,1 2 0 0,1-1-2 16,1-2-1-16,-2-1 0 0,2-1 2 15,1 3-1-15,-1-4 0 0,1 1 1 0,-1-2-2 16,1 0 2-16,0-2-1 0,2 2 1 0,0-2 0 16,1-2 0-16,1 2 1 0,-1 0-1 0,0 0 2 15,2 0-2-15,1 2 0 0,-1 0 2 16,2 0 1-16,2 2-2 0,0-2-1 16,0 2 0-16,1-2 0 0,2 3-1 0,1-5 0 15,3 2 2-15,-2-2 0 0,3 0 0 0,0 0 2 16,-1 0-3-16,0-2 2 0,2-3-3 0,-2 4 0 15,0-4 0-15,3 3-2 0,-4-2 2 16,1 0 1-16,0 1 1 0,0 0 2 0,1 0-2 16,0 0 0-16,-2 2 2 0,-1-2-3 15,4 1 0-15,-2 0 0 0,0 0-1 0,2 0 2 16,-2-1 1-16,-1 1-2 0,0 0-1 0,-2-1 2 16,-1 2-1-16,-1-3 0 0,0 3 0 15,-1-2 0-15,-2 1 1 0,1-1-1 0,-3 2-1 16,-1-2 0-16,0 3 1 0,-3 0 0 0,0-2 0 15,0 2 1-15,-3 0 0 0,1 0 0 16,0 0 0-16,-3 0 1 0,-1 0-2 0,0 0 0 16,-1 0 2-16,-4-2 0 0,0-1-1 0,-4 3 2 15,0-1 0-15,-2 0-1 0,-3 0 1 16,-1-3 1-16,-1 1 3 0,-2-1-2 0,-1-1 1 16,-2-4 2-16,3 0-1 0,-3-1-3 15,-3-4 0-15,3 0-1 0,0 0-1 0,-2-4-2 16,2 0 0-16,0-4 0 0,0 0-1 0,2-2 0 15,-2-1 1-15,3-2 0 0,-2-2 1 16,1-3 0-16,1-2 1 0,-1-3-2 0,3-2 0 16,-4-3-2-16,2-3-2 0,2-2 2 15,-2-4 0-15,3 1 2 0,-1-3 1 0,0-5 5 16,-2 4-3-16,2-5 1 0,-2-3-3 0,2 2 0 16,-1-3-1-16,1 1-3 0,0 4 0 0,-2 3 2 15,2 2-1-15,-2 6 2 0,0 4 0 16,-1 5 0-16,0 1 2 0,-1 3-1 0,2 0 1 15,-1 5-3-15,-2 1 2 0,1 0-1 16,-1 3 0-16,2 4 2 0,-2 2 1 0,0 5 0 16,0 2-1-16,0 3 2 0,1 1-1 0,-1 2-2 15,0 1-1-15,0 3-1 0,0 2 1 16,0 0-1-16,0 2-1 0,0 5 0 0,0 1 0 16,0 0 1-16,0 6 0 0,0 1 0 0,0 0 1 15,2 8 0-15,-2-1 2 0,0 1 1 16,2 7 0-16,-2 1 0 0,0 1 3 0,0 6-2 15,0 3 2-15,0 0-1 0,-2 6 0 16,0 0 0-16,2 5-1 0,-1-1-1 0,-1 2-1 16,2-1 0-16,-1 3-2 0,1-1 2 0,1-3 1 15,-1 2 2-15,0 0 0 0,2-2 2 0,-1 3 0 16,1-1 0-16,1-2-3 0,0 1 0 16,-1-3-1-16,1-2 0 0,1-3-3 0,-1 0-1 15,1-2 1-15,1-3-2 0,1-3 1 16,-1 0 0-16,0-3 0 0,1 0 1 0,0-3 2 15,2-2-1-15,0-2 0 0,0-2 0 0,3-1-1 16,-1-2 1-16,1-2-2 0,3-2 1 16,-1-3 0-16,2-2 1 0,1-1-1 0,0-2 0 15,2-3 1-15,0-1-1 0,3-2 0 0,-2-1-1 16,5-1 1-16,-1-2 0 0,3-1-1 16,-2 0 1-16,2 0 0 0,1-2 0 0,0 2 1 15,2 0 0-15,-3 0 1 0,3 1 0 0,-1-1 0 16,2 1 1-16,2 1 0 0,-1-3-1 15,1 3-1-15,1 0 0 0,-1 0 1 0,1 0-1 16,2-2 0-16,-2 2-1 0,2-2 1 16,-2-2-2-16,2 2 1 0,0-2 0 0,-2 1-1 15,0 0 1-15,0-2-3 0,-1 3 3 0,0-3-1 16,-1 1 0-16,1 1 0 0,0-1 0 0,-2 2 2 16,0-1-1-16,-2 1 0 0,2 1 0 15,0 0 1-15,0 1 1 0,2 0 0 0,-1 0 0 16,1 0 0-16,1 0-1 0,0 0 1 15,1 0-2-15,2 0 0 0,-1-2-1 0,1 2 1 16,-1-2 0-16,1 1 0 0,-2 0 0 0,0-1 0 16,1-1 0-16,-2 2 0 0,2-3-1 0,-3 3 0 15,1-1 0-15,-2-2-1 0,1 4 0 16,-2 0 1-16,-3-2 0 0,0 2 1 0,2-2 1 16,-4-1 1-16,0 3 1 0,-1-1-1 15,-2 0 1-15,0 0-2 0,-2-3 1 0,0 3-2 16,0-3 1-16,-3 2-1 0,-1-2 0 0,0 2 0 15,-5-1 0-15,0 0-1 0,0 1 1 0,-3-1 0 16,-1 2 2-16,-3-3 0 0,1 3 2 16,0-2 3-16,-4 0 1 0,2 1 0 0,-1-3-1 15,-2-1 1-15,0 1-2 0,0-2 0 16,0 3-2-16,-2-2-1 0,2-1 1 0,0-1-2 16,0 1-1-16,2-4-1 0,-2 2 1 0,0-2-1 15,2-1 0-15,-1-3 0 0,1 0 0 16,-1-2 1-16,1-2-1 0,1-5 1 0,0-1 0 15,-1-3 0-15,1-4-1 0,2 0 0 16,-4-5 0-16,2-2-2 0,-3-4 0 0,2-3 0 16,-2-2 1-16,0-2 1 0,-2-2-1 0,1-1 2 15,-2-1-1-15,1 1 2 0,-4 4-2 16,1 3 0-16,0 4 1 0,1 4-1 0,-3 5 2 16,1 3 0-16,0 5-1 0,1 4 1 0,0 2-1 15,2 3 1-15,0 4-2 0,0 3 1 16,3 0-1-16,-4 2 0 0,4 3-1 0,-2-1-1 15,2 2-1-15,-2-1 0 0,2 1 0 16,0 2 1-16,0-1-1 0,0-1 1 0,0 1 1 16,2 2-1-16,-2 0 0 0,2 0 1 0,-2 2 0 15,0 2 1-15,4 1 0 0,-4 2 1 0,1 2 0 16,1 2 2-16,-1 1-1 0,3 4 0 16,-3 1 1-16,1 2 0 0,1 1 1 0,-1 3-1 15,1 3 0-15,0-1 1 0,0 4-1 16,2 1 0-16,-2 1-2 0,0 1 1 0,0 0 1 15,0 4 0-15,1-2 0 0,-1 2 1 0,0 0 1 16,0-1-2-16,2 1-1 0,-4-1-1 16,2-1 0-16,1-2 0 0,0 1-1 0,-2-3 0 15,1 0 1-15,2-3 0 0,1 0 0 16,-1-2-1-16,0-2 2 0,-1-2-1 0,1-1-1 16,2-1 0-16,0-2-1 0,0-1 1 0,-1-1 0 15,2 0-1-15,1 0 1 0,-1-1 0 16,2-3 1-16,0 3-1 0,0-4 0 0,2 2 0 15,0-1 0-15,1-2 0 0,0 1-1 16,1-3 1-16,0-1 0 0,2 0 0 0,0-2 0 16,-1-1 0-16,1 0 1 0,3-1-1 0,-2 0 0 15,1-2 0-15,2 2 0 0,-2-2-1 0,2 2 0 16,2-2 0-16,-2 0-2 0,2-2 2 16,0 2 0-16,1 0 0 0,-2 0 2 0,3 0 1 15,-1 0 0-15,3 0 0 0,-4 0 0 16,3 0 0-16,2 0-1 0,-2 0 0 0,2 0 0 15,0 0 0-15,0-2 0 0,0 1-1 0,2-2 0 16,-1 0 0-16,0 0 0 0,2 0 1 16,0-1 1-16,-1-1-2 0,-1 1-1 0,2-1 1 15,0 1 1-15,0 0-1 0,0-1-1 16,0 0 1-16,0 2-1 0,2-1 0 0,-2 0-2 16,0 1 1-16,2 1 0 0,-2-2 2 0,1 3 1 15,-1 0 1-15,0 1 0 0,2-2 1 16,-2 2-1-16,2-2-1 0,-1 2 0 0,1-1 0 15,1 0-1-15,1-1 1 0,-1-1 0 16,0 0-1-16,0 0-1 0,1 0 1 0,-3-2 0 16,2 1 0-16,-1 0-1 0,0-2 0 0,-1 2 2 15,-1-3-1-15,0 3 0 0,0-2-2 0,-1 2 2 16,-2 1-1-16,-1 1 0 0,1-2 0 16,-5 2 1-16,2 2 1 0,-2-2-1 0,-1 2 1 15,-2 2 0-15,1-2 0 0,-1 0 0 16,-3 2-1-16,1 1 1 0,0-2 0 0,-2 0 0 15,0-1-1-15,-2 0 1 0,-3 0-1 0,1 0-1 16,0-1 1-16,-3 1-1 0,0-1 0 0,-3 1 0 16,1-3 2-16,-3 3 0 0,-1-2 2 15,-1 2 0-15,3 0 1 0,-4 0 0 0,0-2-1 16,0-1 0-16,0-2-1 0,0 1 0 16,-2-2-2-16,0-2 1 0,1-1 0 0,-1-2 0 15,2-1 0-15,-2-3-1 0,1-2 1 0,-1 1-1 16,2-2-1-16,0-1 1 0,-1-1-1 15,1-1 0-15,-3 0 0 0,3-1 1 0,0-2 0 16,0 1 0-16,3-3-1 0,-2 0 1 16,-1 0 0-16,3-1-1 0,-1-2 0 0,0 2 0 15,-1 0 1-15,3 0-1 0,-4 1 2 0,1 4 0 16,-1 0 1-16,0 1 0 0,2 1 0 0,-1 2-2 16,-1 3 1-16,0 0-1 0,0 1 1 15,0 3-1-15,0 3 0 0,0-1 0 0,0 3 1 16,0 0 0-16,0 3-1 0,0 0 0 15,0 1-2-15,0 0 1 0,0 2-1 0,0 2 0 16,0-1 2-16,2 3-2 0,-2 0 2 0,2 3 0 16,-2 0 1-16,0 2-1 0,1 1 1 15,-1-2 1-15,2 3-1 0,-1 1-1 0,-1-1-1 16,2 3 1-16,0 0 0 0,0 3 3 16,-2-1-1-16,4 1 3 0,-3 2 0 0,1-2 1 15,-1 5 0-15,3-3-1 0,-3 2 0 0,1 0 1 16,1 0-1-16,-1 0-1 0,1 0 0 0,-2-1 0 15,3 0-1-15,-3 2-2 0,4-1 0 16,-4-2 0-16,2 1 0 0,1-3-1 0,-3 0 0 16,2 0 1-16,-1-2 0 0,0 0-1 15,-1 0 0-15,3 0 2 0,-3-3-2 0,1 1 0 16,-1-1 1-16,2-1-1 0,-1-1 0 0,-2-1 0 16,1-1 0-16,1-1 0 0,-1-2-2 15,-1 1 2-15,2-1 0 0,0-1 0 0,-1-1-1 16,-1-1 0-16,2 1 1 0,-1-1-1 15,-1 0-1-15,2-1 1 0,0-1 0 0,-1 2 1 16,-1-2-1-16,4 1 1 0,-4-1 0 0,1 0 0 16,2 0 0-16,-1 0 0 0,2 0 0 15,1 0 0-15,1 0 1 0,-1 0-1 0,2 0 1 16,2 0 0-16,1 2 0 0,-1-2 0 16,3 1 0-16,0-1 0 0,-1 0 0 0,5 2 0 15,-2-2-1-15,2 0 0 0,0 1 1 0,1-1-1 16,2 0 0-16,-2 0 1 0,4 0-1 0,1-1-1 15,-1-1 1-15,2 1 0 0,1-1 0 16,1-1 0-16,-1 2 0 0,1-3 0 0,2 3-1 16,-2-1 1-16,2 0 0 0,2 0 1 15,-1 1 0-15,-1-1 1 0,2 1 0 0,-1 0 0 16,2-1 0-16,2 2-1 0,-1-2-1 0,1 2 1 16,1 0-1-16,2 0 0 0,-1 0 0 15,0 2 1-15,1-2-1 0,-4 0-1 0,2 2 1 16,2-2-1-16,-1 0 0 0,-3 1 0 15,2-1 0-15,1-1 1 0,-3 1-2 0,4-2 1 16,-4 2 0-16,1-2-1 0,0 1 2 0,-2 1 0 16,0-1 2-16,0 1-1 0,0 0 1 0,-1 0 0 15,1 0-2-15,1 1 1 0,-1-1 0 16,0 0-1-16,0 1 1 0,2 1-1 16,-2-2 1-16,0 2-1 0,0-1-1 0,0 0 1 15,-1-1 0-15,-3 0-1 0,1 0 1 0,2 0 0 16,-4-1-1-16,2 0 0 0,-5-1 1 0,3-1-1 15,-1 2 0-15,-1-1 1 0,0 0-1 16,1 1 1-16,-2 1 0 0,0-2 0 0,0 2-1 16,0 0 0-16,0 0-1 0,-3 0 2 15,3 0 0-15,-3 2 1 0,0-2 0 0,0 0 1 16,0 1 0-16,-3-1-2 0,3 0 1 0,-5 0 0 16,0 0-1-16,-1-1 0 0,-2 1 0 0,-2 0 0 15,0-2 0-15,-5 1 2 0,1-1 0 16,0 1 1-16,-3-1-1 0,0-2 1 0,-2 0 0 15,0-2-2-15,0-4-1 0,-2 1 1 16,0-5-2-16,0 0 0 0,-1-4-1 0,2-3 2 16,-3-3-2-16,3-2 0 0,-1-2 1 0,1-4-2 15,-1-2 1-15,2-1-1 0,0 0-1 16,0 0 2-16,2 1 2 0,-2 6 0 0,0 3 0 16,0 3 2-16,0 5-1 0,0 3 0 0,0 2-2 15,0 5 0-15,1 1-1 0,-1 3 2 16,0 3-1-16,2 3 0 0,-2 5 2 0,1 0 0 15,-1 4 1-15,0 1 0 0,2 4 0 0,0 0 1 16,-1 2-1-16,-1 1 0 0,3 1-1 16,-1 2 0-16,0 0 1 0,2 2-2 0,-2 2 1 15,1 1 0-15,0 0 0 0,0 0 0 16,0 0-1-16,1 2 1 0,0-2-1 0,0-3 0 16,2 1-1-16,-2-3-1 0,0 0 1 0,0-6 0 15,1-1-1-15,-2-2 1 0,2-3 0 16,0-3 1-16,-1 1-1 0,0-6 0 0,-1 2 1 15,2-3 0-15,0-2 0 0,-1 0 0 16,2 0 0-16,2 0 0 0,0 0 0 0,5 0 2 16,0 0-1-16,1 0 2 0,3 0-2 0,3 3 1 15,1-2 0-15,5 2-1 0,0 0 0 16,1 0-1-16,3 1 1 0,0-2-1 0,4 2 0 16,-1 0 0-16,2-1 0 0,1-1-1 0,3 1 0 15,-1 1 2-15,4-1-1 0,-3 0 2 16,5-2 0-16,-1 2 1 0,4-2 0 0,-1 3-1 15,2-3 1-15,-1 0-2 0,4 1 1 0,-2 0 0 16,0-1-2-16,0 3 0 0,0-4-1 16,1 1 0-16,-2 0-2 0,-1 0-1 0,2 2 2 15,-3-3 2-15,1 4 0 0,0-4 1 0,-2 4 2 16,0-2 1-16,0-1-2 0,-2 1-1 16,-2 0-2-16,2-2-1 0,-7-2-5 0,1 2-10 15,-9-2-33-15,-3 2-80 0,-7-1-111 16,-4-1-211-16,-8 2-296 0,-4-4-361 0,-7 4-396 15,-5 0-153-15,-10 0 381 0,-7-2 756 0</inkml:trace>
  <inkml:trace contextRef="#ctx0" brushRef="#br2" timeOffset="30881.42">18313 6122 174 0,'-1'-4'564'0,"-4"0"334"15,4-1 181-15,-1 0-133 0,2 3-285 0,-1-2-193 16,-1 2-129-16,2-2-87 0,0 3-75 0,0-2-59 16,2 0-42-16,-1 0-24 0,2 0-22 0,3-1-14 15,-1-1 16-15,5-1 22 0,-1 1 12 16,5-1 2-16,-1 0 2 0,3 1 1 15,-2 2-23-15,3 0-24 0,-1 1-8 0,2 2-3 16,-4 2 27-16,2 1 17 0,-3 2 11 0,0 4 30 16,-5 1 9-16,1 2 4 0,-3 1-25 0,-2 3-14 15,-2 4-8-15,-2-2-24 0,-2 5-13 16,1-2-11-16,-4 2-6 0,2-3-2 0,-2 1-2 16,0-3-4-16,2-1-1 0,-2-2 1 15,2-4-1-15,2 0-1 0,-1-4 0 0,-1 0-3 16,2-3-2-16,-1 0-2 0,4-1 0 0,-1-1 0 15,5 0 0-15,-1 0 2 0,3 0 3 16,2 0 3-16,2 0 0 0,3-1 2 0,0 0 1 16,1 1-1-16,1 1-2 0,-1 0-1 0,-2 0 2 15,1 1-2-15,-3 1-1 0,-1-1 5 16,-2 2 2-16,-2 1 0 0,-4 1 1 0,-1 1 4 16,-4 0 0-16,-1 2-2 0,-4-1 1 0,-2 2-1 15,-2-2-2-15,-1 4-2 0,-3-3-1 16,-2 1-2-16,-1-2-2 0,0 2 0 0,-1-3 0 15,1-2 0-15,0 1 0 0,1-2 1 16,0-3-2-16,4 2-1 0,1-3 0 0,2-2-7 16,2-2-18-16,0-1-36 0,2 1-48 0,3-1-47 15,2-1-55-15,1-4-92 0,1-1-123 16,2-1-135-16,1-2-244 0,3 0-235 0,1 0-179 16,0-2 87-16,5 0 380 0</inkml:trace>
  <inkml:trace contextRef="#ctx0" brushRef="#br2" timeOffset="31230">18816 6225 4 0,'11'11'281'0,"0"5"184"0,-3 4 205 16,2 2 93-16,1 3-150 0,-3 3-103 0,1 0-66 16,4 0-48-16,-4-1-74 0,3-1-78 0,1-4-81 15,0-3-67-15,1-3-45 0,1-4-26 16,0-5 8-16,0-4 20 0,0-3 19 15,-3-3 12-15,0-4 4 0,-1-5 5 0,-3-4-14 16,-3-3-15-16,2-2-14 0,-6-2-1 0,-1-2 1 16,0-3 20-16,-3 1 33 0,-4 0 22 15,-1-2 12-15,-4 3-3 0,-1 0 5 0,-4 2-3 16,3 1-18-16,-5 3-15 0,1 4-17 0,1 3-9 16,-1 2-16-16,1 6-24 0,3 1-18 15,-4 4-13-15,4 5-5 0,0 4-3 0,3 4-2 16,0 2 2-16,1 5-1 0,4 1 3 0,0 4-2 15,-2 1 1-15,5 1-7 0,0 1-30 16,3 0-53-16,0 1-45 0,1-2-58 0,2-1-108 16,3-4-145-16,-1-2-147 0,3-5-232 15,0 0-238-15,5-6-169 0,-1-2 128 0,1-4 381 16</inkml:trace>
  <inkml:trace contextRef="#ctx0" brushRef="#br2" timeOffset="31609.35">19395 6156 57 0,'1'-3'538'0,"-1"4"408"0,-1 4 205 16,-2 2-35-16,-3 4-367 0,2 2-289 0,1 4-169 16,2 2-71-16,1 3-42 0,1 2-26 15,2 2-22-15,3-1-16 0,2 1-18 0,0 0-15 16,4-3-20-16,2-2-24 0,-2-4-16 0,6-2-6 15,-2-5 0-15,2-2-4 0,1-6-1 16,1-4 0-16,0-4-1 0,0-4-1 0,-2-5-5 16,1-1 1-16,-3-4-4 0,-1-1 8 15,0-1-3-15,-4-3 1 0,-2 2 1 0,-4 3 2 16,-2-2 5-16,-4 1-3 0,-3 1 2 0,-4 1-1 16,-4-1 3-16,-2 2-6 0,-7 3-3 0,0 0 1 15,-5 4 1-15,-3 3 3 0,-1 5-4 16,-3 6 3-16,0 4-5 0,-3 5-5 0,2 4-1 15,4 4-4-15,0 2-3 0,6 2-2 16,2 0-2-16,5 1-38 0,6-2-39 0,3 1-58 16,5-3-128-16,3 0-187 0,4-1-304 0,3-3-248 15,4 2-228-15,5-4-41 0,4-2 403 16,3-2 486-16</inkml:trace>
  <inkml:trace contextRef="#ctx0" brushRef="#br2" timeOffset="32893.58">20136 5952 159 0,'-3'0'385'0,"1"-2"198"16,-1 0 168-16,3 2-143 0,0-1-98 0,0 1-42 15,0 0-23-15,0 0-38 0,0 0-51 16,0 1-65-16,0 1-62 0,0 1-58 0,0 3-42 16,0-1-32-16,0 3-15 0,2 5-8 0,-1 0 1 15,3 5 10-15,-1 2 19 0,0 3 14 16,0 2 1-16,2 2-4 0,0 1 3 0,1 5-6 16,0 0-17-16,-1 3-13 0,2 1-10 0,-3-2-7 15,1 3-4-15,1-1-9 0,-1-1-7 16,-2 0-4-16,2-2-8 0,-2-2-1 0,0-4-15 15,1 0-9-15,2-4-4 0,-5-7-4 0,2 1 0 16,1-5 0-16,-3-4-2 0,1-2 2 16,-1-2 6-16,1-4 9 0,1-4 1 0,1-4 3 15,0-5 3-15,4-6 0 0,-2-3-7 16,2-5-7-16,0-2-1 0,3-1-6 0,0-2-1 16,2-3 0-16,1 1-2 0,1-1-1 0,-1 0-1 15,0-1 1-15,3 2-1 0,-1-1 0 16,1 2 2-16,1 3 1 0,-4-2 1 0,2 4 0 15,-2 1 1-15,-1 3-1 0,-1 0 0 16,0 5 0-16,-2 2-1 0,-2 0 1 0,-1 4-2 16,-2 4 0-16,-1 0 2 0,0 2 0 0,0 2 0 15,-1 1-1-15,-1 1 2 0,-1 1 0 16,1 1 0-16,0 0 2 0,-2 1 2 0,1 3 1 16,-1 0 3-16,2 0 2 0,-2 2 2 0,-2-1 3 15,2 1 5-15,-1 1 2 0,-3 0-1 16,1 4 1-16,-2-3 1 0,-4 3-4 0,3 0-2 15,-4 1-3-15,-1 2-3 0,0-1-3 0,1 2-1 16,-3 2-4-16,0-2-1 0,0 2-1 16,0 0-2-16,2 2 1 0,1-3 0 0,-2 1-1 15,4 0-1-15,1-1-1 0,2 1 1 16,0 0-2-16,2-1 1 0,1 1 0 0,2 0 2 16,2-1-1-16,-1 0 1 0,4 1 0 0,0-2 0 15,3 0 1-15,1 1-1 0,-1-3-1 16,5 1 0-16,-1-3-1 0,1 0 0 0,3-1-1 15,0-3 0-15,1 2 2 0,2-4-1 16,-1 1 0-16,2-2 1 0,-1-1-1 0,3 0 0 16,0 0 0-16,-1-2 0 0,0 3 1 0,-1-2 0 15,2 3 0-15,-3-3-7 0,2 3-39 16,-4-2-79-16,0 0-103 0,1 3-180 0,-6-4-297 16,1 0-350-16,1 1-343 0,-2-2-156 0,-2 2 270 15,0-1 672-15</inkml:trace>
  <inkml:trace contextRef="#ctx0" brushRef="#br2" timeOffset="39251.94">7124 12748 23 0,'2'4'234'15,"-1"-3"130"-15,1 2 120 0,1-1-75 0,-2-2-115 16,1 1-76-16,-2-1-46 0,3 0-29 0,-3 0-19 16,2 0-19-16,-1 0-19 0,-1 0-23 15,2 0-5-15,-2-1-2 0,0 1 4 0,0-2 6 16,1 2 13-16,-1 0 8 0,0 0 0 16,0 0 2-16,0 0 3 0,0 0-2 0,2 0-2 15,-2 0-8-15,0 0-16 0,2 0-18 0,-1 0-8 16,1 0-17-16,0 0 14 0,2 0 21 0,-2 2 8 15,4-2 8-15,0 1-2 0,-1-1 3 16,0 0-22-16,3 1-20 0,-2-1-12 16,0 0-7-16,2 0-5 0,-1 0-1 0,0-1 1 15,1 1 3-15,0-1 1 0,0-1 69 0,3-1 42 16,-3 0 21-16,0 0 6 0,3 0-1 0,-3 0-8 16,0 1-56-16,0-3-37 0,1 3-21 15,-1-2-10-15,2 0-6 0,-2 1 0 16,1 0-2-16,-1 0-4 0,0-1-1 0,1-1-1 15,-1 2 1-15,0-2 0 0,-1 3 0 0,2-3 2 16,-1 1 0-16,0 1 0 0,2-2-2 0,-1 1-1 16,-1-1 1-16,0 1-2 0,1 2 0 15,1-3 0-15,-2 3-13 0,1-2-8 16,0 2-4-16,1 0-6 0,-2 0 2 0,3 1-1 16,-3 0 17-16,2 1 5 0,-1 0 3 0,-1-2 3 15,0 2 1-15,0-2-1 0,1 2-5 0,-1 0 1 16,-2-1 3-16,1 0 3 0,2-1 0 15,-1 2-1-15,0-1 4 0,0-1 2 0,0-1-2 16,0 2-2-16,0-1-1 0,0 1 0 16,2-3 3-16,-3 3-3 0,1 0-1 0,3-1 19 15,-2-1 5-15,-1 1 4 0,2 0 2 0,-1-1 1 16,-1 2 0-16,0-1-14 0,1 0-5 16,1 1-5-16,-2-2-5 0,0 1-1 0,1-1 0 15,-1 2-1-15,0-2-1 0,0 1 0 16,1-1 3-16,-1 1-2 0,1 1 0 0,0-1-1 15,0-2 0-15,-1 3-1 0,0-3 1 0,3 2 3 16,-3-2 0-16,3 0 1 0,0 1 1 16,-1 0 2-16,1-1-3 0,1 0-2 0,0 2-1 15,0-1-1-15,1 0-2 0,-2 0 2 16,3 1 1-16,-3 1-3 0,3 0 3 0,-4-1 4 16,1 2 3-16,1 0-4 0,-2 0-2 0,0 0 2 15,0 0-1-15,0 0 1 0,-2 0-3 0,1 0 2 16,-2 0-1-16,-1 0-1 0,2 0 0 15,-1 0 0-15,0 0-1 0,0 0-1 0,-1 0 3 16,2 0-1-16,0-2 1 0,0 2-2 16,0-1 1-16,0 1 0 0,2 0-3 0,-2-1 2 15,2 1-1-15,1-2 7 0,-2 0-4 0,3 2-1 16,-2-1 0-16,0-1-1 0,1 1 2 16,0-2-5-16,-1 3 1 0,-1-2 3 0,4 2 3 15,-4-3 1-15,1 0-4 0,-1 2 3 16,2 0 19-16,-1-2 15 0,2 2 14 0,-2-2-1 15,0 1 4-15,2 2-2 0,-2-1-16 0,-1 0-16 16,2 1-9-16,0 0-2 0,2 0-4 16,-4 0-1-16,3 0-1 0,0 0 0 0,-1 1-3 15,-1 0 1-15,2 1 0 0,-1-2 0 16,-1 2-1-16,2-1 2 0,-2 3-3 0,1-3-3 16,0 0 3-16,0-1 2 0,-3 1-2 0,3 1 1 15,-1 1 1-15,-1-3 0 0,0 0-3 16,1 0 1-16,-2 0 3 0,1 0-3 0,-1 0 8 15,2 0 4-15,0 0 4 0,0 0 0 0,0 0-3 16,0 0 6-16,2-3-8 0,-1 3-5 16,0 0 0-16,0 0-2 0,2 0-3 0,-2 0-1 15,0 0 1-15,-1 0 1 0,2 0-4 16,-2 0 3-16,-1 0 1 0,2 0-1 0,-3 0 2 16,0 0-1-16,3 3 3 0,-3-3-1 0,0 0 0 15,0 0 1-15,1 2-4 0,-1-2 2 16,-1 0 0-16,1 3-2 0,-1-3 0 0,1 1-1 15,0-1 2-15,0 2 1 0,1-2 1 16,-2 1 1-16,1-1 3 0,0 0-4 0,-1 0-1 16,3-1 0-16,-2 1-1 0,1-2-2 15,-1 1 0-15,0-2 2 0,0 3 2 0,3-2 36 16,-1-1 18-16,1 0 14 0,0 1 0 0,-2-1 1 16,1 2-5-16,2-2-29 0,-2 1-18 15,0 1-7-15,2-2-3 0,-2 1 1 0,1 1-4 16,0 0-1-16,-2-1 1 0,1-1-2 0,1 2-3 15,-2-1 2-15,-1 1-4 0,0-1-4 0,0 1 2 16,-2 1 0-16,2-2 0 0,0 0 0 16,-2 0 5-16,2 0 0 0,-1 1 0 0,4-1-4 15,-3 0 3-15,-2 0-4 0,2 0-2 16,1 1 3-16,-1 1 1 0,-1-1 3 0,-1-1-4 16,3 0 1-16,-2 1 3 0,-1 1 0 0,2-1-6 15,0-1-1-15,0 0 3 0,-2 2 1 16,2 0 1-16,1-1-1 0,1 1 3 0,-2-2-2 15,2 2 0-15,0 0 3 0,0-1-5 16,-2 1 2-16,3-3 4 0,-3 3-3 0,0 0-1 16,1 0 2-16,-3 0 1 0,1-2-4 15,-1 2 1-15,-1 0 1 0,3-3-1 0,-4 3-1 16,1-2-2-16,0 1 3 0,-2 1-4 0,2-1 5 16,-2 0-1-16,2 1-3 0,-1-4 2 15,0 4-1-15,-1-1 4 0,3 1-3 0,-2-2 2 16,0 2 2-16,2 0 2 0,-1-2-1 0,0 2-5 15,1 0 2-15,-1-1-1 0,0 1-4 0,1-1-3 16,-1 1 0-16,0 0-2 0,1-2 1 16,-1 2 1-16,0-2 3 0,1 2 3 0,-2 0 0 15,3 0 2-15,-2-1 0 0,1 1 2 16,0 0-1-16,2 0-1 0,-2 0 0 0,1 0-2 16,-1 0 4-16,3 0-2 0,-2 0 1 0,-1 0 0 15,-1 0-1-15,3 0 3 0,-4 0-5 16,1 1 2-16,0-1-2 0,0 0 3 0,-2 2-1 15,0-2-1-15,3 2 0 0,-3-2 2 0,2 1-2 16,-1 0 1-16,0 1 0 0,0 1 0 16,-1-2-1-16,0 3 1 0,1-3 1 0,1 0 0 15,-2 4 0-15,-1-5 0 0,1 2-2 16,-1-2 5-16,1 3-5 0,-1-2 3 0,-1-1-2 16,1 2-1-16,-1-1-1 0,1-1-5 0,-2 0 6 15,2 0-4-15,0 0 0 0,-2 0 3 16,0 0-4-16,0 0-11 0,0 0-20 0,0 0-17 15,0 2-19-15,2-2-21 0,-2 2-10 0,0-2-5 16,2 1-4-16,-2 0-18 0,0 1-33 16,0-2-41-16,0 3-43 0,0-3-42 0,0 3-43 15,0-1-40-15,0-1-28 0,0 0-39 16,0 2-121-16,-2-1-160 0,2-1-29 0,-2 0 105 16,0 1 192-16</inkml:trace>
  <inkml:trace contextRef="#ctx0" brushRef="#br2" timeOffset="49898.78">9848 12408 36 0,'3'0'245'0,"-3"-2"136"16,2 2 118-16,0 0-83 0,-1-1-113 16,-1 1-110-16,0 0-77 0,3 0-46 0,-3 0-33 15,2 0-29-15,-2 0-22 0,0 0 8 0,2 0 6 16,-2 0-4-16,1 0 2 0,1 0 1 15,-1 0 1-15,-1 0 0 0,2 0 0 0,1 0 29 16,-2 0 14-16,2 0 7 0,-1 0 6 16,1 0 4-16,1 0-1 0,-1 0-22 0,0 0-13 15,0 0-8-15,2 0-5 0,-1 0-5 16,1 0-1-16,-2 0-1 0,2-2 0 0,-2 2 0 16,2-1-1-16,0 1 3 0,1 0-2 0,-3-2 4 15,0 2-3-15,2-2-1 0,-2 2-2 0,2 0 4 16,-2-1-1-16,1 1 5 0,0-1-7 15,-1 1 3-15,0 0-2 0,-1-2-2 0,1 2 3 16,-1 0-5-16,1-1 6 0,-1 1 3 16,1-2-1-16,0 2-1 0,0-1-5 0,0 0 4 15,2-1-4-15,-2 2-2 0,2-2 2 0,-2 1-2 16,0 0 3-16,2-1-3 0,0 2 2 16,-1-2 0-16,-1 1-4 0,1 0 2 0,-1 1-2 15,-2 0 2-15,1-2 2 0,1 2-2 0,-3 0 4 16,2 0-2-16,0 0 3 0,-1 0-3 15,2 0 2-15,-1 0 0 0,2 0-2 0,-1 0-1 16,-1 0 1-16,3 0 0 0,-2 0 0 16,2 0-2-16,-2 2 0 0,2-2 0 0,-1 0 0 15,-1 0 0-15,1 0 0 0,-1 0 2 16,-3 0 2-16,3 0-2 0,-1 0-4 0,-1 0 4 16,-1 0 1-16,0 0 1 0,2 0-2 0,-2 0 2 15,0 0 1-15,2 0-5 0,-2 0-2 16,1 0 0-16,-1 0 2 0,2 0 0 0,-1 0 0 15,1 0 2-15,-2 0 0 0,4 0-4 16,-4-2 0-16,2 2 2 0,-2-2-1 0,3 2 1 16,-3 0 0-16,2 0 0 0,-2-1-2 0,1 1 2 15,-1-2 0-15,2 2-2 0,-2 0 2 16,2-1 2-16,-1-2 0 0,1 3-2 0,-1-2 3 16,1 2-1-16,0-5 0 0,-1 4 0 0,2-1-2 15,-1-1 0-15,1 2 0 0,2-2-2 16,-4 1 0-16,2 0 0 0,-1 0 2 0,1 0 0 15,-1 1 0-15,-1 1 0 0,1-1 2 0,-2-1 2 16,2 2 0-16,-1-1 1 0,-1 1 3 16,0-2-1-16,0 2 0 0,0 0 3 0,0-1-7 15,0-1 3-15,0 1-2 0,2-2-3 16,-2 1 3-16,0-1-4 0,0 0 2 0,0 0-2 16,0 1 0-16,0 0-2 0,0-2 0 0,0-1 2 15,0 2 2-15,0 0 2 0,0 0 1 16,0 0-1-16,0-1 3 0,0 0-3 0,0 2 3 15,0-3-1-15,0 1 1 0,2 2-3 0,-1-3-4 16,-1 2 2-16,0-1-2 0,0 1-2 16,2-2 2-16,-2 1 0 0,1-1 2 0,-1 1 24 15,0-2 10-15,3 2 9 0,-3-1 4 16,0-1 0-16,2 4-1 0,-2-3-22 0,1 2-10 16,-1-1-7-16,0-1-6 0,2 1 1 0,-2 0-2 15,0-2 1-15,0 1 3 0,1-1-3 0,-1 0 4 16,0-1-25-16,0 1-11 0,0-2-10 15,0 0-6-15,0 2-2 0,0-3-3 0,0 2 21 16,0 0 16-16,0-3 4 0,0 3 5 16,-1-1 4-16,1 0 2 0,-2-1 4 0,1 0-3 15,-1 1 1-15,2-1-4 0,-3 2 0 16,2-3 0-16,-1 3-2 0,2 0 0 0,-3 1-1 16,3-2 3-16,0 2 0 0,0 0-2 0,-2-1 2 15,2 1-2-15,0 0 0 0,-1-2 0 16,-1 0 2-16,2 1 0 0,0-1-2 0,-2-2 2 15,2 3 0-15,0-3-1 0,0-3 1 0,-1 1 0 16,-1 0 1-16,2-1 1 0,0-2-2 0,0 2 4 16,0 1 0-16,0 2-4 0,0 0 0 15,0-1 0-15,0 2 1 0,0 0 1 16,0 0 0-16,0 2-2 0,0 1 0 0,-1-2 0 16,1 1 0-16,-2-2 0 0,2 2 0 15,0-4 0-15,0-1 0 0,0-3 2 0,0 3-2 0,0-4 2 16,0 2-2-16,0-2 0 0,0-1 1 15,0 0 3-15,-2-1 23 0,2 3 13 0,0-2 10 16,-1 4 0-16,-1 0 5 0,1 2-2 16,-1 1-23-16,-2 1-13 0,2 0-6 15,-1-1-8-15,0 2-5 0,1 2 1 0,-1-2-3 16,1-3 1-16,-1 1-1 0,1-2-18 0,2-1-13 16,-1-2-9-16,1 1-2 0,0-2-3 0,0 1-1 15,0-2 18-15,0 0 15 0,0 1 6 16,0 0 8-16,0 1-1 0,-2-2 4 0,2 2 0 15,-1-2 4-15,-1 3-2 0,0 0-1 0,-2 0 7 16,2 1-5-16,-1-1-1 0,-2 1-2 16,2-2 0-16,0 2-2 0,-2-2-3 0,3 3 1 15,-1-1 4-15,-1 1 2 0,1-1-4 16,0-1 0-16,1 1 2 0,0-2-3 0,2 2-4 16,0-1 5-16,-1 2 2 0,1-1-4 0,0-1 4 15,1 1-2-15,-1-1 2 0,0 2 0 16,2 1 0-16,-2-1 4 0,0 0-2 0,0-1 0 15,0 1 25-15,-2 0 13 0,2-2 4 16,-1 2 6-16,-1-1 0 0,2 1-1 0,-3 0-24 16,1 2-13-16,-1-2-7 0,1-1-1 0,-1 0-4 15,2-1 1-15,-2 1 1 0,1 0 2 16,-1 0 4-16,2-4-27 0,-1 2-14 0,0-2-6 16,2 1-5-16,-1 0-4 0,-1 0-4 0,0 1 25 15,1-1 15-15,1 1 3 0,-2-1 7 16,1 0 0-16,-1-1 0 0,0 3 2 0,-1-3 0 15,2 3 0-15,-2-4-2 0,0 4 2 0,0-1 0 16,1 1 4-16,-1 0-4 0,1 0 0 16,-1-2 2-16,-2 0-4 0,3 0 0 0,-1-2-1 15,0 1 1-15,0-1 2 0,0 1-2 16,2-2 6-16,-3 1-3 0,3-1 27 0,-3 0 8 16,3-1 6-16,-1 0 3 0,-1 2-1 0,1-1 2 15,-1 1-29-15,0-2-10 0,0 4-7 16,0-2-1-16,1 0-1 0,-1-1 2 0,0 3 0 15,1 0 5-15,-1-3 0 0,0 6 2 16,1-5-3-16,-1 3-3 0,2 2 1 0,-1-3-2 16,0 3 0-16,-2 0 0 0,2-1-22 0,2 0 13 15,-3 3-19-15,3-1-7 0,-1 1-6 16,-1-1-5-16,2 0 22 0,-2 0-13 0,2-1 21 16,-1 0 5-16,-1-5 2 0,1 4 7 0,-1-4-2 15,2 1-3-15,-2-2 5 0,1 2 0 16,-1-1 1-16,-1 1 1 0,1-2 0 0,1 2 1 15,-2 3 1-15,1-2-2 0,1 3 24 0,-1 1 12 16,2 3 5-16,-1-3 2 0,1 1 1 16,-2 4 2-16,2-2-23 0,0 0-13 0,0 1-6 15,0-2-3-15,0 1-1 0,0-2-3 16,0-1-1-16,0 1 3 0,0-1-1 0,0-3 0 16,0 1-5-16,0-1 4 0,-2-1-1 0,2 1-1 15,-1-1 1-15,1 0 1 0,-2 1 5 16,2 3-1-16,-3 0 5 0,3 2 1 0,0 0-2 15,0-1 0-15,-2 2-3 0,2-1 1 16,0 2-3-16,-1-1 0 0,1 0-1 0,0-2 1 16,0 1 0-16,0-1 0 0,0-2 3 0,0-2 2 15,1 0-20-15,-1 0-17 0,0-2-5 16,0 2-5-16,0 0-5 0,0 0-5 0,0 0 21 16,0 0 15-16,0-3 7 0,2 3 4 15,-2-1 1-15,0 1 0 0,0 1 1 0,2 0-3 16,-1 1 3-16,1 0-1 0,-1 0 4 0,-1-1 0 15,2 1 15-15,0-2 14 0,-1 2 32 16,1 0 28-16,-1 0 17 0,1 0 27 0,-2-2-3 16,0 0-2-16,3 0-31 0,-2-1-23 15,-1-1-16-15,0 2-26 0,2 2-15 0,-2-1-6 16,0 1-7-16,0-2 1 0,0 2-2 0,0 0-4 16,0 0-1-16,0 0 1 0,0 1-4 0,0-1 3 15,0-2-1-15,0 0 2 0,1 0 1 16,1 2 0-16,-2-2 3 0,2 2-3 15,-1 1 1-15,1 1 1 0,-2-1 1 0,3-2 2 16,-1 1-2-16,-1 0-19 0,1 3-13 0,0-2-6 16,-1 2-6-16,1-1-2 0,-1 1-2 0,1-1 21 15,-2-2 13-15,4 3 7 0,-4-1 21 16,2 0 20-16,-2 1 11 0,0-1 6 16,0 0 0-16,0-2-1 0,0 3-13 0,0-1-14 15,0 2-14-15,0 2-4 0,0-1-3 0,0 1-1 16,0 1 1-16,0-1-8 0,0-1-3 0,0 0-2 15,0 1 0-15,0-3 2 0,0 2 0 16,2-1 3-16,-1 0 6 0,1 0-1 0,-1 1 2 16,-1-3-1-16,2 3-1 0,0-3 2 15,-1 2-1-15,-1 0 4 0,3 0-3 0,-3 2 2 16,0 0 0-16,0-2-4 0,0 2-1 0,0-3-1 16,0 2 0-16,0-1 21 0,-1 0-9 15,-1 2 15-15,2-2 9 0,0-1 1 0,-1 2 0 16,1-1-21-16,-2 0 11 0,2-1-14 15,0 3-7-15,0-1-4 0,0 0-1 0,0-3-4 16,0-2-1-16,2 4-2 0,-2-5 3 0,1 4-1 16,-1-2 2-16,0 0 4 0,0 0-1 0,0 1 4 15,0 1 0-15,0-3 1 0,0 4-2 16,0-2 2-16,0 3-1 0,0 0-1 16,-1-1-1-16,1 5 1 0,-2-2 3 0,2 3 0 15,0 0 0-15,0 2-1 0,0-3 4 0,0 4 1 16,0-1-1-16,0 1 0 0,0-1-1 0,0 1-1 15,0-2-2-15,0 2-6 0,0 0 0 16,0-2-3-16,0 1 0 0,0 1 2 0,0-3-3 16,0 0-1-16,0-1 0 0,0-1 0 15,2 1 3-15,-1-2-4 0,1 1 5 0,-1 3-1 16,-1-2 2-16,0 2 3 0,0-1 1 0,0 3-1 16,0-1 1-16,0 1 5 0,0 1 3 15,0-1 1-15,0 3 1 0,0-3 0 0,0 0-1 16,0 2-2-16,0 0-2 0,0-2 1 15,0 2 0-15,0-2-2 0,0 0 0 0,0 0-1 16,0 0-2-16,2 1 0 0,-2-1-4 0,0 0 0 16,0 1-1-16,0-1 0 0,2 2 0 15,-1-1-1-15,-1 1 0 0,0 2 1 0,0-1 0 16,2 4 0-16,-2-2 0 0,1 2 0 16,-1 1-2-16,2 1 1 0,-2-1-1 0,2 3 1 15,-1-1 1-15,2 2 1 0,-1 0 1 0,-1 0 2 16,1 1 1-16,-1 0 2 0,1 3 0 0,0-1 3 15,-1 1 0-15,2 2-20 0,-1 1-12 16,0-2-6-16,-1 3-5 0,1 1-3 16,0-2-2-16,-1 4 20 0,2-2 10 0,0 2 6 15,-1-2 5-15,-1-1 1 0,1 1 2 0,-1 0-2 16,1-2 0-16,-2 0 1 0,2-1 2 0,-1 1-6 16,1 0 3-16,-1-2 16 0,-1 3 10 15,2-1 4-15,0 1 1 0,-1 1 1 0,1 0-3 16,1 3-15-16,-1-2-9 0,-1 3 1 15,1 1-2-15,2 0 0 0,-1 1 1 0,-1-1-1 16,1 2 1-16,2-2-5 0,-2 1-19 0,2-2-11 16,0 0-8-16,-1-4-2 0,1 3-2 15,0-5-2-15,-2 3 18 0,2-4 8 0,0 1 7 16,-2-3 2-16,4 3 3 0,-3-2 1 16,-1-1-2-16,3 0 3 0,-1 2 2 0,0-1 0 15,1-1 0-15,0 1 2 0,-1 1 2 0,2-2-4 16,-1 1 20-16,0-1 12 0,0 2 2 15,-1-3 2-15,-2 0 1 0,2 2 4 0,-1-4-21 16,-1 2-13-16,1 0 1 0,-2-1-7 16,-1-1-1-16,1 2-1 0,-1-1-1 0,-1-1 0 15,0 2-3-15,2-1 2 0,-2-1-1 0,0 1-4 16,3 0 4-16,-3 2-1 0,2-1 2 16,-1-1-2-16,1 2 4 0,1-2-1 0,-1-1 2 15,0 4 0-15,-1-4 0 0,2 0-1 16,0 2 2-16,0 0 1 0,0-1-1 0,1 2 0 15,-1-1-2-15,0 3-16 0,2-4-12 0,-2 4-3 16,0-2-6-16,3-2-2 0,-3 0 0 16,2-1 19-16,-1 4 8 0,0-3 5 0,1 1 6 15,-2-1 2-15,3-1 2 0,-3 0 15 16,-1 1 10-16,1 1 5 0,1 1 1 0,-1 1 2 16,0 2-2-16,-3-4-15 0,3 2-9 0,0 0-6 15,-1 1-5-15,2 0-4 0,-2 0 0 0,1 1 3 16,0 1-2-16,-1-2-1 0,3 1 2 15,-2-1 2-15,-1 0-2 0,1 0 0 0,-2 0 0 16,3-1 5-16,-2-2 1 0,0 3 1 16,0-2 0-16,-1 0 2 0,-1 2-3 0,2 0-2 15,-1-1 0-15,-1 1-1 0,0-2 2 0,0 3 0 16,0-2 1-16,0 0-1 0,2-2 1 16,-2 0-3-16,0 1 2 0,2 0-3 0,-1-1 1 15,-1 1 2-15,2 1-3 0,-1 0-2 16,-1-1 1-16,2 1 0 0,0 0-1 0,-1-1 1 15,2 3 1-15,-1-3 0 0,-2 1 0 0,3-2-2 16,0 2 2-16,0-3-2 0,0 1 1 16,-1 0-2-16,1 2 2 0,0-3 1 0,-1 0-3 15,0 0 0-15,-1-3 0 0,1 1 0 16,1 1 2-16,-1-2 0 0,-1 0-1 0,2 1 2 16,-1 0-1-16,-1-2 1 0,2 3-1 0,-1 2-3 15,0 0-1-15,-1 0-1 0,2 0 3 16,-1 0 0-16,0 2 2 0,1-1 1 0,-1 0 1 15,1 2 3-15,-2-2 4 0,1 1-7 0,2 0 3 16,-1-1-1-16,-1-1 0 0,1 2-1 16,-1 1-2-16,1-3 0 0,-1 1 1 0,1 1-1 15,-1 0-1-15,2-1-1 0,-2 1 1 16,2 0 1-16,-1 2 0 0,1-3 0 0,-1 1 0 16,0 0 0-16,0 2 4 0,-1-3-3 0,1 0 2 15,2 1-4-15,-1-2 1 0,-2 2 0 16,1-1-2-16,0-2-2 0,1 2 1 0,-1-2 1 15,0 2-3-15,0-1 4 0,-1-1 1 16,1 2-2-16,-1-4-4 0,2 3 2 0,-2-5-1 16,1 1-6-16,0-1-3 0,0-1-2 0,0 3 4 15,1-2-1-15,-1 1-6 0,0-2-12 16,0 2-23-16,0-4-23 0,0 0-20 0,0 1-5 16,-1 0-4-16,1 2 16 0,-1-1 31 15,-1 1 25-15,1-2 19 0,-2 1 10 0,2 0 8 16,-1 0 0-16,-1 0 4 0,0 0 0 0,2 1 1 15,-2-2 1-15,0 0-3 0,2-1-1 0,-1 1-2 16,-1 1-3-16,3 0 0 0,0 0-2 16,-3-1-1-16,3 3-3 0,-1-1 3 15,-1-3-3-15,1 2 1 0,1-2 5 0,0 2 0 16,-1 0 7-16,0 2-1 0,-1-3 3 0,1 3 0 16,0-2-1-16,-1-1-2 0,1 2 0 0,-1-1-3 15,1 2 2-15,1-2-2 0,-2 2-3 16,1-1 0-16,-1 2 0 0,1-1 1 15,0 0 1-15,-1-2-1 0,1 2 2 0,1-5 0 16,-1 5-1-16,1-3-2 0,-1 1 0 0,1 1 1 16,-2-2-1-16,1 0 2 0,1-1-1 0,-2 1-1 15,2-2-1-15,-1 0 1 0,0-1 0 16,-1-1-2-16,1 3 2 0,1-1 0 16,0 2 0-16,-1 1 0 0,1 0 0 0,0-2 0 15,3 3-1-15,-3 0 2 0,2-1-1 0,0 3 0 16,0 0 2-16,1-1-2 0,-2 0 0 0,2-2-2 15,-2 1-2-15,0-4 1 0,0 2 0 16,3 0 3-16,-2-1 0 0,1-1 0 0,-2 1 0 16,1 0 0-16,0 0 0 0,0-1 0 15,1 2 0-15,2-1 3 0,-2 1 0 0,-1 3 0 16,0-4-2-16,1 0 4 0,2 2-4 0,-3 0 4 16,1-2-2-16,-1 1 1 0,0 1-1 15,1-3-3-15,-2 0 0 0,0 1-1 0,-1-3-2 16,0-1-2-16,0 0 1 0,1 0 1 15,-1 0 1-15,-2-2 2 0,4 2-1 0,-2-2-2 16,0 3 1-16,0-1-1 0,1-2 2 0,0 2 1 16,0 0 1-16,0 0 4 0,2 0-2 15,1 1 1-15,-1 0-1 0,-1 1-4 0,3-2 2 16,0 4 1-16,-2-4 1 0,2 1 3 16,-2 1-3-16,4 0 6 0,-4-3-5 0,2 2-1 15,0-2-3-15,0 1-3 0,-2 0 2 0,2-2-1 16,0 1 1-16,1 0-2 0,-1-1 1 0,2 1 2 15,-2-2 0-15,3 1 0 0,-2 1 2 16,1-1 1-16,1 2-3 0,-2-1 3 16,-1-1 0-16,3 0-3 0,-3 3 1 0,0-3 2 15,3 0 0-15,-5 1-1 0,2 0-1 0,-1-1 1 16,2 0-4-16,-1 2-1 0,0-3 0 0,-1 1 2 16,-1 0-4-16,3-1 2 0,-1 1 2 15,0-1 1-15,3 0 0 0,-1 0-3 16,-1-1 1-16,2 1-1 0,0-1 2 0,0 0-2 15,0-2 0-15,2 2 0 0,-3-2 0 0,2 1 1 16,-1 0-5-16,3-2 2 0,-3 0-1 0,1 1 0 16,0 2 0-16,-1-2 1 0,2 1 5 15,-2 1-1-15,0-1 5 0,1 2 4 0,0-2 3 16,-1 2-2-16,1 2 3 0,1-2 1 16,-2 2-4-16,0-1 0 0,2 1 0 0,-1-2 0 15,-2 1-1-15,1-1-2 0,0 0-2 0,-3 0-2 16,2 0 1-16,-3-1-2 0,1-1 1 15,0 1-2-15,-1-3 1 0,0 2 1 0,1 0 2 16,0-2 1-16,-1 1-2 0,2 0 3 16,-1-2-4-16,0 3 6 0,3-3-2 0,-2 2-2 15,3 0-1-15,0 1 4 0,-1 0 2 0,2-1-1 16,1 2-3-16,-1 1 1 0,2 0 2 16,0 0-3-16,0 0-2 0,-2 0 2 0,1 0-1 15,-1-1-2-15,-2 1 1 0,0-1-1 0,0 1 1 16,-3 0-3-16,2-3 2 0,-2 3-2 15,-2 0 0-15,1 0 3 0,0 0 0 0,-1 3 1 16,-1-3-3-16,0 1 4 0,2 0-1 16,-3 0 0-16,5 2 12 0,-4-1 11 0,2 0 2 15,-1 1 1-15,2-2 1 0,-2 2-3 16,1-1-13-16,-1 0-8 0,0-2-6 0,2 1 1 16,-2-1-4-16,1 0 2 0,-1 0-1 0,-1 0 1 15,3 0 0-15,-4 0 0 0,4 0 0 16,-3 0 1-16,2 0-1 0,0 0 0 0,1 1 0 15,-1-1 0-15,-1 2 0 0,3 0 0 0,-2-1-3 16,-1 0 3-16,2 3 2 0,0-3-1 16,-2 0 1-16,0 2 2 0,1-1 0 0,-1-1-3 15,0 0 2-15,-1-1 0 0,2 2-2 16,-4-2-1-16,2 2 0 0,-1-2 0 0,-2 0 0 16,2 0-1-16,1 0 1 0,-2 0 1 0,-1 0 1 15,1 0-2-15,0 0 0 0,2 0 0 0,-2 0-2 16,3 0 1-16,-2 0-2 0,0 0 3 15,1 0-4-15,0 0-2 0,0 0-2 16,1 0 1-16,0 0 0 0,1 0 3 0,-1 0 5 16,1 0 8-16,2 0 3 0,-1-2-3 15,1 2-1-15,2-2 2 0,-3 2-4 0,3 0 0 16,-1 0-5-16,2 0 5 0,0 0-1 0,1 2-1 16,-3 0-1-16,3-2 3 0,-1 1-2 0,0 1 4 15,0-1-5-15,-1-1 2 0,-1 2-1 16,1-1 0-16,-2 2 0 0,1-1-1 0,-1 0 0 15,-1 0 1-15,-2 1-4 0,-1-2 2 0,0 1-2 16,0 0 0-16,1-1 0 0,-3 0-1 16,-1-1 1-16,-1 3 0 0,3-3 1 0,-3 0 1 15,-1 1-2-15,3-1 0 0,-3 0 0 16,2 0-2-16,1 0 1 0,-1 0 0 0,1-1 1 16,1 1 2-16,1 0 0 0,2-3 1 0,-1 3-1 15,2-1 1-15,3 1-2 0,-2 0-1 16,1-1 2-16,4-1 0 0,-3 2 0 0,0-2-2 15,3 2 2-15,-2 0 1 0,0-1-2 16,1 1-2-16,-1-1 1 0,0 1 0 0,-1 0-1 16,1-2-2-16,-2 2 2 0,-1 0 1 15,0 0-2-15,0 0 2 0,-1 2 2 0,-2-2-1 16,2 1 4-16,-4 0-2 0,1 1 1 0,0 0-1 16,-2-1-1-16,2 0 0 0,-2 2-2 15,0-3 1-15,0 1-4 0,2 0 18 0,-2 0 12 16,2-1 6-16,0 3 2 0,0-1 6 0,1-2 3 15,0 0-18-15,0 0-10 0,-1-2-8 16,2 2-2-16,0-3-6 0,1 2-3 0,-3 1 2 16,3-1 2-16,0 0-1 0,-2-3 1 15,2 3 2-15,-1-1 3 0,-1 0-1 0,1 0-5 16,-2 0 1-16,0 0 2 0,0 1-3 0,-2 0-1 16,2-1 1-16,-1 1 0 0,-2-1 0 15,1 2 0-15,-1 0-2 0,-1-1 2 0,1 1 0 16,1-2 0-16,0 2 0 0,-1-1 2 15,1-1 0-15,0 1-2 0,1-1 1 0,0 0 12 16,2 1 12-16,-1 0 8 0,0-2 4 0,1 1 4 16,2 0-4-16,0 0-11 0,-2 0-11 15,3 1-12-15,-2-2-2 0,3 1 3 0,-1 1-4 16,-1 0 0-16,1-1 2 0,1 0 2 16,-2 1-2-16,3-1-2 0,-1 1 4 0,-4-2 0 15,2 3 2-15,3 0 0 0,-5-2-1 0,2 2-5 16,1 0 1-16,-4-5 3 0,2 4-4 15,-3 0-2-15,1-3 4 0,-2 2 0 0,1-2 5 16,-3 0-1-16,2 0 0 0,-3-2 1 0,0 1-2 16,0-1 6-16,-3 2-5 0,2 0-2 15,-1-1 1-15,2 0 0 0,-2 1-2 0,1 1-3 16,1-3-1-16,-2 2 0 0,2 0 1 0,0-1-1 16,0 1 1-16,0-2 2 0,2 0 2 15,-2-1 1-15,1-2 0 0,-1 2 2 0,2-3-2 16,0 1-1-16,-2-2 0 0,1 1 2 15,2 0 2-15,-3-1-2 0,2-1-1 0,-1 2 2 16,1-1 0-16,-1 0-3 0,-1-1 0 0,2 2-1 16,0 1 3-16,-1 0-4 0,2-1-2 15,-1 1 2-15,0 0 2 0,-1 0 1 0,-1-2-1 16,2 1 2-16,0-3 2 0,-1 4-3 16,-1-4-2-16,2 1-3 0,-1-1 0 0,2-1-2 15,-3 0 2-15,2 3-3 0,-2-3 2 0,1 0 1 16,-1 2 0-16,3-1 1 0,-3 2 2 15,2 0-1-15,-2 0-2 0,2-1-1 0,-1-1 0 16,1 4-2-16,-1-3 2 0,-1 0 0 16,2-2 1-16,1 1-1 0,-1-2-2 0,0 1-3 15,-1 0-1-15,2 1 1 0,-3 0-2 0,2 0 0 16,2 1 2-16,-2 2 2 0,-1 1-1 16,-1 0 4-16,0-1-2 0,0 2 2 0,0 0-3 15,0-1 2-15,-1 1 0 0,1-1-3 16,-2 1 7-16,2 0-2 0,0 1 2 0,0 2 2 15,0-3 0-15,0 2 2 0,0 1-2 0,2-1-4 16,-2 1 2-16,1-1-4 0,-1 2-1 16,0-2 0-16,2 2 3 0,-2-1 1 0,2 1-2 15,-1 0 3-15,-1 1-1 0,2 1-1 16,0-1-1-16,-1 0 1 0,-1 0 4 0,3 0-3 16,-1-2-1-16,0-1 1 0,-1 1 1 0,2-1 2 15,-1-5-2-15,1 4 4 0,-2-3 0 16,2-1 2-16,-1 0 1 0,0-1-3 0,-1-1-3 15,3-2-6-15,-4 2-4 0,1 0-4 0,-1-1-4 16,2 1-1-16,-1 0 2 0,-1-1 3 16,0 0 2-16,0 0 1 0,0 0 5 0,0 1 2 15,0-1-2-15,0 2 2 0,0-1 1 0,0 4-1 16,0-2 0-16,0 2 0 0,0-1 3 16,0 2-2-16,-1-1 0 0,1 1 1 0,-2-1-1 15,2 0-2-15,0-1-4 0,0-1 5 16,-1 0-5-16,1 1-2 0,0-2 0 0,0 1 0 15,0 1-1-15,0 1-5 0,0-1-1 0,-2 2 1 16,2 1-1-16,0-1 5 0,0 3-2 16,0 1 4-16,0 0 4 0,0-1-1 15,0 4 2-15,0-3-4 0,0 2 1 0,0 0-2 16,2 1 1-16,-2 1 2 0,0-2 1 0,1 1 4 16,-1-1-3-16,0 1 3 0,2-2 0 0,-1 0-1 15,-1 0-1-15,2 0-3 0,-2 0 3 16,0-2-2-16,2 1 0 0,-1 0 2 0,-1 0-3 15,0 2 4-15,0-3-2 0,0 3-1 0,0 2 3 16,2-5 0-16,-2 3 1 0,1-1 0 16,-1 1-2-16,2-3 0 0,-2 1-1 0,3 0 0 15,-2-1-3-15,2-1 0 0,-1-1 2 16,1 1 1-16,-1 0-1 0,1-1 2 0,0 2-2 16,-1-1 4-16,1 1-4 0,-1 1 1 0,-1 0-2 15,1 2 3-15,2-2 1 0,-2 2 1 16,0 0 3-16,-1-1-2 0,-1 0 3 0,2 0 0 15,-1 0 1-15,1 0-3 0,-2 0-1 16,2 0 1-16,-2 0 2 0,1 0-3 0,-1 1 0 16,0-2-1-16,2 0 3 0,-2 0-3 15,1 0 1-15,-1 2 2 0,0-3-1 0,0 3 2 16,0 2-1-16,0-5 1 0,0 4 2 0,0 0-4 16,0 1 5-16,0-2-6 0,0 2-1 15,0-2-4-15,0 2-3 0,0 0-3 0,0-1-1 16,0 0 2-16,0-1 1 0,0-1 3 0,0 2 3 15,0 1 2-15,0-2 0 0,0 0-3 16,0 2 1-16,0 0 0 0,0-1-3 0,0 1 0 16,0 0-1-16,0 0 4 0,0 0 1 15,2 0 1-15,-2 0-2 0,0 1 2 0,2 1-1 16,-1 0-1-16,-1 0-3 0,3 2 1 0,-3-2 0 16,2 2 2-16,-2-2 0 0,2 3 1 0,-1-5-1 15,-1 2 0-15,0-2 2 0,3 2 0 16,-3-2 2-16,2-2 1 0,-2 2 5 15,0-2-2-15,0-3-2 0,0 1 1 0,0 0 0 16,0-1-2-16,0 0 0 0,0 1 1 16,0 1-1-16,0 0-1 0,0 0 0 0,0 2 1 0,1-1-2 15,-1 1 0-15,0 1-1 0,0 0-5 16,0 0 1-16,0 1-3 0,2 1 3 16,-2-1 1-16,1 1 1 0,-1-1 5 0,0 2-2 15,2 0 0-15,-2 0 2 0,2 0-5 0,-1 1 1 16,1 1-1-16,-1 0-1 0,-1-1-2 0,2 1 2 15,0 0 0-15,-1-2 1 0,1 4 0 16,0-3 2-16,-2 2 2 0,1 0-1 0,1 0 3 16,-1 2 1-16,-1-1 1 0,3 1 0 15,-1-1 3-15,-1 1 2 0,-1 0-2 0,2 2 4 16,-1-1-2-16,1 1 3 0,-2 1 4 0,3-1 4 16,-3-1 4-16,0 1 2 0,3 1-1 15,-3 1 1-15,2-1-6 0,-2 1-2 0,2-2-5 16,-1 2-4-16,-1-1 1 0,0 0-4 15,2-1 0-15,-2 1-4 0,2-1 2 0,-2 0-1 16,0 0-1-16,0 3 1 0,0-2-4 0,0-1 1 16,1 3 0-16,-1-3-1 0,0 3-2 15,2-1 4-15,-2 1 0 0,1 1-3 0,-1-1 2 16,2 2 4-16,-2-2 7 0,3 2 0 16,-2-1 3-16,2 2 5 0,-1-2 1 0,-2 1-4 15,3 0-3-15,0 0-1 0,-1-1-1 0,1-1-4 16,-1 1-2-16,1-2 0 0,0 1-4 0,-1-1 1 15,2 1-3-15,-2-2-1 0,1 0 1 16,0 0 2-16,1 1-3 0,-3 1-2 16,2 0 2-16,1-1 0 0,-3 2-2 0,2-1-3 15,2 0 4-15,-4 1-2 0,1 0 3 0,-1-1 2 16,1 1-1-16,0 0 6 0,-2-2 2 0,1 1 2 16,-1 0-5-16,0 1-3 0,2-2 1 15,0 1-1-15,-2 1-5 0,0-2 0 0,0 0 2 16,1 1 0-16,-1-1 0 0,0 0 1 15,0-1-1-15,0 1 1 0,0-2 2 0,2 0 1 16,-1 3-1-16,-1-3 1 0,0 0 1 0,2 3 1 16,-2-2-6-16,0-1 2 0,0 0-4 15,2 1-1-15,-1-1-2 0,-1 0 3 0,2 1 0 16,-2 0-1-16,1-2 3 0,-1-1 1 16,0 3 2-16,0-2 0 0,0-1 1 0,0 3-3 15,-1-3 0-15,1 0-2 0,-2 1-2 0,2-2 1 16,0-1 1-16,-1 0-1 0,-1 2 0 15,2-2 1-15,0 0 0 0,0 1-4 0,-2-1 2 16,2 0 0-16,0 0 2 0,0 1 0 16,0-1 0-16,0-1 1 0,0 1 3 0,0 0-2 15,0 0-1-15,0-2-1 0,0 2 4 0,0 0-2 16,-1 0-1-16,-1 1-1 0,2-1-2 0,0 0 3 16,-1 1-2-16,1-1 0 0,0 1 1 15,0 0 1-15,0-1 0 0,0 1-2 16,0-1 1-16,0 1-2 0,0-1 2 0,0-2-4 15,1 3 5-15,-1-1 0 0,0-1-2 0,3 1-1 16,-3 0 2-16,2 0 0 0,-2 0-2 0,3 0-2 16,-1 0 2-16,-1 0 1 0,1 1 0 15,0 1 1-15,0-1-1 0,0-1-1 0,0 0 5 16,-1 0 0-16,2 1-2 0,-3 0 0 16,2-1 2-16,1-2 1 0,-1 1-4 0,-1-1 1 15,-1-1 2-15,2 1 0 0,-2-2-2 0,2-1-1 16,-2 2 5-16,1-1-3 0,-1-2 3 15,0 2 9-15,0-2 2 0,0 0 5 0,0 0-3 16,0 0 5-16,0 3-4 0,0-3-6 16,0 0 1-16,2 0 0 0,-2 0-3 0,1 0 1 15,-1 0 7-15,4-3 5 0,0 3 2 0,-1-2-3 16,0 2 4-16,2-5-6 0,0 3-9 16,2-2-6-16,-3 0 1 0,2 1 0 0,1-2-4 15,-3 1 3-15,3-2 1 0,-1 3-3 16,0-2-2-16,-1 3-1 0,-2-1-1 0,2 1 1 15,0 0 0-15,0 0 19 0,1 0 14 0,-2 2 22 16,3 0 23-16,-2 0 11 0,1 2 3 0,-1 0-11 16,1-1-11-16,-1 0-20 0,0 1-22 15,-1-1-15-15,1 1-7 0,0-1-6 16,-1 0-2-16,1-1-1 0,-2 2-1 0,1-2 7 16,-1 0-1-16,0 0 3 0,-1 0 0 0,-1 0-2 15,2 0 5-15,-1-2-6 0,0 2 4 0,-1 0-4 16,4-1-1-16,-4 0 31 0,4-1 12 15,0-1 11-15,1 2-2 0,-1-2 3 0,4 0 1 16,-1 0-25-16,0 0-13 0,0 2-8 16,1-3-3-16,-1 3-4 0,1-1 0 0,0 1-1 15,-1-2 0-15,-2 3-2 0,2 0 1 0,0 0 0 16,-2 0-2-16,2 0 0 0,-3 0 0 16,0 0-1-16,0 3 1 0,1-3 1 0,-3 1 3 15,0-1-3-15,0 0 0 0,-1 2 1 16,1-2 1-16,-1 1 0 0,-1-1-3 0,1 0 2 15,-1 2-2-15,1-2-2 0,-2 2 1 0,4-2 1 16,-2 1 1-16,0 0 1 0,-1 1 0 0,2-2 2 16,-1 3-4-16,3-2-3 0,-2 1 0 15,3 0-2-15,2 0 3 0,-2 0 1 16,2-1 0-16,1 2 2 0,1-2-2 0,0 3 2 16,0-1 1-16,0 0-3 0,2 0-1 0,-3 1 0 15,5-1 2-15,-3 0 1 0,2 0-2 0,-2 0 3 16,0 2 2-16,2-3-2 0,-4 3-1 15,-1-3-1-15,0-2 2 0,1 4-4 0,-1-2-1 16,-3 1 3-16,0-1-2 0,1-1-2 16,-3 2 1-16,2-1 3 0,-2-1 0 0,2 0 1 15,0 1 1-15,0 1 0 0,2-2 0 0,-2 2-1 16,1 0-1-16,3 0-2 0,-3 0 1 0,5-1-3 16,-3 1 3-16,1-2-1 0,2 1 2 15,0-2 0-15,-1 1 0 0,2-2 2 0,-2 1-2 16,-2-2-2-16,4 1 3 0,-4-1-2 15,1 2 1-15,0-1-2 0,-3-1 2 0,0 1-1 16,3-1-2-16,-5 0 0 0,2 2 4 0,-1 0 1 16,0 0-1-16,-2 0 1 0,4 0 3 15,-4 0-1-15,3 2-3 0,-2 0-3 0,1-2 4 16,0 1-1-16,0 1-3 0,1-2 1 16,0 0-1-16,-1 0 0 0,0 0 0 0,1-2 1 15,-1 2-1-15,0-1-4 0,3-1 2 0,0 0-3 16,-4 2 1-16,3-1-3 0,-1 0 1 0,3 1 3 15,-2 0 0-15,1 0 3 0,1 2-2 16,-1 0 2-16,0 0 4 0,0 1-2 16,3 0 4-16,-2 0-2 0,0-2-2 0,1 2 0 15,-2 0-2-15,2-1 0 0,-2-1-2 0,1-1 4 16,1 0 1-16,-2 0 0 0,1-1 1 0,-1 1 1 16,-2-4-1-16,2 4-4 0,0-1 0 15,-2 0 3-15,2-1-1 0,-3 2 0 0,2 2 2 16,-1-1 4-16,0 0-4 0,0 1 0 15,1 0-2-15,-1-1-2 0,0 0-2 0,-1 1 3 16,1 1-1-16,-1-3-2 0,0 1 4 0,0 2 0 16,2-2-1-16,-2-1-3 0,0 1 3 0,0-1 0 15,0 0 1-15,2 0-1 0,-2 0 1 16,2 0-1-16,-1 0 3 0,0 0-1 0,2-1-2 16,-2 0-4-16,2 1 2 0,-1-3 3 15,4 2-2-15,-5 0-2 0,2-1-8 0,0 2-13 16,0-2-13-16,-2 1-11 0,0 1-4 0,-1-1-4 15,2 1 8-15,-1 0 14 0,-2-2 13 16,0 2 7-16,-1 0 5 0,0 0 2 0,0 0 6 16,-1 0 3-16,0 0-1 0,-1 0 1 15,2 0 1-15,-3 0 0 0,3 0-5 0,-1 0-1 16,-1 0 4-16,-1 0-1 0,2 0 4 0,-1 0-3 16,-1 0 4-16,0 0-1 0,2 0-1 0,-2 0 0 15,0 0-4-15,0 0 0 0,2 0-4 16,-1-2 6-16,-1 2-5 0,0 0 5 15,2-1 0-15,-2 1 0 0,1-1 2 0,-1-1-2 16,2 2 3-16,0-1-4 0,1-1 3 0,0 1-2 16,2-1 0-16,4 1-2 0,-2-1-2 15,1-1 1-15,2 1 2 0,-2 0 5 0,2-1-4 16,2 0 2-16,0 0-2 0,-1 0 0 0,1-2-4 16,-1 3-2-16,2-3 2 0,-2-1 5 15,0 4 1-15,2 0 0 0,-4-1 0 0,3 1 0 16,-3 1 1-16,-1 1-7 0,0 0 6 0,-2 0 2 15,3 1-1-15,-2 0-1 0,-2-1 0 16,1 1 0-16,-1 4-2 0,-2-5-4 0,3 2 2 16,-3-2 4-16,0 3-2 0,1-2 0 15,-1 1-2-15,0-1 0 0,2-1 2 0,-2 0-5 16,3 0 3-16,-1 0 0 0,-2-1 3 0,2-1-1 16,0 1 2-16,-1-2 4 0,4 3-4 0,-2-2 0 15,-1 0-1-15,2-1 1 0,-1 2-3 16,2 0-1-16,-2 0 2 0,0 1 1 0,3-3 0 15,-3 2 4-15,3 0-3 0,-2-1-1 16,1 2 0-16,-2-2-1 0,1 1 3 0,-2 0-2 16,0-1 3-16,0 0-1 0,-2 1 3 15,2 1-1-15,-1-1-1 0,-1-1-2 0,-1 2-3 16,0 0 2-16,-1-1-1 0,-1 1 2 0,2 0-1 16,-2 0 3-16,2 0 1 0,-2 0-3 0,0 0-2 15,1 1 0-15,-1-1 0 0,2 0-4 16,-1 2 1-16,-1-2 0 0,2 1 5 0,-2-1-4 15,2 0 2-15,-1 1-1 0,1-1-1 0,-1 0 1 16,-1 0-5-16,2 0 3 0,-2 0 0 16,0 0 2-16,2 0 1 0,0 0 0 0,-2-1 5 15,2 1 1-15,0 0 2 0,-1-1-2 0,-1 1-1 16,2-2-2-16,-1 2-4 0,3 0 2 16,-4-1-5-16,1 1-1 0,2-2 2 0,-1 2 1 15,0-1 0-15,-1 1-2 0,1-2 2 16,-1 2 1-16,1-1 0 0,-2-1 1 0,2 1 1 15,-1 1-1-15,2 0 0 0,-1-2 3 0,-1 2-1 16,2-2-1-16,-1 2 0 0,1 0 4 16,-1-1-1-16,1 1-7 0,-1-1 3 0,-1 1 4 15,1 0-4-15,0 0-4 0,-1 0 2 0,1 0 2 16,-1 0-1-16,2 0-2 0,-1 0 2 16,-2 0 1-16,1 0 0 0,-1 0 0 0,0 0 3 15,0 0 1-15,3 0 2 0,-3 0-2 0,2 1 0 16,1 0-3-16,0 1 0 0,-1 0 0 15,1 1-2-15,1 0-1 0,0 1 1 0,-2-1-1 16,2-2 1-16,-1 3-4 0,1-2 4 16,-3 0 0-16,2 0 2 0,-3-1-1 0,2 0 2 15,0-1 0-15,-1 3-3 0,-1-3 3 0,4 0-2 16,-4 1 0-16,1-1-3 0,-1 0 2 0,2 1 0 16,-1-1-3-16,1 0 6 0,-2 0-2 15,4 1 3-15,-4-1-2 0,2 0-1 16,-1 3 1-16,1-3-4 0,-2 0-1 0,2 0-1 15,-2 0 3-15,1 0 3 0,-1-3 3 0,2 3-2 16,0-1 3-16,-2 1-4 0,0 0-2 0,0-1-4 16,0 1-2-16,0 0 1 0,0 0-1 0,0 0-9 15,0 0-25-15,0 1-34 0,0 0-29 16,0 4-36-16,0-3-73 0,0-2-113 0,-2 4-129 16,0-1-205-16,1 1-254 0,-1 0-209 0,2-1-12 15,-2 0 305-15,-1-1 393 0</inkml:trace>
  <inkml:trace contextRef="#ctx0" brushRef="#br2" timeOffset="54483.03">15559 12201 149 0,'2'-2'276'16,"-1"0"97"-16,1 2-33 0,0-1-89 15,-1 0-74-15,4 1-53 0,-5 0-32 0,1 0-25 16,1 0-14-16,-1 0-10 0,-1 0-4 16,2 0 1-16,0 0 9 0,-1 0 16 0,-1 0 13 15,0 0 18-15,2 0 8 0,-1 0-1 0,-1 0-15 16,0 0-16-16,2 0-19 0,-2 0-21 16,2 0-11-16,-1 0-8 0,3 1-4 0,-1-1 0 15,3 1 1-15,-3-1-1 0,0 0 0 16,3 0 1-16,-1-1-5 0,0 1 3 0,0-1-3 15,2-1-3-15,-2 0-4 0,0 1 0 0,-2 0 1 16,2-1 19-16,0-1 38 0,1 0 19 0,-3 2 19 16,0-2 6-16,1 1 6 0,-3-1-19 15,2 2-35-15,1-1-16 0,-3 1-12 0,2-1-11 16,-1 0-3-16,2 0-1 0,-1 0 3 0,-1 0-4 16,0 0 1-16,-1 0 1 0,3 1 1 15,-4 0-6-15,1-3-1 0,1 4 1 0,-2-1 0 16,1-1 0-16,-1 2-2 0,0 0 5 0,0-1-3 15,0 1-1-15,0-3-3 0,0 3 1 16,2 0-5-16,-2 0-4 0,0 0 2 0,2 0-2 16,-1 0 6-16,1 0-1 0,1-2 2 15,1 0 2-15,0 2-1 0,-3-3 3 0,4 3-3 16,-2-1 3-16,0 1-1 0,1-1 4 0,-1 0-4 16,0 1 0-16,-1 0 2 0,-1-3-1 0,4 3-3 15,-4-1 1-15,-1 1 0 0,2 0-1 16,-1-1-1-16,-1 1 0 0,2-2 0 15,-2 2 4-15,2-2-1 0,-1 2 4 0,1-2 2 16,-1 0 3-16,-1-1 1 0,2 0-3 0,0 0 0 16,-1 0 1-16,1 2-4 0,0-4-4 15,-1 1-1-15,2 1-2 0,0 0 0 0,-1 0-2 16,-1 0 2-16,1 0 0 0,-1 0 3 16,-1-2 2-16,2 2 2 0,-2-1-1 0,2 0 2 15,-1 1-1-15,-1 0-1 0,0-1-2 0,0 1 0 16,0-1-2-16,0-1-2 0,2 2-2 0,-1-1 1 15,1 1-2-15,-2-2-1 0,3 2-1 16,-1-1 2-16,0 1 0 0,1 0 3 16,-2-1 0-16,4 0 0 0,-4 1 0 0,2 0 0 15,-1 2 0-15,1-2 5 0,-3 0 1 0,2 1 4 16,-1 0 1-16,-1-1 1 0,0 1-1 0,0-4-3 16,0 4-3-16,-1-2 0 0,-1 0-4 15,2 0 2-15,-3-2-3 0,1 1 2 0,1 0-2 16,-1 0 0-16,1-1 0 0,1 2-3 0,-5-2 3 15,5 0-2-15,-1-1-3 0,-1 3 4 16,2-3 1-16,0-1-2 0,0 2-1 0,0-1 0 16,0-2 1-16,0 2 0 0,0-1 2 15,0 0 0-15,0 1 0 0,2 0 2 0,-2 1-2 16,1 2-2-16,-1 0 2 0,0 0-3 16,0 2 2-16,0-1 1 0,0 0 1 0,0 0 1 15,0 1-1-15,0-1-1 0,0 1 9 0,0 0-5 16,0-1 1-16,0 0 0 0,0-2-3 15,-1 1 2-15,-1-2-4 0,2-2-3 0,-1 3 0 16,1-4 1-16,0 3-1 0,-2-1 0 16,2 1 0-16,0-2 3 0,0 3-5 0,0-1 0 15,0 0 3-15,2 0-1 0,-2-2 0 0,0 0-2 16,1 2 7-16,-1-3-1 0,0 2-1 16,2 0 0-16,-2-3 0 0,1 5 2 0,-1-3-5 15,0 1 1-15,0-1-1 0,0 2 0 0,0 0 0 16,0-1 1-16,0 2 2 0,3-1 0 15,-1 2-2-15,-2-2-3 0,0 1 2 0,0 1-3 16,1-1-1-16,1 1 2 0,-1-2 1 16,1 1 0-16,1 1-1 0,-1 0 4 0,-1-2-1 15,1 2 2-15,0-3-1 0,-1 5 1 16,1-2 0-16,0-2 0 0,-1 3 0 0,-1-2 0 16,2 0 0-16,-1 2 3 0,-1-1 0 0,0 0 0 15,0-1-1-15,0 1-2 0,0 1-2 16,0-2 1-16,0 1-1 0,0-1-3 0,0-1 0 15,0-1-3-15,0 2 3 0,0-1 0 0,0 0 4 16,2 2-1-16,-2-3 4 0,0 2 1 16,0 1 0-16,3-2-1 0,-2 1 1 0,-1 0 0 15,0 0 1-15,2-1-3 0,-1 1 1 16,-1-1 0-16,2-1-2 0,0 2 3 0,-1-2-2 16,3 1 4-16,-3-1-3 0,1 0 4 0,1-2-1 15,0-1 0-15,-1 0 2 0,1-1-4 16,0 3 2-16,0-3-2 0,-2 2 0 0,1 0-3 15,0 2 2-15,-1 2-4 0,1 0-1 16,0-1-4-16,-2 3 1 0,0 2 0 0,1 0-3 16,-1 0 3-16,2 1-1 0,-1-3 4 15,-1 3 3-15,2 0 3 0,-2 0 2 0,0 3-3 16,0-3 3-16,2 0-4 0,-1 0 1 0,-1 1 0 16,0-1 3-16,2 1 3 0,-2 0-5 15,1 2 7-15,-1-1-1 0,0 2-6 0,2 0 2 16,-2 0-3-16,2 1 1 0,0-1-5 0,0 1 1 15,0 1-1-15,-1-2-1 0,2 2 0 0,-1-1 1 16,0 1 2-16,-1-2-1 0,2 1-1 16,-1 0 2-16,0-3-3 0,-1 2 3 0,1 0 0 15,-1-1 1-15,1 1 3 0,0-1 0 16,-1 2 8-16,2-1-1 0,-1 1 2 0,-1-1 4 16,2 2 4-16,-1-1-7 0,0 1-3 0,-1 0 0 15,2-1-3-15,1 1-6 0,-1 0-2 16,0-1 0-16,0 0 0 0,2-1 0 0,-4 1 3 15,2 0-3-15,-1-3 1 0,1 3 4 16,0-2 0-16,-3 0 1 0,2-1 2 0,1 1 14 16,-1 1 10-16,0-1 13 0,-1 1 9 15,1 1 10-15,-1-2 5 0,-1 1-6 0,3 3-6 16,-1-4-9-16,-1 4-8 0,-1-3-10 0,2 2-9 16,-1-1-5-16,1 1-4 0,-2 0-7 15,3-1-1-15,-3 2 2 0,2-1-3 0,-1-2-1 16,1 2 2-16,0-1 1 0,-1 2-4 0,3-3 2 15,-3 2-2-15,1-1 1 0,-1 0 0 0,1 1-2 16,2-1 2-16,-1 0 2 0,-1 2 0 16,1-2-3-16,-1 1 2 0,1 2 3 15,0-2-6-15,1 0 2 0,-1 1 4 0,0-1-1 16,1 2 1-16,-1-2-1 0,1 0 1 0,-1 0 2 16,0 1 0-16,0-1-4 0,1 0 3 0,-1 0 2 15,0-1 1-15,1 1-1 0,0-1 2 16,-1 1 1-16,0-1-1 0,0 0-2 15,0 1 4-15,1 0-1 0,0 0 4 0,0-1 9 16,0 0 9-16,-1 3 3 0,0-2-1 0,1-2 1 16,-1 3-4-16,0-1-7 0,0-1-8 0,0 1-6 15,-1-1-2-15,1 1-1 0,2-1-1 16,-2 0-2-16,0-1 0 0,-1 3 1 0,1-3 0 16,-2-1 0-16,3 1-1 0,-3 1 2 15,3 0 4-15,-3 0 10 0,2-2 8 0,2 2 5 16,-4 0 4-16,2-1 1 0,-1 1-6 0,0 0-8 15,-1-1-8-15,2 0-6 0,-1 1-2 16,1 0-5-16,-3 0 3 0,4-2-1 0,-3 2-3 16,1-3-4-16,-1 3 0 0,1-2 3 15,2 1-3-15,-2 0-1 0,-1-2 1 0,1 1 2 16,0 1 2-16,-1 0-4 0,3-1 2 0,-3 0 3 16,1 2-3-16,-1-2-2 0,1 0 0 15,0 0 2-15,-1 0-1 0,-1 0-2 0,2-2-1 16,-1 0 0-16,1 1-1 0,-2-1 0 15,3 1-4-15,-2 0 1 0,1-2 2 0,-1 0 4 16,-1 1-1-16,2-1 2 0,1 2 0 0,-1-1 0 16,0-1-1-16,1 3-1 0,0-1 1 15,0-1-2-15,0 2 5 0,-1 0 0 0,4 0-2 16,-3-1-1-16,2 3-1 0,-2-2 0 16,2 0-2-16,-2 1 2 0,2 0 1 0,1-1-1 15,-3 0-1-15,0 0 2 0,2 1 0 0,-2-2-4 16,2 0 1-16,-2 0 2 0,-1-1 1 15,1 0-3-15,2-1-2 0,-1 2 5 0,-2-2-1 16,1 0 1-16,0 0 0 0,1-2 2 16,-1 2 0-16,0 0-4 0,0-1 0 0,2 1 0 15,-2 0-2-15,0 0 3 0,0 0 1 0,2 0 0 16,-2 0 0-16,2 0-2 0,3 0 2 16,-4 1-2-16,1-1 2 0,0 0 0 0,0 2 0 15,1-2 0-15,0 0-2 0,-1 0 0 16,2 0 2-16,-1 0-2 0,0 0-2 0,2 1 4 15,-2-1-2-15,1 0 2 0,-1 0 0 0,3 0-1 16,-2 2-2-16,-1-2-1 0,2 1 4 16,0-1 3-16,0 0-5 0,0 0 5 0,0 0 1 15,-2 0 4-15,3 0-4 0,-1-1-3 16,-1 1 1-16,-1-2 0 0,3 2 2 0,-2-1-4 16,-1-1 3-16,2 2-1 0,0-1 3 0,0 0-3 15,-2 1 12-15,4-2 7 0,-1 2 5 16,-1 0 3-16,2 0 4 0,1 0 1 0,-3 0-11 15,0-2-8-15,2 2-4 0,0-1 5 0,-2 1 2 16,0 0-1-16,3-1 2 0,-3-1-1 16,0 2-1-16,3-2-5 0,-3 1-5 0,0-1-1 15,1 1-4-15,0-1 4 0,1 1-2 0,0-1-3 16,0-2 1-16,0 4 0 0,-2-2 4 16,3 0-4-16,-1 2-3 0,-4 0 3 0,2-3-1 15,1 2-2-15,-1 1-2 0,-1 0 3 16,-1 0 7-16,3 0 0 0,-2 0-2 0,-3 0 2 15,5 0-1-15,-5 0-1 0,4-1-3 0,-2 1-1 16,1-1 1-16,-1-2 1 0,3 1 3 16,-2 2-1-16,-1-2 0 0,2 0-1 0,1 1 4 15,-1 0 0-15,-1-1 0 0,1 0-2 16,-1 0 1-16,1 0 0 0,0 1-4 0,-1-1 3 16,0 1-6-16,0-1 2 0,-1 2-1 0,-1 0-2 15,1-1 2-15,2 1-4 0,-2 0 4 16,-1 0 2-16,0 0-3 0,0-2 2 0,-2 2-4 15,5-2 0-15,-4 2 0 0,1-1 0 0,0-1-2 16,2 2 24-16,0-1 16 0,-1 0 8 16,2-1 0-16,1 2 5 0,1-1 2 0,-2-1-23 15,2 1-14-15,-2 0-8 0,1-1 0 16,1-1-5-16,-1 2 4 0,1-1-2 0,-1-1 3 16,-1 1-3-16,3 1 1 0,-3-1-4 0,0-1-2 15,0 2-3-15,1-2-4 0,-1 3 9 16,0-4-3-16,0 4 5 0,1-4-2 0,-1 2 33 15,1-3 15-15,0 3 8 0,-1-1 7 16,0 0 0-16,-2-1-1 0,3 1-23 0,-1 0-16 16,0 0-13-16,-1-1-6 0,0 1-3 0,1 1 3 15,-1 0-3-15,-1-1 2 0,-1 1 0 16,4 0-2-16,-4 0-1 0,1 0 0 0,-1 0 1 16,3 2-3-16,-2-2 3 0,1 1 1 0,-1-1-2 15,2 1 2-15,1-1 0 0,-1 1-1 16,-1-2-1-16,1 0 3 0,2 1 4 0,-1 0-6 15,-1-2 1-15,2-1 0 0,-2 3 3 0,0-2-5 16,0 0 3-16,3 1-2 0,-3 0 0 16,2 0 1-16,1 2-2 0,-2-1 3 0,1 1-2 15,1-1 2-15,-3 0 0 0,0 2 0 16,1 0-3-16,0 0 0 0,-1 0-3 0,1 0 6 16,-3 0 1-16,1 0-2 0,1 0 3 0,-3 0-1 15,2 0 2-15,0 0-3 0,0 0-1 16,-1 0 3-16,1 0-4 0,-3 0-1 0,2 2-1 15,1-2-4-15,-1 2 1 0,-1-2 1 16,0 0 0-16,-2 1 2 0,3-1 1 0,-3 0 26 16,0 0 22-16,1 0 21 0,-3 0 11 0,2 2 4 15,-3-2 1-15,2 0-20 0,-2 0-17 16,2 0-13-16,-1 0-12 0,-1 0-5 0,0-2-3 16,2 2-4-16,-2 0-4 0,0 0-5 0,0 0 1 15,0 0-2-15,1 0 1 0,-1 0 1 16,2 2 1-16,-2-2-2 0,3 1 0 0,0-1 0 15,-1 2-1-15,-1-1-1 0,2 1 1 16,2-2 2-16,-2 1-3 0,1 2 1 0,1-1-2 16,-1-1 1-16,2 2-1 0,-3-1 1 0,2 0 0 15,0 1 1-15,-2-1 0 0,2-1-1 16,-2 2 0-16,3-3 1 0,-1 0-1 0,-2 2 0 16,2 0 1-16,2-2 0 0,-3 0-2 0,2 3 0 15,-1-2 1-15,2 1 0 0,-1-1 0 16,-1-1 1-16,2 2 1 0,-2-2-2 0,2 1 2 15,-3-1-2-15,1 0 0 0,0 0 0 16,3 0 2-16,-4 0-2 0,1 0 0 0,-2 0 2 16,2 0 0-16,0 0-1 0,3 2 0 15,-5-2 2-15,2 0-1 0,-1 1-1 0,3 1-1 16,-2-2 0-16,1 2 1 0,-3-1-2 0,2 2 0 16,-1-1 0-16,1 0 1 0,0 1-1 0,-2-1 1 15,3 0 0-15,-1 1 1 0,0 1 0 16,-2-1 0-16,0 0-1 0,2-2 0 0,-2 2 1 15,2-2 0-15,-2-1-1 0,0 0 0 0,0 0 1 16,1 0 0-16,-3-2-2 0,2 0 1 16,1 1 0-16,-3-2 0 0,2 1 0 0,-1-1 0 15,1 1 0-15,-2-1 1 0,2 2 0 16,-3 0-1-16,2-1 2 0,0 2-1 0,-1-1 0 16,-1 1-1-16,4 0 0 0,-4 0 0 0,1 0 0 15,1 0 0-15,-1 0 1 0,3 0-2 0,-3 0 1 16,2 0 0-16,-1-2 0 0,2 2-1 15,0 0-1-15,-3 0 2 0,2 0 0 0,1 0-1 16,-3 2 1-16,2-2 1 0,1 1-1 16,-3-1 1-16,2 2 1 0,-1-1 0 0,2 0 0 15,0-1 0-15,-3 2-1 0,2-1-1 16,-1 1 1-16,0-2-2 0,-1 2-2 0,1-2 2 16,-1 0 0-16,-1 1 0 0,2-1 0 0,-2 0 1 15,0 0 0-15,2 0 0 0,-2 0 0 16,1 0 0-16,-1 0 0 0,0 0 1 0,2 0-2 15,-1 2 1-15,-1-2-3 0,0 1-10 0,0 1-24 16,0-2-48-16,0 1-58 0,-1 1-55 16,-1-1-86-16,1 2-141 0,-1-1-199 0,-1 0-250 15,1 2-216-15,1-2-187 0,-3 1 67 16,1-3 450-16</inkml:trace>
  <inkml:trace contextRef="#ctx0" brushRef="#br2" timeOffset="59083.25">18211 11876 13 0,'1'2'229'0,"1"-2"135"0,2 2 119 0,-4-2-68 16,4 0-137-16,-3 0-109 0,1 1-71 15,-1-1-29-15,3 0 2 0,-1 0-5 0,0 0 6 16,0 0 0-16,0-1 38 0,3 1 18 0,-2 0-1 16,0-2-4-16,0 0 0 0,-1 1-3 15,0-1-32-15,0 0-33 0,0 0 20 0,-1 1 10 16,4-2 9-16,-3 0 0 0,0 0-3 16,1 0-1-16,0-2-37 0,-2 2-21 0,3-1-10 15,-2-1-6-15,3 0-5 0,-3 2-5 0,0-4 2 16,2 3-3-16,0-2 1 0,0 0-3 15,-2-1 0-15,0 2 4 0,3-2 2 0,-3-1-1 16,-1 0 0-16,1-1-1 0,1 1 4 16,-3-3-8-16,1 2-3 0,-1-1 0 0,1 2-1 15,0 0 1-15,-2 1-2 0,1-1 2 0,1 2 0 16,-1 1 0-16,-1 2-1 0,5-2-4 16,-4 0 4-16,2 1 1 0,1 1 1 0,-1-2-1 15,0 2 5-15,0-2-4 0,2 2-1 16,-2 1 3-16,2-3 1 0,-2 3-1 0,0-2 0 15,0 0 3-15,1 1 2 0,-3 0-2 0,2-2-1 16,1 3 1-16,-3-2-3 0,2-1-2 16,-1 3 1-16,2-4-2 0,1 4 1 0,-2-1-1 15,2 0 0-15,-2 0 2 0,2 0-2 16,0 2 1-16,-2-2-1 0,3 1 2 0,-3 1 0 16,1-3-1-16,-3 3 2 0,2-1 0 0,-1 2 2 15,0-2-1-15,-1 2 1 0,1 0 18 0,0 0 16 16,-2 0 21-16,0 0 13 0,1 0 10 15,-1 0 1-15,0 0-10 0,2 0-19 0,-1 1-15 16,-1-1-14-16,0 1-10 0,3-1-1 16,-3 0 1-16,2 2 14 0,-2-1 13 0,1 1 12 15,1 0 9-15,-1 1 6 0,3 0 1 0,-3 0-7 16,1 0-8-16,-1 0 0 0,1 1 1 16,1 0 1-16,-1 1 3 0,0-1-3 0,-1 2-4 15,2-2-5-15,-1 0-11 0,1 1-11 16,-3 1-7-16,1-2-3 0,1 1-1 0,-1-1-6 15,-1 2 0-15,2-1-1 0,0-1 0 0,-1 1-4 16,1-1 0-16,-1 0-2 0,1 1-1 16,1-1-1-16,1 3-2 0,-3-1 3 0,2 0 0 15,2 0 3-15,-1-2-1 0,-2 2 0 16,1 0-1-16,1 0-2 0,0 2 1 0,0-3 0 16,-3-1-3-16,2 3 1 0,3-3 5 0,-4 1-3 15,1 1-3-15,-1-1 0 0,-1-2 2 16,-1 0-1-16,2 0 1 0,-2-1 4 0,2-1 1 15,-2 0-2-15,0-1 2 0,1 2 0 16,-1-1-2-16,2 1-3 0,-1-2-4 0,3 1 2 16,-3-1 1-16,2 1-2 0,-1-1 0 0,4 0 2 15,-3 2 1-15,2-2-1 0,-2 0-3 16,4 0 5-16,-3-2 0 0,1 2-3 0,1-1 1 16,-1 0 3-16,0-1 1 0,0 2-5 0,0-1 3 15,-1-1 3-15,2 0 0 0,-1 0-3 16,-2 0-1-16,2 1 2 0,-2 1-3 0,2-1 0 15,1-1-3-15,-1 2 1 0,0-2 0 16,-1 2 2-16,3-1 0 0,-1-1 0 0,0 1 3 16,-1-1 0-16,2 2 0 0,-1-1-4 0,-1-1 0 15,2-1-3-15,0 2 0 0,-1-1 1 16,1 0 3-16,-1-1 0 0,2 1 0 0,-2-2 0 16,2 2 0-16,0-2-3 0,1 2 0 15,-1-1 1-15,0 0 2 0,3 0 2 0,-1 0 0 16,-2 1-2-16,0 1-5 0,2-3 2 0,-2 3 0 15,1-1 2-15,1 1 3 0,-2 1 5 16,0-1 9-16,0 1 0 0,1 1 4 0,0-1 2 16,-3 1 1-16,2 1 0 0,-1-1-10 15,2-1-2-15,-3 2-6 0,0 0-3 0,4-1-2 16,-6-1-2-16,4 2 6 0,-3-1 1 0,3 2 2 16,0-1 18-16,-2-2 39 0,2 1 15 0,0 1 7 15,1-2 0-15,-1 0 1 0,1-2-5 16,0 2-24-16,0-1-11 0,1-1-8 0,1 2 0 15,-2-3-3-15,3 3-15 0,-2-1-6 16,2-1-2-16,-1 1-5 0,1 1 1 0,-1-2-3 16,1 2-1-16,-2-2-1 0,0 2-1 15,-2 0 3-15,1 0-3 0,-2 0 0 0,-3 0 2 16,3 0 0-16,-1 0 24 0,0 2 11 0,-1 0 7 16,3-2 6-16,-3 1 0 0,1 2-1 15,0-1-23-15,2-1-13 0,-3 1-7 0,2 1-5 16,-1-2-2-16,1 1-2 0,0-1 3 0,-1 0 0 15,1 1 0-15,2 0 1 0,-3 0-1 0,4 2 1 16,-2-2-1-16,1 1-2 0,-1-1-1 16,0 0 0-16,0-1 0 0,0 2 0 0,-2-1-3 15,-1-1 3-15,2 1-2 0,-3-1 2 16,2 1 0-16,-1-2 1 0,0 1 1 0,-2 1 0 16,4 1-1-16,-4-3-1 0,3 1 1 0,-2 1-2 15,0-2 0-15,1 2 1 0,-1-2 1 16,0 1 1-16,-1 0-2 0,3 1 2 0,-2-1-1 15,1 1-1-15,0-1 1 0,0 0-1 16,1 2 2-16,0-1-3 0,-1 0 1 0,2-1 0 16,-3 1-2-16,1-1-1 0,0-1 1 0,1 2 4 15,-1-2-2-15,0 1 2 0,-2-1-3 16,2 2 1-16,-2-2 0 0,0 0 1 0,0 1-1 16,2 0 2-16,-2 1 0 0,2 0-1 15,-2 0-1-15,2 0-1 0,0 0 3 0,-1 3-3 16,2-3 1-16,1 2 2 0,-1 0-2 0,1-1 1 15,2 1-2-15,-3-1-1 0,2 2 3 0,0-1-1 16,1 0 1-16,-1 0-1 0,2 0-2 16,1 0 2-16,-2 0 0 0,-1-1 0 0,2 0 0 15,-1 0 2-15,1-2-1 0,-2 0 2 16,1 1-2-16,-3 0-2 0,2-1 1 0,-1 0-1 16,-1 1 0-16,0 0 0 0,1-2 0 0,-3 0 2 15,0 2-1-15,1 1 0 0,-4-3 0 16,2 0 1-16,2 1 2 0,-4-1-1 0,2 1-1 15,1-1 1-15,-3 0 1 0,1 1-3 16,-1-1-1-16,1 0-1 0,0 3 2 0,-1-3-1 16,1 0 0-16,0 0 1 0,-1 2 0 0,2-2 0 15,-1 0-1-15,2 0 2 0,-2 0-1 16,1 0-1-16,2 2 1 0,1-2 0 0,-1 0 0 16,4 0-2-16,-1 3 2 0,4-2 2 0,-2-1-1 15,2 2 1-15,-3-2 1 0,5 1-2 16,-3-1-1-16,2 0 0 0,0 0 0 0,0-1 0 15,-3 1-1-15,3-2 1 0,-2 2 1 0,0-1 0 16,0-2-1-16,2 3 0 0,-5 0 1 16,0 0 1-16,-2-2-2 0,1 2 0 0,0-2 1 15,-2 2 0-15,0 0 0 0,0 2-1 16,-1 0 1-16,0-2-1 0,0 0 0 0,1 4 1 16,0-2 2-16,1-1-1 0,0 2-1 0,4-1 2 15,-2 1-1-15,1-3-1 0,4 2 0 16,-1-1 0-16,3-1 0 0,1 0 0 0,1-1 1 15,-1 1-1-15,3-2-1 0,-2 2 0 0,4-2 1 16,-1 1-1-16,-1 1-1 0,3-2-1 16,-1-1 2-16,0 0 2 0,-3-1 1 0,3 2 1 15,-4 0 1-15,2-2-1 0,-3 2 0 16,-2-3-3-16,1 5-1 0,-6 0-1 0,4 0 1 16,-5 2 2-16,0 2-1 0,-1-2 0 0,-2 1 3 15,0 1-1-15,-2 2 0 0,0-2-2 16,1-1 2-16,-3 2-3 0,2-2-1 0,2-1-1 15,-4 0-1-15,1 0 1 0,1-1 0 0,0 1 2 16,1-1 0-16,0-1 4 0,1 1 4 16,3-1-1-16,-2 0-2 0,1-1 0 0,1 1 3 15,0 0-5-15,-1 0 0 0,3 0-1 0,-2 0 1 16,1 0 1-16,-1 0-3 0,0 1 2 16,-1-1-1-16,2 0-1 0,-3 2 2 0,0-2-2 15,-1 1 0-15,-1 1 0 0,0 0 2 16,1-1-1-16,-4 1-1 0,2-1 1 0,1 1-1 15,-3-1-1-15,-1 1 1 0,3-1-1 0,-1 0 0 16,-2 1 0-16,2 0-1 0,-1-2-1 16,1 0 1-16,0 1-1 0,-2-1 0 0,1 1 2 15,1-1 0-15,-2 0 1 0,1 0-3 16,-1 0 0-16,0 0 1 0,2 0 1 0,1 0 1 16,-3 0 2-16,0-1 1 0,0 0 0 0,0 1 1 15,-3-4-2-15,3 3-1 0,0 0-1 0,0-2 0 16,0 1 0-16,0-1-1 0,0-2 2 15,3 2-1-15,-3-1 0 0,0 1 0 0,0-3 0 16,0 2-1-16,0-1 1 0,0-1 0 0,-3 2 0 16,1-3-1-16,2 4 0 0,0-4 1 15,0 1-1-15,0 2-1 0,0-2 1 0,0-1 0 16,2 2-1-16,1 0-1 0,-3 1 2 16,0-2 0-16,1 0-3 0,1 1 1 0,-1 1 1 15,-1 0-1-15,0 0 2 0,2-1 0 16,-2 1 1-16,2 0 0 0,-2-2 0 0,0 1 0 15,0-3-2-15,0 3 0 0,0-2-1 0,-2-1 1 16,2 0-1-16,-2 1 1 0,2-1-1 16,0 1 2-16,-1 1 0 0,1 0-1 0,0 0 1 15,0-1 0-15,0 2 0 0,1 0-1 0,-1 1-1 16,0 0 1-16,2-1 1 0,-2 0-2 16,2 0 0-16,-2-1 2 0,0 2 2 0,1-3-2 15,1 3 0-15,-2-1 1 0,2 0 0 0,-1-1-1 16,-1 1 0-16,2 1-1 0,-1 0 1 15,-1 1-1-15,2 0 1 0,0 0-2 0,-2 3 0 16,1-1 2-16,2 2 1 0,-1-1 0 16,2 3 2-16,-2-1-1 0,1 2-1 0,-1-1 1 15,1 2-2-15,-1 0 0 0,1 0 0 0,-2-1 0 16,3 1 0-16,-3-1 0 0,2 0-1 16,-1 1-1-16,0-1 2 0,0 0 1 0,0-1 1 15,0 1-2-15,-1-1 3 0,1 2 0 16,-1-1-1-16,3 1-1 0,-4 1 0 0,1-2 0 15,2 2-1-15,-1 0-1 0,0 0 0 0,-1 0 0 16,1 1 0-16,-1-4 1 0,1 4 0 16,-2-3 2-16,0-1 0 0,2 2 0 0,-2-2 0 15,2 0-1-15,-2 0-1 0,0 0-1 16,2 1 1-16,-2-1-1 0,2 1 1 0,-2 1 0 16,0 1 0-16,1 0-1 0,-1 0 2 0,0 1-1 15,2-1-1-15,-1 1 2 0,-1-1 0 0,4 0 1 16,-3 2-3-16,1-1 1 0,-1-2 0 15,3 3 0-15,-3-3-1 0,1 1 0 0,-1 0 1 16,1-1 1-16,0-2-1 0,-1 0 0 16,2 1 1-16,-1-4-1 0,-1 4 2 0,-1-2-2 15,2-1 0-15,-1 1 1 0,1-1 2 0,0-1 1 16,1 2-4-16,-2-1 1 0,3 1 0 16,-1-2-1-16,0 2 1 0,0-1-1 0,2 0 3 15,-2 1-2-15,0-2 0 0,0 2 1 16,0-1-2-16,-1 0 1 0,1-1 1 0,2 0 0 15,-2-1 0-15,2 0-2 0,-2 1 2 0,2 0-1 16,-4 0 0-16,4 0-1 0,-2 0 1 16,2 0 1-16,-2 0 0 0,2 0-1 0,-1 0 0 15,-2 0 2-15,1 1-2 0,1 0 0 16,-1-1-1-16,-2 0 0 0,3 2-1 0,-3-1 0 16,1-1 2-16,-1 0-1 0,4 2 0 0,-4-2-2 15,2 0 2-15,1 1 1 0,-1-1-1 0,0 1 0 16,0-1 1-16,1 0 1 0,0 2-1 15,2-1 1-15,-2-1-1 0,0 2 2 0,0-2-3 16,0 2 3-16,0-2 0 0,-1 0 0 16,2 1 3-16,1-1 2 0,-2 0 1 0,0 2 0 15,-1-2-1-15,0 1 0 0,0-1-1 0,1 2-2 16,-3-1-1-16,2 1-1 0,2-1 0 16,-4 2-1-16,2-1-1 0,-1 0-1 0,0 2 0 15,-1-4 0-15,2 5-1 0,-3-4 1 16,2 0-1-16,0 0 2 0,-1 2 0 0,-1-3 0 15,4 0 2-15,-4 0-3 0,1 2 0 0,-1 0 0 16,3-2 0-16,-3 0 0 0,5 0 0 0,-4 3-1 16,2-2 0-16,2 1 3 0,0 1 5 15,3-2-1-15,1 2 2 0,-1-1 1 0,4 1 1 16,-2-2-3-16,2 1-5 0,-1 0 0 16,1-1-1-16,-1-1-1 0,2 0 0 0,-2 0 0 15,-1 0 2-15,-2 0-1 0,-1 1 1 0,0-1 2 16,-4 0 0-16,0 0 0 0,0 2 0 15,-1-1-1-15,0 2 0 0,-1 0-1 0,-1 0 0 16,0-1-2-16,2 1 0 0,-1-2 0 0,2 2-1 16,-1-1 0-16,-2-1-1 0,1 0 1 15,2-1 1-15,-3 2 0 0,2 0 0 0,0-2 0 16,-1 1 1-16,-1-1-1 0,2 0 1 16,-1 0-1-16,1 0 1 0,0 0-1 0,-1 0-1 15,3 0 1-15,-3 1-1 0,4-1 1 16,1 0-1-16,-1 0 0 0,1 0 1 0,1 0-2 15,2 0 2-15,-3 0-1 0,2 0 1 0,2 0 0 16,1 2-1-16,-3-2 0 0,0 0 0 0,-2 2-1 16,3-2 0-16,-2 0 1 0,-3 1 1 15,1-1 0-15,0 0 2 0,-2 1 0 16,2-1 0-16,-2 3 0 0,-2-3-1 0,1 1 0 16,0 0-1-16,-1-1 0 0,2 1 0 0,-3-1 0 15,4 3 0-15,-3-3 0 0,-1 0 1 0,2 0 0 16,0 2-1-16,-1-2-1 0,-1 2 1 0,2-2-2 15,-1 0 1-15,2 0-1 0,-1 0 2 16,-1 0-1-16,1 0 1 0,-1 3 1 0,3-3 1 16,-3 0-1-16,1 1 0 0,1-1 0 15,0 0-1-15,1 2-1 0,2-1 1 0,1-1 0 16,2 2-1-16,0 0 0 0,2-2 1 0,-1 1 1 16,-1-1 0-16,4 0 1 0,-4 0-1 15,2 0 1-15,0 0-1 0,0-1-1 0,-3 1 0 16,3 0-1-16,-4 0 0 0,-3 0 1 15,1 0 2-15,0 0 0 0,-2 0 0 0,0 0 1 16,-1 0 0-16,-1 1 0 0,1 0-2 0,-1 1 0 16,1 1 0-16,0-2-1 0,-1 1 1 0,1 0-1 15,-1-1-1-15,1 0 0 0,1 1 0 16,-1-1 0-16,0-1 0 0,-1 2 0 0,1-2 1 16,-1 0 0-16,4 1 0 0,-4-1 0 15,1 1 0-15,-1-1 0 0,3 2 0 0,-3 0-1 16,3-1 2-16,-3 1-1 0,2-1 1 0,-1 1-1 15,1-1 1-15,-1 2 0 0,-1-1-1 16,1-2 1-16,1 1-1 0,-3 0 0 0,1 1 1 16,1 0 0-16,-1-2-1 0,-1 1-1 15,0-1 1-15,0 1 0 0,0-1 0 0,0 0 0 16,0 0 0-16,0 0 1 0,0 0-1 0,-1 0 0 16,-1-1-1-16,2 1 1 0,-1-1 0 0,-2 1 0 15,1 0-1-15,2-2-2 0,-1 2-1 16,-1-2-5-16,1 2-10 0,-3 0-26 15,1 0-62-15,-2 2-70 0,0-2-116 0,1 2-194 16,-2 0-306-16,-1-2-322 0,2 2-243 0,1-2-114 16,-1 0 361-16,2-2 609 0</inkml:trace>
  <inkml:trace contextRef="#ctx0" brushRef="#br2" timeOffset="61809.39">21093 11194 390 0,'-5'-4'792'0,"0"-1"273"0,-2 1 48 16,0 1-279-16,-1 1-304 0,2-1-184 0,-3 0-111 16,2 2-67-16,-1 0-54 0,0-3-48 15,-1 2-29-15,3-2-17 0,-2-1-11 0,0-1-7 16,-2 1-2-16,4-3 0 0,0 0 0 0,-2-2-2 16,0 3 0-16,2-2 2 0,-2 0-3 15,1 0-8-15,0 1-29 0,0-1-67 0,-2 1-111 16,-1 1-137-16,-1 1-214 0,0 1-276 15,0 0-213-15,0 2-30 0,0 0 253 0,-2 3 361 16</inkml:trace>
  <inkml:trace contextRef="#ctx0" brushRef="#br2" timeOffset="61991.42">20639 11035 129 0,'-5'5'430'0,"1"-1"217"0,-3 2 129 0,0 0-111 15,0 0-278-15,2-1-166 0,-1 2-91 0,0 0-51 16,0-1-28-16,1 1-21 0,2-1-11 16,-4-2-19-16,4 1-37 0,0-2-59 0,0 1-71 15,-3-1-88-15,2-1-170 0,0 2-194 0,0-1-59 16,1 0 80-16,-2 2 163 0</inkml:trace>
  <inkml:trace contextRef="#ctx0" brushRef="#br2" timeOffset="62211.37">20471 11409 18 0,'4'12'284'0,"-3"-2"177"0,1 2 150 0,0 1-3 16,1-3-214-16,-2 0-154 0,3 3-90 16,-1-2-44-16,0 0-28 0,1 0-21 0,1 0-21 15,-2 0-12-15,2-2-8 0,0 2-9 16,-2-4 2-16,2 2-1 0,-1-2-1 0,-1-1-9 15,-1 0-18-15,0 1-29 0,-1-4-48 0,-1 4-48 16,0-3-72-16,0 2-128 0,-1-1-176 16,-1 1-52-16,0 1 57 0,2-1 129 0</inkml:trace>
  <inkml:trace contextRef="#ctx0" brushRef="#br2" timeOffset="62389.31">20570 11887 51 0,'8'14'327'0,"0"-3"193"15,-1 0 146-15,1 0-47 0,-1-2-220 0,-1-1-148 16,3 0-81-16,-1-2-45 0,0 1-25 16,-1-1-20-16,3 0-24 0,-2-1-18 0,1 0-17 15,1-2-13-15,-2 0-6 0,4-2-19 0,-3 1-44 16,0-2-73-16,1 0-95 0,-2 1-214 16,1 1-183-16,1 0-62 0,-1 0 80 0,2 2 184 15</inkml:trace>
  <inkml:trace contextRef="#ctx0" brushRef="#br2" timeOffset="62580.77">20982 12096 216 0,'10'0'341'0,"-2"0"116"0,0 0-30 0,-2 0-158 16,2 0-113-16,0 0-63 0,-2 0-36 0,1-2-20 15,2 2-13-15,-1-1-10 0,-2-1-1 16,1 0-1-16,2-2-2 0,-3 0 0 0,4 0-2 15,-2-4-7-15,-1 1-22 0,1-3-56 16,0 3-170-16,-3-1-164 0,4 1-56 0,-4-2 37 16,2 0 100-16</inkml:trace>
  <inkml:trace contextRef="#ctx0" brushRef="#br2" timeOffset="62783.77">21294 11826 142 0,'7'-4'365'16,"0"2"156"-16,-2-3 106 0,0 2-160 0,-1 0-184 16,2-1-106-16,-1-1-52 0,0-1-29 15,0 2-12-15,0-2-34 0,-4-3-17 0,4 0-18 16,-2 0-4-16,2-3-9 0,-2-2-13 0,0 2-30 16,-1-3-40-16,-1 2-58 0,-1-2-105 15,0 1-210-15,-1 0-124 0,1 3 6 0,-4 0 99 16,3-1 155-16</inkml:trace>
  <inkml:trace contextRef="#ctx0" brushRef="#br2" timeOffset="62977.3">21298 11447 145 0,'-14'-13'382'0,"1"0"176"0,-4-5 145 15,1-1-137-15,-1 0-130 0,-2-2-56 0,3-1-28 16,1 1-22-16,0 0-43 0,4 1-53 0,-1 3-64 15,2-2-62-15,0 4-47 0,3-1-30 16,2 1-18-16,0 3-12 0,4-1-51 16,-3 3-99-16,1 1-140 0,1 3-294 0,2 0-229 15,0 3-166-15,-1 0 40 0,-1 1 285 0</inkml:trace>
  <inkml:trace contextRef="#ctx0" brushRef="#br1" timeOffset="68543.35">21846 9769 179 0,'7'7'513'0,"-2"-1"239"15,0-1 108-15,0 0-166 0,1-3-288 0,2 3-204 16,0-5-99-16,1 0 11 0,3 0 48 0,0-3 59 16,1-1 41-16,1-6 25 0,0 0 5 15,0-4-45-15,1-3-53 0,0-5-49 0,0-3-28 16,0-3-3-16,1-6 10 0,1-1 12 16,0-6 10-16,1-3-4 0,2-5-15 0,0-2-4 15,4-4-14-15,-1-2-21 0,1-5-19 16,3 0-9-16,2-2-4 0,-3 1-10 0,3-6-9 15,-2 2-2-15,-1 1-2 0,1 0-3 0,-3 0-3 16,-2 2-8-16,-1 4-5 0,-4 1-7 0,1 1-3 16,-6 2 0-16,1 1-1 0,-4 6-2 15,0 1-1-15,0 4 1 0,-5 3 1 0,1 3-1 16,0 5 1-16,-2 5-1 0,1 3 1 16,-3 6 5-16,-1 3 3 0,2 4-1 0,-1 1 1 15,-1 4-2-15,2 1-1 0,-2 1-6 16,3 2-1-16,-2 1-1 0,1 2-3 0,-1 2 4 0,3 1 0 15,1 0 0-15,-4 1 0 0,2 0 1 16,1 1 1-16,-1-3-2 0,-2 0 0 16,4 1 1-16,-5-2-1 0,1 1 2 0,1 1-1 15,-1-2 0-15,-1 1 2 0,0 1 1 0,0 1 0 16,0 1-1-16,0 3 1 0,0 0-1 0,0 2-1 16,0 0 0-16,-3 5-1 0,3 0 0 15,-1 1-1-15,-2 1 2 0,1 2-2 0,2 2 0 16,-1 1 0-16,1 3-3 0,1 5 2 15,-1 0 1-15,5 6 2 0,-1 3 9 0,1 6 5 16,2 6 5-16,1 6 1 0,2 6 0 0,0 4-3 16,3 7-7-16,3 1-4 0,-2 4-2 0,3 2 0 15,5 0-1-15,-2-1 1 0,3-1-1 16,2-4 0-16,4-3-1 0,-2-4-3 0,-2-5-1 16,4-7 0-16,-1-5 0 0,2-4-1 15,0-6 1-15,-1-2 1 0,1-5-1 0,-4-7 2 16,1-3-1-16,0 0 2 0,-3-7-1 0,-3-1 1 15,-1-2 0-15,-4-4 1 0,0 1-1 16,-5-2 0-16,0-3-1 0,-3-1-1 0,-4-1 0 16,1-2 1-16,-2 0 1 0,1 0 2 0,-3-2 2 15,-1-2-1-15,0 1 0 0,0-4 0 16,-1 0-2-16,1 0-3 0,-4 0-1 0,3-4-1 16,-1 1-2-16,1 2-13 0,-4 1-45 0,0-1-81 15,-1 1-145-15,-4 1-269 0,2 1-313 16,-3 1-384-16,-3 2-358 0,1 2-13 0,-5 1 666 15</inkml:trace>
  <inkml:trace contextRef="#ctx0" brushRef="#br2" timeOffset="73177.28">21831 9867 59 0,'7'1'261'0,"-1"0"133"0,2 1 125 15,-2 1-97-15,1-3-126 0,1-3-51 16,1 1-1-16,-1 0 27 0,0-3 28 0,1 0 2 16,4-1 1-16,-2-1-3 0,3 0-15 0,-1-1-36 15,0 1-30-15,2-3-13 0,-2 3-22 16,4-2-24-16,-4 0-29 0,4-2-24 0,-2 0-24 15,0-1-25-15,1 0-16 0,2-3-16 16,-2 0-6-16,-1-2-1 0,1 1-4 0,1 0 3 16,1-3-2-16,-2 2 1 0,-1-1-4 15,1 1-7-15,0 0-1 0,0-1-3 0,0 2-3 16,-2 0 2-16,2-1 4 0,-4 2 5 0,4-1 2 16,-2 3 1-16,-1-1 1 0,1 0 0 15,-1 3-3-15,3-6-6 0,-3 4-4 0,0 1 1 16,-1-1 0-16,1-1 0 0,1 2-3 0,-5 0 5 15,2 2 1-15,-1-1-1 0,-2 1 2 0,-2 3-1 16,0-3 0-16,-3 3 8 0,2 0 28 16,-3 1 29-16,-1 2 29 0,-1 0 34 0,2 0 25 15,-2 2 12-15,0-1-16 0,-2 1-25 16,2-1-24-16,0 3-29 0,-1-1-24 0,1-1-21 16,0 2-14-16,-2-1-4 0,2 1-6 0,0-2-5 15,0 2-2-15,0 0-1 0,0 0 1 16,0 0-2-16,0 0 1 0,0 0-2 0,2 0 2 15,-2 0-3-15,0 0 0 0,1 0 0 16,-1 2 0-16,2-2 2 0,-1 1 1 0,1 1 2 16,0 1 0-16,-1 0 2 0,3 1 0 15,-1 1 10-15,3 1 3 0,-3 1 3 0,2 1 0 16,-1 1 1-16,1 1-3 0,2 1 2 0,0-1-2 16,0 2 1-16,-1 2 0 0,2-2 0 15,1 0 1-15,1 3-5 0,0-2-4 0,2 2-2 16,-1 0 0-16,4-1 0 0,-1 1-3 0,2-2-1 15,-1 2-2-15,4-2 1 0,-1 1 0 0,0 0-2 16,0-1 2-16,1 1 0 0,0-1 0 16,-2-1 0-16,2 1 0 0,-3 1-1 0,1-2 0 15,0 0 0-15,0-1 2 0,-3-1-1 16,2 1 1-16,-3-2-1 0,2 0 4 0,0-1 4 16,-2 0 1-16,0-2 2 0,1 2 1 0,1-2 0 15,-1 0-6-15,0-2-2 0,1 1-1 16,-1 1-1-16,-1-1-2 0,0-1 1 0,0 0 0 15,1 0 1-15,-1 0-1 0,-2-1 0 16,3-1-1-16,-1 3 0 0,1-2-2 0,-1-1 0 16,-1-1 1-16,1 1-1 0,-2-4 2 0,2 2 0 15,-2-3 2-15,0 0-1 0,0-2 0 16,0 0 0-16,-3 1-1 0,3-2-1 0,-3-2 1 16,-1 3-2-16,-3-1-3 0,2 0-9 15,-1 1-36-15,-2 1-75 0,-1-2-95 0,0 2-180 16,-2-1-294-16,0 2-331 0,1-1-343 0,-1 0-175 15,-1 3 214-15,-1 0 686 0</inkml:trace>
  <inkml:trace contextRef="#ctx0" brushRef="#br2" timeOffset="74607.39">21016 10714 194 0,'-2'2'360'0,"1"1"152"16,1 0 17-16,-4-1-108 0,3 0-85 15,-1 0-26-15,0 1 9 0,1 0 43 0,-1 0 30 16,2-2 4-16,0 2-28 0,0-3-44 0,0 2-63 16,0-2-70-16,0 0-59 0,2-2-38 15,-1-1-19-15,3-3-5 0,1-1 16 0,2-4 29 16,-1-2 28-16,2-2 27 0,2-5 15 0,2-3 9 15,3-5-15-15,2-3-27 0,-1-4-27 16,5-2-28-16,1-4-23 0,0-1-26 0,3-3-15 16,0 2-8-16,1-2-9 0,0 0-5 0,1 3-4 15,1 1-1-15,-5 4-2 0,1 5 0 16,-2 1 0-16,-3 4-3 0,-2 4-1 0,-1 4-2 16,-2 2 1-16,-2 5 1 0,-2 1-1 0,-2 3 2 15,0 0-1-15,0 2 1 0,-2 0-1 0,1 1 0 16,-1 3 0-16,-1-3 0 0,1 1 3 15,-1-1 0-15,4-1 8 0,-1-1 6 0,0-3 1 16,2 2 3-16,-1-3-2 0,-1-1 1 16,3 2-7-16,-3-1-6 0,0 1-2 0,-1 1-4 15,-1 1 1-15,0 1-2 0,-1 5-2 0,-2-4 2 16,-1 3-1-16,-1 0 1 0,1 2 0 16,-1-1 1-16,-1 2 1 0,0-2 0 0,0 2 0 15,0 0-2-15,-1 2 2 0,-1 0 0 16,1-1-1-16,-1 2 0 0,-1 0 2 0,-1 0-1 15,0 0-2-15,-4-1-7 0,3 4-15 0,-3-3-36 16,2-1-61-16,-2 2-66 0,0-2-81 16,-1-1-143-16,1 0-185 0,-3 1-286 0,1-2-222 15,2 0-192-15,-1-2 11 0,3 0 426 16,-2-4 463-16</inkml:trace>
  <inkml:trace contextRef="#ctx0" brushRef="#br2" timeOffset="74931.82">21511 9700 250 0,'6'0'526'0,"-2"-1"204"0,3-1 91 16,-1 1-176-16,1-1-133 0,3-1-71 0,0-1-40 16,1 0-23-16,2 0-17 0,0 0-63 0,2-1-61 15,0 1-61-15,2 0-40 0,-1-1 4 16,-1-1 5-16,1 4-5 0,-2 2-16 0,-1-3 11 15,0 3 10-15,-4 0-13 0,-1 3-15 0,0-1-4 16,-2 5-4-16,-3 3-18 0,1 0-15 16,-6 3-15-16,0 5-10 0,-2-1-8 0,-4 6-10 15,2-1-8-15,-1 1-7 0,-2 2-3 0,-1-1-6 16,2-2-3-16,0 0-3 0,4 0-2 16,-4-5-1-16,3 1-3 0,4 0-1 0,-1-5-11 15,2 0-34-15,2-2-84 0,-1-4-121 0,1 0-209 16,3-2-305-16,1 1-359 0,0-4-377 15,0-2-112-15,-2 0 429 0,-3 0 709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1:58:13.51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1324 996 241 0,'7'-5'452'0,"-1"1"170"15,2-1 95-15,0-1-131 0,-2 1-52 0,-1 1-20 0,-2-3-1 16,-4-1 4-16,-1 0-8 0,2 0-57 0,0 4-80 15,5-1-76-15,-1-1-61 0,-4 4-47 0,0-4-51 16,-1 1-36-16,-4 1-27 0,2 0-13 0,-2 0-11 16,1 2-8-16,-1-1-10 0,-3 1-7 0,-3 1-9 15,0 1-4-15,-3 0-4 0,-1 1-3 0,1 2-1 16,0 3-1-16,1-2 1 0,-3 5-1 0,2-1 0 16,-3 1 1-16,2 2 2 0,0 2-2 0,0 1-2 15,1 1 0-15,0 3-2 0,0 0-1 16,1 1-2-16,1 2 0 0,2 2 1 0,2 2-1 15,2 3 1-15,1 4-3 0,4 3 1 0,5 3 1 16,1 1-1-16,3 5-1 0,5 1 0 0,4 0 3 16,2 2 1-16,3-3 1 0,2 2-3 0,6-5 4 15,0-4 0-15,3-5-1 0,0-4-2 0,2-6 2 16,-2-4 0-16,3-6 2 0,-2-6-1 0,-1-4 0 16,0-7 3-16,2-4-1 0,-3-4 1 0,-2-5-3 15,-2-3 2-15,-1-3-3 0,-2-4 3 0,-4 2 0 16,-1-5 2-16,-5 2 1 0,0-1 1 0,-5-2 1 15,1 2-1-15,-5 0 0 0,-3 0 0 0,-1 2 0 0,-4-1-2 16,-1 1 1-16,-6 0-2 0,-1 0 1 0,-1 3 0 16,-6-3-2-16,1 2 0 0,-6 2-2 0,0-2-1 15,-2 4-1-15,2 2-1 0,-5 3 0 0,2 1 0 0,-2 6 0 16,2 1-1-16,-1 4 0 0,1 4 0 0,0 2-2 16,1 2-1-16,2 1 0 0,1 4 0 0,-1 0 0 15,2 0-2-15,5 3 1 0,1 0-6 0,5-1-30 16,2 1-56-16,2 1-70 0,4-3-111 15,-1 0-172-15,5-1-292 0,-1 3-296 0,1-3-249 0,2-1-121 16,-2 1 279-16,4-2 555 0</inkml:trace>
  <inkml:trace contextRef="#ctx0" brushRef="#br0" timeOffset="460.58">2390 940 252 0,'2'-6'682'0,"-4"4"366"0,-6-2 120 16,-1-3-216-16,-1 5-235 0,-4-4-149 0,1 4-112 16,-4-2-87-16,-1 3-65 0,-2-1-60 0,0 0-62 15,-3 2-59-15,1 0-45 0,-1 2-26 0,-1 1-13 0,5 3-10 16,-2 2-7-16,1-1-4 0,2 4-4 16,1 1-5-16,3 1-4 0,0 4-2 0,1-2-2 0,3 6-2 15,1-2 1-15,1 3 0 0,3 3 0 0,2 0 1 16,1 0 1-16,2 5-1 0,2-2-2 0,1 2-2 0,2-2 1 15,1 2 0-15,4-1-2 0,-2-2 1 16,1-1 5-16,4-3 5 0,-2 1 0 0,0-3 0 0,3-1 2 16,-3 0 1-16,3-4-4 0,-1-1-2 0,0-1-2 15,1-1 1-15,0-1-3 0,2-2-13 0,-3-2-35 16,4-2-57-16,-3-2-55 0,2-2-64 0,0-4-115 16,1-4-145-16,2-2-145 0,0-1-220 0,2-2-225 15,1-3-169-15,2-3 131 0,1 1 378 0,0-1 376 16</inkml:trace>
  <inkml:trace contextRef="#ctx0" brushRef="#br0" timeOffset="767.98">2973 908 331 0,'-2'-7'900'0,"-3"-2"370"15,0 2 66-15,-3 0-233 0,0 3-316 0,-3 1-269 16,0 1-151-16,-3-2-87 0,-1 3-79 0,-2 0-74 15,1-1-42-15,-1 4-25 0,-1-1-17 0,1 2-11 16,-2 3-7-16,0 3-5 0,0 1-7 0,2 2-4 16,-2 5-2-16,3 2-3 0,0 2 0 0,2 4-2 15,-2 3 0-15,5 2 0 0,-1 3-1 0,2 1-1 16,2 5 1-16,3 0-2 0,2 4 0 0,1-4-2 0,4 4 0 16,0-1-1-16,1-2 2 0,3 0 1 0,2-2 0 15,0-4 0-15,6 0 0 0,-2-6-2 16,3-2-1-16,3-5-1 0,1-3 0 0,1-3-9 15,1-5-19-15,1-1-66 0,1-4-70 0,-2-4-127 16,1-1-218-16,-1-4-306 0,-2 2-342 0,1-3-241 16,1 1-84-16,-4 0 440 0,2-1 619 0</inkml:trace>
  <inkml:trace contextRef="#ctx0" brushRef="#br0" timeOffset="1135.95">3223 951 140 0,'7'-2'460'0,"-1"2"306"15,1 4 242-15,0 4-106 0,-2 1-182 0,-2 4-132 16,2 3-69-16,1 5-64 0,-1 3-68 0,4 6-66 15,-4 3-52-15,3 4-53 0,-1 4-61 0,-1 2-48 16,5 2-30-16,-3 1-22 0,3-1-22 0,0-2-14 16,0-4-10-16,3-7-3 0,0-3-11 0,2-4-7 15,0-8 7-15,1-5 1 0,-2-3 13 0,0-8 4 16,1-5 4-16,-2-5 5 0,1-5-4 0,-4-6-4 16,3-4-9-16,-4-5-4 0,0-1-2 0,-2-3-6 15,-1-1 5-15,-1-1 2 0,-1-1 1 0,-2 0 0 0,0-1-3 16,0-1-4-16,-3 4-17 0,0-1-29 0,0 6-54 15,-3 4-57-15,-1 1-107 0,-3 9-163 0,1 5-240 16,-2 5-289-16,1 7-242 0,1 5-185 0,3 2 219 16,0 3 523-16</inkml:trace>
  <inkml:trace contextRef="#ctx0" brushRef="#br0" timeOffset="1697.94">3982 1183 277 0,'2'-9'886'16,"-2"4"367"-16,2 0-13 0,-1 2-238 0,2 3-366 16,2 3-233-16,1 4-103 0,2 5-44 0,3 3-29 15,-3 3-19-15,2 5-32 0,-2 2-55 0,1 5-33 16,-1 0-28-16,0 4-16 0,0 3-11 0,1 1-5 15,-2 3-11-15,-1-1-13 0,-1 3-4 0,1-4-3 16,-5-2-2-16,1-4-2 0,-2-4 7 0,0-4 13 16,-2-6 7-16,-2-1 7 0,1-8-1 0,-2-3 1 15,-1-3-2-15,-1-5-11 0,-2-6-8 16,3-5 1-16,-1-7 1 0,1-4-2 0,-1-5-1 16,1-8 2-16,2-2-3 0,0-6-8 0,-2-2-7 15,4-7-3-15,-3-2-3 0,4-3-6 0,-1 0 1 16,1-2-1-16,2 0 3 0,-1 3 8 0,3 0 6 15,2 4 6-15,-2 3-2 0,4 4-1 0,-2 3 0 16,2 7-6-16,1 6-5 0,-1 6-3 16,-1 3 7-16,5 6 2 0,0 5 1 0,0 2 2 15,3 5 2-15,2 6 3 0,0 6 1 16,2 4 1-16,-1 4 3 0,2 3 2 0,-2 2 1 16,-1 4-1-16,0 1 0 0,1 1 0 0,-1 4-1 15,0-3 0-15,-2 4-2 0,2-2 0 0,-3-2 0 16,-1 3-1-16,-1-2 1 0,-1-1 0 0,-4-1-1 15,0-2 3-15,-4-3 0 0,-4 2 0 0,-1-3 0 16,-6-1-1-16,-1-1 1 0,-4-1 3 0,0-1 5 16,-5 0-1-16,-2-1-1 0,-1 1-6 0,-3-3-8 15,0-1-23-15,1 3-37 0,0-3-53 0,4-1-56 16,2 0-75-16,4-2-143 0,1 0-223 0,4 0-277 16,4-1-242-16,2 1-215 0,5-3 46 15,1 1 496-15</inkml:trace>
  <inkml:trace contextRef="#ctx0" brushRef="#br0" timeOffset="1929.94">4781 1794 65 0,'3'8'1120'0,"-4"2"789"16,-3-3-202-16,-2-1-431 0,-1 2-364 0,1-2-456 15,0 0-216-15,1-2-99 0,2 0-45 0,-2 1-26 16,0-2-24-16,2 0-21 0,-2 0-15 16,5-1-11-16,-4-1-17 0,6-1-27 0,0 0-64 15,-2-3-100-15,2 2-199 0,1-2-290 0,0 1-357 16,4 1-436-16,-1-1-281 0,1 1 265 16,0 2 860-16</inkml:trace>
  <inkml:trace contextRef="#ctx0" brushRef="#br0" timeOffset="8124.42">6495 4480 483 0,'-14'-2'971'0,"-1"-2"250"15,-2 3-51-15,-1 1-295 0,-2 1-298 16,-2 4-163-16,3 1-97 0,-3 4-53 0,0 2-39 15,-1 4-39-15,1 6-46 0,2 5-45 0,2 3-26 16,1 7-16-16,4 8-6 0,2 6-6 16,7 9-17-16,2 6-10 0,5 7-10 0,5 2 0 15,1 1-5-15,6 2-2 0,2-5 3 0,8-4 3 16,2-6 2-16,3-8-5 0,3-10 3 16,4-9-1-16,2-11-1 0,4-12 0 0,1-12 1 15,2-12 1-15,0-10-1 0,-3-11 2 0,-1-7 1 16,-5-6 2-16,-6-4 0 0,-2-5 2 15,-6 0 4-15,-7 0 0 0,-6 1-2 0,-4 2-3 16,-6 3 1-16,-11 2-2 0,-3 2-3 0,-8 3-1 16,-7 3 0-16,-2 2-3 0,-4 4 1 15,-2 7-2-15,-1 3-1 0,-1 9 1 0,1 4-3 16,2 6 1-16,1 8-3 0,3 3 2 0,2 8 1 16,3 4-1-16,5 0 1 0,5 5-1 15,3 5-1-15,4-2-5 0,5 3-31 0,4-1-65 16,5 0-55-16,1 1-95 0,7-3-159 0,0-1-284 15,4-1-288-15,4-3-219 0,2-2-177 16,2-3 180-16,3-3 545 0</inkml:trace>
  <inkml:trace contextRef="#ctx0" brushRef="#br0" timeOffset="8411.87">7491 4667 138 0,'-2'-11'855'0,"-3"2"657"0,-4 1 54 16,-7 5-267-16,-3 3-448 0,-5 2-332 15,-4 3-193-15,-2 5-126 0,-5 3-67 0,0 5-41 16,-4 7-27-16,1 4-18 0,-2 11-10 0,1 3-10 16,1 9-6-16,2 4-4 0,4 7-5 15,5-1-3-15,6 3-4 0,4 0-1 0,6-2-3 16,8-3-1-16,6-6-1 0,5-4-2 0,8-4-3 15,6-7-1-15,5-7-4 0,6-10-10 0,2-6-26 16,7-9-71-16,0-8-78 0,2-10-136 16,3-9-213-16,2-7-318 0,0-9-349 0,0-6-221 15,-1-6-52-15,1-6 473 0,-5-3 589 16</inkml:trace>
  <inkml:trace contextRef="#ctx0" brushRef="#br0" timeOffset="8626.31">7873 4630 118 0,'3'-34'733'0,"-6"6"612"0,-3 5 206 15,-3 6-211-15,-4 5-451 0,-4 5-334 16,-3 7-183-16,-5 6-136 0,-3 7-94 0,-2 7-49 16,-2 10-27-16,-1 6-17 0,0 10-5 0,-1 8-6 15,6 8-3-15,1 7-7 0,5 6-7 0,3 2-4 16,6 0-7-16,5 2-2 0,5-3-4 16,6-6-3-16,7-4 0 0,4-8-3 0,5-6-1 15,5-10-2-15,6-8 0 0,0-8-10 16,3-6-25-16,-1-7-65 0,3-6-76 0,-2-7-144 15,2-1-268-15,-2-5-317 0,0-3-361 0,3-3-247 16,-3-5-16-16,1 1 610 0</inkml:trace>
  <inkml:trace contextRef="#ctx0" brushRef="#br0" timeOffset="9059.06">8836 4367 218 0,'5'10'817'0,"0"-1"382"0,4-2 29 0,1 1-131 15,3 1-413-15,4-2-235 0,2 2-102 16,3 0-44-16,6 0-35 0,1-1-42 0,4-3-44 15,4-1-51-15,3-1-41 0,3-3-29 16,0 0-17-16,3-3-11 0,-2-1-13 0,3-1-10 0,-4 0-4 16,1 0-5-16,-3 3-7 0,-4 0-56 15,-4 2-80-15,-6 2-164 0,-5 4-272 16,-9 1-312-16,-4 4-394 0,-9 3-297 0,-9 0 35 16,-4 4 718-16</inkml:trace>
  <inkml:trace contextRef="#ctx0" brushRef="#br0" timeOffset="9269.89">8661 4973 685 0,'2'11'1566'16,"1"-5"94"-16,4 1-329 0,3-3-326 0,4-1-495 16,4 0-285-16,2-1-117 0,4-1-55 15,6-1-24-15,3-1-11 0,5-3-6 0,2 2-1 0,4-4-2 16,5-1 2-16,1 1-2 0,1 0-1 15,3 1-3-15,-1 1-64 0,-3 2-80 0,0 6-188 16,-5 2-278-16,-1 3-311 0,-5 2-401 16,-7 3-263-16,-2 3 110 0,-3 2 765 0</inkml:trace>
  <inkml:trace contextRef="#ctx0" brushRef="#br0" timeOffset="12925.2">10705 4428 190 0,'-4'-5'549'0,"0"2"334"0,0-1 216 0,-1 1-147 15,-2 1-283-15,2 1-166 0,-4 1-116 16,1 3-95-16,0 1-89 0,-1 4-50 0,0 2-23 16,-1 7-4-16,3 3-15 0,3 6-4 15,-1 5 24-15,2 10-2 0,3 6-4 0,0 7-14 16,2 6-9-16,1 2-11 0,3 6-31 0,0 0-16 16,2-2-14-16,2-2-14 0,2-7-7 0,3-7-7 15,2-7-2-15,3-7-1 0,1-5-1 16,1-10 2-16,3-8 1 0,2-9 3 0,-1-5 2 15,2-11 0-15,-1-8 4 0,0-7 0 16,-2-5 1-16,0-6-2 0,-5-4 0 0,-2-5-2 16,-3 0-1-16,-1 2-2 0,-8-2-1 0,-1 2 2 15,-5 2-1-15,-5 3-1 0,-4 1 0 0,-5 3 0 16,-4 0 2-16,-1 5-1 0,-4 1 1 16,-1 2-1-16,-3 2 1 0,0 5 3 0,-1 3-1 15,-1 4 0-15,2 4 0 0,1 3-2 16,0 3 0-16,2 5-5 0,2 6-4 0,0 4-1 15,4 2 0-15,3 8 0 0,0 2-1 16,3 7 1-16,4 2 0 0,3 5 0 0,4 1-17 16,2-1-37-16,2 0-66 0,4-3-74 0,5-2-141 15,1-2-229-15,0-3-306 0,6-4-288 0,1 0-207 16,1-8-5-16,3 0 491 0</inkml:trace>
  <inkml:trace contextRef="#ctx0" brushRef="#br0" timeOffset="13340.56">11266 4534 13 0,'4'0'479'0,"-1"5"433"16,-2 3 253-16,1 5-7 0,-2 3-323 15,2 6-266-15,-1 8-141 0,1 3-68 0,-1 7-57 16,-1 1-51-16,2 6-43 0,-2 0-53 16,0 3-57-16,0 2-43 0,2-1-25 0,0-2-10 15,0-1-11-15,0-3-6 0,2-3-1 0,-2-4-3 16,3-7-7-16,-2-4-46 0,2-4-56 16,-2-6-52-16,-1-6-84 0,-2-5-146 0,0-6-182 15,-4-6-262-15,1-5-220 0,0-8-192 0,-2-5 38 16,-1-7 411-16</inkml:trace>
  <inkml:trace contextRef="#ctx0" brushRef="#br0" timeOffset="13768.05">11189 4479 250 0,'3'-15'851'0,"-3"2"377"0,2 3 4 0,-2 3-217 16,3 2-415-16,-2 1-288 0,2 2-142 15,-1 0-68-15,3 4-24 0,0 1-6 0,1 2-8 16,3-1-11-16,1 2-5 0,0 1-9 15,2 2-13-15,1-2-17 0,2 2-2 0,0 0 0 16,-1 1-3-16,2-1-5 0,-2 1 0 0,0 1 2 16,1 1-1-16,-3-1 1 0,-1-1-1 0,-1 2 9 15,-3-1 2-15,0 1 0 0,-2 0 8 16,-2 1-1-16,-3 1-3 0,0-1-4 0,0 4-1 16,-2-3 2-16,1 5-8 0,-1-4-7 15,2 1 1-15,0-1-1 0,2 0-1 0,1 2-6 16,0-3 4-16,5 0 2 0,-2 1 0 0,2-1-2 15,3-1 3-15,0 2 3 0,0-2 2 16,2 1 0-16,-2 1 4 0,0-1 3 0,0-1 0 16,-3 1 1-16,-3 1-3 0,-2-2 1 0,-5 5 9 15,-1-1 61-15,-5 4 41 0,-4-1 20 0,-4 5 11 16,-5 0 1-16,-2 2-9 0,-4 1-44 16,1-2-32-16,-1 2-17 0,-1-5-15 15,4 0-9-15,2-4-8 0,6-1-6 0,1-7-8 16,4 1-5-16,4-5-4 0,4-1-2 0,3-1-15 15,5-4-40-15,3-1-67 0,3-3-76 0,6-4-146 16,4-2-218-16,0-5-316 0,5-1-290 0,3 0-201 16,1-3 10-16,1 1 494 0</inkml:trace>
  <inkml:trace contextRef="#ctx0" brushRef="#br0" timeOffset="14167.88">11971 4513 78 0,'-9'-27'663'0,"3"0"480"0,-4 0 146 16,-1 4-76-16,-3 0-288 0,1 2-313 0,-1 4-182 16,-2 3-98-16,-1 3-62 0,-1 2-69 15,0 6-81-15,0 3-54 0,1 4-29 0,-2 4-18 16,4 4-10-16,2 1-7 0,1 4-3 15,4 0-2-15,2 5-2 0,5-1 2 0,2 1-1 16,4 1 1-16,1 0 0 0,5 0 2 0,0 0 1 16,3-2-3-16,1 0 3 0,2-1 1 15,2 1 2-15,-3-4 0 0,3 3-1 0,-3-1 1 16,1 0 0-16,-4 0 0 0,-1 0 0 16,-1-1 0-16,-2 3 2 0,-5-2-2 0,1 3 3 15,-4-1-2-15,-1 0-1 0,-3 1 0 0,-3 2-2 16,1 1 0-16,-4 0-2 0,-1 1-1 0,-1 2 0 15,-2 0 0-15,-1 1-1 0,0-1-9 16,-2-1-27-16,2 1-58 0,-2-5-65 16,4 1-67-16,0-1-126 0,2-4-167 0,3 1-237 15,2-3-238-15,2 2-203 0,3-2-112 0,5-3 276 16,1-1 470-16</inkml:trace>
  <inkml:trace contextRef="#ctx0" brushRef="#br0" timeOffset="14469.56">12084 5301 271 0,'17'-15'787'16,"-4"0"385"-16,-4-3 79 0,-1 1-185 0,-3-2-245 16,0-4-235-16,1-1-168 0,-3-3-100 15,0-5-72-15,0-3-84 0,2-5-73 0,0-3-40 16,0-2-23-16,1-5-11 0,3 0-7 0,0-1-4 16,0 0-2-16,3 2 0 0,0 0 0 15,-1 3 0-15,3 4 0 0,-1 4-1 0,-1 5-1 16,-1 5-1-16,-1 5-1 0,-1 3-3 15,1 7-1-15,-4 3 3 0,2 5 1 0,0 7 2 16,-3 4 2-16,1 7 2 0,-1 4 5 0,1 7 2 16,0 3 4-16,1 5-1 0,-1 6 0 15,2 4 0-15,0 5-7 0,-2 4-1 0,2 2-4 16,-3 3 1-16,1 3-5 0,4-5-21 0,-6 1-65 16,1-5-72-16,-2-5-122 0,1-6-188 15,-1-3-314-15,-2-8-326 0,-1-4-244 0,-1-6-110 16,-4-6 379-16,0-6 579 0</inkml:trace>
  <inkml:trace contextRef="#ctx0" brushRef="#br0" timeOffset="14653.92">12188 4892 160 0,'-5'-8'852'0,"-2"5"498"16,0 1 12-16,2 5-224 0,1 1-434 0,2 2-337 15,2 3-185-15,3-1-99 0,4 0-46 0,2-1-21 16,7-1-13-16,3 0-3 0,3-3-3 0,3-1 5 15,4-2-4-15,4 0-35 0,0-2-45 16,5-1-111-16,6 2-118 0,-1-4-141 0,6 1-275 16,2-2-255-16,4-3-187 0,0 1 99 15,-1-3 299-15,1 0 358 0</inkml:trace>
  <inkml:trace contextRef="#ctx0" brushRef="#br0" timeOffset="15011.89">12949 4440 49 0,'6'-9'536'0,"-3"3"433"16,0 2 188-16,1 1-53 0,-1 5-371 0,-2 3-268 16,3 4-166-16,-1 5-41 0,0 6 3 15,1 5 1-15,1 5-7 0,0 6-18 0,-2 1-32 16,0 6-53-16,-1 4-45 0,1 2-37 0,-1 5-27 16,-1 2-20-16,1 0-9 0,-2-1-7 0,2-2-3 15,0-6-1-15,2-3-3 0,-4-8-6 16,1-8-24-16,-1-4-48 0,-1-9-60 0,-5-7-72 15,-1-8-129-15,-1-8-159 0,-2-9-174 16,-2-5-223-16,-1-3-225 0,-1-8-123 0,1-3 207 16,-1-3 394-16</inkml:trace>
  <inkml:trace contextRef="#ctx0" brushRef="#br0" timeOffset="15269.94">12878 4539 154 0,'12'-22'364'15,"-2"8"150"-15,3 0 150 0,-1 4-156 0,2 1-113 16,3 3-11-16,1 1 18 0,1 3 36 0,1-1-26 15,1 3-30-15,1 3-57 0,2 1-70 0,-2 3-65 16,2 3-54-16,1 1-43 0,2 4-32 16,-3 4-11-16,-2 5-2 0,2 1 4 0,-4 4 2 15,-1 2 23-15,-2 3 32 0,-4 3 34 16,-4 1 23-16,-2 0 6 0,-5 0-2 0,-4 2-25 16,-3-1-28-16,-6-1-37 0,0-3-33 0,-5 1-20 15,-1 0-9-15,-4-3-5 0,1-3-4 16,-4-3-5-16,0-4-2 0,1-2-20 0,0-5-45 15,1-4-59-15,4-4-59 0,-2-1-108 0,5-7-161 16,2-3-206-16,2-3-268 0,3-5-222 16,6-1-165-16,2-2 185 0,2-4 465 0</inkml:trace>
  <inkml:trace contextRef="#ctx0" brushRef="#br0" timeOffset="15603.94">13459 4482 16 0,'27'-23'479'0,"-6"4"417"0,-5 4 232 0,-1 3 14 16,-2 3-329-16,-2 4-274 0,2 2-157 16,-2 3-62-16,-1 5-21 0,0 1-32 0,0 1-31 15,-2 4-35-15,1-1-44 0,-2 3-42 16,-1 0-38-16,1 0-31 0,0 2-18 0,-1 0-11 16,-1 0-6-16,-2 0-4 0,2 2 2 0,-5 0 6 15,0 1 6-15,-3 5 2 0,-3 0 5 16,-2 5 1-16,-5 2 3 0,0 3-3 0,-4 3 0 15,-2 3-1-15,-1 3-1 0,-6 3-2 0,4 0-5 16,1 2-3-16,-1-1-6 0,4-1-3 16,2 0-3-16,0-4-1 0,6-1-1 0,2-4 0 15,5-5-2-15,2-2-1 0,4-5-1 0,3-4 0 16,7-6-2-16,3-3 0 0,6-9-1 16,2-4-3-16,6-9-17 0,1-2-61 0,3-5-71 15,2-4-123-15,-2-2-199 0,1-2-307 0,-1 1-345 16,0 1-270-16,-2-2-122 0,-2 4 401 15,0 0 626-15</inkml:trace>
  <inkml:trace contextRef="#ctx0" brushRef="#br0" timeOffset="15910.44">14218 4371 129 0,'-1'-25'742'16,"-5"9"474"-16,-1 4 107 0,-1 5-103 0,0 7-356 15,-1 3-318-15,1 6-164 0,0 3-93 0,0 4-59 16,-1 4-62-16,2 4-59 0,3 2-39 0,0 4-21 16,1-2-10-16,1 4-6 0,2 2-6 15,0 3-6-15,0 3-2 0,2 1-4 0,-2 5-3 16,2 2-6-16,-1-1-2 0,3 3-2 0,-3-1-2 16,2 1 1-16,2-4-2 0,0-3 0 15,2-3 0-15,3-5 0 0,0-4 0 0,2-6 0 16,1-6 1-16,3-5 0 0,-2-3 0 15,3-8-1-15,-2-6-10 0,0-8-23 0,1-4-59 16,0-6-64-16,-2-2-73 0,0-7-120 16,-2 1-164-16,0-3-225 0,-1 1-239 0,-3 3-213 15,0-2-117-15,0 5 225 0,-2-2 460 0</inkml:trace>
  <inkml:trace contextRef="#ctx0" brushRef="#br0" timeOffset="16152.96">14093 4382 338 0,'-6'0'1105'16,"3"2"428"-16,2 0-132 0,-4 1-289 16,3-2-500-16,2 1-266 0,0 1-168 0,3-2-93 15,2 1-41-15,4 3-20 0,1-4-8 0,3 2-7 16,6 0 0-16,-1 0 1 0,5 1-7 15,2-1-2-15,0 2-44 0,2 1-52 0,-2-1-76 16,-1 3-140-16,0 1-183 0,0-1-315 16,-4 3-263-16,-1-3-212 0,0 1-4 0,-4 2 427 15,-2-4 470-15</inkml:trace>
  <inkml:trace contextRef="#ctx0" brushRef="#br0" timeOffset="16369.96">14141 4713 540 0,'0'19'1127'0,"0"0"216"0,0 0-133 0,5-4-297 16,2-2-447-16,3-2-229 0,1-3-118 0,3-2-53 16,1-2-34-16,3-3-13 0,3-1-6 15,3-2-3-15,1-3-6 0,2 0-28 0,1-1-33 16,-1-1-139-16,2 1-239 0,-4 0-284 15,2 0-288-15,0 1-234 0,-2 3-59 0,2-3 468 16</inkml:trace>
  <inkml:trace contextRef="#ctx0" brushRef="#br0" timeOffset="17096.99">15045 4729 252 0,'0'-22'574'0,"-3"-1"267"0,0 0 171 16,-2 1-162-16,0 0-222 0,-1-1-140 0,0 2-51 15,-2 2-12-15,0 1-23 0,2 1-63 16,-1 2-50-16,-2 3-38 0,1 0-52 0,2 4-57 16,-1 0-54-16,2 3-29 0,-1 3-20 0,3 4-17 15,-2 3-11-15,1 3-6 0,0 5-3 16,-1 3-2-16,1 4 0 0,-1 4 1 0,2 4 2 15,0 6 2-15,-2 4 4 0,4 6 0 16,-3 2 2-16,1 5 0 0,0 5-2 0,0 0-1 16,-2 2-3-16,5-4-2 0,0-3-1 0,0-3-2 15,5-8-1-15,-1-7-1 0,1-9 0 16,2-7 2-16,-1-8 0 0,3-9 4 0,-1-9 1 16,0-11 0-16,2-5-1 0,1-11-2 0,-2-8-1 15,1-6-1-15,1-3-3 0,-5-4 2 16,2 0 1-16,-4-2 1 0,-1 1 1 0,-2 1-1 15,-1 3-1-15,-1 3 0 0,1 6 0 16,-2 7-1-16,2 8 0 0,0 6 1 0,0 6 0 16,0 6-1-16,2 8-1 0,2 5 1 0,-1 9-1 15,2 5 0-15,1 6 2 0,3 5 2 16,0 4 1-16,2 3 0 0,0 2 0 0,3 4 0 16,-1 2 0-16,2-1-1 0,0 2-1 0,2-3 0 15,1-2-1-15,-1-4 1 0,-1-5-2 16,1-9 1-16,-2-4 0 0,0-7 2 0,-3-6 1 15,-2-6-1-15,2-7 1 0,-4-5 0 0,1-6 0 16,-3-3-2-16,-1-6-1 0,-2-2 0 16,0-6 0-16,-3-2 0 0,2-4 0 0,0-1-1 15,-1-1 1-15,2 1-2 0,1 2-8 16,2 1-20-16,-2 4-35 0,3 4-51 0,-1 7-54 16,1 6-55-16,0 3-81 0,-2 8-127 0,1 5-138 15,1 6-221-15,-1 4-229 0,2 4-209 16,0 3 14-16,0 2 376 0,3 1 426 0</inkml:trace>
  <inkml:trace contextRef="#ctx0" brushRef="#br0" timeOffset="17367.98">15638 4404 340 0,'6'-5'878'0,"-2"1"336"0,-3 2 8 0,3 2-234 16,-3 3-235-16,-1 5-224 0,3 2-131 16,-3 4-72-16,0 4-51 0,-3 3-64 0,2 3-70 15,-3 4-45-15,1 4-27 0,-2 3-18 0,0 7-10 16,-2 1-9-16,2 3-10 0,0 2-7 16,2 2-5-16,-2-4-4 0,4-1-6 0,-1-3-1 15,4-6-9-15,-1-3-21 0,2-4-75 16,1-7-80-16,1-4-157 0,-4-3-267 0,2-6-325 15,3-2-378-15,1-3-223 0,-3-8 50 16,3 0 652-16</inkml:trace>
  <inkml:trace contextRef="#ctx0" brushRef="#br0" timeOffset="17930.98">16038 4444 17 0,'0'3'473'0,"0"1"430"0,-2 2 257 0,-1-2-19 16,-1 7-340-16,2 1-277 0,1 2-131 0,-1 4-48 15,1 5-26-15,1 4-29 0,-2 4-29 16,2 6-34-16,0 2-54 0,2 5-54 0,-1 4-42 16,2 3-23-16,6 0-18 0,0 0-15 15,0 0-8-15,3-3-6 0,3-4-2 0,2-5-3 16,2-5 0-16,2-7-1 0,2-6 1 0,1-6 0 15,-1-6-2-15,3-4 0 0,0-7 3 16,-1-5-1-16,2-4-3 0,-5-5-15 0,3-2-41 16,-3-3-65-16,0-4-63 0,-6 0-84 15,1 0-144-15,-2-4-178 0,-3 1-258 0,0 1-214 16,-6 0-193-16,0 1 13 0,0 0 383 0,-4-2 442 16</inkml:trace>
  <inkml:trace contextRef="#ctx0" brushRef="#br0" timeOffset="18138.32">16081 4371 382 0,'0'7'1118'0,"0"1"328"16,3-1-131-16,4 1-253 0,3 1-508 16,6-2-273-16,3 2-140 0,3 0-71 0,5-2-35 15,2-2-13-15,5-1-11 0,1-3-3 0,2-2-6 16,1 1 2-16,-2-3 1 0,2 2-48 0,-4 0-49 15,-7 1-127-15,-1 2-193 0,-6 1-295 16,-2 0-310-16,-9 2-238 0,-4 1-88 16,-5-1 405-16,-5-1 525 0</inkml:trace>
  <inkml:trace contextRef="#ctx0" brushRef="#br0" timeOffset="18294.87">16076 4723 232 0,'-13'19'857'0,"1"0"381"0,7-4-1 0,5-2-180 15,8 1-461-15,8-4-309 0,3-2-147 0,9-2-72 16,4-2-37-16,7-4-19 0,4 0-15 0,4-3-23 16,-1-2-64-16,3 1-144 0,2 1-234 15,-2-2-278-15,-3 4-260 0,-2 4-207 0,-6 0 95 16,-6 4 460-16</inkml:trace>
  <inkml:trace contextRef="#ctx0" brushRef="#br0" timeOffset="20640.82">11908 3067 16 0,'-9'-9'380'0,"-1"2"331"0,-4 1 292 16,-2 0 101-16,-4 3-319 0,2 1-230 0,-4 2-140 15,0 4-109-15,3 2-88 0,-1 5-66 16,2 5-40-16,2 9-8 0,5 6 7 0,2 11 20 16,6 3 9-16,4 11 0 0,3 3 2 15,5 6-15-15,2-2-27 0,6 1-30 0,3-3-18 16,5-7-14-16,3-8-19 0,5-8-11 0,2-12-4 16,6-8 1-16,-1-11-2 0,1-11 4 0,1-6-2 15,-4-11 1-15,0-6 4 0,-3-6-2 16,-5-4 14-16,-3-4 2 0,-3 0 13 0,-8-2 9 15,-5 0 8-15,-7 4 2 0,-7 1-9 16,-6 4-4-16,-7 1-10 0,-6 4-8 0,-5 4-8 16,-3 3-4-16,-3 3-4 0,-2 6-9 0,0 4-7 15,0 3-3-15,0 6-3 0,2 3-1 0,3 4-1 16,3 2 6-16,2 3 2 0,5 1 3 16,4 3 1-16,3 0-2 0,4 0 1 0,4 2 1 15,3 0 1-15,4 2 1 0,4-2-3 16,2 0-12-16,3 1-29 0,2-3-50 0,2 0-53 15,3-3-61-15,1 1-118 0,0-3-145 0,3-4-163 16,2-1-249-16,1-3-235 0,0-1-162 16,1-2 174-16,2-3 424 0</inkml:trace>
  <inkml:trace contextRef="#ctx0" brushRef="#br0" timeOffset="20963.9">12691 3388 134 0,'-5'0'712'0,"-1"0"432"0,1 0 91 15,-1-1-138-15,4 1-423 0,-1 0-318 0,3 1-157 16,3-1-75-16,2 3-23 0,4 0-14 0,1-1 23 15,7 3 11-15,-1-3-4 0,6 2 20 0,2 0 1 16,3-1-7-16,0-2-33 0,3-1-20 16,3 0-10-16,0-1-31 0,0-2-21 0,0 1-11 15,-1-3-2-15,0 3-2 0,-2-2 4 16,-2 2-3-16,-2 0 1 0,-1 2-24 0,-3 0-61 16,-1 2-97-16,-7 3-189 0,2 1-286 0,-7 1-317 15,2 3-322-15,-3 2-184 0,-3 0 250 16,0 0 650-16</inkml:trace>
  <inkml:trace contextRef="#ctx0" brushRef="#br0" timeOffset="21565.98">14179 3570 437 0,'-3'7'854'0,"1"-4"252"0,-1 1-10 0,3-2-310 15,-2-2-275-15,4-1-176 0,0-4-97 0,2-2-16 16,6-2 10-16,1-7 16 0,3-1 2 15,5-5-14-15,3-5-19 0,3-4-38 0,1-3-41 16,4-6-40-16,2-1-35 0,-1-3-20 0,4 0-13 16,-4-2-2-16,1 1 2 0,-2 1-3 15,-2 1-2-15,-2 1-1 0,-2 5 2 0,-4 3-3 16,-4 6-3-16,0 6-3 0,-3 1 1 0,-4 6-1 16,-3 4-6-16,1 1-3 0,-3 5-2 0,0 5-1 15,-4 6-3-15,0 7 5 0,0 7 5 16,-4 7 2-16,0 6 2 0,-1 2 2 0,0 5 3 15,-1 4-4-15,1 4-4 0,0 3-2 0,2 1-4 16,-2 3-3-16,4-3-4 0,-1-2-2 0,2-3-2 16,2-1-2-16,-1-5-2 0,4-5-10 15,-2-3-30-15,2-3-77 0,0-5-98 0,-1-2-184 16,-2-2-294-16,-2-3-347 0,-2 0-381 16,-2-1-180-16,-1-1 241 0,-3-1 727 0</inkml:trace>
  <inkml:trace contextRef="#ctx0" brushRef="#br0" timeOffset="23195.88">10484 4071 89 0,'6'-15'367'0,"-3"1"211"0,-3 4 172 0,-3 4-50 16,0 1-177-16,-5 5-78 0,0 3-32 15,0 3-17-15,-3 7-22 0,2 6-41 0,-3 7-59 16,-3 6-65-16,2 12-48 0,-1 8-38 0,1 11-27 15,-1 8-10-15,1 10 11 0,-1 7 0 0,-2 11-15 16,2 8-10-16,0 7-5 0,3 4-15 16,0 4-23-16,6 0-14 0,4-1-5 0,5-3-1 15,5-5-9-15,6-7-28 0,7-10-40 16,8-9-84-16,6-12-157 0,6-8-283 0,8-12-292 16,10-9-270-16,5-9-194 0,8-9 175 0,7-7 552 15</inkml:trace>
  <inkml:trace contextRef="#ctx0" brushRef="#br0" timeOffset="24083.93">17074 3707 88 0,'9'0'371'0,"1"-3"202"0,-1 6 236 0,2 3 48 16,2 2-170-16,4 7-119 0,-1 3-67 15,5 6-52-15,1 5-81 0,0 5-51 0,5 7-39 16,0 5-22-16,1 7-9 0,-1 5-19 0,0 6-29 16,-3 6-48-16,0 3-32 0,-2 5-32 0,-6 5-26 15,1 2-16-15,-6 4-8 0,1 2-7 16,-5 2-12-16,-2 1-1 0,-4-3 4 0,-1-3 1 15,-3 0-1-15,-2-3 0 0,-3-1-1 16,-3-1-5-16,-1-4-8 0,-2 0-3 0,-1-4 0 16,-2-4 0-16,3-6-2 0,-4-3 0 0,2-10 0 15,1-3 0-15,0-11-2 0,4-4-5 0,-3-7-17 16,4-8-44-16,0-5-72 0,0-9-82 0,2-5-154 16,2-5-225-16,-4-9-317 0,7-1-289 15,2-6-199-15,-3-3 28 0,4-3 523 16</inkml:trace>
  <inkml:trace contextRef="#ctx0" brushRef="#br0" timeOffset="25281.98">18041 4826 247 0,'-3'8'997'16,"0"3"476"-16,-3-1-45 0,4 1-250 0,-1-1-464 15,2-1-292-15,-1-2-179 0,2-1-94 0,2 0-55 16,-1-1-36-16,4-3-25 0,3-2-12 16,0-2-6-16,1-5-4 0,4-3-1 0,-2-1-2 15,0-3-2-15,1 1-2 0,0-5 1 0,-4 4 10 16,-1-1 15-16,-2 0 11 0,-2 3 7 15,-1 2 7-15,-4-1 4 0,-1 4-8 0,-2 2-9 16,-4 2-8-16,1 3-7 0,-2 3-6 16,0 3-4-16,-2 2-4 0,3 1-2 0,-2 3-3 15,3-1-2-15,0 2-1 0,2 0-3 0,0 2 0 16,2-4-2-16,1 1 0 0,2-2-1 16,1-2-1-16,0-1 0 0,1-1-1 0,1-3 2 15,1-2-1-15,1-1 1 0,1-1 1 16,2-4 0-16,-3 1 2 0,0 0-1 0,0-1 1 15,1-1-2-15,0 3-1 0,-4-1-9 0,1 3-29 16,-1-1-78-16,-1 0-104 0,-1 4-207 16,-1 0-292-16,1 0-351 0,-4 3-381 0,2-1-173 15,-2 2 326-15,0 0 756 0</inkml:trace>
  <inkml:trace contextRef="#ctx0" brushRef="#br0" timeOffset="29984.06">19861 3091 350 0,'0'0'721'0,"-1"3"322"16,-4-3 86-16,3 0-293 0,1 0-276 15,-1 0-167-15,-1 0-113 0,3 0-94 0,-1 0-55 16,1 4-28-16,0 1-3 0,-2 3 15 0,2 2 2 15,0 4 7-15,-1 3 18 0,-1 4 3 16,0 5 0-16,1 6-17 0,-1 1-13 0,0 5-13 16,-2 4-17-16,0 2-15 0,1 3-24 0,-3 2-12 15,1 1-8-15,1 0-6 0,0-2-9 16,0 1-6-16,2-6-2 0,0-4 1 0,2-4-1 16,2-5-1-16,1-6-5 0,2-3 2 0,1-5-1 15,4-4 0-15,-1-3-1 0,3-4 5 16,1-7 2-16,4-2 1 0,0-7 1 0,0-2 1 15,2-8-1-15,3-2 0 0,-1-7 1 0,3-3-1 16,1-4 2-16,-2-3-1 0,3-2 0 16,-5-1 0-16,1-2-3 0,-2 1 0 0,-2 1 0 15,-3 1-2-15,-4 2 0 0,-1 1-1 0,-2 2 1 16,-5 3-2-16,-2 3-1 0,-2 2 0 16,-2 4 3-16,-3 4-2 0,1 1 4 0,0 4 5 15,-1 2 3-15,-1 4 0 0,2 3 0 0,-1 1 0 16,2 4-7-16,-3 4-3 0,2 4-3 15,0 4-1-15,1 6-1 0,-2 8 2 0,3 2 2 16,-2 6 1-16,2 8 0 0,-1 3 1 0,1 4-3 16,1 3-1-16,-1 2 0 0,2-1-1 15,1-2-2-15,1-2-1 0,4-5 1 0,2-5-1 16,-1-2-1-16,5-5 2 0,-2-7 0 16,3-1 0-16,0-6-24 0,-1-4-56 0,0-3-64 15,-1-4-79-15,-1-4-134 0,-2-5-165 0,-1-4-204 16,2-2-248-16,-4-3-211 0,0-2-88 15,-3-2 257-15,-1-3 415 0</inkml:trace>
  <inkml:trace contextRef="#ctx0" brushRef="#br0" timeOffset="30623.91">20328 3369 186 0,'5'2'420'0,"-1"3"170"0,2 1 155 0,-1 3-95 16,0 2-79-16,0 2-39 0,1 4-20 15,-1 1-34-15,3 3-66 0,0 1-97 16,-4 3-84-16,4 3-64 0,0 2-45 0,-2 0-21 16,2 0-20-16,-3 0-20 0,0-2-19 0,3-1-16 15,-4-5-9-15,1-1-6 0,-2-3-9 0,2-4 4 16,-1-1 34-16,-3-5 33 0,2-2 42 16,-3-1 25-16,2-5 8 0,1-2 1 0,-2-4-32 15,1-3-28-15,-1-3-34 0,3-5-24 0,-3-2-12 16,4-3-8-16,-2-5-2 0,2-2-3 15,3-4-2-15,-4-2 0 0,1 2-1 0,2-3-1 16,-1 5-1-16,-1 2-1 0,-1 3 0 0,-1 5 0 16,-1 3 0-16,1 4 0 0,-1 1-1 15,0 5 0-15,-1 1-4 0,-1 2-4 0,2 2-1 16,-1 1 0-16,1 2-3 0,1 2-24 0,0 0-41 16,1 0-48-16,2 3-41 0,-2 0-48 15,1-1-61-15,2-1-62 0,-3-1-40 0,1 3-35 16,1-3-45-16,1 2-42 0,-3 0-11 15,3 2 53-15,-2 0 90 0,1 1 97 0,-2 1 83 16,1 0 70-16,0 5 51 0,-2-1 40 0,2 3 23 16,3 0 32-16,-4 4 38 0,3 0 46 15,-1 5 57-15,2-1 55 0,1 3 51 0,1 1 23 16,1-2-8-16,2 3-33 0,0-2-39 0,2-2-50 16,1-2-52-16,3-2-37 0,-1-5 8 15,2-4 34-15,0-7 22 0,-2-2 21 0,1-5 11 16,0-6 22-16,-5-2 27 0,1-4 32 15,-5-3 16-15,2-3-3 0,-6 0-14 0,-2-3-26 16,-4 0-50-16,-2 0-56 0,-3-1-43 0,-5 0-26 16,1 0-20-16,-5 0-14 0,-3 2-9 0,0 1-4 15,1 3-4-15,1 1-3 0,0 5 0 16,1 4-1-16,0 5-3 0,-2 4-1 0,3 4 1 16,-2 4-2-16,4 5 1 0,1 3-1 15,-1 1 1-15,5 4-9 0,-1-1-32 0,4 0-62 16,1 0-61-16,1-1-86 0,1-1-150 0,1 0-208 15,1-5-290-15,1-3-225 0,4-1-198 16,-1-3 50-16,5-6 452 0</inkml:trace>
  <inkml:trace contextRef="#ctx0" brushRef="#br0" timeOffset="30933.88">21163 2926 292 0,'4'-19'644'0,"-2"1"298"0,0 2 130 16,-1 5-249-16,4 1-222 0,-5 4-179 0,1 2-119 15,2 3-70-15,-3 2-59 0,4 5-44 0,-1 4-15 16,2 3 15-16,-2 8 28 0,0 1 24 0,0 8 6 16,3 2 1-16,-3 5-16 0,1 4-27 15,-4 6-37-15,1 3-34 0,-1 4-23 0,0 5-20 16,2 0-15-16,-1 3-9 0,-1-1-6 0,2 0-2 15,1-3-2-15,1-2 1 0,0-6 1 0,1-3 2 16,-1-6 3-16,1-4-1 0,0-5-5 16,2-7-19-16,-6-2-45 0,2-8-63 15,-3-3-66-15,-3-6-122 0,0-5-169 0,-3-4-250 16,-3-1-266-16,0-6-213 0,-4-1-116 0,-4-3 283 16,1-3 488-16</inkml:trace>
  <inkml:trace contextRef="#ctx0" brushRef="#br0" timeOffset="31137.98">20868 3384 308 0,'7'0'861'0,"-1"0"319"0,1-2-9 16,2 2-186-16,2-1-419 0,3-1-249 16,4-1-118-16,2 0-53 0,2 0-32 0,5-1-37 15,2-1-27-15,2 1-18 0,1-1-11 0,1 1-11 16,0 0-3-16,2 0-1 0,3 2-5 0,-3 0-26 15,0 2-60-15,-1 2-158 0,-2 0-294 16,-2 4-270-16,-2 0-280 0,-1 2-213 16,-2 2 100-16,-4 1 551 0</inkml:trace>
  <inkml:trace contextRef="#ctx0" brushRef="#br0" timeOffset="31987.95">21499 3764 147 0,'4'7'509'15,"-3"-1"281"-15,1-1 144 0,-1-3-159 16,1-2-241-16,0 0-165 0,0-2-94 0,2-7-33 15,-1 0-13-15,2-4-11 0,-1-3-23 16,4-5-25-16,3-5-38 0,-3-2-26 0,3 0-12 16,2-4-5-16,-2 0 5 0,0 1 21 0,2 1 30 15,-4 1 19-15,-1 5 4 0,1 5 0 0,-2 1-15 16,-2 4-27-16,0 5-34 0,-4-1-30 16,2 3-19-16,2 1-20 0,-5 5-13 0,1 2-5 15,-1 4-5-15,2 4-1 0,-2 7 1 0,1 0 1 16,-1 6 1-16,0 3-1 0,2 3 1 15,-2 0 0-15,0 3-1 0,2 0 1 0,-1-1-2 16,-1-2 0-16,4-2 1 0,-3-3 1 16,1-1-4-16,3-4 2 0,-4-5 0 0,6-3 2 15,-1-2-1-15,2-5 0 0,0-6 3 0,2-5 2 16,2-3 1-16,0-7 2 0,6-4 0 16,-4-4-1-16,3-3 0 0,-1-3-1 0,0 2-2 15,-2-1-2-15,0 1 0 0,-2 3 2 16,-2 2-3-16,-3 5 1 0,-1 4-2 0,-1 2 2 15,-2 6-3-15,0 2 0 0,-3 3 1 0,0 6 1 16,0 3-2-16,-3 5 1 0,0 4 0 16,-2 3 0-16,2 4 0 0,-2 4-4 0,2 1 1 15,0 2-2-15,-2 2-1 0,2 0 2 0,2 1-3 16,1 0 2-16,0-2 1 0,1-2 1 16,2-2-1-16,3-2-1 0,2-5-25 0,0-1-59 15,6-6-59-15,-2-3-78 0,2-5-139 0,3-8-200 16,2-3-299-16,-1-4-233 0,2-6-200 15,-1-2 2-15,0-4 423 0,0-3 475 0</inkml:trace>
  <inkml:trace contextRef="#ctx0" brushRef="#br0" timeOffset="32307.93">22178 3554 168 0,'1'3'448'16,"-1"3"216"-16,0 2 133 0,0 5-163 16,0 3-172-16,-1 0-106 0,1 4-70 0,1 1-37 15,-1-1-31-15,4 4-44 0,-1-4-46 16,3 0-44-16,-2-1-33 0,1-3-24 0,2-2-13 15,1-3-3-15,1-3-2 0,-1-6-5 0,2-2 2 16,-1-4 5-16,0-5 5 0,-1-5 28 0,0-3 37 16,2 0 30-16,-2-4 17 0,-4-4 11 15,1 3 4-15,-2-3-16 0,-3 2-24 0,-1-2-22 16,-2 0-17-16,-2 0-13 0,-2 0-6 16,-1 1 18-16,-1 0 32 0,0 4 44 0,-1 4 16 15,-2 2 0-15,0 4-3 0,-2 4-33 0,1 4-37 16,-1 5-42-16,-2 6-22 0,4 2-12 15,-2 4-7-15,1 2-4 0,0 3-2 0,5 1 0 16,0 3 0-16,2 2-2 0,2-1-5 16,-1-1-29-16,3 2-45 0,2-2-42 0,0-3-52 15,3-2-97-15,3-2-141 0,-1-2-169 0,3-5-244 16,0-1-237-16,5-4-159 0,-2-4 132 0,2-2 415 16</inkml:trace>
  <inkml:trace contextRef="#ctx0" brushRef="#br0" timeOffset="32565.87">22600 3346 330 0,'-4'-2'877'0,"1"2"332"0,-4 1-4 16,-1 3-278-16,0 4-346 0,1 1-254 0,-2 2-140 15,4 6-70-15,0-2-26 0,4 5-7 0,1 1 15 16,1 0 9-16,4 6-1 0,0 0-3 15,3 2-14-15,-4 3-17 0,4-1-27 0,-3 4-23 16,3-2-5-16,-2 2-8 0,1-4 2 16,-1 0 1-16,-1 0-5 0,-3-3-2 0,-1-2-47 15,-2-4-45-15,-3-2-67 0,-2-6-135 0,-2-5-168 16,-3-5-276-16,1-6-255 0,-1-5-222 16,-3-5-58-16,1-7 358 0,-4-3 449 0</inkml:trace>
  <inkml:trace contextRef="#ctx0" brushRef="#br0" timeOffset="32748.2">22418 3019 296 0,'8'-9'980'0,"-2"1"396"0,-1 2-67 16,-2 4-227-16,-2 0-502 0,3 2-272 0,-4 2-155 16,1 2-77-16,1 2-38 0,0 3-23 0,-1 4-3 15,6 0-2-15,-3 2-2 0,6 2-6 0,-1 3-29 16,4 4-51-16,-1 3-162 0,3 2-300 15,0 2-277-15,-2 4-297 0,4 2-228 0,1 1 69 16,-1 1 587-16</inkml:trace>
  <inkml:trace contextRef="#ctx0" brushRef="#br0" timeOffset="32945.18">23044 3510 256 0,'-1'3'1213'15,"-6"1"507"-15,2 4-197 0,-3 1-359 0,-2 3-449 16,0 6-326-16,0 0-202 0,1 2-89 16,3 6-44-16,-1 0-20 0,2 4-16 0,2 1-5 0,3 0-4 15,0 2-12-15,3 1-65 0,-1-1-79 16,1-1-167-16,0-3-277 0,1-2-323 0,2-4-384 16,-1-5-276-16,1-5 60 0,-1-5 720 15</inkml:trace>
  <inkml:trace contextRef="#ctx0" brushRef="#br0" timeOffset="33112.8">23104 3211 311 0,'-8'-27'1147'0,"-1"5"451"16,-4 5-150-16,0 5-312 0,-1 3-488 16,2 5-279-16,0 3-185 0,2 2-97 0,2 2-49 15,1 3-35-15,5 1-73 0,2 2-86 0,5 0-170 16,2 1-281-16,2 2-306 0,5 0-343 15,-1-1-212-15,4 3 124 0,-1 0 649 0</inkml:trace>
  <inkml:trace contextRef="#ctx0" brushRef="#br0" timeOffset="33987.79">23762 3492 181 0,'-5'7'353'0,"2"1"141"16,0 1 82-16,1 2-168 0,1 3-48 0,1 4 17 15,0 2 49-15,1 5 47 0,3 5 5 0,0 4-22 16,4 5-76-16,-2 0-77 0,1 8-72 16,-1 1-64-16,3 2-48 0,-2 2-34 0,-2 1-18 15,3-1-12-15,-4-1-12 0,2-4-9 16,1-1-3-16,-2-6-8 0,-1-4-11 0,0-3 37 16,-1-6 32-16,0-5 38 0,-1-5 34 0,0 0 20 15,-2-5 4-15,0-3-33 0,-2-3-30 0,-2-3-33 16,0-3-30-16,-1-3-23 0,-2-4-11 15,1-5-8-15,-2-4-5 0,0-7-2 16,4-2-1-16,-3-11-2 0,2-2 0 0,1-9-2 16,2-3-1-16,2-8-3 0,2 0 1 0,4-4 2 15,0 0 0-15,4-1 3 0,2 4 1 0,1 2 3 16,2 3 0-16,-1 4-1 0,2 5-2 16,-1 4-1-16,0 6-3 0,0 4 0 0,-2 3-2 15,-1 8-2-15,-2 1 1 0,-2 5 0 16,1 2 2-16,-1 4 1 0,-3 3 2 0,2 2 0 15,-3 5 2-15,2 0 2 0,-3 5-1 0,-1 0 0 16,-2 5 3-16,0 2 0 0,0 1-1 16,-2 3 1-16,1 3-1 0,-2 1-1 0,0 5-3 15,0-1-1-15,0 5 0 0,-1-1-3 0,3 3 2 16,-2 2 0-16,1-1 1 0,0-1 0 16,2 1 3-16,0-1 1 0,2-2-2 0,0-3-15 15,-1-3-55-15,2-2-64 0,2-5-100 0,-2-3-159 16,2-4-244-16,-2-7-323 0,2-4-262 15,0-4-182-15,1-7 155 0,0 0 528 0</inkml:trace>
  <inkml:trace contextRef="#ctx0" brushRef="#br0" timeOffset="34280.04">24176 3782 203 0,'11'2'357'16,"2"4"136"-16,-4 0 31 0,3 2-156 0,-2 1-46 15,2-1-49-15,2 3-30 0,-2-2-26 16,1 1-38-16,4-4 14 0,1 0-4 0,-1-4 29 15,4-2 51-15,-4-2 37 0,2-7 20 0,0-1-24 16,-3-3-41-16,0-4-39 0,-5-1-14 16,-2-2 19-16,1-4 23 0,-7 4 2 0,-3-3-14 15,-5 1-27-15,-4-1-42 0,-4 1-53 0,-4 1-51 16,-2 1-29-16,-3 1-17 0,0 4-9 16,-2 0-6-16,1 4-4 0,0 5-1 0,-1 3-5 15,5 5-2-15,-1 3-1 0,1 7 2 0,3 1 0 16,0 3-1-16,3 4-1 0,4-1-10 15,1 4-29-15,3-2-54 0,4 1-52 0,1 0-60 16,1-3-98-16,3-2-128 0,0-1-135 0,5-4-183 16,0-1-232-16,0-1-179 0,3-6 47 15,0-1 316-15,3-6 374 0</inkml:trace>
  <inkml:trace contextRef="#ctx0" brushRef="#br0" timeOffset="34536.31">24464 3567 64 0,'16'-13'299'0,"-5"3"154"0,1 0 149 16,-1 1-45-16,-1 1-152 0,2 1-34 16,0-1-1-16,-3 1 22 0,4 2 15 0,0 1-8 15,-3 0-35-15,2 1-58 0,-3 2-52 0,4 1-53 16,-4 1-43-16,-1 4-32 0,0 1 9 16,1 3 12-16,-4 2 16 0,0 2 8 0,-2 2 2 15,-3 4-13-15,-1 3-32 0,-3 1-35 0,0 4-28 16,-3 1-23-16,-2 3-18 0,3-1-13 15,-2-2-6-15,1 2-3 0,4-7-2 0,1-2-15 16,2-3-55-16,4-4-59 0,-3-5-90 16,6-7-153-16,1-4-235 0,0-6-313 0,1-4-246 15,4-4-187-15,-4-4 120 0,5-1 511 0</inkml:trace>
  <inkml:trace contextRef="#ctx0" brushRef="#br0" timeOffset="34967.97">24843 3529 204 0,'3'-2'720'0,"-3"6"399"15,-3 0 97-15,2 7-215 0,-7 2-335 0,2 2-240 16,-1 6-153-16,1 1-87 0,-1 6-59 16,1-2-35-16,3 1-24 0,2-1-25 0,1 1-24 15,1-2-8-15,2-3-2 0,3-3-2 0,2-4-6 16,2-1-4-16,1-7 2 0,3-3-3 0,1-4-16 16,0-6-23-16,1-5-18 0,3-3-11 15,-2-2-11-15,-1-2-15 0,0-3 2 0,-2 0 12 16,0-3 14-16,-2 0 10 0,-3 1 9 15,2 1 13-15,-1 1 15 0,-4 1 14 0,-1 4 8 16,0 0 16-16,-1 3 16 0,-2 3 14 0,-1 2 11 16,-1 3 3-16,0 3 2 0,0 2-14 15,0 5-13-15,-1 1-11 0,-1 2-9 0,-1 4-3 16,2 4 2-16,1 3 10 0,0 1 9 16,0 3 16-16,0 4 22 0,-2 2 15 0,1 1 6 15,1 2 0-15,0 5-3 0,-2-1-13 0,0 4-15 16,-1 2 6-16,0 0 6 0,0 3-6 15,-4 0-2-15,0 0-2 0,-3-2-5 0,-1 1-19 16,-2-4-15-16,1-4-6 0,-6-1-6 0,2-3-3 16,-2-4-1-16,-2-5-2 0,1-2 2 15,-2-5 1-15,1-4-5 0,1-5-6 0,3-3-12 16,1-6-24-16,3-4-40 0,2-3-44 0,5-3-36 16,3-2-53-16,6-7-108 0,0 0-142 15,4-2-258-15,3-4-236 0,4 0-228 0,3-3-76 16,3-3 328-16,1 1 473 0</inkml:trace>
  <inkml:trace contextRef="#ctx0" brushRef="#br0" timeOffset="35197.81">25484 3486 163 0,'3'-15'830'15,"-3"4"580"-15,-6 3 96 0,-1 4-222 0,-2 2-449 16,-4 6-337-16,2 0-172 0,-2 4-123 0,-1 3-79 15,1 4-52-15,-1 2-31 0,2 3-19 16,2 3-11-16,1 3-7 0,2 2-2 0,3 4-2 16,-1-2-1-16,5 2 0 0,0 1 1 15,1-3-6-15,3-3-28 0,2-2-66 0,0-4-68 16,3-2-124-16,0-6-186 0,-1-1-310 0,2-6-317 16,0-3-221-16,1-4-102 0,2-4 368 0,-1-4 565 15</inkml:trace>
  <inkml:trace contextRef="#ctx0" brushRef="#br0" timeOffset="35599.48">25770 3610 249 0,'5'18'732'15,"-4"3"356"-15,1 1 89 0,-1 3-239 0,-1 5-269 16,0 1-168-16,2 4-98 0,-2 2-57 15,0 4-50-15,-2 5-30 0,-1 2-47 0,2 3-59 16,-6 5-51-16,0 1-30 0,-3 0-19 0,-1 3-18 16,-2-2-12-16,-3 0-8 0,1-2-4 15,-1-3-4-15,-5-6-5 0,5-3-1 0,-4-7-3 16,-1-3-3-16,4-9-1 0,-2-6-5 16,1-9-14-16,0-4-43 0,0-8-74 0,1-6-88 15,0-8-166-15,4-5-252 0,-1-7-325 0,2-7-300 16,1-11-180-16,2-6 115 0,-1-15 588 15</inkml:trace>
  <inkml:trace contextRef="#ctx0" brushRef="#br0" timeOffset="35777.41">25776 3002 595 0,'15'-19'1315'16,"-5"6"256"-16,-5 4-208 0,-3 7-363 0,-4 4-422 0,-3 6-215 15,-1 2-157-15,-3 5-79 0,1 1-43 16,0 3-31-16,-1 4-23 0,2 0-15 15,6 0-6-15,-1 3-6 0,4 2-7 0,2 2-52 16,2-2-78-16,1 3-162 0,1 1-275 0,1 2-308 16,4 1-382-16,-4-2-304 0,4 1 37 15,1-1 700-15</inkml:trace>
  <inkml:trace contextRef="#ctx0" brushRef="#br0" timeOffset="35950.83">26191 3696 73 0,'0'18'778'16,"-4"2"661"-16,0-2 81 0,-3 3-257 16,1 4-410-16,-3-2-375 0,1 2-220 0,1 2-129 15,1-2-60-15,-1 3-38 0,1-3-46 0,3-1-72 16,0-5-114-16,1-2-196 0,2-2-293 16,0-6-317-16,0-3-314 0,0-6-148 0,4-5 330 15,-3-5 629-15</inkml:trace>
  <inkml:trace contextRef="#ctx0" brushRef="#br0" timeOffset="36105.99">26325 3151 437 0,'-7'-19'962'16,"-3"6"261"-16,-2 1-59 0,-2 6-285 16,2 1-400-16,-1 5-238 0,-1 2-123 0,2 3-102 15,2 1-137-15,2 2-173 0,1 2-305 0,2-1-267 16,5 3-249-16,0 2-73 0,4 0 307 15,-1-1 449-15</inkml:trace>
  <inkml:trace contextRef="#ctx0" brushRef="#br0" timeOffset="44824.94">19494 4581 107 0,'0'3'330'16,"0"-1"155"-16,-1 0 116 0,1 0-130 16,-2-1-187-16,2-1-91 0,0 0-31 0,-1 1-12 15,1-1-18-15,0 0-16 0,0 2-22 0,0-2-24 16,0 2-30-16,1-2-18 0,-1 0-12 15,2 1-3-15,-1-1 29 0,1 1 26 0,1 2 23 16,2-2 56-16,0 1 40 0,1 3 36 16,-1-5 10-16,1 2 10 0,2 1 6 0,1 0-27 15,-1 0-26-15,2-1-22 0,0-1-33 0,2 0-35 16,-1 3-28-16,2-3-25 0,-1 0-13 0,4 1-10 16,-2 0-9-16,4-1 0 0,-2-1-1 15,2 0-3-15,0 0-4 0,3-1-3 0,-3-1 3 16,3-1-3-16,1 0 0 0,2-1 8 15,-2 0 9-15,0 0 1 0,2-1 1 0,-1 0 1 16,0 2 1-16,1-2-6 0,-2 1-7 0,1 2-2 16,-3 0-5-16,1-1-1 0,1 2-1 0,-1-1-3 15,1 1 3-15,0 1-2 0,0 0 4 0,1 0 1 16,-1 0-2-16,1 0 1 0,1 0-1 16,-1 1-3-16,0-1-1 0,2 2-3 0,-1-1-1 15,0 0 4-15,1 1-4 0,2-2 1 16,0 2 1-16,1-1 0 0,-1-1 0 0,1 1-3 15,1 1 1-15,-2 0 0 0,2-1-1 16,-2 3 5-16,-1-3 2 0,1 1-2 0,2 3 5 16,-6-3 1-16,4 1 4 0,-3 1-4 0,1 1-2 15,0 1 3-15,1 0 2 0,0 0-7 0,-1 1 4 16,0 1-3-16,2-1 3 0,-1 1-6 16,1-1 0-16,2 1 4 0,-3 1-3 0,1-3 2 15,1 0-1-15,0 0 0 0,-1-2 0 0,0 2-2 16,0-1 0-16,-1-1-1 0,1 0 0 15,-2 0 0-15,1-2 1 0,-1 2 0 0,0-2-5 16,1 1 5-16,-1-2-4 0,-1 0 2 16,1-1-2-16,-1 0-2 0,1 0 7 0,-1 0 1 15,0 0 3-15,-1-1 0 0,3 1 2 0,-1-1-2 16,2 1 2-16,-3 0-6 0,1-3-2 16,2 3-4-16,-1 0 2 0,1-1 3 0,2 1 0 15,-3-1 4-15,1 1 2 0,1-2 5 16,0 0 15-16,1 2 10 0,-3-1 0 0,1 0 5 15,2-1 0-15,-3 2-3 0,1-2-15 0,0 1-7 16,-1 0-8-16,1-1-4 0,-2 2-2 16,2-1 3-16,-1-2-4 0,1 0-7 0,-3 1 7 15,3-1 1-15,0 0-1 0,0-1-3 16,0 0 8-16,1-2 4 0,0 0-6 0,-1-1 3 16,3 1-1-16,0-1 0 0,-1 1-7 0,2 0-2 15,-1 1 6-15,-1 1-3 0,6-2 0 0,-5 3-1 16,0-2 3-16,0 1 3 0,-1 1-7 15,1 0 1-15,-2 0 1 0,1 0-1 16,1 0-3-16,-2 0-3 0,0 0 5 0,1 0 1 16,-1 0 1-16,1 1 1 0,-3 2-1 0,3-2 0 15,-2 2-2-15,-2 0 5 0,2 0-3 0,0 2-1 16,-2-2 4-16,4 2-2 0,-4 1 0 16,2 1-4-16,-2 0 2 0,2 0 4 0,2 0-2 15,-1 1 1-15,-1-1 1 0,1-1 2 16,1 2-2-16,-1-2-1 0,1 0 2 0,-4 0 1 15,4-2-4-15,-2-1 0 0,-1 0 1 16,0-1-1-16,0-1-2 0,1 1-2 0,-2-2 2 16,1 0 2-16,-1-1-5 0,0 2 3 0,-1-1 1 15,0 1-1-15,-2 1-4 0,0 0 3 0,0 1 3 16,-1 0 3-16,-1 1-1 0,2 0 2 16,-2 1 3-16,2-1-3 0,-4 2-4 0,3 2-4 15,0-2 1-15,-1 1 0 0,-1-1 0 0,3 1 2 16,-3 1 3-16,2 0-2 0,1-3 7 15,-2 2 3-15,1 1-5 0,1-3 1 0,0 3 0 16,-1-2-2-16,3 0-6 0,-2 0-2 0,0 0-1 16,-1 0 2-16,1 0 4 0,-2 0-2 15,-1 0 5-15,0 1-3 0,2 1 4 0,-4-1-6 16,2 1-3-16,0-1 27 0,0 1 19 16,0-1 14-16,-1 0 7 0,0-1 4 0,0-1 2 15,1-1-21-15,0 2-19 0,0-3-10 0,1 0-11 16,1-3-5-16,-4 2 0 0,5 0-3 0,-1 0 4 15,0-2-4-15,1 2 2 0,1 0 3 16,-2 1-1-16,3 0 0 0,-2 0-3 16,0 1 0-16,-1 0 2 0,2 2-3 0,1-1 1 15,-3 2-2-15,2-2 3 0,2 0 2 0,1-2 3 16,-1 3-1-16,2-2 0 0,-2-1 2 0,1 0-1 16,0 0-3-16,0 0-2 0,-1-1 14 15,0-2 13-15,-1 1 2 0,1 2 7 0,-1-5 2 16,-1 3-1-16,0-2-13 0,1 2-11 15,-2-3-5-15,0 2-3 0,-1-1-4 0,0 1 2 16,0 0-1-16,-2-2-1 0,2 2-1 0,-3 0 0 16,2 0-2-16,-2 0 0 0,2 1 2 15,-2 0 0-15,0-1 0 0,-1 2 1 0,0-1 0 16,0 0-2-16,-2 2 0 0,0-1 1 16,0 1-1-16,0 0 0 0,-1 0 2 0,-2 0 0 15,1 1-2-15,0-1 2 0,-2 2 1 0,1 0-1 16,-2-1 0-16,0-1 0 0,2 1 0 0,-2 1 0 15,-1 0-1-15,2-2 1 0,-1 1 0 16,-1-1 1-16,0-1 0 0,3-1-1 16,-4 2 1-16,2-3-1 0,-2 2-1 0,2-1 1 15,0-1 0-15,-1 2-1 0,-3-3 1 0,2 3 0 16,-1-1 2-16,0 1-2 0,0-2 0 0,-3 3 0 16,1-2-1-16,2 2 0 0,-1 0-1 15,-3 0 0-15,2 0 2 0,-2 0-3 0,0 0 1 16,0 0-1-16,2 0 0 0,-2 0 1 15,2 0-1-15,-1 0 0 0,0 0 0 0,-1 0-1 16,2 0 0-16,-2 0-1 0,0 0 0 0,2 0 0 16,-1-2 2-16,-2 2 1 0,-1 0-3 15,1-3-14-15,-4 3-43 0,-1-1-71 0,-3 1-74 16,-2 0-142-16,-1 1-189 0,-5 2-317 16,-1 1-282-16,-2 2-201 0,-2 1-50 0,-2 1 429 15,-2 1 511-15</inkml:trace>
  <inkml:trace contextRef="#ctx0" brushRef="#br0" timeOffset="48406.35">19814 5410 101 0,'2'-7'318'16,"-2"-1"161"-16,-2 2 154 0,2-1-103 0,-2-1-99 15,2 4-19-15,-3-2 20 0,3 1 18 16,-1 0-3-16,1 2-41 0,-4-1-52 0,4 3-65 16,-1-3-53-16,-1 4-40 0,2-1-16 0,0 1-1 15,0 0-3-15,-1 0-15 0,1 0-26 16,-2 1-26-16,0 3-35 0,1 1-33 0,-1 0-18 16,2 6-11-16,-1 4-1 0,2 3-2 15,-1 5 16-15,5 7 10 0,-2 2 3 0,4 6 3 16,-3 4 2-16,4 4 1 0,-2 4-13 0,-1 4-8 15,0 1-5-15,2-1-4 0,-3 0-4 0,1-3-3 16,-1-2-1-16,1-10-3 0,-2-1-1 16,2-7 1-16,-1-6-2 0,0-4-3 0,2-6 2 15,1-5 4-15,-3-6 1 0,3-6 0 0,1-9 5 16,1-5 0-16,2-7-2 0,2-8-2 16,-2-5 0-16,2-5-2 0,1-4-3 0,0-4 1 15,0 1 1-15,1-2-3 0,-1 1 0 16,-2-1 0-16,1 1 0 0,0 5-3 0,-4 4 0 15,-1 1 2-15,-2 5 4 0,-1 5-1 0,-2 5 1 16,-1 4 0-16,-4 4 1 0,-1 4-1 16,-2 4-2-16,-1 6 1 0,0 4-3 0,-4 6 3 15,2 4-1-15,-1 7 0 0,-1 1 0 0,1 8-1 16,-2 4 2-16,5 4-2 0,-2 4 1 16,1 4-1-16,0 2 1 0,2 2 2 0,2 2-1 15,-1-2-1-15,4-2-1 0,0-2 0 0,5-6-1 16,0-4-2-16,4-5 3 0,2-4 0 15,1-6-4-15,2-5-29 0,-1-5-57 0,2-5-59 16,-2-6-81-16,2-3-137 0,-3-6-182 16,2-2-270-16,-5-2-233 0,-1-4-209 0,0-1-19 15,0-1 369-15,-3-2 455 0</inkml:trace>
  <inkml:trace contextRef="#ctx0" brushRef="#br0" timeOffset="48757.91">20193 5688 49 0,'3'-2'322'0,"2"2"158"0,0 2 183 16,0 2 31-16,1 4-136 0,3 3-67 0,-1 3-15 16,2 3 21-16,2 2-59 0,0 4-72 15,2 2-69-15,-1 4-68 0,-1 0-58 0,2 3-45 16,-2 0-29-16,0 1-12 0,-1-2-20 16,-1-1-15-16,1-1-16 0,-3-5-11 0,-2-4-5 15,0 0-9-15,-1-6 30 0,0-2 45 0,-2-3 45 16,0-3 21-16,-1-5 4 0,-1-5-4 0,-1-7-29 15,3-4-37-15,-1-6-35 0,0-4-21 16,-1-5-10-16,-1-3-4 0,0-3-5 0,0-3-2 16,-1 2-4-16,-1-3 1 0,0 3-3 15,-1 1 0-15,3 4 1 0,-1 4 0 0,-1 3-1 16,0 6-3-16,2 5 1 0,0 3-3 0,0 3-2 16,2 1-2-16,0 5 2 0,-1 2 0 15,4 3 1-15,0 3 1 0,0 2-4 0,1 1-24 16,2 3-47-16,-2 0-56 0,1 1-59 15,2-1-117-15,-1 2-163 0,-2 0-255 0,2-4-248 16,3 2-223-16,-1-2-137 0,-1-3 265 0,3 1 496 16</inkml:trace>
  <inkml:trace contextRef="#ctx0" brushRef="#br0" timeOffset="49052.04">20726 5828 140 0,'8'11'481'0,"1"4"268"0,-4 2 208 16,3-2-72-16,-1 4-224 0,-3-1-182 15,6-3-120-15,-4 1-72 0,2-2-79 0,0-3-76 16,1-2-56-16,-1-4-24 0,4-3-7 16,-3-2-3-16,0-6-4 0,3-3 2 0,-3-4 3 15,0-2 6-15,-1-5 23 0,-1 1 37 0,-1-2 53 16,-5 0 42-16,-1-2 11 0,-1 3-14 0,-7-2-29 16,-1 1-40-16,-4 2-44 0,-3 0-41 15,0-1-23-15,-3 0-11 0,-1 5-5 0,1 2-4 16,0 4-4-16,-2 0-1 0,5 9-3 15,-1 0 0-15,1 9-1 0,1 1-2 0,3 5 3 16,0 3 1-16,2 3-1 0,2 4-20 0,2-2-45 16,3 1-54-16,-2 2-55 0,5-5-106 15,3-1-153-15,0-3-211 0,4-3-251 0,-1-4-229 16,4-4-169-16,2-6 162 0,1-6 455 16</inkml:trace>
  <inkml:trace contextRef="#ctx0" brushRef="#br0" timeOffset="49304.43">21028 5323 94 0,'3'-24'628'0,"-1"3"463"15,-2 6 163-15,-2 2-103 0,-1 4-421 0,0 3-285 16,0 5-187-16,-2 2-106 0,2 5-60 0,2 4-23 16,-1 5-15-16,2 5-4 0,2 4 31 15,-1 2 13-15,2 6 5 0,3 4-8 0,-1 5-7 16,-2 2-4-16,2 5-31 0,0 2-13 15,0 4-14-15,1-1-4 0,-2 3-10 0,1-3-8 16,0-2-5-16,2-3 3 0,2-3 1 0,-5-5-6 16,3-4-17-16,-2-3-43 0,0-6-38 0,-4-3-75 15,-1-6-152-15,-1-3-221 0,-6-6-284 16,2-3-240-16,-3-4-212 0,-2-7 54 0,-2-2 485 16</inkml:trace>
  <inkml:trace contextRef="#ctx0" brushRef="#br0" timeOffset="49500.57">20772 5635 177 0,'0'-6'769'15,"5"2"405"-15,-5 1 47 0,1 1-155 0,4 0-434 16,1 1-301-16,3 1-150 0,1 0-70 0,3-1-37 16,4 1-19-16,3-2-14 0,2 1-14 15,3-2-11-15,5-2-5 0,1 3-3 0,6-3-10 16,-1 0-37-16,2 1-117 0,3 1-194 15,-3 1-286-15,-1-1-275 0,-1 3-261 0,-3 3-105 16,-3-1 350-16,-3 7 517 0</inkml:trace>
  <inkml:trace contextRef="#ctx0" brushRef="#br0" timeOffset="50271.88">21288 6078 5 0,'0'1'377'0,"1"1"310"0,-1-4 221 0,0 1 37 16,2-2-293-16,-1-4-190 0,4 0-117 16,-1-5-58-16,3-3-25 0,1-6-15 0,2-3-37 15,0-4-49-15,3-5-41 0,3-3-33 0,-2-2-27 16,0-1 3-16,1 2 0 0,-1 1 30 15,-5 5 26-15,1 5 35 0,-4 2 24 0,2 7-6 16,-3 4-13-16,-4 2-35 0,3 4-29 16,-4 5-35-16,0 5-27 0,0 6-17 0,-2 6-7 15,0 6-3-15,2 4-2 0,-1 4-2 0,1 3-3 16,1 1-2-16,1 3-3 0,0 0 0 16,1-2 2-16,2-1-1 0,-1 0 2 0,1-4 1 15,-1-2 0-15,3-6-1 0,-1-1-3 0,-1-6 3 16,4-5 3-16,-1-3 3 0,0-6 1 15,2-6 4-15,4-5 0 0,-3-8-2 0,5-5 0 16,-2-6-4-16,2-2-1 0,-2-2 1 16,0-2-1-16,-1 0 2 0,-2 3-2 0,-2 2 2 15,0 4 1-15,-5 4 3 0,0 5 0 0,-3 2 0 16,1 4-1-16,-2 4-2 0,-2 6-6 0,1 3-4 16,-3 5-1-16,1 4-2 0,2 6 4 15,-3 4 0-15,1 6 3 0,1-1 2 0,1 4 0 16,1 3 0-16,1 2-5 0,1-4-10 15,1 1-44-15,1-1-61 0,2-3-55 0,0-5-107 16,4 0-158-16,-1-6-229 0,1-5-266 0,2-4-220 16,3-4-162-16,0-6 188 0,0-6 472 15</inkml:trace>
  <inkml:trace contextRef="#ctx0" brushRef="#br0" timeOffset="50565.79">21950 5859 332 0,'6'-2'686'0,"-3"2"265"16,1 4 90-16,-3 4-267 0,3 1-248 15,-1 2-176-15,3 1-107 0,-2 1-69 0,1-1-55 16,2 2-45-16,1-2-36 0,1 0-21 16,-1-4-10-16,2 2-1 0,0-4-1 0,-2-3-2 15,4-2 4-15,-3-4 3 0,-1-1 5 0,0-3-1 16,-2-4 0-16,-3 0 15 0,3-4 17 16,-6 2 11-16,0-2 26 0,-2-1 36 0,-5 0 31 15,1 1 0-15,-4-1-10 0,-2 1-13 16,-4-2-21-16,-1 1-34 0,-3-1-29 0,1 0-17 15,-1 4-7-15,2 0-7 0,1 2-3 0,1 5-4 16,1 3-7-16,0 3-3 0,1 6-8 0,3 2 0 16,0 7-5-16,0 1-15 0,5 3-30 15,-1 4-28-15,2-2-53 0,1 0-113 0,2 1-146 16,2 0-207-16,2-3-256 0,2 1-247 16,3-4-116-16,2-2 231 0,1-6 425 0</inkml:trace>
  <inkml:trace contextRef="#ctx0" brushRef="#br0" timeOffset="50791.3">22359 5595 121 0,'2'-11'762'0,"-4"4"534"0,-4 2 101 16,0 4-172-16,-4 2-401 0,-1 4-342 0,3 2-178 15,-3 4-110-15,3 1-63 0,0 3-47 0,2 3-34 16,0 1-23-16,3 4-12 0,0 2-7 15,3 2-3-15,0 3 1 0,0 3-4 0,0 2 0 16,0 0-7-16,0 1-39 0,0-3-61 0,0 1-67 16,-4-7-144-16,1-3-203 0,-2-3-313 15,0-6-271-15,-2-4-200 0,1-3-16 0,-2-8 463 16</inkml:trace>
  <inkml:trace contextRef="#ctx0" brushRef="#br0" timeOffset="50976.32">22208 5359 249 0,'6'-11'878'0,"-3"9"377"0,-3 2-16 0,0 5-157 15,0 3-438-15,0 6-274 0,0 4-134 0,0 2-66 16,0 5-31-16,5 5-32 0,-4 0-43 0,4 3-30 16,2 1-17-16,-1 1-18 0,5-1-57 15,-3-1-143-15,3-1-267 0,-1-4-275 0,2 0-304 16,-2-6-314-16,-1-1-72 0,-1-3 530 15</inkml:trace>
  <inkml:trace contextRef="#ctx0" brushRef="#br0" timeOffset="51461.87">22614 5740 61 0,'-3'-4'673'0,"1"2"536"16,-2-1 129-16,0 6-166 0,3-1-367 16,-1 7-373-16,0 0-192 0,2 1-104 0,2 4-46 15,0 2-31-15,-1 1-16 0,4 4-20 0,-2 0-9 16,1 3-13-16,0 2-35 0,1 0-45 16,-1 4-129-16,-2-3-202 0,0 0-293 0,-2 0-291 15,0-3-246-15,0-4-84 0,0-6 413 0,0-3 524 16</inkml:trace>
  <inkml:trace contextRef="#ctx0" brushRef="#br0" timeOffset="51645.88">22598 5276 438 0,'-5'-16'1108'15,"-4"4"305"-15,3 5-127 0,-4 2-273 16,2 4-485-16,1 1-246 0,-2 4-144 0,5 2-74 15,0 3-34-15,4 2-42 0,2 0-65 0,1-1-159 16,5 5-253-16,0-3-277 0,3 1-305 16,0 2-261-16,3 0 6 0,-1 1 553 0</inkml:trace>
  <inkml:trace contextRef="#ctx0" brushRef="#br0" timeOffset="52641.54">23621 5682 16 0,'-3'-12'483'0,"0"1"459"16,-4 2 262-16,1 1-36 0,0 2-357 16,0 4-318-16,-1 2-196 0,1 4-120 0,-3 6-67 15,4 6-31-15,-2 5-13 0,2 5-7 0,2 6-1 16,-1 4-6-16,2 5-8 0,2 0-12 16,0 3-13-16,5-2-5 0,-1-3-8 0,1-3-1 15,3-5 0-15,5-5-5 0,0-7 3 0,-1-2-4 16,6-8 2-16,-2-4-1 0,1-6 3 15,2-9 2-15,-3-6 2 0,2-4 4 0,-1-7 1 16,0-3 4-16,-3-3-2 0,2 0 0 16,-3-4-1-16,-4-1-7 0,-1 2-2 0,-3-1-3 15,-4 4 0-15,-1 0-3 0,-1 1 3 0,-4 3 3 16,0 1 4-16,-1 6 0 0,0 2-1 16,-1 5 4-16,1 2-3 0,-1 5-2 0,0 7-9 15,0 2-2-15,1 10-4 0,1 4-4 0,-1 6 0 16,-2 7 0-16,3 4 9 0,2 5 4 15,-2 4-1-15,0 2 3 0,2 4 7 0,2 3 13 16,-4-1 6-16,4 3 1 0,-3 3 7 0,1 1-6 16,2 1 0-16,-3 2-9 0,3-1-10 15,-2 0-3-15,-2-1-2 0,0-2 2 0,-3-3-5 16,-1-4-3-16,1-3 2 0,-5-5 3 16,4-5-2-16,-3-5 4 0,-1-5 6 0,1-8 3 15,-2-5-1-15,1-6-4 0,2-6-4 0,-3-6 0 16,5-4-7-16,1-4-7 0,0-3 1 15,7-7-1-15,-1 1-1 0,5-5-4 0,5 0 2 16,1-3 4-16,3-1-2 0,6-1 1 16,3-1 5-16,1-4 0 0,7 1-1 0,1-4-1 15,3-1 3-15,0-1-1 0,5-1-3 0,-4-1 5 16,3 2 3-16,-1-4 2 0,-1 2 2 0,-1-2-5 16,-1 4 0-16,-2-2 0 0,-4 2 1 0,-2 0-2 15,-3 4 5-15,-2 2 28 0,-6 1 34 16,-1 3 23-16,-7 2 15 0,-2 0 14 0,-4 4 1 15,-4-1-15-15,-4 3-22 0,-2 3-15 16,-4 2-10-16,1 2-10 0,-4 4-8 0,1 5-8 16,-3 3-6-16,2 6-8 0,0 6-8 0,-1 3-4 15,1 6-4-15,1 6-1 0,2 3-1 16,2 6 0-16,2 5-1 0,3 4 0 0,2 3-1 16,2 1-2-16,2 4 0 0,-1 1 0 15,4-1 0-15,1-2 1 0,2-2 0 0,1-1 1 16,5-6-1-16,2-3 0 0,1-3-6 0,2-4-27 15,2-4-75-15,0-3-79 0,-1-4-154 0,1-2-277 16,-1-6-325-16,-1-2-362 0,1-4-207 16,-4-4 63-16,1-1 636 0</inkml:trace>
  <inkml:trace contextRef="#ctx0" brushRef="#br0" timeOffset="53363.97">24271 6081 249 0,'-2'-3'817'16,"-1"0"362"-16,2-4 24 0,-3 0-197 0,4-1-408 15,-1-5-264-15,2-2-132 0,1-3-64 16,3-1-7-16,1-5 0 0,5-4-10 0,0-1-12 16,1-1-15-16,1-4-6 0,0 2-28 15,1 0-21-15,-1 2-13 0,-2 2 27 0,2 2 15 16,-4 5 20-16,-2 3 15 0,0 3 4 0,-3 5-2 15,-1 2-29-15,-2 2-17 0,3 5-22 0,-3 2-15 16,-1 7-11-16,0 3-4 0,0 5-3 16,0 2 0-16,0 1-2 0,-1 2-1 0,1 3 0 15,0-1 0-15,0-1 0 0,1 1 0 16,-1-3 0-16,2-3 0 0,-1-2 1 0,-1-3-4 16,4-1 1-16,-3-4 0 0,2-2 0 0,2-5 0 15,1-3 1-15,2-5 1 0,2-4 1 16,1 0 0-16,0-1 1 0,2 0 0 0,-1-4 0 15,-1 4-2-15,3 0-1 0,-2 1 0 16,-3 2 0-16,3 2-1 0,-2 2-1 0,0 4 1 16,1-2 1-16,-3 6 0 0,-2 0 0 0,0 5-1 15,4 0 0-15,-6 5 3 0,1 1-1 16,-2 4-2-16,1 2-1 0,-3 1 4 0,-1 1-1 16,3 2-1-16,-3-2 0 0,2 0 0 15,0-1-4-15,-1-1-5 0,2-1-14 0,0-3-27 16,0-2-36-16,1-1-50 0,0-3-40 0,1-1-35 15,3-6-14-15,1 1 8 0,1-6 40 0,0-1 58 16,2-2 48-16,-1-3 32 0,5 0 20 16,-2-3 8-16,2 0 2 0,2 0 2 15,-1-1 2-15,0-2 2 0,4-2-1 0,-1 2 1 16,0-2 1-16,-2-2 4 0,3-2 2 0,-4 0 2 16,0 1 13-16,0-4 27 0,-2 1 32 0,-2 1 24 15,-3-3 31-15,-1 1 48 0,-3 0 27 16,-3 0 0-16,-3 0-14 0,-1 3-17 0,-2 3-24 15,-4 2-39-15,0 2-32 0,-3 5-25 16,-1 3-17-16,-3 6-15 0,1 3-9 0,-3 5-8 16,4 4-4-16,-1 6 0 0,-1 3-2 0,2 4-1 15,3 4-1-15,1 4 1 0,2 1 0 0,1 5-2 16,2 0 1-16,0 2-2 0,3-2 0 16,0 0-1-16,3-2 0 0,2-2-3 0,-1-6-11 15,5-3-44-15,1-3-80 0,0-7-115 16,1-4-201-16,1-1-301 0,1-9-349 0,1-2-329 15,1-4-115-15,2-7 371 0,-1-2 670 0</inkml:trace>
  <inkml:trace contextRef="#ctx0" brushRef="#br0" timeOffset="53729.93">25243 5757 249 0,'2'-10'858'0,"-4"5"405"0,1-1 48 15,-5 6-165-15,2 4-384 0,0 3-276 16,0 1-144-16,0 3-86 0,0 2-63 0,3 4-62 15,1 1-53-15,0 3-35 0,0 3-20 16,1 3-8-16,3 1-8 0,-3 2-1 0,4 2-2 16,0 2 0-16,0 0 1 0,1 0-1 0,-2-3 0 15,1-1-1-15,2-3-2 0,-1-4-1 0,2-3-3 16,-2-6 3-16,0-5 0 0,-1-3 1 16,3-6 0-16,-2-7 0 0,2-5 3 0,-1-4 0 15,-1-9 2-15,2 0 4 0,-2-6 2 0,1-5 2 16,-1-1 4-16,0-5 2 0,0 0 6 15,1 0 2-15,-2 0 1 0,-1 4 1 0,0 4-4 16,0 0-3-16,0 6-6 0,2 0-7 16,-3 4-5-16,2 5-3 0,-2 2-3 0,2 4-2 15,-1 2 0-15,4 2 1 0,-3 3-2 0,1 3 3 16,1 3 0-16,1 1 0 0,-1 4 1 16,0 1-5-16,-1 1-17 0,-1 3-53 0,0 0-68 15,1 1-84-15,-5 0-159 0,4 2-270 16,-3 2-314-16,1 0-276 0,2 0-186 0,0 3 99 15,-1-2 575-15</inkml:trace>
  <inkml:trace contextRef="#ctx0" brushRef="#br0" timeOffset="53923.95">25835 6256 510 0,'-5'16'1498'0,"-4"1"244"16,-1 0-316-16,-1-1-338 0,-2-2-465 0,1-3-308 15,0-3-147-15,2-3-68 0,0-2-36 16,3-3-27-16,3-3-20 0,-1-2-18 0,5-3-36 16,5 3-86-16,-2-3-117 0,2 1-210 15,-2 1-298-15,2-2-362 0,0 4-388 0,-1-2-124 16,2 1 407-16,-1 1 720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2:00:59.41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2322 7103 163 0,'6'-6'757'0,"-3"2"429"15,1-1 79-15,-1 5-79 0,0 5-337 0,2 1-264 16,-2 6-141-16,2 5-80 0,1 4-54 16,-1 8-70-16,0 2-77 0,1 7-43 0,-1 7-31 15,2 5-19-15,-2 2-12 0,-2 4-10 0,2 4-9 16,-3 2-9-16,-1 4-7 0,1 1-6 0,-4 2-6 16,1 1-5-16,-1-1-4 0,1-2-2 0,-3-1-1 15,4-6-2-15,-3-3-1 0,2-4 1 0,-1-7-3 16,2-3-4-16,-2-7-12 0,2-3-15 15,2-6-28-15,-2-4-50 0,2-6-72 0,1-7-66 16,-2-4-90-16,4-8-147 0,-3-6-228 0,3-11-256 16,-1-6-197-16,4-6-185 0,0-10 100 0,-2-6 497 15</inkml:trace>
  <inkml:trace contextRef="#ctx0" brushRef="#br0" timeOffset="213.57">2583 7399 29 0,'6'-36'563'0,"1"6"506"0,-4 6 225 0,1 5-13 15,0 5-287-15,-1 7-295 0,0 4-206 0,2 4-112 16,-2 8-70-16,2 6-75 0,0 5-69 0,1 8-44 16,0 7-26-16,-1 5-18 0,0 7-11 0,-2 5-11 15,2 4-11-15,-1 5-11 0,-1 2-9 16,0 3-8-16,2 2-9 0,-2-2-5 0,2 1-4 16,2-3-6-16,0-6-10 0,-2-4-16 0,3-4-16 0,-3-3-23 15,0-6-42-15,-2-7-71 0,-3-4-84 16,-2-2-149-16,-2-6-277 0,-3-2-318 0,-4-3-326 15,-1 0-193-15,-3-5 116 0,-5-2 648 0</inkml:trace>
  <inkml:trace contextRef="#ctx0" brushRef="#br0" timeOffset="456.59">2034 8185 96 0,'10'-3'662'0,"2"2"462"0,0-4 135 0,0 1-109 16,4-2-309-16,4-3-263 0,3-4-144 0,2-1-74 16,2-5-53-16,1-1-47 0,4-5-69 0,1-5-63 15,2 1-39-15,4-4-29 0,-1-3-17 0,-1 0-13 16,1 0-11-16,0 0-7 0,-1 0-8 0,-2 3-3 16,-3 1-2-16,-2 4-4 0,-5 4-14 15,-4 1-35-15,-2 7-71 0,-8 4-95 0,-2 4-177 16,-7 6-293-16,-5 4-330 0,-6 8-350 0,-6 5-202 15,-4 3 201-15,-3 5 693 0</inkml:trace>
  <inkml:trace contextRef="#ctx0" brushRef="#br0" timeOffset="683.47">2166 8404 452 0,'9'6'931'16,"-1"-6"264"-16,3-3-12 0,2-4-188 15,1-5-325-15,5-4-178 0,2-6-94 0,2 0-68 16,1-5-57-16,4-3-79 0,2-2-73 0,0-1-44 16,5-1-28-16,-2-2-19 0,4 0-10 0,-2-1-8 15,4 3-5-15,-3-1-8 0,2 1-5 0,-1 3-4 16,-1 1-38-16,0 3-73 0,-4 2-107 16,-2 2-182-16,0 3-293 0,-6 4-343 0,1 0-339 15,-3 5-161-15,-4 2 294 0,1 3 666 0</inkml:trace>
  <inkml:trace contextRef="#ctx0" brushRef="#br0" timeOffset="1808.6">3701 8059 226 0,'8'-6'800'0,"-1"-6"372"0,-2-3 51 15,0-4-131-15,2-6-401 0,1-3-196 0,2-4-113 16,0-8-63-16,1-4-49 0,3-1-42 0,1-7-68 15,0-1-53-15,4 0-31 0,-3-4-16 16,3 1-9-16,-1 1-6 0,-1 2-3 0,-3 6-6 16,0 4-4-16,-3 5-4 0,-1 7 1 0,-1 5 8 15,-4 7 14-15,0 4 12 0,-2 8 6 0,0 5 1 16,-1 10-3-16,1 8-8 0,-3 10-14 16,0 8-12-16,0 7-8 0,0 6-7 0,0 6-3 15,0 4 0-15,0 3-2 0,2 3 0 16,-1 2 0-16,2 1 1 0,-3-2-7 0,3-1-7 15,-1-5 0-15,3-4 0 0,-2-5 0 0,0-8 0 16,2-6 0-16,0-5 0 0,-1-5 0 0,-1-3 0 16,-1-6 0-16,1-2 0 0,-3-2 0 15,2-4-20-15,-4 1-16 0,0-2-24 16,-1-1-36-16,-3-4-68 0,0-2-74 0,1-4-126 16,-1-3-192-16,1-2-297 0,0-3-315 0,5-5-231 15,0-3-124-15,0-4 384 0,5-2 622 0</inkml:trace>
  <inkml:trace contextRef="#ctx0" brushRef="#br0" timeOffset="2213.61">4471 7267 504 0,'6'-20'1023'0,"-1"0"270"0,-5 2 54 0,0 3-249 15,-3 1-343-15,0 3-217 0,1 3-115 16,-1 3-83-16,-2 3-97 0,2 4-75 0,-4 8-51 15,0 4-34-15,1 10-24 0,-3 8-15 0,0 10-13 16,1 9-9-16,-1 8-3 0,-1 9-4 16,5 7-1-16,-2 5-3 0,2 3 0 0,5 2-1 15,2-4-4-15,2-5-4 0,7-5-4 16,2-11-2-16,6-8-2 0,0-8-1 0,5-11 0 16,2-10 1-16,1-5 1 0,0-11 2 0,0-7 1 15,0-7 1-15,-5-8 1 0,0-2 1 0,-3-6 0 16,-5-2 0-16,-4-4-1 0,-1 1 0 15,-6-3 1-15,-4 2-1 0,-6-1 0 0,-3 2 0 16,-5 4 1-16,-4 1 0 0,-1 1 2 16,-1 5-1-16,-4 3 1 0,1 6 0 0,-1 3 0 15,1 6-1-15,0 5 0 0,-1 6-2 0,3 3 1 16,3 6-2-16,0 4 0 0,5 0-2 16,1 0-6-16,4 1-7 0,2-2-17 0,6-1-20 15,1-6-36-15,3-2-71 0,3-3-77 0,1-6-140 16,2-4-237-16,2-7-311 0,2-7-337 15,4-6-233-15,-1-8-44 0,3-4 548 0</inkml:trace>
  <inkml:trace contextRef="#ctx0" brushRef="#br0" timeOffset="2547.16">4858 7311 96 0,'11'-20'651'0,"-3"4"459"15,0 2 145-15,-3 0-89 0,0 1-334 0,1 3-250 16,-1-4-162-16,2 4-92 0,1-2-55 15,-1-2-51-15,2-1-71 0,2 0-51 0,2-1-36 16,1 1-17-16,0-1-14 0,4 0-8 16,-1 2-6-16,-1 1-4 0,2 1-4 0,-1 4 0 15,-3 0 2-15,0 1 10 0,-1 5 13 0,1 1 9 16,-1 2 8-16,-2 1 8 0,0 7 4 16,0 1-2-16,-1 5-4 0,-1 3-4 0,-1 5-5 15,-2 7-6-15,-1 5-7 0,0 5-6 0,-2 8-7 16,-3 7-7-16,0 3-5 0,0 7-3 15,-3 2-2-15,3 4-3 0,3 1 0 0,-2 3-1 16,1-3-1-16,1-1-4 0,0-6 0 0,2-5-3 16,0-5-1-16,1-3-3 0,2-9-8 15,0-3-15-15,-2-7-21 0,-1-5-36 0,-2-6-72 16,-1-4-94-16,-4-6-170 0,-1-5-281 0,-3-4-329 16,-1-8-358-16,-5-5-208 0,2-4 150 15,-4-4 715-15</inkml:trace>
  <inkml:trace contextRef="#ctx0" brushRef="#br0" timeOffset="2788.94">4828 7729 341 0,'-2'3'1283'0,"-1"0"417"0,2 0-231 15,-2-1-341-15,1-1-465 0,2-1-301 0,2 0-171 16,2-1-75-16,4-3-31 0,2 1-14 15,4-2-11-15,5-3-9 0,5 1-10 0,3-1-12 16,3 0-8-16,1-1-6 0,4 3-6 0,0 1-4 16,1-1-4-16,4 3-1 0,-2 1-9 15,1 2-26-15,-1 2-79 0,0 1-104 0,0 3-186 16,0-1-291-16,-3 1-346 0,0 3-400 16,0-2-180-16,1 2 278 0,-3 0 724 0</inkml:trace>
  <inkml:trace contextRef="#ctx0" brushRef="#br0" timeOffset="5527.19">3840 10013 134 0,'9'-10'713'16,"-4"1"448"-16,-3 0 174 0,-4 0-33 15,1 1-417-15,-4-1-293 0,-3-1-170 0,-3-1-86 16,-2 1-77-16,-2 0-87 0,-3-1-49 0,-1 3-30 16,-2 0-20-16,-1 1-16 0,-3 6-11 0,0 2-9 15,-2 6-5-15,0 3-6 0,3 5-3 0,-3 7-1 16,4 8-4-16,1 3 0 0,7 10 0 16,0 5-2-16,7 6-2 0,3 6-2 0,5 4-2 15,3 3-5-15,4 0 0 0,3-3-3 0,3-1 0 16,4-6-2-16,1-2-1 0,4-6 0 0,0-6-1 15,2-4-3-15,1-6-2 0,0-6-2 0,2-4-6 16,-3-6-11-16,-2-4-14 0,2-6-21 16,-4-5-46-16,-4-4-73 0,0-3-78 0,-5-6-137 15,-3-1-206-15,-2-3-312 0,-1-4-286 16,-3 2-193-16,-1-5-19 0,-1 0 480 0,-1-2 533 16</inkml:trace>
  <inkml:trace contextRef="#ctx0" brushRef="#br0" timeOffset="5892.51">3910 10437 455 0,'4'-2'974'0,"1"2"276"16,-2 2-21-16,3 2-203 0,-1 5-299 0,3 3-225 15,-1 5-119-15,3 1-71 0,-2 3-61 0,2-1-86 16,1 6-62-16,3-2-33 0,1 3-19 16,0 2-13-16,1 1-7 0,3 2-5 0,0 0-4 15,-3 4-4-15,1-4-5 0,-1 1-4 16,1-3-3-16,-4-2-2 0,1-1-1 0,-4-7-2 15,0-2-1-15,-3-4 0 0,-1-1 1 0,-2-3-1 16,-1-6 1-16,-3 0 0 0,-2-5 0 0,-1-6-1 16,0-5 0-16,-5-1-1 0,2-7 0 15,-2-2-2-15,0-4 1 0,0-4 0 0,0-2-1 16,2-3 2-16,-1 0 1 0,1-4 0 16,0 3 0-16,3 0 1 0,1 1 0 0,-1 4-1 15,3 3-1-15,0 1 2 0,3 4-1 0,-1 4 0 16,1 2-2-16,1 2 1 0,4 4-2 15,-1 3 0-15,2 3-1 0,4 2 0 0,0 3 0 16,2 3-1-16,1 2-10 0,3 1-32 16,2 0-72-16,1 1-85 0,0 1-164 0,2-2-290 15,0-1-331-15,3-3-357 0,-1 0-205 16,4-2 120-16,-1-2 680 0</inkml:trace>
  <inkml:trace contextRef="#ctx0" brushRef="#br0" timeOffset="6221.73">5203 10324 278 0,'-8'-5'795'0,"0"-1"379"16,0 4 56-16,2-3-212 0,1 2-307 16,3 1-206-16,1 0-142 0,1 2-75 0,3-2-40 15,2 2-45-15,3 2-55 0,1-1-39 0,4 2-23 16,1 0-21-16,5 0-22 0,0 0-16 16,0 0-11-16,5 0-6 0,-1-2-5 0,1 4-3 15,0-5 1-15,1 0-3 0,-1 0-4 16,-2 0-52-16,-3 0-74 0,-2 0-140 0,-4 0-253 15,1 0-302-15,-6 0-368 0,-1 0-305 0,-4-3-50 16,0 0 576-16</inkml:trace>
  <inkml:trace contextRef="#ctx0" brushRef="#br0" timeOffset="6552.52">5401 10093 80 0,'-2'6'629'15,"2"-4"434"-15,0 1 139 0,2-2-111 16,1 1-375-16,3-1-330 0,0-1-176 0,4 0-81 16,4 0-40-16,0-1-6 0,5-1 7 0,2 1 9 15,1-2 9-15,3 3 6 0,2 0-3 0,1 0-7 16,1 3-13-16,-1 0-12 0,0 2-11 16,-2 3 0-16,1 0 10 0,-2 2 3 0,-1 2 8 15,-3 1-2-15,-1 0 3 0,-1 6-2 16,-6-1-9-16,-1 1-8 0,-4 4-11 0,-4 3-6 15,-3-1-8-15,-2 3-8 0,-4 1-5 0,-2 1-7 16,-5-1-6-16,-1 0-7 0,-2-1-4 16,-2-1-4-16,-3-3-3 0,1-3-2 0,-2 3-3 15,1-6 0-15,0 0-6 0,0-3-16 0,2 2-39 16,1-4-73-16,0-1-92 0,3 0-167 16,2-2-296-16,2 1-323 0,3 0-323 0,4-3-177 15,3 1 178-15,2-1 650 0</inkml:trace>
  <inkml:trace contextRef="#ctx0" brushRef="#br0" timeOffset="8006.62">7144 10440 134 0,'-4'19'649'15,"-3"1"425"-15,-2-4 134 0,4-1-106 0,-1-3-429 16,3-3-262-16,-1-3-151 0,4-5-58 0,2-1-17 15,1-2 5-15,5-8 5 0,0-4 3 16,3-5-3-16,0-9-27 0,5-3-27 0,0-9-28 16,1-3-26-16,2-7-18 0,3-2-14 15,2-2-7-15,-2-3-3 0,2 1-2 0,0 3 0 16,-1 0 2-16,-5 7 3 0,2 3 2 0,-4 7-1 16,-3 7 1-16,-2 3-1 0,-2 6-2 0,-2 4-3 15,-3 5-5-15,1 3-4 0,-2 2-6 16,1 6-5-16,-3 6-4 0,4 3-3 0,-2 6-3 15,0 4-1-15,0 4-2 0,2 3-1 16,0 4 2-16,1 1-1 0,0 1 0 0,1 4 2 16,-1 1 0-16,1-2 1 0,-1 5-1 0,0-2 0 15,0 3-4-15,-2 1-9 0,-1-1 0 16,-2-1 0-16,1 1 0 0,-4-2 0 0,2-2 0 16,-3-1 0-16,0-2 0 0,0 2 0 15,-2-7 0-15,2 0 0 0,-3-4 0 0,1-1 0 16,2-4 0-16,-2 3 0 0,3-6 0 0,-1-1 0 15,1 1 0-15,1-4-18 0,-1-1-31 16,2-2-31-16,-1-3-61 0,-1-2-81 0,2-2-147 16,0-3-266-16,-3-5-315 0,3-4-361 0,3-2-289 15,-1-6-9-15,-1-4 662 0</inkml:trace>
  <inkml:trace contextRef="#ctx0" brushRef="#br0" timeOffset="8456.76">7661 9893 49 0,'2'-17'500'15,"1"4"394"-15,-1 1 254 0,1-1 11 16,0 1-319-16,1 0-211 0,0 2-129 0,4-2-86 16,0 1-80-16,0 1-58 0,4-1-63 15,1 2-63-15,3 1-42 0,0-2-26 0,4 3-14 16,1 0-10-16,1 5-10 0,3-2-4 0,0 3-4 15,2 2-3-15,-3 3 1 0,3 0-1 0,-2 4 3 16,-3 0-1-16,-1 6 1 0,0 1 0 16,-3 3-3-16,-3 3 0 0,-3 3-5 0,-2 2-2 15,-4 3-5-15,-4 5-4 0,-4 2-3 16,-1 3-4-16,-5 1-3 0,-4 5-2 0,-3 1-2 16,-3 4-1-16,0-3-2 0,-3 4-1 0,-1-4 1 15,3 2-2-15,0-5 1 0,2 0-1 0,1-5-1 16,2-4 0-16,1-3 0 0,5-6-1 15,0-1 0-15,1-1-1 0,2-7 1 0,5 0-1 16,0-2-1-16,0-2 0 0,6 0 1 16,0-3-1-16,2-1 0 0,2-2 0 0,2-2-1 15,1-4 1-15,6-2-2 0,0-5 0 0,2-2-1 16,2-2 1-16,1-3 1 0,3-1-4 16,0-2-9-16,0 2-14 0,1 1-22 0,-3-2-51 15,2 5-80-15,-4-2-125 0,0 6-207 0,1 0-299 16,-1 3-357-16,-2 2-325 0,0 1-121 15,-3 1 424-15,0 2 694 0</inkml:trace>
  <inkml:trace contextRef="#ctx0" brushRef="#br0" timeOffset="8974.53">9415 10311 85 0,'3'-14'693'0,"0"2"576"0,-3 1 251 0,-1-1-144 15,-3 4-415-15,1-2-358 0,-3 2-186 0,-2 2-116 16,0-2-91-16,-1 4-60 0,-4 2-35 15,0 2-25-15,-1 2-14 0,-2 4-13 0,-2 2-10 16,0 4-7-16,-1 6-7 0,0 2-6 16,3 3-5-16,-2 4-5 0,3 3-5 0,-1 1-5 15,5 2-4-15,0 0-9 0,3 1 0 0,2-3 0 16,4 1 0-16,2-6 0 0,2 1 0 0,4-4 0 16,2-1 0-16,3-4 0 0,2-2 0 15,6-3 0-15,1-2-3 0,4-4-20 0,3-2-24 16,2-5-60-16,-1-5-90 0,4 0-190 15,-1-2-287-15,4-1-353 0,3-4-430 0,1-1-314 16,4-1 162-16,3-1 871 0</inkml:trace>
  <inkml:trace contextRef="#ctx0" brushRef="#br0" timeOffset="9933.7">12109 9670 366 0,'-11'-4'845'0,"-6"0"328"0,-1-1 21 16,-1-1-253-16,-1 6-257 0,1 0-154 15,-5 3-114-15,1 1-79 0,-3 4-58 0,2 4-54 16,-3 3-78-16,-1 4-55 0,4 6-30 0,-1 7-16 15,4 4-7-15,1 6-1 0,3 6-3 0,5 6-3 16,4 3-3-16,5 6-4 0,5 2-6 16,4-2-5-16,9-3-4 0,3-4-5 0,8-6-3 15,4-6-1-15,3-10-2 0,7-10-1 16,2-7-1-16,3-12 1 0,2-11-1 0,-1-10 0 16,1-6 2-16,-4-9 0 0,-3-5 0 0,-4-3 1 15,-3-2 0-15,-6-1 0 0,-5-2 0 0,-5 1 0 16,-6 0 0-16,-4 1 1 0,-5 3 0 15,-6-1 2-15,-7 3 0 0,-4-1 0 16,-5 3 1-16,-5-2-1 0,-3 6 1 0,-4 0-2 16,-1 6 0-16,-2 6 0 0,-3 6-2 0,2 8 0 15,-1 8-1-15,1 9-2 0,1 6-2 16,5 5-11-16,2 7-24 0,4 1-72 0,6 2-83 16,4 3-164-16,6-3-288 0,3 4-322 0,5-1-372 15,5-1-214-15,3-2 116 0,6 0 683 16</inkml:trace>
  <inkml:trace contextRef="#ctx0" brushRef="#br0" timeOffset="10816.54">14346 9672 168 0,'-6'-3'346'15,"-2"2"156"-15,2-1 85 0,-2 0-107 16,0 0-44-16,-3 2 13 0,3 0 33 0,-2 0 9 16,-2 2-29-16,-1 2-57 0,2-2-64 0,-3 3-49 15,3 1-25-15,-2 1-12 0,2 4-8 16,0 2-13-16,-1 1-18 0,0 5-29 0,0 4-44 15,2 3-36-15,2 8-25 0,0 5-16 16,1 4-10-16,2 6-9 0,3 7-5 0,2 3-8 16,2 1-8-16,6-1-8 0,4-6-6 0,4-3-4 15,6-7-5-15,5-8 0 0,5-8-3 0,4-9 0 16,4-9-1-16,2-9 0 0,3-9 0 16,0-9 0-16,0-7 1 0,-1-6 2 15,-4-5-2-15,-2-3 0 0,-5-3-1 0,-5-2 1 16,-2 1-2-16,-8 1 2 0,-2-1 2 0,-6 0 0 15,-3 5 1-15,-7 0 1 0,-4 1 1 0,-7 2-2 16,-4 1 0-16,-6 2-2 0,-5-2 0 16,0 6 1-16,-8 2-1 0,1 6-1 0,-2 5-1 15,-1 8 1-15,-1 6-3 0,0 8 0 16,2 6-1-16,3 8-4 0,2 5-21 0,8 2-63 16,3 5-68-16,3 0-123 0,8 1-215 0,5 0-310 15,5-1-338-15,7-1-254 0,5-3-111 0,4-1 422 16,7-2 639-16</inkml:trace>
  <inkml:trace contextRef="#ctx0" brushRef="#br0" timeOffset="12454.56">16853 9715 44 0,'0'-4'459'0,"0"-1"352"16,0 2 206-16,1-1 49 0,1 1-332 15,4 1-224-15,0-1-123 0,5 3-40 0,5-1-21 16,0 1-33-16,6 0-43 0,2 0-33 0,1-2-35 15,4-1-41-15,2 0-29 0,1-1-32 0,0 1-18 16,-1-2-18-16,2 4-13 0,-6 0-11 16,0 2 1-16,-3 2 2 0,-5 3 2 0,-5 1 7 15,-3 4 4-15,-5 2 1 0,-4 4-4 0,-5 2-6 16,-5 4-3-16,-5 2-5 0,-4 2-1 16,-1 2-5-16,-5 2-3 0,-1 1-1 0,-3 2-2 15,2 1 0-15,-4-1-3 0,2 1 1 0,2-1 1 16,3 1 0-16,3-4 0 0,3-1-2 15,3-1 0-15,6-4 0 0,4-1-2 16,3-1-2-16,6-4-2 0,0 0 0 0,4-4-1 16,4 0 0-16,3-4 1 0,4 0 0 0,0-6 0 15,4 0 1-15,2-4 1 0,1-2-2 0,0-2 1 16,3-3 0-16,-1-1-1 0,0-2 2 16,-2-2-10-16,-1 0-27 0,0 1-69 0,-6 1-66 15,-1-1-102-15,-4 2-174 0,0 1-280 16,-7-1-310-16,0 1-224 0,-1 0-157 0,-4-2 210 15,-3 1 566-15</inkml:trace>
  <inkml:trace contextRef="#ctx0" brushRef="#br0" timeOffset="12710.64">16773 9916 119 0,'-1'-6'648'0,"-1"5"395"16,2-2 121-16,3 1-77 0,4-1-405 0,4 2-284 16,6 0-117-16,2-1-36 0,8-1-14 15,3 0-26-15,2-1-23 0,4 0-26 0,3-3-38 16,1 5-40-16,1-5-29 0,0 1-21 16,2 0-10-16,-2 0-4 0,0 1-3 0,-1 2-5 15,-2 0-51-15,-3 3-57 0,-4 0-116 0,1 3-191 16,-7 0-301-16,0 2-318 0,-4 2-251 0,-4 0-123 15,-1 4 353-15,-3-3 571 0</inkml:trace>
  <inkml:trace contextRef="#ctx0" brushRef="#br0" timeOffset="13696.23">17012 9174 269 0,'0'0'504'0,"2"0"233"15,-2-2 109-15,0 1-170 0,0 1-124 0,0-3-78 16,3-2-71-16,-2 0-66 0,2 0-70 16,-1-4-62-16,3-2-58 0,0-3-43 0,1 0-33 15,2-6-22-15,0 1-9 0,0-5-9 0,1 0-5 16,1-1-3-16,-1-1-1 0,-1 0 2 15,-1 3 2-15,-1-1 3 0,-2 4 6 0,-4 2-4 16,2 3 1-16,-4 0-1 0,1 2-1 16,-2 3-11-16,-3 1-6 0,1 2-4 0,-2 1-2 15,1 1-2-15,0 3-1 0,-4-2-1 0,4 4-3 16,0 0 0-16,-3 0-9 0,2 2-19 16,2 0-23-16,-1-2-49 0,1 0-101 0,-2-2-137 15,4 0-205-15,-3-2-272 0,3-2-248 16,2 1-123-16,-3-4 201 0,1 1 405 0</inkml:trace>
  <inkml:trace contextRef="#ctx0" brushRef="#br0" timeOffset="13896.19">17061 8601 89 0,'5'-9'381'0,"1"-2"218"0,0 2 187 0,-1-1-29 15,2-1-208-15,-3 3-134 0,3-2-77 16,2 3-55-16,-1 0-60 0,2 1-56 0,-1 5-54 15,2 1-33-15,0 1-21 0,0 5-15 16,-1 1-4-16,-1 4-9 0,-1 1-3 0,0-1-14 16,-2 3-31-16,1-1-80 0,-2-1-128 0,-2 2-239 15,0-3-265-15,-3-3-220 0,3 1-99 16,-6-4 185-16,1-2 366 0</inkml:trace>
  <inkml:trace contextRef="#ctx0" brushRef="#br0" timeOffset="14424.62">16949 7576 123 0,'-10'-6'492'16,"-2"2"316"-16,-1 2 193 0,0 2-77 15,1 5-276-15,2 2-164 0,-1 7-115 0,2 3-74 16,3 6-52-16,-2 5-52 0,4 7-45 0,1 5-41 15,1 3-34-15,2 2-23 0,4 0-20 16,1-2-8-16,4-3-11 0,2-8-3 0,3-2 1 16,2-6-6-16,0-6-1 0,4-5-3 15,-2-7 1-15,1-4 0 0,0-4 2 0,-2-9 4 16,0-3 2-16,-4-4-1 0,1-4 1 0,-2-4-5 16,-6-1-1-16,0-1 18 0,-2-1 22 15,-4 2 24-15,-2 0 14 0,-4 0 10 0,-2 0 5 16,-5 1-17-16,-1 1-9 0,-1 1-6 0,-2 3-8 15,0 5-7-15,1 2-6 0,-1 4-3 16,1 6-14-16,-2 2-13 0,6 5-6 0,-4 4-4 16,5 4 0-16,1 1 0 0,5 2 0 0,-1 2-4 15,5 2-32-15,2 0-47 0,1 2-42 0,2-1-73 16,3 2-128-16,-1 0-183 0,2 1-271 16,5-1-235-16,-2 0-224 0,0-1-2 15,6-1 382-15,-1-2 455 0</inkml:trace>
  <inkml:trace contextRef="#ctx0" brushRef="#br0" timeOffset="14692.59">17246 8111 5 0,'3'-1'474'16,"2"1"468"-16,-2-3 272 0,-1-1-34 0,-2 1-341 16,4-2-309-16,-4 1-201 0,0-2-120 0,0 1-65 15,2-1-46-15,0-1-28 0,-2 1-24 16,1 1-17-16,-1 0-11 0,0 1-14 16,0 1-18-16,-1 0-33 0,-1 2-100 0,-2-1-164 15,-1 0-294-15,0 1-277 0,0 1-265 0,0 0-170 16,0 0 256-16,-2 0 526 0</inkml:trace>
  <inkml:trace contextRef="#ctx0" brushRef="#br0" timeOffset="15117.71">17305 7656 235 0,'6'-7'493'0,"0"-1"220"0,2 0 154 16,-2 3-181-16,4-4-163 0,0 3-93 0,2 2-47 16,-1 1-47-16,2 0-64 0,0 3-68 15,-1 0-53-15,1 0-41 0,-2 3-29 0,-1 2-20 16,0 1-2-16,-3 1-1 0,-1 1-1 16,-3 3-3-16,-1-1 5 0,-4 3 9 0,-1 2 4 15,-2 1 6-15,-1 1-5 0,-2 1-8 0,-3 2-13 16,2-3-11-16,0 0-18 0,0 0-12 0,1-4-10 15,4-1-1-15,-1-4-3 0,3 3-3 16,2-5 1-16,2-1 4 0,1 0 1 0,0 0 0 16,4-3 2-16,2 0 4 0,-1 0-3 15,1-2 1-15,3 0-3 0,2 1-1 0,-3 0 0 16,1 2-1-16,1 0 0 0,-2 1-9 0,-2 3 4 16,-1 0-1-16,1 2-1 0,-6 1 0 15,-2 3 1-15,-1 0 1 0,-1 0-6 0,-2 1-10 16,-4 0-12-16,2 1-19 0,-1-2-15 15,-2-2-24-15,0 0-51 0,0-1-97 0,0-3-131 16,-3-1-233-16,3 1-265 0,4-4-232 0,-3 0-66 16,2-1 265-16,3 0 413 0</inkml:trace>
  <inkml:trace contextRef="#ctx0" brushRef="#br0" timeOffset="15371.5">17795 8164 66 0,'5'-3'559'0,"-4"2"407"0,2-1 166 0,-3 1-73 16,2-1-384-16,-2 1-307 0,0-2-179 15,0 3-89-15,0 0-47 0,0 0-30 0,2 0-75 16,-2 0-114-16,0 4-150 0,0-2-298 16,1 1-249-16,-1 0-202 0,3 0 29 0,-1-1 310 15</inkml:trace>
  <inkml:trace contextRef="#ctx0" brushRef="#br0" timeOffset="15541.19">17964 8183 152 0,'5'2'405'0,"-1"-1"183"0,-1 1 112 0,1-2-183 16,-1 0-209-16,0-2-143 0,0 2-78 0,1-1-41 15,0 1-20-15,1 0-13 0,-1 0-41 16,-2 0-66-16,1 1-140 0,1 1-238 0,-1 0-134 16,0 1-26-16,0-2 107 0,-1 2 183 0</inkml:trace>
  <inkml:trace contextRef="#ctx0" brushRef="#br0" timeOffset="15698.31">18231 8217 84 0,'3'1'309'0,"-1"0"142"0,0-1 111 16,-1 0-121-16,2 0-192 0,3-1-139 0,-2 0-112 15,0-3-180-15,1 2-210 0,2 2-98 16,-1-2 0-16,2 0 96 0,0 1 142 0</inkml:trace>
  <inkml:trace contextRef="#ctx0" brushRef="#br0" timeOffset="15820.48">18489 8209 48 0,'8'2'275'0,"-2"-2"143"16,0 2 115-16,-1-2-88 0,0 3-172 0,0-3-149 15,1 0-146-15,-1 0-280 0,-1 0-143 16,1 0-40-16,0 1 40 0,4 0 122 0</inkml:trace>
  <inkml:trace contextRef="#ctx0" brushRef="#br0" timeOffset="20836.49">6906 9403 256 0,'0'-3'434'15,"-3"2"158"-15,-1 1 77 0,1 1-194 0,-2 0-38 16,1 3 4-16,-1 0 8 0,-1 2-11 15,3 0-32-15,-1-1-60 0,0 4-88 0,0 1-70 16,1 1-55-16,0 1-32 0,1 1-23 0,-2 5-13 16,2-1 0-16,1 0-2 0,-1 5 17 15,2-1 8-15,-1 6 9 0,-1-2 13 0,2 2-5 16,-2 3-2-16,1 2-11 0,-1 1-7 0,2-1-11 16,-1 4-13-16,-1-3-4 0,0 5-9 15,-1-1-8-15,2 3-6 0,-3 0-2 0,2-1-3 16,-2 3-1-16,1-1 1 0,0 0-3 15,0 2-4-15,-2 0-4 0,-2 1-4 0,0 1-6 16,1-1-6-16,-2 3-2 0,-1 0 0 0,0-1 1 16,1 0 2-16,0-1 0 0,2 2 4 15,-2-1 3-15,0-3-2 0,3 1 1 0,-1-3 0 16,1-3-2-16,2-1-1 0,-1-2-3 16,2-4-1-16,0-3-3 0,1 0-3 0,2-4 2 15,1-2-4-15,0-2 3 0,-1-2 0 0,5 0 0 16,-3-1 1-16,2-3-1 0,0 1 2 0,0-2-2 15,1 3 0-15,2-4 1 0,-2 1 0 16,-1 1 2-16,3-2-3 0,1-1 0 0,-2 2 3 16,1-3 0-16,0 3-1 0,-1-3-1 15,3 2 2-15,-2-3 1 0,0-1-4 0,4 2-1 16,-4-2 3-16,2-1 0 0,2 1-2 0,-2-1 0 16,4-1 1-16,-1-2 0 0,1 1-1 15,2-2 3-15,-2 2 2 0,4-3 2 0,-1 1-2 16,0-1 1-16,0 0 0 0,3 0 1 0,0 1-1 15,-1 0-2-15,2 2 2 0,1-2-2 16,0 0 1-16,0 0 0 0,2-1 1 0,1 2 0 16,0-2 2-16,2 1 0 0,-3-1 2 0,3-2 1 15,0 0-2-15,0 0 1 0,1-2-3 0,1-1 0 16,1 1-1-16,0-2 0 0,0 2-2 16,0-1 0-16,0 0-1 0,0 1 1 0,-2 1 1 15,1-1-2-15,-1 2 1 0,-1-1-1 0,0 1 1 16,3 0 0-16,-3 1-2 0,1-1 0 0,2 2 0 15,-1-1 1-15,-1 1 0 0,2 1 0 16,-1-2 1-16,-1 1 0 0,1-2-1 0,-1 0 1 16,-4 0 0-16,3-3-1 0,-3 0-1 15,-1 0 1-15,-2-2 0 0,-1-1 2 0,1 0-2 16,-4 1 2-16,1-3 0 0,-4 0 1 0,3 3-2 16,-4-4 0-16,1 6 1 0,-3-4-1 15,2 2 0-15,-2 0 3 0,0 2-1 0,3-2-3 16,-3 2 0-16,-1-2 0 0,4 3 3 15,-1-1-4-15,-1-1 2 0,1 0 1 0,1 0-1 16,-1-1 1-16,-2 1-1 0,3 0-1 0,-3-2 1 16,-1 1-2-16,2-1 2 0,-2-1 0 15,-2 2 1-15,1-2 1 0,-2 3-2 0,-1-1 1 16,-1 1 2-16,-2 1-2 0,3 1 1 16,-3-2-2-16,0 3 0 0,-1-1 1 0,0 1-3 15,-1-1-1-15,2 1 1 0,-1 1 1 0,0-2 1 16,-1 1-1-16,1-1 0 0,1-1 1 0,-3 2 1 15,3 0-1-15,0-3 0 0,-3-1 2 16,3 2 1-16,-3-4 1 0,3 0-1 0,-3-3-2 16,2 0 1-16,0 0-2 0,-1-2 2 15,-1-1-2-15,3-2 0 0,-1-1 1 0,0-1-2 16,1-4 0-16,-1-3-2 0,1-1 0 0,1-3-1 16,-1-2 1-16,2-3-1 0,0-3-2 15,1-3 1-15,-1 0 2 0,1-1 2 0,0-3 0 16,-1 3 3-16,-2-4 0 0,2 0 3 0,-3 1-3 15,1-4 1-15,0 2-3 0,-3-2 2 16,0 0-1-16,0-5-3 0,0 2-1 0,0 2 1 16,0-1-1-16,0 0-2 0,0 3 0 0,0 1 1 15,0 3 2-15,0 2-1 0,0 0 2 0,0 2 1 16,2 1 0-16,2 0 0 0,-2 1-1 16,1 2 2-16,0-3 0 0,2 5 0 15,-2 0-1-15,2 2 1 0,-2 2 0 0,2 0-2 16,-2 5 0-16,0 1-1 0,-1 3 0 15,-1 1-1-15,1 3 0 0,1 3 0 0,-1 1-1 0,-1 0 1 16,1 2-1-16,1-1 1 0,-1 3 1 16,-1-2-1-16,3 0 0 0,0 0 0 0,-1 0 3 15,0-1-3-15,2-1 0 0,-2 0 2 16,1 1 2-16,-1 0-2 0,-2-1 1 0,3 2 3 16,-3 2 0-16,-1-1 1 0,0 2 0 0,-1 2 0 15,-1-1 4-15,-1 0 2 0,-2 3 4 16,0 0-1-16,-3 0 2 0,1 1 2 0,-3 0-2 15,0-1-3-15,-2 2 0 0,1-2 0 16,-2 1 0-16,-3 0-2 0,0-3 0 0,-3 2 0 16,1-1-2-16,-2-2-2 0,-2 1 0 0,0-1 0 15,-2 1 1-15,-1 0-1 0,-2-1 2 0,-1 0-3 16,-1 1 0-16,-1-1-1 0,-1 1-2 16,-1 2 0-16,-1-4-3 0,0 1 1 15,-2 1-2-15,-2-2 1 0,-2 2 2 0,1-2-1 0,0 1 2 16,-4-1 0-16,-1 2 0 0,-2-2 0 15,-4 2-1-15,-1-1-1 0,-4-1 0 0,-5 3-1 16,-1-2-2-16,-3 5-1 0,0 0-2 0,1 0 1 16,-1 2 0-16,1 4 1 0,2 0 2 15,0 1 2-15,3 1 2 0,0 1 0 0,4 0 0 16,2 1-1-16,4 1-2 0,4-2-2 16,5 0 0-16,5-1-1 0,7-1-2 0,3-3-9 15,6 0-25-15,5-2-70 0,6-2-75 0,4-4-152 16,4-2-284-16,4-1-322 0,4-6-356 0,4 2-231 15,2-2 33-15,4 3 652 0</inkml:trace>
  <inkml:trace contextRef="#ctx0" brushRef="#br0" timeOffset="24648.9">7323 9331 146 0,'0'-5'350'0,"0"1"143"0,2-2 99 15,-1-2-204-15,1 0-163 0,1-4-72 0,0-2-27 16,2-7 4-16,3 0 18 0,-2-3 25 16,2-3 24-16,0-3 28 0,1-3 28 0,1-3 19 15,1-2 3-15,0-2-1 0,-1-1-17 0,-1 0-34 16,-1-3-39-16,3 1-34 0,-3-2-33 15,0-1-29-15,1 1-23 0,-1-3-19 0,-1 1-4 16,1-1-3-16,1 1-3 0,-1 1-3 0,0 1-5 16,0-1 2-16,-1 3-11 0,0 1-7 15,1 0-4-15,-2 2-2 0,0 1-2 0,-1 1-6 16,0 1 2-16,1 1 0 0,-1 1-1 16,0 1-2-16,1 2-1 0,-1 2 3 0,-2 0 1 15,2 2 1-15,-2 0 3 0,0 0 3 0,2 3 6 16,-1-1 7-16,0 0-1 0,-1 4 3 15,-2-3 2-15,3 5 1 0,-3-2-2 0,1 0-3 16,-1 0-4-16,-1 0 2 0,0 1-5 0,0-2 0 16,0 2-5-16,0-3-3 0,-3 2 1 15,2-1 0-15,-3-1 0 0,1 1 0 0,-2 0 1 16,-2-1-1-16,0-2 0 0,1 4 1 16,-2-2 9-16,-1 3 18 0,-1 0 16 0,0 1 10 15,0 3 2-15,-3-2 2 0,3 2-11 0,-4 3-11 16,1 0-16-16,-2-1-8 0,2 4-3 15,-3-1-9-15,0 1 2 0,1 0-6 0,-3 1-3 16,1-1 2-16,-1 1-2 0,1 0 1 0,-3-2-1 16,0 1-5-16,0 2 1 0,-2-3-3 15,1 0 1-15,-1-2 4 0,-3 3-1 0,1-4 5 16,0 0 5-16,-1 2 2 0,-2 0-1 0,0-2-3 16,-1 0 3-16,0 0-2 0,-4-2-3 15,2 2-2-15,-2-1 1 0,-1-2 2 0,0 4 0 16,-2-1 3-16,-2 0-4 0,0 1-2 0,1-3 0 15,-1 2-2-15,-1 0-5 0,1-2-2 0,0 2 2 16,-1 0 4-16,1 0 0 0,-1 0 3 16,0-1 1-16,-1 0 6 0,1 0-2 0,-2 0 4 15,-2-1 1-15,2-1-2 0,-1-1 0 16,0 0-7-16,0 0 2 0,1 0-7 0,1-1-4 16,-4-3 0-16,5 1-4 0,-1 0 3 15,-2-1-2-15,4-1 4 0,-1 1 0 0,2-1-1 16,-2-1 3-16,2 1-1 0,1 0 5 0,0-1-1 15,2 1 1-15,0-2 3 0,-1 1 4 0,1-3-1 16,1 2 1-16,1-2-3 0,2 2 4 16,1-3 1-16,0 1-3 0,1-3-1 0,2 2-3 15,-1-3 2-15,2 0-3 0,2 1-6 16,-1-3 4-16,2-1 0 0,0-1-3 0,1-1-6 16,2-1-2-16,0-2-1 0,-1-1 2 0,3 0 1 15,-1-2 7-15,2 1 6 0,-2 0 5 0,4 0 5 16,-1 0-6-16,1 3-3 0,-1 0-3 15,3 2 1-15,1-1-4 0,0 1 2 0,2 2 0 16,1-1-2-16,2 0-2 0,0 0-4 16,4-1 5-16,-1 1-8 0,4-2 0 0,1 1-1 15,2 2 5-15,1-1 9 0,2-1-2 0,3 1 6 16,-1 0 2-16,4-2 3 0,2 2 0 16,1-1-7-16,2 1 2 0,0-2-2 0,2 3 2 15,1 0 0-15,3-1-1 0,0-1 0 0,2 0-2 16,2 0-6-16,-1 0-7 0,4-1-1 15,1 0-3-15,0 1-6 0,2-1-1 0,0 1 8 16,3-1 4-16,0 0 4 0,1 0 9 0,1 1 9 16,3-2-1-16,-1 2 4 0,4-1-2 0,1 1-3 15,0 1-6-15,3 0 1 0,0 2-4 16,0-2 1-16,0-1-4 0,4 0-7 0,-3-1-4 16,2 1-5-16,1-1 1 0,0 0 4 15,0-1 0-15,-1 3 12 0,2-1 8 0,1 3 5 16,-2-2 5-16,1 3-6 0,0 1 4 0,-1-2-6 15,-2 1-1-15,2 1-3 0,-2 0-8 0,3-2 0 16,-2 2-2-16,1-2-4 0,-1 0 7 16,1 0 2-16,0-3 2 0,0 0 0 0,-1-1 4 15,1 1 4-15,3-1-9 0,-2 0-6 0,2-3 0 16,0 2 2-16,-2 0 1 0,-2 1 0 0,4 1-2 16,-4-1 3-16,2 2-2 0,-2 1 5 0,1 0-1 15,-1 3 0-15,1-2 4 0,-1 2-10 16,2 3-7-16,0-1-7 0,3 0-7 0,-2 1 1 15,-1 1-2-15,1 1 22 0,0 1 15 0,0 0 4 16,-1 3 1-16,-1 0-3 0,1 1-7 0,-1 2 1 16,-2 1-6-16,-1 0 0 0,1 3 6 0,0 1 0 15,0 1 5-15,2-4-8 0,0 5-6 16,-1 0 1-16,1-1-4 0,2 1 3 0,-3 1 3 16,3-1-4-16,-2 0 4 0,-1 1-2 0,3 0 2 15,0-1 2-15,0 1-2 0,-1 0 6 0,4 0-2 16,-1 0 3-16,1 1-3 0,1-1 1 0,-2 2-10 15,2 1 6-15,0 0-1 0,-1 1 4 0,-1-1-3 16,2 3-6-16,-4 0 5 0,1 0-2 0,1 2 3 16,-1 0-1-16,-2 0 4 0,2 0-8 0,-1 1-1 15,2 0-3-15,1 1-5 0,1-1-6 0,-2 2-2 16,2-2 18-16,1 1 4 0,-1 2 7 0,0-3-2 16,0 1 3-16,-2 2 1 0,2 2 0 0,-4 1-1 15,2-3-5-15,2 2 4 0,-1 2-10 0,1-1 2 16,0 2-5-16,2 1 4 0,-2-1 1 0,0 0-3 15,1-1 8-15,-2 3-7 0,-1-1 2 0,2-1-4 16,-3 1 3-16,-1 0 1 0,2 0 4 0,1-1 3 16,-1 0-1-16,1-1-2 0,1 1-3 0,0-2 0 15,-2 0-4-15,2-2-3 0,0 3-2 0,-1-3 2 16,-2 0 0-16,2 1 1 0,-2 1 1 0,-1-2 3 16,0 2-1-16,0 0 2 0,-1 0 6 0,1 2 2 15,0-1-2-15,1 2-1 0,-2-1-3 0,0 2 3 16,-1 1-9-16,0-2-3 0,-1 1-1 0,-2 3-1 15,1-2 5-15,-1 0 2 0,-2 1 1 16,1-2 3-16,1 0 6 0,-3 1 3 0,2-3-2 16,-1 2-7-16,0-2 4 0,3 0-3 0,-2-1-5 15,-2 0 2-15,0 2 4 0,1-1 0 0,-2-1-4 16,-1 2-1-16,1-2 1 0,-1 2-3 16,2-1-8-16,-4 1 5 0,3 0 4 0,-1-1 4 15,2-1 5-15,-1 0 4 0,2-2 5 0,0 2-9 16,3-3-1-16,-1-1-2 0,0-1-8 0,2-3 0 15,-1 2-3-15,1-3 1 0,-1-1-1 0,3-1-1 16,-3 0-3-16,-1 1-2 0,1-1 5 16,0-1-2-16,-1 2 5 0,1 0 6 0,-1-1 4 15,0 1 2-15,2 2 3 0,-1-3-1 0,2 3-1 16,2-3-7-16,-3 0 0 0,4 0 0 0,-2-1-10 16,4 1-2-16,-4-4 1 0,5 1 7 0,-3-2 4 15,3-1 3-15,0 0 6 0,0-2 4 0,1 2 1 16,0-2-7-16,-1 1 1 0,0 1-6 15,-1-1-2-15,-1 2-4 0,-4 2-2 0,2-1 0 16,-3 2-3-16,1 3 4 0,-3-2 4 0,1-1 4 16,0 3 3-16,-1-1-1 0,2 0-2 0,-1-1-10 15,2 1-5-15,-1-1-8 0,-1 1-6 0,0-1 6 16,-1 1 1-16,-3 1 2 0,0 0 16 0,1 0 14 16,-5 1 7-16,2 1-7 0,-5 2-3 0,2 1 2 15,-5 1-11-15,-2 1-6 0,-1 1 3 0,-2 1 3 16,-3 1 2-16,2 0 2 0,-4 1 0 0,2 1-1 15,-3 0-5-15,2 2-1 0,-4-2 7 0,0 3-1 16,-3-1 2-16,4 0-6 0,-3 1 1 0,1 1 0 16,-2 1-2-16,0 1 5 0,0-3-5 0,0 2 5 15,-2 1-1-15,-2-2-2 0,2 2-2 0,-2 2-2 16,1-1 4-16,1 2-2 0,0 2 7 0,0-1 5 16,0 5 8-16,-2-2 1 0,2 1-3 15,0 1 3-15,0 2-4 0,0-1-2 0,2 2-8 16,0-1-1-16,0 0-2 0,-1-1-2 0,1-1-1 15,-1 0 5-15,2-2 6 0,1 0 20 0,-2-1 12 16,1 0 9-16,-2-2 3 0,3-1-3 16,-1-2-4-16,-1-1-22 0,-1 0-14 0,1-1-9 15,0-2-4-15,-2-1-3 0,-2 0-4 0,-2 1 7 16,1-2 5-16,-4 1 0 0,1 1 2 0,-2-4 2 16,-2 1 0-16,0 0 1 0,-4 0 9 15,1 0 6-15,-4-2 3 0,3 1 0 0,-3-1 3 16,-1-1 0-16,-1 2-9 0,3-3-3 0,-4 3-4 15,0-2-4-15,0 0-2 0,1 2-2 0,-1-3-2 16,0 3-2-16,2-3-3 0,-1 2 0 0,-1 1-1 16,2-1 1-16,0 0-2 0,-1-2 2 15,-1 2 0-15,2-3 2 0,-1 0 2 0,-1 2-1 16,2-3 0-16,-2 2 1 0,0-2 9 0,0 0 3 16,0 0 6-16,0 0 7 0,0 0 2 0,-2-2-1 15,2 2-6-15,0 0-5 0,-1-1-8 0,1-1-5 16,-2 0-3-16,2 0-2 0,-1-1-1 15,-1 2-1-15,0-3 1 0,2 2 1 0,-1 0-1 16,-1 0 0-16,1-1 0 0,1 3-8 0,-4-1-14 16,1-2-46-16,0 3-68 0,-3-2-87 0,0 2-169 15,-2 0-273-15,-2 0-322 0,-1 0-293 0,3 2-193 16,-2-2 139-16,-2 3 626 0</inkml:trace>
  <inkml:trace contextRef="#ctx0" brushRef="#br0" timeOffset="25999">19161 2063 85 0,'-2'-2'315'0,"2"-2"179"16,-1 4 180-16,-1-4-28 0,2 1-31 0,0-1-20 16,0 2-27-16,0 2-51 0,0-5-58 0,-1 5-84 15,1-1-67-15,0 1-45 0,1 0-26 16,1-1-19-16,-1-1-19 0,-1 2-31 0,2 0-35 16,0 0-39-16,-2 0-35 0,1 0-25 0,1 0-19 15,1 2-7-15,1-1-6 0,-1 0-1 0,2 4 4 16,2-3 0-16,-1 2-2 0,3 3 0 0,3-1 6 15,-3 0 2-15,4 1-4 0,-4 0 3 16,4 2 3-16,1 0-4 0,1 0-3 0,0 2-4 16,1 0 8-16,1 1 4 0,-1-3 1 0,3 4 3 15,0-2-1-15,-1 0 2 0,0 0-8 0,0-1-6 16,-1 1-2-16,-1-3-3 0,1 0-2 16,-2 1 2-16,1-3 0 0,-5-1 1 0,1-1 0 15,-1 0 0-15,-1 1 2 0,-1-5-2 0,-2 2 10 16,-1-2 5-16,-1 3 8 0,-2-3 7 0,1 0 4 15,0 0 7-15,-3 0-5 0,-1 0-2 0,2-3-5 16,-2 3-6-16,0-2-2 0,0-3-5 0,0 3 0 16,-2-3 0-16,1 0-1 0,-1-1-1 15,0-1 0-15,-2-2-7 0,-1 0-8 0,4-1-3 16,-4-2-3-16,0 0-2 0,0-2 0 0,0-2 4 16,1 1 3-16,-1-3 1 0,0 0 0 0,1-2 2 15,-1-1-1-15,0 0-1 0,-1-2 2 16,0 1-2-16,-1-2 1 0,2 0-1 0,0 0 1 15,-2 0-1-15,1 3 1 0,-1-1 5 0,1 4 3 16,1 0 4-16,-3 1 2 0,4 5 1 0,-3-1 0 16,4 4-5-16,0 1-3 0,-1 2-3 15,1 0-2-15,2 2-3 0,-4 1-1 0,5 1-1 16,-1 2-1-16,-1 0-2 0,2 0 2 0,0 0 0 16,0 2 1-16,0 1 1 0,0-2 1 0,0 4-2 15,2-2 2-15,-2 0 0 0,1 1 0 16,-1 0 0-16,0-2 0 0,3 1 2 0,-1 0-2 15,-2-2 0-15,0 1 0 0,1 0 0 0,-1-1-1 16,0 1 1-16,0-2 0 0,0 0 1 0,0 1 0 16,0-1 0-16,0 0 1 0,-1 2 0 15,1-1 0-15,-5 1-1 0,2 1 1 0,0-1-1 16,-2 3 1-16,0 0-2 0,0 1 1 0,-4 1-1 16,1-1 0-16,-1 3 1 0,-1 2-1 0,-2 1 0 15,-1 1 0-15,-3 0 0 0,3 3 0 0,-4 0 0 16,1 1 0-16,1-3 0 0,0 3 0 15,0-2 0-15,3-3 0 0,3 0-1 0,-2-3 0 16,4-1 0-16,3-2 0 0,-1-2-2 0,2-1 1 16,3 0 0-16,0-3 0 0,4-3 1 0,3-2-1 15,1-2 2-15,4-2 1 0,3 0-1 0,0-4 0 16,1 2 0-16,3-3-1 0,-3 2 1 0,1 2 0 16,-2 0-1-16,-1 2 1 0,-1 1 0 15,-5-1 1-15,-1 4-1 0,0-1 0 0,-3 4 0 16,-2-2 0-16,0 3 0 0,-2 3 1 0,-2-2 1 15,-3 6 0-15,0-3 0 0,1 4-1 0,-4 0 0 16,2 0-1-16,-2 1 0 0,1-1 0 0,1 3-1 16,-2-3 1-16,2 3-1 0,3-1 0 15,-2-1 1-15,1 0-2 0,1 0 1 0,3-1 0 16,0 0-1-16,0-2 0 0,3 2 2 0,-3-4-1 16,5 2 0-16,-1-1 0 0,-1-2 0 0,2 0 1 15,-1 0 0-15,2 0-1 0,1-1 0 16,-2 0 1-16,1 0 1 0,-1-1-1 0,0 1 0 15,1-1 1-15,-2 2-1 0,1-1 0 0,2-1 0 16,-3 2 1-16,0 2-1 0,2-3 1 0,-2 3-1 16,1 1 0-16,-2 0 0 0,1-1 0 15,0-1 0-15,0 2 0 0,2-1-1 0,-5 1 1 16,4-2 0-16,-2 0 0 0,0 1 0 0,-1 0 0 16,1-1 0-16,1 0 0 0,-3 2-1 0,5-1 5 15,-3 0 3-15,0-1 2 0,1 1 0 16,0 1 1-16,1-1 0 0,0-1-5 0,3 0-3 15,-2 0-2-15,1 0-2 0,-3-1-11 0,1-1-31 16,0 2-80-16,-2-3-133 0,-3 1-259 0,-5-1-309 16,1 2-388-16,-4 0-429 0,-5 0-99 0,-6 0 635 15</inkml:trace>
  <inkml:trace contextRef="#ctx0" brushRef="#br1" timeOffset="63061.51">3162 13264 18 0,'1'-6'426'0,"-1"3"380"0,0 0 252 0,0 2 20 16,0-1-328-16,0 2-228 0,0 0-163 15,0 0-106-15,3 3-42 0,2 2-14 0,2 4-17 16,2 4-5-16,4 5-15 0,-1 5 9 0,4 2-6 16,0 7-25-16,1 5-24 0,1 1-28 0,-1 4-18 15,0 1-21-15,-2 3-17 0,-1-3 1 16,-3 0 0-16,0-4-8 0,-2-1 0 0,-1-4 3 16,-3-5 1-16,-3-2-6 0,1-4 0 0,-3-5 9 15,-3-1 4-15,0-2-4 0,-4-4-3 0,0-3-2 16,-3-2-8-16,0-1-6 0,-2-10-5 0,-2-1-5 15,-4-4 4-15,4-3 1 0,-5-8-1 0,1-5 0 16,1-4 3-16,-2-7 4 0,2-4-6 16,1-4-3-16,2-2-7 0,4-5-2 0,1 1-5 15,4 0-2-15,2 2-3 0,3-1 1 0,3 3 14 16,2 1 7-16,3 4 2 0,1 3 2 0,2 3 1 16,3 3-2-16,1 5-5 0,0 2-5 15,2 5 1-15,0 3-1 0,-1 7 2 0,-1 1 1 16,0 6 2-16,0 4 2 0,-2 3-6 0,-2 4-1 15,-1 5-1-15,-4 6-1 0,-1 1 0 0,-2 6-1 16,-3 3 5-16,-3 2 1 0,-2 5 2 0,-1-1-1 16,-1 2-1-16,-2 0-1 0,-1-1-1 15,4-2 0-15,-2-3-1 0,2-5-1 0,3-3-3 16,0-3-2-16,3-4 7 0,0-2-2 0,3-2 4 16,4-4 3-16,1-1-1 0,2-2-12 0,2-2-34 15,3-2-43-15,0-3-59 0,3 0-53 0,1-3-48 16,0 0-32-16,1-2-5 0,2 1 42 15,-1-1 63-15,3 0 50 0,-2-1 41 0,0 1 31 16,-1 2 25-16,1-1 14 0,-2 2 6 0,-2-1 4 16,2 2 2-16,-5-3 10 0,0 3 13 0,0-1 17 15,-3 0 14-15,-2-2 12 0,-4-1 15 16,1-3 11-16,-3-2 21 0,-1-1 33 0,-3-2 39 16,-1-1 32-16,-3 1 1 0,-3-2-10 0,-3 1-29 15,-1-1-39-15,-3 3-37 0,-4-2-34 16,-1 3-21-16,-1 0-21 0,-1 3-11 0,1 1-9 15,-2 3-6-15,4 2-4 0,1 3-3 0,-1 7 5 16,4-3 1-16,0 5 2 0,3 1-1 0,3 2-1 16,2 1-1-16,1-1 1 0,2 2-1 0,0-2-2 15,3 0 0-15,3-1-9 0,-2 0-45 16,2-2-58-16,1 1-54 0,-1-4-75 0,2 1-130 16,-2-2-145-16,2-3-117 0,-2 0-132 0,1-3-235 15,-1 0-136-15,2 0 129 0,-3-4 304 0,3 3 314 16</inkml:trace>
  <inkml:trace contextRef="#ctx0" brushRef="#br1" timeOffset="63286.43">3573 13228 24 0,'17'-10'226'0,"-3"-2"122"0,5 0 120 0,-3-2-42 16,1 2-110-16,1 0-59 0,1 0-1 0,0 1 22 15,0 0 40-15,0 3 24 0,-3-3 32 0,4 5 26 16,-4 0-9-16,0 2-31 0,1 3-45 16,-4 1-3-16,0 3-15 0,2 3-19 0,-5 1-13 15,2 5-15-15,-4-1-21 0,-3 3-41 16,0 2-40-16,-5 1-38 0,0 5-32 0,0 0-25 15,-5 3-18-15,0 3-12 0,0 0-11 0,-2 3-5 16,-1 0-3-16,2 0-4 0,1-1-4 16,0 0-1-16,5-3 0 0,-2-2-4 0,4-5-24 15,-2-1-73-15,5-3-74 0,-2-4-145 16,3-2-271-16,1-4-321 0,3-4-347 0,2-2-204 16,3-6 40-16,0-2 598 0</inkml:trace>
  <inkml:trace contextRef="#ctx0" brushRef="#br1" timeOffset="63469.53">4346 13377 736 0,'3'10'1566'15,"-6"0"112"-15,0 4-311 0,-2-2-368 0,-3 2-436 16,-1-3-266-16,2 2-125 0,1-3-66 16,1-3-40-16,0-1-28 0,4 1-20 0,-2-7-11 15,3 0-8-15,4 0-22 0,1-7-78 16,0 1-100-16,0 0-194 0,3-2-286 0,-1-1-350 15,1-2-417-15,-1 0-201 0,1 0 269 0,3 3 773 16</inkml:trace>
  <inkml:trace contextRef="#ctx0" brushRef="#br1" timeOffset="64347.89">5141 13016 308 0,'-11'0'961'0,"0"0"350"0,0 5-51 0,3 1-171 16,-1 6-433-16,2 2-233 0,3 6-112 15,-1 6-63-15,0 4-38 0,3 3-40 0,2 2-59 16,2 1-44-16,1 1-31 0,2-1-20 0,1-1-6 15,2-5-8-15,3-2-4 0,-1-4-2 16,1-3-1-16,3-6 1 0,-1-4-2 0,-1-5 3 16,1-6 1-16,1-6 2 0,-3-6 3 0,-1-7 1 15,2-6-1-15,-4-5-1 0,0-2 0 16,-1-6 0-16,-1 1-3 0,-5-3 0 16,1 5 0-16,-2-2 1 0,-2 6-2 0,1 0 1 15,-2 8 3-15,0 2 0 0,1 6 1 0,1 1-1 16,-1 8-1-16,0 3 2 0,2 6-3 0,0 6-2 15,0 8 4-15,4 4 0 0,-1 7 1 16,4 6-1-16,0 5 0 0,-1 5 3 0,2 6-4 16,1 5-2-16,-1 5-2 0,-1 3 1 0,1 7 2 15,-2 0 2-15,0 5 2 0,-4 1 11 16,-2-1 8-16,-2 2 3 0,-4-4 2 0,-2-2-2 16,-3-4-1-16,-1-6-4 0,-1-4-4 15,-3-5 0-15,0-11-1 0,-3-6 2 0,2-8-2 16,-4-7-4-16,2-9-5 0,0-11-1 0,-1-9-2 15,4-7-4-15,0-6 0 0,5-11 1 16,3-5-1-16,5-5-1 0,4-5-1 0,4-4-1 16,5 2-1-16,5-2-1 0,1-1-2 0,6 0 1 15,4 1 1-15,-1 1 2 0,5 1 1 16,-1 3 2-16,2 1 1 0,1 3-2 0,0 1 0 16,-2 4 0-16,1-3 0 0,-4 7 2 0,2 0 0 15,-3-1 2-15,-4 2 0 0,-1 4 1 16,-5-1 1-16,-2 5 3 0,-3 1 5 0,-6 4 6 15,-4 2 4-15,-4 4 2 0,-5-1 1 16,-4 3-2-16,-4 3-5 0,-5 1-5 0,-2 2-3 16,-2 3-2-16,-1 3-3 0,-1 6 0 15,2 3-1-15,0 4-1 0,3 4-1 0,2 5 0 16,5 6-3-16,4 0-1 0,3 5-1 0,4 3-1 16,4 0-2-16,5 3-2 0,3 2 0 15,5-2 0-15,1-2 0 0,5-1-4 0,2-4-21 16,2-4-79-16,1-5-102 0,3-5-197 0,-2-8-289 15,5-4-353-15,2-6-408 0,0-6-174 16,1-4 292-16,3-7 758 0</inkml:trace>
  <inkml:trace contextRef="#ctx0" brushRef="#br1" timeOffset="65752.63">5745 13581 331 0,'0'-4'814'0,"0"4"323"0,0-4 26 16,0 0-278-16,0-1-308 0,0-1-219 15,0-1-119-15,3-4-49 0,-1-2-10 0,1-2 2 16,0-3-3-16,2-4-13 0,0 0-19 0,1-1-26 16,0-1-27-16,1 2-35 0,-1 0-20 15,-1 2-12-15,0 1-12 0,1 5-6 0,-3 2-7 16,2 5-1-16,-2 1 2 0,2 4 4 0,0 6 6 15,-1 3 2-15,2 3 3 0,2 5-1 16,-3 4-6-16,3 3-5 0,1 2-4 0,1-2-4 16,0 3 0-16,2-2-3 0,1-1-1 0,0-3 1 15,2 0-1-15,1-6 3 0,1 0-3 16,2-8 5-16,-1-1 1 0,1-4 1 0,0-6 0 16,1-5 1-16,2-2 1 0,-1-5-3 15,1-5 3-15,-1-3-3 0,-2-2 2 0,1-1-2 16,-1 0 2-16,-3 0-2 0,-2 1 0 0,-1 2 0 15,-5 4 2-15,1 2 4 0,-2 2 18 16,-4 5 14-16,-3-2 11 0,-2 7 5 0,-1-1 2 16,-2 5-3-16,-4 0-13 0,-1 6-13 0,2 2-8 15,-4 6-5-15,4 2-7 0,-2 4-2 16,2 4-5-16,2 2 0 0,3 3-1 0,0 0-2 16,6 0 0-16,0 0-1 0,3 1 0 15,2-3-1-15,2-2-1 0,2-4-1 0,1-3 1 16,4-5 0-16,-2-3 3 0,2-4 3 15,2-6 1-15,0-4 1 0,0-4-2 0,0-5-7 16,0-4-13-16,-3-3-9 0,3 0-8 0,-3-2-4 16,-1 1-4-16,-2 3 6 0,1-1 11 0,-4 4 9 15,0 2 7-15,-1 3 5 0,-3 3 2 16,0 2 1-16,-1 4 1 0,2 2 2 0,-1 6 3 16,-2-1 2-16,1 4 5 0,0 5 2 15,-2-1 1-15,2 3-4 0,0 2-2 0,1 3 0 16,-1-3-6-16,0 2 1 0,-1-1-2 0,3 0 1 15,0 0 0-15,-2-2 0 0,2-3 0 16,-1 1 0-16,0-3-1 0,2 0 0 0,0-3-2 16,-2 0 0-16,1-3 2 0,2-3-1 15,-1 0 0-15,2-6-1 0,-1 0 5 0,2-1-1 16,0-2 0-16,3 0 0 0,-3-3 1 0,2 1 0 16,0 1-3-16,-2-1 1 0,1 2 0 0,-2 1-1 15,-2 3 1-15,0 0-3 0,0 4 3 16,-2-1 0-16,-1 4 3 0,-2-1 2 15,2 4 1-15,-2-1-2 0,1 2 0 0,0 1-2 16,0 1-3-16,0 0-2 0,0 0-2 0,3 0 2 16,2 1 0-16,-1-1-2 0,0-2 1 0,3 0 1 15,0-4 2-15,0 2 1 0,3-4-1 16,-4-2 1-16,1 0 1 0,1 1 1 0,-2-2-1 16,0 0-3-16,-1 2 1 0,-3-1 1 15,1 2-1-15,-2 0 5 0,-1 3 7 0,2 0 9 16,-1 5 10-16,-2-1 5 0,2 5 0 0,0 1-3 15,0 1-9-15,1 1-8 0,2 1-7 16,0 1-5-16,0-4-1 0,1 1-1 0,2-2-1 16,-1-1 0-16,1-5 2 0,0-2-1 15,2-6 1-15,-1-2 1 0,1-5 3 0,-1-7 0 16,0-5-1-16,-1-8-2 0,0-4 1 0,-2-6-3 16,-1-5-1-16,0-2 0 0,-2-5 0 0,-3-6 3 15,-1-1 1-15,0-5-1 0,-2-5-1 16,-2 0 1-16,0-1-1 0,-1 3 1 0,0 1 10 15,-1 9 8-15,-1 5 12 0,2 8 10 16,-2 8 7-16,0 6 7 0,3 4 1 0,-1 7-4 16,0 6-9-16,1 4-8 0,-2 6-8 0,2 8-10 15,-1 9-9-15,2 8-6 0,-1 8-2 0,2 8-1 16,0 10-1-16,2 7 2 0,-1 7 3 16,2 9 1-16,3 3 1 0,-1 11 1 0,2 1-1 15,1-1-2-15,4 0-5 0,1-8-2 16,1-8-3-16,3-8-4 0,2-10-9 0,2-10-14 15,1-7-28-15,0-13-64 0,-1-7-73 0,1-9-95 16,-2-10-152-16,0-8-212 0,-2-7-292 16,3-9-235-16,-5-4-179 0,3 0 54 0,-5-4 467 15,0 0 469-15</inkml:trace>
  <inkml:trace contextRef="#ctx0" brushRef="#br1" timeOffset="66011.91">7605 13333 210 0,'8'-21'717'0,"-2"7"517"0,0 6 239 16,-3 5-160-16,-1 5-378 0,-4 5-318 0,1 6-189 15,-3 5-120-15,-3 7-97 0,2 1-69 0,0 5-36 16,2 1-24-16,0 4-19 0,1 1-14 15,4-2-13-15,1 0-10 0,3-3-11 16,2-3-8-16,5-2-3 0,-2-8-4 0,6-3-2 16,-1-9-3-16,1-7 1 0,1-7-3 0,-1-9-2 15,1-4-3-15,-2-6 0 0,-4-4-1 0,2-1 1 16,-4-1 3-16,-2 3 3 0,1 6 5 16,-4 1 1-16,1 6 4 0,-2 2 3 0,-1 5 4 15,0 3 0-15,-1 2 1 0,-1 6 1 16,2 2-2-16,0 7-5 0,0 2-2 0,2 5-4 15,0 2-2-15,5 1-1 0,0 1-2 0,5 2-2 16,2-1-16-16,1-1-38 0,2 2-85 0,2-3-134 16,-1-2-261-16,3 3-325 0,2-3-402 15,3-2-415-15,2-1-34 0,3-1 656 0</inkml:trace>
  <inkml:trace contextRef="#ctx0" brushRef="#br1" timeOffset="66365.74">9069 13429 330 0,'-13'-2'1298'0,"3"0"426"15,1 2-244-15,1-2-351 0,3 2-458 16,1 0-327-16,2-1-181 0,2-1-84 0,3 1-38 16,4-2-17-16,2-2-7 0,7-3-2 0,3 1-1 15,2-3-1-15,5-1-2 0,3 0-2 16,2-1-3-16,1-1-3 0,3 1-3 0,-2 1-27 15,-1 4-80-15,-4 0-117 0,-1 2-234 16,-5 2-290-16,-4 2-356 0,-6 1-387 0,-4 1-117 16,-6 1 447-16,-6 0 738 0</inkml:trace>
  <inkml:trace contextRef="#ctx0" brushRef="#br1" timeOffset="66634.5">9228 13097 483 0,'0'-4'1044'15,"3"1"245"-15,-1-1-99 0,1 1-279 16,4 0-440-16,2-2-232 0,5 1-109 0,2-1-55 16,3 1-28-16,6 0-12 0,1-2-8 15,2 1-14-15,4 2-5 0,-1 0-3 0,4 6-3 16,-2 1-2-16,1 4 0 0,-3 4 2 0,-1 4 16 16,0 2 64-16,-5 5 58 0,-4 2 43 0,-3 5 21 15,-6 4 3-15,-1 1-16 0,-6 3-47 16,-5 1-42-16,-2-1-34 0,-4 0-24 0,-5 1-14 15,2-3-10-15,-4-1-8 0,-3-4-6 16,2-4-6-16,-2-1-27 0,2-6-81 0,-4-2-106 16,1 0-185-16,1-6-288 0,2-4-344 0,3-3-378 15,1-4-159-15,4-2 281 0,6-1 687 0</inkml:trace>
  <inkml:trace contextRef="#ctx0" brushRef="#br1" timeOffset="67494.92">11252 12814 337 0,'2'-12'777'15,"1"0"298"-15,0 0 72 0,2-2-235 16,4-2-328-16,5 0-187 0,2-1-78 0,6-1-46 16,2 0-49-16,3 3-21 0,3-3-16 15,2 3-34-15,4 5-34 0,0 3-7 0,-1 2-6 16,-2 5-20-16,-1 6-10 0,-3 4-2 0,-4 6-6 15,-6 4-13-15,-2 6-8 0,-4 3-7 0,-5 3-9 16,-7 4-5-16,-2 0-4 0,-7 0-7 16,-2 2-4-16,-1-4-1 0,-3 2-3 0,0-7-2 15,-2-1-1-15,3-4-1 0,-1-3-2 16,5-3-2-16,1-5-2 0,3-2-2 0,2-3-2 16,0 3-1-16,7-5 1 0,1 0 3 0,6-1 2 15,3-1 1-15,2 1 3 0,5-2-1 16,1 0 0-16,5-1-1 0,0-1 1 0,1 1 1 15,1-2 0-15,-4 0-1 0,0 1 1 16,-6 0 0-16,0 4 2 0,-6 1-1 0,-1 1 0 16,-7 3 3-16,-2 4 0 0,-6-1 0 0,-3 5-1 15,-5 2 1-15,-5 2-2 0,-6 3-1 0,-2 2-1 16,-4 2-2-16,-4-1-2 0,1 2-2 16,-3-2-1-16,0 1 1 0,0-2 0 15,3-4 0-15,2-3 2 0,4-3 1 0,4-4-1 16,4-1-1-16,4-5-4 0,4-5-11 0,4-3-38 15,4-5-72-15,4-4-66 0,3-5-121 0,5-2-199 16,4-5-313-16,0-1-293 0,7-3-210 16,-1 0-96-16,6-3 376 0,1-1 577 0</inkml:trace>
  <inkml:trace contextRef="#ctx0" brushRef="#br1" timeOffset="67914.83">12699 12664 132 0,'11'-17'790'0,"-2"4"594"0,-4 1 168 16,-3 4-211-16,-4-2-441 0,-1 3-350 0,-3 1-176 16,-4 1-120-16,-1 2-90 0,-3 1-54 15,-3 2-34-15,1 1-19 0,-8 3-16 0,2 4-10 0,-5 2-7 16,0 5-8-16,-4 7-4 0,-1 6-6 15,-3 6-5-15,0 10-3 0,1 8 2 0,-1 7 5 16,3 6 5-16,2 8 3 0,3 4 0 16,8 3 2-16,5-3-3 0,7-4-7 0,7-5-5 15,7-6-4-15,7-11-1 0,5-5 1 0,6-10 0 16,4-9 0-16,4-11 1 0,4-7 3 16,1-11 1-16,2-8-1 0,-3-5 2 0,-1-6-1 15,-6-4 1-15,-3-1 0 0,-6-2 0 0,-5 2 2 16,-7 1-1-16,-4 4 1 0,-7-1 1 15,-2 6-2-15,-8 3 0 0,-5 3-1 0,-2 4-2 16,-5 2-2-16,-1 6 0 0,-2 4-2 16,0 3-1-16,3 4-1 0,-1 4-9 0,5 4-11 15,4 2-31-15,2 3-74 0,4 0-87 0,7-2-165 16,3 0-283-16,5-4-336 0,4 0-377 16,8-3-203-16,1-4 110 0,4-4 695 0</inkml:trace>
  <inkml:trace contextRef="#ctx0" brushRef="#br1" timeOffset="68488.39">13913 13339 309 0,'8'-17'611'0,"-1"-3"243"0,-1-5 158 16,1-5-194-16,2-3-223 0,-3-7-141 0,2 0-48 15,1-3-15-15,-1-1-31 0,-1-1-42 0,-1-4-32 16,2 2-34-16,-4-3-39 0,-4 2-45 16,0 2-43-16,-4 0-37 0,-4 5-22 0,0 2-9 15,-2 5-8-15,-2 4-7 0,1 6-7 16,-1 5-3-16,-3 4-8 0,2 3-9 0,-1 5-4 15,1 3-6-15,-1 4 0 0,3 5-4 16,1 2-2-16,-2 6 1 0,4 2-1 0,3 6 1 16,0 5-2-16,1 8 0 0,2 5 1 0,2 6-1 15,0 7 2-15,2 8 1 0,-1 4 0 0,2 7 2 16,-3 6-1-16,2 5 2 0,1 5-3 16,-3 2-2-16,3 1 0 0,-1-2 1 0,0-3-1 15,-1-4-1-15,2-2 1 0,2-6 1 16,0-7-2-16,-1-6-1 0,-2-6-12 0,1-6-36 15,-3-6-75-15,-1-8-110 0,-3-3-207 0,-5-9-300 16,-2-2-348-16,-3-7-362 0,-7-8-152 0,-2-8 358 16,-3-4 724-16</inkml:trace>
  <inkml:trace contextRef="#ctx0" brushRef="#br1" timeOffset="68652.64">13418 13735 603 0,'8'-19'1511'0,"3"5"157"0,0 2-309 16,2 5-327-16,3 1-490 0,0 1-294 15,4 1-127-15,-1-2-56 0,8 0-30 0,0-2-16 16,6 1-8-16,5-4-3 0,6 1-4 16,2-2 0-16,6 0 1 0,2-1-10 0,1-1-77 15,1 0-121-15,2 0-268 0,3 1-280 0,-3 1-353 16,0 2-423-16,2-1-111 0,-3 5 522 16</inkml:trace>
  <inkml:trace contextRef="#ctx0" brushRef="#br1" timeOffset="69170.57">15735 13622 108 0,'-4'5'693'0,"6"1"447"16,-2 0 99-16,2-4-128 0,-1-2-363 0,4 3-259 15,1-6-105-15,2 3-62 0,2-2-27 16,1-5-29-16,3-3-38 0,2-3-58 0,4-2-55 15,2-4-28-15,2-5-22 0,3-4-17 16,2-1-12-16,1-3-13 0,1-3-8 0,1-1-6 16,-2 4-5-16,-2-1-3 0,-1 1-3 0,-2 4-1 15,-4 2-6-15,-2 7-31 0,-3 2-74 0,-7 4-92 16,-4 6-185-16,-3 6-291 0,-6 2-344 16,-4 6-368-16,-5 4-195 0,-7 2 209 0,-2 2 733 15</inkml:trace>
  <inkml:trace contextRef="#ctx0" brushRef="#br1" timeOffset="69364.42">15744 13347 134 0,'3'-3'784'0,"-1"0"477"16,1 3 53-16,3 3-150 0,2-2-366 0,4 4-320 16,1 1-143-16,4 0-73 0,1 3-42 0,6 1-48 15,0 4-46-15,4-1-39 0,4 2-40 16,1 2-21-16,3 1-12 0,1 0-6 0,-1 1-20 15,2 0-75-15,-1 0-84 0,0 0-181 16,-2 1-284-16,-3-2-323 0,-2-2-368 0,-3 2-202 16,-5-3 163-16,2-2 696 0</inkml:trace>
  <inkml:trace contextRef="#ctx0" brushRef="#br1" timeOffset="70029.95">17202 13269 41 0,'9'-10'571'0,"1"4"488"0,-4 0 203 15,0 4-81-15,-1-2-314 0,0 3-243 16,0 2-169-16,0 5-98 0,-2 4-62 0,0 3-47 16,1 6-60-16,1 3-64 0,-2 6-47 0,1 1-28 15,-1 2-16-15,0 4-13 0,0-1-10 16,2 0-7-16,-2-2-1 0,5-2-3 0,-2-3-2 15,2-4-1-15,3-4 1 0,-1-4-1 16,1-3 3-16,1-4 1 0,1-5 2 0,3-3 1 16,-2-5 2-16,3-3-1 0,-1-6-3 0,3-2 1 15,-3-3-1-15,5-1 0 0,-5-3 0 16,2 0 0-16,-2 2-1 0,-2 1-2 16,-1 1-2-16,-2 2 0 0,0 6 0 0,-3 2-1 15,1 3 2-15,-2 5 2 0,-2 2 2 0,0 5 2 16,-4 7 2-16,2 2 0 0,-3 8-1 0,0 3 0 15,-3 6-2-15,2 3 1 0,-4 5 0 16,2 5 0-16,-4 7 0 0,2 3-1 0,-1 3 0 16,0 5-2-16,3 0-9 0,1 0-47 0,2-3-78 15,3-6-135-15,2-6-242 0,4-6-304 16,1-6-375-16,1-4-333 0,3-9-69 0,1-4 559 16</inkml:trace>
  <inkml:trace contextRef="#ctx0" brushRef="#br1" timeOffset="70579.92">18491 12994 291 0,'10'-5'816'0,"-3"0"348"0,-1 2 24 0,-1 0-263 16,3 2-303-16,-2-3-202 0,4 4-96 0,-1 0-53 15,5 0-10-15,-2 2-19 0,1 0-33 16,4-1-53-16,-2-1-49 0,1 1-27 0,1 1-34 16,0 0-19-16,0-1 1 0,-1-1 2 0,1 1 1 15,2 1 0-15,-5 1-1 0,3 0 0 16,-2 0-13-16,0 3-6 0,-3 0-2 0,0 1 6 16,-2 4 4-16,-2 4 8 0,-4 0 3 15,-2 6 5-15,-2 1 2 0,-2 7-5 0,-2 1-1 16,-4 6-2-16,-2 1-3 0,1 2-1 0,-1 5 0 15,-1 0-3-15,0-1-3 0,1 0-3 0,1 2-4 16,3-7-5-16,1-1-4 0,2-3-2 16,1-2-1-16,4-4-3 0,1-5 1 0,4-2 0 15,2-3 0-15,2-1 0 0,0-4-1 16,3-2 0-16,1-4-4 0,2-3-8 0,-1-2-16 16,-1-2-32-16,0-4-67 0,0-4-68 0,-2 1-84 15,0-4-134-15,-4 1-193 0,1-4-292 0,-2 1-211 16,1-1-199-16,-2 1-8 0,-3-3 398 15,0 0 497-15</inkml:trace>
  <inkml:trace contextRef="#ctx0" brushRef="#br1" timeOffset="70838.47">18416 13245 452 0,'-6'0'1143'0,"-1"-4"260"0,-2 4-151 0,6-1-234 16,1-2-525-16,2 2-267 0,5-2-98 16,4-2-43-16,6 0 14 0,5-2 2 0,4-1 8 15,6-3-2-15,5-2-19 0,-1 1-10 16,5-1-32-16,0 2-19 0,4 2-12 0,-4-2-4 16,1 3-3-16,0 4-5 0,-1 2-3 0,-1-1 4 15,-2 6-20-15,-1-3-64 0,-3 2-71 16,-1 4-161-16,-1-1-291 0,-1-1-305 0,-2 0-329 15,0 0-193-15,-1-2 105 0,-2-2 625 16</inkml:trace>
  <inkml:trace contextRef="#ctx0" brushRef="#br1" timeOffset="73230">13059 12308 241 0,'5'-4'620'0,"-2"3"291"15,-1-2 120-15,-2 1-186 0,0-1-236 0,-2-1-166 16,1 2-80-16,-1-4-14 0,1 0 12 16,-3 0-22-16,1-3-38 0,0 2-36 0,0-4-47 15,-2 1-49-15,-1-4-51 0,0 2-35 16,-1 0-19-16,-1-1-11 0,-3 1-8 0,0-1-9 15,-2 0-4-15,-1 1-5 0,-2 1-6 0,-1 1-5 16,-3 0-3-16,-1-1-3 0,-4 4-4 0,-4-2-3 16,-2 0-1-16,-4 2 0 0,-2 1-2 15,-3 0 0-15,-2 0-1 0,-1 2-1 16,-1 0 1-16,-2 1-1 0,2-2 2 0,0 1 0 16,-2 1 2-16,3 0 2 0,-2 0-1 0,0-1 0 15,2 0 0-15,-2 1 0 0,3 0 0 0,0 0-1 16,2-1-1-16,2 4 1 0,0-2-1 0,-1 2-2 15,4 0-1-15,0 0 0 0,1 2-1 16,2 1 1-16,0 1-1 0,-1-1 0 16,3 4-1-16,0-1 0 0,0-1 1 0,2 4-1 15,-1 0 0-15,1 0 2 0,-1 2 1 0,2 1 1 16,-1 0 0-16,2 1 0 0,-1 2 0 16,1 0-2-16,-1 2 0 0,2 0 2 0,-1 0 0 15,2 1 2-15,-1 3-1 0,2-1 2 0,-1-1 1 16,0 4-1-16,3-1-6 0,-1 1-3 15,0 1-3-15,0 1 0 0,2 2-2 0,-1 0-2 16,2 1 5-16,-1 1 3 0,-1 1 2 0,3 2 0 16,1 1 7-16,0 3 3 0,-1-2 2 15,4 4 0-15,-2-1-1 0,4 4-2 0,-1-1-3 16,2 4-1-16,0 1 0 0,0 1-1 16,3 4 3-16,1 2 1 0,0 0-1 0,2 3-1 15,0 2-2-15,0 1-2 0,2 1 0 0,3 1-3 16,0 1 0-16,3 0 2 0,2 1 1 0,0 0 3 15,6-1-4-15,0 2-2 0,2 1-1 16,4-1-2-16,0-1-2 0,4 1 3 0,1-1 7 16,3-2 4-16,1-1 2 0,-1-3 2 15,4-4 2-15,1 1-5 0,0-4-1 0,3-1-1 16,0-2 0-16,2-1-1 0,-1-3-2 16,1-2-1-16,2 0 1 0,-2-3 0 0,1-1 2 15,2-2 0-15,-2-1 1 0,2-3 2 0,2 0-1 16,2-3-1-16,1-3 1 0,0 0-2 0,3-3 1 15,0-1-1-15,1-6 0 0,1 1-2 16,0-5 0-16,0-3-1 0,-1-2-1 0,0-5 1 16,-2-2 0-16,-1-4 0 0,-3-1 0 15,-1-6 3-15,-2 0-1 0,-2-2 1 0,-1-3 1 16,-2-2-1-16,-3-3 1 0,0-1-1 0,0-2-2 16,0-1 0-16,-3 2-1 0,0 0 0 15,2-1-1-15,-2 0 0 0,-1 3 0 0,-2 0 0 16,1 0 1-16,-4 2-1 0,1 0-1 0,0-2 0 15,-3 3 1-15,0-3 1 0,0 1 0 16,-3-2 1-16,1-1 1 0,-1-3 1 0,-2 0-1 16,1-2 1-16,0-2-1 0,-2-3 0 0,1-2 0 15,2-2-2-15,0-1 0 0,-2-2 0 16,-1 4 0-16,3-1-1 0,-4 3 0 0,1 3 0 16,-2 0 1-16,1 4-1 0,-2-2-1 15,1 1 1-15,0-1 0 0,-1 2 0 0,-1 0 0 16,2-2 0-16,-3 1 1 0,2-1 2 0,-2 2 0 15,1-2 1-15,-1-1-2 0,-2-1 0 0,2 0 1 16,1-2-2-16,0 1 1 0,-1 0-1 16,-2-2 1-16,1 0 0 0,-2 1 0 0,0-1-1 15,-2 2 0-15,-1 1 0 0,0 0 0 16,-1-2-1-16,-1 2 0 0,2-2 1 0,-2 3 1 16,0 0-1-16,-2 2 0 0,2-1 1 0,-1-1 1 15,-1 3 6-15,2 1 1 0,-2-1 4 0,1 4 0 16,-1-2 0-16,2 3 0 0,-1 0-7 15,1-1-2-15,0 4-2 0,0-3-1 0,0 3 0 16,0-1 0-16,0 2 0 0,0 1 1 16,0-4 0-16,-2 4-1 0,0-1 1 0,1-1 5 15,-1 4 9-15,0-1 6 0,-1 3 3 0,-1 3 2 16,2 2 2-16,-2 1-8 0,0 0-7 16,1 4-7-16,-2 1-5 0,2-1-2 0,0 2-3 15,0 1 0-15,-2 0-7 0,4 0-11 0,-1 0-18 16,-1 1-38-16,1 0-79 0,-3-2-129 15,1-2-227-15,-1 1-300 0,-3-2-364 0,2-1-385 16,-2-4-105-16,-2-1 500 0,-1 2 734 0</inkml:trace>
  <inkml:trace contextRef="#ctx0" brushRef="#br1" timeOffset="74979.09">12979 12219 314 0,'12'-7'533'16,"-2"-3"172"-16,4-1 68 0,-3-3-313 16,5-1-196-16,1-2-53 0,4-2-2 0,1-1 34 15,2 1 39-15,3-2 37 0,1 0 4 0,2 1-28 16,3 1-40-16,1 0-51 0,1 2-44 15,1 0-33-15,3 1-35 0,2 2-28 0,1-1-17 16,0 2-12-16,1-1 40 0,3 1 7 16,-2-1 11-16,3 1-5 0,1 0-4 0,-1 0 5 15,-1 1-45-15,3 0-15 0,-1 2-15 0,1-1 1 16,1 3-2-16,-1-3-6 0,3 5-2 0,0 0-2 16,-1 1 3-16,1 2-6 0,-1 0 0 15,-2 3 1-15,1 0-2 0,-2 2 0 0,1 1-5 16,-1 1 5-16,-1-1-1 0,-1 2 2 15,1-3 3-15,0 2 1 0,-1-2 2 0,3 1-2 16,-1-1 1-16,4-2-1 0,2 1 2 16,-2 2 1-16,5-1-2 0,1 0-1 0,1-1-1 15,1 2-2-15,0-1-6 0,0 1 0 0,3 1 5 16,-1 0 2-16,1 0-2 0,2 0 5 0,2 1 1 16,2-1-1-16,4 1-7 0,-2-2 5 15,2 1-1-15,3-1-2 0,-3 2-3 0,0-3 0 16,0 2 4-16,2-4-2 0,-1 5 2 0,1-3-1 15,2-1 6-15,-1 2-2 0,1-3-3 0,1 0 2 16,1 2-5-16,-3-2 2 0,1 0 2 16,-1 0 3-16,1 0 4 0,-1 0-2 0,3-2 3 15,1-1-2-15,0 1-6 0,-1-4-2 16,-1 2-2-16,0-3-1 0,-1 0-2 0,0-3 0 16,-3 2 7-16,2-4-2 0,-3 0 0 15,1-3-1-15,4 3 3 0,-2-5 2 0,1 1-6 16,-1-3-1-16,1-1 0 0,0-1-3 0,-4 1 4 15,0-3 1-15,2 3-1 0,-1-3 4 0,-1 0 4 16,1-2 0-16,-1 0-5 0,-2 0 2 16,1-1-2-16,-3-1-1 0,-1-1 0 0,-2-3 0 15,-1 1 1-15,-2-1 1 0,-1-1 4 16,-4-1 3-16,-1-1-4 0,-1 0 1 0,-3-3-2 16,-2 2-1-16,-1 1 48 0,-1 2 26 0,-3-2 14 15,-4 3 3-15,0 2 0 0,-4-2-3 16,-3 2-43-16,-2-1-23 0,0 3-11 0,-2-4-5 15,-1 4-3-15,1-3-1 0,-1-1-3 0,-1-1 1 16,1 0-2-16,0-2 0 0,-2 0 3 16,2-3-1-16,0 0 1 0,0-1-1 0,2 0 0 15,-2-3-2-15,0 0-1 0,0 1 0 0,0-2 3 16,0-1-2-16,0 0 3 0,2-1-1 16,-2 1 1-16,1-2 0 0,3-1 0 0,-3 0 0 15,1 1-1-15,-1-1 0 0,-1 1 0 16,0-1-1-16,1-3-1 0,0 2-2 0,-1-1 1 15,-1-1-1-15,-1 4-1 0,0-2 1 0,-2 1-1 16,-4 5 2-16,0 0 1 0,-2 4 2 0,-3 2 2 16,-3 3 7-16,-3 0 5 0,-2 6 1 15,2 0 0-15,-3 1-1 0,-1-2-1 0,1 4-7 16,1-2-5-16,0-2-1 0,0 0-2 16,3 0 0-16,-1-1-2 0,5-2 0 0,-3 0 0 15,4-1 0-15,-3-1 1 0,3 0 0 0,-2-2 0 16,0 4 0-16,1-2 1 0,-3-1-2 0,3 2-1 15,-2-3 2-15,0-1-1 0,2 1 2 16,0-3-1-16,0 1 1 0,3-1 2 0,-1-3 1 16,3 3 0-16,0-1-1 0,-1-1-1 15,1 3 1-15,1-1-1 0,-2 1-1 0,1 0-2 16,-2 2 1-16,1 1 0 0,0 0-1 0,-1 1-2 16,-3 4 1-16,1 1 1 0,-3 0-2 15,3 2 0-15,1-2-1 0,-6-1-1 0,6 2 1 16,-5 0 0-16,4-3 2 0,-3 1 0 15,3-1 1-15,-1-1 2 0,2 1 0 0,-2-2-1 16,4 1-1-16,-2 0 0 0,2 3 1 0,-1 1 1 16,-1 1-1-16,0 1 2 0,-2 2-1 15,2 1 2-15,-4 0-1 0,2 1 0 0,-2-1 0 16,0 3 1-16,-3-2-1 0,2 1 0 0,-4-1 0 16,3 1-1-16,-3 0 0 0,-1-1-1 15,1 0 0-15,-1 1 0 0,1 0-1 0,0-1-2 16,-3 3 1-16,0 0 0 0,2 1-1 0,-3 4 2 15,0-1 1-15,-2 5 1 0,0-1-1 16,-1 3 1-16,-1 2 1 0,-1 1-2 0,0 1-1 16,0 4 1-16,-1 1 0 0,-3 4 0 0,0-1 1 15,0 2 1-15,-1 1-1 0,1 1-1 16,-4-2 0-16,3 1 0 0,2-1-1 0,-2-1 1 16,0 0 0-16,2 2 1 0,-3-3-1 15,3-2 0-15,2 0-1 0,-3-1-8 0,1 0-22 16,2 0-51-16,-4-1-66 0,0 0-90 0,-3-2-164 15,0 1-280-15,0 0-313 0,0 1-274 16,-4-2-185-16,1 0 151 0,-3 0 597 0</inkml:trace>
  <inkml:trace contextRef="#ctx0" brushRef="#br1" timeOffset="75928.88">22301 7097 276 0,'0'4'518'0,"2"0"258"0,-2 0 150 15,0-2-155-15,0 1-135 0,0-1-83 0,0-1-95 16,1-1-81-16,-1 0-64 0,2 0-64 15,1 0-37-15,0 0-19 0,3-1-13 0,1-2-10 16,-3 0-23-16,4 0-23 0,2-1-25 0,-1-2-21 16,3 1-20-16,-2-3-19 0,5 1-10 15,-1-3-9-15,2 3-8 0,2-3-5 0,0-1-3 16,3 2 0-16,-1-3-1 0,2 0 0 16,0 0 2-16,2 2-1 0,-3 0 0 0,3-3 0 15,-2 5-3-15,-4-3-2 0,2 3-1 0,-2-1 0 16,0 1 0-16,-2 2-1 0,-5 1 3 0,0 2-1 15,-3-2 1-15,0 2-3 0,-3 2 2 16,-1-1 0-16,1 1 1 0,-4 1 1 0,2 1 2 16,-1-1-1-16,0 2 2 0,-1-1 1 0,2 1 1 15,-1-1-2-15,-2 2 0 0,3 0 0 16,-3 0 5-16,2 0 3 0,0 2 1 0,-2-1 3 16,1 2 2-16,1 3 0 0,-1-5-6 15,1 5-2-15,1 1-1 0,-2 0-3 0,1 1 0 16,1 2-6-16,0-1-3 0,1 4-3 0,-1 1-1 15,2 1-1-15,-2 0 0 0,3 2 5 0,-2-2 3 16,1 3 1-16,0-2 1 0,2 0-2 16,-3 0 0-16,2-1 1 0,-1-2 0 0,-2-2 0 15,1 1 0-15,-3-2 3 0,1-2 0 16,-1-1-1-16,-1-3 1 0,-1 3 7 0,-2-3 3 16,-1 0 2-16,0-1 3 0,-2 0 0 0,-2-1 1 15,0 0-6-15,-1-1-5 0,0-1-2 16,-2 1-1-16,3-3-2 0,-3-1 0 0,0 1 0 15,1-1 1-15,-2-1 5 0,1 1 3 16,1-1 2-16,-2-3 2 0,1 1-1 0,-2 0 2 16,4-1-6-16,-3-1-4 0,2-1-3 0,-2 1-1 15,1-3-1-15,-1 3 0 0,2-4-1 0,-1 0-1 16,-1-1 1-16,0-2-1 0,0-1-1 16,1-2-2-16,-1 4 0 0,0-3 1 0,4 1-1 15,-2 2 0-15,1 2 1 0,4 1-1 16,1 2 0-16,-1 1-2 0,2 3 1 0,1 2-1 15,0 2 1-15,2 4 0 0,4 1 2 0,-1 3 1 16,2-2 1-16,1 4 1 0,3 0 0 16,4-1 1-16,1-2 0 0,2-1 0 0,1 1-7 15,3-2-2-15,2-3-3 0,-1-1-1 16,0-3 0-16,1 0-1 0,-3-3 7 0,1 0 3 16,-2-3 0-16,-2-2 2 0,0-1-1 0,-3-1 1 15,-3-1 0-15,0 1 1 0,-5-2 0 16,-2 2 5-16,-1-3 4 0,-4 0 1 0,-1 3 0 15,-3-3-1-15,-4 3-1 0,-1 0-5 16,-2 1-5-16,-1 1-2 0,1 1 1 0,-1 1 0 16,-2 1-1-16,4 3-2 0,-2 4 0 0,2 1 0 15,0 1-1-15,2 5-1 0,1 3-2 0,2 3-23 16,-2 2-76-16,4 1-99 0,1 7-217 16,-1 0-285-16,1 0-360 0,1 5-412 0,2 2-184 15,-4 4 317-15,1 4 814 0</inkml:trace>
  <inkml:trace contextRef="#ctx0" brushRef="#br2" timeOffset="80790.46">27035 4472 163 0,'0'2'747'16,"0"3"418"-16,0-4 70 0,0 3-158 16,1-3-440-16,1 2-277 0,1-2-142 0,4 1-41 15,2-1-3-15,2 0-4 0,3 1-10 0,5-2 14 16,5-2-6-16,-2 0-28 0,8-1-30 15,3-1-21-15,0-2-11 0,0 0-30 0,2-1-21 16,-1 1-16-16,-4 1-7 0,-2 2-3 0,-3-2-1 16,-4 1-3-16,-4 2-3 0,-4 0-3 15,-1 2-38-15,-7 3-63 0,-5-2-75 0,-3 4-152 16,-8 0-246-16,-1 0-317 0,-6 2-287 16,-3-1-201-16,-2 0 51 0,-4 2 545 0</inkml:trace>
  <inkml:trace contextRef="#ctx0" brushRef="#br2" timeOffset="81006.39">26927 4761 8 0,'0'13'477'16,"4"-1"408"-16,-2-3 256 0,2 0 16 0,0-2-316 15,4 1-326-15,2-1-197 0,2-2-91 16,5 0-70-16,1-1-61 0,3 1-37 0,0-2-22 15,4 0-15-15,0 0-13 0,2-2-4 0,-2 1-11 16,1-2-41-16,-3 0-122 0,-1 0-191 16,0 0-285-16,-6-2-275 0,0 2-263 0,-6 0-99 15,-2 0 365-15,-5 2 507 0</inkml:trace>
  <inkml:trace contextRef="#ctx0" brushRef="#br2" timeOffset="93880.54">27925 4823 261 0,'-9'17'833'0,"-3"0"373"15,3-6 23-15,-2-1-181 0,5-3-401 0,1 0-165 16,2-2-84-16,-1-1-51 0,3-2-55 16,-1-3-47-16,0-3-56 0,6-2-76 0,-3-5-53 15,6-4-28-15,2-4-11 0,5-7-6 0,1-3-2 16,5-4-1-16,4-1 2 0,-2-5-10 16,4 0-5-16,0-4-1 0,3 0 1 0,1-2-2 15,-2 2 3-15,1 1 7 0,-4 3 3 16,-1 1 7-16,0 5 4 0,-6 4 5 0,-2 4 7 15,-2 4 4-15,-4 7 1 0,-2-1-4 0,0 7-8 16,-4 2-7-16,0 1-12 0,-1 7 3 0,-3 2-5 16,1 7 5-16,-2 3 7 0,-1 8 5 15,1 2 5-15,-3 4-3 0,1 4 1 0,-2 2-3 16,1 4-5-16,-1-3-1 0,2 3-3 16,0-1-4-16,0 1-2 0,-1-1-1 0,3-1 0 15,-1-3-3-15,2 1-2 0,0-4-2 0,0-1 0 16,0-1-2-16,0-1 0 0,0-2-1 0,0-2 0 15,0-2-11-15,-2-1-16 0,-1-1-37 16,2-2-80-16,-5-4-120 0,-1-3-234 0,3 0-302 16,-5-4-366-16,0-1-394 0,1-4-129 15,0-2 480-15,3-4 765 0</inkml:trace>
  <inkml:trace contextRef="#ctx0" brushRef="#br2" timeOffset="94123.38">28549 4686 154 0,'4'0'989'16,"1"3"668"-16,-2-2-60 0,-2 1-330 16,4-1-452-16,-2 1-328 0,-3 0-214 0,1-2-116 15,-1 0-58-15,0 1-37 0,2-1-22 0,-2 0-18 16,2 0-12-16,-2 0-7 0,0 0-7 15,0 0-2-15,0 0-16 0,0 1-76 0,0-1-100 16,1 0-184-16,-1 0-282 0,0 0-349 16,2 0-422-16,-1 0-218 0,3-1 254 0,-3 0 753 15</inkml:trace>
  <inkml:trace contextRef="#ctx0" brushRef="#br2" timeOffset="94842.46">29346 4311 131 0,'-3'0'639'16,"0"3"440"-16,0-3 164 0,-3 0-117 0,3 0-273 15,1 0-220-15,0-3-163 0,1-1-109 16,-1 0-70-16,0-3-65 0,2-1-84 0,2-4-60 16,0-1-32-16,3-4-19 0,4-3-13 0,-1-3-7 15,1-2 0-15,5-7-4 0,1 2 0 16,-1-4-4-16,2-3 12 0,-1-1 0 0,3-1 2 15,-1 3-1-15,-1-4 1 0,0 5 1 0,-3-1-5 16,-1 4 1-16,-2 3 2 0,-2 3 1 16,-2 1 2-16,2 5 5 0,-5 4-1 0,-2 3-3 15,3 2-2-15,-3 2-3 0,-1 3-3 16,2 1-7-16,-2 4-4 0,0 1-1 0,0 4-2 16,-2 2 1-16,1 2 0 0,-3 3-1 15,1 3 1-15,-3 3 0 0,3 2 0 0,-2 1 6 16,2 1-2-16,-2 2-1 0,0 2 1 0,1 0 0 15,-1 5 0-15,2-2-5 0,-2 2 2 0,4 1 1 16,-1 0 1-16,0 5-1 0,1-4 1 16,-1 0-1-16,2 4 0 0,2-2-2 0,-1-1 0 15,-1-1-1-15,4-2-2 0,-3 0 1 16,3-4-1-16,-1-1 0 0,3-4 1 0,-3-2 5 16,-2-3 3-16,3-3 1 0,-3 0-8 0,2-2-17 15,-3-4-34-15,0-1-77 0,-1-1-72 0,-2-2-128 16,-2-2-182-16,-4 1-307 0,1-2-310 15,-2 1-212-15,-1-1-124 0,-2 0 351 16,2 0 579-16</inkml:trace>
  <inkml:trace contextRef="#ctx0" brushRef="#br2" timeOffset="95188.54">29237 4597 441 0,'-1'1'899'0,"-1"2"274"0,1-2-17 0,1 0-338 16,0-1-296-16,0 0-210 0,0 1-127 15,0 2-67-15,1-3-9 0,2 2 4 0,3-2 35 16,2 2 31-16,4 1 9 0,0 0 20 0,2-3-20 15,4 0-27-15,3-2-32 0,0-2-27 16,5 2-21-16,2-4-22 0,1 1-16 0,1-2-7 16,1 1-13-16,1-1-8 0,-2 1-5 15,-2-2-5-15,0 3-2 0,-2-1-3 0,-2 1-2 16,-4 2-1-16,0 0-4 0,-5 0-38 16,-3 0-67-16,-3 3-70 0,-5 3-155 0,-2 0-277 15,-5 2-329-15,-5 1-313 0,-1 1-214 0,-4 1 33 16,-4 3 624-16</inkml:trace>
  <inkml:trace contextRef="#ctx0" brushRef="#br2" timeOffset="95668.46">29302 4901 315 0,'-4'5'856'0,"0"0"324"15,4-5-2-15,0 3-273 0,4-3-348 0,0-3-255 16,4 1-136-16,3-4-64 0,0-1-33 16,6-1-15-16,2-2-8 0,2 0-7 0,3 1-13 15,-1-3-7-15,3 1-2 0,-4 3-9 0,2 1-1 16,-2-1-1-16,-5 5 2 0,2-1 7 0,-3 4 21 16,-7 3 35-16,1 1 33 0,-4 4 28 15,-4 2 16-15,-2 1-1 0,-2 4-17 16,-2-2-27-16,-1 2-30 0,-3 2-27 0,1-1-21 15,1 1-9-15,2-1-8 0,-1-1-5 0,3 0-5 16,1-1 1-16,1 0-3 0,3-3-4 0,2 1 0 16,1-3 4-16,5-2 0 0,-2 1 1 15,7-3 3-15,0 1 1 0,1-1 2 0,-1 1 0 16,5-2-2-16,-5 2 1 0,1 1-4 16,-1 1 0-16,0 0-1 0,-5 3 1 0,-2 1 3 15,-4 2 0-15,-4 1 6 0,-2 1 1 0,-6 1 1 16,-3-2 24-16,-3 4 15 0,-8-1 11 15,-1 1 6-15,-5 3 2 0,-5-1 4 0,-2 0-19 16,-2 1-13-16,-3 1-10 0,3-2-9 16,1-2-4-16,4-1-7 0,0-5-2 0,8-1-4 15,3-4-15-15,5-3-57 0,3-4-76 0,4-4-122 16,6-3-194-16,4-3-308 0,3-1-346 16,7-4-286-16,2-1-112 0,5-3 393 0,2-2 617 15</inkml:trace>
  <inkml:trace contextRef="#ctx0" brushRef="#br2" timeOffset="95938.35">30171 4609 186 0,'0'0'793'0,"0"2"413"15,0-2 42-15,4 0-173 0,-1-2-441 0,3 2-299 16,2-5-151-16,6 2-71 0,-1-1-18 0,3-1-3 16,1 1-10-16,1-2-8 0,2 0-6 0,1 0-11 15,1 0-21-15,1 2-13 0,-2-2-8 0,1 3-8 16,-1-1-4-16,-4 2 2 0,1-1-37 16,-5 3-32-16,-1-2-73 0,-4 4-128 0,-2-2-203 15,-6 3-303-15,-1 1-247 0,-6 1-223 0,-2 2 29 16,-5 2 414-16</inkml:trace>
  <inkml:trace contextRef="#ctx0" brushRef="#br2" timeOffset="96123.5">30051 4859 507 0,'-3'8'1101'0,"0"-2"241"0,0-1-126 15,6-1-305-15,2-1-400 0,0-3-219 0,4-3-127 16,4 0-55-16,3-3-26 0,2 0-16 0,2-1-28 15,2 0-14-15,1-4-20 0,3 3-47 16,-2 0-87-16,-1-1-171 0,2 2-291 0,-1 0-294 16,0 1-296-16,-7 1-203 0,4 2 198 0,-2 2 587 15</inkml:trace>
  <inkml:trace contextRef="#ctx0" brushRef="#br2" timeOffset="96627.91">31328 4332 268 0,'-4'-4'859'15,"-4"0"374"-15,-1 3 0 0,-5 2-214 0,-1 5-416 16,0 5-228-16,-1 4-99 0,-2 6-29 16,0 5-6-16,2 5-20 0,-3 5-14 0,3 4-36 15,0 3-42-15,3 0-42 0,4 0-30 0,4-3-17 16,5-1-21-16,8-3-15 0,3-4-6 0,6-5-5 15,6-6-1-15,4-4 0 0,3-5 8 16,3-8 1-16,2-4 0 0,2-4 3 0,-2-5 0 16,-2-5 0-16,-1-3 8 0,-5-2 17 0,-5-1 11 15,-1-3 7-15,-7-2 4 0,-6 0 2 0,-3 0-5 16,-7-1-17-16,-5 0-14 0,-5 1-9 16,-2-3-7-16,-7 4-3 0,-1 1-5 0,0 2 2 15,-7 5 2-15,3 3 0 0,-1 2-1 0,-3 5-1 16,3 4-1-16,2 5 6 0,1 3 0 0,2 4 2 15,3 1-2-15,4 4-13 0,3 2-45 16,4 1-77-16,3 0-90 0,4 0-165 0,1 2-299 16,4 1-330-16,3-1-310 0,2 3-183 0,1-2 151 15,-1 2 649-15</inkml:trace>
  <inkml:trace contextRef="#ctx0" brushRef="#br2" timeOffset="96805.39">31650 4934 110 0,'9'-6'885'0,"0"2"740"16,-5-2 6-16,-2 2-333 0,-2-1-444 0,-2 0-357 16,-1 2-215-16,-2-2-137 0,2 1-65 15,0 0-35-15,0 2-22 0,-1 0-13 0,1 0-11 16,2 2-28-16,-4 0-66 0,2 0-65 0,0 3-130 16,1 0-243-16,1 1-313 0,1 0-337 15,0 1-254-15,1-2-83 0,1 2 497 0</inkml:trace>
  <inkml:trace contextRef="#ctx0" brushRef="#br2" timeOffset="97379.73">31905 4350 196 0,'11'-2'482'0,"-1"-1"208"0,3 0 109 15,3 0-202-15,0 0-184 0,4 1-78 0,1-2-40 16,1 2-29-16,3 0-16 0,-3 0-16 16,1 1-67-16,-3 1-69 0,1 1-31 0,-5 3 6 15,-1 0 2-15,-3 0 1 0,-4 3 16 0,1 1 15 16,-8 2-13-16,-1 2-3 0,-1 1-4 16,-7 0-2-16,0 2-9 0,-1 0-15 0,-5 0-6 15,2 0-18-15,0-1-14 0,1 1-13 0,1-3-5 16,2-2 0-16,2 1-4 0,0 0-6 0,4-3 2 15,4 1 5-15,-1-1-3 0,7-2 0 0,2 1 2 16,2-1 6-16,2 0 0 0,4 0-6 0,1 0 1 16,0 1-3-16,-3-1 1 0,2 1 0 15,-5-1 1-15,1 2 1 0,-4-2 2 0,-4 1 1 16,-2 0 4-16,-4 1 2 0,-5-1 12 0,-3 2 27 16,-6 1 37-16,-2 0 34 0,-6 2 15 0,-2 0 5 15,-3 1-9-15,2 0-21 0,-4-1-30 0,2 2-29 16,2-2-20-16,2 0-14 0,5-1-10 15,1-3-9-15,4 2-10 0,4-4-24 0,4 1-52 16,3-2-44-16,4-1-92 0,4-2-144 0,5 0-244 16,0-4-286-16,6 0-241 0,0 1-202 15,3-5 133-15,0 4 498 0</inkml:trace>
  <inkml:trace contextRef="#ctx0" brushRef="#br2" timeOffset="97813.94">32426 4356 26 0,'15'-8'303'0,"0"1"214"0,0 1 218 0,-1-1 71 16,0 2-144-16,0 0-80 0,-1 2-79 0,3-1-65 15,-5 4-72-15,2 0-86 0,-3 3-76 0,0 1-71 16,-2 1-37-16,0 1-26 0,-5 1-10 0,0 2 5 15,-3 0 10-15,-2 3 17 0,-2 0-2 16,-5 2 9-16,-1 1 9 0,-3 1 1 0,-4 1 3 16,0 0-13-16,1 0-3 0,-3 1-13 0,3-3-19 15,2 0-19-15,3-1-23 0,2-2-13 0,5-1-9 16,-1-2-6-16,5-1-2 0,2 0 2 16,4-2 3-16,2-2 0 0,3 0 2 0,1-1 0 15,5-1-4-15,0 2 1 0,-1-4 0 0,1 2-1 16,-1 0 0-16,0-2-1 0,-2 4 4 0,-2 1-2 15,0-2-6-15,-6 2 1 0,2 1 1 0,-8-1 0 16,0 3-2-16,-6 1 4 0,-1 0 8 0,-4 2 2 16,-4-1 2-16,-2 3 3 0,-5 2 1 0,-1 2 3 15,-2-1-2-15,-1 2-1 0,-1 1-1 0,2-3-2 16,1 0-3-16,5-4-22 0,3 0-49 16,4-1-50-16,4-3-95 0,3-4-156 0,4-3-279 15,4-2-291-15,3-2-248 0,5-3-193 0,2-3 185 16,1-2 542-16</inkml:trace>
  <inkml:trace contextRef="#ctx0" brushRef="#br2" timeOffset="98270.4">32678 4332 276 0,'1'-3'573'0,"3"0"214"0,0-2 78 15,5 1-214-15,0-2-195 0,3 2-100 0,2 0-36 16,1 2-17-16,2-3-12 0,-1 1-44 0,3 3-55 16,-3 0-60-16,3 1-48 0,-2 0-33 0,-1 1-17 15,-1 2-7-15,0-1-6 0,-1 5 6 0,-4-1 18 16,-1 3 27-16,-2 2 7 0,-1-1 24 0,-5 2 26 16,-2 2 7-16,-4-1 1 0,-1 4-11 0,-5-1-10 15,-3 2-29-15,-2 1-27 0,-3 3-18 0,-2-1-3 16,-1-1-2-16,-2 1 1 0,2 0 6 0,3-4 2 15,2-1-2-15,1 0-17 0,2-4-12 16,6-2-9-16,0 0-6 0,3-3-4 0,2 0 0 16,3-2 1-16,0-1 0 0,4 0 3 0,1 0 4 0,3-3 1 15,0 0-1-15,2 1 0 0,-1 0 0 16,1-1-1-16,1 0-8 0,-3-1-5 0,-2 3 0 16,1-1-1-16,-4-1-3 0,1 4 1 0,-2-3 5 15,-1 1 8-15,-2 0 1 0,-4 2 3 0,1 1 1 16,-3-2 0-16,-1 3-1 0,-3-1-2 0,2 3 0 15,-3-2 1-15,2 3-2 0,2-3-2 0,0 1 1 16,-1 3-2-16,0-1-2 0,5-3-20 0,-1 2-52 16,0 0-48-16,2-1-66 0,3-2-104 0,0 0-174 15,0-2-246-15,3 1-238 0,2 1-230 0,-2-1-115 16,2 1 239-16,1-2 489 0</inkml:trace>
  <inkml:trace contextRef="#ctx0" brushRef="#br2" timeOffset="98480.63">32868 4989 211 0,'12'-3'517'15,"-2"1"224"-15,1-1 100 0,0 0-203 0,0 2-266 16,-2-3-179-16,1 2-93 0,-1-2-49 0,-1 3-52 15,-1 0-78-15,2-1-108 0,-4 0-249 0,-2 2-206 16,2 2-119-16,-4 0 32 0,3-1 193 0</inkml:trace>
  <inkml:trace contextRef="#ctx0" brushRef="#br2" timeOffset="98638.54">33171 5023 215 0,'7'-3'385'0,"-3"0"136"0,1 0 13 16,-1 0-181-16,1 2-155 0,-2 0-98 0,2-1-75 16,0 2-60-16,-2-2-65 0,5 4-116 0,-3-2-196 15,0 2-85-15,-1-1 32 0,3 2 100 0,-1-2 132 16</inkml:trace>
  <inkml:trace contextRef="#ctx0" brushRef="#br2" timeOffset="98731.58">33386 5028 187 0,'2'0'292'0,"-1"-2"53"0,3 2-169 16,-3-1-270-16,1 1-154 0,-1-2-43 0,-1 1 42 16</inkml:trace>
  <inkml:trace contextRef="#ctx0" brushRef="#br2" timeOffset="-214408.01">30924 5763 49 0,'-1'3'271'0,"-2"-1"140"0,1 2 119 0,0-3-95 16,2 1-180-16,0 1-119 0,0-3-66 16,0 1-38-16,0 1-23 0,2-2-11 0,0 1 2 15,1 1 2-15,2-1 4 0,-1 0 2 0,4 1 51 16,-2 1 28-16,4-2 14 0,0-1-20 0,4 2-12 15,-2 0-7-15,2 0-48 0,2 2 86 16,2-3 50-16,-1 5 52 0,2-4 23 0,1 1 7 16,0 1-2-16,2 0-99 0,3 2 50 0,2-2 19 15,1 2-11-15,1-3-9 0,2 1 11 0,2-1 19 16,1-1-67-16,1-1-37 0,3 1-4 0,1-2-4 16,4 0-22-16,-2 0-27 0,5-2-11 15,-2 1-9-15,5-2 0 0,-1-1-3 0,0 2 5 16,3-1-11-16,1-1-18 0,4 0-9 0,-4 0-6 15,0 0-5-15,-1 4-7 0,-1-2 9 16,-2 0 8-16,-3 1 1 0,0 1 15 0,-2 1 10 16,-3 1 4-16,-2 0 5 0,-3 0-3 0,-1 0 3 15,-4 1-14-15,-2 0-8 0,-4-1-2 0,-2-1-1 16,-5 0 1-16,-1 1 2 0,-3-2-1 0,-4 0 2 16,0 0-1-16,-2 0 1 0,-4-2 0 0,-1 1-10 15,-2-2-13-15,-2-1-18 0,-1-2-53 0,-5-2-109 16,-3 3-143-16,0-2-192 0,-2 1-278 0,-3 2-253 15,-1 2-106-15,1-2 213 0,-3 4 398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0-25T12:35:30.5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8341 10228 190 0,'13'3'347'0,"1"2"139"16,-1-1 74-16,1 0-153 0,0 1-101 15,-1-3-30-15,1 2 2 0,2-1-9 0,0-2-28 16,0 2-17-16,1-3-13 0,2 0-12 0,0 0-14 15,0-3-7-15,3 2-17 0,2-2-23 0,1-1-23 16,0 2-22-16,4-4-10 0,-1 1-6 16,4-1 5-16,1 0 5 0,0 1 5 15,4-1-1-15,1 0-12 0,1 0-13 0,2 0-8 16,2 0-13-16,4-1-6 0,4 3-6 0,-2 0-10 16,5 2-7-16,-1-1-10 0,3 1-2 0,-2 1-8 15,3 0-3-15,0 1-6 0,1 1 10 16,0 0 6-16,2-1 3 0,2 2 3 0,0 1 2 15,1-3 10-15,4 0-13 0,-1 0-2 16,1 0-4-16,-1 0-7 0,3 0-2 0,-2 0-4 16,-1-3 2-16,1 1-3 0,-1 0 4 0,1 0 9 15,0-1 7-15,3 0 6 0,-2 0 2 16,3 0 0-16,0 0-5 0,0 2-4 0,-1-2-5 16,3 1-8-16,-4-1 3 0,1 2 2 15,0-1 1-15,0-1 7 0,3 2 1 0,-1-2 7 16,2-2-2-16,0 3-4 0,0-3-1 0,-1 2 2 15,0-1 2-15,1-1-5 0,-1 2 1 16,1 0 5-16,-3 1 1 0,2-3-2 0,1 4-1 16,-1 0 2-16,2-3-5 0,-1 4-2 15,-3-1-5-15,3 1-5 0,-3 0-7 0,-1 0 3 16,1 0 6-16,-2 0 2 0,1 0 3 0,2 0 5 16,-2-1 7-16,2 1-3 0,1-2-9 0,-1 0-4 15,-1 2 2-15,-1-1-6 0,2 1 12 16,-2 0 26-16,1-1 22 0,-3 1 7 0,3-2 2 15,-1 2 4-15,1 0-3 0,-1-2-25 16,6 2-11-16,-3 0 12 0,0-1 7 0,0 0 2 16,0-1-4-16,0 1 4 0,-2-1-3 15,0 1-16-15,3-1-11 0,-1 1-6 0,3-1 3 0,0-1 9 16,1 2 10-16,1-1 1 0,1-1 2 16,-1 0-2-16,0 1-2 0,-1-2-14 0,1 0-8 15,2 0-5-15,0 1-2 0,4-1 0 16,-2 0-4-16,2 2 1 0,1-5 0 0,-1 2-1 15,-1-1 1-15,-1 1 4 0,0 0 0 0,0 0 8 16,0-1 4-16,3 2 2 0,-2-1 2 16,2-1-3-16,1 2-1 0,-3 0-7 0,-2-1-4 15,1-1-1-15,0 4 0 0,-1-5 0 0,3 2-1 16,-1-1-1-16,-2 0-1 0,2 0 1 16,-1 0-2-16,-3 0 1 0,1 0 0 0,-3 2 1 15,-2-2 2-15,-2 2 0 0,3-3 0 0,-7 3 0 16,1-3-1-16,1 3-2 0,-2-2 0 15,-2 2-2-15,-4-1-2 0,-3 1 1 0,-3-1-1 16,-6 2 0-16,-2 0 0 0,-8 1-3 0,-3 1-7 16,-8 0-47-16,-4 1-71 0,-9 0-99 15,-9 1-173-15,-7 0-297 0,-4 1-334 0,-8 0-297 16,-8-2-152-16,-5-2 248 0,-9 0 622 16</inkml:trace>
  <inkml:trace contextRef="#ctx0" brushRef="#br0" timeOffset="1623.72">13450 10029 159 0,'-5'0'431'15,"-3"0"240"-15,0 1 217 0,2 1-85 0,1 0-156 16,-2 3-110-16,2-1-91 0,0 2-81 16,0-2-90-16,2 2-87 0,-2 0-73 0,3 0-45 15,2 1-26-15,0-1-16 0,2 2-9 16,0-1-7-16,1 1-5 0,0-1-1 0,2-1-2 16,1 2-1-16,0-2-3 0,1-2-2 0,-1-1 2 15,1 0 0-15,-1-3 0 0,3-1 2 16,-2-1-1-16,-1-4 7 0,2 0 1 0,0-1 1 15,-2-3 3-15,2-1 4 0,-1 2 7 0,-3-2 12 16,2 1 29-16,-1-1 44 0,-2 2 50 16,-1-1 33-16,-2 1 11 0,-2 1-9 0,-1 1-23 15,1-1-37-15,-5 2-37 0,2 0-34 16,-3 3-20-16,0 0-12 0,2 0-8 0,-3 3-5 16,0 0-7-16,1 3-2 0,-1 0-1 0,3 3-3 15,-1 0-1-15,3 1-2 0,-1 4 2 16,2-1-1-16,-1 5-3 0,4-4 2 0,0 5 0 15,0-2 1-15,4 1-4 0,-3-1 0 16,4-2 2-16,1-3-1 0,1 0 0 0,2-5-1 16,-1-1 2-16,3-4-1 0,-3-3 0 15,3-3-1-15,0-3 1 0,-3 0-1 0,1-2 1 16,-2-1 0-16,-2-2 3 0,-2 2-1 0,-3-1 3 16,0 2 8-16,-2 1 5 0,-1 3 5 0,-2-1 3 15,-1 1 3-15,-2 4-1 0,0-1-5 16,0 4-7-16,-1 1-6 0,0 2-4 0,0 3-3 15,1 1-2-15,-1 6-1 0,1-3-1 0,2 3-2 16,1 2-2-16,0-1-9 0,4-1-21 16,-1 0-63-16,0-1-69 0,2-2-131 0,4-1-228 15,-3-4-310-15,2 2-344 0,2-3-259 16,-2-2-93-16,2 1 489 0,0-1 639 0</inkml:trace>
  <inkml:trace contextRef="#ctx0" brushRef="#br0" timeOffset="3544.92">8223 8468 96 0,'9'2'297'0,"2"2"151"0,0-2 144 0,-1 3-129 16,4-3-108-16,-3 3-57 0,2 1-31 16,1 0-22-16,-1 0-19 0,4 0-13 0,0 1-9 15,1 0-7-15,2 2-5 0,0-3-13 16,0 2-21-16,2-1-24 0,-1 0-19 0,4-1-14 16,-3 1-10-16,3 1-10 0,2-1-5 0,-3 1 4 15,5-2 5-15,-1 1-3 0,1-1-10 16,-1 0-2-16,2 1-12 0,2-1-11 0,-1 1-13 15,-1-1-7-15,2 0-3 0,0 0-5 16,1 1 2-16,0 0 0 0,0 2-3 0,5-1-4 16,-2-1-2-16,1 1-2 0,2 0 1 0,1 1-3 15,-1 0-2-15,1-1-2 0,2-1 0 16,-2 2-3-16,1 1-1 0,2-3-1 0,-2 1-4 16,2 2-1-16,-1-2 2 0,-1 2 3 0,2-2-1 15,0 2 3-15,-2-1 4 0,3 0 4 16,-1 0 0-16,1 0 4 0,2 0 0 0,-2-2-3 15,2 3 2-15,0-2-4 0,1 0-2 16,-1 1-5-16,-2 0-1 0,1-1-1 0,0 0-7 16,-2 1-1-16,0 0-3 0,1 0-2 0,-1-1 3 15,1 4 5-15,-3-3 7 0,2 0 1 16,-2 1 5-16,2-2 3 0,-1 0-2 0,1 2-1 16,-1-3-2-16,1-1 0 0,-1 2-1 0,-1-3 1 15,0 1-4-15,-2-2-1 0,0 0 0 16,-1-1-5-16,-1 2 0 0,0-1 0 0,-1-1-2 15,-1 1-4-15,0 1 0 0,-2 0 4 0,0 0 1 16,0-2 3-16,0 2 1 0,-1 1 5 16,-1-1 7-16,-2-1-1 0,1 1 3 0,0 1-5 15,0-2 7-15,-1 0-1 0,-1 1-6 16,1 0 2-16,-1 1-1 0,2-2 2 0,-1 0-1 16,-3 1-2-16,1 1 0 0,0 0 0 0,-2-1 0 15,-1-1-4-15,2 2-1 0,-3 0-1 16,1 0 2-16,-3 0 0 0,1 0 1 0,0 0 1 15,-3-1-6-15,1 2 2 0,-1-1-3 16,0-1 1-16,0 2-1 0,0-1-3 0,-1-1 2 16,0 1 1-16,-1 0 3 0,1-2 7 0,-2 1 6 15,3-1 6-15,-2 1 9 0,-1-1 12 16,0-1-5-16,0 0-7 0,1 0-6 0,-2 0-3 16,2 0-6-16,-3 0-9 0,3 0 5 15,-2 1 1-15,0 1-4 0,0-3 5 0,1 2-3 16,-2-1 5-16,2 1-8 0,-4 0 0 0,4-1 3 15,-3 2-7-15,0-1-1 0,2 0-1 0,-3 1 1 16,1-1 1-16,0 2 1 0,1 0 1 16,-2 0 9-16,0 0 13 0,1 3 5 0,-2-3 9 15,3 2 7-15,-3-1 5 0,2 1-5 16,-1-1-12-16,-2 2-4 0,1-2-4 0,0 1-10 16,0-2-1-16,-1 3-5 0,2-3 0 0,-2 1-4 15,2-1-4-15,-2 0 1 0,1-1-4 16,1 1 6-16,-2 0-5 0,3 2 6 0,1-2 15 15,-1 0 11-15,2 1 10 0,2-1-3 16,0 3 2-16,0-1-1 0,4 0-10 0,-1 0-10 16,1 3 1-16,4-3 4 0,-1 3 3 0,1-2 0 15,0 0 0-15,2 2-1 0,0-2-9 16,2-1-5-16,-1 0-4 0,1 1-4 0,1 0-1 16,0-1-4-16,1-1-1 0,-1 2-1 0,2-1 0 15,1 1 2-15,-1-2-1 0,0 2 1 16,-1-1 2-16,-1 0 0 0,0 2-1 0,-1-3 0 15,-1 2 0-15,-1 1-1 0,0-2 1 0,-2-1-2 16,-3 1 3-16,2 0-2 0,-2-1 1 16,-2-1 0-16,-2 0-2 0,-1 0 3 0,-2-4-3 15,-3 4 1-15,-1-4 1 0,-3 1 0 16,-1-3 2-16,-1 4 8 0,-2-4 8 0,-2 2 6 16,1-2 2-16,-3 0 2 0,0 0 1 0,0 0-6 15,-1 0-5-15,-1 0-5 0,2-2-3 0,-2 2-2 16,2 0-1-16,-1-2-3 0,1 2-2 15,-2-2-1-15,2 2-1 0,-1 0-1 0,-1-3-1 16,2 3 0-16,0-2 0 0,-3 0 0 16,2 1-1-16,-1-2 1 0,2 1 1 0,0 2-2 15,-1-3 2-15,1 1-2 0,0 1 1 16,0 1-2-16,-2-1-1 0,0 1-5 0,1 0-20 16,-3 0-55-16,1 1-68 0,0 0-100 0,-3 1-178 15,-2 1-302-15,0-1-321 0,0 1-273 16,0 0-153-16,-1-1 257 0,1 3 625 0</inkml:trace>
  <inkml:trace contextRef="#ctx0" brushRef="#br0" timeOffset="4346.74">13768 9993 123 0,'1'6'379'15,"-1"-4"176"-15,2 2 125 0,-2-3-123 0,3-1-174 16,0 0-101-16,3-3-34 0,-1-1 11 16,0-1 18-16,3-1 4 0,2-3-13 15,0-1-14-15,2-1-29 0,3-3-34 0,-2 0-33 16,4-1-29-16,1-3-23 0,1 0-24 0,0-2-10 15,5 1-7-15,1-2 37 0,3 1 53 0,4-5 29 16,3 1 12-16,4-2-6 0,5-4 2 0,2-2-37 16,3 0-45-16,6-3-31 0,2-3-13 15,1 1-7-15,3-3-15 0,5-1-9 0,-1 1-6 16,3-4-5-16,5 2-8 0,3-3-3 16,0 1-3-16,6-2-4 0,-1 0-3 0,4-3-2 15,0 2-2-15,1-2 1 0,1-3 0 0,0 1 3 16,3-3-1-16,2-1 2 0,1-2 0 15,2-2-5-15,1 1-3 0,-1-4 0 0,-2 1 2 16,-3-1 2-16,2-1 2 0,-3 1 2 0,1-3-1 16,-1 3-1-16,-1-1-2 0,-3 2-3 15,0 1 1-15,-5 2-1 0,-3 0 2 16,-1 2 3-16,-3 4 1 0,-4 1 0 0,-2 2 0 0,-2 0 1 16,-4 3-1-16,-1 2-1 0,-1 1-2 15,-4 2 0-15,-6 5 2 0,0-1-2 0,-6 3 0 16,-1 2-1-16,-7 4 1 0,-1 0-16 15,-9 7-45-15,-6 3-61 0,-2 4-58 0,-9 3-98 16,-4 4-163-16,-4 1-240 0,-4 6-260 16,-2 0-216-16,-5 6-172 0,-5-1 154 0,-4 5 495 15</inkml:trace>
  <inkml:trace contextRef="#ctx0" brushRef="#br0" timeOffset="5411.72">10939 9160 6 0,'-5'-4'360'0,"-1"1"295"16,-5 3 238-16,-2 0 101 0,-1 4-263 0,-2 2-186 15,-1 2-120-15,-4 2-86 0,1 3-53 0,-1 5-55 16,-3 1-61-16,1 3-30 0,1 5-8 15,1 5 4-15,-1 5 2 0,2 2-6 0,3 6-10 16,-1 6-23-16,3 3-29 0,3 3-23 0,2 2-17 16,2-1-11-16,5-1-8 0,0-2-2 15,6-5-4-15,3-6-2 0,2-5-3 0,5-5-3 16,5-6-3-16,0-4-45 0,5-8-42 0,0-4-41 16,4-9-88-16,0-8-138 0,1-5-199 0,2-6-251 15,0-6-235-15,2-3-196 0,-2-5 85 16,0-2 415-16</inkml:trace>
  <inkml:trace contextRef="#ctx0" brushRef="#br0" timeOffset="5702.39">11233 9512 31 0,'5'8'496'16,"-2"4"400"-16,-1 3 200 0,-1 5-6 15,1 2-315-15,-2 5-288 0,3 1-156 0,0 4-69 16,2 1-39-16,-1 1-49 0,3-5-47 0,1-2-34 15,4-1-39-15,0-7-30 0,2-6-9 16,3-3-9-16,2-8 2 0,0-3-3 0,2-8 6 16,-2-3 7-16,1-4-7 0,1-5 1 15,-4-2 2-15,-1-4-5 0,-2 0-3 0,0-1-6 16,-4-1 2-16,-2 2 0 0,0-3-3 0,-7 4 10 16,-1 0-3-16,-6 2-3 0,-2 0 0 0,-5 4-6 15,-2-3-9-15,-3 7-28 0,-5 0-21 16,-3 4-21-16,0 4-54 0,-6 2-118 0,-1 5-173 15,-2 3-273-15,-2 5-249 0,-2 8-236 16,-4 0-27-16,0 3 368 0,-1 2 457 0</inkml:trace>
  <inkml:trace contextRef="#ctx0" brushRef="#br0" timeOffset="5898.19">10977 9694 154 0,'21'0'405'0,"-3"0"218"0,-1 0 185 15,1-1-59-15,0-1-149 0,2-1-78 16,2 0-61-16,-1 0-72 0,3 0-78 0,-1 0-99 16,4-1-83-16,0 1-58 0,1 0-33 15,1-1-26-15,4-1-4 0,0-1-4 0,2 1-40 16,2-3-101-16,-1 2-149 0,5 0-294 0,-1 1-264 16,1-1-245-16,4 1-78 0,-2 3 284 15,3 1 438-15</inkml:trace>
  <inkml:trace contextRef="#ctx0" brushRef="#br0" timeOffset="6655.76">16285 8679 381 0,'-4'-3'836'16,"1"3"270"-16,-3 0 13 0,0 7-269 16,0 1-307-16,-1 4-211 0,-2 6-103 0,3 5-28 15,-1 7 2-15,1 2 4 0,-1 7-1 0,1 3 0 16,2 4-13-16,-3 4-25 0,4 1-36 15,1 2-35-15,1 1-30 0,1-3-24 0,3 0-17 16,0-3-13-16,5-5-4 0,1-3-7 16,4-9-2-16,0-4-3 0,4-6 3 0,2-6 0 15,-1-5-4-15,4-4 4 0,-5-4 1 16,4-6 1-16,-1 0-2 0,-4-3 1 0,1-4 2 16,-1 1-2-16,-2-2 2 0,-2-2 2 0,-2-1-1 15,0 2-1-15,-4-2 1 0,-1-3 1 0,-2 1-4 16,1-3 0-16,-2 1 2 0,-4-3-3 15,-2-1 0-15,1-4 1 0,-2 0 3 0,1 0-1 16,-5-3-2-16,2 0 2 0,-1 0 0 16,-2 2 0-16,2 1-3 0,-4 4 3 0,1 3-1 0,-3 1-2 15,1 4-4-15,-3 3-25 0,0 3-47 16,-1 4-59-16,-1 3-51 0,-2 0-93 0,1 4-157 16,-2 2-212-16,-1 2-249 0,2 0-221 15,-1 3-184-15,1-2 126 0,-1 4 475 0</inkml:trace>
  <inkml:trace contextRef="#ctx0" brushRef="#br0" timeOffset="6867.77">16063 9019 573 0,'10'2'1191'0,"-2"-2"190"0,-2 1-166 15,4 1-297-15,-2-2-436 0,1 1-195 0,4-1-106 16,-1-1-42-16,6-2-19 0,-4 0-16 15,6-2-23-15,1-1-34 0,3-2-20 0,3-3-10 16,1-1-8-16,2 2-3 0,3-5-16 16,1 4-59-16,1-1-78 0,-2-2-174 0,0 1-289 15,0 4-304-15,2-2-322 0,-4 2-201 0,-1 3 157 16,-1 2 636-16</inkml:trace>
  <inkml:trace contextRef="#ctx0" brushRef="#br0" timeOffset="7824.14">24031 5743 42 0,'0'-9'479'16,"-2"2"353"-16,1 2 191 0,-1 5-30 0,0 3-356 15,2 6-253-15,2 6-112 0,1 8-42 0,4 7-16 16,3 7 5-16,2 10 35 0,3 9-3 15,5 9-7-15,0 10-14 0,2 10-10 0,-1 9-21 16,1 9-31-16,-4 5-33 0,0 8-34 0,-2 7-16 16,-7 4-20-16,1 9-12 0,-4 1-8 15,-4 5-11-15,-2-1-5 0,-5 1-11 0,2-3-6 16,0-7 0-16,1-7-5 0,1-11-5 16,1-9 0-16,1-7 0 0,2-14-2 0,1-9-5 15,2-9-8-15,-2-11-19 0,1-10-42 0,-2-7-60 16,1-9-61-16,-3-8-80 0,-2-9-158 0,-3-10-246 15,0-4-266-15,-3-13-228 0,-4-9-179 16,0-7 94-16,-4-10 538 0</inkml:trace>
  <inkml:trace contextRef="#ctx0" brushRef="#br0" timeOffset="8171.7">23903 5940 61 0,'5'-37'445'0,"-2"3"303"0,-2 1 218 16,4 1 83-16,-4 1-335 0,1 1-193 16,1 2-109-16,0-2-38 0,2 4-27 0,0-1-44 15,0 4-42-15,2 0-31 0,1 0-37 0,0 1-41 0,0 1-42 16,5-2-25-16,-2 4-25 15,1-2-16-15,1 0-9 0,2 4-4 0,0 1-5 16,0 1-10-16,0 1-9 0,1 4-3 16,0 2-3-16,3 5 1 0,-3 6-1 0,2 6 0 15,-1 6 4-15,1 8 1 0,-2 8 2 0,-2 5-1 16,-1 8-2-16,0 2 0 0,-4 7-5 0,-1 2-3 16,0 2-38-16,1 2-68 0,-4-1-79 15,3 1-160-15,0-1-291 0,1-2-325 0,-1-1-316 16,4-1-189-16,0 0 126 0,-1-1 632 15</inkml:trace>
  <inkml:trace contextRef="#ctx0" brushRef="#br0" timeOffset="8999.95">24269 8763 72 0,'-14'0'610'0,"3"0"441"0,3-3 149 15,7 0-108-15,1 0-383 0,4-2-342 0,6-2-183 16,6 1-87-16,6-2-37 0,6-1-10 15,5 2 0-15,9-1 2 0,5 3 6 0,7-1 10 16,8 1 2-16,2 0 18 0,10 4 6 0,4-1 1 16,7 2 1-16,7 2-12 0,5 1-13 15,7 0-27-15,2 2 28 0,4-1 36 0,5-1 12 16,3 1 3-16,4 0 3 0,3-2-6 16,4 0-39-16,2-2-38 0,1-2-18 0,-1 2-10 15,5 0-4-15,-2-2-5 0,2 1-1 0,2 0-4 16,-4-1 0-16,2-1 1 0,-1 2-1 15,-2-2 3-15,1-1 1 0,-6 0 1 0,-3-2-5 16,-4-1 1-16,-4 2-2 0,-6 0-1 0,0-2 3 16,-8 1 1-16,-8 0-2 0,-5 0-2 15,-7 2 0-15,-8 0 0 0,-9 2-2 0,-6 0 1 16,-8 2 0-16,-10 0 2 0,-6 0 0 16,-9 2 3-16,-5-2 1 0,-5 0 4 0,-6 0 2 15,-6 0 0-15,-3-3 2 0,-5 0-2 0,-5-3-4 16,-4 0 0-16,-3-3-5 0,-6-2-1 0,0-1 0 15,-2-3 1-15,-2-1 0 0,0-1-1 16,-2 0 0-16,3-2 0 0,-2 3 0 16,3-1 5-16,1 2 6 0,2 3 5 0,3 1 5 15,4 3 2-15,3 0-1 0,2 2-9 0,1 2-6 16,6 3-6-16,1 1-5 0,4 0-3 0,5 2 1 16,4 4 4-16,2 0 1 0,4 3 1 15,3 0 1-15,0 3 0 0,2 0 1 0,3 1-1 16,-2 0 0-16,0 0 0 0,-1 0 0 15,0 2 0-15,-2-2-1 0,-5 1 0 0,1 0 2 16,-6-1-1-16,-1 2 0 0,-4 1 1 0,-4-1-4 16,-5 3-23-16,-4-1-67 0,-7 2-65 15,-3 2-147-15,-6-2-252 0,-3 2-315 0,-6-1-343 16,-8-1-243-16,-3-2-51 0,-10-3 574 16</inkml:trace>
  <inkml:trace contextRef="#ctx0" brushRef="#br0" timeOffset="9686.14">26698 8428 366 0,'3'4'759'0,"-1"5"279"0,1-1 82 16,-1 3-278-16,1 3-271 0,0 5-155 15,1 1-68-15,1 8-45 0,-2 2-57 0,1 0-45 16,-1 6-39-16,0-2-36 0,-1 2-47 0,-1-1-34 16,2-2-18-16,-1-2-13 0,0-2-6 15,0-2-31-15,2-3-57 0,-4-5-77 0,1 0-167 16,1-3-290-16,-4-3-300 0,1-3-295 0,-1 1-182 15,-4-3 160-15,0-2 606 0</inkml:trace>
  <inkml:trace contextRef="#ctx0" brushRef="#br0" timeOffset="12001.74">25397 8250 87 0,'4'4'263'16,"3"0"109"-16,-1 0 97 0,2 0-171 15,3 1-120-15,-1 0-63 0,-1 1-34 0,4 0 5 16,0 3-3-16,0-5-7 0,0 3-3 0,4 1-7 15,0-2-1-15,0 0-26 0,0-1 21 16,5 0 21-16,0 0 11 0,-1-2 7 0,1-2 3 16,3-1 0-16,1 0-2 0,0-1 23 0,-1-4 27 15,1-1 59-15,3-1 33 0,-1-3 19 16,1-7-24-16,1 3-6 0,0-7-10 0,0-1-42 16,1-5-14-16,-1-5-10 0,2-2-13 15,0-1-29-15,-4-2-21 0,-1-4-9 0,0 0-22 16,-5-2-19-16,-1 0-4 0,-3-2-12 15,0-3-9-15,-2-2-6 0,-3-2 1 0,-1-4 1 16,-2-2-4-16,-2-2 2 0,1-2-2 0,-3-1-7 16,1 0-4-16,-3-1-5 0,1 1-7 0,2-1 7 15,-1 2 7-15,-2-3 0 0,3 1 0 16,1-2 7-16,1-2 6 0,1-1-5 0,-1-2-5 16,5 1-4-16,1-2-2 0,-1 2-4 15,2 1 1-15,-1-1 3 0,3 1-1 0,1-2 2 16,-3 2 4-16,3 1-1 0,-3 4 2 0,1 0-6 15,0 6 2-15,-3 0 4 0,2 5-2 16,-5 5 2-16,2 3 0 0,-2 3 1 0,-1 5 1 16,-2 2-3-16,1 4 0 0,-5 2-3 15,3 2 7-15,-2 3 6 0,-4 3 10 0,3 3 6 16,-3 3 17-16,-1 3 3 0,0 1 1 0,0 3-7 16,0 2-12-16,-1 1-9 0,-1 5-14 0,-1 0 2 15,0 5-11-15,-2 4 0 0,-2 4 2 16,0 4 1-16,0 2 2 0,1 6 1 0,-1 1-1 15,0 3 5-15,1 1 0 0,1 4-1 16,-2 1 27-16,4 2 12 0,0 3 7 0,1 1 3 16,2 4 4-16,0 2 19 0,2 2-18 0,1 2-5 15,2 3-3-15,1 3-4 0,2 5-3 16,5 2-19-16,-2 7-7 0,3 4-7 0,0 1-6 16,4 4-5-16,-1-1 5 0,4 1-2 0,-4-1 2 15,4-2 2-15,1-2-1 0,0-2 3 16,-3-1-6-16,1-1 2 0,2-3 19 0,1-3 9 15,0-3 5-15,1-2 0 0,1-5 1 0,4-1 0 16,-4-6-21-16,2-5-6 0,0-1-5 0,1-5-3 16,1-5 0-16,-1-1-1 0,2-3-1 15,0-1 0-15,-1-4 1 0,-1-1 3 16,-1-1-2-16,-1-1 0 0,1-3 3 0,-4 2-2 16,1-2-3-16,-1-3 0 0,-2 3 0 0,0-4 1 15,-1-1-2-15,-2 2 0 0,0-3-1 0,-1-3 1 16,0 0-1-16,-3-2-1 0,2-3 0 15,-2-2 1-15,2-2 0 0,0-2 0 0,1-3-1 16,-3-3-1-16,5-2-4 0,-3-2-7 16,5 1-24-16,-4-5-47 0,1 1-65 0,-3-3-103 15,0 0-183-15,-3-1-298 0,-2 1-303 0,-1-1-272 16,-1 1-152-16,-5 0 289 0,-2-1 620 16</inkml:trace>
  <inkml:trace contextRef="#ctx0" brushRef="#br0" timeOffset="13514.65">28649 9443 253 0,'9'-8'454'0,"-1"-1"154"15,4 4 126-15,3-3-230 0,1 1-98 0,3 0 32 16,3 1 36-16,1-2 0 0,0 1-46 16,1 1-61-16,-1 0-78 0,0 2-87 0,-1-1-75 15,1 3-26-15,-2 2 5 0,0 0 22 16,-3 5 15-16,2 1 21 0,-5 2 12 0,0 3-4 15,-1 3-17-15,-6 2-28 0,-2 4-25 0,-3 2-28 16,-3 3-18-16,-3 5-14 0,-2 2-13 16,-3 3-6-16,0-1-2 0,-4 2-4 0,1 2-3 15,-3-1 0-15,3-1-3 0,-2-2-2 16,0 0-4-16,5-3-2 0,0-3-1 0,2-2-2 16,2-3-2-16,2-2-2 0,2-4 0 0,2-3 0 15,2-2-1-15,4-3-8 0,0-5-14 16,5 0-35-16,1-4-50 0,2-4-55 0,3 0-53 15,2-4-50-15,0-2-55 0,5-3-35 0,-1-3-5 16,2 0 11-16,-1-2 4 0,3 0 20 16,-1-1 57-16,2 2 73 0,-2-6 69 0,0 5 59 15,1 3 39-15,-4-2 17 0,-2 4 31 0,-2 5 51 16,-4 2 83-16,1 3 73 0,-6 4 53 16,0 3 20-16,-2 7-11 0,-2 3-41 0,0 3-60 15,0 3-42-15,-2 4-22 0,2 1-7 0,1 1-7 16,0 1-6-16,0 2-8 0,3-2-18 15,1-4-20-15,2-1-23 0,4-6-12 0,0-4-4 16,5-5 2-16,-1-5 1 0,2-5 0 0,2-6-1 16,-1-4 17-16,1-6 29 0,0-4 22 15,-1-4 24-15,0-6 12 0,-1-2 8 0,-4-2-13 16,-1-2-23-16,-1-2-22 0,-6 0-25 16,-5 0-12-16,-1 0-12 0,-5-1-6 0,-2-1-5 15,-6 1-3-15,0 0-3 0,-3 3 2 0,0 3 5 16,-3 4 1-16,-5 6 1 0,0 3 0 15,0 10 0-15,-5 5-4 0,0 4-5 0,1 8-3 16,-5 4-1-16,5 5-1 0,-5 6 0 0,7 4-3 16,-1 2 0-16,1 4-7 0,4 0-34 15,1 3-59-15,5 0-64 0,-1-1-104 0,3-1-187 16,3-1-306-16,1-4-297 0,3 1-240 16,2-6-149-16,-1 0 290 0,5-4 609 0</inkml:trace>
  <inkml:trace contextRef="#ctx0" brushRef="#br0" timeOffset="13735.7">29565 9765 78 0,'-10'-2'690'0,"1"2"562"16,1 0 128-16,1-1-198 0,2 1-393 16,5 1-368-16,4-1-153 0,4 0-81 0,3-1-25 15,8-3 4-15,3 2 0 0,4-3-13 0,5-2-30 16,3-4-39-16,4 2-26 0,1-3-25 15,3-1-14-15,1 1-8 0,-2 0-4 0,1-1-3 16,0 2-21-16,-4 2-61 0,-2-1-57 0,-3 2-90 16,-6 2-170-16,-1 0-303 0,-4 2-310 15,-4 3-245-15,-5 0-179 0,-3-1 189 0,-5 2 607 16</inkml:trace>
  <inkml:trace contextRef="#ctx0" brushRef="#br1" timeOffset="21401.85">8099 9337 219 0,'2'0'354'0,"-2"1"119"0,3-1-32 16,-3 0-140-16,2 0-103 0,0 0-66 0,-1 0-36 15,-1 0-20-15,0 0-17 0,2 0-15 16,-1 0-17-16,1-1-7 0,-2 1 32 0,4 0 42 16,-1-1 24-16,1 1 13 0,1-2 57 0,1 0 42 15,2 1-16-15,1 1 8 0,1-1 1 0,1-1-5 16,1 0-45-16,1 2-1 0,1-1 13 16,1 0-35-16,0-1-17 0,1 1-14 15,1 1-9-15,1-2-40 0,-1 1-32 0,1-1-14 16,2 1-13-16,1-1-3 0,-2 1-3 0,1-1-2 15,1 0-3-15,-2 1 1 0,1 0 1 0,2-1-2 16,-4 1 2-16,4-1-1 0,-3 1 1 16,0 0-2-16,2-1-2 0,-1 0 1 15,-1 0-1-15,0 0-1 0,0 0-3 0,2 1 1 16,-1-2 0-16,-1 0 1 0,0 1-3 0,2 1 2 16,-2-2-2-16,1 1 2 0,-1-1 1 0,0 1-1 15,0 0 4-15,0 0 1 0,0 0 3 16,0 0 4-16,0 0 2 0,0-1-1 0,1 2-3 15,-2-3 1-15,2 3-1 0,-2 0 3 16,2-2-1-16,1 3 0 0,-2-2-2 0,0 2 2 16,1-1-2-16,1 1-2 0,1 1-2 0,-1-1 1 15,0 2-2-15,0-1 0 0,1 2 2 16,-2 0-1-16,0-1-1 0,0 0 1 0,0 0 3 16,0 1-1-16,-1-2-2 0,-3 1-1 15,3 0-1-15,-1-2 0 0,0 0-3 0,-2 0 5 16,3 0-2-16,-2 0 0 0,1-2-1 0,-1 2-1 15,1 0 0-15,-1 0-5 0,1 0 2 16,0 0 1-16,0 2-2 0,-1-2 0 0,2 0 0 16,-1 1 4-16,1 0-1 0,1 1 2 15,-2 1 4-15,0-3-1 0,2 0 5 0,-2 2 0 16,3-2 2-16,-5 0 0 0,4 3-4 0,-2-2 4 16,1-1 0-16,-2 2 0 0,2-2-1 0,0 1 0 15,-3 1-1-15,3 0-3 0,-2-1 1 16,2-1-4-16,0 1 0 0,-3 1 4 15,5 0-2-15,-3-1-1 0,2 0 0 0,0-1 3 16,-2 2-4-16,0 0 1 0,3-1 1 0,-3-1-2 16,2 0 0-16,0 1 1 0,-2-1 25 0,4 0 13 15,-2 0 5-15,1 0 5 0,1 0 2 16,0 0-2-16,-1 0-20 0,1 0-13 16,2 0-9-16,-1-1-6 0,-2 1-6 0,4 0 2 15,-1-1-3-15,1 1-2 0,-1-2 7 0,0 0 1 16,3 1 4-16,0 0 3 0,1-1 0 0,-1-1-1 15,1 2 0-15,2-1-3 0,0 0 2 16,2 1-3-16,-1-1-2 0,3 2 1 0,-1-4-4 16,0 4 3-16,0 0-1 0,1-2 1 15,-1 2 2-15,0 0-2 0,0-3 1 0,1 1-3 16,-1 0-3-16,3 0-1 0,-3-1-6 0,0 2 6 16,1-3-1-16,-1 2 7 0,0-2 0 15,2 0 3-15,-2 1 4 0,2-1-2 0,1 1 1 16,0-1-6-16,1 2 2 0,1-1 0 15,0-1 1-15,1 0-3 0,1 2-1 0,0 0 2 16,0-1 0-16,0 0-1 0,0 1-3 0,-1 1-3 16,4-1 0-16,-2 1-3 0,0-2-4 15,2 3 1-15,-2-2 2 0,1 2 5 0,1-3 6 16,0 1 3-16,1 0 2 0,-1 1 1 16,3-3 2-16,0 3-2 0,2-3-4 0,-3 3-3 15,5-2-1-15,-4 1-1 0,3 0-1 0,-3-1-5 16,3 0 3-16,0 1-3 0,-3-1-4 0,4 0 5 15,-5 1 3-15,2 0 4 0,-1 0 1 16,3-1 6-16,-3 1 3 0,3-2-2 0,0 2-4 16,3-3-2-16,0 0 0 0,-1 1 0 15,1-1 1-15,0-3-2 0,0 1-1 0,-1-1 0 16,1 3-2-16,0-3-5 0,-1-1 1 0,1 2 2 16,-1-1 6-16,-2 1 3 0,3-1 2 0,2 1 4 15,-2-1-1-15,3 0-3 0,1 1-1 16,0-2-5-16,0 2-1 0,-2-2-1 0,1 0-3 15,0 0 0-15,2 1-7 0,-3-3 9 16,3 3 0-16,-2-3 3 0,2 2 3 0,0-2 7 16,1 0 3-16,3 3-1 0,-1-5 0 0,1 1 4 15,-1 1 1-15,2-1-1 0,-3 2-2 16,3-2-7-16,-1 0-3 0,1 1-6 0,-2-1 0 16,2 0 0-16,-1 0 2 0,4 0 5 15,-2 3 3-15,2-3-4 0,0 1-1 0,1 1-1 16,-1 1-1-16,2 1-7 0,-1 0 0 0,-1-1-3 15,2 1 2-15,-2 1 3 0,0 1 0 16,0-2 6-16,3 2 3 0,0 0 5 0,3-2-3 16,0 1-3-16,-1 0-2 0,3 1-5 15,-2-2-5-15,0 2-4 0,2-1 3 0,-2 1 3 16,-1 0 1-16,2 0 7 0,-1-2 2 0,2 2 5 16,1-1-4-16,1 1-3 0,-2 0-3 0,1 0-3 15,-1-3-5-15,-1 5 1 0,-1-5 1 16,1 3 4-16,-3 0 5 0,4 1 4 0,-2-3 0 15,0 3-3-15,2 0-2 0,-4-3-2 16,0 4-2-16,-3-2-3 0,3 0-2 0,-4 1 0 16,-2 0 0-16,1-1 0 0,-6 2 0 0,2 0 6 15,-1 0 5-15,-4 0 1 0,4 1 53 0,-2 0 24 16,-1 0 14-16,1 0 4 0,-1 1-3 16,-6 0-1-16,2 0-46 0,-3-1-25 0,1 2-11 15,-5-2-10-15,-2-1-1 0,-2 0-1 0,0 2 9 16,-3-2-4-16,-3 1-2 0,0-1 3 15,-3 2-2-15,-4 0-6 0,-3-1-2 0,-3 2 0 16,-3 0 3-16,-1-3-1 0,-7 4 6 0,0-1 13 16,-5 0 0-16,-1-1 3 0,-4 0-3 15,-2 1-1-15,-2-4-7 0,-5 3-33 0,-1-3-48 16,-4 1-42-16,-5-1-97 0,-1-1-156 16,-3 1-270-16,-3-3-271 0,-2-1-238 0,-3 1-170 15,-1 1 214-15,-3-4 504 0</inkml:trace>
  <inkml:trace contextRef="#ctx0" brushRef="#br1" timeOffset="28525.66">8384 8391 179 0,'0'0'307'16,"2"0"108"-16,-1 0-31 0,1 0-138 0,-2 0-104 15,4 0-66-15,-2 2-37 0,0-2-17 16,-1 0-5-16,1 2-3 0,1-2 2 0,0 2 9 16,0 0 11-16,1-1 1 0,-1-1 22 15,3 1 12-15,3 1 3 0,-2-1 26 0,1-1 17 16,1 2 8-16,1-2-12 0,-1 0 12 0,1 1 14 16,2 0-21-16,1-1 14 0,-1 0 14 15,1 2 1-15,1 0 6 0,1-2 13 0,0 1 8 16,0-1-32-16,-1 0-22 0,3 2-12 15,1-2-31-15,-1 0-34 0,2 0-17 0,-3 0-9 16,3 0-6-16,0 0-1 0,0 0 31 0,0 0 34 16,0 0 20-16,1 0 6 0,-1 0 3 15,2 0 1-15,-2 0-29 0,3 1-29 0,-3-1-18 16,3 2-8-16,0-1-4 0,-3-1-1 16,3 2-2-16,0 1-2 0,-2-2-2 0,0 0 1 15,2 1-3-15,-1 0-1 0,1-1-5 0,-2 2 1 16,2 0 0-16,-1-2-2 0,0 3 3 15,-1-3-1-15,1 3 2 0,-1-2 3 0,-2 0-3 16,2-2-2-16,-1 4-3 0,0-2 2 0,0 1-5 16,0-1 1-16,0-1-3 0,0-1 3 15,0 1 2-15,0-1-1 0,1 2 1 0,-2-2 0 16,1 0 0-16,-1 2 0 0,2-2-4 16,-1 0 1-16,0 1-1 0,1 0 0 0,1-1-5 15,-2 2 0-15,2 0 1 0,0-1 2 0,0 2 4 16,0-2-1-16,-1 2 7 0,-1-2 5 15,3 3 1-15,-1-1 1 0,-2 0-1 0,2 0-2 16,0 0 0-16,-3-1-2 0,4 2-4 16,-3-2 3-16,0 3-2 0,2-1 2 0,-4-1-2 15,4 2 2-15,-3-3-1 0,0 2 0 0,-1 1 0 16,1 1-1-16,-1-2 4 0,0 2-5 16,-1 0 1-16,2 0 3 0,-4 0-4 0,3 0 1 15,-2 0-3-15,0 0 1 0,-2-1-1 16,3-1-1-16,-2 1 1 0,-1 1-3 0,1-1 0 15,0-1-2-15,0 0 4 0,-1 0-2 0,1 0-1 16,-1 0 3-16,1-1 1 0,0 3 1 16,-1-1 2-16,1-1-2 0,1 1 1 0,-1-1 0 15,-1 3-3-15,2-4-2 0,-2 2-2 16,1 0-1-16,0 1-1 0,0-2-1 0,-1 1-1 16,0 0 2-16,1-1 5 0,-1 1 3 0,2 0 5 15,-2 1 3-15,1 0 3 0,-1 0-1 0,0 0-2 16,1-1-4-16,-1 2-2 0,1-5 1 15,-3 5 1-15,3-1-1 0,0-1-1 0,-2 0 1 16,0-1-1-16,1 1-2 0,2-1-1 16,-3 0 8-16,2 1-5 0,-2-2 1 0,3 1-1 15,-1-1 4-15,0 2-3 0,0-3-8 0,1 2 2 16,0 0 3-16,1-1-1 0,0-1-5 16,0 2 2-16,1-2 2 0,-2 1 1 0,0 0-1 15,1-2 0-15,-2 3-2 0,2-2 3 16,-2 2 1-16,1-3 2 0,0 2-6 0,-2-2 3 15,3 2 2-15,-2-2-2 0,0 3-2 0,1-3 2 16,0 2 5-16,-2 0-5 0,4 0-1 16,-4 0-4-16,4 0 4 0,-4 3-5 0,3-3-3 15,-3 2 4-15,1-1 0 0,0 1 2 16,0-1-5-16,2 1 4 0,-1-1-1 0,0 1 1 16,-2 0-3-16,4-1 4 0,-2-1-1 0,2 1 4 15,-1-1-1-15,1 2 0 0,-1-2 2 16,0 0 2-16,0-1 4 0,1 0-2 0,0 1 3 15,-1 0 0-15,1-1 0 0,-1-1 1 16,0 0-2-16,0 3-6 0,1-3 1 0,-1 0 1 16,1 1-2-16,-1 1 0 0,0-3-1 0,0 2 0 15,1-2 1-15,2 3 3 0,-3-2-1 16,3 2-3-16,-3-1 1 0,1 1-1 0,1 0 1 16,-1-1-2-16,-1 0 0 0,1 2 1 15,-2-3 0-15,0 2 0 0,1 1 0 0,0-1-2 16,-2 0-4-16,2 0 3 0,-2 0-2 0,0-1-3 15,1 1 1-15,0-1 4 0,-2 2 1 0,3-2-3 16,-3 2-2-16,2-2 6 0,-4 2-2 16,2-2-2-16,1 3-1 0,-1-5 3 15,-1 2 2-15,1-2-4 0,0 4 2 0,0-4-1 16,-4 2 2-16,3-1-5 0,-2 1 0 0,1-2 5 16,0 2-5-16,0-1 3 0,-1-1 2 0,1 0 3 15,-2 1 2-15,1-1 0 0,1 2 4 16,-2-2-4-16,0 0 1 0,1 2-2 15,-2-2 2-15,2 0-2 0,-2 1-1 0,3 0 3 16,-2-1-2-16,-1 2-1 0,1 0 2 0,1-1 1 16,0 2-2-16,2-2-1 0,-2 1-1 0,-1 0 3 15,4 0-4-15,-4 1 4 0,4 0 0 16,-2-1 1-16,2-1 22 0,-1 2 14 16,1-1 7-16,0 0-4 0,3 0 1 0,-2 1 3 15,2 0-19-15,-2-1-15 0,3 0-6 0,0 1 0 16,-1-1 4-16,0-1 1 0,0 4-3 0,1-5 1 15,-2 2 0-15,0 2-1 0,1-2-1 16,0-2-5-16,-3 1 0 0,2 1 2 0,-3-2-2 16,0 2-2-16,-1-2-5 0,-1 0-1 15,-1 0 3-15,-1-2-5 0,0 2 1 0,-2 0 4 16,-1-2 2-16,0 2 2 0,1 0-5 0,0 0 4 16,-2 0 1-16,0 0-2 0,1 0 2 15,0 0-2-15,-2 0 0 0,3 0 6 0,-3 0 4 16,1 2 0-16,0-2 3 0,0 0 6 15,-1 0 1-15,0 2-7 0,0-2-5 0,2 0-4 16,-4 0-3-16,2 0-2 0,-1 0-2 0,0 0 1 16,-1 0 4-16,-1 0 1 0,2 0-3 15,-2-2 2-15,-2 2 0 0,2 0 1 0,-1 0-16 16,-3 0-22-16,1 0-109 0,-4-2-174 0,0 1-291 16,-2 1-272-16,1 0-250 0,-1 0-131 15,-1 0 319-15,0-2 493 0</inkml:trace>
  <inkml:trace contextRef="#ctx0" brushRef="#br1" timeOffset="29731.7">13203 9041 35 0,'-1'0'295'15,"-1"0"171"-15,0-3 148 0,2 3-40 16,-2-1-180-16,2 0-135 0,0-3-80 0,2 2-41 16,-2-3-25-16,4 1-5 0,-1-2 9 15,0-2 12-15,3 1 7 0,1-2 1 0,2 0-3 16,-1-2-23-16,2-1-28 0,2 2-26 0,-1-2-20 15,2 0-10-15,1-1-9 0,1 0-1 16,-2 1-4-16,2 1-2 0,0 1-4 0,-2 2-2 16,1 0 1-16,1 1-2 0,0 1 16 15,-2-1 23-15,3 1 14 0,1 0 6 0,1 0 4 16,-2 0 0-16,2-1-14 0,-1 1-20 0,1-2-13 16,0 2-9-16,-1-1-3 0,4-1-4 0,-4-1-1 15,2 3-3-15,0-5-3 0,0 3 2 16,1-3-2-16,-2 0-3 0,3 3-3 15,0-3 1-15,-3-2 1 0,4 4-3 0,-1-2 1 16,-2 2 0-16,1-3-1 0,2 2-1 0,-1 1 4 16,0-2 2-16,0 0 2 0,-1 3 3 0,2-3 1 15,0 1 8-15,-1-1 0 0,2 1-2 16,-1-2-3-16,2 2 3 0,-2-3-1 0,2 3-4 16,1-2-2-16,0 0 0 0,1 1 2 15,-2 1-1-15,3-1-1 0,-2 0-3 0,2 3-1 16,-2-1 3-16,2 0 1 0,-3 2 0 0,1-3-1 15,0 1 2-15,0 1 2 0,-1-1-1 16,-2 2-4-16,2-2-2 0,0 2 4 0,-2-2 0 16,0 2-2-16,0-3-2 0,0 1 4 15,-3 1-1-15,3-2-5 0,-1 1-2 0,-2-1 0 16,1 0 2-16,1 2 6 0,-2-1 3 0,1-2 1 16,1 3 6-16,-2-3 1 0,2 3 1 15,0-2-1-15,0-1 1 0,1 1-1 0,0-2 1 16,-1-1 3-16,3 2-1 0,-1-1-4 15,1-2 1-15,0 1-1 0,-2-1-5 0,5 0-1 16,-2 1-4-16,0 0 0 0,1-1-1 0,-2 1 1 16,1-2 0-16,0 5 0 0,-1-5 0 0,1 4-3 15,-1-1-1-15,1 0-5 0,0 1 0 16,2-1-1-16,0 0-1 0,0-1-3 16,0 1 1-16,0 0-5 0,0-2 3 0,1 1 4 15,-1 1 3-15,3-2 5 0,-1-1 6 0,1 2 7 16,0-3-5-16,1 1-1 0,2 1-1 0,-1-1 0 15,5 0-1-15,-3-1 0 0,4 0 3 16,0 1 1-16,0 0-1 0,0 2 1 0,1-3-2 16,-1 0-2-16,2 1-2 0,-2-1 0 0,3-1-1 15,-1 1-2-15,-2-2-6 0,1-2 5 16,0 1 0-16,1 0 5 0,0-3 6 0,1 2 5 16,0-5 8-16,0 4-2 0,3-3-1 15,-1 2-3-15,1-1-2 0,0-1-3 0,-1 2-5 16,3 0-2-16,-5-2-2 0,2 4-5 15,-4-1-4-15,1-1-4 0,-4 3-5 0,-1 0-13 16,0 0-38-16,-5 1-59 0,-3 2-84 0,-3 0-102 16,-2 1-172-16,-4 2-245 0,-5 3-122 15,-2-2 34-15,-6 3 199 0,-2 3 249 0</inkml:trace>
  <inkml:trace contextRef="#ctx0" brushRef="#br1" timeOffset="31065.68">10082 8626 127 0,'5'-1'359'0,"-4"0"185"0,2-1 194 16,-3 2-86-16,0-2-52 0,0 2-34 0,0 0-38 15,0 0-49-15,-3-1-84 0,3 0-85 0,-1-1-81 16,-2 0-51-16,1 1-7 0,2 1 12 16,0 0 12-16,0 0 8 0,-1 0-8 0,1 0-21 15,0 0-31-15,0 0-33 0,-2 0-25 16,2 0-21-16,0 0-12 0,-1 0-9 0,1 0-9 15,-2 0-5-15,2 0-6 0,0 1-6 0,-2 1-4 16,2-2-5-16,-3 2-3 0,2 0-3 16,-3 2 0-16,1 0-2 0,0 1 0 0,0 3 1 15,-3 1-2-15,1 3 1 0,0 0-1 0,-1 5 1 16,-1 0-1-16,0 3 1 0,0 3 0 16,-1 1 0-16,2 2-1 0,-2 3-1 0,2-1 0 15,-1 5-2-15,1-4 0 0,1 4-2 0,2-1 0 16,-3-1-1-16,4 2 4 0,1-7-1 15,-1 2 3-15,2-1 1 0,2-3 2 0,-1 0-1 16,-1-3 0-16,2-2-1 0,1-4 2 16,0 1-3-16,0-2 0 0,0-3 2 0,-1 0-1 15,1-2 0-15,-3-2 0 0,3-1-1 0,-1-1 0 16,-2-1-2-16,2-1 0 0,-1-1-1 16,-1 1-1-16,2-3-2 0,0 1-13 0,-1-2-31 15,1 1-61-15,-1-3-56 0,2-2-80 16,0-1-134-16,-1-1-169 0,-1-1-269 0,3-2-221 15,0-1-218-15,-2 0-34 0,3 1 361 0,-2-2 467 16</inkml:trace>
  <inkml:trace contextRef="#ctx0" brushRef="#br1" timeOffset="31428.24">10193 8874 346 0,'1'1'654'16,"1"0"222"-16,0 4 89 0,-1 2-240 16,1 4-198-16,3 3-116 0,-1 4-84 0,2 0-39 15,1 4-49-15,1 1-64 0,0 2-56 0,1 0-38 16,2 1-23-16,-1 0-14 0,2-3-8 16,-2 3-10-16,2-5-7 0,1 0-8 0,-2-3-4 15,0-1-4-15,0-4-6 0,1-4 1 16,0-2-1-16,-2-2 2 0,-1-5-1 0,0-5-3 15,1-2 6-15,-3-6 2 0,-1-2-5 0,3-2 5 16,-4-7-1-16,0 0 0 0,-2-1 2 0,0 2 23 16,-3-1 29-16,0 2 28 0,-3-1 19 15,-2 4 6-15,-1-1 6 0,-5 1-17 0,0 2-25 16,-2 2-26-16,-3 2-20 0,3 1-16 16,-4 3-21-16,1 4-46 0,-3 4-40 0,-1 4-54 15,2 3-124-15,-4 3-165 0,0 4-300 0,3 1-240 16,0 3-238-16,3-1-86 0,-1-1 365 15,6 1 487-15</inkml:trace>
  <inkml:trace contextRef="#ctx0" brushRef="#br1" timeOffset="31618.65">10155 9121 37 0,'3'0'452'0,"0"3"316"0,0-3 175 16,2 0 0-16,2 0-354 0,0 0-285 0,4 0-162 15,-1 0-69-15,4 0-33 0,2 0-18 0,3-5-10 16,0 3-4-16,0-3 3 0,3-1-3 16,2-1-5-16,-2-1-32 0,0-1-85 0,0 1-129 15,-4-2-290-15,-1 1-216 0,-1 3-150 16,-4-5 29-16,-2 4 250 0</inkml:trace>
  <inkml:trace contextRef="#ctx0" brushRef="#br1" timeOffset="33062.05">16239 7420 173 0,'2'-10'552'0,"-2"3"269"0,1 1 115 15,5 3-96-15,-1 6-254 0,6 3-162 16,3 4-92-16,2 5-42 0,5 6-23 0,0 2-42 15,2 6-38-15,2 2-21 0,2 4 3 16,0 2-7-16,0 4-9 0,-3 2-19 0,3 2-23 16,-2 4-31-16,-3 3-33 0,2-1-17 0,-7 5-13 15,0-3-6-15,-2 3-4 0,-1 0-4 0,-4-2 0 16,-1-1 1-16,-4 0 1 0,-1-3 0 16,-4-3-2-16,-4-2-21 0,-1-2-43 15,-4-3-41-15,-3-5-42 0,-3-1-74 0,-4-6-116 16,-2-4-128-16,-1-5-171 0,-3-6-248 0,-2-6-230 15,1-5-56-15,-4-6 239 0,-1-7 396 0</inkml:trace>
  <inkml:trace contextRef="#ctx0" brushRef="#br1" timeOffset="33477.1">15796 8035 82 0,'3'6'577'0,"-1"3"382"15,1 0 146-15,1 4-75 0,0 0-369 16,5 3-295-16,1 4-134 0,1 1-64 0,3 1-31 16,-1 0-14-16,4 3-25 0,1-3-28 0,2 1-32 15,-1-3-20-15,0 1-10 0,3-2-6 16,-3-3-5-16,1-2 0 0,0-1 2 0,-4-3 2 15,1-3-3-15,-2-1-3 0,-1-3 5 0,-2-3 1 16,-1-3 5-16,-3-3 2 0,-1-3 2 16,-3-3 4-16,0-5-2 0,-3-2-1 0,-1-3-5 15,-3-3-1-15,-2 0 0 0,-1-4-1 16,-5-1-2-16,-5 0-1 0,2-2 6 0,-8-1-5 16,0-1 1-16,-2 0-2 0,0 2 0 0,0 2-4 15,1 5-2-15,1 3 4 0,2 3-3 16,3 5 2-16,1 6 0 0,1 3 2 0,0 7-3 15,1 4-2-15,4 4 3 0,-1 7-5 16,2 4-27-16,1 4-65 0,0 2-116 0,2 3-157 16,-2 0-296-16,3 1-268 0,2 0-201 0,1-1 17 15,1-3 346-15</inkml:trace>
  <inkml:trace contextRef="#ctx0" brushRef="#br1" timeOffset="33676.22">15828 8194 187 0,'8'-12'759'0,"-2"2"384"16,3 1 48-16,-2 1-142 0,1 0-457 15,3-3-294-15,2 5-148 0,3-3-73 0,4-1-35 16,4 0-17-16,2 0-11 0,4-5-7 0,4 2-1 16,1-1-3-16,1-2-2 0,0 1-8 15,4-2-46-15,-4-2-123 0,2 3-189 0,-3-1-289 16,-2 0-256-16,-3 1-230 0,-3 0-5 15,-3 1 374-15</inkml:trace>
  <inkml:trace contextRef="#ctx0" brushRef="#br1" timeOffset="38875.04">9225 8376 120 0,'0'0'309'0,"0"0"141"15,0 0 98-15,-3 0-120 0,3 0-108 0,0 0-48 16,-1-2-8-16,1 2 4 0,-2 0 3 0,2 0-11 16,0 0-9-16,-1 0-18 0,1 0-22 15,0 0-13-15,0-2-19 0,1 2-17 0,-1 0-5 16,0 0-6-16,0 0-4 0,0 0-14 0,0 0-8 16,0 0-14-16,-1 0-22 0,1 0-19 15,0-3-16-15,0 3-16 0,0-1-12 0,0 0-8 16,0-3-8-16,0 0-4 0,0 0-5 15,0-2 6-15,0 0 0 0,1-4 3 0,1 2 16 16,2-4 15-16,-1-2 4 0,0 1 20 0,2-4 17 16,-2 1 8-16,2-2 7 0,0-1-4 0,0-1-5 15,2 0-18-15,0 1-16 0,-1-2-11 16,1 3-18-16,0 0-11 0,0 0-5 0,-1 2-6 16,-1 0 1-16,1 1-2 0,0 4-1 15,-3 0 1-15,2 2-2 0,-3 2 1 0,0 2-4 16,-1-1 2-16,1 4-2 0,-2-1-1 0,1 2 1 15,-1-1 4-15,-1 2 2 0,1 0-3 16,-2 2 2-16,-1 0-5 0,1 2-31 0,-1 1-43 16,0-2-37-16,-3 4-49 0,1-1-108 15,-3 0-145-15,2-1-138 0,-2 1-232 0,0-1-248 16,0-1-174-16,0-1 136 0,2 1 385 0</inkml:trace>
  <inkml:trace contextRef="#ctx0" brushRef="#br1" timeOffset="39115.69">9219 7971 57 0,'8'-8'261'0,"-2"1"127"0,0-2 126 15,1 0-95-15,1-1-97 0,-1 0-51 0,1 1-5 16,1-1 9-16,1 2 8 0,-2-1-15 16,2 1-16-16,1 0-25 0,-2 0-31 0,1 3-38 15,-2-1-40-15,4 1-20 0,-4 1 4 0,2 2 0 16,-1 0-9-16,-1 0 1 0,-1 2 13 15,-1 2 6-15,0 0-29 0,0 4-16 0,-1-1-25 16,-2 5 0-16,1 2-15 0,-3 1-10 16,1 2-11-16,1 1-55 0,-3 3-97 0,2-1-156 15,-2 1-302-15,0 3-257 0,0-3-219 0,0-1-10 16,1-2 320-16</inkml:trace>
  <inkml:trace contextRef="#ctx0" brushRef="#br1" timeOffset="40411.71">17064 7278 11 0,'2'-2'324'0,"-2"1"275"0,0-4 277 16,-2 1 91-16,1-2-178 0,-2-1-168 0,-1-4-132 16,1-2-96-16,0 0-66 0,1-2-42 0,-2 0-16 15,2-2-5-15,1 1-11 0,-1-2-22 16,1 0-33-16,-3 2-38 0,3-1-42 0,-2 2-35 16,1 0-22-16,-1 2-11 0,-1 1-7 15,3 0-8-15,-2 1-9 0,-2 2-5 0,2 0-5 16,2 2-6-16,-3 0-3 0,0-3-2 0,0 3-2 15,-1-1 0-15,1 1-2 0,-4-1 2 16,2 2-1-16,-2-1-2 0,0 1 1 0,-1 0-1 16,-3 1 0-16,3 1-1 0,-4 1 0 0,0 1-1 15,1 2-2-15,2 0 0 0,-1 2-5 16,0-1-13-16,0 2-32 0,3 2-63 0,-1-2-65 16,1 1-95-16,2-1-159 0,-3 2-237 0,2-3-295 15,1 0-227-15,2 1-178 0,1-2 124 16,1 1 516-16</inkml:trace>
  <inkml:trace contextRef="#ctx0" brushRef="#br1" timeOffset="40649.71">16773 6825 115 0,'0'-11'419'16,"0"4"256"-16,0-3 199 0,0 1-92 0,0 2-181 16,2-1-139-16,-1 1-87 0,3-2-59 15,0 2-55-15,0-2-49 0,1 2-49 0,-1-1-36 16,4 0-28-16,-2 1-23 0,-1 2-16 0,2 1-19 15,-1-1-6-15,1 4-8 0,0-1-7 16,-1 4-1-16,1 0-6 0,0 3 1 0,0 3-3 16,-1 3-1-16,-1 2-3 0,1 2-3 15,0 1-3-15,-1 4-1 0,0-1 0 0,-2 1-8 16,0 2-31-16,-1-1-122 0,-2 0-172 0,0 1-289 16,-2 1-273-16,-1-2-255 0,-2 0-102 0,1-1 342 15,-4 1 483-15</inkml:trace>
  <inkml:trace contextRef="#ctx0" brushRef="#br1" timeOffset="41831.68">15031 9143 188 0,'3'-5'554'0,"-3"0"277"16,2 2 109-16,0-1-198 0,-1 4-280 15,1-2-196-15,2 2-110 0,1 2-23 0,1 2 18 16,4 3 28-16,2 1 29 0,1 3 13 0,4 4-7 16,1 1-32-16,2 4-32 0,1 5-32 15,1 4-22-15,2 4-17 0,-2 1-15 0,-3 6-8 16,3 1-12-16,-3 3-7 0,-3 2-16 16,0-1-11-16,-2 2-1 0,-2-1-7 0,-2 0-2 15,0 1 6-15,-4-3 4 0,2 0 1 0,-7-5-4 16,1 3-21-16,-4-5-21 0,1-1-46 15,-9-3-113-15,1-4-154 0,-4 0-243 0,-3-5-263 16,-4-2-252-16,1-5-142 0,-3-5 250 16,-2-6 447-16</inkml:trace>
  <inkml:trace contextRef="#ctx0" brushRef="#br1" timeOffset="43737.76">13153 9157 39 0,'-2'1'225'16,"1"1"109"-16,-3 0 68 0,1 1-75 15,1 0-98-15,-1 0-62 0,2 1-22 0,-2-1-1 16,1 0 1-16,2 0 0 0,-1-1-15 0,1-1-24 15,-2-1-28-15,2 1-24 0,0-1-22 16,0 0-15-16,2 0-10 0,-2 0-1 0,1 0 13 16,1 0 22-16,2-1 34 0,-1-2 28 15,1 0 19-15,2-2 14 0,1 0-7 0,3-3-3 16,2-1 25-16,0-1 10 0,4-2 5 0,2-4-2 16,2-1 3-16,2-4-19 0,2 0-45 0,1-4-30 15,2 1-20-15,3-4 24 0,0-1 12 16,3 2 9-16,-1-4 0 0,0 0-3 15,-1-1-4-15,1-1-37 0,-2 2-23 0,0-1-2 16,-1 1 12-16,-3-1 4 0,3 2 4 0,-2-1 6 16,-1 1-3-16,0 0-11 0,-2 4-20 0,-1-2-9 15,2 1-7-15,-1 1-5 0,1 2 2 0,-1 0 3 16,0 1 2-16,1 0 2 0,2 0 5 16,0 1 1-16,1-1-2 0,2-1-3 0,0 0 2 15,3 0-2-15,2-3-1 0,3 0-2 16,1-2 2-16,3-2-2 0,1-3-7 0,1-1-5 15,3-3-2-15,2 0-5 0,2-1-8 0,1-2 2 16,2-1 0-16,-2 2 8 0,4-2 6 16,2 0 7-16,1-1 10 0,2 0 1 0,1 0 3 15,1-3-2-15,0 2-4 0,-1-1-5 16,1-2-10-16,-1 1-2 0,-2-2-4 0,0 0-2 16,-1 0 0-16,-3 1 0 0,1 2 3 0,-6 0 4 15,3 1 6-15,-4 3 2 0,0 2 4 0,-5 0 5 16,-2 3 1-16,-2 3-4 0,-3 2-3 15,-5 0 2-15,-3 4-4 0,-5 4-4 0,-4 1-6 16,-4 3-12-16,-2 1-33 0,-4 2-77 16,-7 0-112-16,1 1-138 0,-5 2-257 0,-1 1-266 15,-3 3-191-15,-4-1 21 0,-1 4 293 0,-2 1 365 16</inkml:trace>
  <inkml:trace contextRef="#ctx0" brushRef="#br1" timeOffset="44775.74">13162 9257 195 0,'-1'-4'464'0,"-2"0"217"0,-1-1 140 0,0 1-158 15,-3-3-181-15,2 2-89 0,-2-1-31 16,0 0-19-16,-1-3-27 0,-1 1-41 0,-2-3-40 16,-2-1-25-16,-1 1-9 0,0-1 9 0,-4 0 14 15,1-3 11-15,-5 1-14 0,-2-1-24 16,-3 0-37-16,0-1-39 0,-6-1-40 0,-2-1-25 16,-3 0-14-16,-5-2-13 0,-2 1-8 15,-3-6-5-15,-2 1-4 0,-1-2-5 0,-1 1-4 16,-2-4-2-16,-1 1 3 0,0-2-1 0,-1-2 1 15,1 1 0-15,0-4-2 0,-4-1 0 0,2-1-5 16,-3-3-2-16,2 1 0 0,-1-5-1 16,0 0 0-16,1-4 0 0,-2-2 5 0,0 3 1 15,-2-4-6-15,0 1-2 0,-1 1 0 0,1-2-1 16,-4 1-6-16,-2 1-2 0,0 1 10 16,-3 3 6-16,-3 2-2 0,1 2 2 0,0 5 3 15,-4 1 7-15,4 7-5 0,-3 1-6 0,0 4-2 16,1 5-1-16,0 2-1 0,-1 2-2 15,2 2-3-15,1 3 11 0,1 0 4 0,2 1 4 16,5 1 2-16,3 0 1 0,4-1-6 0,4 1-9 16,5-2-3-16,5-3-2 0,6-2-3 0,8-1-4 15,6-3 7-15,8-3-5 0,4-3-29 16,9-1-57-16,6-3-68 0,6-2-157 0,2 1-283 16,8-3-305-16,0 1-304 0,2 3-227 15,1-2 66-15,-3 5 614 0</inkml:trace>
  <inkml:trace contextRef="#ctx0" brushRef="#br1" timeOffset="50865.65">25941 8178 76 0,'-3'4'304'0,"-1"-1"167"16,0 0 157-16,0 2-75 0,1-2-101 0,1 0-28 15,-1-1-12-15,2 0-12 0,-4 1-21 16,5 0-44-16,-1-1-64 0,1 0-69 0,-2 1-61 16,2-2-49-16,2 0-39 0,-2 0-24 0,1 2-15 15,4-3-7-15,-4 2-2 0,6-2-3 16,-2 2 16-16,1-2 14 0,4-2 10 0,0 0 5 15,2-2 14-15,2-1 6 0,-2-1-14 16,6 0-10-16,-2-2-3 0,2 0-6 0,0-1-8 16,1 1-3-16,1-3 1 0,0 1-8 0,-2 1-2 15,4 1 1-15,-2-1-2 0,-2-1-5 16,0 2-6-16,1-1 4 0,0 0-2 0,-3-2 9 16,1 0 13-16,-1 1 10 0,-1 1 3 15,2-2 26-15,-2 0 15 0,0-1-1 0,-1-1-9 16,-2-2-4-16,1 2 4 0,0 0-25 0,0-2 2 15,-1 0 22-15,-1-2 16 0,0 1 1 0,2-1-1 16,-2-1-1-16,1 2-18 0,-2-2-27 16,1 0-18-16,0 1-8 0,-1 0-5 15,-1-2 1-15,4-1-1 0,-4 3-1 0,-1-2-4 16,5 2 3-16,-5-3-2 0,1 3 0 0,2-4-2 16,-1 2 0-16,-1-1 2 0,-1 0-1 0,3 0 5 15,-1 1 9-15,-4-1 10 0,3 1 2 16,-1-3-1-16,-1 1 3 0,-2 3-6 0,-1-5-11 15,2 1-6-15,1 0-3 0,-2-2-2 16,-2 0-1-16,2-2 0 0,-4 3-2 0,4-3 1 16,-1-1-1-16,0 2 0 0,-1-1-1 0,2-1 0 15,-4 2 1-15,4-2-2 0,-2 0 1 0,2-1 1 16,-2 2 0-16,2 0 1 0,-1-1 1 16,0 1-1-16,0 1 1 0,0 0 0 0,-3-1-1 15,3 2-1-15,-1-1 0 0,-2 0 2 16,2 0-1-16,-1 0 1 0,-1 0 0 0,2 0-1 15,-1 2 2-15,0 0-3 0,1 0-2 0,-2 1 1 16,3 0 0-16,1 2 0 0,-2-1-3 0,0 1 3 16,3 0 0-16,-1 1 0 0,0 0 1 15,-1-1 1-15,1 1-1 0,3-1-1 16,-4 1 1-16,1-2-2 0,2 1-1 0,-1-1 0 16,-1 2 1-16,2-3 1 0,-2 2-1 0,2 0 1 15,-1 0 0-15,1 1 0 0,-1 1 2 16,0 0 1-16,-1 1 0 0,1-1 1 0,1 2 1 15,-1 1 0-15,-2-1 2 0,0 1-2 0,0 0 0 16,1-2 1-16,-1 4 0 0,-3-2 6 16,1 0 2-16,-1 1 3 0,2-1 0 0,-3 2 0 15,0-1-1-15,0 0-5 0,0 1-5 0,0 1-1 16,0 0-1-16,0 0-3 0,0 0 0 16,2 0 0-16,-2-1-1 0,1 4-6 0,-1-2-3 15,3 1-2-15,-1 1 0 0,0 0-1 0,-1 1-1 16,2 2 5-16,-3-1 3 0,2 1 3 15,0 4 0-15,-1-4 0 0,-1 5 0 0,2-3 0 16,0 3 0-16,-2 0-1 0,1-1 0 16,1 2 0-16,-1-2 0 0,1 2 3 0,1 2 0 15,1-2 1-15,0 2 1 0,-1-1 0 0,2 2-1 16,0 0 0-16,-1 0-1 0,4 2 0 16,-3-2 0-16,1 3 2 0,1 0-1 0,-3 2 2 15,2-1 1-15,1 2-1 0,-2 0 1 16,1 3 0-16,-1 1 0 0,0 0 0 0,-1 3 8 0,1-1 2 15,-2 3 0-15,0 0 0 0,0 0 0 16,1 1-1-16,-1 1-7 0,2 1-3 0,-4 0-2 16,4 0 0-16,-4-2-1 0,2 2 1 15,-1 0-1-15,1 0 3 0,-1-1 1 0,-1 3-1 16,3-1 2-16,-3-1-1 0,3 1 1 16,-1-1-1-16,-2 1 0 0,4 1 1 0,-4 0 0 15,2-1 0-15,-1 2 0 0,0-3-2 0,1 2-1 16,-2-1 0-16,3 0-1 0,-3 0-1 0,3-1 0 15,-1 0 1-15,1-2-2 0,-1 1 1 16,0-3 0-16,2 2-1 0,-2 0 2 16,1-1-1-16,-3 1 2 0,3 0-1 0,-1-1-1 15,-2-2 1-15,4 2-3 0,-2 0 0 0,0-2-1 16,0 1 1-16,1 1 1 0,-1-2 0 0,-2 2 0 16,3 0 1-16,-3-2 2 0,2 1 0 15,2 2 0-15,-4-1 2 0,1 0 1 0,-1 1 2 16,-1-1-2-16,2 2 0 0,-2 0 0 15,0-2-2-15,0 1 0 0,0 0 0 0,0 1-1 16,0-3 0-16,2 2 0 0,-2 0 1 0,0 0-2 16,1-2 0-16,1 1-1 0,0-1 1 15,1-1-1-15,-3 2 1 0,3-1-1 0,0 0 1 16,0 0 0-16,3 1 0 0,-2 0 1 16,0-2 0-16,3 3-1 0,-2-1 1 0,-1-1-2 15,4 2-1-15,-2 2-2 0,2-2 2 0,-1 1-1 16,4 0 1-16,-3-1 1 0,1 2 1 0,2 0 1 15,-1-1 0-15,-1-1 0 0,1 1 0 16,1 0 2-16,-3 2 0 0,1-3-2 0,0 2 0 16,0-1 1-16,-3 0-2 0,0 1 1 15,0 0-2-15,2-2 2 0,-1 1-1 0,-2-1 2 16,3-2-1-16,-2 0-1 0,2-2 1 0,-4-2 0 16,3 0 0-16,-1 0-1 0,3-3 1 15,-1 1 1-15,1-2-1 0,1-2-1 0,0 1 0 16,0-2 0-16,0 0 2 0,0-2-1 0,1-1 0 15,0 0 1-15,0 0 1 0,-1-1 0 16,2-2-2-16,-1 1 1 0,1-1 0 0,-2-1 0 16,2 1 0-16,-3-2 1 0,0 1 0 15,3-1-2-15,-4-1 1 0,1 1-1 0,-3 1 1 16,2 0-1-16,-1-1-2 0,-1 1 2 16,-2 1 0-16,0-2 0 0,-1 2-1 0,-2-1 0 15,3 1 1-15,-4 0-1 0,1 0-1 0,-1 0 2 16,2 0 0-16,-2 0 0 0,2 0 0 0,-2 0 0 15,0 0 0-15,0 0-1 0,0 0-1 16,0 1 1-16,0-1 0 0,0 0 0 0,0 0 0 16,0 0 1-16,0 0-1 0,0 0 1 15,0 0 0-15,0 0-1 0,0 0 1 0,0 0 1 16,0 0-2-16,0 0 1 0,0 0-1 0,0 0 0 16,0 0 0-16,0 0 0 0,0 0 1 15,0 0-1-15,0 0 1 0,0 0 0 0,0 0-1 16,0 0 1-16,0 0 0 0,0 0 0 15,0 0 1-15,0 0 0 0,0-1 1 0,0 1 6 16,0 0 3-16,-2 0 3 0,2 0 0 0,0 0 0 16,0 0 0-16,0 0-6 0,0 0-3 15,0 0-3-15,0 0 0 0,0 0-2 0,0 0 2 16,0 0-1-16,0 0-2 0,0 0 0 0,0 0-1 16,-2 0 1-16,2 0-2 0,0 0 0 15,0 0 2-15,0 0-1 0,0 0-1 0,0 0 1 16,-1 0 1-16,1 1-2 0,0-1 1 0,-2 0 0 15,2 0-1-15,-2 0 0 0,1 0-4 16,-1 0-10-16,1 0-27 0,-3 0-60 0,1 2-66 16,-3-2-96-16,2 0-168 0,-3 0-292 15,1 0-309-15,1 0-250 0,-3 0-176 0,4-2 187 16,-1 1 605-16</inkml:trace>
  <inkml:trace contextRef="#ctx0" brushRef="#br1" timeOffset="56720.95">11761 3499 168 0,'0'8'450'0,"-1"-2"208"15,-1 1 119-15,4-1-160 0,-1 2-150 0,2-1-101 16,1-2-66-16,-1 2-33 0,2-3-26 15,1 2-26-15,0-4-38 0,1 0-22 0,-1-2-4 16,2-3 1-16,-1 0 1 0,0-1-17 0,1-5-23 16,-2 0-30-16,0 1-22 0,-3-2-9 15,1 3 7-15,-3 0 44 0,1-1 53 16,1 4 40-16,-3-1 5 0,0 1-8 0,-3 0-22 16,1 1-40-16,-1 2-50 0,1 1-41 0,-3 0-16 15,1 1-15-15,1 4-8 0,-2 0-6 16,2-1-1-16,0 4-2 0,1 1-10 0,1-2-28 0,1 1-46 15,0 1-44-15,1-1-46 0,3 3-90 16,-1-1-137-16,2-2-162 0,1 3-246 16,1-2-235-16,3 0-205 0,1-2 82 0,3-1 418 15</inkml:trace>
  <inkml:trace contextRef="#ctx0" brushRef="#br1" timeOffset="57313.72">13208 3375 266 0,'5'7'470'15,"-2"-1"160"-15,0 0 57 0,0-4-262 0,-1 0-158 16,2 1-62-16,0-2 16 0,-3 0 50 0,2-2 43 16,-1 0 26-16,1-4-15 0,-3 0-39 0,3 1-54 15,-3-2-56-15,-1 0-42 0,-1 0-32 16,1 0-24-16,-3 0-12 0,1 1-16 0,0 2-12 16,-3 0-13-16,1 3-10 0,0 0-8 15,-1 3-6-15,1 2-8 0,0 2-39 0,-2 2-91 16,2 2-136-16,-1 2-188 0,1 2-291 0,1 2-257 15,0 0-139-15,-1 0 156 0,2 2 391 16</inkml:trace>
  <inkml:trace contextRef="#ctx0" brushRef="#br1" timeOffset="59505.07">11769 3486 170 0,'0'3'315'15,"0"1"122"-15,-1 1 15 0,1-1-128 0,0 3-106 16,0-3-59-16,0 3-22 0,0 0-4 16,1 3-5-16,1 1 17 0,1 2 18 0,2 2 21 15,2 1 12-15,0 2 19 0,1 4 13 16,3-2-12-16,0 4-3 0,0 1-2 0,1 0-1 16,1 1-25-16,1 0-16 0,-1 1-8 0,0 2-13 15,3-2-24-15,-3 3-28 0,0-2-19 16,2 1-16-16,-3 1-20 0,1-1-6 0,0-1 0 15,1 0 0-15,-1 1 5 0,-1 2-1 0,1-1 2 16,-1 3-9-16,1-2-11 0,-2 3-7 16,0-1-7-16,0 0-10 0,-1-2-5 0,2 3-4 15,-4-2 2-15,2 0 2 0,-1-2 1 0,1 0 5 16,-2-2 5-16,0 1 4 0,1 0 2 16,-1 1-1-16,0-2 4 0,1 1 7 0,-2 2 7 15,1-3 1-15,-2 1-2 0,3-1 1 16,-1 3-5-16,0-3-5 0,0-1-11 0,0 1-6 15,0-1 2-15,0-2 2 0,-1 3-4 0,3-3-3 16,-2 1 4-16,0-2-1 0,3 1-3 0,-3-1 3 16,3-1-2-16,-3 2 0 0,3-1 2 15,-3 0 3-15,2-1 0 0,0 1 0 0,-3-2 2 16,3 4 0-16,-2-2 0 0,1 1-3 16,-3 1 6-16,2-1-2 0,1 2 1 0,-1 1 1 15,0-2 0-15,0 3 1 0,0-1-5 16,0 1 0-16,2-1-1 0,-2 1-2 0,1-3 0 15,-1 2 0-15,0-3 0 0,-2 2 2 0,3-2-2 16,0-2-1-16,-3 1 0 0,2 2 0 16,1-2-2-16,-2-2-3 0,-1 3 3 0,2-2-3 15,-1 3 0-15,0-4 1 0,-1 2 3 0,1 0 0 16,0 1 3-16,-2-4 4 0,0 3 3 16,1 2-2-16,-1-2 1 0,3 1 1 0,-2 1-2 15,1 0-2-15,-1-1-2 0,1 0-2 16,0 3 1-16,-1-2-2 0,2 0-2 0,-1 3 4 15,1-3-3-15,1 2-1 0,-1 0 0 0,0-2 3 16,3 2 0-16,-3-1-3 0,0 0 3 16,0-1 0-16,1-1-4 0,-1 3-5 0,0-3 6 15,-1 0 1-15,0 2 0 0,1-1 13 0,-1-1 17 16,-1 1 13-16,3 1 4 0,-2-2 4 16,-1 2 5-16,1 2-12 0,-3-2-3 0,2 1-5 15,1 2-1-15,-3 0 6 0,1 2 0 16,2-2 2-16,-1 3-8 0,0 0 0 0,0 1-1 15,-1 1-11-15,2 1-5 0,0-2-4 0,1 1-2 16,0-1 0-16,0 3-5 0,1-2 1 16,0 1 0-16,0 2 0 0,2-1 3 0,-1 1-2 15,-1 0 11-15,4 3 7 0,-4 0 5 0,2 1 4 16,0 0 3-16,0 0-3 0,-1 0-11 16,2-2-3-16,-4 1-4 0,2-3-7 0,-1 0-3 15,-1-3 1-15,0 3 3 0,-1-6-1 0,-1-2 1 16,-2-3 5-16,3-2 3 0,-4-1-1 15,2-5 0-15,0 0-3 0,-2-2 1 0,5-1-4 16,-5 0-3-16,2-2 0 0,-1 4-2 0,1-2 0 16,0 1-2-16,1 1 0 0,-1-1-3 15,-2 0-1-15,3-3 0 0,-2 1 0 0,0 0 0 16,-2-1 0-16,1-1 2 0,2-1-1 16,-2-1-1-16,-2 1 0 0,1-1 4 0,1 0-2 15,0 1 1-15,-1 0 0 0,1 3-2 16,-1 1 0-16,1 0-2 0,-1 1 0 0,2 2-1 15,-1 0 3-15,0-1 0 0,-1 1 0 0,3 0 1 16,-2-1-1-16,0-2 4 0,1-1-1 0,-3-2-2 16,2-2 2-16,-1-3-3 0,2-2 3 15,-1-1-3-15,-1-4-1 0,0-1 3 0,-1-3 0 16,1-1 3-16,0-3-1 0,-1 1 1 16,1-5 1-16,-1 3-2 0,-1-3 1 0,0-1 1 15,2 0-3-15,-2-1 0 0,2-1-1 0,-1-1 2 16,-1-3-1-16,0 2-2 0,0-4 1 15,0-3 0-15,0 0 0 0,0-4-2 0,-1 0-1 16,-1-4 2-16,0-3 2 0,-1-3 3 16,0-4 1-16,0-2 2 0,-1-5 4 0,-3-5 2 15,2-4 0-15,0-3-1 0,-1-4 0 0,-1-2 0 16,-2-2 0-16,3-1 0 0,-1-2-1 0,-1 0 1 16,2-2-1-16,-2 1-3 0,2-2-3 15,0 0-2-15,-1 0-3 0,0 2-3 0,0-3-1 16,-1 0 1-16,2 0 1 0,-1 0-1 15,-2-5 2-15,3-1-1 0,-1 1-1 0,2-1 1 16,-2-2-3-16,4 1 1 0,-2 1 0 0,3 3 2 16,-1 2 1-16,2 2-1 0,-3 5 3 0,4 0-1 15,-1 3-3-15,-1 3 0 0,0 1 0 0,2 1-2 16,0 3 1-16,0 1-1 0,0 0 0 16,0-2-1-16,2 1 2 0,-2-4 1 0,0 2 1 15,2-4 0-15,-2 0 0 0,1-4 2 0,-1-1-2 16,0-2-3-16,0 2 1 0,0 2 1 15,-1-1-2-15,-1 4 2 0,0 2 0 0,-1 2 1 16,-1 0 0-16,2 3-1 0,-1-2 0 0,2 3 0 16,-1-1 0-16,2 0 0 0,-2 0 0 15,2 0 0-15,2 0-1 0,-2-2-1 0,2 1 1 16,-1 0-1-16,-1-3 1 0,0 3 1 0,0-1 0 16,-3 1 2-16,1 1 0 0,-1 2 0 15,0 3-1-15,-2 4 3 0,-1 6-1 0,-3 7 0 16,0 1 1-16,-2 7 0 0,0 4 0 15,2 4-1-15,-2 4-1 0,0 3-2 0,0 4-2 16,3 2 0-16,-3 0-4 0,3 6-8 0,0-3-16 16,1 3-31-16,0 0-58 0,0 3-59 0,3-1-78 15,-3 2-146-15,-2 0-233 0,3 3-285 16,-3 1-234-16,1 2-199 0,-1 2 46 16,0 3 510-16</inkml:trace>
  <inkml:trace contextRef="#ctx0" brushRef="#br1" timeOffset="62201.62">11766 3527 28 0,'5'8'245'16,"-2"-2"129"-16,2 4 111 0,1-2-49 0,-3 1-126 15,4 3-64-15,-3 1-6 0,3 3 22 16,0-2 45-16,0 5 22 0,1 0 12 0,1 1-2 16,0 1-6-16,1 1-17 0,0 0-37 15,2 1-41-15,-2 1-37 0,-1 0-37 0,2 1-36 0,0 1-31 16,1 1-17-16,-2-1-14 0,0 2-9 16,1 1-4-16,0 0 0 0,-1-1 2 0,-1 0-1 15,2 1-4-15,-3 0-2 0,2 2-4 16,0-1-7-16,0 1-8 0,0-1-8 0,1 2-4 15,-2 0-6-15,1 0 20 0,-1 0 5 16,2 2 9-16,-3 1 4 0,3-1 4 0,-1 1-3 16,-1-1-16-16,-1 2-12 0,1 0-8 0,-1 0-6 15,-1-1-2-15,1 4-2 0,-1-3-1 16,2 3-1-16,-3-3-1 0,0 4 1 0,3-1 2 16,-4 2-3-16,2-2 0 0,-1-2 1 15,3 3-2-15,-2-2-3 0,-1 0-2 0,2 0 1 16,-1 0 3-16,2-1 0 0,-1 1 5 0,0-2 1 15,1 1 4-15,1-2-2 0,-1 0-1 16,-1-1 0-16,3-1-5 0,-3 1 2 0,2 0-3 16,-1-1 2-16,1-1-3 0,-4 2 0 15,2-3 3-15,1-2-4 0,-1 2 3 0,0-1-2 16,1-3 1-16,-2 0 2 0,-1-1-2 0,2 0 3 16,-3-3-3-16,4 1 2 0,-4-2-4 0,1 1-1 15,-1-1 1-15,0 1-1 0,1 0 3 16,0-1-2-16,-1 2 4 0,0-3 1 0,0 3 2 15,0 0-1-15,1 1-1 0,0-3 0 0,0 3-1 16,-1-1 2-16,2 0-4 0,0 1 3 16,0-1-1-16,-1 2 1 0,1-1 1 0,-1-1-3 15,3 2 0-15,-2-1-1 0,-1 1 0 16,2 0-2-16,-1-3 2 0,0 5 2 0,-1-1-2 16,-1-2-1-16,0 2 2 0,3 2-1 15,-4-2 0-15,1 1 25 0,0 2 20 0,0 0 13 16,0 0 4-16,1 2 1 0,-2 1 3 0,1-2-23 15,0 1-16-15,0-1-10 0,0 0-5 16,2 1-2-16,-2-2-2 0,3 0 1 0,-3 0 0 16,1-2-1-16,3 2-1 0,-4-4 0 15,2 2-2-15,-1-2-1 0,2-1-2 0,-2 3 0 16,1-2-1-16,-1 2 1 0,0 0-1 0,2 2-1 16,-2-2 1-16,-1 3 0 0,2-3 3 15,-1 2 2-15,0 0 1 0,0 1 1 0,-1-2 1 16,2 2 1-16,-3 1-2 0,4 0-1 0,-2-2-1 15,-1 1 0-15,2-2-2 0,-1 3-1 16,2-3 0-16,-2 2-2 0,0-5 0 0,-1 0-2 16,3-1 1-16,-2-2-1 0,1-1 1 0,-1 0 0 15,1 1 0-15,-1 1 0 0,1-1-1 0,-2-1 0 16,2 2 0-16,-1-1 0 0,3 4 1 16,-2-2 0-16,-1 0 2 0,2 1 0 0,-3 0 0 15,4 1 0-15,-1 0 1 0,0 0-1 16,-1-1-2-16,2-3-1 0,-1 0 2 0,0 0-1 15,1 0 0-15,-1 0-1 0,-2-1 2 0,3 1 0 16,-5-4-2-16,4 1 1 0,-2 0 1 16,1-1-1-16,-1-1 0 0,-1 3 2 0,2-2 1 15,-2 1 0-15,0-2-1 0,0 0-1 16,1 1 0-16,0-2 0 0,-1 1-3 0,0 0 0 16,1 3 1-16,-1-1 3 0,0 0-1 0,3-1 0 15,-2 4 2-15,0-6-1 0,-1 4-2 0,4-2 0 16,-2 4 2-16,-1-3 1 0,-1 0-3 15,1-2 1-15,2 2 0 0,-3-3-3 0,0-1 0 16,-1 0 1-16,1 2 0 0,0-1 1 16,3 2 1-16,-2 2 0 0,-1 2 1 0,1 1 2 15,-1 1-1-15,0 2 1 0,1 0-1 0,-1-2 1 16,1 3-1-16,-1-1-2 0,3 1 0 16,-1 1-1-16,-2-1 0 0,3-1-1 0,-1-1-1 15,0 0 0-15,3-1-1 0,-2 3 0 16,0 0 0-16,3-2 1 0,-2 1-1 0,1-1 2 15,2 0 2-15,-2-1-1 0,1 0 2 0,-2-3-1 16,1 0 0-16,-2-4 1 0,1-4-2 16,-2 3 1-16,-1-3-1 0,1-2 0 0,-1 1 2 15,1-1-2-15,-2-1 0 0,0 2 0 16,0 0 1-16,1-2 0 0,-1 3 0 0,-1-1 1 16,1 0-1-16,-1 2 0 0,0 0 0 0,1-2 0 15,-2 0-1-15,3 0 0 0,-2 0-1 16,0 4 2-16,1-3-1 0,-2-2-1 0,1 0-2 15,-1-5 1-15,-2-1-2 0,1-1-1 0,1-3 2 16,-3 1 1-16,3-6 1 0,-3 1 1 16,-3-4 0-16,3-1-1 0,0-4 0 0,-1 1 1 15,1-1-1-15,-2 0-1 0,2-2 1 0,0 0 2 16,2 1-2-16,-2-2-1 0,1 1 1 16,-1 1-2-16,5-5 1 0,-5 2-1 0,1 0 1 15,2-1 2-15,-1-3-3 0,-2 0 0 16,2-2 2-16,-2-1-2 0,0-4 2 0,-2-2 1 15,0-3 3-15,-1-3 1 0,2 0-1 0,-5-3 0 16,2-1 1-16,0-1 1 0,0 0-2 0,0-1-2 16,0 1 0-16,1 2-1 0,0 1-1 15,-1 0-1-15,2 3-1 0,-1-1 0 0,1 1 0 16,-1-1 1-16,1 2-1 0,-1-4 1 16,2 1 0-16,-3-1 2 0,1-3 3 0,-2-1 1 15,-1-4 1-15,0-4 2 0,0-1-2 16,-1-5 0-16,2-2-2 0,-4-1-2 0,4-1-1 15,-1 1-1-15,-1 1-1 0,0 1 1 0,2 4-1 16,0 0 1-16,0 3 2 0,-1 1 1 16,0 1 1-16,0-2-1 0,-1 4 0 0,2-2 2 15,-1 1-2-15,0-3 0 0,-2-2-1 0,2-2-3 16,-1-3 0-16,-1-3-2 0,-1-3 2 16,3-5 2-16,-1-3 1 0,-1-6 0 0,-1-3 1 15,1-4 0-15,2-4-4 0,-4-1-2 0,2-3 3 16,0 1 1-16,0 3 0 0,0-4 1 15,-1 2 1-15,1-1-2 0,0 0-1 0,-3-1-2 16,2-4 3-16,-1 0 2 0,-1-5-1 0,3-5 0 16,-3-8-1-16,3-6-1 0,-3-7 0 15,3-6-1-15,3-5-1 0,1-5 0 0,0-3-2 16,4 1 3-16,4 1 0 0,-1 7 0 0,2 6 2 16,-1 8 0-16,1 5 2 0,0 8-5 15,3 6-4-15,0 4-2 0,0 6-9 0,0 2-38 16,1 4-55-16,-3 4-52 0,1 2-71 0,-4 5-140 15,0 3-217-15,-3 4-271 0,0 5-231 16,0 4-214-16,-1 5-21 0,-3 7 445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E99DE5-1529-997F-DEF1-EFF8391DB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C56AB11-4DA3-074D-F3DD-500574CE6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957A118-B612-1881-F700-097ED1FC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5BC0DF7-CD98-7AEA-8F29-EAE81A4D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5F11BA3-3B48-F655-1875-652A0617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86B6C9-D97B-E2AA-9CD2-BB3E6676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3789AD8-E807-2DDE-9F1D-4DC1B88F0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9E90F63-B8B7-0C19-9BD3-DB32EACA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DC79B43-1201-D5F3-E956-C9DEA3C4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2F3964-A46D-F3B2-D51A-2F884548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7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E6EE8C-08AD-B2D6-FAC1-D6F7BB76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A399709-22A0-1A4C-FB3F-C8FE6C8F8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FF4FF3-A4BA-A561-AFC9-0169EA7B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C1034F1-6466-C48D-95B4-B7BA7556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AD9C620-E375-CFA4-5C16-C3383EE5C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3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434006-61D4-57D3-AAFD-73E9CBEA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8716A5-4C76-7FA5-D5D4-94B47FD8BE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5E397BC-8A05-D2B0-4819-73A17D399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8082171-3BE8-34B7-5051-27981586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0E9B44B-CB3F-275E-191E-F6A7F9FD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76BB706-1541-87C4-343D-15F9C000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42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60D541-6273-DABB-3B5D-D68D413F8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8798D05-F4AE-B0B5-8CB9-547E8721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4ECFBA9-5E33-D577-4542-F7F1A6FB8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719CA0A-D7CA-2079-3765-8BD857FDE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A24D039E-F439-8B00-E137-B2159ECEB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ADD84C13-B6AA-3707-8F6F-34AA0C1A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02B5FBE-8AB2-D2C2-CE7A-63787EEE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F33E1174-73D0-08F3-09F7-3286600CA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09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CB18C1-4674-A88C-3B52-585F8C42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96FCE282-9CDE-7738-3F10-30626AF5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9E5C39B-68F9-C0FE-37BB-AD8623283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F382E56-EC40-5D22-F141-37072473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76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911906EF-49E1-D72F-4305-88E951260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8CE314A-1917-08EB-FD45-3366B461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73B4BC2-5C3A-485A-6A1B-2C843FF4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7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5388B97-CA9E-C460-DA2F-EBC6469C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C867C0-BBAD-7FB8-3FB2-25B1B2D7F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D5F151C-44C8-6D63-73E6-C2FEAECA8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B6E86C7-1F61-46BB-0EF9-1159DFFB0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8057487-0106-0BA7-8A82-4530CA4D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AFA49DE-6390-9BC2-31B7-2D60C7E2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DDB933-7516-253B-ABB3-B01AAF793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F7377F8-869F-04E0-CB26-A7430552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4985792-A8CE-3DA3-10D6-1256160BF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F80352A-915B-5F7F-3514-6C582186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115AEDF-B03A-CAAB-762F-83CCB87A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6AC4FFE-D95D-3173-D388-A49CD1AA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F22A7E-35D7-690F-4B72-CC1717CA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4002063-F6E7-5A76-21C5-8D2B12D78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DC3D4CD-FD12-ED6D-5B45-80DE4FB8C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53DF7AB-A169-C4BF-8F8F-64D41007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77E03D0-1F8E-B685-D10A-E6B9FD10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2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37F80CC-806F-417F-50E1-E2F2036F95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137E05B-7BA9-5738-5911-01F18A7D7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80CB52-0784-B6D0-90C8-079C92E6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A2207C7-041E-5152-B28E-C5949F6D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8DD5FE-A931-AF8B-3EE0-2EDD0D8FE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07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AD74989-9328-F0EC-F3F8-7B348A2D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F0B7AAE-875B-9402-B855-B919DE53E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9F3EEDD-08E4-4640-DAE9-97DB413C7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9B5E2-DCFE-46EA-BE66-3E29E84D7E11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C6018D1-0DE2-B9E1-49D4-5EDA20701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926A9AA-D49D-568F-66D4-D6EECC4B0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E6EDD-66AA-42A0-BE18-0870445E0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0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E1ED9178-69C1-0E16-AF62-33E0646C2FD4}"/>
                  </a:ext>
                </a:extLst>
              </p14:cNvPr>
              <p14:cNvContentPartPr/>
              <p14:nvPr/>
            </p14:nvContentPartPr>
            <p14:xfrm>
              <a:off x="541800" y="101160"/>
              <a:ext cx="10924920" cy="66981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E1ED9178-69C1-0E16-AF62-33E0646C2F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2440" y="91800"/>
                <a:ext cx="10943640" cy="67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769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E6E256E-CE8F-EDCC-95F5-C989D172DB80}"/>
                  </a:ext>
                </a:extLst>
              </p14:cNvPr>
              <p14:cNvContentPartPr/>
              <p14:nvPr/>
            </p14:nvContentPartPr>
            <p14:xfrm>
              <a:off x="566280" y="548640"/>
              <a:ext cx="5802120" cy="18766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E6E256E-CE8F-EDCC-95F5-C989D172DB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920" y="539280"/>
                <a:ext cx="5820840" cy="189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49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70C8933-96D0-134C-459F-6D67494CBD61}"/>
                  </a:ext>
                </a:extLst>
              </p14:cNvPr>
              <p14:cNvContentPartPr/>
              <p14:nvPr/>
            </p14:nvContentPartPr>
            <p14:xfrm>
              <a:off x="706680" y="403560"/>
              <a:ext cx="10238040" cy="6351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70C8933-96D0-134C-459F-6D67494CBD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7320" y="394200"/>
                <a:ext cx="10256760" cy="63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2748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BCD29D7-D5A2-6EB5-DA4E-C24FECFD1C7D}"/>
                  </a:ext>
                </a:extLst>
              </p14:cNvPr>
              <p14:cNvContentPartPr/>
              <p14:nvPr/>
            </p14:nvContentPartPr>
            <p14:xfrm>
              <a:off x="1725120" y="833040"/>
              <a:ext cx="6733800" cy="4424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BCD29D7-D5A2-6EB5-DA4E-C24FECFD1C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5760" y="823680"/>
                <a:ext cx="6752520" cy="444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6FC22C4-F410-B1D1-A28A-347B5546A588}"/>
                  </a:ext>
                </a:extLst>
              </p14:cNvPr>
              <p14:cNvContentPartPr/>
              <p14:nvPr/>
            </p14:nvContentPartPr>
            <p14:xfrm>
              <a:off x="381960" y="261720"/>
              <a:ext cx="9095400" cy="21754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6FC22C4-F410-B1D1-A28A-347B5546A5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600" y="252360"/>
                <a:ext cx="9114120" cy="21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F0870D30-125E-A993-6C00-A6369DEB820C}"/>
                  </a:ext>
                </a:extLst>
              </p14:cNvPr>
              <p14:cNvContentPartPr/>
              <p14:nvPr/>
            </p14:nvContentPartPr>
            <p14:xfrm>
              <a:off x="732240" y="452520"/>
              <a:ext cx="11291040" cy="495540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F0870D30-125E-A993-6C00-A6369DEB82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880" y="443160"/>
                <a:ext cx="11309760" cy="497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9161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3BD06AD-8BB2-B1D8-EA04-8A75FC4023F9}"/>
                  </a:ext>
                </a:extLst>
              </p14:cNvPr>
              <p14:cNvContentPartPr/>
              <p14:nvPr/>
            </p14:nvContentPartPr>
            <p14:xfrm>
              <a:off x="2915640" y="1198080"/>
              <a:ext cx="7955280" cy="24966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3BD06AD-8BB2-B1D8-EA04-8A75FC4023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6280" y="1188720"/>
                <a:ext cx="7974000" cy="25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9812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83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06675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76A7B5F3-3E9C-4971-8991-7226156C6E8E}"/>
</file>

<file path=customXml/itemProps2.xml><?xml version="1.0" encoding="utf-8"?>
<ds:datastoreItem xmlns:ds="http://schemas.openxmlformats.org/officeDocument/2006/customXml" ds:itemID="{4E00324F-6397-4FB4-9057-BA11741DA76A}"/>
</file>

<file path=customXml/itemProps3.xml><?xml version="1.0" encoding="utf-8"?>
<ds:datastoreItem xmlns:ds="http://schemas.openxmlformats.org/officeDocument/2006/customXml" ds:itemID="{BCE9CA75-EE85-4ABF-8BBC-BFE3E3BCDAC6}"/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2</cp:revision>
  <dcterms:created xsi:type="dcterms:W3CDTF">2022-10-25T11:41:26Z</dcterms:created>
  <dcterms:modified xsi:type="dcterms:W3CDTF">2022-10-25T13:39:43Z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