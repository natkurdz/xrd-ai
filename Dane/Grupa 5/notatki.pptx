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ink/ink4.xml" ContentType="application/inkml+xml"/>
  <Override PartName="/ppt/ink/ink3.xml" ContentType="application/inkml+xml"/>
  <Override PartName="/ppt/ink/ink2.xml" ContentType="application/inkml+xml"/>
  <Override PartName="/ppt/ink/ink1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15T12:23:17.83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4305 2973 111 0,'-11'6'314'0,"3"0"137"0,-3 1 119 0,-2 1-146 15,2 2-101-15,-2 1-30 0,1 4 28 0,2 1 42 16,-1 3 26-16,2 4 5 0,1 4-21 15,0 4-41-15,0 6-56 0,3 0-54 0,2 6-47 16,2 1-40-16,1 4-27 0,3 2-5 16,2 1-4-16,2 1-10 0,3-2-7 0,0-5-9 15,3-3-13-15,0-6-26 0,3-6-13 0,0-8-9 16,1-4-7-16,1-6-2 0,2-8 4 0,1-6 10 16,-2-12 2-16,3-7 6 0,-2-8 8 15,1-7 8-15,-2-6 16 0,0-3 4 0,-5-4 13 16,-1 2 17-16,-1-2 10 0,-4 4 7 0,-3 2-3 15,-5 2-1-15,-3 4-9 0,-5 2-14 16,-2 4-13-16,-4 2-13 0,-2 3-14 0,-3 3-11 16,-1 3-8-16,1 5-4 0,-2 0-3 0,1 6-3 15,-1 2-1-15,1 4-3 0,1 3-3 16,1 4-2-16,0 3-2 0,1 3 0 0,2 3-1 16,4 4 0-16,-2 1 0 0,5 1-1 0,2 2 0 15,1-1-1-15,3 0-1 0,2-2 1 16,4 1 1-16,-1-1-1 0,3-2-3 0,2 0-11 15,3 0-31-15,-1-1-60 0,1-2-82 0,0-1-151 16,2 0-230-16,0 0-309 0,0-1-326 16,3-2-240-16,-2-1 11 0,2 1 549 0</inkml:trace>
  <inkml:trace contextRef="#ctx0" brushRef="#br0" timeOffset="215.53">4773 3649 773 0,'0'10'1558'0,"-2"-3"66"0,-3 2-314 16,2-3-347-16,-3 0-444 0,0-2-260 15,-1 1-116-15,3-3-55 0,0 2-31 16,1-3-25-16,0 3-16 0,3-4-11 0,2-3-5 16,1 2-7-16,2-4-44 0,1 1-67 0,-1-2-92 15,4-1-163-15,-1-3-268 0,2 2-335 0,-1-1-303 16,2 0-193-16,-3-2 155 0,2 3 599 15</inkml:trace>
  <inkml:trace contextRef="#ctx0" brushRef="#br0" timeOffset="956.78">4926 3158 223 0,'3'-7'421'16,"2"-2"178"-16,2-1 138 0,2-1-166 0,0 1-84 0,1 0-8 15,4-3-4-15,-1 2-27 0,2 1-62 16,0 0-71-16,0-1-77 0,2 1-70 0,1 2-55 16,-3 1-39-16,4 2-20 0,-3 1-8 0,1 2 0 15,-3 2 27-15,2 3 49 0,-2 3 44 0,0 1 29 16,-4 3-6-16,1 2-9 0,-5 4-29 16,-3 5-41-16,-3 3-35 0,-1 2-26 0,-4 5-12 15,-3 4-9-15,0 2-6 0,-3 2-5 16,-3 3-3-16,1-1-3 0,2 0-1 0,-1-1-1 15,0-2-1-15,3 0-4 0,1-3-1 16,2-3-1-16,3-4-2 0,1-2-1 0,2-4-2 16,3-3 1-16,0-2-1 0,4-2-1 0,2-5 1 15,2-2 1-15,2-2 3 0,3-6-1 16,1-1 1-16,2-6 2 0,1-3-1 0,0-4-5 16,3-2-19-16,-1-4-59 0,2-2-63 0,-5-2-115 15,2-1-173-15,-4 3-305 0,0-1-324 16,-4-1-256-16,1 2-156 0,-6-1 311 0,-3 1 590 15</inkml:trace>
  <inkml:trace contextRef="#ctx0" brushRef="#br0" timeOffset="1400.21">5279 3071 281 0,'0'-7'502'0,"4"0"171"0,-2-1 101 16,1 1-234-16,4-3-135 0,-1 1-63 15,5-1 15-15,2 1 13 0,-1 0-13 0,4 0-41 16,2 0-61-16,0 1-48 0,3 0-61 0,-2 1-43 16,0 4-27-16,-1 0-8 0,0 3 21 15,1 4 40-15,-3 1 40 0,1 1 27 0,-2 1 11 16,-3 5-14-16,-2 0-23 0,-2 2-35 0,-3 5-33 16,-4 0-27-16,-1 5-21 0,-3 0-12 0,-2 5-11 15,-3-1-9-15,2 3-8 0,-3-3-3 16,-1 0-4-16,4-1-2 0,-1-4-2 0,1-2-4 15,3-4-2-15,0-3-3 0,1 0 1 16,2-5-2-16,2-1 0 0,1-2 1 0,3-2 2 16,0-1 3-16,1-2-2 0,4-1 4 0,0-1-9 15,0-1 0-15,2-1-9 0,1 1-6 16,0 0-3-16,0 2-2 0,-1-2 7 0,-1 4 0 16,-2-2 9-16,0 2 6 0,-1 3 2 0,-1 1 4 15,-3 2 2-15,-2 3 0 0,-1 2 2 16,-4 3-1-16,-1 2 0 0,-2 4 7 0,0 0 0 15,-4 1 3-15,1 4-3 0,-3 1 0 16,0 0-1-16,0 0-13 0,-1-5-20 0,0-1-64 16,1-3-62-16,0-4-119 0,0-5-192 0,1-2-302 15,4-5-324-15,-2-5-246 0,4-4-131 16,0-3 370-16,1-3 595 0</inkml:trace>
  <inkml:trace contextRef="#ctx0" brushRef="#br0" timeOffset="1746.96">5875 3577 190 0,'9'3'792'0,"-2"-3"399"0,2-1 41 16,-4-4-162-16,-2-2-437 0,2-3-301 0,0-5-147 16,-1-1-65-16,1-5-33 0,4-5-26 15,-2-3-15-15,1-6-12 0,3-1-14 0,-2-4-13 16,1-1-7-16,2 0-2 0,-2-2-3 0,1 2 1 15,1 3 13-15,-2 1 33 0,0 6 37 0,-1 3 27 16,-3 2 12-16,1 7 8 0,-4 4-6 16,2 1-26-16,-2 6-27 0,1 2-9 0,-2 1-1 15,1 5 4-15,0 6 3 0,-1 3 1 0,1 6-3 16,-1 3-13-16,-1 4-17 0,1 6-17 0,1 1-11 16,-1 5-7-16,-2 4-1 0,3 3-1 15,-1 0 4-15,-1 3 2 0,4 1-1 0,-2-1-1 16,0-1 6-16,2 0 0 0,1-1-29 15,2-4-66-15,0 0-64 0,0-4-129 0,0 0-205 16,3-6-319-16,-2-3-308 0,1 1-230 0,1-5-88 16,-2-3 430-16,1-4 559 0</inkml:trace>
  <inkml:trace contextRef="#ctx0" brushRef="#br0" timeOffset="2257.56">6550 3087 24 0,'-8'16'473'16,"0"7"429"-16,3 3 273 0,-1 8-6 15,1 5-339-15,2 7-172 0,0 4-139 0,0 10-97 16,3 1-90-16,3 1-64 0,0 1-55 0,3-4-81 16,2-6-58-16,4-5-35 0,2-6-16 15,2-7-7-15,3-7-7 0,1-8-4 16,1-8-2-16,4-6-2 0,-3-9 1 0,2-7-2 15,-3-9 3-15,-1-5-7 0,-1-6-3 0,-5-4 1 16,-1-5-2-16,-1-2 1 0,-7 0-2 0,-2 1 6 16,-3-1 3-16,-4 2 0 0,-5-2 0 15,-3 2 2-15,-4 1-2 0,-1 2 2 0,1 2 6 16,-3 5 5-16,0 6 2 0,2 2 1 16,-2 5-6-16,4 7 1 0,0 3-12 0,2 5-8 15,-1 5-4-15,4 7-3 0,2 2 5 0,2 4-4 16,0 6 5-16,3 0 4 0,1 4-1 15,2 2-6-15,0 2-43 0,3-2-60 0,-1 0-68 16,4 1-141-16,2-5-197 0,0-1-315 16,4-2-276-16,3-2-215 0,2-4-52 0,2-1 450 15,2-3 515-15</inkml:trace>
  <inkml:trace contextRef="#ctx0" brushRef="#br0" timeOffset="2716.87">7046 3652 49 0,'2'5'552'0,"0"-1"428"0,-1-1 178 0,2-4-50 16,-1-2-349-16,1-5-299 0,2-2-171 15,1-4-66-15,2-4-1 0,-2-4 20 0,4-5-2 16,2-7-15-16,0-1-28 0,-1-5-32 16,4-3-45-16,0-2-47 0,2 0-36 0,-1-3-18 15,-2 0-7-15,1 2 4 0,0 1 4 0,-4 1 0 16,3 5 0-16,-4 3 4 0,-2 6-1 15,1 4-6-15,-4 4-6 0,0 4 2 0,-2 5-4 0,0 3 0 16,1 0-4-16,-3 5-2 0,1 3 5 16,-1 3 1-16,-1 5 4 0,0 6-4 0,-1 3 3 15,-1 6-2-15,2 4-3 0,-3 4-5 0,3 4 0 16,-2 0 0-16,2 6 0 0,-3 3 2 16,3 1 0-16,-2 1 0 0,2 1-3 0,2-1-10 15,-2-1-37-15,3 1-73 0,-1-2-77 0,1-2-156 16,0 0-270-16,3-1-322 0,1-5-314 15,1-2-202-15,1-3 68 0,0 0 598 0</inkml:trace>
  <inkml:trace contextRef="#ctx0" brushRef="#br0" timeOffset="4116.01">10014 2995 81 0,'-5'1'537'0,"-1"3"364"16,-2-2 185-16,-1 3-15 0,1-2-370 0,0 3-252 16,-3-1-143-16,3 0-73 0,0-2-48 0,0 2-45 15,2 0-47-15,0-2-34 0,2 1-16 16,0 1-20-16,0-2-10 0,3 3-11 0,-1 0 0 16,2 1-2-16,2 1-4 0,1 0 2 0,0 1 4 15,5 2 1-15,3 0 1 0,0 1 0 16,2 1 1-16,4 2 1 0,2 1-1 0,0 0 0 15,3 1-1-15,-1 0 4 0,-2 1-1 16,3 1 32-16,-2 0 31 0,-2 1 46 0,-1 1 33 16,-4 1 17-16,-2 0 7 0,0-1-19 0,-5 2-23 15,-1 1-30-15,-3-2-26 0,-2 3-17 16,-2 2-11-16,-3-4-12 0,-1 2-9 0,-2-3-8 16,-1 0-5-16,-2-4-5 0,1 1-3 15,-4-6-1-15,3-1 4 0,-3-4 5 0,1-2-1 16,-3-2-7-16,2-8-21 0,-2-2-61 0,0-2-63 15,-2-6-94-15,1-3-164 0,2-5-234 0,0 0-312 16,0-5-247-16,2-3-211 0,-1-3 86 16,1-3 540-16</inkml:trace>
  <inkml:trace contextRef="#ctx0" brushRef="#br0" timeOffset="4383.04">9859 2980 33 0,'2'2'452'16,"1"1"335"-16,0 0 186 0,2-2 10 0,-1 1-296 16,1 1-201-16,2-2-141 0,-1 2-62 0,3-1-23 15,1 0-14-15,1 0-6 0,6 0-24 0,-1-2-2 16,3-2-12-16,0-1-15 0,0-2-34 16,3 1-49-16,2-2-37 0,-2-3-33 0,2 1-19 15,1-4-15-15,0 1 1 0,-1 2 2 0,0-2-2 16,0 1 1-16,-1 1-2 0,-1 1 8 0,-1 1 2 15,1 1-4-15,-3 2-46 0,0 4-53 0,-2 0-63 16,-4 2-150-16,1 3-185 0,-3 2-317 16,-2 1-265-16,-3 2-224 0,1 1-67 0,-2 1 446 15,-1-1 489-15</inkml:trace>
  <inkml:trace contextRef="#ctx0" brushRef="#br0" timeOffset="4797.68">10552 3452 295 0,'1'14'656'16,"2"-4"252"-16,-1-2 76 0,0-2-224 0,-1-1-206 16,2-2-150-16,-1-3-87 0,1-2-36 0,2-4-24 15,1-2-8-15,2-8-1 0,0-2-7 16,3-6-12-16,2-4-21 0,0-4-24 0,2-4-42 15,1-4-45-15,1-2-30 0,1-2-21 0,-1-2-15 16,2 1-3-16,-1 1-1 0,-1 3-7 16,-3 3-6-16,2 2-1 0,-5 5 6 15,-1 6-1-15,-1 5 1 0,-3 4-2 0,-1 2-1 0,0 4-5 16,0 3-4-16,-4 1-1 0,4 3-1 0,-4 3 3 16,1 3 2-16,-1 3 3 0,-1 4 1 15,0 7 2-15,0-2-1 0,0 8 2 0,-3 2 2 16,3 2 5-16,-1 3-4 0,-2 2-2 0,1 4 1 15,-1 2-7-15,0 1-3 0,1 0-6 0,-1 3-1 16,2 0 1-16,-1-4-3 0,0 1 0 16,2-3-4-16,2-2 0 0,1-1-2 0,0-3-8 15,1-2-37-15,0-3-77 0,-2-5-110 16,1-1-181-16,-2-1-296 0,2-5-350 0,-3-1-352 16,0-5-161-16,2 1 307 0,-2-3 672 0</inkml:trace>
  <inkml:trace contextRef="#ctx0" brushRef="#br0" timeOffset="5003.16">11146 3576 98 0,'0'6'769'0,"0"0"578"16,-3-2 117-16,0 0-156 0,-2 1-393 0,-1-2-386 15,3 0-192-15,0-1-118 0,-1-1-71 0,4-1-69 16,0-1-42-16,0-1-53 0,4 1-77 15,-1-3-77-15,0 0-154 0,3 1-221 0,0-3-323 16,1 1-318-16,-1-2-223 0,1 0-12 16,0 1 541-16</inkml:trace>
  <inkml:trace contextRef="#ctx0" brushRef="#br0" timeOffset="5599.58">11399 2904 309 0,'-5'1'623'0,"-3"1"247"0,1 2 133 16,-1 1-212-16,1 2-209 0,1 2-140 0,1 3-90 16,-4 1-58-16,4 6-39 0,2 1-20 15,0 5 4-15,1 6 13 0,1 5-7 0,2 5-12 16,-1 1-32-16,3 7-43 0,-1 2-48 0,3 1-40 15,0 0-24-15,2-3-18 0,1-2-10 0,4-7-10 16,1-5-7-16,2-4-1 0,2-7-1 16,-1-6 1-16,3-5 1 0,1-5 2 0,0-6 2 15,-2-8 1-15,2-4 2 0,-2-6 0 16,-2-5 1-16,-2-4-2 0,1-5-6 0,-3-3 1 16,-2-2 0-16,-4-2 0 0,0-1-3 0,-3-1-1 15,-3 0 7-15,-3-3-6 0,-3 2 0 0,0-1 0 16,-2 2 1-16,-2 2 1 0,1 2 1 15,-2 5 1-15,-2 4-1 0,1 5 0 0,0 5-2 16,-3 4-3-16,0 5 1 0,1 5-2 0,-2 6 0 16,-1 6 0-16,3 3 1 0,-2 3 2 0,2 8 0 15,0 1 3-15,2 5 1 0,3 3 1 16,-2 4-1-16,5 4-1 0,-1 0 1 0,4 2-2 16,1 1-2-16,2-4-2 0,4-2-4 15,2-3-17-15,2-3-47 0,4-4-64 0,1-4-57 16,4-5-108-16,-2-4-163 0,4-4-244 15,0-5-260-15,3-3-214 0,2-4-171 0,1-4 188 0,0-2 501 16</inkml:trace>
  <inkml:trace contextRef="#ctx0" brushRef="#br0" timeOffset="5952.86">12079 3107 92 0,'-6'7'684'0,"-2"6"479"0,-3 2 130 16,0 3-85-16,1 6-309 0,-1 3-303 0,3 6-189 16,2 0-102-16,1 9-46 0,3 2-55 0,2 6-71 15,2 5-49-15,1 2-19 0,4 0-11 16,2 0-17-16,5-4-15 0,2-6-9 0,5-4-6 16,2-8-4-16,1-10-3 0,6-6-4 15,-3-10-5-15,5-9-4 0,-2-9-1 16,2-8 0-16,-2-7 1 0,-2-6 2 0,-3-8 4 15,-1-1 6-15,-5-7 1 0,-5 0 1 0,-4-1 1 16,-5 0 0-16,-7 2 1 0,-3-2-1 0,-6 1 1 16,-3 3 2-16,-4-1 2 0,-4 5 5 15,0 1 1-15,-2 7 3 0,-3 6 1 0,-1 4-3 16,-2 9-2-16,-2 8-5 0,-3 8-4 0,2 8-8 16,0 9-19-16,1 2-65 0,1 4-71 15,2 2-156-15,2 5-279 0,7-2-318 0,1 2-373 0,5-3-265 16,1-1 0-16,-1 0 690 0</inkml:trace>
  <inkml:trace contextRef="#ctx0" brushRef="#br1" timeOffset="26131.81">10392 3767 72 0,'0'4'310'0,"0"-4"169"16,3 2 147-16,-3 1-79 0,0-3-137 0,2 1-64 16,-2-1-9-16,0 1 3 0,0-1 3 15,0 0-11-15,0 0-25 0,1 1-34 0,-1-1-41 16,0 0-37-16,0 3-35 0,0-3-28 16,0 0-26-16,0 0-27 0,0 2-22 0,-1 2-14 15,1-2-12-15,-2 3-9 0,2-2-4 0,0 2-6 16,-3 1 3-16,3-1 5 0,0 2 3 15,0 1 11-15,0 3 5 0,3 0 15 0,-3 1 16 16,2 3 18-16,-1-1 19 0,-1 1 15 0,2 4 10 16,-1-2-2-16,1 3-12 0,0-1-17 15,-1 2-14-15,-1-1-19 0,3 0-18 0,-3 2-10 16,2-1-8-16,1 0-7 0,-3 0-10 16,2-3-5-16,0 3-4 0,-1-3-3 0,1 1-1 15,-1-2 0-15,1 1-1 0,-2 0 1 0,4-2-1 16,-4 2 4-16,3 0 6 0,-3 1 0 15,2-4 4-15,-2 3 1 0,0 0 0 0,0-1-2 16,0 1-4-16,0-1-3 0,-2-2-2 0,2 0-2 16,-3 0 2-16,3-2-1 0,-1 1-1 15,-2-2 0-15,3-1 1 0,-2-1-1 0,2-1-2 16,-1-1 3-16,-1-2-1 0,2 1 1 16,-1-1 0-16,-1 0-1 0,2-2 2 0,-2 2 0 15,1 0 2-15,-1-2 4 0,2 1-1 0,0 1 1 16,0-4 1-16,-2 2-1 0,2-1-2 15,0-1-2-15,-1 0 3 0,-1-1 3 0,2 0 4 16,0-1 6-16,0 0 4 0,0 0 5 16,0 0 0-16,-1 0-2 0,-1 0-4 0,0 0-4 15,1 0-4-15,-1 0-5 0,1 0-3 0,-4 0 0 16,4 0 1-16,-2 0-1 0,-1 0 0 0,1-1 1 16,1 1 0-16,-2 0 0 0,0 0 0 15,0 0 2-15,-2 1 1 0,1-1 0 16,-2 4 0-16,1-3-1 0,1 0-1 0,-4 3 0 15,1-2-1-15,0 1 0 0,0 0 2 0,-3 2 1 16,2-1 1-16,-1 1 0 0,-1-2-1 16,-2 1-1-16,1 0-2 0,-1 0-3 0,0-2-1 15,-2 3-1-15,0-1-1 0,-2-2-1 0,1 3 0 16,-3-2-1-16,0 2-1 0,3-3 0 16,-4 2 0-16,1 0-2 0,-2 0 1 0,1-1-1 15,-1 3 0-15,-1-1 0 0,2-1-1 0,0 1 1 16,0-1 1-16,-2 0-2 0,4 2 1 15,-2-2 0-15,0 1 1 0,0-3 0 0,1 3 0 16,-1-2 3-16,2 0 0 0,-2-1 0 16,2 0 0-16,-2 2 1 0,1-3-1 0,3 0-1 15,-1 1 0-15,-1-2 0 0,1 2-1 0,1-1 0 16,0-1 0-16,2 0-4 0,-2 1-3 16,2-1-1-16,-2 2-1 0,2-2-1 0,-2 0 1 15,2 0 4-15,-2 0 1 0,3 0 2 0,-2 0 0 16,0 0 1-16,3 0-1 0,-1 0 0 15,2 0 1-15,-1 0-1 0,2 0 0 0,0 0 1 16,1 0-1-16,1 0 0 0,0 0 1 16,2 0-2-16,0 0 1 0,1 0 0 0,0 0-1 15,0 0 1-15,2 0 0 0,1 0 0 0,-1 0 0 16,2-2 0-16,-4 2 0 0,4 0 0 16,-1 0 0-16,-1 0 0 0,1 0 0 0,-1 0 0 15,0 0 1-15,1 0-1 0,-1 0 0 0,1 0-1 16,1 0 1-16,-1 0 0 0,-2 0 0 0,2 0-1 15,2 0 0-15,-3 0 2 0,3 0-2 16,0 0 1-16,-1 0 1 0,1 0 0 0,-2 0-1 16,2 0 0-16,0 0 0 0,-2 0 0 15,2 0 0-15,0 0 0 0,-1 0 0 0,1 0 0 16,-2 0 1-16,2 0-1 0,0 0 0 0,-2 0 0 16,2 0 1-16,0 0-1 0,0 0 0 15,0 0 0-15,0 0 0 0,-1 0-1 0,1 0 1 16,-2 0 0-16,2 0 0 0,-3 0 1 15,3 0-1-15,-2 0 0 0,1 0 0 0,-1 0 1 16,-1 0 0-16,0-1-1 0,2 1 0 0,-1 0 0 16,1 0 1-16,-1 0-1 0,0 0 0 15,2 0 0-15,-1 0 1 0,-1 0-1 0,2 0 0 16,-2 0-1-16,2 0 0 0,0 0 0 0,-1 0-1 16,1 0 1-16,0 0-1 0,0 0-1 15,0 0-1-15,-2 0 1 0,2 0-1 0,0 0-1 16,0 0-1-16,2 0 1 0,-1 0-9 0,-1 0-14 15,4 1-16-15,-3 1-31 0,4-1-73 16,-2 1-91-16,0-1-160 0,2 0-263 0,-2 1-328 16,0-2-371-16,0 0-212 0,-1 0 89 15,-2 0 676-15</inkml:trace>
  <inkml:trace contextRef="#ctx0" brushRef="#br1" timeOffset="26772.45">9374 4632 85 0,'6'-3'336'0,"-1"3"185"16,-2-1 173-16,0 1-16 0,0 0-70 0,-1 0-39 15,0 0-36-15,-1 0-42 0,-1-2-57 0,2 2-76 16,-2 0-32-16,0 0-7 0,0 2-13 0,0-2-23 15,0 0-26-15,-2 1-32 0,1-1-52 16,-3 0-60-16,1 1-32 0,0-1-24 16,-2 2-12-16,-1 0-3 0,0-1-11 0,1-1 5 15,-1 1-5-15,-1 1 0 0,0-1 0 0,-1 1-6 16,1-1 1-16,-3 2-6 0,1-1-4 0,1 1-1 16,-1-2-3-16,-2 2-2 0,1-1 0 15,1 1-1-15,-2-1 0 0,1 2-2 0,2-2-2 16,0 2-6-16,-2-2-3 0,1 3-4 15,1-1-1-15,-1-2-1 0,3 3 0 0,-1-1 5 16,3 0 3-16,-1-2 0 0,0 3 1 0,-1-2 1 16,3 0 0-16,-2 1 0 0,3-1 0 15,-1 0-1-15,0 0 1 0,1 0-1 0,-1 0 0 16,1 0 1-16,1 0 0 0,-1 2 0 16,-2-3-1-16,2 3 1 0,-1 0 0 0,2 2-1 15,-3-5 1-15,3 7-1 0,-1-5 0 0,-1 2 0 16,3 2 1-16,-2-3-2 0,2 2 0 15,-1-1 0-15,-1-1 0 0,2 1 0 0,2 0 0 16,-1-1 0-16,1 1 0 0,1-1 0 0,2 1 1 16,-2-2 1-16,2 1 0 0,4 0 0 15,-2-1 0-15,-1 0 1 0,4-1 0 0,0 0-1 16,0 0 0-16,1 0 0 0,0-1 0 16,0-1 0-16,3 1 1 0,-3-1-1 0,-1-1-1 15,4 1 1-15,-3-1-1 0,-1-1 0 0,1 1 0 16,-2-1 0-16,1-1-1 0,-1 2 1 15,-1-1-2-15,-3-1 2 0,1 1-3 0,0 1 1 16,-1-2-10-16,0 1-18 0,-2 1-44 0,-1 0-76 16,-1 0-125-16,-1 0-205 0,0 3-301 15,0 0-350-15,-1 1-338 0,-1 2-135 0,-1 0 423 16,0 1 672-16</inkml:trace>
  <inkml:trace contextRef="#ctx0" brushRef="#br1" timeOffset="27415.47">9331 5693 241 0,'2'0'521'0,"-1"2"217"0,-1 0 140 0,0 1-196 0,0 1-164 15,0 2-76-15,2 3-46 0,-2 0-40 0,2 5-51 16,-1-1-53-16,2 4-57 0,1 2-55 16,0 1-21-16,1 1 8 0,0 1 16 0,-1 2 15 15,1 1 5-15,0 0-7 0,1 0-23 16,-3 1-27-16,0-1-29 0,2-1-27 0,-2-1-16 15,-1-4-13-15,1 2-8 0,-1-3-6 16,1-3-2-16,0-1-5 0,0-4-4 0,-1 1 1 16,-1-3-5-16,1-2-39 0,-2-1-49 0,1 1-42 15,-2-6-89-15,-1 0-147 0,1 0-198 0,-4-3-262 16,2-1-240-16,0-2-211 0,-2-2 74 16,0-2 440-16</inkml:trace>
  <inkml:trace contextRef="#ctx0" brushRef="#br1" timeOffset="28086.53">9469 5703 168 0,'0'-3'416'0,"0"0"198"0,0 1 167 16,0 2-140-16,-2 0-90 0,2 0-63 15,0 0-37-15,0 2-38 0,0-1-52 0,0 2-64 16,0 0-83-16,2 2-60 0,-2 1-30 0,3 1-19 16,-2 2 14-16,1 3 25 0,-1 2 33 15,3 1 17-15,-1 1-5 0,0 2-11 0,0 2-28 16,1 1-36-16,0 1-37 0,2-1-26 15,-3 2-19-15,2-2-13 0,0 1-11 0,0-2-7 16,1 1 0-16,2-2-3 0,-2-1 1 16,-1 1 0-16,2-2 1 0,-3-1 1 0,4 0 0 15,-2-1-2-15,-1-2 1 0,0-1 1 0,0 0-2 16,0-3-14-16,-1-1-31 0,-1-2-46 0,-1-4-50 16,-1 3-48-16,-1-5-65 0,0-3-105 15,-3-1-108-15,0-6-102 0,0 0-188 0,-2-2-248 16,1 1-146-16,-1-5 109 0,0 0 330 15,-3-1 336-15</inkml:trace>
  <inkml:trace contextRef="#ctx0" brushRef="#br1" timeOffset="28420.76">9309 5953 70 0,'0'6'319'0,"0"-4"175"0,0-2 140 0,0 3-92 16,0-2-171-16,0 1-126 0,2-2-55 15,-1 0 6-15,4 0 56 0,-2 0 56 0,2-2 38 16,1 1 26-16,-1-2-12 0,3-2-43 0,1 1-65 16,1-2-63-16,1 0-56 0,1-2-42 15,0 1-31-15,0-2-19 0,2-2-15 0,-1 1-8 16,3-1-6-16,-2-1-4 0,2 0-5 0,-2 0 0 15,2 0-2-15,-2 0-1 0,0-1 0 16,-2 4 0-16,0-2-2 0,-2 2 2 0,-2 2 2 16,-2-1 0-16,3 4-4 0,-4-2-6 15,-2 3-14-15,-1 0-58 0,-2-1-113 0,-2 2-134 16,-1 2-185-16,1 2-288 0,-4-2-255 0,2 6-107 16,-1-4 220-16,-2 3 381 0</inkml:trace>
  <inkml:trace contextRef="#ctx0" brushRef="#br1" timeOffset="28771.13">9388 6075 13 0,'2'6'270'0,"-2"-2"172"0,1 1 150 0,-1-3-13 16,3 2-177-16,-3-3-128 0,2 0-84 15,-2 1-35-15,3 0 8 0,-1-2 33 0,1-2 41 16,3 0 39-16,-1 0 46 0,1-2 20 16,-1 0-16-16,3-2-41 0,1 0-50 0,1-2-53 15,0 0-55-15,2-1-45 0,-1-2-33 16,2-1-19-16,-1 0-12 0,1-1-7 15,1-1-5-15,1 1 0 0,-1-2-1 0,-2 0-1 16,1 1-2-16,1 0-2 0,-4 3-6 0,2-1-23 16,-2 3-90-16,-2 0-143 0,-2 1-227 0,0 0-282 15,-1 4-269-15,0 0-189 0,-2-1 157 16,0 2 448-16</inkml:trace>
  <inkml:trace contextRef="#ctx0" brushRef="#br1" timeOffset="30483.33">9429 9417 148 0,'-1'9'356'0,"-1"-2"172"0,0-1 150 0,2 0-141 15,0-1-69-15,-1-2-22 0,-1 0-14 0,2-1-26 16,0 0-21-16,0-2-42 0,0 0-58 0,2-3-57 15,-1-1-50-15,1-4-27 0,1-2-44 16,-1-1-19-16,3-6-12 0,1 0 22 0,0-4 23 16,-1-2 19-16,3-2 15 0,0-2-3 15,1-2-4-15,-1 2-24 0,0-1-21 0,1 2-21 16,-1 0-15-16,-1 3-8 0,-1 0-14 0,-1 2-11 16,1 4-5-16,0 1-9 0,-4 2-7 0,3 2-8 15,-2 4-5-15,-1 0-3 0,-1 2 5 16,2 2-6-16,-3-1 4 0,2 3 4 15,1 0 4-15,-3 0 1 0,3 2-1 0,-3-1 0 16,2 2-5-16,-1 1 4 0,1 2 2 0,1 3 7 16,0 3-2-16,0 0 8 0,1 5 3 15,-1 4-2-15,0 0 2 0,3 3-2 0,-1 1-2 16,0 2 0-16,-1 0-1 0,0 3 0 0,-1-1-6 16,2-1-9-16,-1 0-5 0,1 1-3 15,-2-1-3-15,0-2-1 0,0-1 0 0,-1 0 6 16,1 0 4-16,-1-3 0 0,1 0 2 15,-3-3-1-15,2-2-1 0,-1 2-1 0,-1-4 0 16,0-1 6-16,0-2 1 0,0-1 2 0,0-2 2 16,0 0-1-16,0-1-1 0,0-1-5 0,0-1-2 15,0-2-2-15,0 0-2 0,0 2 1 16,0-3-1-16,-1 0-2 0,1-1-1 0,0 0-1 16,-2 0 0-16,2 0-2 0,0 0 0 0,0 0-2 15,0 0-7-15,2-1-20 0,-1 0-48 16,-1-3-66-16,2 0-77 0,1 0-145 0,-2-3-207 15,2 1-307-15,-1-1-274 0,1-1-206 16,-1 0-25-16,-2 0 472 0,3-2 523 0</inkml:trace>
  <inkml:trace contextRef="#ctx0" brushRef="#br1" timeOffset="31094.21">9935 8878 287 0,'0'-3'631'0,"-2"-1"316"0,0 2 155 16,0-1-241-16,0 3-231 0,-1 0-178 16,0 2-114-16,0 1-90 0,0 1-69 0,-1 2-38 15,1 4-3-15,0 0 21 0,1 3 9 0,-2 4 8 16,2 1-2-16,1 4-20 0,-1 2-31 16,2 2-32-16,0 2-24 0,0-5-21 0,2 2-16 15,-1-3-9-15,1 2-6 0,2-5-6 16,-1-3-2-16,2 0-3 0,-1-3-1 0,0-2-4 15,0-3 2-15,2-1-1 0,0-2 0 0,0-2 1 16,2-3 2-16,-1-1 2 0,2-4 1 0,2-2-2 16,-1-3 0-16,1-3-3 0,0 0 0 15,-1-3 2-15,2 2-2 0,-3-1 2 0,1 1 2 16,1 2 1-16,-5 2 0 0,2 2-3 16,-3 1-2-16,-2 2 1 0,2 2-5 0,-2 0 1 15,-2 3-2-15,3 3 3 0,-1 2 2 0,-1 2 0 16,-1 2 4-16,2 3 3 0,-1 2 3 15,0 2 2-15,-1 4-1 0,1 0 4 0,1 3-2 16,-1 1-2-16,0 3-1 0,0 1-1 0,1 0 1 16,-1 0-3-16,-1-1 0 0,1-2-1 15,1-2-4-15,0 0 0 0,-1-4-3 0,1-3-1 16,0 1-1-16,-1-8-2 0,-2 2 3 16,3-4-2-16,0-1-2 0,-1 0-4 0,-1-3-28 15,2 0-64-15,-3-1-61 0,0-2-113 0,0-2-183 16,0 2-312-16,0-1-305 0,0-2-235 15,0-2-146-15,0 1 326 0,0-1 595 0</inkml:trace>
  <inkml:trace contextRef="#ctx0" brushRef="#br1" timeOffset="31761.63">10413 9370 265 0,'1'0'539'0,"1"0"201"0,0 0 119 16,-2-1-213-16,1 0-175 0,1-3-101 0,-1 0-43 16,1-1-14-16,1-1-20 0,1-5-40 0,-2-1-46 15,3-2-45-15,1-3-32 0,-1-2-36 0,0-4-29 16,4 1-12-16,-2-5 1 0,-1-1 23 15,5-1 28-15,-3-1 33 0,1-4 26 0,-1 2 13 16,2 0-9-16,-1 1-26 16,-2-1-26-16,-1 4-24 0,3-1-23 0,-4 4-24 0,1 1-13 15,-1 0-5-15,0 5-6 0,1 0-4 16,-3 5-3-16,0-3 1 0,-1 4 1 0,1 3 3 16,-1 0 2-16,-1 2 4 0,1 2 3 0,-2 0 2 15,0 2 0-15,2 1-1 0,-1 1-1 16,-1 0-4-16,0 2-6 0,0-2-2 0,0 2-5 15,0 0-4-15,0 2-2 0,2 0-3 0,-2 2-1 16,0 1-1-16,2 4 1 0,-1 2 2 16,-1 3 3-16,0 3 3 0,2 3 5 0,-2 1 4 15,1 2 2-15,-1 5 3 0,0-1 0 16,2 3-1-16,-2-1-2 0,3 1-2 0,-3 2-5 16,1-2-2-16,1-1-4 0,-1-2-2 0,1-1-2 15,0 0 0-15,-1-2-1 0,1-1 0 0,1-2-2 16,-3-2 0-16,3-2-3 0,-1-1 0 15,0-1-1-15,-1-3-5 0,1 1-16 0,-2-3-41 16,0 0-78-16,-2-2-119 0,1 1-201 16,-3-1-301-16,1 3-354 0,-2-5-361 0,0 5-137 15,1-2 389-15,-2 3 691 0</inkml:trace>
  <inkml:trace contextRef="#ctx0" brushRef="#br1" timeOffset="32104.26">10854 9484 39 0,'3'0'611'0,"-2"0"511"0,-1-2 196 0,2 2-53 0,-1-1-274 15,-1 1-351-15,0 0-202 0,0-1-111 16,0-1-73-16,0 0-75 0,0 1-76 0,0-2-49 16,2 0-28-16,-2-1-14 0,3 1-9 0,-1-1-19 15,0 2-72-15,1-1-71 0,-2 0-138 16,1 2-218-16,1-3-319 0,-1 3-350 0,1 0-236 15,3-3-66-15,-3 3 502 16,2-2 593-16</inkml:trace>
  <inkml:trace contextRef="#ctx0" brushRef="#br1" timeOffset="32623.83">11154 8817 31 0,'0'-8'377'16,"0"0"259"-16,-1 3 224 0,-1-1 92 0,2 1-244 16,0 2-168-16,0 0-104 0,0 2-60 0,0-2-63 15,0 3-69-15,0-1-59 0,0 2-31 16,0 2 16-16,-2 1 26 0,2 2 19 0,-1 5-1 15,-1 3-16-15,-1 3-25 0,1 6-42 16,1 2-37-16,1 4-27 0,0 4-15 0,1 3-11 16,1 1-7-16,1 1-5 0,0 4-7 0,4-2-6 15,-1-1-3-15,5-3-5 0,-1-3-3 16,1-3-4-16,5-6 0 0,1-3-2 0,0-7-2 16,2-4-1-16,0-7 1 0,2-4 0 15,-1-7 1-15,0-4 2 0,-3-3 1 0,-1-4 1 16,-1-4-2-16,-3-2 2 0,-2-1 2 15,0-2-1-15,-4-1-1 0,-2 1 1 0,-3-1 4 16,-2 1-2-16,-3-1 0 0,-2 2-1 0,-1 0 1 16,-2 0-1-16,-2 2-1 0,1 1 1 0,-2-1 1 15,-1 6-2-15,-1 1 1 0,1 5-1 16,-1 4 1-16,0 4-2 0,0 5-1 0,0 5 1 16,1 4-1-16,0 6-1 0,4 1-1 15,1 3-2-15,1 6 0 0,0 0-2 0,2 4-2 16,3-1 0-16,2 3 3 0,2 0-2 0,0 0-11 15,2-2-38-15,2-1-72 0,1 1-74 0,-1-7-148 16,5 1-232-16,0-5-318 0,2-2-309 16,4-2-203-16,-1-2-12 0,1-3 522 0</inkml:trace>
  <inkml:trace contextRef="#ctx0" brushRef="#br1" timeOffset="33005.75">11806 8866 319 0,'-7'-4'770'0,"1"0"298"0,1 4 60 0,0 4-238 16,-1 2-314-16,3 4-218 0,3 4-119 0,0 2-56 15,3 5-41-15,3 3-7 0,-1 5 11 16,3 2 9-16,2 2 25 0,0 2 10 0,2 1-11 15,-1-3-34-15,1-5-35 0,1-2-26 16,1-5-36-16,1-6-25 0,0-6-9 0,0-3-6 16,0-8-3-16,-2-5 0 0,0-6-1 15,-1-4 3-15,-2-7-2 0,2-3 2 0,-5-3-1 16,-1-4 3-16,-3 2 11 0,-1-1 6 0,-4 0 8 16,-1-1 7-16,-5 3 1 0,-3 0-1 15,0 0-9-15,-2 4-7 0,-2-1-5 0,-1 4-6 16,-2 5-2-16,-2 4-3 0,-2 3 0 0,-4 10-4 15,1 7-8-15,-2 5-26 0,-3 7-71 16,0 5-77-16,-3 5-161 0,3 3-272 0,-2 3-323 16,4 0-356-16,-2 0-227 0,0 1 55 0,-2-2 653 15</inkml:trace>
  <inkml:trace contextRef="#ctx0" brushRef="#br1" timeOffset="39439.05">9061 8886 241 0,'-3'6'522'0,"-1"-2"232"15,1 1 165-15,2-2-187 0,-1 0-180 0,2 0-106 16,-2 0-80-16,2 0-60 0,0 1-74 16,0 2-58-16,2 3-47 0,-2 0-32 0,0 4-15 15,0 4-6-15,0 2 2 0,0 1 3 0,2 4 12 16,-1 5 22-16,1-1 19 0,1 4 13 15,0 2 8-15,-1 2-6 0,1 1-15 16,0 4-29-16,-1-2-26 0,2-1-21 0,-1 4-16 16,-1-5-14-16,3 1-8 0,-2-5-5 0,4 3-5 15,-3-6-2-15,2 0-3 0,1-2-2 16,-1-2-1-16,-1-2 0 0,1-2 3 0,2-1-3 16,-2-2 2-16,1 0 0 0,-1-3-2 15,3 0 1-15,-2 0-1 0,1-2-3 0,0-1-1 16,1-1-2-16,-1-2 2 0,2 0-1 0,-1 1 4 15,2-3 2-15,0-1 4 0,2-1 1 16,-2 0 0-16,2-1-1 0,-1-2-1 0,1 0-2 16,-1-2 0-16,1 2 12 0,0-3 7 0,1 2 1 15,-1-1 3-15,1-1 1 0,0 0 0 16,0 0-11-16,-1 0-7 0,3 0-2 0,-2 0 0 16,2-1-5-16,-2 1-1 0,3-2 0 0,-1 2-3 15,0 0 3-15,-2-1-2 0,2 1 2 0,-2-2 2 16,2 2 1-16,-2 0-2 0,2 0-2 15,-3 0 1-15,1 0-1 0,2 0-1 0,-2 0 2 16,0 0 0-16,1 2 3 0,0-2-1 0,-2 1 0 16,3-1-1-16,-2 0-1 0,0 0 0 0,1 0-1 15,0 0 0-15,0-1 1 0,0-1-1 16,1 2 1-16,1-1 2 0,-2-1 1 0,2-1-1 0,-1 2 1 16,1-2-1-16,-1 0 2 0,0 2-2 15,0-3-2-15,1 2 1 0,-1-4 0 0,0 3 0 16,0-1 1-16,0 0 1 0,-2-1 0 15,0 1 0-15,0-2 1 0,2 0-1 0,-5 1-2 16,2-1 1-16,-4 2-1 0,1-1 0 16,-1 1-1-16,-1 1 1 0,-2-1 0 0,1-1 0 15,-2 2 1-15,-1-1-1 0,2 4 2 0,-4-2 0 16,3-1-1-16,-2 1-2 0,0 1-1 16,2-2 0-16,-2 3-1 0,2-2-1 0,-2 2 2 15,0-3 1-15,0 1 0 0,1 2 0 16,-3-1 0-16,2 0-1 0,-1-1 1 0,1 0 1 15,0 2-2-15,-1-1 1 0,1 1 2 0,-2-1 0 16,1 1-1-16,-1-2 0 0,1 2 1 0,1-2 0 16,-1 2-2-16,0-1 1 0,1 1-1 15,0-3-1-15,-1 3 0 0,1-2 0 0,0 1 1 16,-1 0-2-16,2-1 1 0,-2 1 1 16,-1 1 0-16,2-2 0 0,-3 1 0 0,2-1 1 15,0 1 2-15,-1-2 1 0,1 1 0 0,-1-1 0 16,-1 0-1-16,2 0 0 0,-2-1-2 15,0 1 0-15,2 0 0 0,-2-1 0 0,1 0-1 16,-1 1 1-16,2-1 1 0,-1 2 0 16,-1 2-2-16,0-5 0 0,2 4 0 0,-2-2 0 15,4 1 0-15,-4 0 0 0,2-2 0 0,-2 2 0 16,3-2 3-16,-3 0-2 0,2 1 0 16,-1-1 0-16,1-1 0 0,-2-1-1 0,2 2 0 15,-2-2 0-15,1-1 0 0,-1 0 3 0,0 1-1 16,0-5 1-16,0 4-2 0,0-2 1 15,0 0-1-15,0 0 0 0,-1-1 1 0,-1-1 0 16,2 2 0-16,-2-4-1 0,1-1 3 0,-1 0-3 16,-1-1-1-16,1-2 0 0,-2-2-1 15,2 0-2-15,-1-1-1 0,0-4 0 0,-2 1 1 16,0-3 0-16,2-1 0 0,-2 0 0 16,-2-1 0-16,2-1 2 0,-1 1 1 0,-1-2 1 15,2 1 1-15,-1 1 0 0,0 1 3 0,1 0-8 16,0 1-4-16,0 0-2 0,1 4-1 15,-1 0-1-15,1 2-1 0,0-3 5 0,1 4 5 16,0 0-1-16,-2-1 3 0,2 1 1 16,-2-1 0-16,-1 1 0 0,1 0 0 0,0-3 0 15,-1 3 2-15,0-1-1 0,-2 2-1 0,0 0 0 16,2 3 0-16,-1 0 0 0,1 2-1 0,1 0 0 16,-1 3 0-16,1 1 1 0,2 0 3 15,0 2 4-15,-2-1 2 0,3 4 0 16,-2-2 4-16,2 1 5 0,-1 1-3 0,0-1 1 15,1 2 2-15,1 1 0 0,-2-2 0 0,1 1-2 16,-1 1 2-16,-1 0 1 0,3 0-1 0,-2-1 0 16,-2 2 2-16,-1-2-1 0,1 1-1 15,0-1-2-15,-1 0-2 0,-2 2 6 0,0-3 0 16,-1 2-1-16,-2 0 0 0,1 1-1 16,2-1-1-16,-3 2-6 0,0 0-3 0,0 0-3 15,-1 2 0-15,0-2-2 0,0 3 0 0,-2-1 0 16,-1 2-2-16,0 0 1 0,-2 1-1 15,0-1-1-15,-3 2 1 0,1 1-1 0,-3 1 2 16,-4 3-5-16,-2-2-2 0,-2 3-2 16,-3 0-2-16,-4 1-2 0,-1 1-2 0,-3 2 4 15,0 1 0-15,-2-1 1 0,2 2-2 0,2-1-11 16,2 0-28-16,6-2-74 0,-1-2-112 0,5 2-208 16,5-2-297-16,1-4-347 0,1 2-396 15,4-2-183-15,0-2 378 0,0-1 755 0</inkml:trace>
  <inkml:trace contextRef="#ctx0" brushRef="#br1" timeOffset="51000.82">10613 2884 103 0,'0'2'312'0,"0"0"145"0,-1-1 112 16,1-1-126-16,-3 1-127 0,3 1-67 16,0-2-30-16,0 0-9 0,0 0 6 0,0 0 1 15,0 0 1-15,0 0 6 0,0 0 5 0,3 0 1 16,-2 0-6-16,-1 0-10 0,2 0-8 0,-2 0-15 15,1 0-23-15,-1 0-28 0,0 0-21 0,-1 0-20 16,1 0-22-16,-2 0-20 0,2 0-11 16,-1 0-2-16,-2 0-9 0,3 0-2 0,0 0-4 15,-2-2-3-15,2 1-5 0,0-2-11 0,-1-1 0 16,1 1-5-16,0 1-3 0,-2-4 2 16,2 1 0-16,0-1 5 0,0 0-3 0,0-2 2 0,0 1-2 15,0-2-3-15,0 2-3 0,0-2-1 16,0-1 0-16,0 2-1 0,0-1 4 0,0-1-2 15,0 2 5-15,0-1 1 0,0 0-2 0,0 2 2 16,0-3-2-16,0 3-2 0,2-1-1 0,-2 2-1 16,1 0 0-16,-1 0 0 0,0 1 0 15,0 0 0-15,2-1 0 0,-2 1 0 0,0 1 0 16,3-2 0-16,-3 1-2 0,1 1 1 0,1 0 1 16,-1 0-1-16,-1 0 0 0,0 1 3 0,2-2 0 15,-2 2-3-15,2 0 0 0,-1 0 1 16,-1 2 0-16,2-3-2 0,0 3-2 0,-1-2 1 15,-1 1 3-15,0 1-1 0,2 0-1 0,-1-1 2 16,-1 1 2-16,2-1 1 0,0 1-5 0,-1-1 1 16,1 1 1-16,-1-2-2 0,1 0 0 0,2 1 1 15,-1-1 1-15,-1 0 0 0,1 1 3 0,-1-2 3 16,1 2-2-16,-1-2-2 0,1 2 1 16,-1-1-3-16,-1 1 4 0,2 0-4 0,-3 1-2 15,2-2 0-15,2 1 0 0,-2 2 2 0,-1-3-3 16,1 1 1-16,1 1-1 0,-1 1 4 15,1-1-5-15,-1 1 2 0,1-2 1 0,-1 2 0 16,1 0 4-16,0-2-2 0,1 2 5 0,-2 0 0 16,1 0-3-16,2 0 0 0,-2 0-1 0,0 0 1 15,2 0-2-15,0 0 1 0,-2 0-2 0,3 0 0 16,-1 2 0-16,0-2-2 0,0 0-2 16,0 2 2-16,-1-2 0 0,2 1 1 0,-1-1 4 15,1 0-2-15,-1 1 6 0,0-1-5 0,1 0 0 16,0 2 0-16,-1 1-1 0,0-3 2 0,0 0-2 15,1 0 0-15,2 0 0 0,-3 0 1 0,1 0 2 16,-1 0-1-16,1 0 0 0,0 0-3 16,1 0 3-16,-1 0-3 0,-1 0 1 0,1 0 12 15,2 0 27-15,-2 2 17 0,1-2 6 0,-1 0 9 16,-1 0 2-16,3 0-15 0,-2 0-26 0,0 0-14 16,-1 0-5-16,0 0-6 0,1 0-7 15,0 0 4-15,-1 0 1 0,0 0-2 0,0 0-5 16,1 0 2-16,0 0 0 0,-1 0-4 0,0 0 2 15,0 0 4-15,0 0-2 0,-1 0-4 0,2 0 5 16,-1 0 3-16,0 3 0 0,-2-3-4 16,2 0-1-16,1 0 1 0,0 0-2 0,-1 0-3 15,0 0 2-15,0 0 1 0,0 0 3 16,-1 0 2-16,2 0 2 0,-1 0-3 0,0 0 0 0,1 0 0 16,1 0 2-16,0 0-1 0,-2 0-6 15,0 0 2-15,1 0-4 0,-1 0 5 0,3 0 1 16,-2 0-5-16,1 0 9 0,-1 0-2 0,-1 0 17 15,1-3 13-15,2 3 11 0,-2 0 7 0,1 0 0 16,-1 0 4-16,2 0-15 0,-2-2-18 0,1 2-9 16,-1 0-7-16,0-5-3 0,3 5 5 15,-4-1-3-15,2 0 6 0,-1-1 4 0,2-1 0 16,-2 3 3-16,-1-1-7 0,1-1 4 0,1 0-8 16,-2 1-4-16,2 0-1 0,-2-1-4 0,1 0 1 15,-1 2 0-15,0-1 1 0,1 0-3 16,-1-1 2-16,0 1-1 0,1-1-1 0,1 1 0 15,-3 1-1-15,2-2 3 0,-1 1 1 0,1-1 0 16,-1 1-3-16,2-2 0 0,-1 1 2 0,0 1-1 16,0-1 1-16,-1-1 1 0,2 2 3 0,0 0-1 15,0-1-3-15,-1 0 1 0,2 1-1 16,0 0 1-16,-2-1 1 0,1 0 12 0,-1 2 10 16,2-2 3-16,0 2 2 0,-2-3-1 0,0 2 0 15,1 1-11-15,-1-1-6 0,3-1-4 0,-4 1-2 16,3 1 0-16,-3-3-1 0,4 3-2 15,-4-2 0-15,3 2 1 0,-3 0 1 0,4-3-1 16,-4 1 0-16,1 1 0 0,1 1-2 0,-1-1 1 16,2-1-1-16,-2 0 0 0,2 1 0 0,-1 0-7 15,-1 1-2-15,3-2-3 0,-1 0 0 16,0 0 0-16,1 0-2 0,-1 0 14 0,0 1 10 16,2 0 5-16,1-2 3 0,-2 1 3 0,1-1 3 15,2 0-7-15,0 0-5 0,0 0-6 0,-1 0-2 16,2-1-3-16,1 1-1 0,-3 0 1 0,3 0-2 15,-2-1 2-15,0 1-1 0,1 1 1 16,-2-1-1-16,-1 0-1 0,0 1 1 0,0 2-1 16,0-3 0-16,0 1 0 0,-2 2 2 0,1-1-1 15,-2 1 0-15,-1 0 0 0,-1 0 0 0,3 1-1 16,-3-1 0-16,0 0 0 0,2 2 0 0,0-2 2 16,-1 3-1-16,-1-3 1 0,0 0-1 15,2 2 1-15,0-2-1 0,-1 0-1 0,1 0 1 16,0 0 6-16,1 3-3 0,-1-3-1 0,-1 0 5 15,1 1 3-15,0-1 2 0,1 0-6 16,-1 2 3-16,-1-2 1 0,2 0-5 0,-2 0-3 0,-1 0-2 16,1 1 0-16,-1-1 0 0,1 0 0 0,0 0 0 15,1 0-1-15,-1 1 0 0,-1-1-2 16,1 3 1-16,0-3-1 0,-1 0 2 0,3 0-1 16,-3 0 1-16,3 2 0 0,-2-2 0 0,1 0 1 15,-1 2-1-15,0-2 0 0,0 0 2 16,2 0-1-16,-3 2 1 0,3-2-2 0,-3 1-1 15,3-1 1-15,-4 0-1 0,1 0 0 0,0 0-1 16,1 0 2-16,-2 0-1 0,0 0 0 0,-1 0 0 16,0 0 0-16,-1 0 2 0,0 0-1 15,-1 0 0-15,2 1 0 0,-1-1 1 0,0 0 0 16,-1 0-2-16,1 0 1 0,1 0 0 0,-1 0 1 16,2 0-1-16,-1 0-1 0,0 0 3 0,-1 0-2 15,0 0 0-15,1 0 0 0,-2 0 1 16,1 0-1-16,0 0-1 0,-1-1 1 0,3 1 0 15,-3 0 0-15,1 0 1 0,-1-1-1 0,2 1 0 16,0-2 1-16,0 2-2 0,-1 0 0 0,1-2 2 16,-1 2 0-16,1 0-1 0,0-2 1 15,-1 2-1-15,0 0 0 0,-1 0 0 0,2 0 1 16,-1-3 0-16,1 3 1 0,-2-1-2 0,1 1 1 16,-1-1-1-16,1 1 0 0,-2-2-1 0,0 2 1 15,0 0 0-15,0-1 0 0,0 1 0 0,0 0-2 16,0-3-4-16,-2 3-13 0,1 0-35 0,-1 3-62 15,-4-3-59-15,2 0-68 0,-3 1-111 16,1-1-154-16,-1-1-166 0,-2 1-209 0,4 0-218 16,0-3-146-16,1 1 147 0,0-1 415 0</inkml:trace>
  <inkml:trace contextRef="#ctx0" brushRef="#br1" timeOffset="51390.99">12239 2269 203 0,'4'2'489'0,"0"-2"250"0,-3 0 155 0,1 0-185 16,-1 0-155-16,-1 3-94 0,2-3-68 0,1 1-52 0,-1-1-54 16,1 2-45-16,0-1-51 0,0 3-27 15,2-2-1-15,1 0 8 0,1 1 16 0,-1 0-3 16,2 0-3-16,1 0-13 0,-1 0-36 0,0 0-31 15,3 0-22-15,-3 0-16 0,2 1-10 16,-1 1-13-16,0-1-3 0,1 2-1 0,-2 0-7 16,3 0-4-16,-3-1-1 0,0 3-5 0,-2 1-2 15,2-2 1-15,-2 0 0 0,-1 2 1 0,-2-1-2 16,2 0 5-16,-2 0 2 0,-1 1-4 16,2-3-2-16,-2 1-3 0,-2 1 0 0,2-2-5 15,-2 2-3-15,-2-2 0 0,0-2-2 0,-2 2-1 16,2-1-1-16,-2-1 0 0,-1 0-2 15,0 1-1-15,-1 1-1 0,-4-4 1 0,2 4-8 16,0-1-18-16,-1-1-45 0,0 2-75 0,1-2-85 16,-4 2-163-16,3 0-242 0,-1 0-316 0,2 1-293 15,2 1-181-15,-5 0 76 0,3-1 561 0</inkml:trace>
  <inkml:trace contextRef="#ctx0" brushRef="#br1" timeOffset="55323.99">11344 1557 182 0,'3'3'402'15,"0"-2"161"-15,0 4 121 0,-1 0-174 0,-1 1-76 0,1 5 9 16,1 1 28-16,0 2 13 0,1 0-23 15,-1 4-66-15,0 2-85 0,2 3-91 0,-1 1-62 16,-1 0-46-16,2 3-27 0,-2-2-20 0,2 2-9 16,-1-1-16-16,-1-1-18 0,0-3-9 0,0 2-9 15,0-5-3-15,-2-1 0 0,1-2 3 16,0 0 0-16,-1-4-9 0,-1-3-12 0,0 1-18 16,-3-4-61-16,1-4-145 0,-2 0-165 0,-2-4-262 15,-1-2-272-15,2-3-248 0,-3-5-38 16,-1-4 394-16,0-4 423 0</inkml:trace>
  <inkml:trace contextRef="#ctx0" brushRef="#br1" timeOffset="55535.75">11238 1338 147 0,'3'-6'457'0,"-3"0"226"0,2 1 124 0,-2 3-163 0,1 0-252 16,-1-1-176-16,2 2-115 0,-2-1-53 15,3 2-25-15,-1 0-9 0,1 0-6 0,1 2-1 16,1-1 5-16,0 2-2 0,1-1 0 0,1 2 2 16,0 1-15-16,0 2-62 0,-1 0-91 0,2 2-151 15,-3 2-254-15,4 1-150 0,-2 0-29 0,-1 1 148 16,2-2 223-16</inkml:trace>
  <inkml:trace contextRef="#ctx0" brushRef="#br1" timeOffset="55941.03">11638 1477 189 0,'0'-4'558'0,"0"0"321"0,0-1 219 0,-2 2-151 16,-3 0-256-16,1 0-171 0,-1 1-60 0,1 1-42 16,0 2-69-16,1 1-62 0,-2 1-49 0,0 0-45 15,-2 5-68-15,1-1-53 0,-1 2-34 0,1 1-20 16,1 3-8-16,-3 0-2 0,4 2 0 0,0 0-1 15,1-2-2-15,0 0-1 0,1-2 0 16,2 0-1-16,0-2-2 0,0-3-1 0,2 0 0 16,-1-2 0-16,3 0-2 0,-1 0 1 0,0-4-1 15,3-2 2-15,-1-1 0 0,1-3 3 16,-1-1 2-16,3-4-2 0,1 2-2 0,-1-4 0 16,2 1 1-16,-2 0 1 0,3 1-1 0,-3 1-1 15,0 1 2-15,-1 3-3 0,-2-1-1 0,0 5-2 16,0 1 3-16,0 1 0 0,-1 1-4 0,-2 1 4 0,1 5 2 15,2 2-1-15,-4 0-8 0,1 4-3 16,-1-1 1-16,-1 3-2 0,0 2-1 0,2-2-1 16,-2 0 8-16,0 0 2 0,2 0 1 0,-1-2 0 15,2-2-2-15,-1-2-9 0,0-4-32 0,1-3-49 16,0-2-45-16,0-2-61 0,2-8-118 16,-2-3-141-16,0-4-130 0,0-2-157 0,2-3-253 15,0-4-171-15,-2 0 111 0,3-1 319 0,-3-1 333 16</inkml:trace>
  <inkml:trace contextRef="#ctx0" brushRef="#br1" timeOffset="56329.86">11764 1189 131 0,'0'-11'379'0,"0"4"207"0,0 1 200 15,0 2-77-15,0 1-95 0,0 3-81 0,-1 0-60 16,1 0-65-16,-2 0-79 0,1 3-85 16,-1-1-73-16,0 2-53 0,-1 0-23 0,2 3-4 0,-1 4 27 15,2 1 25-15,0 1 37 0,2 6 20 0,-1-1-6 16,-1 2-19-16,0 3-35 0,3 2-33 0,-3-2-39 15,2 1-30-15,0 0-16 0,1-1-9 16,0 0 0-16,0-6 1 0,2 0-2 0,0-2 0 16,4-4 0-16,-2 0 1 0,1-4-9 0,1-2 0 15,0-3-7-15,-1-4-3 0,2-3-1 0,1-3 1 16,-2-3-1-16,1-1 0 0,-1-2 6 0,1-2 2 16,-1 1 1-16,-1 0-1 0,0 2 2 0,-2-1-2 15,-1 4 0-15,-1 2 2 0,-1 1 0 16,-2 2 1-16,2 1-1 0,-1 0 2 0,-1 3 0 0,-1 0 0 15,-1 2-1-15,1 3 1 0,-2-1 0 0,-1 7-2 16,2-1-3-16,-2 4 0 0,1-1 0 16,-1 1 0-16,-1 3 0 0,4-3-1 0,-3 4 0 15,3-2 2-15,-1-2 0 0,-1 3-2 0,2-3 0 16,0-1-1-16,0-2 1 0,2 1-4 0,-1-2-11 16,1-4-50-16,-1 1-55 0,1-1-70 0,1-1-136 15,2-2-179-15,-2-1-313 0,3 1-252 0,-1 1-221 16,3-1-47-16,-1 1 406 0,-1-2 487 15</inkml:trace>
  <inkml:trace contextRef="#ctx0" brushRef="#br1" timeOffset="58269.65">12446 1261 102 0,'0'-1'345'0,"0"-1"199"16,0 1 184-16,0-1-58 0,0 2-92 0,0 0-49 15,0 0-37-15,0 2-34 0,0-2-59 0,0 0-77 16,-2 0-78-16,2 1-75 0,-3 1-48 0,2 2-47 16,-1-1-30-16,0 1-15 0,1 4-9 0,-1 0-1 15,2 1 1-15,-1 2 9 0,1 1 10 0,1 1 10 16,-1 0 13-16,3 3 13 0,-1-2 9 15,1 3 2-15,-1-1-8 0,-1 1-8 0,1 2-14 16,0-5-13-16,-1 2-16 0,1-1-11 0,-1-2-4 16,-1 1-1-16,0-2-6 0,0-1 1 0,0-2 1 15,-1-2 3-15,-1-2 3 0,2-1 2 0,0-1 0 16,-1-3-5-16,-1-1 2 0,-1-2-6 0,1-3-3 16,-1-2-6-16,1-1-2 0,1 1 0 0,-1-3-2 15,1-2 4-15,-1 1-2 0,0 2 0 0,2-2 2 16,2 2 2-16,0-1 0 0,-1 2-1 0,2 1 0 15,2-2 5-15,0 1-1 0,1-1 1 0,2 1 3 16,0 0-5-16,0-2-1 0,2 2-2 0,2 1 0 16,-1-2-14-16,0 1-3 0,2 3-1 0,-2-2-1 15,1 4-3-15,0 0 3 0,-1 1 12 16,0 1 2-16,-2 1 6 0,-1 1 1 0,1 1 1 16,0 1-3-16,-3 0 2 0,0 0 10 0,2 3 10 15,-5-1 15-15,2 2 20 0,-2 0 10 0,-1 2 8 16,-1-1-5-16,-1 0-7 0,-1 4-15 0,-1-2-12 15,1 2-10-15,-3-1-10 0,1-1-5 0,2-2-4 16,-1 3-1-16,0-4-5 0,2-2-1 0,-2 1-1 16,0-2-1-16,2-2-1 0,0 1 0 0,0-1 1 15,0-1-1-15,2 0 2 0,0 0 3 0,2-1 3 16,-3-2 0-16,4 0 2 0,1-4-1 0,1 0 3 16,2 0-2-16,-3-4-1 0,2 0-1 0,2 2-4 15,-1-2 2-15,-1-1-1 0,0 2 0 16,-1 0-1-16,0 1-1 0,1 2 2 0,-3 0-3 15,-2 3 3-15,2 1-5 0,-2 1 1 0,2 0 2 0,-2 2 2 16,-2 0-1-16,1 2 1 0,1 0 3 0,-1 1-2 16,0 1-1-16,-2 0 1 0,1 0 2 15,1 2-2-15,-1 0-1 0,-1-2 1 0,2 2-1 0,-2-1-3 16,0 1 3-16,2-4-1 0,-1 1-1 16,-1-2 0-16,0 1 0 0,2-1 3 0,-1 1-1 0,1-2 1 15,-2 0 2-15,4-2-1 0,-2 1 1 16,1-2-2-16,0-2 0 0,1-1 2 0,0 0-1 15,1-1 2-15,0-1-1 0,-1 2 1 0,1-2-2 16,-2 4-2-16,1-1-1 0,-1 1-2 0,-2 2 1 16,1 0 2-16,-2-1-3 0,2 3 4 0,-2 0 1 15,0 1-2-15,-2 3 1 0,2 0-1 0,-2 5 2 16,2 1 0-16,-1 5-1 0,-1 3 11 0,-1 1 7 16,3 1 3-16,-2 4 7 0,2 2-6 0,-3 1 1 15,3 1-6-15,-1 3-6 0,-3-2-1 16,2 3-6-16,0-1 4 0,2-1-2 0,-2-2-2 15,2-2-2-15,-1-2-1 0,-1-5 1 0,2-4-2 16,0-2 3-16,-3-2 0 0,3-3 1 0,-2-4 2 16,-1-2-3-16,-2-2 1 0,2-3-3 0,-2-4-2 15,-1-3-1-15,3-1-2 0,-2-5-1 16,2-3-3-16,0 0 0 0,1-2 7 0,2-3 3 16,0 1 1-16,4 1 0 0,-1 0 5 0,2-1 0 15,1 2-6-15,1 3-7 0,2 0-4 0,0 0-3 16,4 4-3-16,-4-1 0 0,2 0 0 0,3 2 6 15,-2-2 2-15,0 2 3 0,2-3 3 0,-2 1-1 16,2-1 0-16,-1-2 0 0,0-1 3 0,-1 0-2 16,-1 0 2-16,3-1 1 0,-4-1 0 0,0 0 0 15,-2 2-1-15,0 0 2 0,-3 1 1 0,0 0 1 16,-2 1 1-16,0 2-1 0,-1-4 1 0,-2 3-1 16,0 1-2-16,-5 1-1 0,4-2 0 15,-3 2 3-15,1 3 1 0,0 0 2 0,-2 4 2 16,0 1-1-16,2 2-1 0,-2 0-3 0,1 4-4 15,-1 2 0-15,2 4-2 0,-2 1 0 0,2 1-1 16,0 4 1-16,-1 2 2 0,1 5-1 0,-1 2-1 16,2 2 0-16,-1 6-1 0,0 4 1 0,1 0 1 0,2 4 1 15,0-1 6-15,0 2 5 0,4-1 2 16,0-2-1-16,2-3 0 0,2-5 0 0,0-3-9 16,2-6-4-16,4-4-2 0,0-3-1 0,2-4-4 15,-2-7 2-15,4-7 2 0,-2-4 3 0,1-3 2 16,-3-4 2-16,2-6 2 0,-3-1-6 0,-3 0-2 15,0-1-3-15,-3 0-3 0,-3 0-1 0,0 4 0 16,-2 0 5-16,-4 2 4 0,-2 0 1 16,1 6 4-16,-2-2 2 0,1 6 3 0,-3-1 0 0,1 5 1 15,-2 0-3-15,0 3-2 0,2 3-2 0,-1 3-3 16,0 2-2-16,0 1 0 0,2 2 0 0,2 2 0 16,-2 2 0-16,2 0 0 0,0 1 0 15,0 1 0-15,0 0 7 0,2 3 2 0,1-4 1 16,-2-1 1-16,2-3-2 0,2 1 1 0,-2-3-8 0,1-1-4 15,2-3 1-15,3-3 0 0,-1-3 0 16,0-3 0-16,1-4 3 0,2-4-6 0,1-2-4 16,1-6 0-16,0-1-1 0,0-3-2 0,2-1 0 15,-3-3 5-15,4 2 2 0,-4-2 2 0,1 0 1 16,1 2-1-16,-2-1 1 0,-2 0 1 0,-2 5 0 16,1 0 0-16,-5 3 1 0,2 6 8 0,-3-2 4 15,0 4 1-15,0 4 1 0,-3 2-1 0,2 3-2 16,-4 4-12-16,2 1-8 0,0 5-2 0,-2 3-1 15,0 4-2-15,0 3 2 0,2 3 6 0,0 3 3 16,-3 4 4-16,1 1 2 0,2 6 7 0,-2 1 2 16,0 4 9-16,1 1 3 0,-4 0 1 0,5-2-4 15,1-1-3-15,-1-4-3 0,3-2-9 0,2-5-4 16,-1-5-3-16,2 1-1 0,3-8-1 0,-1-1 0 16,2-3 0-16,-1-3 1 0,0-2 0 15,4-3 1-15,-2-1-1 0,1-4-2 0,-1 2-6 16,1-4-7-16,1 0-10 0,0 0-16 0,0 0-31 15,-2-2-45-15,1 3-52 0,-3-3-44 0,1 0-39 16,2 1-38-16,-5 2-37 0,1 0-43 0,3-4-43 16,-4 3-62-16,1 1-94 0,0 0-103 0,3 4-113 15,0-2-75-15,1-1 72 0,-1 2 172 0,0-1 213 16</inkml:trace>
  <inkml:trace contextRef="#ctx0" brushRef="#br1" timeOffset="58546.77">13494 1300 21 0,'10'0'239'0,"1"0"159"0,-3 2 157 0,-2 1 24 16,-1 3 3-16,1 2 40 0,-3 0 1 0,-1 3-48 15,-1 2-70-15,1 0-66 0,0 5-101 0,-2-1-75 16,1 1-55-16,2 1-34 0,-1-3-28 0,1-1-30 16,0-4-16-16,2 0-38 0,-2-4-29 15,0-2-10-15,2-2-6 0,-2-1-3 0,2-6-1 16,-2-2-1-16,0-1 1 0,1-4-2 0,-2-2 1 16,0 0 1-16,0-2 14 0,-2-2 19 0,-2 2 21 15,-2 0 12-15,-1 0 8 0,-2 1 0 0,-1-1-10 16,0 2-18-16,-4 1-18 0,2 2-14 0,-2-2-8 15,2 2-5-15,2 4-4 0,-1 2-3 0,0 1-2 16,0 2-3-16,3 3-2 0,1 2-2 0,-1 3 0 16,3 1-1-16,2 3-2 0,1-1-16 0,0 0-50 15,1 1-61-15,2 1-54 0,5-4-87 0,3 3-144 16,0-3-171-16,6-2-201 0,5 1-217 0,1-2-214 16,5-4-9-16,4-1 347 0,7-1 426 0</inkml:trace>
  <inkml:trace contextRef="#ctx0" brushRef="#br1" timeOffset="59264.23">14307 1077 150 0,'-5'-13'479'0,"-1"5"338"0,-1-2 292 0,-1 3-134 15,-4 0-217-15,4 2-103 0,-2 1-77 0,1 1-98 16,5 3-115-16,-5 1-79 0,5 1-57 16,-1 1-76-16,0 1-63 0,-1 1-43 0,4 1-21 15,-1-1-10-15,3 3-9 0,0 1-3 0,0-1 0 16,2 1-2-16,1 0 2 0,0-2-3 0,2 2 2 15,-2 0 1-15,0-2-2 0,0 3 1 16,2-3-1-16,0 1 0 0,-2 1-2 0,0-1 0 0,2-2 0 16,-4-1-1-16,2-1 2 0,-1 3-1 0,0-3 2 15,-1-1 0-15,-1 0-2 0,0 2 2 16,0-3 0-16,0 2 0 0,-1 1 0 0,-1-3-1 16,2 4-1-16,0-4 0 0,-2 2 0 0,2 1-1 15,0-1 0-15,2 1 0 0,-2 1 0 0,3 0 0 0,0 0-1 16,-1 1 1-16,1 0 0 0,2 3 0 15,-2-3 2-15,3 1-1 0,-1 4 3 0,-2-3-2 0,2 1-1 16,-2 1 1-16,-1 1-1 0,0-1 0 16,-2 2 7-16,0-1 3 0,-2 0 2 0,0 1 1 15,-1-1 0-15,0 2-1 0,-2-2-6 0,3-3-5 16,-2 2-1-16,-1-4-6 0,2-1-12 0,2-3-18 16,-3-3-26-16,3-2-37 0,-1-4-47 0,2-2-38 15,2-4-32-15,-1-1-37 0,4-8-54 0,-2 0-38 16,5-3-31-16,-2 0-37 0,1-3-43 0,1-1-12 15,1 0 41-15,1 1 67 0,-1-3 70 0,0 2 76 16,3 1 67-16,-6-1 60 0,4 0 52 0,0 3 47 16,-2-2 31-16,-1 3 41 0,2 0 50 0,-3 3 73 15,1 3 86-15,-1 2 111 0,-2 2 57 0,0 1-3 16,-1 4-31-16,-1-1-42 0,-1 4-36 16,1 2-41-16,-1 3-44 0,-1 1-43 0,0 1-37 15,-1 1-39-15,-1 2-45 0,1 0-49 0,-4 2-30 16,2 0-7-16,2 1-5 0,-3 4-3 0,1-1-1 15,0 1-1-15,-2 3-1 0,0 1-18 0,-1-1-35 16,1 3-49-16,1-2-65 0,-1 1-112 0,-2 1-161 16,3-1-239-16,0 1-275 0,0 2-237 0,4-1-131 15,0 1 251-15,2 0 479 0</inkml:trace>
  <inkml:trace contextRef="#ctx0" brushRef="#br1" timeOffset="59649.47">14599 1300 22 0,'2'-6'524'0,"0"1"480"0,-4-2 236 0,0 0-69 0,-1-2-343 16,0-4-246-16,1 4-168 0,-2-2-77 15,-1-1-53-15,0 2-38 0,1-1-44 0,-1-1-57 16,2 1-47-16,-4 1-39 0,4 1-21 0,-3 1-10 16,4 2-8-16,-1 1-4 0,2 2-4 0,-1 0-6 15,0 6-3-15,2-2-1 0,0 6-1 0,-1-2 0 16,1 4-1-16,0 2 2 0,0 0-1 0,0 4-1 0,0 2 0 15,0 1 0-15,1 1 0 0,-1 2-1 16,2-2 3-16,-2 5 2 0,3-2 9 0,0 0 2 16,-1 3 3-16,4-4-1 0,-3 1 0 0,4-1-1 15,-1-2-11-15,2-1-3 0,1-1-1 16,1-3-1-16,-1 0-1 0,1-2 0 0,-2-1 1 16,0-2 0-16,-2-3 0 0,0-1 4 0,-3 1-1 15,-3-2 1-15,-1 1 2 0,-4-2-1 0,1 2 2 16,-6 0-1-16,0-1 0 0,-1 2 2 15,0 2 0-15,-3-2 1 0,3 3-7 0,1-2 1 16,-2 0 0-16,6-1-3 0,-1 2-13 0,2-2-53 16,4-1-63-16,-1 1-101 0,2-5-174 0,5 3-287 15,0-4-338-15,4 1-293 0,2-1-180 16,0-1 215-16,2-3 627 0</inkml:trace>
  <inkml:trace contextRef="#ctx0" brushRef="#br1" timeOffset="60045.31">15236 1213 81 0,'13'-15'286'16,"1"-1"140"-16,1 1 132 0,0 1-101 0,-2 0-92 0,0 2-17 16,3 4 39-16,-5 0 51 0,1 2 24 15,-2 2-11-15,-1-1-29 0,1 1-44 0,-6 1-11 16,3 2 3-16,-4 2-19 0,0 4-35 0,-1 0-43 16,-4 1-37-16,1 3-60 0,-3 0-60 0,0 4-41 15,-3 0-24-15,-2 2-16 0,1 1-9 0,-2 4-9 16,2-1-4-16,-1 2-5 0,0 0-4 0,2 1 0 15,-2 2-2-15,4-4 0 0,-1-1-2 0,3-1 0 16,-1 0-1-16,3-4-1 0,-1-2-2 0,4-3 0 16,-1 0 6-16,4-3 2 0,0-1-6 0,1-4-25 15,2-1-60-15,2-2-62 0,-4-5-101 16,4-2-170-16,0 0-225 0,0 0-309 0,1-1-245 0,2 0-200 16,-2-3 104-16,1 1 522 0</inkml:trace>
  <inkml:trace contextRef="#ctx0" brushRef="#br1" timeOffset="60557.09">15516 1240 277 0,'5'-4'739'0,"-2"0"385"16,-1 0 86-16,1 1-282 0,-3 2-253 0,3-2-152 16,-3 3-105-16,2 0-85 0,-2 3-54 0,0 0-42 15,2 0-47-15,0 1-58 0,-2 1-53 0,2 1-29 16,0 1-20-16,1 1-11 0,-2 1-6 0,3-1 1 16,-1 1-2-16,0-1 8 0,0 1 2 0,0-1 2 15,2-2-1-15,0 0-4 0,-1-3-1 0,3-1-9 16,-1-2-3-16,2-1-2 0,1-3 0 0,-1-4-2 15,2 0-1-15,2-3 1 0,1-2 0 0,0 0 0 16,0 0 1-16,-2 0-7 0,1-1-2 0,-1 3-5 16,-1 0 0-16,2 4-4 0,-4 2 0 0,0 3 6 15,2 0 5-15,-6 5 1 0,1 2 2 0,0 1 3 16,0 4 0-16,-2 2 7 0,-1 4 4 16,-1 0 1-16,-1 1 0 0,3 2 1 0,-1-1-2 15,-2 1-7-15,1-1-4 0,2 0-2 0,-1-4-2 16,1 1 0-16,0-3-2 0,2-3 1 0,-1-3 2 15,0-2-1-15,2-4 2 0,-1-4 1 0,1-2 3 16,-1-5-1-16,0-1-1 0,0-2-3 0,1-4-5 16,-1 0-5-16,-2-1-10 0,0-1-13 0,0-5-22 15,-1 0-30-15,0-2-30 0,-2-2-31 0,1 1-21 16,-1-1-11-16,0 2 11 0,-1 2 26 0,1 4 35 16,-4 0 31-16,4 4 26 0,-1 4 20 0,-1 1 11 15,1 3 7-15,-1 1 5 0,0 5 6 0,-1 1 2 16,1 2 10-16,1 0 10 0,-1 2 22 0,2 4 16 15,0 0 15-15,0 1 16 0,2 0-3 16,-2 0-6-16,1 0-17 0,-1 0-14 0,2 0-13 16,0 1-15-16,1-2-6 0,-1 2-6 0,1-1-3 15,2 4-3-15,-1-1-9 0,1 0-30 0,1 2-42 16,2-1-50-16,0-3-115 0,5 3-158 0,-1-2-236 16,6-1-269-16,-1 0-248 0,4 0-153 0,2 0 246 15,-2-1 477-15</inkml:trace>
  <inkml:trace contextRef="#ctx0" brushRef="#br1" timeOffset="61001.17">16220 1228 109 0,'0'-4'718'16,"-3"1"599"-16,-3 3 245 0,-1 0-188 0,-2 0-444 0,-1 0-342 15,-2 3-183-15,0-2-130 0,0 2-101 0,2 2-59 16,1 1-38-16,0 1-25 0,2 2-17 0,2 2-14 16,1 0-6-16,4 1-7 0,0 4 2 0,0 0 1 15,4 1-1-15,0 1 1 0,2-3-1 0,2 0-1 16,1-2-5-16,1-2-3 0,2-2-1 15,1-3-1-15,3-2 0 0,-2-4 1 0,5-3 0 16,-1-3-1-16,4-3 2 0,-1-4 0 0,2-3-1 16,2-3 0-16,0 1-1 0,-1-3 0 0,1 2 0 15,-4 1 1-15,0 1-1 0,-7 4 1 0,0 1 1 16,-4 3 0-16,-2 3 0 0,-1 1 1 16,-4 4 5-16,1 2 5 0,-3 2 6 0,-1 5 7 0,-1 4 7 15,-3 1 2-15,1 3-1 0,0 1-3 16,-3 3-5-16,4-1-6 0,-1 0-6 0,2 0-5 0,-1 0-3 15,2-2-3-15,2-3-2 0,-1 2 0 0,1-4-1 16,-1 0 0-16,1-3 0 0,2-2-1 0,0-1-1 16,-3-1 0-16,2-2 0 0,1-2-4 0,-1-1-5 15,0 0-6-15,0-1-7 0,0-1-6 16,1 1-5-16,0-1-2 0,-1 1 2 0,2 1 3 0,-2 0 6 16,0 0 4-16,2 1 5 0,-1 2 5 0,0 0 4 15,1 0 3-15,-2 2 2 0,0 1 2 16,2-1-1-16,-2 0-2 0,0 0-6 0,1-1-12 15,-1 1-26-15,-2-2-51 0,4-2-71 16,-5 1-85-16,0-4-155 0,0 1-230 0,1-2-308 0,2 0-270 16,-1 0-196-16,0 0 50 0,-1-4 536 15</inkml:trace>
  <inkml:trace contextRef="#ctx0" brushRef="#br1" timeOffset="65559.8">20556 2821 185 0,'-2'9'434'15,"2"-1"206"-15,-2-2 142 0,2-2-148 0,0-1-88 16,0 2-37-16,0-4-36 0,0 0-38 0,0 1-41 15,0 0-64-15,2-1-48 0,-2-1-19 0,2 0-2 16,0-1-7-16,2-3-26 0,-1 0-22 0,2-4-42 16,1 1-47-16,2-5-45 0,1-2-28 15,2-5-8-15,-1 0-10 0,6-5 7 0,-3-3-1 16,2-3-2-16,0-1-2 0,2-1-5 0,-1-1-3 16,1-1-6-16,-3 5-1 0,2 1 1 15,-3 2-1-15,-1 2 0 0,-2 5-2 0,0 2-2 16,-1 2-2-16,-5 4-3 0,1 2-1 0,-2 2 0 15,1 2 0-15,-3 2 3 0,3 2 3 0,-1 2 3 16,1 2 2-16,-2 3 3 0,1 3 1 16,-2 3 1-16,3 1-1 0,-3 5 2 0,2 2 2 15,-1 3 1-15,-2 1 2 0,2 4 2 0,-1 1 1 16,-1 1-2-16,0 3-2 0,-1-2-1 0,-1 2-3 16,2-2-4-16,-2 3-3 0,2-3-3 15,-3-1-1-15,3 0-5 0,-1 0 0 0,-3-5-2 16,3 0-1-16,-1 0-1 0,-1-5 0 0,0 1 0 15,0-4 0-15,2 0 0 0,-3-2 1 0,3-1-2 16,-3-2 1-16,4-2-1 0,-3-3 0 16,0 1 0-16,1-4-1 0,1 1-1 0,-1-1-2 15,1-1-11-15,-4-1-15 0,5-2-21 16,-3 0-60-16,2 0-78 0,-4 0-143 0,1-1-216 16,3 0-307-16,-1 1-370 0,2 0-289 0,0-3-86 15,2 1 540-15,-1 0 638 0</inkml:trace>
  <inkml:trace contextRef="#ctx0" brushRef="#br1" timeOffset="65772">20949 3010 32 0,'3'-2'597'0,"1"2"501"0,-2-1 215 0,-2 1-46 0,2 0-280 16,0 0-351-16,-2 0-196 0,0 0-107 0,1 0-76 15,-1 0-74-15,2 0-72 0,-1 0-52 0,-1 0-30 16,2 0-15-16,0 0-11 0,-1 0-3 15,2 0-1-15,1 1 0 0,-3-1 0 0,4 2 0 16,-2-2-14-16,2 2-47 0,-2-1-66 0,0-1-65 16,0 0-110-16,0 0-170 0,1 0-245 0,1-1-264 15,-1-1-209-15,2 0-142 0,1 0 203 16,-3-4 492-16</inkml:trace>
  <inkml:trace contextRef="#ctx0" brushRef="#br1" timeOffset="66206.24">21393 2582 121 0,'-1'-3'725'0,"-1"6"453"16,-1-3 85-16,0 2-153 0,0 2-378 0,1 2-275 15,1 2-102-15,1 4-51 0,1 3-34 0,3 2-32 16,-1 2-37-16,4 2-60 0,0 3-59 0,2 0-38 15,-1 0-22-15,5 0-8 0,0-2-9 16,0-2-3-16,0-2-5 0,1-3 0 0,2-3 3 16,-2-4-1-16,2-3 2 0,-3-5 3 0,3-3 3 15,-2-5 0-15,-1-1 0 0,-4-7-1 0,4 0 2 16,-5-5-2-16,-4-1-1 0,1-4 2 0,-1 1-2 16,-3-1 4-16,-2-1-1 0,-3 3 2 15,-1-2 0-15,-3 4 0 0,-2 1 2 0,-2 2-1 16,1 4 1-16,-1 1-2 0,-1 5 0 15,-1 3 0-15,0 5-2 0,0 4-2 0,-1 3-1 16,1 5-1-16,0 3-8 0,1 5-4 0,1 3 2 16,2 2 2-16,0 1 0 0,3 2 0 0,0 3 8 15,2 2 2-15,2 0-3 0,0 4-4 0,1-4-2 16,2 2-2-16,4 0-2 0,0-6 3 0,3-2-7 16,4-5-25-16,0-8-61 0,3-4-64 0,4-7-100 15,0-7-170-15,3-4-250 0,3-4-309 0,1-7-240 16,2-2-170-16,1-7 173 0,4-3 543 15</inkml:trace>
  <inkml:trace contextRef="#ctx0" brushRef="#br1" timeOffset="66493.13">21968 2467 202 0,'1'-1'770'16,"-1"2"415"-16,-5 3 74 0,-1 7-180 0,-1 6-283 16,-2 3-231-16,1 3-149 0,0 4-90 0,3 2-61 15,1 0-57-15,0 3-77 0,4 1-59 16,2-4-34-16,1 2-18 0,4-4-10 0,1-3-5 15,4-4-4-15,-1-5 0 0,4-7-1 0,0 0 3 16,0-6 1-16,-1-8 0 0,-1-2 2 0,-1-5 0 16,-1-3 1-16,-3-3-1 0,0-4 2 15,-4-2 3-15,-4 0 5 0,0 0 3 0,0 0 2 16,-4-2 1-16,-4 2-2 0,0 0-3 0,2 0-5 16,-5 2-5-16,1 4-2 0,1 1-4 0,-4 5-2 15,4 4-1-15,-3 3-2 0,2 2-1 16,3 8-5-16,-1 2-22 0,3 3-61 0,2 2-62 15,0 3-91-15,0 3-144 0,6 1-190 0,0 1-284 16,4 4-237-16,1 0-217 0,1 2 8 0,5 0 393 16,-1 0 462-16</inkml:trace>
  <inkml:trace contextRef="#ctx0" brushRef="#br1" timeOffset="66890.14">22818 2646 432 0,'3'0'900'0,"-1"4"275"0,-1-4-38 15,3 2-337-15,-3-1-280 0,2-1-211 0,2 1-109 16,1 2-23-16,2-3 13 0,2 2 18 0,2 0 17 16,3 0-7-16,-1-1-21 0,3-1-40 15,0 0-36-15,1 0-37 0,2 0-35 0,1-1-22 16,-2-1-11-16,2 2-9 0,-3-2-3 0,0 0-1 15,-1 2-3-15,1-4 0 0,-3 3-2 16,-2-2 1-16,1 0-40 0,-6 1-62 0,0-3-75 0,-3 1-159 16,-2 1-252-16,2-2-323 0,-5-1-297 15,-5 1-211-15,2-1 63 0,-2-3 583 0</inkml:trace>
  <inkml:trace contextRef="#ctx0" brushRef="#br1" timeOffset="67167.28">23099 2511 409 0,'0'3'940'0,"0"0"289"0,2 0-46 16,0-2-316-16,-1 2-341 0,4-1-246 0,1-1-129 15,0 1-61-15,2-2-26 0,4 3-6 0,2-2-4 16,0 1 1-16,2 1 11 0,1-2 9 16,1 2-3-16,-2 0 3 0,2 0-10 0,0 1-7 15,-1 1-13-15,0 1 18 0,-2 2 22 0,-1-1 22 16,-1 1 17-16,-5 1 7 0,-2 0-3 0,-3 3-28 15,-2-1-24-15,-4 3-27 0,-3 2-19 0,-2 0-13 16,0 0-8-16,-3 2-2 0,-1-1-3 16,-3 1-5-16,1-3-8 0,1 1-41 0,-1-1-66 15,0 0-67-15,-2-1-131 0,4-2-199 16,0-2-316-16,0 1-279 0,4-3-217 0,-2-2-73 0,1 1 418 16,4-5 541-16</inkml:trace>
  <inkml:trace contextRef="#ctx0" brushRef="#br1" timeOffset="68255.67">24888 2406 201 0,'0'-8'452'15,"0"2"207"-15,0 2 129 0,0 1-203 0,0 0-180 0,0 1-95 16,0 1-67-16,0 1-31 0,1 1 6 0,-1 2 23 16,4 2 17-16,-1 3 0 0,3 3-9 15,-3 3-17-15,2 1-31 0,1 6-19 0,1-1-3 16,-3 6 27-16,2 3 19 0,1 1-3 0,-2 2-15 15,-2-1-28-15,-2 3-38 0,-1 1-49 0,0-1-35 16,-1 1-20-16,-2-2-14 0,-1 1-8 16,-1-2-6-16,2-5-3 0,-3-3-4 0,3-5 0 15,2-5 0-15,-3-1 2 0,3-5 0 0,-1-6 1 16,0-6 2-16,2-4 0 0,0-10-2 16,4-5-3-16,-3-5-1 0,4-8 0 0,3-2-1 15,0-7-2-15,-2-3-2 0,1 0-1 0,3-2-2 16,0 1-2-16,1 1 1 0,0 3 2 0,0 4 2 15,-1 7 2-15,1 4 0 0,-3 4 0 16,-2 7-3-16,1 2 1 0,-3 5-3 0,2 5 0 16,2 2 2-16,-1 5 0 0,-2 4 5 0,2 1 1 15,-1 6 2-15,-1 0 1 0,0 6 1 0,-2-1 2 16,2 4-2-16,-2 0 1 0,3 0-2 0,-3 2 0 16,1-1 1-16,-3-1-1 0,4-1-2 15,-2-2 0-15,2-3-1 0,3-2 1 0,-2-1-2 16,2-5 0-16,2-2 2 0,2-2 0 0,3-6-1 15,2 0 0-15,-1-5 0 0,4-1 0 0,1-5 1 16,0-1-2-16,-1 0 0 0,2-2-2 16,-3 0 1-16,2-2 0 0,-5 1-3 0,1 1 2 15,-3 0 1-15,-1 2 1 0,-4 1 1 0,-1 1 1 16,1 2 3-16,-4 2 5 0,-2 2 6 0,1 2 4 16,-4 2 2-16,0 1 0 0,-2 2-3 0,-3 2-4 15,2 2-5-15,-3 4-4 0,-3 4-2 16,0 4-1-16,0 1-6 0,0 4-3 0,-3 4-3 15,4-1-1-15,0 3-2 0,1 1 0 0,2-1 5 16,0-2 5-16,4 0-1 0,2-5 1 0,1-2 1 16,4-2-1-16,3-5 0 0,-1-4 0 15,5-6 3-15,3-3 1 0,0-7-2 0,4-4 7 16,1-5 3-16,0-5 1 0,4-5 1 0,-2-1-3 16,3-3 1-16,-2-1-6 0,-1-2-3 0,1-2-1 15,-1 2 1-15,-2-2 0 0,1 1 1 0,-3 3 0 16,-3 0 0-16,0 5-1 0,-3 1 1 15,-4 5-1-15,0 3 2 0,-2 5 0 0,-2 3 0 16,-4 5 1-16,1 2 0 0,-2 5 0 0,-2 6-1 16,1 6-1-16,-3 5-2 0,1 3 0 0,-2 5-3 15,2 5 0-15,-3 4 1 0,3 4 3 0,-2 4 1 16,2 4 1-16,-2 1 2 0,0-1 2 16,4 1-3-16,-1-4 0 0,2-3-4 0,2-2-1 15,3-6-1-15,-1-5-2 0,1-4-8 0,2-6-19 16,0-4-40-16,0-7-63 0,-3-6-56 0,3-6-59 15,-2-5-74-15,-4-2-79 0,4-3-61 0,-5-2-22 16,-5-3-51-16,4 0-70 0,-6-1-72 0,1-2-143 16,-2 0-21-16,-3-3 105 0,0-1 204 15,0-4 211-15</inkml:trace>
  <inkml:trace contextRef="#ctx0" brushRef="#br1" timeOffset="68477.17">25681 2095 72 0,'-3'-21'343'0,"0"4"202"0,0 1 173 0,-2 2-34 0,4 1-138 16,-2 2-45-16,3 3-31 0,-2-1-29 0,2 3-47 15,2-3-65-15,-2 4-70 0,3-1-86 16,-2-2-61-16,4 2-45 0,-2-1-20 0,2 1-18 16,1-1-12-16,1 0-9 0,-3-1-4 0,5 0-5 15,0 1-4-15,-1 2 1 0,1-1 2 16,0 3 1-16,-1 0-1 0,4 1 3 16,-2 2 1-16,0 4 2 0,1-2-3 0,2 4-6 0,-2 1-13 15,1 0-36-15,-2 1-51 0,0 1-75 16,-1-1-86-16,-1 0-110 0,0 1-131 0,0 0-233 15,-1 1-177-15,1 0-41 0,0 0 139 0,0 0 272 16</inkml:trace>
  <inkml:trace contextRef="#ctx0" brushRef="#br1" timeOffset="69087.75">25939 2460 32 0,'-1'7'316'16,"-3"1"207"-16,3-1 176 0,-2 2 11 0,-1-1-190 15,3 0-113-15,-1-2-60 0,2-2-28 0,2 0-11 16,-2-2-4-16,3-4-21 0,0-2-42 0,2-4-38 16,0-2-31-16,2-4-36 0,0-1-32 0,-1-3-22 15,4-2 0-15,1 1 31 0,0 0 43 16,0-1 41-16,1 3 16 0,-2-2-4 0,0 1-18 15,-1 5-39-15,-3 0-41 0,1 1-39 16,-2 4-27-16,-1 3-17 0,1-1-11 0,-4 3-5 16,2 3 1-16,-1 2-1 0,0 5 1 0,-2-1 2 15,1 7 3-15,-1 0 0 0,2 3-5 0,0 2-1 16,-2 1-2-16,3 3-3 0,-2-2-3 0,1 3 0 16,1-4-1-16,2 0-1 0,-1-5-1 15,3 3-1-15,-2-6 1 0,1-1 0 0,0-4-1 16,2-2 1-16,-2-6 1 0,4-1 0 0,0-4 0 15,0-4-1-15,2-2 0 0,0 0-1 0,-1 0 0 16,2-2-2-16,-2 1 1 0,0 5 0 16,-1-3 0-16,-1 1 0 0,1 6-2 0,-2 0 1 15,1 2 1-15,-3 2 0 0,1 4 1 0,-3 1 1 16,1 3 1-16,-2 5-1 0,-1 1 0 0,2 4-4 16,-2 0-18-16,1 1-55 0,0 3-64 15,1-4-72-15,0-1-131 0,3 1-191 0,0-4-299 16,3 1-258-16,0-3-208 0,4-5-76 0,-3-5 376 15,3-2 522-15</inkml:trace>
  <inkml:trace contextRef="#ctx0" brushRef="#br1" timeOffset="69380.72">26549 2452 74 0,'2'-10'662'0,"-2"4"567"0,-3 2 292 16,0 0-127-16,-2 1-416 0,-2 2-353 0,-2 1-196 16,3 0-124-16,-1 0-107 0,-1 1-69 0,2 1-45 15,2-1-27-15,-1 0-20 0,2 2-14 16,-1-1-10-16,3 0-5 0,-1 2-4 0,0 2-3 15,2 2 0-15,0-1 0 0,0 2 0 0,0 3-1 16,0 0 0-16,0 3 1 0,0-1-1 16,4 2-1-16,-3-3 0 0,1 4-1 0,1-4 0 15,0-3-1-15,2-1 1 0,3-2 0 0,-2-2 1 16,1-2 0-16,-3-3 1 0,4-2 0 0,-2-1 0 16,1-3 0-16,-1 0 0 0,1 1 1 0,-3 0-1 15,0 0-1-15,0 0 1 0,-2 3-2 16,1 0 1-16,-2 2-1 0,-1 2-4 0,4 3-8 15,-4-1-17-15,0 2-46 0,0 1-78 0,-2 2-89 16,2 0-147-16,2 1-202 0,1 0-324 0,3-1-297 16,2 2-182-16,5-3 15 0,0 0 469 0,4-2 502 15</inkml:trace>
  <inkml:trace contextRef="#ctx0" brushRef="#br1" timeOffset="70526.87">27156 2398 45 0,'-9'-6'290'0,"3"2"164"0,3-4 140 0,3 1-42 0,3-2-162 15,2-1-95-15,5 0-39 0,2 1-14 0,0-1 9 16,2-2 14-16,4 1 24 0,1 1 23 16,1-3 7-16,2 3-11 0,-1-1-28 0,0 3-36 15,1 0-21-15,-5 1 8 0,4 2 19 0,-5 2 0 16,-1 2-7-16,0 1-7 0,-5 1-32 0,0 0-43 16,-2 6-42-16,-3 0-28 15,-1 1-15-15,-1 2-14 0,-3 4-10 0,-3 1-11 0,-1 1-5 16,-2 4-7-16,-2 1-4 0,-1 4-6 0,-1 0-4 15,-2 4-2-15,4 1-4 0,-2 2-3 0,2-2-1 16,1-1-2-16,4-1-1 0,0-3-3 16,3-3 0-16,3-5-1 0,2-2 0 0,1-5 0 15,7-6 0-15,-2-7 0 0,5-4 0 0,3-11 0 16,1-1-1-16,1-7 0 0,3-5 0 16,-1 1 1-16,1-3 0 0,-2 0 1 0,0 2 1 15,-1 2 1-15,-4 2-1 0,1 4 2 0,-7 1-2 16,1 6 2-16,-4 2-1 0,-1 4-1 0,-3 3 1 15,2 1-1-15,-6 6 0 0,2 2-1 0,-4 3 1 16,0 5 2-16,-2 4 0 0,0 2 0 0,0 4 1 16,1 0 0-16,-2 2-1 0,4 0 0 15,-3 3 0-15,3-2-1 0,1-1-1 0,1 2 0 16,4-5 0-16,0-3 0 0,3-2 0 0,3-7 0 16,2-1 0-16,1-4 1 0,3-4 0 0,2-5 0 15,1-3-1-15,1-3 0 0,1-2 0 16,1-2-1-16,1-1-1 0,-2-1 2 0,0 0-2 15,-3 0 1-15,0 0-1 0,-3 1 2 0,-2 3 1 16,-3 4-1-16,0-1 1 0,-5 5 1 0,-1 3-1 16,-2 2 0-16,-1 4 1 0,-2 2 1 15,-2 5-2-15,-1 3 1 0,0 3-1 0,-1 1 0 16,1 3 1-16,2 0-1 0,1 2 0 0,0 0 0 16,0 0-1-16,1 0-1 0,4-3 0 0,0-2-1 15,3 0-1-15,3-8 0 0,0-1 1 16,3-4-1-16,0-5 1 0,2-2 0 0,3-4 2 15,-3 1-1-15,1-4 1 0,1 1 0 0,-6 1-1 16,1 0 1-16,0 1-1 0,-5 3 0 0,0-1-1 16,-2 2 1-16,-2 2 1 0,1-1 0 0,-1 2 1 15,-1 2-1-15,-2 2 1 0,3 1 0 0,-3 2-1 16,2 1 0-16,2 2 0 0,-2 2 0 16,2-1 0-16,0 0-1 0,3 4 0 15,2-2-1-15,2 0 1 0,-1 0 0 0,4-1 0 0,0-1 1 16,4-1 2-16,3-3-1 0,2-3 2 0,3 1-2 15,1-7 1-15,4-1-2 0,1-2 0 16,2-1 0-16,1-4 0 0,-3 1-2 0,-1-4 1 16,-1 2-3-16,-2-1-4 0,-7-1-5 0,-3 1-3 15,-5-1 0-15,-3 1-1 0,-6-1 2 0,-3 1 4 16,-4 0 4-16,-1 1 3 0,-5 1 3 16,-1 0 1-16,-3 1 2 0,1 3 1 0,-1 0-1 15,-1 3 1-15,-1 4-1 0,3 0 1 0,-2 4-2 16,4 3 0-16,1-1 1 0,0 2-1 0,-2 3 0 15,6 2 0-15,-1 0 0 0,2 3 0 16,-1 0 1-16,3 2-1 0,-1 0 1 0,0 2-1 16,2-2-1-16,0 1 0 0,0-2-1 0,4-3-1 15,-3 4 1-15,3-6-1 0,-1-2-1 0,2-3-1 16,1-1-5-16,3-3-12 0,1-3-25 0,-2-3-44 16,4-4-58-16,-1-1-56 0,1-4-45 15,0 0-32-15,-1-2-3 0,0 1 36 0,-1 0 72 16,-4 1 56-16,1 1 27 0,-1 0 7 0,-2 3-8 15,1-1-18-15,-2 1-27 0,1 2-34 0,-3 0-42 16,2 2-38-16,1-1-33 0,-1 2-25 0,-2 2-18 16,5-1-9-16,-3 2 7 0,2 0-5 0,-1 0-38 15,0 0-116-15,1-1-66 0,-2-1 31 16,3-1 109-16,1 1 140 0</inkml:trace>
  <inkml:trace contextRef="#ctx0" brushRef="#br1" timeOffset="70673.89">28924 2461 132 0,'17'-7'468'0,"-2"-1"327"16,-1 4 244-16,-3 1-92 0,-1 2-205 0,-1 1-147 15,-3 4-97-15,-1 3-8 0,-2 2-48 0,1 4-72 16,-4 3-62-16,-2-1-61 0,-1 2-60 0,-2 2-79 16,-2-1-47-16,3 0-27 0,-5 0-18 15,1-3-16-15,-1-2-60 0,0-1-75 0,0-5-141 16,1 0-225-16,1-4-309 0,1-6-372 0,5-2-302 16,-2-4-95-16,4-4 535 0,1-2 646 0</inkml:trace>
  <inkml:trace contextRef="#ctx0" brushRef="#br1" timeOffset="70828.52">29058 2310 289 0,'-2'-6'1281'0,"-2"4"499"0,-4 2-239 0,0 0-368 0,0 3-460 15,-4 2-320-15,2-1-195 0,1 3-92 0,-2 3-44 16,3-3-26-16,1 1-18 0,4-1-9 16,3 1-12-16,2 0-30 0,3-1-79 0,1-1-92 15,2-3-168-15,4 0-292 0,3-2-339 0,4-1-377 16,4-1-197-16,3-2 177 0,4-3 688 0</inkml:trace>
  <inkml:trace contextRef="#ctx0" brushRef="#br1" timeOffset="71493.16">30568 2038 44 0,'7'-13'503'0,"-6"1"440"0,-1 0 246 0,0 0-32 16,0 1-352-16,-1 2-162 0,-1-2-124 0,-3 3-102 15,1 0-69-15,-1 1-51 0,-1 0-56 16,-2 2-81-16,0 1-58 0,-5 2-31 0,4 0-22 16,-5 4-15-16,1 1-11 0,0 1-8 0,-1 4-6 15,1 2-4-15,1 4-2 0,2 1-2 0,1 3-1 16,1 1 0-16,3 2-1 0,2 2 0 15,1-1 0-15,4 4 0 0,3-2 0 0,2 1 0 0,1 1 0 16,4-1 2-16,2 1 1 0,-2-2-1 0,4 0 2 16,-2-2-1-16,4 2 2 0,-4 0-3 0,2-4 1 15,-5 1 0-15,2 0-2 0,-4-2 1 0,-1 0 0 16,-3-2 2-16,0-1-2 0,-5 1 1 0,0-4 1 16,-4 1-1-16,1 0 1 0,-3-4-1 0,-1-1 0 15,0-1 0-15,-3-1 0 0,0-5-1 0,-2 1-1 16,-1-2-2-16,-1-2-10 0,0-2-20 0,-2-4-52 15,0 0-66-15,-1-4-92 0,-1 0-165 0,3-5-234 16,0-3-318-16,1-2-279 0,3 0-202 0,0-3 90 16,2-3 564-16</inkml:trace>
  <inkml:trace contextRef="#ctx0" brushRef="#br1" timeOffset="71687.31">30429 2035 111 0,'18'-16'423'0,"-4"-1"239"0,2 3 176 0,-4 0-48 16,1 3-181-16,5-1-104 0,-4 3-83 0,3 2-56 15,0 0-54-15,-1 2-68 0,3 1-72 0,0-1-60 16,2 2-41-16,-2-1-25 0,0 4-10 0,1-2 6 16,-2 0-4-16,1 2-1 0,-1 0-1 0,-1 0-4 15,0 2-4-15,-4 0-18 0,1 0-5 16,-2 2-9-16,0 0-11 0,-3 0-34 0,-1 1-104 16,-2-3-141-16,1 5-198 0,-3-3-288 0,1 2-270 15,-2 0-178-15,0 0 182 0,2 0 425 0</inkml:trace>
  <inkml:trace contextRef="#ctx0" brushRef="#br1" timeOffset="72036.84">31320 1907 21 0,'0'-11'541'0,"1"3"488"0,-2-1 256 16,-3 0 48-16,-1 2-304 0,1 2-333 0,-4 2-222 15,0 1-123-15,-3 2-83 0,0 4-100 0,0 0-71 16,-2 2-41-16,1 4-22 0,0 1-12 0,2 1-7 16,2 1-5-16,1 1-2 0,2 1-2 0,4 0-2 15,-2-1-2-15,4 1-1 0,2-2 0 0,1-1 1 16,2 0-2-16,0-3 0 0,4 0 0 16,-2-4 1-16,0 2 0 0,1-3-1 0,-1-4 3 15,0 2 1-15,-2-4-1 0,1 0 2 0,2-3-1 0,-4-1 1 16,-1-3-2-16,1 1 1 0,-1 1-1 0,-3 0 0 15,1-1 0-15,-2 2 0 0,0 1-2 0,-2-1 0 16,1 2-2-16,-1 2-2 0,0 0-4 16,-1 2-8-16,-2 2-29 0,2 4-59 0,-2 1-71 15,-2 1-107-15,0 3-173 0,1 1-270 0,1 1-306 0,2 1-255 16,1 2-141-16,-1 0 243 0,0 1 559 16</inkml:trace>
  <inkml:trace contextRef="#ctx0" brushRef="#br1" timeOffset="72304.78">31413 2410 5 0,'8'9'508'0,"3"-4"487"16,-5-1 253-16,0 0-30 0,-1-2-316 0,-1 2-278 15,-1-2-188-15,-2 2-98 0,2-2-65 0,-1 1-60 16,-1-1-51-16,-1-1-54 0,2 1-46 0,-2-2-30 16,1 1-16-16,1-1-8 0,1 2-5 15,0-2 0-15,2-2 3 0,2 1-1 0,-1-1 0 16,-2 1 0-16,3-2 0 0,-1-1-1 0,1 0-3 15,-1 2-1-15,-2-2 1 0,0 2 0 0,-1-2 1 16,-1 1 2-16,-1 2 1 0,1-2 2 0,-2 3-2 16,-2-2-1-16,1 2 0 0,-3-3-4 0,1 3-8 15,-2-2-24-15,-1 2-53 0,0 0-55 0,0 2-52 16,-3-2-108-16,-1 0-147 0,2 0-163 0,0 0-179 16,0 0-233-16,-1 3-205 0,-1-1 91 0,0 1 361 15,-4 1 381-15</inkml:trace>
  <inkml:trace contextRef="#ctx0" brushRef="#br1" timeOffset="72525.39">31093 2638 137 0,'16'-15'558'16,"5"-4"381"-16,1-3 195 0,0-4-120 0,3-6-283 0,4-1-187 15,1-3-92-15,1-3-57 0,1-1-58 0,1-4-61 16,1 0-47-16,-1-5-53 0,2 1-59 15,1 1-47-15,-2-1-30 0,1 5-14 0,-1 3-8 16,-4 2-3-16,-2 4-8 0,-3 4-4 0,-4 6-4 16,-4 1-29-16,-2 4-70 0,-5 2-99 0,-5 2-173 15,2 4-285-15,-6 1-328 0,1 3-337 0,-2 0-191 16,-2 3 228-16,-1 1 645 0</inkml:trace>
  <inkml:trace contextRef="#ctx0" brushRef="#br1" timeOffset="90185.12">20745 3588 193 0,'2'0'364'0,"-1"1"150"0,-1-1 62 15,2 0-132-15,-1 0-86 0,-1 0-21 16,0 0 14-16,0-1 20 0,0 1 6 16,0-3-20-16,-1 2-27 0,-1-1-31 0,2-1-46 15,-1 1-47-15,-1-1-39 0,0 2-23 0,0-2 1 16,0 1 29-16,0-1 27 0,-1 2 11 15,2-2-2-15,-3-1-16 0,1 1-29 0,2 2-46 16,-4-1-37-16,1-1-24 0,1 1-16 0,-3-2-8 16,3 3-8-16,-2-1-2 0,1 1-3 15,0-2-3-15,-1 3-2 0,1-1-1 0,-1-1-1 16,1 2-4-16,-1 0-2 0,0 0-2 0,0 0-1 16,0 2-1-16,-1-1-1 0,2 2-1 15,-3 0-1-15,2 0 0 0,-1 1 0 0,1 1-1 16,-2 1 0-16,2-1-5 0,-2 2-4 15,2-1 4-15,1 3 2 0,-2 0 2 0,1 0 0 16,2 1 5-16,-2 2 3 0,2 1-3 0,-1-1-4 16,1 1-1-16,2 2-1 0,-3-2 0 0,4 4-1 15,0-2 1-15,0 2-2 0,0-1 2 16,4 0 0-16,-3 3 2 0,2-2 0 0,1-1-1 16,-1 1 2-16,2 0 0 0,-1 0-1 15,1-2 0-15,4 0 1 0,-1 0-1 0,1-2 0 16,0-1-2-16,0 1 2 0,3-5 0 0,0 0-2 15,1-2 1-15,1-2-2 0,0-1 1 16,2-3 1-16,-2-1 0 0,3-4 1 0,-2 1 3 16,-1-4-2-16,3-1 2 0,-1-1 0 15,-2-2-1-15,-1-1-2 0,1-3-1 0,-1-1 2 16,3 3 0-16,-5-4-1 0,1 1 1 0,0 1 2 16,-3-2 0-16,2 3 0 0,-3-3 1 15,0 3-1-15,-2-2 2 0,-2 2-1 0,0 0 1 16,-2 1 0-16,-1-2-1 0,-2 1 1 0,-3 2 4 15,-2-1 4-15,0 0 3 0,-4 2 0 16,0 1 2-16,-3 0 0 0,0 1-4 0,-3-1-4 16,0 4-4-16,-1-1 0 0,3 2-3 15,-4 1 0-15,4 3-1 0,-2-2 0 0,2 3 1 16,0-1-2-16,1 2 2 0,2 0 0 0,3 0-1 16,-1 0 0-16,2 2 0 0,1-2 0 0,2 0-2 15,-3 1-1-15,4 1 1 0,0 0-1 16,-1-2-1-16,1 2 0 0,2 2 1 0,-4-2-2 15,4 1 1-15,-1 3 0 0,1-2 0 16,-1 0 0-16,0-1 2 0,1 2-2 0,1-2 0 16,-2 0 0-16,2 0-1 0,0 0-1 0,0-1-2 15,0 1-9-15,2 1-27 0,-1-3-56 16,3 2-64-16,-3-1-72 0,2-1-138 0,2-1-190 16,-4 2-295-16,4-1-245 0,0 1-205 15,0-1-68-15,1-1 399 0,2 3 521 0</inkml:trace>
  <inkml:trace contextRef="#ctx0" brushRef="#br1" timeOffset="91475.97">21099 3929 61 0,'-1'3'558'0,"-2"1"453"16,1-1 211-16,-1-3-75 0,-1 1-383 0,4-1-244 16,-3 2-143-16,3-2-85 0,0 1-56 15,0 1-40-15,0-2-32 0,0 1-50 0,0-1-45 16,2 0-30-16,-1 0-21 0,-1 0-9 16,0 0-3-16,2-1-1 0,1-1-3 0,-1 1-10 15,0-1-45-15,-1 0-45 0,1 0-59 16,-1-2-126-16,-2 1-176 0,-1 1-281 0,2 1-248 15,0-2-229-15,0 3-90 0,-1-2 341 0,1 2 490 16</inkml:trace>
  <inkml:trace contextRef="#ctx0" brushRef="#br1" timeOffset="92479.52">21409 3742 22 0,'0'3'287'0,"2"0"185"0,0-1 174 0,-1 0 21 16,-1-2-160-16,2 2-90 0,-1-2-38 16,-1 0-13-16,0 0-9 0,3 0-24 0,-1-2-32 15,-2 1-46-15,1 0-41 0,2-4-42 16,-1 2-32-16,0-1-17 0,-1 0 1 0,2-3 28 15,1 1 34-15,1-2 18 0,-1-2-1 16,2-1-15-16,-1 0-27 0,0-3-40 0,1-1-40 16,2 1-30-16,0-3-15 0,2-2-11 0,-2 2-6 15,0-3-6-15,2 1-1 0,0-2-1 16,-2 1-2-16,1 1 4 0,1 1 1 0,-4 0 1 16,2 2-3-16,0 0 1 0,-3 5-2 15,-1 0-5-15,1 2-2 0,-1 1 0 0,-3 4 0 16,2-1 1-16,0 2 1 0,-1 0-1 0,-1 2-1 15,-1-1 0-15,2 1-2 0,-2 1-2 16,1 0-2-16,-1 0 1 0,0 1-1 0,2 1 2 16,0 1 2-16,-1 1 1 0,-1 1 2 0,0-1-2 15,0 4 1-15,2-1 0 0,-1 1-1 16,-1 1 0-16,0 3 3 0,0 0 3 0,0 1 1 16,0 2 1-16,0 0 0 0,-3 3 1 0,3 2-5 15,-1-1 0-15,-3 3 0 0,3 0-1 16,-1 0-2-16,1 0 0 0,-4 1-1 0,4-2-1 15,-1 0-1-15,2 0-1 0,-1-3 1 16,1 0-3-16,-2-1 1 0,2-3 1 0,0-2 0 16,0-1 0-16,0-3 0 0,0-1 0 0,0-1 0 15,0-1-1-15,0-2-1 0,-2 0-1 16,2-2 1-16,0 1 1 0,0-1-1 0,2-1 2 16,0 0-1-16,-2 0-1 0,1-1-5 0,2-1-15 15,0 1-43-15,-1-1-61 0,-1 1-61 0,1 1-81 16,-1-2-134-16,-1-1-176 0,2 1-244 15,0 1-223-15,-1-2-204 0,1 2-29 0,-1-1 355 16,1 1 468-16</inkml:trace>
  <inkml:trace contextRef="#ctx0" brushRef="#br1" timeOffset="93347.07">22041 3451 137 0,'0'-1'363'16,"0"-3"181"-16,-1 3 163 0,-1-1-125 0,2 1-69 15,-1 1-28-15,-2-1-13 0,1 1-19 16,2-2-45-16,-3 2-60 0,3 0-85 0,-3 0-67 15,1 0-56-15,-2 2-34 0,0-1-19 0,1 0 4 16,0 2 26-16,0-1 45 0,-3 1 30 16,3 0 9-16,-2 0-12 0,1 0-22 0,0 1-35 15,0 1-44-15,0-1-31 0,-2 1-22 16,1 1-10-16,0 2-6 0,0 1-2 0,0 1-4 16,-1 0-3-16,0 4-2 0,1-1-1 0,0 4-3 15,2 0 0-15,2 2 0 0,-3 1-1 16,1 4-1-16,3-3 0 0,0 2-4 0,0 2-1 15,3-1 2-15,1-2 0 0,2 2 1 0,2-1 1 16,1-2 2-16,2-3 1 0,-1 1-1 16,6-4 1-16,-3-2-1 0,2-2-2 0,0-3 0 15,2-3 0-15,-1-3-1 0,1-2-1 0,-3-3 2 16,4-3-2-16,-2-3 2 0,-1-1 0 0,1-2 1 16,-2-3 1-16,-1-3-1 0,3 1 1 15,-7-1 1-15,4-1 0 0,-4-2-1 0,1 1 0 16,-2-2 0-16,-1 2 1 0,-2-2 1 15,-1-1 0-15,-1 1 1 0,-2-3 0 0,-1 1 1 16,-3-1 0-16,0-2 1 0,-4 2 6 0,0-2 2 16,-3 1 3-16,1 2 3 0,-4 2 2 15,-1 3-2-15,-2 3-8 0,0 4-8 0,-4 5-4 16,1 3-6-16,-3 4-4 0,1 4-4 16,0 3 4-16,3 4 0 0,-3 4 1 0,3 2 7 15,3 2-7-15,2 1-29 0,1 4-70 0,2-1-70 16,4-1-142-16,-1 3-246 0,4-3-322 0,3 1-336 15,3-1-221-15,0-1-41 0,2 0 538 16</inkml:trace>
  <inkml:trace contextRef="#ctx0" brushRef="#br1" timeOffset="96229.85">20528 6220 23 0,'-1'-3'420'0,"-2"2"359"16,-2-1 287-16,-1 1 72 0,-1-2-337 15,-1 0-265-15,-1 1-115 0,1 0-16 0,2-2-32 16,-5 2-52-16,1-1-39 0,1 1-35 0,-4 0-47 15,4 2-71-15,-3 0-51 0,2 2-30 16,2-1-17-16,-2 3-12 0,2-2-7 0,-1 3-5 16,2 1-2-16,1 0 0 0,0 1-2 15,2 2-3-15,-2 1 2 0,5 1-2 0,1 3 0 16,1 1-2-16,3 1 2 0,2 2 0 0,2 2 0 16,1 3 0-16,4-1 2 0,1 3 0 15,2-1-1-15,1 3-1 0,0 0-1 0,1-1 0 16,1-1-3-16,1 1-1 0,-2-1 0 0,-1-1 3 15,1 0-1-15,-3-3 1 0,0 0 1 16,-3 0 1-16,-1-1 3 0,-2 1 3 0,-2-3 8 16,-2 1 4-16,-4 0 5 0,1 0 1 15,-4-1 1-15,-2-1-4 0,-4 2-7 0,2-1-1 16,-6 0-4-16,0 0-3 0,-2-1-1 0,-4 0-1 16,2-2-1-16,-2-1-2 0,-2-2 1 15,2-4-2-15,-3-1-11 0,2-5-28 0,0-4-68 16,0-5-71-16,2-6-123 0,1-8-179 0,2-5-294 15,2-7-318-15,0-4-227 0,2-3-129 16,2-6 334-16,-2 0 552 0</inkml:trace>
  <inkml:trace contextRef="#ctx0" brushRef="#br1" timeOffset="96471.52">20389 6148 119 0,'13'-12'651'0,"0"5"392"0,-5 0 109 16,-2 2-107-16,3-1-397 0,-2 4-280 0,-1 2-146 15,2-3-58-15,1 6-1 0,1-3 31 0,1 2 13 16,3 4-1-16,2-1-12 0,1-1-21 16,1 2-29-16,2-2-41 0,2-1-40 15,-1 2-26-15,5-2-12 0,-3 0-11 0,4-3-5 16,0 1-3-16,1-2 0 0,1-1-1 16,1-1-1-16,0-3 0 0,0 1 1 0,1-5-1 15,-1 1-21-15,0 0-61 0,-1-1-57 16,0-1-110-16,-2 2-175 0,-2 0-301 0,-2 1-302 0,-1 0-229 15,-2 0-139-15,-3 1 308 0,-3 0 546 16</inkml:trace>
  <inkml:trace contextRef="#ctx0" brushRef="#br1" timeOffset="96818.37">21268 6094 232 0,'0'28'674'15,"0"4"347"-15,2 3 144 0,1 4-175 0,0 2-326 16,4 6-142-16,-1 1-71 0,3 3-72 0,3 0-77 15,-1-3-56-15,4-3-49 0,1-4-75 16,2-7-58-16,4-5-28 0,-1-7-15 0,2-9-10 16,2-5-4-16,0-8 1 0,0-8-2 0,-2-5 2 15,-1-5-2-15,0-7 7 0,-6-6 8 16,1-2 9-16,-4-5 11 0,0-1 7 0,-9-2 10 16,-2 0 2-16,-7 1 0 0,-2 0-1 0,-5 1-3 15,-5 0-4-15,0 6-3 0,-4 2 0 0,-2 1 0 16,0 5-5-16,-2 5-5 0,-2 7-7 15,2 2-6-15,-2 9-10 0,3 4-6 0,-1 6-4 16,3 5-3-16,1 4-1 0,4 4-1 16,1 3 1-16,5 2-2 0,3 2 0 0,2 2-2 15,4 0 0-15,2 2-1 0,5 0-6 16,-1-3-10-16,6 2-20 0,-2-3-44 0,4-2-78 16,1-2-132-16,5-2-216 0,-2-3-302 0,2-3-369 15,3-1-354-15,0-2-114 0,1-1 482 16,0-3 703-16</inkml:trace>
  <inkml:trace contextRef="#ctx0" brushRef="#br1" timeOffset="97005.15">21972 6540 741 0,'-1'0'1662'16,"-6"1"58"-16,-2 0-365 0,-4 1-339 0,4 1-487 15,-3-2-277-15,6 3-121 0,-2-3-56 0,5 0-31 16,3-1-20-16,3 0-18 0,5 0-33 15,2-1-76-15,-1 0-92 0,5-4-173 0,1 0-289 16,0-1-339-16,1 1-381 0,1-3-204 16,1-1 167-16,3 2 712 0</inkml:trace>
  <inkml:trace contextRef="#ctx0" brushRef="#br1" timeOffset="105021.62">20720 4413 72 0,'3'-8'314'16,"-1"1"178"-16,-2-1 165 0,0 0-27 0,0 2-120 16,-2-3-33-16,-1 3-3 0,-1-1-2 0,0-1-37 15,-2 3-57-15,1-1-78 0,0 1-68 16,0 3-53-16,2-2-42 0,0 3-30 0,1-1-19 15,-2 2-14-15,2 2-19 0,-1 1-18 16,3 3-17-16,-1 1-9 0,2 7-10 0,2 4-4 16,3 3-2-16,-1 7 1 0,2 3 36 0,2 3 31 15,0 2 15-15,-1 2 17 0,4-3 4 16,-2 1 0-16,2-3-31 0,-1-4-30 0,1-4-17 16,3-4-11-16,2-6-5 0,-1-7-4 0,3-1 1 15,-3-10 3-15,3-3 3 0,-2-9 1 16,-1-4 9-16,-1-5 17 0,-2-6 16 0,-2-2 13 15,0 0 9-15,-3-3 8 0,-3 2-1 16,-3 0-11-16,-2 3-13 0,-4 1-8 0,-4 2-10 16,-2 0-10-16,-2 3-7 0,0 1-5 15,-4 5-3-15,1-1-5 0,-2 4 0 0,3 3-2 16,-2 3-1-16,3 4-3 0,0 3-1 0,1 3-2 16,1 3-2-16,0 4 0 0,3 3-1 0,0 2 1 15,2 4-1-15,3 1 1 0,1 0 0 16,2 3-1-16,2-2 2 0,1 1-1 0,2-1-1 15,1-1 1-15,0 1 0 0,3-3-1 16,0-1-14-16,0-1-35 0,1 1-65 0,1-4-61 16,-2 0-106-16,3 1-169 0,-2-3-266 0,2 1-287 15,-3-1-221-15,5 4-165 0,-3-3 210 16,3 1 535-16</inkml:trace>
  <inkml:trace contextRef="#ctx0" brushRef="#br1" timeOffset="105224.41">21210 4705 102 0,'-2'-1'665'0,"1"0"452"0,-4-1 135 0,1 0-122 15,-1 1-373-15,-2 0-255 0,4-1-132 0,-2 2-75 16,4-2-50-16,-4 2-42 0,4-1-45 16,-1 1-66-16,2 0-45 0,0 0-30 0,3 1-15 15,0-1-40-15,0 0-56 0,4 0-45 0,-4 0-94 16,2 0-142-16,0-1-199 0,2-2-276 15,-1 0-227-15,2 1-203 0,1-4 87 16,0 0 424-16</inkml:trace>
  <inkml:trace contextRef="#ctx0" brushRef="#br1" timeOffset="105604.14">21507 4441 417 0,'-3'7'772'0,"0"4"226"0,-2 0 31 0,4 3-276 16,-3 2-252-16,4 1-163 0,0 2-81 16,4 2-38-16,-3 1-30 0,4 0-44 0,0-1-44 15,2-2-31-15,1-1-23 0,0-4-21 16,2-3-14-16,2 0-9 0,0-7-6 0,0-2 2 16,-1-4 1-16,2-4 0 0,-1-3 12 15,0-6 10-15,2-1 28 0,-5-5 36 0,1 0 45 16,1-4 44-16,-5 2 17 0,1-1 3 0,-4-2-17 15,-3 4-27-15,-2-1-36 0,-3 2-35 0,-3 0-23 16,-2 2-18-16,-3 1-11 0,-3 0-7 0,2 4-4 16,-3 0-2-16,0 3-2 0,0 3-2 15,3 2-4-15,-2 3-2 0,3 5-2 16,-2 2-2-16,4 4-3 0,-2 4-1 0,0 3-2 16,5 2 2-16,0 2-4 0,2 3 1 0,3 0-1 15,3 3-1-15,2-1-12 0,1-2-43 16,3 0-71-16,0 0-78 0,1-3-146 0,2 1-218 15,2-1-317-15,0-4-288 0,3 0-200 0,1 0 9 16,-1-3 492-16</inkml:trace>
  <inkml:trace contextRef="#ctx0" brushRef="#br1" timeOffset="105952.4">21906 4720 102 0,'3'-3'605'0,"-1"-1"392"0,-2 0 156 16,2-4-52-16,0-3-401 0,1-2-271 0,2-3-144 16,1-2-26-16,4-1-11 0,2-2-12 15,0-1-9-15,3-2-20 0,0-1-22 0,0-1-43 16,1 0-33-16,0 3-34 0,-2 1-23 16,-1 3-12-16,0 2-10 0,-4 2-6 0,0 4-8 15,-1 1-4-15,-3 3-3 0,2 2-4 16,-4 0 0-16,2 2 8 0,-4 2 3 0,4 1 9 15,-4 0 3-15,2 3 4 0,1 2 0 0,-3 1-4 16,1 3-4-16,-1 2-5 0,-1 2-4 16,0 2-4-16,0 2-1 0,0 3-4 0,-3 0-1 15,2 4-2-15,-1 0 0 0,-1 1-1 0,0 0-2 16,-2-2 0-16,2 2 0 0,0-3-4 16,0 0-25-16,1-2-74 0,-1-1-92 0,0-2-175 15,-1-2-287-15,1-2-342 0,2-1-375 16,-5 0-208-16,1 1 184 0,0-3 712 0</inkml:trace>
  <inkml:trace contextRef="#ctx0" brushRef="#br1" timeOffset="110997.63">22736 6157 234 0,'-2'-3'385'15,"2"2"143"-15,-1-2-8 0,-3 3-138 0,1-2-102 0,2 1-56 16,-3-1-13-16,0 2 1 0,-1-1 12 16,0-1 5-16,2 1 1 0,-2-1 3 0,2 1-3 15,-2-1-1-15,1 1-5 0,0-2-10 16,-2 1-7-16,2 0-20 0,-1 0-25 16,0 0-30-16,0 0-24 0,2 2-24 0,0 0-12 15,-2 0-6-15,2 0-6 0,2 0 0 16,-3 2-6-16,0 2 0 0,0-2-5 0,-1 2-4 15,2 1-9-15,-1 1-1 0,-1 5 4 0,2-1 10 16,0 3 1-16,1 5 4 0,1 1 5 0,-3 5-3 16,4 3 15-16,4 4 3 0,-3 5 2 15,1 3-2-15,3 2-5 0,-2-1 0 16,4 3-24-16,0-5-15 0,-1-1-15 0,2-2-5 16,1-6-6-16,3-4-4 0,-3-5-1 0,4-4-2 15,-4-4 5-15,2-4 2 0,0-6 4 16,0-4 3-16,-1-6 3 0,2-5 2 0,-4-5-1 15,1-5 0-15,0-5-3 0,-5-2-3 0,1-3-3 16,0-3 7-16,-3 1 1 0,-2-1 3 16,-2 1 2-16,-3 1 1 0,0 1 1 0,-4 1-10 15,1 1-1-15,-1 3-6 0,-4-1-2 16,2 4-2-16,1 1 1 0,-2 7 2 0,2 1 1 16,1 4 0-16,0 3-1 0,1 1-3 0,0 6-2 15,-1 2-2-15,5 6 0 0,-5 1-1 0,4 5 0 16,0 1-7-16,-2 4-29 0,4 0-56 15,2 2-55-15,-5-1-72 0,4 1-135 0,2-2-182 16,0 1-287-16,2 0-233 0,4-4-212 16,-2 3-39-16,1-7 390 0,3-1 490 0</inkml:trace>
  <inkml:trace contextRef="#ctx0" brushRef="#br1" timeOffset="112662.52">23177 6422 89 0,'1'0'313'0,"-1"2"166"0,2 2 129 0,-1-4-95 16,1 1-141-16,0 0-80 0,-2-1-38 0,0 0-17 15,1 0-8-15,-1 0 8 0,2 0 14 0,0 0 23 16,-2 0 14-16,1-2-1 0,2-2-19 16,1-2-27-16,-3-1-18 0,4-1 11 0,1-4 23 15,-1 0 3-15,1-3-7 0,1-2-17 16,-1-3-28-16,1-1-53 0,2-1-54 0,-1-3-34 16,0-2-19-16,2 2-15 0,-2 2-8 0,0-2-4 15,2 4-4-15,-4 1-5 0,0 2-2 16,-1 3-2-16,0 5 0 0,1-1-2 0,-3 4 0 15,-1 3-1-15,1 0 3 0,-1 2 2 16,1 4 2-16,-2 2 2 0,4 2 2 0,-1 2 1 16,-3 3-2-16,2 2-2 0,2 2 2 0,-4 1-2 15,1 4 1-15,-1-1 0 0,3 4 0 0,-4-2 0 16,1 2-2-16,-1 1 2 0,2 2-1 16,-2-3 0-16,0 3-2 0,0-2 0 0,-2 0-3 15,2-1-2-15,0 1-2 0,0-1-1 0,0-1-1 16,0 2-1-16,0-5-1 0,0 2 2 15,0-2-1-15,0 0-1 0,0-2 0 0,0 1-1 16,0-3-1-16,-1 0-2 0,1-2 0 0,0 0-6 16,0-3-15-16,0-1-37 0,-2 0-77 15,0-3-83-15,-1-2-164 0,2 1-250 0,-4-4-325 16,2 1-331-16,2-4-189 0,-3 0 66 0,-1-4 597 16</inkml:trace>
  <inkml:trace contextRef="#ctx0" brushRef="#br1" timeOffset="117253.04">19793 6171 292 0,'0'-4'497'15,"0"3"168"-15,0 1 83 0,-1 3-279 0,1 1-130 16,-4 7-15-16,2-1 23 0,-2 5 33 0,3 1 13 16,-2 3-28-16,1 4-51 0,-1 2-65 15,1 4-53-15,-1 4-27 0,1 4 6 0,-1 4 26 16,1 2 8-16,2 5 3 0,-3 3-18 16,-1 2-28-16,-1 4-36 0,2 1-42 0,-2 3-22 15,-1 2-20-15,-1 2-10 0,-2 0-7 0,3 2-4 16,-2-1-4-16,1-1-5 0,0-2-2 15,0-3-4-15,4-3-2 0,0-6-3 0,1-4 1 16,2-6-2-16,2-1-3 0,1-8 1 0,4-1 1 16,2-4-2-16,0-4 0 0,4-3 3 15,4-1 1-15,1 0 1 0,4-7-1 0,2 2 2 16,2-3-2-16,4 0 1 0,5-4-1 0,0 0 1 16,6-2 0-16,5-1 1 0,2 0-2 15,4-3 1-15,5-1-1 0,3 0-1 0,0-1 0 16,3-1-2-16,3 0 1 0,-1 0 1 0,3 0 2 15,3-1 1-15,1 1 1 0,2-2 2 0,6 2-1 16,1-2-1-16,2 0-1 0,3-1 0 16,1-1-1-16,-2 1 1 0,1 1 1 0,1-2 1 15,2 1 1-15,-1-1-1 0,2 3 1 16,0 0-2-16,0 2-2 0,0 1-2 0,-3 0 1 16,1 1 0-16,0 1 1 0,-1-1-1 0,2 0 0 15,-3-1 1-15,4 0-2 0,-1-1-1 16,-3-2-1-16,1 0-2 0,-4-1 0 0,2 0 1 15,-4-3 2-15,-2 1 0 0,1 0 0 0,-2-1 1 16,0 1 0-16,-4 1-2 0,-2-1-1 16,-2 0 0-16,-2 0-1 0,-3-1-1 0,-5 0-1 15,0-1 2-15,-4-1 0 0,-9-1 1 0,1-3 3 16,-6 0 1-16,-2-2 3 0,-2-3 2 16,-5-1 1-16,-5-3 0 0,-4 0 1 0,-2-2 0 15,-3-2-1-15,-4 0 2 0,-6-1 1 16,0-3 3-16,-2 2 2 0,-4-2 1 0,-1-1 0 15,-2-3-2-15,0 1-4 0,-4 0-2 0,3-4-3 16,-1-1-4-16,-1-5-1 0,1-1-1 16,-1-5-1-16,2-2 1 0,-1-4-1 0,-1-5 0 15,3-2 1-15,0-5-1 0,0-2-2 0,3-3-1 16,-1-3-1-16,1 0 1 0,0-2 1 16,0 2 1-16,2 3 0 0,0 0 1 0,1 4 2 15,0 5-2-15,1 4 0 0,-2 3-1 0,1 5-1 16,-1 3 0-16,1 6 0 0,-2 3 0 15,0 6 0-15,-3 4 2 0,3 1 0 0,-4 6 2 16,0 3 0-16,0 2 2 0,-4 2 0 16,3 1 1-16,-3 5-1 0,0-1 0 0,-4 1 0 15,2 3-2-15,-2 0 0 0,-3 0-1 0,0 4-1 16,-4-1-1-16,-2 1 0 0,-2 1-2 0,-2 1 1 16,-4 0 0-16,0 1 0 0,-3 1 1 15,-2 1 2-15,-2-3 0 0,-1 2 0 0,-2 1 1 16,-2 0-1-16,1 0-1 0,-3 0 0 15,-1 0 0-15,-1 0 0 0,-3 0-1 0,-1-1-1 16,0-1 1-16,-1-1-2 0,-3-1 0 0,-1-1 0 16,0 0-2-16,-2 0 3 0,-1-2 0 0,-3 0 0 15,-3-1 1-15,-1 1 1 0,-3-1 1 16,-2 1-1-16,-3-2-1 0,-4 0-1 0,0 1 0 16,-2 1-2-16,-2 1 0 0,0 0 2 15,-3 0 0-15,5 1 1 0,-7 0 1 0,1 1 0 16,0 1 0-16,-2 0-2 0,0 0 0 0,1 0-2 15,-1 0 0-15,4 0 1 0,-2 1 2 16,4 1 0-16,-1-2 1 0,2 3 1 0,0-1 0 16,2 2-1-16,-3 1-2 0,5 1 0 0,1 1-2 15,2 2 1-15,0 2-2 0,5 0 3 16,3 2 0-16,3-1 1 0,0 1 1 0,5-1 0 16,3 2 2-16,5-2-1 0,2 0-1 15,5 0 0-15,5-4 0 0,2 0-1 0,7 0-1 0,3-1 0 16,1-5 0-16,5 2 0 0,0-1 0 15,3-1 0-15,1-2 1 0,-1 0-1 16,0-3 1-16,1 1-1 0,0-2 0 0,-2 2-1 16,3-3 1-16,-4 3 0 0,2 0-1 0,-2 0 1 15,1 1 0-15,-3 0 0 0,2 2 0 0,-4 0 0 16,2 1 0-16,0 0 0 0,-2 0-1 16,3 3 0-16,-2 0 0 0,3-2 0 0,-2 2 1 15,4-1-1-15,-3 0 1 0,2 0-1 16,1 0 1-16,-3-1 0 0,5-1-1 0,-4 2 1 15,0-1-1-15,2 0 1 0,-1 0-1 0,0 0 0 16,1-1 0-16,1 0 0 0,0 1 0 16,0-2 0-16,3 3 0 0,0-2-1 0,1 2 1 15,-1 0-1-15,3-1 1 0,-2 3 0 16,1 1-1-16,2-1 1 0,-4 1 0 0,6 1 1 16,-4 5-1-16,3-3 0 0,0 3 0 15,-1 5 0-15,3-2 0 0,-1 2-1 0,1 3 0 16,0 1-1-16,-3 4-1 0,3 2 0 0,-2 3-6 15,2 1-11-15,-3 6-18 0,2 0-33 0,-6 5-78 16,1 0-135-16,-2 5-247 0,-5 4-304 0,0-1-383 16,-4 6-422-16,0 2-102 0,-5 3 605 15</inkml:trace>
  <inkml:trace contextRef="#ctx0" brushRef="#br1" timeOffset="120786.82">20587 9066 302 0,'-5'-2'589'0,"1"1"284"0,-4-2 166 0,1 1-246 0,-2 1-201 15,3-1-116-15,-2 1-101 0,-1 1-78 16,-1 0-64-16,0 0-34 0,2 1-7 0,-1 1 5 16,-1 1 6-16,2 0-9 0,0 2-16 15,-2 1-28-15,1-1-31 0,1 1-33 0,-2 2-24 16,3-1-18-16,-1 0-13 0,2 3-9 0,1-3-7 16,1 4-4-16,0-1-4 15,4 3-1-15,0 1-3 0,2 1 0 0,6 3 1 0,0 1-2 16,0 0 2-16,6 1-1 0,0 0 1 15,3 3 0-15,1-3-1 0,2 3-2 0,1-4-1 16,-2 1 0-16,3-2-4 0,-3 2 0 16,3-1 0-16,-1-1 0 0,-4-1 1 0,2-1 0 15,-2 0 2-15,-2 0 3 0,0-1 0 0,-3-1 1 16,-3 3 1-16,0-4 2 0,-4 1 8 0,0 1 6 16,-2 0 3-16,-3-2 0 0,-1 3 2 15,-3-2-1-15,1 0-8 0,-2-1-6 0,-2 1-4 16,0 0-1-16,-2 0-1 0,-2-4-1 15,0 0 1-15,-1 1-2 0,-1-4-1 0,1 0 0 16,-2-2-2-16,1-4-8 0,1-1-11 16,-2-2-25-16,2-3-51 0,0-4-58 0,-1-1-60 15,4-4-107-15,-5-3-150 0,2 1-209 0,3-4-249 16,-4 1-225-16,2-3-172 0,-1-1 173 16,1-2 469-16</inkml:trace>
  <inkml:trace contextRef="#ctx0" brushRef="#br1" timeOffset="121124.28">20413 9093 9 0,'3'-3'407'15,"0"1"340"-15,-1-1 220 0,0 3 30 0,-1-2-296 16,1 1-240-16,0 0-138 0,-1 1-66 0,2-3-31 15,2 1-24-15,-1 1-35 0,1-2-32 16,3-1-17-16,2 0 0 0,2 0 15 16,4-2 17-16,2 1 10 0,0-2-5 0,3 1-16 15,1-2-27-15,3 2-31 0,1-1-25 0,-2 0-7 16,3-1 0-16,-1 1-1 0,3-1-1 0,-1-1 1 16,-1 2-6-16,-2-1-13 0,-1-2-10 15,0 3-9-15,-2 0-2 0,-2-1-4 0,-4 3-1 16,2-1-1-16,-4 2-2 0,-2 0-11 15,0 2-54-15,-3 1-59 0,-2-1-89 0,0 2-161 16,-2 0-278-16,-2 0-317 0,0 2-262 0,1-1-193 16,-3 1 154-16,-1 1 583 0</inkml:trace>
  <inkml:trace contextRef="#ctx0" brushRef="#br1" timeOffset="122217.1">21526 9007 219 0,'-3'-3'470'0,"-2"2"224"0,2-2 162 0,-3 3-200 16,1-1-142-16,2 1-71 0,-3 0-53 15,2 1-48-15,-1 2-57 0,1 1-61 0,-1 2-53 16,2 2-48-16,2 2-36 0,-3 3-27 0,4 6-15 16,4 1-3-16,-3 6-3 0,7 3 1 15,-2 7 13-15,2 3 20 0,0 7 26 0,5 3 9 16,-4 3 7-16,1 3-9 0,2-1-19 0,1-3-20 15,1-2-26-15,0-5-15 0,-1-6-16 16,4-6-4-16,2-6 4 0,-1-9-4 0,2-2 0 16,0-9 0-16,0-6 4 0,0-6 2 0,0-9-2 15,-2-5 4-15,1-4-1 0,-3-7-3 16,-2-1 9-16,-1-5 26 0,-2-2 24 16,-2-3 18-16,0 3 11 0,-6 1 6 0,-3-1-5 15,-2 3-22-15,-3 0-17 0,-4 3-17 0,-2 0-10 16,-4 4-7-16,-2-2-6 0,0 2-5 0,-5 3-5 15,-2 0-3-15,-1 3 1 0,0 3-5 16,0 1 1-16,2 6-2 0,-1 1 0 0,5 3 0 16,-1 5-3-16,2 1 0 0,2 4-2 15,-1 3 0-15,4 4-2 0,3 2-1 0,0 5-1 16,4 1 1-16,-1 2 3 0,2 3-2 0,4 1 3 16,1 4-3-16,1 1-22 0,1 1-51 0,1 1-63 15,0-1-67-15,2 3-124 0,2-2-178 16,-1-1-300-16,2 2-249 0,1-4-215 0,1 0-88 15,2-1 340-15,-1-1 522 0</inkml:trace>
  <inkml:trace contextRef="#ctx0" brushRef="#br1" timeOffset="122764.21">22399 9541 286 0,'0'-9'932'0,"-5"3"396"0,2 0-29 16,-2 2-188-16,4 0-455 0,-3 2-228 15,1 0-116-15,2 1-73 0,1-1-45 0,-2 2-42 16,2 0-44-16,0-1-47 0,2 1-32 15,2 0-15-15,1 0-10 0,2-3-43 0,-1 3-68 16,2 3-68-16,0-6-128 0,-2 3-173 0,2 0-326 16,1 0-276-16,-2 0-210 0,1-2-74 15,-2 2 372-15,3-6 502 0</inkml:trace>
  <inkml:trace contextRef="#ctx0" brushRef="#br1" timeOffset="123414.9">23044 8951 5 0,'-11'-4'360'0,"0"3"284"0,-5 1 221 0,2 0 89 15,-4 3-274-15,0 1-211 0,2 4-89 16,-3 0-60-16,1 5-35 0,-2 0-41 0,-1 5-47 16,5 1-34-16,-1 4-5 0,4 4 25 15,1 4 20-15,6 5 12 0,-1 3 0 0,5 5-17 16,4 3-35-16,5 2-52 0,2 2-37 0,0-1-30 16,7-4-19-16,3-3-14 0,3-6-5 15,2-7-2-15,3-7-2 0,2-7 0 0,2-8 0 16,2-8-1-16,3-8-1 0,-1-8 2 15,0-7-2-15,-2-9 3 0,1-2-2 0,-4-7 1 16,-4 1 1-16,-2-4-2 0,-5 1 4 0,-3 2 0 16,-7 2 4-16,-2 1 6 0,-5 4 2 0,-6 3 3 15,-4 1 2-15,-6 1-2 0,0 2-2 16,-7 3-6-16,0 0-4 0,-4 3-1 0,-1 3-3 16,-1 2-1-16,0 3 1 0,2 2-2 15,-1 5 0-15,2 3-1 0,-1 4-2 0,5 5-3 16,0 7-1-16,3 3-2 0,1 3 0 0,2 5-1 15,5 5 1-15,2 2 4 0,1 3 3 16,5 5 3-16,2 2-1 0,5 0 2 0,2 1-4 16,0 1-19-16,6 0-48 0,1-4-63 0,2 1-56 15,2-5-107-15,3-3-161 0,2-3-244 16,3-5-258-16,1-4-219 0,2-6-169 0,2-5 186 16,1-3 495-16</inkml:trace>
  <inkml:trace contextRef="#ctx0" brushRef="#br1" timeOffset="123788.91">23783 8980 121 0,'-5'-6'691'0,"-2"1"442"0,1 7 99 16,-5 6-134-16,5 6-412 0,-1 5-311 15,2 6-141-15,2 6-42 0,3 2 0 0,5 7 9 16,1 1 0-16,3 3-10 0,3 4-31 0,2-3-41 15,3 0-37-15,1-2-32 0,3-1-23 16,1-9-11-16,2-3-8 0,-1-7-4 0,2-7-2 16,-1-8 1-16,0-8 1 0,-3-6-1 15,-3-9 2-15,-2-5-1 0,0-8-4 0,-5-4 1 16,2-2 0-16,-9-7 0 0,1 1 8 0,-5-2 13 16,-1 0 11-16,-6-1 11 0,-4-1 2 0,0 1 2 15,-6-3-2-15,-2 0-12 0,-5 2-8 16,-1 0-8-16,-2 2-1 0,0 3 1 0,2 6 0 15,-4 7-1-15,2 8-1 0,1 8-1 16,-3 8-6-16,2 11-5 0,2 9-3 0,1 9-5 16,2 8-2-16,3 7-7 0,3 4-36 0,2 5-71 15,6 4-76-15,2 0-146 0,2 4-244 16,4 3-322-16,5 3-319 0,0 1-207 0,2 3 12 16,1 3 550-16</inkml:trace>
  <inkml:trace contextRef="#ctx0" brushRef="#br1" timeOffset="130639.01">20656 10341 128 0,'-3'-4'310'0,"2"1"126"0,-7 3 94 0,3-1-211 16,0 1-146-16,1 0-81 0,0 1-41 15,1-1-1-15,0 3-3 0,-1-3 2 0,2 4 3 16,1-2-1-16,1-1 0 0,1 0-18 16,5 3-14-16,0-2 24 0,4 1 21 0,3 2 7 15,4-2 31-15,3 1 17 0,1-1-13 0,6 2-35 16,0-3-28-16,5 0-17 0,-2-2-30 16,3-2-19-16,0 1 10 0,4-3 7 0,-1-1 5 15,2-1 1-15,-4 0 1 0,1 1 3 16,-1-3-2-16,-3 0 0 0,-1 1 1 0,-3 5 6 15,-3-4-1-15,-2 3-3 0,-6 1 6 16,-1 1-2-16,-3 2-23 0,-3 1-37 0,-4 1-55 16,-1 3-76-16,-4-4-212 0,-1 6-173 0,-7-1-44 15,-1 1 69-15,-4 0 154 0</inkml:trace>
  <inkml:trace contextRef="#ctx0" brushRef="#br1" timeOffset="130879.09">20837 10694 293 0,'16'2'482'0,"2"1"130"0,3-3 62 16,1 0-330-16,7-3-186 0,1 0-99 0,1 0-53 16,3 0-4-16,-1-3 26 0,-1 0 14 0,-1 0-18 15,-1-3-9-15,0 2-1 0,-1-1 23 0,-2 0-20 16,-2-3-4-16,-2 4 19 0,-3 1 11 15,-3 2 5-15,-4 0-21 0,-1 2-32 0,-6 4-49 16,-2-1-67-16,-4 6-193 16,-4 4-203-16,-5-2-102 0,-4 5 26 0,-3 1 135 0,-6 4 177 15</inkml:trace>
  <inkml:trace contextRef="#ctx0" brushRef="#br1" timeOffset="131073.92">20897 11091 13 0,'16'2'312'0,"-1"-1"199"16,-3 0 153-16,2-2 70 0,2-2-344 16,0-4-192-16,2-1-92 0,1 1-51 0,1 0-26 15,-2-2-12-15,3 0-8 0,-4-1 0 0,2 1-5 16,-3 0 3-16,1 1-4 0,-1-1-1 16,-2 3-29-16,-2 0-48 0,-4 3-57 0,1 0-92 15,-3 4-230-15,-3 3-143 0,-3 0-6 16,-1 2 105-16,-2-1 157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15T12:34:11.2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10530 5186 192 0,'3'-18'412'16,"-3"-1"193"-16,-2-3 165 0,-3 1-146 0,-1-1-63 15,-2-1-11-15,-4-2-34 0,-4 2-42 16,-2-4-63-16,-4 4-38 0,-3 1-29 0,-3-1-43 16,-4 2-34-16,-4-1-27 0,-6 2-29 0,-3 1-47 15,-3 0-52-15,-4 3-36 0,-3 1-24 16,-4 2-14-16,-2 1-8 0,-4 4-5 0,-3 2-13 15,-4 5-4-15,-2 1-4 0,-5 5-3 16,-3 3-3-16,-2 3 4 0,0 3 5 0,-4 3 7 16,-2 4-2-16,-2 4-5 0,-3 3-2 0,-2 3-8 15,-3 5-1-15,-2 1-2 0,-1 4 5 0,-2 4 6 16,-1 3 1-16,-2 3-1 0,2 2-2 16,0 3-4-16,-1 2-2 0,1 4-4 0,0 4 4 15,1 3 8-15,1 4 3 0,3 5 1 16,1 4-3-16,-1 5-1 0,-1 6-7 0,0 6-7 15,-1 5 2-15,4 4 1 0,4 1 5 0,5-1 8 16,6-1-3-16,3 1 0 0,5 1-6 0,2 2-1 16,3 2 3-16,6-1 0 0,3 1 0 0,4-2 0 15,6-1 0-15,4 3-1 0,4-1 1 0,5 3-5 16,5-1 8-16,4 1 6 0,5 0-5 16,5 1-1-16,4 1-1 0,3 2 0 15,4 0-1-15,4-1 0 0,3 0 0 0,2 2 1 16,5 0-6-16,0 2 2 0,6-1-2 0,0 2-5 15,2-1 4-15,2 1 2 0,1 0 1 16,2 3 3-16,0 0 0 0,3 0-1 0,0 0 0 16,-1-1 1-16,1 2-1 0,1-3-1 0,0 0 1 15,-1 0-1-15,1-2 2 0,1-2-1 16,-1 0 1-16,1-1 1 0,2 0 0 0,0-1 4 0,-1 1 2 16,-2 0 1-16,5-1 1 0,-2 2-6 15,-1 1-4-15,1 2-2 0,2-1 1 0,-3 2 1 16,5 0 2-16,-1-4 0 0,0 2 2 15,2 0-1-15,0-3-8 0,2 0-2 0,1-2-3 16,2 0 0-16,3-1-3 0,-2-1 8 16,4-2 5-16,-2-2 1 0,0-5-1 0,4-1 0 15,-2-5 1-15,1 0-7 0,5-4 4 0,0-6 2 16,3-5 2-16,1-2 3 0,3-8 2 0,5-5 4 16,4-6-10-16,4-8-3 0,8-5-4 0,4-7 4 15,7-8-1-15,5-6-3 0,4-10 8 16,4-3 5-16,7-9 3 0,5-2-5 0,5-7-4 15,7-4 0-15,0-3-2 0,1-1 1 0,0 0 0 16,2 0 2-16,0 3 0 0,0 2 1 16,0 4-2-16,-2 3 0 0,-3 7 0 0,-1 7-4 15,-5 6-2-15,-5 9 2 0,-2 8-2 0,-7 5-1 16,-5 12 2-16,-5 4 5 0,-6 7 2 16,-5 4 5-16,-5 6 5 0,-3 4-6 0,-4 1-6 0,-4 4-2 15,-1-1-2-15,-1 3-3 0,-1-1-6 16,0-1 9-16,-1-4-1 0,3-3 1 0,-1-5 2 15,3-7-1-15,2-5 7 0,2-6-6 0,6-6 1 16,1-8 2-16,5-6-2 0,4-9 1 0,6-7-5 16,2-8 0-16,7-9 5 0,3-7 6 15,2-8-2-15,7-7 3 0,2-6 2 0,5-7 3 16,3-7-5-16,1-5-1 0,3-7 0 0,8-5-7 16,1-7-3-16,8-7-2 0,2-5 2 0,3-3 0 15,0-6 8-15,2-4 0 0,-2 0-1 16,2-4 0-16,-4-2 1 0,-3 1 0 0,-6-1-5 15,-6 2 5-15,-2-1 3 0,-6 1 3 0,-7 2-1 16,-7 2-5-16,-9 2-2 0,-5-1-1 16,-8 2-3-16,-6 2-1 0,-8 0 0 0,-9 4 1 15,-8 3 1-15,-7 3 3 0,-6-1 2 16,-6 4 1-16,-9 0 0 0,-3 2 0 0,-6 1-1 16,-5-1-1-16,0 2 0 0,-7-2-3 15,-3 2-1-15,2-2 0 0,-3 2 2 0,-1-6 0 16,3 1 1-16,0-7 0 0,2-2 0 0,4-5 0 15,0-3-3-15,5-5-1 0,1-2 1 0,5-4 1 16,1-4 0-16,0-1 0 0,5-5 0 16,0 0 0-16,-1-2 0 0,1-1-1 0,-2 1 0 15,-2-3 0-15,-1 3 1 0,-5-1-1 16,-1 2-1-16,-3 3 1 0,-9 3 0 0,-2 3 1 16,-4 3 2-16,-7 3 1 0,-5 2 1 0,-8 4-2 15,-7 3-3-15,-4 3-2 0,-5 1-2 0,-5 6 2 16,-4 0-1-16,-5 7 3 0,-1 2 2 15,-5 1 2-15,0 2 1 0,-6 0 0 0,-1 2-1 16,-1-1-2-16,-2-1-2 0,0 0-3 16,0-1-1-16,3-1 0 0,0-1-2 0,2-1 2 15,3 3 3-15,3-3 3 0,2 1 0 0,0-1 1 16,2 1 0-16,0-2-1 0,1 2 0 16,1 3-3-16,-1-3 0 0,-2 3-2 0,2 1 2 15,-1 1 0-15,1 2-1 0,0 1 2 16,1 3 1-16,1-1 0 0,0 0 0 0,4 5-1 0,-2-3 1 15,4 5 0-15,1-3-1 0,-1 2-1 16,4 0 0-16,2 1 1 0,-1-1-3 0,4 1 3 16,2 2 1-16,3-3 1 0,3 0 0 0,0 1 1 15,6-2 1-15,-1 0-1 0,4 0-2 16,2-3-1-16,0 1-1 0,3 1-2 0,2-2 1 16,-1 1-2-16,2 1 0 0,0 1 0 15,-2-2 1-15,-1 1 3 0,-1 4 0 0,-2 0 2 16,1 0 2-16,-5 1 0 0,-2 2-2 15,-3 2-1-15,-2 1-2 0,0-1-1 0,-3 3-1 16,-3 1 0-16,2 0 1 0,-4 2 1 0,0-1 1 16,-2 2 0-16,-1 2 1 0,-2-3-1 0,1 1 1 15,-2 3 0-15,0-3-1 0,-2 4 0 0,2-1 2 16,-4 1 0-16,-2-2 0 0,0 2-1 16,0 0 0-16,-2 1-1 0,0 1-1 0,3-2-1 15,-3 3 1-15,5-2-1 0,-2 0 2 0,3 2 2 16,0-3 0-16,-1 2 0 0,3-1 2 15,1-1-1-15,1 1-1 0,1-3 0 0,2 3-3 16,-1-1 0-16,1 1-2 0,0-2-2 16,1 1 2-16,0 0 1 0,2-2 1 0,0 3 1 15,-1-1 2-15,3 1 1 0,-1 0 0 0,2 2-1 16,2-1 0-16,-1 1-2 0,2 2-1 16,-1 1 0-16,3 1-2 0,-1 0 1 0,1 2-1 15,1 2 2-15,-1 0 1 0,3 0 0 16,-1 1 2-16,0 2 2 0,1 0-1 0,0 2 0 15,3 0-1-15,-2-2 0 0,-1 4 0 0,3-1-1 16,0 0-1-16,1 3 0 0,1-1 0 16,1-1-1-16,-1 2 0 0,3-1 0 0,-2 1 1 15,5 0-1-15,-3 1 0 0,4 2 0 0,2-4 1 16,-3 3-1-16,3 2 1 0,0-2-1 0,2 2 0 16,-2-1-1-16,2 1 1 0,1 1-1 15,0 0 1-15,2 1-1 0,2-1 0 16,-5 1 2-16,2 0 0 0,3 0-2 0,-1 0 1 15,-1-1 0-15,3 1 0 0,-2-1 0 0,1 2 0 16,-1-1 2-16,1-2 0 0,-1 2 0 16,2 0 0-16,-2 0 1 0,1 0-1 0,-3 2 0 15,1-3 1-15,-1 3-1 0,-1 0 2 0,2-1-1 16,-2 1 0-16,-1 1-1 0,1-2 2 16,-3 2-2-16,2-1-1 0,1 4 1 0,0-2 1 15,-1-1 0-15,1 0-1 0,-1 2 1 0,1 0 0 16,2-2-1-16,-2 2 0 0,2 0 0 0,1-3 0 15,-1 3 0-15,0 0-1 0,-1-1 0 16,0-1 0-16,1 0 1 0,0 0 0 0,1-1-1 16,-2 1 1-16,0-2 1 0,1 1-1 15,0-2 1-15,0 2-6 0,-2-2-2 0,2 1-1 16,-2-1-1-16,1 1 0 0,-1 0 0 0,-2 0 6 16,1 0 3-16,0-1 3 0,-2 2 0 15,1-1 0-15,-3-1 6 0,0 2 1 0,-1 1 2 16,-1-1 0-16,-1-1 0 0,-1 2 0 15,-1 1-6-15,0 0-4 0,0 2-1 0,0-2-2 16,0 2-1-16,2 2 0 0,-2-2 0 0,3 1 0 16,-1 0 1-16,1 3-1 0,3-3 1 15,-2-1 0-15,3 1 0 0,1 1 1 0,0 0 0 16,1-1-1-16,-1-1 3 0,2 1-3 0,2 1 1 16,0-2-1-16,-2 0 0 0,2 0 0 15,2 0 0-15,-1 0 0 0,1 0 0 0,-1-2-1 16,0 0 1-16,1-2-1 0,-1 2-1 15,0-4 0-15,-1 1-4 0,2-1-7 0,-3 4-16 16,1-4-56-16,-3 4-74 0,1-3-154 0,-1 3-272 16,-2 2-312-16,0 2-387 0,-3 0-306 15,0 2-19-15,0 0 697 0</inkml:trace>
  <inkml:trace contextRef="#ctx0" brushRef="#br0" timeOffset="4224.66">5263 1986 85 0,'-3'2'268'0,"-1"-1"113"0,3 2 91 16,-2-1-174-16,0 0-135 0,1 3-79 0,2-1-37 15,-1 4-18-15,1 0-3 0,1 3-3 0,1 3 3 16,1 1 9-16,-2 2 7 0,2 5 1 15,2-1 0-15,0 3 2 0,0 1 2 0,1 1 16 16,2 1 3-16,0 1 16 0,0 3 19 0,0 0 16 16,1 2 10-16,1 6-5 0,-2 0 17 0,3 1 12 15,-2 3 14-15,-1 2 11 0,0 5 7 16,3 5 25-16,-1 1 10 0,-1 6-8 0,2 2-15 16,-1 5-22-16,-1 2-42 0,2 4-24 15,0 1-29-15,-1 4 2 0,2 2-6 0,1 3 5 0,3 4 30 16,-2 2-2-16,3 1-10 0,-2 5-24 15,4 3-12-15,-3 0-20 0,1 2-23 16,-3 1-7-16,4-1 0 0,-4-2-3 0,0 0-3 16,0 0-1-16,0-2 5 0,-2 2-4 0,-3-4-8 15,4-1 0-15,-4-2 1 0,2-2 2 0,0-3 0 16,1-1 2-16,0-2-1 0,-1-3 2 16,0 0-6-16,3-4 2 0,1-2-6 0,0-2 5 15,0-2 2-15,2-5 1 0,-1 0 7 0,1-4-6 16,-1-1-12-16,1-4-54 0,1 0-109 0,-4-4-138 15,3-5-189-15,-1-1-291 0,-2-6-254 16,-1-4-114-16,-3-10 212 0,-1-7 382 0</inkml:trace>
  <inkml:trace contextRef="#ctx0" brushRef="#br0" timeOffset="5300.54">17959 1564 126 0,'-8'-4'279'0,"0"2"105"0,-1 1 38 15,1 1-169-15,0 3-107 0,0 1-52 16,-1 2-16-16,-1 3-5 0,2 6 5 0,-3-1 9 15,3 5 9-15,0 6 14 0,0 9 3 0,1 3 19 16,0 9 17-16,4 6 25 0,2 10 30 0,1 9 35 16,0 10 1-16,3 12 5 0,2 7-14 15,1 11-21-15,2 13-29 0,0 7-50 0,3 11-23 16,1 10-18-16,1 11-29 0,-2 6 5 0,3 5-5 16,-1-1 30-16,-1 3 15 0,-4 4 19 0,2 1 15 15,-2 3-18-15,-4 4-17 0,-2 7-9 16,0 9-7-16,-2 6-29 0,0 8-8 0,-4 8 0 15,1 6-2-15,-1-1-13 0,-1 0-11 16,0-3-4-16,0-6-16 0,2-7 1 0,-2-6-1 0,4-10-7 16,-1-7-7-16,1-9 9 0,1-10 10 15,1-7-7-15,-1-7-12 0,2-8-20 0,-1-9-11 16,-1-11-20-16,0-11-47 0,-1-12-95 0,-2-11-119 16,-3-12-136-16,-1-10-282 0,-1-10-258 15,-1-9-156-15,-9-15 136 0,-2-10 362 0</inkml:trace>
  <inkml:trace contextRef="#ctx0" brushRef="#br0" timeOffset="6525.88">6326 2686 162 0,'15'2'345'0,"0"-1"130"0,2 1 93 16,-1-2-240-16,6-2-155 0,2 2-84 0,2-1-44 15,4-2-24-15,2 0-11 0,3 0 0 0,3-2 3 16,6 2 17-16,2-1 13 0,4-2 11 15,1-1 24-15,6 2 14 0,5-3 9 0,4 0 15 16,4 1 13-16,4 0-4 0,5 1-7 0,2-3-13 16,7 3-6-16,4 0-21 0,3-2-18 0,3 2 0 15,3 2 2-15,5-1 7 0,3-1-2 16,2 0 0-16,4 1-2 0,4-1 16 0,-1 2-16 16,4 0-18-16,0 1-9 0,1 0-6 0,2 0 2 15,5 1 14-15,-1 2 29 0,1 0-2 0,1 0-5 16,2 2-3-16,2 1-7 0,2 0-14 0,-1 0-5 15,3 1 4-15,-1 0 7 0,1 1 2 0,0 0 2 16,3-1 5-16,-1-1-6 0,1 0-9 0,-2 0-8 16,0-3-2-16,2 0 0 0,1 0-4 15,-3-3 0-15,1 0 14 0,-2-2-9 0,-1 1 10 0,3-2 0 16,-2 0-18-16,1-3-21 0,-1 0 2 16,-1 0 16-16,1 1-7 0,-4 0-4 0,-1-2 0 15,-4 3 1-15,2-2-6 0,-5 2-1 0,-1-2-2 16,-2 1 2-16,-2-1-3 0,-1 1 1 15,-4 0-5-15,-3-2-8 0,0 2 7 0,-4-2 3 16,-2 2 5-16,-1-3 0 0,-5 3 0 0,-2-4 9 16,-4 1-9-16,-1 3-9 0,-5-3-8 0,-5 1 4 15,-1 1 3-15,-6 0 2 0,-3 2 0 0,-3 1 5 16,-3-2 6-16,-1 4-5 0,-5-1-2 16,-1 0-2-16,-5 3-3 0,-5 0 0 0,0 0-1 15,-6 1-2-15,-2 1 3 0,-6 0-3 0,-3 0 2 16,-3 1 1-16,-4 1 0 0,-2 0-1 0,-6-1-1 15,-4-1 0-15,0 1 1 0,-4-1 0 16,-3 0 0-16,0 0 5 0,-6 0 1 0,0-1 0 16,-3-2-1-16,-2 0-6 0,-2-2-24 0,-4-1-58 15,-2-1-88-15,-1 0-117 0,0-2-153 16,-1 0-298-16,-4 2-233 0,2-4-103 0,-4 0 133 16,4 1 330-16</inkml:trace>
  <inkml:trace contextRef="#ctx0" brushRef="#br0" timeOffset="6816.33">16212 1923 202 0,'18'-3'401'0,"-1"0"150"0,0 0 101 15,4 3-232-15,2-1-148 0,1 1-63 0,3 1 17 16,3 2 20-16,0 1 10 0,4 2-25 0,-3 0 11 15,1 2 7-15,0 1-22 0,-2-1-18 0,-4 3-13 16,1 0 1-16,-5 1-33 0,-3 1-30 0,-1 1-29 16,-6-1-28-16,-1 4-18 0,-8 1-13 15,-1 0-15-15,-7-1-9 0,-4 5-13 0,-4-2-5 16,-6 3-10-16,-5-1-6 0,-6 3 3 0,-3-1 3 16,-8 1-8-16,-2-2-48 0,-5-2-98 0,-3-1-134 15,-8-3-244-15,-1-2-283 0,-5-3-245 0,-6-3-75 16,-5-3 237-16,-4-3 403 0</inkml:trace>
  <inkml:trace contextRef="#ctx0" brushRef="#br0" timeOffset="7914.77">6744 2452 168 0,'-11'6'342'0,"-3"0"136"0,1 0 84 15,-4-1-187-15,1 2-102 0,-1 0-45 16,-1 0-13-16,-2 4 7 0,0 1-4 0,0-1-9 16,-2 4-15-16,2 0-9 0,1 2-9 0,0 0-15 15,2 0-12-15,2 1-16 0,0-1-20 0,3 1-24 16,3 0-21-16,-2-2-17 0,5 0-10 0,-1-1-6 16,2 1-6-16,2-3-1 15,0 0-7-15,1 1 5 0,2-3 0 0,0 2 30 0,2 1 22 16,-1-2 10-16,3-1 6 0,-1 3-6 0,3-3-2 15,-1 0-33-15,4 2-16 0,1-4-5 16,1 0 2-16,3-2 1 0,2-1-15 0,3-1-9 16,3-4-5-16,1-1-10 0,3-5-10 0,3-1-6 15,1-1 13-15,3-2 2 0,-1-1-14 0,-1-3-74 16,1 0-114-16,1 0-152 0,-3 1-298 16,0 0-256-16,-1 0-200 0,-4-1 53 0,0 2 338 15</inkml:trace>
  <inkml:trace contextRef="#ctx0" brushRef="#br0" timeOffset="9680.39">9309 1127 127 0,'-5'2'337'0,"-1"-2"148"15,1 2 110-15,2-2-192 0,0 0-175 0,0 1-95 16,3-1-50-16,3 1-15 0,1 3 11 0,1-2 34 15,5 3 64-15,2 0 56 0,3-1 42 0,4 2 30 16,1-1 14-16,6 1-7 0,2-2-30 16,2 0-38-16,3 0-34 0,2-3-34 0,0 1-38 0,1-1-30 15,0-1-29-15,-4 0-15 0,1 2-17 16,-4-1-14-16,-2 1-11 0,-5 1-7 0,-2-1-4 16,-1 2 7-16,-6 0 4 0,-2 3 23 0,0 1 27 15,-6 0 21-15,0 3 27 0,-4 0 12 0,-4 4 0 16,-2 2-1-16,-3-2-19 0,-4 8-15 0,-3-3-24 15,-2 3-17-15,-5 1-14 0,1 1-21 0,-4 2-5 16,-2 0-11-16,-1 2-7 0,0-2-5 0,-4 4-1 16,2-2 0-16,0-1-1 0,1-1 5 15,5-1 5-15,-1-2 5 0,5-2 2 0,2-3 0 0,2 0-2 16,2-4-4-16,3-2-6 0,3-2-3 16,3-1-2-16,2-1 0 0,3-1 0 0,2-1 6 15,1 1 0-15,3-2 3 0,4 0 1 0,4 0-2 16,-1-2 4-16,4-1-1 0,2-2 0 0,3 1 1 15,2-2-1-15,1-2 1 0,4-2-2 16,-1 0 8-16,2-2 5 0,2-3 4 0,-1 0-9 16,1 0-1-16,0-1-3 0,-1-1-9 0,-1 0-5 15,-1 1-3-15,-4 1 10 0,-1 0-1 0,-2 1-4 16,-2-1-36-16,-4 3-45 0,-3 0-56 0,0 2-100 16,-4-2-144-16,-1 0-188 0,0 1-252 15,-2 1-247-15,-1 0-184 0,-2-4 110 0,-3 0 409 16</inkml:trace>
  <inkml:trace contextRef="#ctx0" brushRef="#br0" timeOffset="9940.37">10078 1074 226 0,'6'-3'435'0,"1"6"191"0,0 1 176 16,1 6-163-16,0 1-82 0,0 6-35 0,-2 3-31 15,0 2-50-15,1 5-65 0,-1 2-57 0,0 6-58 16,-3 2-42-16,2 1-17 0,-2 1-16 0,2 1-33 16,-3 3-37-16,1 0-38 0,-1 1-25 0,-1 0-28 15,2 2-18-15,-1-3-3 0,1 1 1 16,-2-4-1-16,4-2 0 0,-2-5-12 0,4 1-37 16,-1-4-52-16,0-2-71 0,2-5-135 0,-3-3-174 15,0-5-293-15,1 0-261 0,0-6-216 0,-1-5-26 16,0-4 394-16,-2-5 454 0</inkml:trace>
  <inkml:trace contextRef="#ctx0" brushRef="#br0" timeOffset="10323.78">10539 1844 27 0,'3'5'432'0,"-1"1"331"0,-4-1 204 0,2-4 14 15,-3-1-307-15,2-1-224 0,-1-2-128 0,0-5-67 16,2-2-30-16,-1-4-32 0,2-4-49 16,-1-4-46-16,4-4-42 0,-1-4-23 0,0-5-14 15,3-3-6-15,2-5-5 0,-2-4-5 0,3 0 2 16,1-3-12-16,1-2-8 0,-1 1 2 0,2 4 4 16,-2 3 7-16,0 2 9 0,-1 5 38 15,-3 6 23-15,-1 5 15 0,0 6 5 0,-2 3-6 0,0 3-5 16,3 4-24-16,-3 3-17 0,1 5-27 0,1 2-13 15,1 6-7-15,2 5 11 0,3 4 18 16,-2 3 14-16,3 7 26 0,0 0 11 0,-1 2 3 16,0 5-10-16,0 1-10 0,-1 2-12 0,2 4-10 15,-2 1 0-15,-2 2-3 0,4 2 0 0,-4-1-9 16,2 2-10-16,-2 0-1 0,3-4-2 0,-3-2-17 16,0-3-46-16,1-5-34 0,-3-3-48 0,1-5-95 15,-4-3-145-15,-1-5-154 0,-2-2-212 0,-2-2-255 16,-1-5-180-16,-2-2 59 0,-3-5 353 15,-4-4 373-15</inkml:trace>
  <inkml:trace contextRef="#ctx0" brushRef="#br0" timeOffset="10528.75">10553 1521 34 0,'3'3'479'0,"1"0"357"0,0 0 187 16,0 0-23-16,1 0-353 0,2 1-298 0,3 1-173 0,-1-1-71 15,4 0-34-15,0 0-14 0,4-1-7 16,2-2-6-16,5-1-4 0,2 0-8 16,4-1-9-16,2-4-2 0,3 1-3 0,3-2-14 15,0-1-70-15,3-3-100 0,-2 1-123 0,1-2-225 16,1 3-269-16,-3-1-200 0,-2 0 8 0,-1 1 237 16,-3 1 317-16</inkml:trace>
  <inkml:trace contextRef="#ctx0" brushRef="#br0" timeOffset="11232.99">10991 1155 134 0,'7'-2'329'0,"-1"2"147"0,3 2 143 0,-1 4-143 16,2 2-82-16,2 1-4 0,-2 5 29 0,4 2 20 15,0 4-17-15,-1 1-40 0,4 3-58 0,-1-1-66 16,0 5-48-16,-1-1-46 0,0 0-41 0,-2 3-22 16,1 0-21-16,-3 2-9 0,0-1-23 15,-2 1-9-15,-2 1-7 0,-1 0-3 0,-1-4-1 16,-2 1-7-16,-1 0 4 0,-2-4-2 15,0-2-1-15,-2-1-4 0,-1-2 17 0,-2-5 30 0,2-1 16 16,-2-3 9-16,-1-3 5 0,-2-1-2 16,2-5-17-16,-2-2-27 0,-2-2-18 0,0-4-15 15,1-3-10-15,-2-5-4 0,2-2 2 0,-1-4 4 16,2-2 2-16,-1-6-3 0,4-2 0 0,-1-1 2 16,1-3-4-16,2-1-12 0,3-2-7 15,0 0-2-15,3-1-2 0,0 4-1 0,2-4-3 0,3 3 8 16,3-1 4-16,0 2 4 0,3 2 1 0,-1 2 0 15,4 1-1-15,1 0-3 0,1 3 4 0,-2 3 1 16,4-1 7-16,-1 2 6 0,-1 1 5 0,3 3 1 16,-1 2-5-16,-2 0 2 0,0 4-8 0,-3 2-9 15,3 1-3-15,-4 4 1 0,0 3 7 16,0 1 0-16,-3 1 1 0,-1 3-6 0,-2 3-3 16,-1 0-4-16,0 2-2 0,-3 3-1 0,-2 0 1 15,-1 2 12-15,-2 2 6 0,-2 0 14 0,-1 4 7 16,-2 0 5-16,-1 1 10 0,-2 3 5 0,-3-2 2 15,-2 2-3-15,-1 1 0 0,-2 1 4 0,0-1-6 16,0 1 3-16,-1-2-3 0,1 1-5 0,2-1-6 16,0-1-7-16,1 0-4 0,2-2-6 0,3-2-10 15,0 1-7-15,2-1-5 0,3-2-1 0,3-3-4 16,1 2-1-16,4-2 13 0,3-3 8 0,1 0 3 16,4-2 0-16,1-3 2 0,4 0 0 0,2-5-4 15,2-1-4-15,3-1-1 0,2-3-1 16,1-2 2-16,0 1-3 0,2-3-36 0,2-1-63 15,-4 0-57-15,1 1-117 0,-1 0-176 0,0-2-311 16,-2 4-292-16,-3 0-224 0,-2 4-145 0,-2-3 317 16,-5 2 561-16</inkml:trace>
  <inkml:trace contextRef="#ctx0" brushRef="#br0" timeOffset="11999.55">11831 1157 220 0,'5'-11'470'0,"-2"3"187"0,1 1 120 15,-1 2-199-15,-1 0-135 0,0 4-56 0,-1 0-18 16,1 1-6-16,-2-2-25 0,3 2-51 0,-3 0-62 16,2 2-61-16,-2-1-43 0,1 0-24 0,-1 3-8 15,2 2 6-15,0 4 15 0,-1 4 21 0,1 2 11 16,-2 5 12-16,0 3-3 0,0 4-4 0,0 1-16 16,-2 5-29-16,2 0-15 0,-3 3-27 15,1 2-16-15,-1 1-18 0,2 1-10 0,-1 0-3 16,0-1-11-16,2-2-1 0,0-3 1 0,2-3-2 15,1-5 1-15,-1-3-1 0,1-2-1 16,-1-8-1-16,1 0 1 0,-2-5 3 0,3-3 2 16,0-6 0-16,-1-5 3 0,0-5 1 0,2-6 0 15,0-7 3-15,0-2 1 0,0-4 0 0,1-5-7 16,-2 0-3-16,-2-3 3 0,1-1-8 0,-3-4-5 16,0 0 3-16,-1-2 3 0,-1 1 1 0,0 0-1 15,-1 2-1-15,2 4-1 0,-1 1-1 0,-1 7 2 16,2 4 1-16,-1 4-1 0,2 2 2 0,-2 6-1 15,2 2-3-15,0 2-4 0,0 4 1 0,2 2-3 16,-2 3 1-16,6 4 1 0,-3 4 3 0,2 4 4 16,1 1 1-16,3 3 1 0,0 6 1 0,0 0 3 15,1 6 0-15,2 0-1 0,0 3 4 0,0 2 1 16,1 2 4-16,0 1 4 0,0 1 4 16,2 1 2-16,-3-2-8 0,3 0 4 0,-4-2-6 15,5-2-6-15,-3-5-2 0,2-3-2 0,0-5 2 16,0-2-1-16,1-7 0 0,0-4 2 0,-2-4-3 15,0-6 0-15,-1-6 3 0,-1-4-4 0,0-4 4 16,0-4 4-16,-1-3 10 0,-3-3 5 0,0-1 5 16,-3-2 7-16,-2-4-7 0,0 0-10 15,-6-3-6-15,2 1-7 0,-2-3-5 0,-4-3-7 16,1 2 2-16,-1-3 2 0,0 3 1 0,0 1-2 16,-1 5 0-16,2-1 1 0,-1 9 1 0,1 2-1 15,0 2-1-15,3 5 1 0,0 5-2 0,1 1-2 0,0 5 0 16,2-1-1-16,0 6 2 0,2-1-11 0,1 6-30 15,2-2-49-15,1 1-46 0,2 3-47 16,0 1-65-16,0 1-87 0,2 0-112 0,0-2-93 16,0-3-183-16,1 4-240 0,3 0-180 0,-2 0 42 15,1 1 333-15,0-2 358 0</inkml:trace>
  <inkml:trace contextRef="#ctx0" brushRef="#br0" timeOffset="12291.57">12541 1038 168 0,'6'24'433'0,"0"3"242"0,-1 5 220 0,-2 5-109 16,2 5-119-16,-2 2-101 0,-1 3-86 0,1 1-80 16,0 2-99-16,3-3-89 0,1-3-80 0,2-3-53 15,5-5-33-15,-1-6-23 0,4-6-6 16,3-7-10-16,0-4-1 0,2-9-3 0,-1-4-4 16,3-7 0-16,-1-7-4 0,1-5 5 0,-2-4 4 15,2-4 17-15,-2-1 48 0,-3-4 62 16,-2 1 43-16,-2-1 12 0,-3-1 1 0,-4-2-16 0,-5 3-39 15,-3-1-46-15,-3 0-33 0,-5 0-23 0,-4 1-11 16,-1 2-8-16,-6 3-4 0,1 3-3 0,-4 5-3 16,-3 4 0-16,0 6-2 0,-1 3-4 0,-1 6-5 15,2 6-20-15,0 1-40 0,3 5-46 0,4 3-61 16,0 3-95-16,5 2-148 0,0 2-174 16,7 2-266-16,1 2-244 0,8 2-174 0,2 0 103 15,4 0 435-15</inkml:trace>
  <inkml:trace contextRef="#ctx0" brushRef="#br0" timeOffset="12886.09">13591 1167 131 0,'9'-9'326'0,"-3"1"146"0,1 2 97 0,-1-2-130 15,-1 1-103-15,-2 3-56 0,3-1-24 0,-1 1-13 16,-2 1 15-16,2 1-11 0,2 2-7 0,-3 0 8 15,4 0 16-15,-2 3 6 0,2 0-23 0,3 1-21 16,0 4-27-16,1 0-21 0,1 4 2 16,-1 0-12-16,-1 4-10 0,1 1-8 0,1 1-15 15,0 0-27-15,-4 0-36 0,4-2-29 0,-1-1-20 16,0 0-14-16,0-2-4 0,1-5 0 0,1-2-3 16,0-1 2-16,1-4 3 0,0-4 6 0,3-2-3 15,-1-6 3-15,2-3-2 0,-1-3 0 0,2-2 0 16,-2-1-5-16,0-4 2 0,-2 5-4 0,-2-2 2 15,-1 4-1-15,-4-2 0 0,-2 6 0 16,-1-1 0-16,-4 4-17 0,0-1-38 0,-2 3-38 16,-2 1-80-16,0 1-135 0,-1 3-175 0,-2 0-261 15,2 3-253-15,3 1-236 0,-2 4 2 0,4-3 370 16,0 4 430-16</inkml:trace>
  <inkml:trace contextRef="#ctx0" brushRef="#br0" timeOffset="13860.03">14995 1392 272 0,'-2'4'532'0,"-1"1"205"15,1-3 80-15,1 2-243 0,1-3-161 0,1-1-89 0,1 0-40 16,-1-3-16-16,4-3-9 0,0-1-19 0,3-7-30 15,3-2-37-15,0-5-34 0,0-3-23 0,6-5-18 16,-2-1-21-16,4-1-15 0,-1-4-5 0,2 1 11 16,0 1 25-16,1 3 37 0,-4 1 32 0,0 4 16 15,0 1 2-15,-4 1-13 0,-3 2-24 16,1 5-29-16,-2 1-28 0,-4 1-19 0,0 3-12 16,0 1-11-16,-2 4-10 0,-1 0-5 0,-1 0-9 15,1 3-4-15,1 0-6 0,-2 2-3 0,1-1-4 16,-2 0-1-16,1 2-4 0,-1-1-1 0,0 1-2 15,2 1 0-15,-2 3 0 0,2 0 1 0,-1 4 3 16,-1 2 1-16,2 5 2 0,0 5 1 0,-2 1 0 16,0 6 1-16,0 3 1 0,0 3 3 0,0 3 2 15,-2 3-2-15,0 3 1 0,-1-2-3 0,3 4-1 16,-2-4-3-16,2 1-2 0,0-4 0 0,2-3 0 16,1 0-1-16,1-6 1 0,-1-2 0 15,3-3 0-15,-1-3-1 0,1-2 0 0,0-3-1 16,-1-1-5-16,0-1-11 0,0-5-34 0,-2-2-51 15,3-1-51-15,-3-3-61 0,0-2-115 0,-1-2-164 16,0-3-198-16,1-3-240 0,0-3-234 0,0 1-141 16,0-3 242-16,1-4 476 0</inkml:trace>
  <inkml:trace contextRef="#ctx0" brushRef="#br0" timeOffset="14246.69">15616 1083 336 0,'7'15'608'16,"-6"3"201"-16,2 3 123 0,-1 1-186 0,2 4-186 16,-1 1-105-16,-1 0-62 0,1 0-41 0,0-2-70 15,1 1-96-15,1-4-73 0,-1 0-46 0,2-6-29 16,1 1-19-16,-1-6-10 0,4-2-2 0,0-2-4 16,-1-3 1-16,0-6 2 0,4-1 0 0,-4-6 4 15,2-3-1-15,2-3 3 0,-2-5 0 16,0 0 0-16,0-5-1 0,0 0 0 0,2-5 25 15,-7 4 29-15,4-1 18 0,-4-1 20 0,-3 2 3 16,-1 0 0-16,-4-2-9 0,1 3-20 0,-2 1-1 16,-4 5-5-16,2 1-1 0,-4 3-1 0,0 4-16 15,-3 6-10-15,1 2-19 0,-3 7-12 0,1 3-10 16,-1 4-3-16,1 5 0 0,-2 4 1 0,0 2 0 16,1 5 2-16,3 2 0 0,1 2-2 0,0 4 6 15,2-1 4-15,1 2 2 0,1 3-3 0,-2-1-1 16,5 1 2-16,0-3-7 0,1 1-5 0,1-4-5 15,2 1-32-15,3-6-57 0,0-3-52 16,5-3-78-16,-1-6-128 0,2-4-176 0,2-3-233 16,1-6-228-16,4-3-222 0,-2-5-44 0,4-2 312 15,-2-7 449-15</inkml:trace>
  <inkml:trace contextRef="#ctx0" brushRef="#br0" timeOffset="14578.17">16166 1063 124 0,'2'8'612'0,"-4"3"377"0,-1 1 125 16,-2 5-82-16,-1 3-360 0,1 4-251 0,2 1-129 15,-2 6-62-15,2 0-32 0,2 0-43 16,-1 3-33-16,0-5-38 0,6 1-32 0,-3-2-22 16,4-5-17-16,1-2-8 0,4-6-7 0,-1-1 3 15,3-7 0-15,0-3-1 0,1-4 4 0,1-2 2 16,-1-5 4-16,-2-5-1 0,1-4-1 0,-1-2 2 15,-1-2-1-15,1-1-3 0,-5-3 5 0,-1 1-4 16,-2-1 4-16,-1-1 0 0,-4-1 1 0,-1-1 7 16,-2 1-2-16,-1 1 11 0,-5 0 6 0,1 0-2 15,-1 4 0-15,-1 4-2 0,-1 0-3 0,-3 4-9 16,2 5-14-16,-2 2-2 0,0 4-6 16,-1 5-6-16,3 3-3 0,-2 3-21 0,3 2-41 0,0 2-39 15,1 4-77-15,2-3-133 0,-2 3-164 0,6 2-262 16,-1 0-232-16,4 0-204 0,1 2 40 15,-1 1 370-15,3-2 391 0</inkml:trace>
  <inkml:trace contextRef="#ctx0" brushRef="#br0" timeOffset="15355.26">16587 1450 249 0,'0'0'441'0,"-5"0"179"0,5 0 35 16,-1-1-163-16,-1 1-131 0,2-3-80 0,0 1-51 15,0-3-41-15,0-1-29 0,2 0-27 0,-1-2-33 16,4-1-23-16,-1-2-3 0,1-2 9 0,2-2 13 16,-1 0 14-16,5 0 27 0,-3-2 17 15,0 2 4-15,0 0-5 0,1 2-7 0,-2 1-20 0,-3 0-20 16,1 4-3-16,-2 1-31 0,-1 1-5 15,0 3-9-15,0 0-23 0,2 1-14 0,-3 2-7 0,-1 0 16 16,3 5-9-16,-1 0 0 0,0 2 21 0,-1 3 14 16,2 2-6-16,-1 2-4 0,1 1-6 0,0 0-6 15,1 1-9-15,0-1-7 0,-1 0-6 16,0-1-7-16,1-2-1 0,0-1 2 0,0-3 0 16,0 0-4-16,1-2-1 0,0-2 2 0,-1-3-1 15,3-1 3-15,-1-1 1 0,1-5 1 0,2 0 3 16,-1-3-5-16,2-2 1 0,-1-2 2 0,0 0-2 15,-1 1-2-15,0-2 0 0,1 2 2 0,-2 2 3 16,-2 1-4-16,0 0-4 0,-2 4-2 0,0 1-2 16,0 0 1-16,-2 2-1 0,1 2-1 0,-1 0 7 15,-1 1-1-15,2 5 4 0,-2 0-2 0,0 2-2 16,0 4 3-16,0-2-7 0,0 2 0 0,0 2 1 16,0-1-4-16,0-1 0 0,0 2 2 15,3-1 0-15,-1-1-2 0,0-1 0 0,2 1-2 16,-2-3-16-16,3 2-21 0,-2-3-20 0,1 1-49 15,0-5-93-15,0 1-132 0,0-2-127 0,-1 0-239 16,0 0-264-16,2-1-157 0,-2-1 88 0,5-2 339 16,-4-2 332-16</inkml:trace>
  <inkml:trace contextRef="#ctx0" brushRef="#br0" timeOffset="16149.93">17069 1398 263 0,'0'0'479'0,"0"-2"185"0,0 2 54 0,0-2-188 0,0-2-135 15,0 0-79-15,3 0-43 0,-1-4-24 0,2 0-16 16,0-1-15-16,0-2-20 0,3 0-15 0,-1-3-13 16,1 2-15-16,0-1-13 0,1-1-1 0,0 1-17 15,-1-1-18-15,0 3-18 0,1-1-10 16,-3 1-10-16,2 3-22 0,-3 1-14 0,2 1-11 16,-3 2-7-16,-1 2-4 0,0-1-4 15,-1 1-4-15,2 2 7 0,-1 0 13 0,0 2 5 0,-1 1 14 16,3 1 1-16,-3 2 8 0,-1 2-2 0,2 1-9 15,-1 0-6-15,1 1-9 0,-2 2 2 0,3 0-6 16,-2-1-5-16,-1 1-5 0,2 0-3 0,-1 0 0 16,1-2-4-16,0-1-6 0,1 0-5 15,0 0 9-15,0-1 1 0,1-2-3 0,-1-2-6 0,0 1 3 16,3-2 4-16,-1-2 0 0,1-1 0 16,1-1 6-16,-1-4 0 0,3 0 0 0,-1-2 0 15,0 0-4-15,3-4-1 0,-3 2 1 0,0-1 4 16,2-1-4-16,0 1-1 0,-2 0 2 0,-1 3-1 0,-1 1-4 15,0 0-2-15,-1 2 1 0,-2 1-1 0,0 1 2 16,1 1 3-16,-3 2-4 0,3 2 4 16,-3 3 0-16,2 0 4 0,-1 1-5 0,1 4 4 0,-2-2 1 15,-1 2 0-15,2 1 2 0,-1 0-3 0,-1 1 4 16,2-1-6-16,0-1 0 0,-1-1-4 16,3 0 4-16,-3-2-3 0,1 0-2 0,1-4 4 15,0 1 0-15,0-4 5 0,2 0-3 0,-1-2 2 16,1-2 5-16,0-3-5 0,3-2 8 0,1-1-3 15,-1-3 0-15,2-1 2 0,2-2-1 0,0 0 0 16,-3 2-8-16,5-2 1 0,-3 0-2 0,2 1-3 16,0 1-2-16,-2 1 2 0,1 1 4 0,-2 3-5 15,-2 2 2-15,-2-1-2 0,2 3 2 0,-3 2-1 16,0 2-2-16,-1 0 2 0,1 2-1 16,-2 2 13-16,2 1 11 0,-2 3 11 0,-2-1 5 15,3 1 7-15,-3 3 3 0,3 0-11 0,-3 0-13 16,2-3-9-16,-1 3-8 0,1-2-2 0,0-2-2 15,3-1-3-15,-2 0 0 0,0-1 0 0,0-1 0 16,-1-1 0-16,0 0-2 0,2-1 1 0,-2 0 4 16,0 2-4-16,2-3-8 0,-4 4-47 0,1-1-44 15,-1 1-80-15,-1 2-172 0,-1-1-286 0,-1 4-298 16,4-2-252-16,-1 1-192 0,1 0 172 0,0 2 593 16</inkml:trace>
  <inkml:trace contextRef="#ctx0" brushRef="#br1" timeOffset="24706.12">12191 16142 154 0,'0'2'352'16,"2"0"151"-16,-2 0 114 0,0-1-215 0,2 0-113 16,-2 3-57-16,0-2-25 0,1 1-13 0,-1 0-19 15,2 0-22-15,-1 0-33 0,1 0-34 0,1 0-33 16,-1-1-24-16,-1-1 23 0,1 1 68 16,2-2 69-16,-4 0 53 0,3 0 45 0,-3-2 26 15,2 1-22-15,-2-2-58 0,0-2-51 0,0 2-45 16,0-3-35-16,-2 2-20 0,1 1 4 15,-1-1 14-15,-2 0 13 0,2 3 15 0,-1-2 10 16,0 1-9-16,0 1-21 0,0-1-21 0,1 2-20 16,0-1-23-16,-1 1-16 0,1 0-12 0,2 1-6 15,0-1-7-15,-1 2-4 0,1 1-3 16,0-1-3-16,1 0 0 0,-1 2-2 0,0-2 3 16,2 2 2-16,0-2-3 0,-1 0-2 0,3-1-34 15,-3-1-42-15,2 0-39 0,-1 0-79 0,0 0-134 16,-1-1-181-16,2-2-266 0,-1-2-243 0,2 3-223 15,-1-3 24-15,-1-1 406 0</inkml:trace>
  <inkml:trace contextRef="#ctx0" brushRef="#br1" timeOffset="25232.63">12533 15829 202 0,'3'2'401'0,"-1"1"167"0,-1 0 102 16,-1-3-164-16,2 1-110 0,0-1-61 0,-1 0-35 15,-1 0-34-15,0 0-45 0,3 0-55 16,-3-1-51-16,0 1-37 0,0 0-27 0,2 0-16 16,-2-2-9-16,4 2-7 0,-2-1-3 0,-1 1-4 15,3-3-1-15,-1 3 4 0,0-2 0 16,2 0 1-16,-2 2 0 0,2-4-2 0,1 2-1 16,-1-1-2-16,-2 1 1 0,0-2 16 0,2 2 22 15,-2-2 15-15,2 0 14 0,-1 1 16 16,-1 0 25-16,-3 0 10 0,2 0-6 15,-2 0 1-15,0 0-6 0,0 2-4 0,-2 1-17 0,2-2-9 16,-1 2 5-16,-1-1 1 0,2 1 5 16,-1 0-10-16,-2 0-14 0,1 0-13 0,1 1-23 15,-1 1-17-15,-1-1-16 0,1 1-7 16,2 0-3-16,-3 1 0 0,3 1 2 0,0 0-2 16,-1-1-5-16,1 0 2 0,1 2 1 0,-1-3 3 15,0 2-1-15,3-2 0 0,-1 1-2 16,0-2-12-16,1 0-20 0,0-1-30 0,1-2-77 15,-1-3-130-15,-3-1-159 0,4 0-239 16,-1-3-269-16,0-2-240 0,2 1-8 0,-2-5 347 16,2 2 412-16</inkml:trace>
  <inkml:trace contextRef="#ctx0" brushRef="#br1" timeOffset="25792.38">12986 15208 24 0,'0'8'323'0,"-1"-1"209"0,-1 1 188 0,2-1 65 0,-4 3-202 15,4-2-140-15,0 2-87 0,0 0-57 16,0-3-51-16,3 1-64 0,-2-2-69 0,2-1-54 15,-1 1-29-15,1-2-14 0,1-1-7 16,-1-2-2-16,0 1 21 0,0-2 31 0,2-2 26 16,-1-1 24-16,0-1 15 0,-1-1 7 15,0-1-13-15,-1-1-21 0,1-1-22 16,-2 1-17-16,1-1-2 0,-2 1 6 0,2 1 18 0,-1 0 28 16,-1 0 36-16,0 1 35 0,0 1 11 15,0 1-4-15,-1 1-22 0,-1 0-31 0,2 2-37 16,0 0-36-16,-2 0-28 0,-1 2-18 0,0 0-9 15,1 4-6-15,-1-2-1 0,2 4 0 0,-1-2 0 16,0 0-1-16,-2-1-2 0,4 2-2 16,0-1-3-16,-2-2-4 0,2 0-33 0,2 0-53 15,-2-2-49-15,0 1-49 0,4-2-88 16,-4-1-138-16,4-1-139 0,-3-2-220 0,2 1-229 16,2-2-201-16,0 2 41 0,1-3 360 0,-1-1 411 15</inkml:trace>
  <inkml:trace contextRef="#ctx0" brushRef="#br1" timeOffset="26226.33">13483 14781 182 0,'0'-2'477'0,"-3"2"263"15,1 2 208-15,-1 0-108 0,-1-1-164 0,1 2-145 16,-1-1-103-16,1 2-91 0,1 0-90 0,-2 1-91 16,2 1-66-16,-1 0-40 0,1 1-24 15,1-1-10-15,1 1-5 0,-2 0-4 0,2 0-3 16,2-1-4-16,-2-1 3 0,1-1-2 15,1-1-1-15,-1 0-3 0,3-3 0 0,-1 2 3 16,0-4 2-16,2-1-2 0,-2-1 1 0,0-2 3 16,3-2-1-16,-3-1-3 0,2 0 0 15,-2-1 2-15,1 1 1 0,-3 0 5 0,3 0 4 16,-3 1 3-16,-1 0 0 0,2 4 1 16,-2-1-2-16,1 1-4 0,-1 1-1 0,0 1-7 15,0 1-2-15,0 1-1 0,0 0-1 0,0 1-2 16,0 4-5-16,0-1-24 0,0 1-101 15,0-1-143-15,-1 3-191 0,1-4-291 0,1 1-273 16,-1-1-194-16,2-3 162 0,1-1 425 16</inkml:trace>
  <inkml:trace contextRef="#ctx0" brushRef="#br1" timeOffset="26628.42">13885 14194 300 0,'1'2'630'0,"1"-2"259"0,-2 1 129 16,1-1-221-16,-1 2-219 0,0 1-155 0,0 0-89 15,-1 3-63-15,1-1-68 0,-2 3-58 0,2 0-47 16,0-1-32-16,0 1-24 0,0-3-15 15,0 3-5-15,2-2-9 0,-2-1-9 0,1-2-2 16,1 1-3-16,0-2 4 0,-1-1-4 16,3 1 0-16,-3-1 4 0,2-1-2 0,2-1 4 15,-2-1-3-15,0-1-1 0,0 0-2 0,2-1-3 16,-2-1-1-16,2 1 0 0,-2 0 0 16,2-2 4-16,-1 1 1 0,-2-1 4 0,1 1-1 15,-1 1 1-15,0-1-2 0,-1 2-2 16,-1 0 1-16,0 0-2 0,2 1 0 0,-2 1 0 15,0 1-3-15,0 0 3 0,0 1-7 0,0 1-19 16,-2 2-72-16,2 0-126 0,-1-3-157 16,1 4-289-16,0-3-271 0,0 0-230 0,0 1 17 15,0-3 366-15,1-5 408 0</inkml:trace>
  <inkml:trace contextRef="#ctx0" brushRef="#br1" timeOffset="27117.49">14569 13441 283 0,'-4'12'644'0,"-3"-1"313"16,-2-1 148-16,4 2-220 0,-3 0-258 0,3-1-197 15,0-1-106-15,2-2-93 0,-1 1-76 16,2-4-66-16,1 1-42 0,-1-1-22 0,2-2-12 15,0 0-4-15,0-2-6 0,3 1 4 16,-3 1 5-16,5-6 3 0,-2 1 5 0,0 0 0 16,0-3 12-16,2 0 9 0,-2 1 13 15,2-2 11-15,-2 0 14 0,-1-2 13 0,4 3 11 16,-4 1 9-16,-1-1-1 0,1 0-5 0,-1 3-7 16,-1-2-10-16,2 3-17 0,-2-1-20 0,0 2-10 15,-2-1-14-15,2 2-14 0,-3-1-11 16,2 3-6-16,-3 1-5 0,0 3-22 0,-1-2-44 15,2 0-46-15,1-1-52 0,-1 3-108 0,0-3-170 16,1-1-208-16,1-1-255 0,1-2-237 16,0 0-164-16,1-5 207 0,-1-4 490 0</inkml:trace>
  <inkml:trace contextRef="#ctx0" brushRef="#br1" timeOffset="27543.44">15031 12872 190 0,'-5'11'562'0,"0"1"339"0,1-1 206 0,-4 2-158 0,0-1-265 15,2 2-198-15,-1 0-131 0,0-1-101 0,2-2-94 16,0-1-63-16,3-1-44 0,1-2-23 16,-1-1-16-16,2-1-6 0,0-3-1 0,2 0 0 15,-1-2 0-15,3 0-2 0,0-3 1 16,1-2-1-16,1 0-3 0,-1-1 0 0,1-3 2 15,-1 0 9-15,0 0 21 16,3 1 27-16,-5 2 20 0,0-2 13 0,0-1 9 0,0 3-4 16,-1 2-16-16,0 1-15 0,-1-1-20 0,-1 2-16 15,0-1-17-15,-1 1-40 0,-1 1-45 16,0 0-66-16,-1 1-149 0,0-2-217 0,0-2-296 16,1-1-264-16,2-1-233 0,0-3-17 15,0-3 486-15</inkml:trace>
  <inkml:trace contextRef="#ctx0" brushRef="#br1" timeOffset="28561.04">15508 12571 264 0,'2'6'543'15,"-1"-2"268"-15,-1-3 176 0,0 0-187 0,0-3-169 16,0-2-121-16,0-1-72 0,0 1-16 0,0-2-9 15,2-1-46-15,-2-1-49 0,0 2-39 16,0-1-38-16,-2 0-60 0,2 0-62 0,0 3-39 16,-1-1-24-16,1 1-18 0,-2 0-13 15,2 2-10-15,0-2-5 0,0 3-4 0,-1 0-4 16,-2-1-5-16,3 0-15 0,0 1-47 16,-2 0-73-16,1-2-141 0,1-2-231 0,0-1-307 15,0-3-362-15,1 1-328 0,1-5-96 0,1 0 560 16,-2-3 655-16</inkml:trace>
  <inkml:trace contextRef="#ctx0" brushRef="#br1" timeOffset="29149.39">15614 11498 347 0,'-6'7'674'0,"3"-3"315"15,0 1 146-15,-3-1-297 0,3-1-238 0,-1-2-165 16,1 1-114-16,1 0-103 0,-1 0-88 15,3 1-56-15,-3-2-38 0,1 0-16 0,1 0-11 16,-1 2-3-16,1 1-7 0,-4 0-2 0,4 1 1 16,-3 1-12-16,1 0-45 0,0 0-100 15,-2 1-130-15,-1-1-177 0,1 2-294 0,-3 0-267 16,-1 2-143-16,-1 2 159 0,-4 0 383 16</inkml:trace>
  <inkml:trace contextRef="#ctx0" brushRef="#br1" timeOffset="29502.62">14896 12405 170 0,'-4'6'568'0,"-2"-1"349"0,3-1 209 0,-1-2-138 0,0 2-273 16,0-3-162-16,1 3-110 0,1-3-91 0,2 0-82 15,-1-1-67-15,-1 1-45 0,2-1-54 16,0 0-46-16,-1 2-24 0,-2-2-19 15,1 3-10-15,-1-3-12 0,2 2-41 0,-3-2-42 16,-1 6-49-16,-1-1-113 0,-2-3-154 0,-3 4-244 16,3 0-259-16,-3 3-238 15,-1 0-147-15,-1 2 261 0,-3 1 469 0</inkml:trace>
  <inkml:trace contextRef="#ctx0" brushRef="#br1" timeOffset="29777.15">14337 13016 249 0,'-14'11'524'0,"2"-2"203"0,0 0 92 0,2-2-256 15,-1-3-227-15,2 0-157 0,3 0-83 16,-1-3-38-16,2 0-25 0,-1 1-14 16,2-2-16-16,-1 0-35 0,0 0-56 0,0 1-80 15,0-1-150-15,-1 3-246 0,0 0-141 16,-2 0-3-16,3 2 136 0,-3-1 206 0</inkml:trace>
  <inkml:trace contextRef="#ctx0" brushRef="#br1" timeOffset="29997.07">13886 13403 181 0,'-5'11'391'0,"-1"-6"157"0,-1-1 106 0,0 0-204 0,2 2-178 16,-1-5-102-16,1 2-51 0,-1-3-28 0,1 2-23 15,2-2-40-15,0-2-50 0,-2 2-61 16,3-2-92-16,-2 2-242 0,-4-1-160 16,3 1-43-16,-3 1 76 0,2 1 162 0</inkml:trace>
  <inkml:trace contextRef="#ctx0" brushRef="#br1" timeOffset="30209.66">13571 13708 150 0,'-9'8'378'0,"0"0"163"0,-1 1 108 16,-1-2-192-16,0 0-200 0,1-1-119 16,-2 0-63-16,4-1-35 0,-2-3-16 0,1 3-12 15,1-2-9-15,2 0-16 0,-1 0-32 0,-2 0-60 16,3 3-162-16,-2-4-202 0,1 2-95 15,-1 0 17-15,-1 1 117 0,1 0 159 16</inkml:trace>
  <inkml:trace contextRef="#ctx0" brushRef="#br1" timeOffset="30404.13">13205 14044 191 0,'-9'6'391'0,"1"0"148"16,0 0 93-16,-1-2-247 0,0 0-182 16,3-2-97-16,0 0-46 0,-3 0-31 0,2-1-31 15,-1-1-50-15,1 0-136 0,1 0-228 16,-2 0-115-16,-1 1-10 0,-1-1 90 0,2 2 147 16</inkml:trace>
  <inkml:trace contextRef="#ctx0" brushRef="#br1" timeOffset="30571.53">12911 14266 71 0,'-7'11'279'0,"-1"-1"126"16,-2-1 101-16,0 2-128 0,2-2-170 0,-3-2-104 15,3 1-67-15,0 0-76 0,-1-3-218 0,1 0-144 16,0-2-44-16,2-2 36 0,-1 1 97 15</inkml:trace>
  <inkml:trace contextRef="#ctx0" brushRef="#br1" timeOffset="30762.11">12677 14556 156 0,'-10'12'330'0,"2"0"126"15,-3-1 71-15,2 2-210 0,-1-3-144 16,1 3-85-16,-2-3-37 0,3-1-25 0,0 0-14 16,1-2-22-16,0-1-59 0,1 2-227 0,-1-4-135 15,1 2-37-15,-1-1 42 0,0 0 107 16</inkml:trace>
  <inkml:trace contextRef="#ctx0" brushRef="#br1" timeOffset="30938.94">12346 15031 174 0,'-11'21'438'0,"-5"-2"193"0,2-2 108 0,0 1-175 16,-2 2-254-16,0-5-148 0,0 3-97 16,-1-3-83-16,0-3-90 0,3 0-221 0,-4-2-214 15,5-2-109-15,-4-3 20 0,1-3 139 16,-1 2 195-16</inkml:trace>
  <inkml:trace contextRef="#ctx0" brushRef="#br1" timeOffset="31636.8">11211 14729 203 0,'-1'2'394'0,"-3"1"145"0,3-3 89 16,-1-3-260-16,5-3-173 0,1-3-104 0,0-5-77 16,4-2-86-16,3-4-217 0,0-2-174 0,5-1-74 15,-2-7 38-15,2 1 119 0</inkml:trace>
  <inkml:trace contextRef="#ctx0" brushRef="#br1" timeOffset="31832.66">11704 14114 229 0,'12'-8'463'0,"-3"-1"172"15,-3 1 89-15,-1 1-245 0,0-3-230 0,-2 2-117 16,3-3-62-16,0-1-35 0,2-2-15 0,1-4-9 16,4 2-6-16,0-5 1 0,3 1-1 0,0-4-7 15,3 2-38-15,-2-1-66 0,2-1-77 16,0 1-255-16,-3-1-152 0,3 1-48 15,-1-1 92-15,-1 2 171 0</inkml:trace>
  <inkml:trace contextRef="#ctx0" brushRef="#br1" timeOffset="31998.23">12329 13414 272 0,'14'-12'453'0,"-6"1"152"0,2 1 53 0,-1-2-272 16,-1-1-186-16,0-2-95 0,3 0-50 0,0-5-25 15,3 1-15-15,4-4-24 0,0-4-48 16,3 2-78-16,4-4-223 0,-1-1-170 0,4 0-61 16,1 2 52-16,-1-3 147 0</inkml:trace>
  <inkml:trace contextRef="#ctx0" brushRef="#br1" timeOffset="32150.86">12917 12814 236 0,'14'-6'484'0,"-4"1"183"0,-2-1 103 16,-1 0-216-16,0 1-185 0,-2-1-99 0,1-3-53 15,3-2-28-15,-1-2-26 0,2-1-38 16,6-3-44-16,-2 1-34 0,3-3 1 0,4-1 4 16,1-1-23-16,3-1-29 0,2-2-69 0,1 0-99 15,1-3-146-15,1 0-297 0,2 2-189 16,1 0-83-16,0 0 123 0,-1-1 263 16</inkml:trace>
  <inkml:trace contextRef="#ctx0" brushRef="#br1" timeOffset="32307.6">13711 12206 380 0,'20'-9'678'0,"-5"1"209"16,-1-1 74-16,-3 0-244 0,1 0-221 0,-2-1-131 16,1-3-77-16,3-2-39 0,-1 0-49 15,3-1-66-15,0-2-56 0,2-1-38 0,3-3-15 16,1 2-11-16,2-3-50 0,1 0-109 0,2-1-136 16,-1 0-168-16,2-1-291 0,1 1-265 15,1-2-120-15,-2 2 185 0,4-3 366 16</inkml:trace>
  <inkml:trace contextRef="#ctx0" brushRef="#br1" timeOffset="32450.7">14493 11528 85 0,'24'-22'544'0,"-5"1"381"0,-2 0 228 0,-4 0-15 15,-2 1-393-15,0 1-266 0,0 2-140 0,-3-3-90 16,2 1-78-16,-1 2-58 0,-1-2-39 16,3-1-31-16,2-1-24 0,-2 1-26 0,3 0-69 15,-3-2-183-15,2 2-295 0,-4-3-273 0,1-1-284 16,-2 0-226-16,-1-1 129 0,-3-3 604 15</inkml:trace>
  <inkml:trace contextRef="#ctx0" brushRef="#br1" timeOffset="34064.11">15064 10203 212 0,'-8'3'367'0,"-1"0"136"0,0-2 45 15,0 2-172-15,1-1-94 0,-1-1-32 16,1 1 4-16,-1-1 3 0,1 1-10 0,-5-2-20 15,5 1-18-15,-1 1-24 0,-4-1 0 0,0 0-3 16,-1 4 7-16,2-2 8 0,-6 3 4 0,1 0-7 16,-4 2-25-16,2 0-16 0,-5 4-21 15,-1-1-26-15,0 3-10 0,-2 0 1 16,-3 2 0-16,0 0 6 0,-1 1 10 0,-4 1 7 16,-2 1 1-16,1 1-9 0,-5 1-13 15,1 1-5-15,-3 0-9 0,-4 3-13 0,1 0-15 16,-1 3-13-16,-2-2-3 0,-2 3-10 0,-1-1-9 15,1 2-12-15,-1 2-6 0,-1 1-3 16,-1 1 7-16,3 1-2 0,-1 0 1 0,0 0 6 16,4 1 4-16,0 0 0 0,-2-1-8 0,3 1-5 15,-1-1-2-15,1 3-4 0,3-1 8 0,-2 3 1 16,1-1 4-16,-2 1 0 0,3 1 6 16,-3 1-5-16,0 0-9 0,0 3-1 0,3-2-3 15,-2 2-1-15,0-1 1 0,4 0 9 0,0 0 4 16,1-1 0-16,0-1 0 0,3 1 0 15,0-1-5-15,3 0-4 0,1-2-1 0,-1 2-2 16,0-1 6-16,2 1 1 0,3-2 0 16,-2 0 4-16,2 3 0 0,0-3-4 0,0 1-6 15,-1-1-3-15,-1 0 0 0,2-1-3 0,0 1-1 16,-2-1 4-16,-1 0 2 0,2-1 0 0,-3 4 0 16,1-3 0-16,1 4 0 0,-1 0 0 15,0-1-2-15,1 2-1 0,-1-3 2 0,1 3 0 16,-1-1 0-16,3 0 1 0,0 0 2 15,2-2-2-15,1-1 1 0,0 2 0 0,0-2 0 16,2-1-2-16,3 1 1 0,-2 0 0 0,2 1 0 16,0-1 0-16,1 1 7 0,1 0 2 0,-1 0 0 15,0 0 2-15,1 1 0 0,2-2 2 16,-2-1-5-16,0-1-9 0,3-1-3 0,-3 3-3 16,1-5 0-16,2 2-3 0,-2 1 0 15,1-2 6-15,-2 0 4 0,-1-1 0 0,2 1 0 16,-1-2 1-16,-2 1 0 0,-1 0-2 0,1 5 1 15,-5 0-1-15,1 1-2 0,-3 1-1 16,-1 1 2-16,0 1 1 0,-3-1 1 0,1 1 1 16,1-1 1-16,-3 2-1 0,3 0 1 0,-4 0-2 15,2 0-1-15,-1 2 0 0,0-2 1 16,0 0 1-16,0 0-1 0,2 0-1 0,2 0 1 16,0-2-1-16,3 0 0 0,0 0-1 0,2-4 0 15,3-1 2-15,0 2-1 0,1-4 1 16,2 1 1-16,2 1 1 0,-1-2 0 0,4 0 1 15,-2 0 0-15,2-1-1 0,0 1 2 0,3-1-1 16,-2 1-2-16,1 0-1 0,0 3-1 16,0 0 1-16,-1 1-3 0,-2 4-1 0,0 1 1 15,-2 1 2-15,-2 1 1 0,-2 0 0 16,-1-1 2-16,1 0-1 0,-1-3 1 0,0-1-8 16,-3-7-31-16,4-4-66 0,-4-7-97 0,1-6-168 15,1-11-286-15,2-6-324 0,2-9-336 0,2-7-205 16,6-11 194-16,4-6 649 0</inkml:trace>
  <inkml:trace contextRef="#ctx0" brushRef="#br1" timeOffset="36096.83">11795 6280 124 0,'-7'2'316'0,"1"1"140"0,-2 0 121 0,2-2-156 15,1 2-85-15,0 0-22 0,-1 0-10 0,1 0 0 16,1 0-2-16,-1 2-16 0,1-1-23 16,0 2-18-16,-1 2-10 0,0-1-13 0,-3 3-17 15,0 1-22-15,0 1-25 0,-4 2-31 0,1 1-17 16,-2 0-12-16,-3 6-16 0,-1 0-15 16,-2 3-9-16,-1 2-4 0,-3 0-19 0,1 4-12 15,-2 0-6-15,-2 3-5 0,-1 2-6 0,-2 0-5 16,-1 2 2-16,-1-1 1 0,-2 2 4 15,-1-1 8-15,1 1-5 0,-3 0-6 0,-1 3-5 16,-4-1 1-16,2 2-7 0,-1 0-3 0,-1 1 29 16,0-4 18-16,1 4 7 0,2-2 6 15,-1-2 1-15,3 3 9 0,1-3-9 0,0 4-8 16,0-1 0-16,3-2 1 0,1 2 1 16,-1-1-6-16,2 1-6 0,3-1-2 0,0 2-16 15,1-1-8-15,0 0-6 0,1 0-4 16,-1-1-6-16,3-2 2 0,-1 3 9 0,1-3 4 15,0 4 10-15,1-2 10 0,2-3 6 0,1 3 5 16,0-2 5-16,0 0-3 0,3-2-8 0,-1 1-14 16,2-1-9-16,-2-2-9 0,4 4-5 0,-1-3 0 15,1 3-3-15,2-3 10 0,0 3 2 16,2-3 1-16,1 4 0 0,-1-2-1 0,2 1 4 16,1 0 0-16,1 3 1 0,0-2 0 15,2 2 8-15,-3-1 2 0,4 0-3 0,-1 0-1 16,0-1 1-16,1-1-5 0,2 2-11 0,-3-2-4 15,3-1 3-15,-1 1-3 0,-1-3-2 16,2 1 4-16,0-1 3 0,0-4 2 0,3 0-3 16,0-1 1-16,2 0 6 0,0-1 5 0,2 0 4 15,2 0 2-15,0 2 1 0,0-3-1 16,3 3-3-16,-3-2-6 0,5 1 7 0,-3 1-1 16,2 1 4-16,1 1-7 0,-2-1 0 0,1 3-1 15,0 1-7-15,3 1-4 0,-2 1-1 16,3 1 4-16,-2-1 2 0,5 0 0 0,-2-1-1 15,4 0-1-15,2 1-1 0,-1-3 6 0,1 1 2 16,3 1 0-16,0-2-1 0,1 2 1 16,-1-2 2-16,0 0-8 0,1-1 0 0,-1 1 2 15,2-1 4-15,-4 0 0 0,5-1-7 0,-3 1-1 16,3 1-4-16,-1 1-2 0,1-5-3 0,0 2-1 16,0-2 6-16,0-1 3 0,0 0 0 15,-2-1 2-15,2-2 1 0,-1 0-1 0,-1 0-1 16,1 0-1-16,-3-1 6 0,0-2 4 15,1 0 1-15,-2 1-1 0,4 0-1 0,-4 0 0 16,0-1-7-16,-3-1-2 0,4 2-3 0,-3-1 1 16,1-1 1-16,-2-1 0 0,0 2 1 15,0-2 1-15,-4 0 2 0,2 1-1 0,-1-1 1 16,-3-2 0-16,1 3 3 0,0-3 0 16,-2 0-1-16,-2-1 1 0,1 0 1 0,-1 0-2 15,1-1-2-15,-3 0-1 0,2 0-5 0,-1-3-6 16,1 2-1-16,-1-1-1 0,1 1-1 15,0 0-1-15,1 0 5 0,-1 1 6 0,-1-2 0 16,1 6 8-16,1-3 2 0,0 3 3 16,-1-2 0-16,3 1-1 0,-3-1 0 0,1-1-7 15,-1-1-3-15,0-1-1 0,-1-3-1 0,-1 0-1 16,1-3-1-16,-2-1 3 0,1-2-2 16,0-2 0-16,-3 1 1 0,2-2-3 0,0-2-5 15,-2 1-13-15,-1-3-19 0,-1 2-43 0,3-2-59 16,-4 2-52-16,0-2-89 0,0 1-147 15,-2-1-204-15,0 0-259 0,2-2-222 0,-4 0-199 16,-1-4 101-16,-4-6 474 0</inkml:trace>
  <inkml:trace contextRef="#ctx0" brushRef="#br1" timeOffset="37139.76">11471 11131 125 0,'6'0'368'0,"-2"0"165"0,0 0 110 0,0-1-141 16,1 1-239-16,-2-2-130 0,2 0-82 16,3-1-91-16,-2 2-211 0,-1-2-210 0,2 2-99 15,-3-1 0-15,2 0 103 0,-1 2 175 16</inkml:trace>
  <inkml:trace contextRef="#ctx0" brushRef="#br1" timeOffset="37322.98">11747 11125 56 0,'9'-2'299'16,"-4"1"150"-16,2 0 121 0,-2-1-72 0,-1 2-223 16,4-3-134-16,-3 2-69 0,1 0-37 0,1-1-19 15,-1 0-43-15,1-1-80 0,-2 2-239 0,2-1-137 16,-1 1-40-16,-1-1 54 0,2 1 130 15</inkml:trace>
  <inkml:trace contextRef="#ctx0" brushRef="#br1" timeOffset="37518.9">12062 11051 250 0,'6'0'414'0,"0"0"137"16,1 0 30-16,-2 0-235 0,1 0-169 0,-2-1-87 15,3 1-40-15,-2-2-21 0,1 1-12 0,3-2-3 16,-2 0-10-16,-1 1-16 0,2-2-57 16,0 1-175-16,-2 2-195 0,2-2-96 0,0 1 14 15,1 1 92-15,3 0 161 0</inkml:trace>
  <inkml:trace contextRef="#ctx0" brushRef="#br1" timeOffset="37684.92">12446 11003 139 0,'14'-4'308'0,"-3"-1"123"0,0 0 80 0,2 0-169 0,-2 1-126 16,0 0-47-16,2 0-28 0,-2 1-3 0,3 0-12 15,-1 2-17-15,1 0-26 0,-3 1-13 16,3 0-12-16,0 0-23 0,-2 1-11 0,2 0-7 16,-2-1-14-16,-2 2-53 0,2-1-69 15,-2-1-281-15,-2 2-163 0,1-2-64 0,-2 0 53 16,-1-2 161-16</inkml:trace>
  <inkml:trace contextRef="#ctx0" brushRef="#br1" timeOffset="38073.41">11423 10643 321 0,'5'1'609'0,"-4"-1"202"0,3 0 62 16,-3 0-282-16,2-1-273 0,3-1-159 0,-3 0-78 15,2 0-36-15,0-2-17 0,2 2-12 16,-1-3-3-16,5 3-2 0,-2-1 0 0,1 0 0 16,2 2-30-16,-2-1-70 0,1 2-102 0,3 2-224 15,-2-1-231-15,1 0-147 0,-1 4 10 16,-1-5 189-16,3 2 253 0</inkml:trace>
  <inkml:trace contextRef="#ctx0" brushRef="#br1" timeOffset="38242.01">12038 10626 51 0,'16'0'292'0,"-2"0"151"15,-3 2 120-15,0-2-53 0,0 0-225 0,-1 0-123 16,-1-2-67-16,2 2-33 0,-1-2-18 0,4-1-15 15,-3-1-14-15,2-1-15 0,3-1-36 16,-2-1-63-16,3-1-117 0,2 2-212 0,-3-1-100 16,4-1 4-16,1 0 106 0,1 2 149 0</inkml:trace>
  <inkml:trace contextRef="#ctx0" brushRef="#br1" timeOffset="38421.18">12686 10524 80 0,'19'2'271'0,"-1"2"122"0,-1-2 111 15,-1 0-126-15,1 0-149 0,-1-2-62 16,0 0-4-16,-2-2-11 0,3 0-13 0,-1 1-18 16,2-2-20-16,-1-1-13 0,0-1-35 0,1-1-22 15,-2 0-12-15,2 0-13 0,-3-1-5 16,2 0-19-16,-4-1-62 0,1 0-207 0,-4 0-206 16,-2 2-105-16,-4-1-6 0,-2 0 112 15,-2-2 185-15</inkml:trace>
  <inkml:trace contextRef="#ctx0" brushRef="#br1" timeOffset="38944.51">10705 10184 222 0,'5'7'425'0,"0"-3"150"0,-1 0 91 0,3-3-270 16,-1-1-190-16,3-1-101 0,-1-3-48 0,1 0-26 15,3-3-16-15,-1 2-4 0,3-3-1 16,2-1-5-16,1 2-3 0,1-2 0 0,4 1 4 16,-2 2-29-16,3 0-51 0,0 2-79 0,-1 1-242 15,-1 2-142-15,1 1-45 0,-1 0 82 16,-2 1 151-16</inkml:trace>
  <inkml:trace contextRef="#ctx0" brushRef="#br1" timeOffset="39116.06">11529 10108 39 0,'20'1'287'0,"-2"-1"155"0,-4 3 122 0,3-3-39 15,-4 2-237-15,3 0-135 0,-3 0-73 16,-1-1-38-16,4 0-17 0,-2-1-7 0,4 0-7 15,-1 0-3-15,5-2-19 0,0-2-42 16,2-1-75-16,-2 0-244 0,4 0-128 0,-1 0-32 16,0 1 70-16,-1 0 136 0</inkml:trace>
  <inkml:trace contextRef="#ctx0" brushRef="#br1" timeOffset="39314.94">12454 10043 209 0,'12'6'403'0,"-2"-2"148"0,1 0 64 16,-2-1-275-16,1 2-185 0,-2-2-97 0,4-2-50 15,0-1-26-15,-1-1 11 0,6-4 9 16,0 2 25-16,1-3-6 0,2 1-17 0,-2-3-51 16,4 0-123-16,0 1-209 0,0-2-130 15,1-1-7-15,0 2 90 0,2-1 145 0</inkml:trace>
  <inkml:trace contextRef="#ctx0" brushRef="#br1" timeOffset="39521.04">13406 9951 140 0,'19'3'337'15,"-3"-2"142"-15,2-1 106 0,-2 0-201 0,0-1-136 16,1-2-76-16,-1 3-50 0,1-2-30 0,-2-3-19 15,2 3-24-15,-1-2-23 0,1 0-14 16,-2 1-8-16,2-2-8 0,-1 1-6 0,1 0-18 16,2-2-35-16,-3 1-75 0,0-1-218 0,-2 0-158 15,-3 2-48-15,3-3 52 0,-4-1 137 16</inkml:trace>
  <inkml:trace contextRef="#ctx0" brushRef="#br1" timeOffset="40153.99">10797 9778 13 0,'11'2'348'0,"-3"-1"242"0,-2 0 178 16,0 1 53-16,-3-2-336 0,2 0-225 15,-1 0-129-15,0-2-66 0,1 0-31 0,3-2-17 16,0 0-9-16,1 0-6 0,5-4 1 0,2 1-3 16,3-1 2-16,0 0-10 0,5-3-60 15,1 4-92-15,2 0-242 0,0 0-205 0,1-1-123 16,-2 2 9-16,-1-2 179 0</inkml:trace>
  <inkml:trace contextRef="#ctx0" brushRef="#br1" timeOffset="40342.67">11825 9621 256 0,'21'3'630'0,"-3"-1"250"0,-4 0 69 0,-1 0-180 16,1-1-377-16,-3-1-197 0,2 0-91 16,1-1-47-16,-1-3-23 0,4-1-9 0,1-3-7 15,2-2-2-15,4-2 17 0,1-3-23 0,2 0-75 16,2-2-105-16,1-1-174 0,1 0-270 15,-1 2-226-15,0 0-83 0,0 2 149 0,-3 2 290 16</inkml:trace>
  <inkml:trace contextRef="#ctx0" brushRef="#br1" timeOffset="40489.08">12851 9413 130 0,'20'4'303'0,"-1"-2"142"0,-3 0 110 15,3 1-218-15,0-3-140 0,2-3-99 0,-3 0-114 16,3-2-274-16,3-2-150 0,-1 0-43 16,1-2 51-16,0-2 122 0</inkml:trace>
  <inkml:trace contextRef="#ctx0" brushRef="#br1" timeOffset="40671.14">13622 9243 301 0,'14'4'543'16,"-2"0"181"-16,-3-2 70 0,0 1-280 0,-1-3-251 16,2 0-128-16,1-1-63 0,0-3-33 0,0 0-19 15,3-2-15-15,-1-2-8 0,1 0-42 16,-1-1-69-16,3-2-113 0,-4 2-268 0,-2 0-155 16,2 0-55-16,-2-1 91 0,-4 0 202 0</inkml:trace>
  <inkml:trace contextRef="#ctx0" brushRef="#br1" timeOffset="41199.81">10746 8894 29 0,'5'10'394'0,"0"-4"261"15,-2-2 171-15,3 0 34 0,2-2-350 0,5-2-264 16,2-2-123-16,5-3-62 0,3-4-27 16,6-2-17-16,2-4-21 0,4-1-43 0,3-2-66 15,3-2-85-15,-1-1-144 0,-1 1-250 0,2 3-136 16,-3 0 9-16,-3 2 151 0,-2 5 209 15</inkml:trace>
  <inkml:trace contextRef="#ctx0" brushRef="#br1" timeOffset="41379.83">11736 8785 112 0,'24'5'336'0,"-2"-1"152"0,-3-2 107 0,1-2-146 15,-2 0-192-15,2-2-101 0,2-2-48 0,-1-3-25 16,1 0-11-16,5-3-5 0,2-2-19 15,2-4-14-15,4 0-10 0,1-2 16 0,5 1 13 16,2-3-10-16,-2 2-56 0,5 0-96 0,-1 3-277 16,-2-2-187-16,0 5-89 0,-3 1 50 15,1 3 178-15</inkml:trace>
  <inkml:trace contextRef="#ctx0" brushRef="#br1" timeOffset="41529.43">12979 8628 223 0,'17'4'416'0,"0"-1"147"0,-4 2 86 16,0-4-276-16,1-1-182 0,0 0-97 16,2-3-48-16,-1-2-23 0,0 0-10 0,1-3-7 15,5 0-44-15,-4-3-180 0,0 2-215 0,2-2-109 16,-3 1-13-16,-2-1 84 0,-3 1 163 0</inkml:trace>
  <inkml:trace contextRef="#ctx0" brushRef="#br1" timeOffset="42112.27">10871 8245 358 0,'8'5'626'0,"-3"-1"196"0,-1-1 51 0,0 0-309 16,-3 0-268-16,1-1-143 0,-1-1-74 0,1 1-40 15,1-2-23-15,0 0-13 0,5-3-3 0,5-2 0 16,1-2-22-16,5-3-48 0,3-3-66 15,1 1-80-15,3-1-128 0,3-1-252 0,-1 1-128 16,1 1 15-16,-3-3 149 0,3 2 203 16</inkml:trace>
  <inkml:trace contextRef="#ctx0" brushRef="#br1" timeOffset="42285.81">11570 8005 218 0,'14'-4'339'0,"0"4"109"0,-1-2-20 0,0 0-175 15,1-1-96-15,0 2-43 0,2-1-26 0,-2-3-15 16,0 0-4-16,2 0-17 0,3 1-16 16,-3-2-17-16,5-2-1 0,1 1-3 0,0-3-1 15,0-1-6-15,0-2-34 0,0-1-71 16,-1 1-247-16,-1-2-132 0,1 0-37 0,-3-2 53 16,0 1 132-16</inkml:trace>
  <inkml:trace contextRef="#ctx0" brushRef="#br1" timeOffset="42489.62">12458 7658 298 0,'18'2'508'16,"-4"-1"165"-16,-1-1 74 0,-3 0-311 0,0-1-205 16,1-1-110-16,-1-2-55 0,4 0-30 15,-1-3-15-15,4-3-8 0,2 1-6 0,5-4-3 16,1 1-3-16,2-2 1 0,1 1-20 0,4-1-41 15,1 0-56-15,-1 1-63 0,4 1-95 0,-2 0-240 16,1-1-93-16,-4 1 28 0,1 2 120 16,-2-1 158-16</inkml:trace>
  <inkml:trace contextRef="#ctx0" brushRef="#br1" timeOffset="44186.9">10141 10180 167 0,'-23'13'360'0,"-4"-3"141"0,-1 0 103 15,1 2-214-15,0 0-139 0,-1 0-13 16,-2-3 28-16,3 3 35 0,-1-1 25 0,-1 1 13 15,1-2 2-15,-1 2-44 0,1-1-39 0,-1 0-28 16,-1 1-33-16,0-1-27 0,0 3-28 16,0-2-28-16,0 1-27 0,0 0-20 0,-2 1-16 15,2 1-12-15,-3 0-7 0,-2 0-5 16,-1 1-2-16,0 0 4 0,-1 0 6 0,-2 1 5 16,-2-2 11-16,1 3 5 0,-3-2-1 15,-1 0-3-15,0 1-7 0,-2 2-4 0,0-3-15 16,-1 2 4-16,-1 1 26 0,0 0 12 0,0 0 6 15,-1 0 2-15,3 1 1 0,-1-3-11 0,-1 2-25 16,2-3-19-16,0 1-9 0,1-2-5 16,0 0-4-16,1-2-2 0,3 1-4 0,0-2-1 15,0 0-4-15,3-1 2 0,1 0 3 0,1-1 2 16,3 0 9-16,-2-1-6 0,4-1-4 16,-1 0-4-16,2 0-1 0,3-1-6 15,-2 0-7-15,1-4 10 0,-1 4 6 0,3-3 1 16,-1 2-3-16,0-1 5 0,0-2 0 0,0 2-3 15,-1-3-2-15,1 3 3 0,-2-1-1 0,-1 1 2 16,2-3 0-16,-2 3 1 0,0-2 0 16,1 1 0-16,-1 0 1 0,0-1 8 0,2 3 3 15,-1-1 4-15,-1 1 0 0,2-2 0 0,1 2 1 16,0-2-10-16,0 3-11 0,0-2-9 16,0 1 0-16,2 0-3 0,-2 0-2 0,1 1-3 15,-1 0 9-15,1 1 5 0,-2 2 0 0,-1-1 4 16,2 2 1-16,1-3 1 0,-3 1 1 15,2 0-1-15,-3 0 0 0,0 0 0 0,0-1 1 16,-3-2-1-16,1 0 1 0,-1 0 3 16,0 0 2-16,-2-2 7 0,3 0 2 0,-1 1 1 15,0-1-2-15,3 1-5 0,1 1-2 0,-1 0-9 16,4 2-18-16,2-1-41 0,2 2-39 16,4 2-47-16,1-2-114 0,4-1-160 0,4 3-220 15,4-2-250-15,4-2-246 0,5 2-145 0,1-5 249 16,3-1 453-16</inkml:trace>
  <inkml:trace contextRef="#ctx0" brushRef="#br1" timeOffset="46194.39">6899 12064 185 0,'22'14'396'0,"-4"-1"155"0,1 1 101 15,3 1-197-15,-3 2-189 0,0-2-100 0,1-2-49 16,0-1-31-16,-2-2-17 0,2-2-40 16,0-1-31-16,-1-2-44 0,0-3-67 0,3 1-204 15,-2-1-202-15,0-2-97 0,2-2 19 0,-2-1 128 16,1 3 182-16</inkml:trace>
  <inkml:trace contextRef="#ctx0" brushRef="#br1" timeOffset="46372.32">7761 12379 147 0,'16'11'339'0,"-5"-3"137"15,-3 2 95-15,0-2-216 0,1 0-166 16,-1 1-91-16,-1-3-47 0,-1 0-28 0,3 1-11 15,-2-3-6-15,2 0 0 0,-1 0-8 16,3-2-32-16,0 3-67 0,0-3-243 0,0 2-121 16,1-1-31-16,0 1 61 0,-2-1 128 0</inkml:trace>
  <inkml:trace contextRef="#ctx0" brushRef="#br1" timeOffset="46542.2">8490 12705 114 0,'13'11'314'0,"-4"0"137"15,2 1 101-15,-3-3-171 0,0 1-177 0,1-2-112 16,-1-2-72-16,0-1-75 0,2-2-140 0,2-2-194 16,0-2-79-16,2-1 22 0,0 1 95 15</inkml:trace>
  <inkml:trace contextRef="#ctx0" brushRef="#br1" timeOffset="46711.94">9102 12856 187 0,'11'12'329'0,"-3"1"117"16,0-5 13-16,3 1-186 0,-2 1-128 15,1-3-68-15,-1 0-38 0,2-2-43 0,-1-2-106 16,2 0-217-16,0-2-96 0,2 1-9 0,-2-1 62 15,3-1 113-15</inkml:trace>
  <inkml:trace contextRef="#ctx0" brushRef="#br1" timeOffset="46896.78">10036 13030 6 0,'40'15'215'0,"-4"0"113"0,2 2 100 0,-2 1-56 16,-1-2-155-16,-1 2-103 0,-1 0-53 0,0 0-34 16,-1-3-19-16,-1 0-8 0,-1 0-6 0,-1-2-25 15,-1-2-146-15,-4 0-157 0,-3-5-55 16,-3-4 18-16,-2-2 70 0</inkml:trace>
  <inkml:trace contextRef="#ctx0" brushRef="#br1" timeOffset="47411.81">7595 11676 323 0,'8'7'822'15,"-3"-3"278"-15,1 2 1 0,5-1-162 0,0 1-506 16,4 2-226-16,2-2-101 0,6-1-52 0,0 2-24 16,7-3-49-16,4-1-64 0,1-3-70 15,5-1-77-15,1-2-97 0,3 1-215 0,2 1-232 16,1 2-124-16,-2 1 22 0,2 4 180 16,-1 1 270-16</inkml:trace>
  <inkml:trace contextRef="#ctx0" brushRef="#br1" timeOffset="47581.29">9106 12287 21 0,'27'15'242'0,"-6"-2"125"16,1-1 110-16,0-3-47 0,-1-2-195 0,1-1-107 16,0-2-57-16,-1-1-32 0,1-2-11 15,0-2-9-15,3-2-11 0,-2 1-10 0,2-2-81 16,0 2-234-16,2-2-116 0,0 3-26 0,-1 1 59 15,-1-1 103-15</inkml:trace>
  <inkml:trace contextRef="#ctx0" brushRef="#br1" timeOffset="47794.65">10120 12604 59 0,'22'14'252'0,"-1"-2"112"0,-1-1 97 0,-2 0-133 15,2-2-139-15,-2 0-76 0,2-1-38 0,-1-1-20 16,0-2-14-16,3-1 20 0,-3-1 4 16,2 0-4-16,1 0-4 0,-2-1-6 0,0-1-3 15,0-1-22-15,0 0-16 0,-2 2-7 0,-1-2-8 16,-1 0-17-16,-2-2-36 0,-1 2-123 0,-2-1-209 16,-1-1-93-16,-4 1-1 0,1-3 86 15,-3-1 129-15</inkml:trace>
  <inkml:trace contextRef="#ctx0" brushRef="#br1" timeOffset="48120.57">9154 11206 25 0,'7'3'345'0,"-1"-1"217"0,-2 1 157 15,1 1 54-15,0 4-354 0,3-1-208 16,4 3-103-16,0 0-47 0,3 1-29 0,3-3-13 15,4 2-8-15,3 0-34 0,2-1-55 16,3-2-70-16,0 1-270 0,3-1-184 0,0-1-87 16,-1-1 54-16,1-2 174 0</inkml:trace>
  <inkml:trace contextRef="#ctx0" brushRef="#br1" timeOffset="48306.5">10237 11635 149 0,'21'13'385'0,"-4"1"168"0,-3-2 113 0,0-3-180 16,-1 1-220-16,0-2-126 0,1 0-64 15,-1-1-33-15,2-2 4 0,0 0 1 0,2-1 2 16,1 0-4-16,-1-1-42 0,3 0-74 0,-2 0-201 16,1 1-229-16,-2 0-124 0,2 2-9 15,-3-1 125-15,1-1 193 0</inkml:trace>
  <inkml:trace contextRef="#ctx0" brushRef="#br1" timeOffset="48638.35">9804 10824 324 0,'9'1'594'0,"-1"0"196"0,0 1 61 0,6 1-276 16,-1 2-311-16,4 1-147 0,4 1-80 0,3 2-38 15,3-1-21-15,3 2-12 0,3-1 18 0,3 2 8 16,2-1-37-16,2-1-70 0,-2 2-91 16,-2 0-277-16,-1 2-170 0,-2 1-75 0,-1-3 93 15,-5 3 204-15</inkml:trace>
  <inkml:trace contextRef="#ctx0" brushRef="#br1" timeOffset="49319.39">7426 13525 167 0,'30'8'344'0,"-3"-1"129"16,3 0 93-16,-2 3-244 0,4-1-147 0,-2 2-84 16,-2 1-62-16,2-3-56 0,0 1-85 0,0 0-238 15,0-1-110-15,0-2-12 0,2 0 71 16,-2 0 121-16</inkml:trace>
  <inkml:trace contextRef="#ctx0" brushRef="#br1" timeOffset="49523.74">8806 13849 174 0,'30'8'354'0,"-3"-1"137"16,3-2 69-16,-3-1-263 0,-1 0-159 0,0 2-87 15,1-2-45-15,0-2-30 0,0-1 11 0,1 0 9 16,2-1 0-16,0 0 4 0,2-1 2 16,1 0 6-16,0-3-10 0,-1 2-12 0,1 0-106 15,-1-2-212-15,-2 4-104 0,-2 0-9 16,2 0 66-16,-3 2 109 0</inkml:trace>
  <inkml:trace contextRef="#ctx0" brushRef="#br1" timeOffset="49681.31">10128 14062 160 0,'22'10'349'15,"-3"0"137"-15,0-1 94 0,-3 2-230 0,1-3-161 16,-1 0-91-16,-2-2-43 0,-1 0-36 0,1-2-17 16,-1-2-66-16,-3-1-266 0,0 1-135 15,0-4-42-15,-2 2 52 0,-2-3 111 0</inkml:trace>
  <inkml:trace contextRef="#ctx0" brushRef="#br1" timeOffset="50042.35">7948 14494 196 0,'17'3'518'0,"-3"0"226"0,0 2 98 0,-1-1-157 15,0 2-382-15,3 1-215 0,-2-1-126 16,2 2-93-16,0-1-104 0,1-1-268 0,3 1-139 16,1-1-24-16,3-2 89 0,-1 1 165 0</inkml:trace>
  <inkml:trace contextRef="#ctx0" brushRef="#br1" timeOffset="50266.31">9113 14907 99 0,'25'11'300'0,"-6"-2"127"0,0-1 100 15,0 0-166-15,-1-2-165 0,0 1-94 16,-3-2-47-16,4-1-24 0,-2-1-13 15,1-1-8-15,0-2-4 0,2 0-4 0,0-2-2 0,2-1 2 16,-1 0 4-16,4 0-1 0,-3-1-8 16,3 1-17-16,-2 0 6 0,0 1-29 0,1 2-73 15,-2 0-139-15,0 2-142 0,0 1-40 16,0 1 27-16,-1 2 99 0</inkml:trace>
  <inkml:trace contextRef="#ctx0" brushRef="#br1" timeOffset="50449.86">10000 15073 85 0,'22'8'287'16,"0"-1"134"-16,-3 1 77 0,0 0-146 0,0-1-125 16,-2-2-38-16,-2 3-22 0,-1-2-15 0,-1-2 14 15,-2 3 9-15,1-2-11 0,-1-2-42 0,-2 0-35 16,1 1-24-16,-2-1-13 0,0-2-14 16,0 1-13-16,0-4-4 0,-2 1-17 0,-1-2-48 15,-2-1-84-15,1-1-215 0,-3-1-213 16,-4-3-121-16,0-1 4 0,-4-3 150 15,-1 0 214-15</inkml:trace>
  <inkml:trace contextRef="#ctx0" brushRef="#br1" timeOffset="52289.59">8071 5759 140 0,'3'32'330'0,"2"1"153"16,-3 0 110-16,2 2-210 0,-2-1-157 0,-1-1-85 15,2-4-42-15,-1-1-49 0,1-2-36 0,0-4-57 16,2 0-196-16,-1-2-193 0,0 0-95 16,1-4 4-16,-1 2 99 0</inkml:trace>
  <inkml:trace contextRef="#ctx0" brushRef="#br1" timeOffset="52466.31">8186 6742 104 0,'-1'27'291'0,"1"-2"120"0,-2 0 97 0,2-3-186 15,0 0-139-15,0-3-82 0,0-1-46 16,2-2-44-16,-1-3-101 0,1 0-231 0,0-2-107 15,-1-3-13-15,2 0 56 0,-1-1 112 16</inkml:trace>
  <inkml:trace contextRef="#ctx0" brushRef="#br1" timeOffset="52644.14">8286 7492 121 0,'3'27'315'0,"-3"-2"135"0,0 1 99 16,0-2-184-16,0-1-159 0,0-1-118 0,0-3-31 16,2 0-27-16,-2-4-50 0,3 0-119 0,0-3-224 15,2 0-83-15,-2-3-28 0,2 0 65 16,0-2 125-16</inkml:trace>
  <inkml:trace contextRef="#ctx0" brushRef="#br1" timeOffset="52818.21">8551 8443 130 0,'7'31'272'0,"-2"-2"96"16,1 0 23-16,-1-3-195 0,4 0-110 0,-4-3-73 15,3-1-165-15,-3-1-145 0,4-3-43 16,-3 1 25-16,2-3 69 0</inkml:trace>
  <inkml:trace contextRef="#ctx0" brushRef="#br1" timeOffset="53025.19">8814 9504 36 0,'3'46'319'0,"1"1"183"0,-3-2 141 0,2-4-13 0,-3 0-268 16,3-5-177-16,-1-3-92 0,-1-7-58 15,1-4-63-15,1-7-97 0,0-2-260 0,-1-6-163 16,-2-7-59-16,0-7 54 0,-2-7 155 0</inkml:trace>
  <inkml:trace contextRef="#ctx0" brushRef="#br1" timeOffset="53430.58">8422 5757 152 0,'5'35'341'0,"-2"3"136"15,-2-2 94-15,-1 3-216 0,0-3-162 0,2 1-89 16,-2-5-42-16,2 0-23 0,-1-4-43 0,2 0-99 16,1-2-245-16,-1-3-127 0,2-1-32 15,1-1 57-15,0 0 129 0</inkml:trace>
  <inkml:trace contextRef="#ctx0" brushRef="#br1" timeOffset="53603.52">8787 7030 66 0,'8'54'359'0,"-6"0"223"0,-2 0 158 0,-2-2-24 15,-1 3-314-15,0-5-175 0,1-2-89 0,1-4-76 16,1-5-36-16,3-4-31 0,0-3-51 0,3-7-78 15,1-1-197-15,-1-4-216 0,2-3-125 16,3-1-3-16,-2-5 140 0,1 0 207 0</inkml:trace>
  <inkml:trace contextRef="#ctx0" brushRef="#br1" timeOffset="53784.33">9058 8185 122 0,'1'34'345'0,"-1"-2"155"0,0-1 106 0,0 0-157 16,0-3-202-16,0 0-113 0,2 0-57 16,0-4-31-16,1-1-17 0,0-1-27 15,3-5-40-15,-1 1-76 0,1-1-204 0,2-2-170 16,0 1-60-16,1-2 46 0,-1 1 130 0</inkml:trace>
  <inkml:trace contextRef="#ctx0" brushRef="#br1" timeOffset="53941.32">9341 9391 44 0,'7'53'269'0,"-2"-4"135"0,-2-1 114 0,2-2-80 0,0-8-201 16,-2-3-135-16,2-7-98 0,1-5-148 15,-3-5-214-15,0-4-92 0,1-7 5 0,-3-6 82 16,-2-5 119-16</inkml:trace>
  <inkml:trace contextRef="#ctx0" brushRef="#br1" timeOffset="54327">9048 5757 60 0,'6'41'264'0,"-1"4"148"15,-3 2 126-15,1 1-116 0,0 2-167 0,-1 1-98 16,2-4-49-16,-1 2-57 0,1-3-32 0,1-1-5 16,1-2-10-16,2-3-33 0,1-5-81 15,1-1-242-15,1-6-121 0,1-4-28 0,0-1 61 16,2-4 127-16</inkml:trace>
  <inkml:trace contextRef="#ctx0" brushRef="#br1" timeOffset="54499.71">9475 7078 15 0,'3'47'253'0,"-1"-3"141"15,-1 2 124-15,-1-3-22 0,0-1-193 0,2-3-131 16,-2 0-43-16,3-4-29 0,0-2-17 0,2-1-18 15,4-4-13-15,-2-3-4 0,-1 1-50 16,4-2-59-16,-1-2-97 0,-1 3-190 0,0-3-157 16,2 2-54-16,-1 1 64 0,-1 1 142 15</inkml:trace>
  <inkml:trace contextRef="#ctx0" brushRef="#br1" timeOffset="54817.15">9756 5893 139 0,'5'-9'371'0,"-2"2"160"0,-1 3 79 0,1 6-157 0,2 1-208 16,-2 5-125-16,3 3-61 0,-3 5-32 15,2 2 9-15,2 4-22 0,-2 3-14 0,2 0-2 16,1-1 2-16,0 2 2 0,0-1-16 16,4-1-28-16,-2 0-50 0,3-2-131 0,1-3-213 15,-1 0-106-15,2 2 14 0,-2-5 106 0,3 1 148 16</inkml:trace>
  <inkml:trace contextRef="#ctx0" brushRef="#br1" timeOffset="54949.05">10101 6504 53 0,'10'34'252'0,"-1"4"147"0,-1 1 136 15,0 0-101-15,-2 1-103 0,-2 1-60 16,0 1-37-16,-2 0-79 0,-2 0-46 0,0 0-39 16,0 2-39-16,-2-3-36 0,-1 1-64 15,3-3-41-15,-3-1-231 0,1-3-181 0,-1-1-72 16,0-4 22-16,0-5 144 0</inkml:trace>
  <inkml:trace contextRef="#ctx0" brushRef="#br1" timeOffset="55394.85">7723 6771 80 0,'0'17'258'0,"2"8"108"0,-1 2 88 15,1 5-175-15,3 3-131 0,0 5-70 0,1-1-39 16,3 5-22-16,-1 0-5 0,3-1-4 16,3 1-4-16,-1 1-29 0,1-2-158 0,1-1-154 15,0-1-49-15,0-1 18 0,0-2 71 0</inkml:trace>
  <inkml:trace contextRef="#ctx0" brushRef="#br1" timeOffset="55583.86">8202 8413 161 0,'14'49'345'0,"-4"-4"131"0,0 4 90 0,0 0-222 15,-2-1-134-15,1 2-71 0,1-4-37 0,-2 2-23 16,0 0 18-16,2-1-11 0,2-1-20 16,0 1-1-16,0-1-28 0,2 4-20 0,0-1-56 15,1 2-60-15,0 3-48 0,-2 4-64 16,0 0-26-16,1 2-42 0,-1 3-39 0,1-2-48 15,-3 3-14-15,0-3 53 0,2 0 80 16</inkml:trace>
  <inkml:trace contextRef="#ctx0" brushRef="#br1" timeOffset="55858.6">7426 8485 102 0,'-5'5'368'0,"-1"4"180"15,1 4 118-15,3 5-93 0,0 3-273 16,4 4-153-16,0 4-74 0,4-1-60 0,1 2-67 15,1 2-91-15,6-1-265 0,-1 1-147 0,2 0-46 16,1-1 78-16,1 1 157 0</inkml:trace>
  <inkml:trace contextRef="#ctx0" brushRef="#br1" timeOffset="56034.67">7861 9744 207 0,'9'43'420'0,"-3"-2"162"0,-1-2 66 0,-2 0-258 0,1-3-205 16,-1-2-110-16,0-4-61 0,0-2-34 0,2-5 7 16,1-2 11-16,-1-3-19 0,1-2-43 15,2 0-111-15,0-1-224 0,0-1-105 16,0 3-26-16,0-4 92 0,-1 1 140 0</inkml:trace>
  <inkml:trace contextRef="#ctx0" brushRef="#br1" timeOffset="58748.22">15161 9934 53 0,'-2'10'334'0,"2"-3"189"0,-1 1 137 0,-1-1-10 15,4-3-238-15,-1 2-100 0,2 0-15 16,5 2 24-16,0-2 37 0,0-1 17 0,6 0-12 0,0 1-43 16,5-3-60-16,1 0-57 0,3 0-53 15,4 0-44-15,3-3-27 0,0-3-22 16,5 1-5-16,1 1 1 0,4 0 13 0,2-3 12 15,0 2-1-15,3-2-1 0,-2 3-2 16,6-2-8-16,-1 1 17 0,2 2 5 0,1 0-2 16,1 0-5-16,3 4-1 0,-3-2-5 15,2 3-35-15,0 1-19 0,0 2-9 0,1-2 8 16,2 3 6-16,0-1 5 0,2-1 4 0,2 2 3 16,2 0 2-16,7-2-9 0,-1 0-10 0,6-1-4 15,2 1-3-15,2-1-4 0,3-1-4 16,2-1 2-16,3 0-1 0,0 2 1 0,3-1 1 15,2 1 3-15,3 1-1 0,4-1-6 16,-4 1-2-16,5 3-3 0,-2-3 0 0,2 3 1 0,2 1 3 16,1-2 2-16,2 2 2 0,2-2-1 15,-1-1-1-15,1 2 1 0,1-3 1 0,3-1 3 16,-2 1 1-16,3-3 1 0,2-2 1 16,-2 0-5-16,2-2-4 0,-2-1 0 0,-1 0-1 15,-2 1 0-15,-3 0 1 0,-2 0 0 16,-3 2 2-16,-6 2-5 0,-3 0-2 0,-7 2-3 15,-7 1-3-15,-2 3-2 0,-11 1-27 0,-9 1-76 16,-8 1-89-16,-9 1-175 0,-13 3-288 16,-9-1-336-16,-9 1-361 0,-13 2-182 0,-8 1 186 15,-8-1 696-15</inkml:trace>
  <inkml:trace contextRef="#ctx0" brushRef="#br1" timeOffset="60159.66">10531 16734 57 0,'15'3'363'0,"-1"0"213"0,-3-1 149 16,4-1-14-16,0 0-312 0,2-1-212 0,1 0-96 16,2-1-23-16,4 0 5 0,1-3 18 0,2 0 23 15,6-1 50-15,3-2 37 0,3-1 13 16,2-1 8-16,3 0-3 0,0-1-3 0,3-1 1 16,1-1-13-16,3 3-33 0,1-4-28 0,0 2-19 15,3 1-21-15,1-1-33 0,2 1-24 16,2-1-11-16,3 2-4 0,2-4 0 0,3 2 1 15,4-1 0-15,2 2 0 0,0 0 8 0,3-3-3 16,1 2 1-16,1 1 6 0,5-2 27 0,0 2 22 16,1-1 3-16,5 1 21 0,0 1 9 15,0 1 4-15,2-3-19 0,-2 5-16 0,0 0-18 16,0 2-20-16,2 1-17 0,0 0-16 0,-2 2-7 16,5-1-6-16,0 1 11 0,-1 1-3 0,1-2 2 15,2-1-3-15,1 2-3 0,0-2 1 0,5-1-5 16,-2-1 0-16,2-1 1 0,1-2 4 15,0 2 5-15,-1-1-7 0,5-1-2 0,-1 2-2 16,1 0-7-16,1 2-2 0,0-1-2 0,0 2 4 16,0 0 7-16,2 3-2 0,-2 0-3 0,3 1 1 15,-1 1-5-15,3 1 5 0,-2 0-5 0,-1 0 7 16,-1 0-2-16,2 0-2 0,-1 0 2 16,1-1-6-16,1-1 0 0,2 0 3 0,-3 1 10 0,1-2 4 15,-1 2-3-15,3-2-4 0,-1 1 0 16,0 0-7-16,1-1 0 0,-2 3-2 0,-2-1 9 15,1 1-2-15,-5 2-2 0,4 2 0 0,-1 1-7 16,-2 1-2-16,-1 1 0 0,-4 1 4 0,0 0 6 16,0 3 3-16,-4 0-4 0,1 0-2 0,-2-1-6 15,0 0-1-15,3 0-4 0,-6 0 1 16,2-1 7-16,-6-1 5 0,-2-3 2 0,-1 3 2 16,-5-4 1-16,2-1-10 0,-3-1-3 0,-1 0-5 15,0-3-2-15,-5-1 4 0,-2 1 2 0,-5-4 4 16,-2 1 4-16,-4 0 2 0,-4-3 1 15,-4 2-5-15,-5-2-1 0,-4 3 0 0,-2-2 0 16,-6 0 0-16,-4 0-1 0,-6 0-1 0,-3 2-4 16,-5-1-10-16,-3 1-19 0,-6-1-45 0,-3 1-68 15,-4 1-68-15,-2 0-128 0,-4-2-194 0,1 2-307 16,-7-2-277-16,3 0-211 0,-1-3-95 16,-2-2 393-16,-3-2 568 0</inkml:trace>
  <inkml:trace contextRef="#ctx0" brushRef="#br1" timeOffset="61326.7">21673 11159 241 0,'0'19'487'0,"-2"-3"180"0,1 7 85 0,-1 4-212 0,1 7-180 15,2 8-26-15,1 6 43 0,1 7 37 16,0 11 8-16,2 7-29 0,2 9-50 0,1 8-60 16,-1 9-48-16,1 5-31 0,0 8-12 15,-1 7-14-15,-1 8-12 0,-2 9-17 0,-2 5-32 16,-4 11-34-16,1 10-28 0,-4 8-13 15,-3 4-16-15,0 1-11 0,-1 3-8 0,-2-8 0 16,1-5 2-16,2-5-3 0,0-6-3 0,-1-9 1 16,4-10-1-16,1-10-4 0,0-15 1 0,4-9 0 15,0-12 0-15,0-11-1 0,2-9 1 16,0-12 0-16,-1-10-3 0,1-6-20 0,-2-9-44 16,0-8-53-16,-2-10-45 0,-1-4-56 15,-2-10-105-15,-1-7-117 0,-3-8-100 0,2-6-173 16,-3-4-244-16,1-7-181 0,0-5 56 0,-3-8 300 15,0-5 351-15</inkml:trace>
  <inkml:trace contextRef="#ctx0" brushRef="#br1" timeOffset="61620.98">21485 14418 25 0,'3'33'435'0,"-1"3"340"16,-1 5 202-16,3 5 2 0,-3 7-299 16,2 3-225-16,2 4-117 0,0 6-60 0,3 4-22 15,-2 0 17-15,2 3-19 0,2-1-48 0,2 0-39 16,-1-3-30-16,3-2-25 0,1-5-37 16,0-6-34-16,1-7-17 0,5-6-10 0,-4-7-6 15,4-10-3-15,1-7-1 0,-1-6-1 16,-1-9 1-16,0-8 5 0,-2-9-2 0,-1-7-3 15,-1-12-4-15,-2-8-26 0,-1-7-33 0,-1-8-39 16,-2-7-90-16,-2-7-160 0,0-4-277 16,-7-6-266-16,1-3-253 0,-4-5-185 0,-7-4 199 15,0-6 536-15</inkml:trace>
  <inkml:trace contextRef="#ctx0" brushRef="#br1" timeOffset="62045.68">21463 11269 209 0,'14'-28'407'0,"4"-6"186"0,4-5 139 15,-2-7-235-15,7-2-74 0,2-2-15 16,1-3-36-16,1 1-38 0,3 2-43 0,-3 3-41 15,-2 7-55-15,-3 5-52 0,-2 10-30 0,-5 4-23 16,0 13-11-16,-3 8-14 0,-3 8-11 16,-4 9-8-16,0 6-11 0,-1 7-10 0,-3 6-7 15,2 6-5-15,-3-1-7 0,0 3-6 16,2 3-10-16,-2 1-61 0,0-1-113 0,2 3-164 16,-1-3-291-16,1-1-257 0,3 1-205 0,-1-5 27 15,2 0 337-15</inkml:trace>
  <inkml:trace contextRef="#ctx0" brushRef="#br1" timeOffset="62808.01">22902 11876 24 0,'1'0'322'0,"1"0"199"0,-2 4 166 0,-2-1 67 15,2 3-225-15,0 4-69 0,0 3-19 16,0 6-1-16,2 1-18 0,1 5-46 0,0 3-69 15,4 5-63-15,-1 3-3 0,2 3 2 16,1 2-1-16,-2 3-10 0,1 0-13 0,-1 4-29 16,1-3-59-16,-1 2-42 0,-2-2-33 0,1 0-20 15,1-2-16-15,-2-5-8 0,2-1-7 16,-1-5-4-16,2-2-2 0,0-3 0 0,-2-7 0 16,1-2 1-16,1-2 1 0,-1-7 0 15,1-2 2-15,2-3-1 0,1-8 2 0,-2-5-1 16,2-6 0-16,3-4-3 0,-1-5 2 0,4-6-3 15,0-5-2-15,3-5-1 0,0-3-2 0,1-4 3 16,1-5 3-16,3-1 0 0,-4-1 3 16,5-1 2-16,-6-1 2 0,0 6 0 15,0 0-4-15,-3 6 1 0,-4 3 1 0,-3 5 0 16,-2 3-1-16,-1 6 0 0,-2 4 3 0,-5 4-2 16,0 2-1-16,0 6-2 0,-4 2-1 0,0 3 1 15,-3 4-5-15,-2 4 0 0,-1 4-2 16,1 6-1-16,-4 4 1 0,4 7-3 0,-4 4 2 15,1 5 1-15,0 6 2 0,3 5 2 16,-4 4 2-16,4 4 3 0,1 0 1 0,-2 3 0 16,4 0-1-16,1 1-1 0,2-3 0 0,1-4-5 15,6-4 1-15,0-4-3 0,4-7-2 0,5-6-16 16,0-7-52-16,2-4-61 0,1-9-74 16,1-7-133-16,3-7-173 0,0-9-249 0,4-3-254 15,-3-4-218-15,1-8-74 0,0-3 319 16,0-2 457-16</inkml:trace>
  <inkml:trace contextRef="#ctx0" brushRef="#br1" timeOffset="63287.15">23694 11964 308 0,'6'-11'546'0,"-3"5"195"16,-1 5 154-16,-1 3-199 0,3 8-144 0,-3 3-82 16,2 7-58-16,1 1-43 0,-1 6-82 0,0 3-80 15,5 1-50-15,-5 3-18 0,2 3 30 0,-1 4 14 16,1-1 2-16,-1 3-6 0,-3-1-22 15,2 2-29-15,-1-3-46 0,1 1-30 0,-2-7-21 16,1 0-9-16,-1-7-9 0,1-4-6 16,0-4-2-16,-2-5-3 0,0-2 7 0,0-6-1 15,0-3 3-15,0-6 1 0,1-4 1 0,-1-8-2 16,0-1-6-16,2-9-1 0,-2-1-4 16,2-5-2-16,-2-4-3 0,0-5 0 0,0-5 1 15,0-4 1-15,1-4 5 0,1-4 1 16,3 1 1-16,1-1 2 0,3 2-1 0,-1 4-3 15,3 4-2-15,3 2 0 0,-2 7-4 16,3 3-2-16,-2 5 2 0,1 4-3 0,-3 5-3 16,2 5-2-16,-1 2 2 0,-2 4 4 0,0 2 1 15,0 4 1-15,-1 2 1 0,-3 2 3 0,0 2 2 16,-1 2-2-16,-1 1 0 0,-2 5 9 16,-2 2 4-16,-2 2 6 0,-1 5 6 0,-3 2 4 15,0 5 3-15,-2 4-2 0,-2 3-3 16,0 4-4-16,-2 4-1 0,3 4 0 0,-4 0-3 15,4 1 0-15,-1 0-2 0,2-3-1 0,0 0-5 16,5-5-4-16,0-1-1 0,3-6-4 16,2-2-1-16,-1-5 0 0,6-2-3 0,-3-2-8 15,6-2-43-15,-2-5-67 0,0 0-72 16,0-7-141-16,2-3-216 0,0 0-318 0,1-6-288 16,2-2-209-16,0-5-32 0,0-2 470 0</inkml:trace>
  <inkml:trace contextRef="#ctx0" brushRef="#br1" timeOffset="64014.03">24308 11824 64 0,'-4'-10'572'0,"3"2"433"15,-3 0 185-15,1 4-65 0,-3 1-377 0,-2 2-304 16,4 2-169-16,-1 4-74 0,0 2-30 15,2 4-17-15,1 3 10 0,0 2 11 0,2 4 8 16,2-1-8-16,0 5-11 0,-1 2-17 0,2 2-23 16,-1 2-21-16,1 4-17 0,-1 0-12 15,1 3-8-15,0 1-5 0,2 0-5 0,-2 4-6 16,2-3-9-16,-2 3-6 0,2 0-8 16,0-1-7-16,2-4-7 0,-1 0-5 0,2-6-4 15,2-6-2-15,2-2-1 0,1-7-1 16,1-4 0-16,1-9 1 0,0-6 1 0,1-8-1 15,3-6 1-15,0-8 0 0,0-6-1 0,2-5-1 16,-4-3-1-16,4-3 1 0,-5-1 1 16,3-2 1-16,-5-2 1 0,2 1 0 0,-4 1 2 15,2 2-1-15,-4 3 1 0,-2 5-1 16,0 4 1-16,-4 6-1 0,1 4-1 0,-2 4 0 16,1 4-1-16,-3 1-2 0,3 4-1 0,-4 2 0 15,1 0-2-15,1 2 0 0,-2 2 1 0,1-1-1 16,-1 3 2-16,0 0 0 0,0 2 1 15,0 1 1-15,0 1-1 0,0 2 2 0,-1 2 0 16,-1 0-1-16,1 3 1 0,-1 1 0 0,-1 2-1 16,-1-1 0-16,1 2-1 0,2 1 0 15,-3 1-1-15,1 2 0 0,0 0 0 0,-1 0 0 16,-1 4 0-16,2-2-1 0,-4 3 2 16,2 0 1-16,-1 1 1 0,-2 2 0 0,-1 4 2 15,-1-2 0-15,-4 6 0 0,1 2-1 16,-4 4-3-16,3 2 1 0,-7 3-1 0,4 2 0 15,-5-1-2-15,0 3-1 0,1-4 0 0,2-1-1 16,0-5-3-16,5-5-4 0,1-7-15 16,5-5-37-16,0-6-82 0,7-10-140 0,1-7-249 15,5-5-307-15,3-11-376 0,5-8-388 0,4-6-58 16,3-6 619-16</inkml:trace>
  <inkml:trace contextRef="#ctx0" brushRef="#br1" timeOffset="64548.89">25151 11714 402 0,'4'-16'891'0,"-4"1"310"0,-4 4-8 16,0 1-269-16,-4 4-227 0,2 0-166 0,-6 4-122 16,0 2-80-16,-1 5-58 0,-2 1-54 15,-3 3-89-15,-1 4-55 0,0 3-28 0,-1 2-17 16,-1 4-8-16,3 3-5 0,1 2-6 0,1 0-3 15,2 4-5-15,3-2-1 0,0 3-3 16,7 1-1-16,-1-2 1 0,1 1-1 0,8-2 2 16,-3 0-1-16,7-1 2 0,1-2 0 15,3-2 0-15,3-2 2 0,1-1 0 0,5 0 0 16,0-1 1-16,2-2 0 0,2 1 1 0,1-1-2 16,0 0 1-16,0-1 0 0,-2 0 0 15,-2 0 0-15,0 2 0 0,-8 1 0 0,2-2 1 16,-8 4 1-16,-3 1-2 0,-5 1 1 0,-4 2 1 15,-5 0-2-15,-4 1-1 0,-4 2 0 16,-4-1-1-16,-2-2 1 0,-1-1 0 0,-3-1 0 16,0-6 0-16,0 0 1 0,2-4-3 0,1-5-11 15,3-4-41-15,4-6-71 0,3-6-76 16,3-6-144-16,6-4-209 0,4-7-318 0,4-4-295 16,8-7-208-16,-2 1-20 0,7-6 471 0,2-2 529 15</inkml:trace>
  <inkml:trace contextRef="#ctx0" brushRef="#br1" timeOffset="64742.1">25555 11887 284 0,'19'-7'845'0,"-3"2"353"0,-7 6 17 0,-2 6-171 16,-1 6-330-16,-3 7-196 0,-3 5-125 16,-3 5-73-16,-2 7-55 0,-1 2-49 0,-1 5-88 15,-2 2-58-15,-4 6-29 0,2-1-18 0,0 3-8 16,-1 1-6-16,0-2-7 0,3-2-35 15,0-5-68-15,2-5-68 0,1-5-126 0,-1-6-194 16,1-8-316-16,2-3-303 0,-1-7-220 16,-2-5-102-16,-1-4 402 0,-1-8 554 0</inkml:trace>
  <inkml:trace contextRef="#ctx0" brushRef="#br1" timeOffset="64936.59">25439 11995 413 0,'7'-25'1072'0,"-2"1"293"0,-4 3-90 0,4 3-166 16,-4 1-479-16,4 2-225 0,-2 0-122 0,5 0-65 16,0 2-43-16,5-1-57 0,0 1-55 15,5 1-31-15,3 2-19 0,1 0-7 0,3 4-6 16,4 1-7-16,-1 5-6 0,1 5-59 16,-1 4-62-16,-3 4-105 0,-1 4-177 0,-3 5-300 15,-2 4-332-15,-3 6-252 0,-1 4-146 0,-5 1 289 16,-2 5 602-16</inkml:trace>
  <inkml:trace contextRef="#ctx0" brushRef="#br1" timeOffset="65227.05">25925 12633 474 0,'-7'1'1177'0,"0"-4"299"0,0-5-118 16,3-5-265-16,-1-6-457 0,3-6-229 15,0-4-149-15,6-9-75 0,-3-3-56 0,7-8-49 16,0-3-32-16,6-7-17 0,2-2-8 0,8-5-2 15,1 0 0-15,5 1-2 0,-1 6-1 16,1 4-3-16,-4 9-3 0,0 7-5 16,-4 6-2-16,-1 9-1 0,-4 4 1 0,0 7 1 15,-4 9 4-15,1 6 4 0,-2 7 1 0,-2 6 3 16,-2 9 3-16,-1 7-4 0,-4 7-4 0,-1 4-3 16,-1 6-2-16,-2 4-2 0,-1 2 0 15,0 0-2-15,-1 5 1 0,-2 1-2 0,2 0-7 16,-2 1-29-16,-1-5-74 0,5-3-75 15,-4-7-138-15,3-5-201 0,1-10-318 0,-1-4-341 16,0-7-223-16,2-9-74 0,0-5 455 0,0-6 571 16</inkml:trace>
  <inkml:trace contextRef="#ctx0" brushRef="#br1" timeOffset="65412.54">26163 12408 240 0,'-14'-35'682'16,"1"1"394"-16,1 3 122 0,1 1-245 0,1 7-222 15,1 3-169-15,4 5-165 0,1 3-112 16,0 3-67-16,4 3-56 0,4 3-63 0,2 3-51 15,5 0-25-15,3 3-12 0,3 1-4 0,4 0-5 16,6 1-2-16,1-2 1 0,6 2 3 16,1-3-2-16,5 2-5 0,2-1 0 0,1 1 1 15,0-2-14-15,4 2-51 0,-2-3-56 0,0 2-146 16,0-1-232-16,-2-2-297 0,-2 0-310 16,2 0-229-16,-7-2-17 0,-1 2 519 0</inkml:trace>
  <inkml:trace contextRef="#ctx0" brushRef="#br1" timeOffset="65775.91">26718 11820 49 0,'15'-2'446'0,"0"0"378"0,-3 2 314 0,-1 4 44 0,1 0-275 16,-2 3-162-16,0 3-137 0,-1 2-122 15,-3 3-108-15,-3 3-70 0,0 4-93 16,-3 4-66-16,-3 2-41 0,-2 5-26 0,1 3-20 16,-7 5-10-16,1 2-9 0,1 4-9 0,-4 5-8 15,4-2-4-15,-3 4-3 0,2-2-7 0,5-1-5 16,0-3-4-16,3-3-1 15,4-7-2-15,3-4-1 0,0-5 0 0,3-4-1 0,1-7-1 16,2-4-3-16,0-5-8 0,5-6-13 16,-2-4-25-16,3-9-55 0,1-4-76 0,-1-4-106 15,0-4-167-15,1-2-263 0,3-3-332 16,-3-1-272-16,3-3-169 0,1-3 199 0,0-2 592 16</inkml:trace>
  <inkml:trace contextRef="#ctx0" brushRef="#br1" timeOffset="65998.13">27375 11759 104 0,'1'-8'715'0,"2"4"500"15,-4 3 132-15,-1 2-83 0,1 5-345 0,-1 3-338 16,-1 4-175-16,0 3-101 0,-3 4-64 16,-1 6-68-16,1 2-60 0,-2 4-33 0,-1 8-21 15,-3-1-14-15,1 8-9 0,-3 0-9 0,3 4-8 16,-3 1-5-16,1 4-7 0,2-1-1 15,0-2-5-15,5 0-4 0,-1-4-18 0,6-8-64 16,-3-5-77-16,3-6-161 0,-1-4-275 16,4-7-329-16,-1-2-392 0,1-7-288 0,1-7 32 15,0-3 721-15</inkml:trace>
  <inkml:trace contextRef="#ctx0" brushRef="#br1" timeOffset="66385.97">27818 11766 229 0,'3'-2'575'0,"0"4"296"16,1 2 203-16,-1 5-157 0,1 3-236 0,-1 6-93 16,0 5-32-16,0 3-64 0,1 5-98 15,-4 3-83-15,0 2-57 0,-4 5-77 0,3-1-71 16,-2 3-42-16,-1-2-20 0,-1 1-13 15,1 0-10-15,-2-2-9 0,-1 1-4 0,2-3-4 16,1-6-13-16,-1 0-46 0,2-7-73 0,-2-2-102 16,2-9-173-16,2-1-296 0,-3-2-337 15,4-7-307-15,-1-4-167 0,-1-3 248 0,0-4 636 16</inkml:trace>
  <inkml:trace contextRef="#ctx0" brushRef="#br1" timeOffset="66598.23">27749 11968 130 0,'10'-9'391'0,"2"1"197"15,1 0 185-15,4-1-69 0,3 1-144 0,2-2-52 16,3 3-34-16,3-1-31 0,2 2-66 16,4 0-76-16,0 1-83 0,3 2-76 0,-1 2-56 15,-1 1-40-15,1 3-25 0,-3 1-12 16,1 2-18-16,-4 2-52 0,-4 3-110 0,-1-1-173 15,-2 2-289-15,-2 0-274 0,-4 1-241 16,0 0-59-16,-4 4 337 0,0 0 462 0</inkml:trace>
  <inkml:trace contextRef="#ctx0" brushRef="#br1" timeOffset="68745.17">25008 14196 95 0,'-2'4'559'0,"1"1"372"0,-3-4 144 16,4 2-66-16,0 0-427 0,4 0-238 16,-1-2-116-16,5-1-46 0,3 0-13 0,3 0-3 15,5-4 15-15,3 0 19 0,5-4-20 0,3 1-24 16,2-2-19-16,-1-2-15 0,1 2-25 15,0 3-35-15,-5 0-25 0,-2 3-8 16,-3 1 5-16,-5 4 18 0,1 4 18 0,-7 3 10 16,0 1 8-16,-8 6 1 0,-2 3-8 0,-5 2-19 15,-4 3-10-15,-2 3-8 0,-3 0-9 16,-2-1-9-16,0 1-8 0,0-2-2 0,0-1-8 16,2-3-5-16,3-3-2 0,0-3-4 15,3-2 0-15,4-3 0 0,3-3-2 0,4-1 0 16,5-1 3-16,4-2 4 0,6-3-2 0,5 0-1 15,1-2 1-15,5 1-3 0,4 1 1 0,-3 3 1 16,4 1 1-16,-1 0 0 0,-4 6 0 16,1 0 1-16,-6 3 0 0,-1 3 0 0,-5 2 2 15,-3 1 0-15,-6 2 2 0,-5 2 1 0,-3 1 2 16,-5-1 0-16,-4 3-7 0,-3 0-5 16,-3-3-1-16,-4 3-2 0,-4-4-1 0,-1 0-2 15,-5-2 7-15,-2-3 3 0,1-2-1 16,-4-1 1-16,1-2 4 0,-1-6-9 0,0-1-34 15,4-5-60-15,0-3-53 0,2-5-82 0,2-3-152 16,5-4-170-16,1-6-228 0,6 0-232 16,3-5-219-16,6 3-36 0,1-5 358 0,7 0 425 15</inkml:trace>
  <inkml:trace contextRef="#ctx0" brushRef="#br1" timeOffset="69066.03">25719 14464 175 0,'29'19'409'0,"-2"1"178"0,-2 5 164 0,-4 6-160 16,2 0-94-16,-2 2-48 0,1 2-28 0,-3-2-29 16,1 0-63-16,0-3-68 0,-2-5-55 15,3-2-46-15,-4-7-32 0,2-2-19 0,2-7 3 16,-4-5 13-16,4-7 29 0,1-5 28 16,-5-7 25-16,4-3 14 0,-5-5-7 0,1-6-18 15,-6-3-38-15,-3 0-43 0,-2-2-34 0,-7 0-26 16,-7-1-16-16,-3-1-12 0,-4 1-10 15,-7 1-3-15,-1 0-7 0,-6 4-4 0,1 4-3 16,-4 2-3-16,2 6-3 0,-1 7 1 16,1 4-2-16,0 8 2 0,0 5-1 0,1 8-1 15,2 6 2-15,5 7-2 0,-2 1 1 0,5 7 2 16,5 2-8-16,3 3-21 0,2 0-45 16,4 5-54-16,2 0-52 0,6-1-93 0,2 0-140 15,5-2-168-15,3-1-257 0,8-1-225 16,3-5-209-16,6-2 44 0,6-4 413 0</inkml:trace>
  <inkml:trace contextRef="#ctx0" brushRef="#br1" timeOffset="69764.25">26649 14923 231 0,'-6'4'434'0,"1"-4"200"0,0 2 112 16,0 0-110-16,4 0-71 0,-4-2-60 0,4-2-54 15,-2 2-71-15,3-4-83 0,0 0-81 0,0-3-73 16,3-4-44-16,3-1-29 0,0-2-6 15,2-5-7-15,2 0-2 0,0-4-5 0,3 2-2 16,0-2-5-16,0 4-7 0,-4 0-5 0,4 2-9 16,-2 2-6-16,-5 4-7 15,3 2-8-15,-4 4 0 0,2 0 6 0,-3 3 13 0,0 6 24 16,0 0 18-16,1 5 33 0,0 0 20 0,-1 5 3 16,0 1-3-16,-3-1-18 0,2 4-13 15,1 2-24-15,-3 0-20 0,1-3-6 0,1 1-12 16,0 0-6-16,2-4-7 0,-2 0 0 15,2-4-2-15,-1-1-4 0,1-3 3 0,2-3 17 16,2-2 7-16,-1-5 8 0,3-2-1 16,1-5 4-16,0-2-5 0,2-3-14 0,-1-2-7 15,-2 1-7-15,3 2-5 0,-5 0-2 0,-1 2 0 16,2 4 1-16,-6 1-6 0,1 2-1 16,-2 2-1-16,2 1 0 0,-1 3 3 0,-1 3 1 15,1 1 5-15,-2 4-7 0,-1 3 4 16,2 2-6-16,-3 2 3 0,4 0 1 0,-4 3 0 0,1 0 9 15,-1 0-4-15,0-1 6 0,2 3-5 16,-1-2-3-16,-1 0-15 0,0 0-56 0,2-3-52 16,-2-2-91-16,0 0-162 0,2-3-259 15,-2-4-309-15,3-1-247 0,0-2-195 0,0-3 153 16,2-3 553-16</inkml:trace>
  <inkml:trace contextRef="#ctx0" brushRef="#br1" timeOffset="70391.5">27258 14979 6 0,'0'1'535'0,"0"-1"511"16,-2 0 230-16,1-3-89 0,1 2-318 0,0-4-322 15,1-1-171-15,1-3-88 0,3 0-49 0,-1-4-34 16,5 0-26-16,0-4-39 0,0 0-43 15,5-1-31-15,-3 1-20 0,2-1-11 0,1 2-13 16,-3 3-13-16,2-1-9 0,-4 4-3 16,3 2 0-16,-5 3-3 0,1 3 3 0,0 2-1 15,0 2 2-15,-2 4 8 0,1 5 6 0,-2 3 4 16,-1 2 2-16,0 3 2 0,0 3 2 16,1 1-9-16,-4 0-2 0,2 2-4 0,1 0-2 15,-1-1-2-15,0-2-2 0,2-1-1 16,-2-3-1-16,4-3-1 0,0-3 4 0,1-3 0 15,0-1 8-15,3-6 4 0,-1-4 5 0,2-2 0 16,4-7 1-16,-1 0 0 0,2-4-5 16,0-1-3-16,1 0-4 0,0-1-2 0,-2 2-1 15,1 1-2-15,0 1-2 0,0 2-1 16,-4 4 0-16,2 3-1 0,-4 0 0 0,2 8 1 16,0 2 2-16,-5 2 2 0,0 7 2 0,-2 1 3 15,-2 5-1-15,0 2-2 0,-1 1-1 0,-2 0-3 16,-1 0-2-16,2 0-3 0,0 0-1 15,1-4 1-15,2-1-1 0,1-4 2 0,0-3 1 16,4-5 2-16,1-4 4 0,5-6 0 0,0-4 2 16,2-5-1-16,4-4 2 0,-1-6 2 15,3 0 5-15,-1-2 6 0,3 2 3 0,-3-3 4 16,-2 6 3-16,-2 1-1 0,-3 4-3 16,0 2 1-16,-7 2 0 0,4 4 2 0,-7 2 2 0,0 4 0 15,-1 3 1-15,2 4-2 0,-3 4-4 16,-1 4-7-16,0 3-5 0,-1 3-4 0,0 1-6 15,-1 2-5-15,2 0-2 0,1 1-1 16,1-2-2-16,1-1-7 0,1-1-13 0,2 0-27 16,-1-4-76-16,-2-2-99 0,1-3-187 15,-2-2-290-15,0-1-348 0,0-3-409 0,-2-4-197 16,0 2 227-16,3-4 760 0</inkml:trace>
  <inkml:trace contextRef="#ctx0" brushRef="#br1" timeOffset="96577.23">25763 9608 96 0,'2'-7'610'0,"-4"1"425"16,-5 4 152-16,-3 2-67 0,-3 4-396 15,-2 5-234-15,-1 6-88 0,-6 6-55 0,-4 6-37 16,0 5-44-16,-4 8-37 0,-4 5-46 0,-2 4-62 15,-4 7-36-15,-2 2-21 0,-3 5-16 16,-3 3-8-16,-2 5-16 0,-2-2-9 0,0 1-7 16,1 1-4-16,-2-2-1 0,2-3 0 15,0-3 2-15,3-2 4 0,2-4 0 0,3-4-2 16,3-5 1-16,4-3-2 0,4-4-3 0,4-7-3 16,4-4-5-16,2-3-14 0,5-6-44 15,-1-3-69-15,6-4-96 0,-1-8-171 0,4 0-296 16,1-8-325-16,2-5-309 0,1-3-181 0,2-8 214 15,-1-4 645-15</inkml:trace>
  <inkml:trace contextRef="#ctx0" brushRef="#br1" timeOffset="96817.43">24761 10026 456 0,'3'-7'1042'16,"1"1"250"-16,-3 5-97 0,-1 2-216 0,3 7-443 15,2 5-152-15,1 6-66 0,2 4-38 16,3 6-24-16,3 1-27 0,4 6-63 0,4 2-57 16,3 4-42-16,5 1-22 0,4 4-17 0,0 0-9 15,6 3-7-15,2-1-3 0,1 1-2 16,4-2-3-16,0-1 0 0,1 1 1 0,-1-4-4 16,-4-3-26-16,0-2-74 0,-5-1-78 15,-3-6-160-15,-6-1-286 0,-4-5-325 0,-3-4-363 16,-3-3-217-16,-5-5 84 0,-3-6 665 0</inkml:trace>
  <inkml:trace contextRef="#ctx0" brushRef="#br1" timeOffset="97459.9">26059 9974 114 0,'16'-8'565'0,"-8"8"337"15,-2 4 202-15,-1 7 3 0,-2 5-411 0,-1 8-160 16,1 6-44-16,-3 6-44 0,0 5-70 16,-3 5-68-16,1 1-54 0,1 7-71 0,-1 2-71 15,-3 0-40-15,1 6-23 0,-1-1-14 0,-3 5-8 16,-1-1-7-16,0 1-5 0,1 1-5 16,-1-4-3-16,1-3-4 0,2-6-4 0,3-4-1 15,-2-7 0-15,3-6 0 0,1-6-2 16,1-6 1-16,0-4 1 0,0-6 1 0,0-7 1 15,0-5 0-15,0-8 0 0,1-5 2 0,-1-8-1 16,2-3 0-16,-2-8-3 0,1-5 0 0,-1-7-1 16,4-5-2-16,-3-8 0 0,2-2 3 15,2-7 0-15,3-6 2 0,1-1 0 0,3-4 2 16,2 1-3-16,2 1-2 0,1 3 0 16,2 6-3-16,5 4 1 0,-1 7-2 0,4 5 2 15,2 4-1-15,1 2 0 0,1 5 1 0,2 3 0 16,2 3 1-16,0 3 1 0,2 4-2 15,-1 3 2-15,-3 1 0 0,3 6 0 0,-7 1 1 16,1 3 2-16,0 3 0 0,-4 3 1 0,-1 3 2 16,-3 3 0-16,-6 3 2 0,-2 4-1 15,-5 3 4-15,-4 2 1 0,-6 3 2 0,-4 3-2 16,-8 4 0-16,-4 5 1 0,-8 2-2 16,-2 5-2-16,-6 5 0 0,-4 2 0 0,1 3-2 0,-3 2-1 15,0 0-1-15,5 0-3 0,0-1-1 16,6 1-2-16,5-4-1 0,1-2 1 0,5-3 1 15,8-2 0-15,0-3 1 0,5-4 1 16,-1-2 2-16,7-5 0 0,4 0 0 16,0-5-1-16,6-2-1 0,1-2 1 0,4-5-2 15,3-2-2-15,4-3 1 0,1-5 0 0,4-4 0 16,2 0-1-16,4-2 0 0,-2-3 0 0,2-1 1 16,0-3-1-16,-1 0-2 0,3-1-9 0,-1-1-22 15,0-3-64-15,-2 2-69 0,-3-2-130 16,1-2-204-16,-2 0-306 0,-3 1-337 15,-3 0-254-15,-2-1-115 0,-2 1 425 0,-4-2 622 16</inkml:trace>
  <inkml:trace contextRef="#ctx0" brushRef="#br1" timeOffset="97727.87">27458 9942 351 0,'7'7'743'16,"-2"-1"340"-16,-1 5 97 0,0 4-262 0,-3 5-172 16,-1 5-140-16,0 3-116 0,-1 5-101 0,-4 2-78 15,-2 4-67-15,1 3-85 0,-3 1-55 0,1 4-32 16,-4-1-24-16,3 3-14 0,0 1-11 16,-3 1-8-16,2 0-5 0,-2-1-5 0,4-1-1 15,-2-1-3-15,3-3-9 16,2-3-21-16,1-2-57 0,-1-5-67 0,0-6-72 15,1-4-130-15,0-4-177 0,0-4-292 0,0-5-249 16,3-5-202-16,1-3-97 0,-2-8 349 0,2-3 514 16</inkml:trace>
  <inkml:trace contextRef="#ctx0" brushRef="#br1" timeOffset="98062.52">27528 9964 65 0,'11'-33'516'0,"0"5"374"0,0 1 206 16,-1 7 3-16,4 2-369 0,-1 5-252 16,4 2-125-16,2 4-24 0,3 5-8 0,2 4-31 15,3 3-33-15,1 5-28 0,-1 3-43 0,3 3-51 16,0 7-44-16,-1 2-31 0,-2 4-13 16,-2 5-8-16,-5 3-4 0,-4 5-6 0,0 3-4 15,-7 3-5-15,-4 2-6 0,-1 3-6 16,-4 1-4-16,-4 0-4 0,-1 0 0 0,-3-2 1 15,-4 0 0-15,-2-4 1 0,-4 2 1 0,-1-2 0 16,-4-5-2-16,-4 0 1 0,-3-2-1 16,-2 1 2-16,-4-3 0 0,-4-2 1 0,-2 0-1 15,-1-3-1-15,-4-3 2 0,-1-1-3 16,-1-1-1-16,1-6-1 0,3 0-10 0,2-5-45 16,4-5-70-16,1-3-93 0,6-5-163 0,4-3-280 15,1-5-328-15,6-1-300 0,0-6-184 16,3-3 164-16,5 0 611 0</inkml:trace>
  <inkml:trace contextRef="#ctx0" brushRef="#br1" timeOffset="116255.34">12318 5736 81 0,'0'0'211'15,"-2"0"69"-15,2 0-10 0,0 0-93 0,-1-2-64 16,-1 2-39-16,2 0-17 0,0 0-6 15,0 0-6-15,0 0-2 0,0 0-1 0,0 0-1 16,0 0-7-16,0 0-3 0,0 0-4 16,0 0 0-16,0 0-1 0,0 0-3 0,0 0-1 15,0 0-7-15,-2 2-1 0,2-2-8 0,-3 3 0 16,0 0-4-16,0 0-2 0,0-1 5 16,0 2 1-16,-2-1-2 0,2 0 0 0,-2 1 4 15,0-1-4-15,-1 1 4 0,1 1 3 16,-1 0 1-16,0-2 0 0,-1 1-2 0,-2 1-2 15,4-1-3-15,-3 0-1 0,0 1 0 0,-1 1-2 16,3-4 0-16,-1 4-2 0,-1-1 0 16,3-3 4-16,-2 4-2 0,2-2-2 0,0 0 2 15,0 0 2-15,0-1-2 0,1 2-2 16,-1-1 0-16,-1 1 4 0,1 1-4 0,0 0 2 16,0 0 0-16,-1 1 0 0,-1-2-2 15,-2 3 0-15,1-1 2 0,-2 2-2 0,2-2 0 16,-2 2 0-16,0 0 2 0,1 0-2 0,-2 3 2 15,3-3-2-15,-3 1 0 0,2 0 0 0,-1 2 0 16,-1-2-2-16,3 1 2 0,0-1 2 16,-3 1-2-16,5 0 0 0,-1-3 2 0,-1 1 0 15,2 0 0-15,-1-2 0 0,0 3 5 0,1-3 1 16,-1 1 0-16,-2 0 0 0,3 1-2 16,-1-2 0-16,-1 0-4 0,-1 1 0 0,1-1-4 15,0 2 2-15,0-2 0 0,-1 1-4 16,1 1 0-16,0 0-2 0,1-1 6 0,0-1-2 15,0 2 0-15,3-1 0 0,-3 1 0 16,2-2 4-16,-1 0-4 0,3 0 2 0,0 1 0 16,-2 2 2-16,2-3-2 0,-2 1 0 0,3-1 2 15,-2 2 2-15,-1-2-2 0,1 3 2 16,-1-1 2-16,1-2 0 0,-2 3 3 0,1-3-3 16,-1 2 0-16,1 0 0 0,-3-1 2 0,2 2-2 15,0 0 0-15,-4-1-2 0,2 0 2 0,0 2 0 16,0-1-3-16,-1-1-1 0,1 0 2 15,0 0 2-15,2 0 0 0,-2-1 2 16,0 0-2-16,2 0 2 0,-1-2-2 0,1 0 2 16,-2 2-3-16,3-2-1 0,-1-1 0 0,0 1 2 15,-2-1-2-15,2 1 0 0,-1 0 2 16,-1 1 0-16,1-1-2 0,0 0 0 0,-1 1 2 16,0-1-4-16,-1 0 2 0,1 1-3 0,0-1-1 15,0 0 4-15,0 1-4 0,0-1 0 16,2 1 0-16,-1-1 2 0,0 1-2 0,2-1-2 15,-1 0 2-15,1 0-2 0,-2 2 0 16,3-2 1-16,-2 1 1 0,1-1 0 0,0 0 0 16,0 0 1-16,0 1 1 0,1 2-4 0,-2-2 2 15,-1 2-1-15,2-2 1 0,-1 4 0 16,-2-2-2-16,1 1 2 0,0 1-2 0,-1 0 2 16,0 1-2-16,-1-1-2 0,1 0 4 0,-2 0-2 15,3 1 2-15,-1 0 0 0,1 0 4 16,-1-2-2-16,3 0 0 0,-4 1 0 0,4-3 0 15,-1 3-1-15,1-1 1 0,0-1 2 16,-2 1-4-16,0-1 2 0,3 0-2 0,-3 0 0 16,2-1 2-16,-2 2-4 0,2-1 2 15,-2-1-4-15,1 1-1 0,1-1 1 0,-2 1 0 16,0 0 2-16,-1 0 2 0,2-1 0 0,-2 0-2 16,0 1 2-16,0 0-2 0,0 1 2 15,1-1 0-15,-1 0 0 0,1 0-2 0,-2-1 2 16,-1 2 2-16,2-3 0 0,0 2 2 0,-1 1-4 15,-2-2 4-15,3 1-4 0,0-1 0 16,-3-1 0-16,3 2 0 0,0-1 0 0,-3-1 0 16,5 1 0-16,-2-3 0 0,0 3 0 0,0-2 0 15,2 0 0-15,-1 1 2 0,-1 0 0 16,2-2 3-16,-2 1 3 0,0 4 2 0,2-4-4 16,-2 2 2-16,0-2-4 0,2 1 0 0,-2 0 2 15,1 1 1-15,-2-1 5 0,1 0 2 16,0 1 0-16,0 0 7 0,-1-1-3 0,-1 0-3 15,2 2 3-15,-1-1-3 0,1-2 1 16,0 3-4-16,0-1-1 0,1-1 1 0,0 0-4 16,-1 1 0-16,2 1-4 0,-2-1-2 15,0 1-1-15,2 0 3 0,-1 0 2 0,-1 1 0 16,1 1 0-16,0-1 21 0,-1 1 16 0,2 2 1 16,-2-1 2-16,0 1 2 0,2-1-2 15,-1 1-22-15,0-1-8 0,2 5-3 0,-3-4 10 16,3 0 16-16,-1 2 19 0,-2 0-16 0,2 2-7 15,-1 0 4-15,-1-2-6 0,-1 4-4 0,0-2 1 16,-1 2 17-16,-2 0 13 0,2 1 10 16,-3 0 4-16,2-1 0 0,-1 0-3 0,0-1-2 15,-2 1-4-15,3 2-15 0,-3-4-6 16,3 1-8-16,-3 1-1 0,1 0-4 0,2-2-2 16,-3 1 1-16,4 0-4 0,-1 1-2 15,-3-1-2-15,4 1-3 0,-2-1 4 0,2 2-3 16,-1-1-3-16,2 0 1 0,-1 2 10 0,1-2 9 15,-2-2 3-15,1 3 3 0,2-1 4 16,0 0 24-16,-1-2-19 0,1 1-8 0,0 0-2 16,0 1 0-16,-1-1-2 0,2-2-23 15,-1 0 4-15,2 3-4 0,-3-2-5 0,2-1-1 16,1 0-2-16,1 2 2 0,-4-3 1 0,4 2 2 16,0-1 4-16,-1-1-1 0,1 2-1 0,0-3-1 15,1 0-1-15,-1 1 2 0,2-1 0 16,-2-1-5-16,2 0 2 0,-2-1 2 0,3-1-4 15,-2 3 0-15,-1-2-2 0,2 1 1 16,0-2 1-16,0 3 9 0,0-3 9 0,-1 1 6 16,1 2 1-16,0-1 2 0,0 1-3 0,-2 1-8 15,1 0-10-15,0 1-2 0,-1 1 1 16,2 0-2-16,0 0 19 0,0-1 7 0,0 2 3 16,-2 0-1-16,2-2-4 0,0 2 0 15,0-1-17-15,-1 2-10 0,1-2-3 0,0 0-1 16,0-1-1-16,0 1-3 0,-2 2 4 0,2-2-2 15,0 1-2-15,0-2-3 0,-1 3 1 16,1-3 0-16,0 2-1 0,1 0 4 0,-2-1 2 16,-1 1-2-16,4-2-3 0,-3 0 3 0,3 1-4 15,-1 2-15-15,-1-2-11 0,1-1 13 16,2 2-8-16,-3 1-5 0,0-1 12 0,1 0 23 16,-1 1 12-16,0 2-9 0,1-2 11 15,-2 4 5-15,-1-3-11 0,2 3-9 0,0-1-2 16,0 1-3-16,-1 1-3 0,1-2 0 0,0 1-2 15,1-1-3-15,2 0 3 0,-1-1 2 16,1 0 0-16,1-1-1 0,-1-1 1 0,0 0 0 16,2 0 1-16,1-2 0 0,0 0 0 0,-1-1 4 15,1 0-3-15,0 0 4 0,-1 1-5 16,3-2 1-16,-2 0 0 0,3-1 1 0,-3 1-2 16,2 0-4-16,1-2 1 0,-1 1-1 0,0 0 2 15,1 0-3-15,0 0 1 0,-1-3 3 16,2 1 3-16,-2 2 0 0,2-2-17 0,-1-3-9 15,-1 6-2-15,0-5-2 0,0 1-6 16,1 1-2-16,0-2 16 0,-1 2 9 0,0-1 4 16,1 2 1-16,-1-2 4 0,0 1 0 0,2-2 0 15,-2 2-2-15,3-1 2 0,-3 0-1 16,4 2-1-16,-1-1 3 0,-1 0-1 0,1-2 1 16,1 2 0-16,-1-1 17 0,0 1 9 15,0 0 4-15,1-2 3 0,-1 2 1 0,0-2 3 16,-1 3-17-16,0-2-7 0,-2-1-4 0,1 0-4 15,-1 1-2-15,0-3-3 0,1 3 2 16,0-2-2-16,-4 1-2 0,3-2 2 0,-2 0 0 16,2-1 0-16,-2 1 0 0,0-1 2 15,3 0 0-15,-3 1-2 0,2-2-1 0,0 0 1 16,0-1 2-16,0 2-1 0,1-1 0 16,0 0 0-16,-1-1-1 0,1 1-1 0,1-2 0 0,0 2-1 15,0-1 1-15,-1 0 1 0,1 0 0 16,-1 1 1-16,3-1-1 0,-2 2 0 0,-1-5 0 15,2 5 1-15,0-1 1 0,-2 0-1 16,2 0-1-16,-1 0 1 0,0 0 1 0,1 2-2 16,-2-3 0-16,1 3 0 0,1-2 2 15,1 0-2-15,-2-1 1 0,1 3-2 0,1-1 1 16,-1 1-2-16,0-3-1 0,1 1 2 0,0 0 0 16,0-1-1-16,0-1 1 0,0 1 1 15,1-1 1-15,0 1-1 0,-1-1-4 0,2 2 2 16,-3-4-1-16,3 3 1 0,0-2 1 0,-1 2 3 15,-1 0 1-15,2 0 5 0,-1-1 1 16,-1 2-1-16,2 0-2 0,-1 0-2 0,-1-1 0 16,2 1-2-16,0 1-1 0,-1-2 2 0,2 2-3 15,-2 0 4-15,1 1-2 0,0-2 2 16,0 0-3-16,3 0 1 0,-3 1-1 0,1-1-1 16,0 0-2-16,1 0-1 0,-1-1-1 15,1 0 2-15,-2 0 0 0,0 2 0 0,2-4 2 16,-1 4 1-16,0-1 3 0,-1 0-3 0,1 0-1 15,-1 0 0-15,-1 0 0 0,2-1 1 16,0 1-1-16,0 2 0 0,-1 0 1 16,1 0 2-16,0-2 1 0,-1 2-3 0,0 0-1 0,2 1 1 15,-2 0 4-15,1 0-5 0,1 0 0 16,0-1 0-16,1 2 0 0,0 1 0 0,0-3-4 16,1 1 4-16,0 2 1 0,0-2-1 15,2 1-1-15,-2 1-3 0,2-3-2 0,-1 3 1 16,1 0-1-16,-1-1-1 0,1 0-6 0,-2 1 6 15,2-1-4-15,0 2-2 0,-3-1-13 16,1 3-44-16,0-2-84 0,-2-1-117 0,1 3-133 16,-4-2-239-16,2 2-250 0,0-2-131 15,-3 0 99-15,0 0 288 0,-4-2 300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15T13:43:41.102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1343 2317 143 0,'5'8'359'0,"-3"-2"151"0,1-2 112 0,0-1-173 0,2 0-116 16,1 0-4-16,5-3 33 0,-3 0 46 0,2 0 49 15,-1-3-3-15,-3-1-50 0,-4-1-69 0,1-2-63 16,-1-2-39-16,4-2-26 0,5 0-18 0,2-5-9 16,0 1-15-16,1-3-15 0,-3-3-26 0,3-1-29 15,0-4-23-15,0-1-21 0,-1-1-13 0,3-2-11 16,-2 0-6-16,-1 1-7 0,3 0-5 0,-4 3 0 0,2 0 0 16,-1 2 0-16,1 0 4 0,-3 2-5 15,-1 2 0-15,2 3-1 0,-4-2-1 0,2 4-3 16,-2 1-3-16,-2 3 2 0,-1 2 1 0,1 0 0 0,-2 3-1 15,-1 2 1-15,0 0-3 0,0 1 1 0,-2 2 1 16,-1-2 2-16,2 6 5 0,-2-2 4 0,0 6 4 16,0-1 2-16,0 4-2 0,-2 2-1 0,2 3-1 15,-4 1-4-15,2 4-4 0,-1-1-1 0,0 3-2 16,-2 3 0-16,0 1 0 0,0 2 0 0,1 0-1 0,-4 4 1 16,3-2-3-16,-3 2 0 0,2 2-2 15,-3-1-3-15,2-1 4 0,1 0-1 0,-2-2 1 0,0 0 0 16,3-3 1-16,2-2 1 0,-2 0-4 0,4-6 0 15,-1-1-1-15,2-3-2 0,0-1-9 0,0-5-18 16,2-1-42-16,-2-1-56 0,0-1-52 0,1-4-78 16,1-1-125-16,0-2-158 0,-1-3-211 0,1 0-228 15,4 0-208-15,0-3-39 0,1 1 322 0,-1-3 432 16</inkml:trace>
  <inkml:trace contextRef="#ctx0" brushRef="#br0" timeOffset="227.97">1862 2469 22 0,'0'13'336'0,"-3"-1"221"16,0-2 175-16,3 1 74 0,-2-3-261 0,2-1-178 16,2-1-99-16,-2-1-59 0,0-1-34 0,1-3-53 15,1 3-46-15,0-4-34 0,-1 1-18 0,2-1-8 16,2-1-6-16,0-1-3 0,-1-1-5 0,1-1-17 15,2-2-57-15,0-2-98 0,0 0-121 0,-1-2-252 0,2 1-217 16,1 3-114-16,-1-6 85 0,-1 1 249 16</inkml:trace>
  <inkml:trace contextRef="#ctx0" brushRef="#br0" timeOffset="1459.38">3271 1866 53 0,'5'11'232'0,"-2"1"104"16,1 2 101-16,1 2-121 0,-2 0-97 0,2 1-44 16,-2 5-16-16,-1-2 1 0,1 2-10 0,-1 1-9 15,-1 3-14-15,-1 1-14 0,-1 0-16 0,1 0-18 16,-2 2-14-16,1-1-15 0,-1 1-13 0,0-3-11 16,-1 4-11-16,0-4-4 0,1-1-8 0,-1 1-3 15,0-3 0-15,1-1 0 0,-2-3-3 0,2 0-3 16,1-6-18-16,-1-3-42 0,1 0-53 0,-1-6-73 15,0-1-152-15,2-4-185 0,-1-4-57 0,-1-2 61 16,2-4 139-16</inkml:trace>
  <inkml:trace contextRef="#ctx0" brushRef="#br0" timeOffset="1751.4">3054 1763 121 0,'-3'1'315'0,"0"2"130"0,1 0 101 0,2 0-163 16,0 0-126-16,0 1-34 0,2 1 11 15,1-1 36-15,4 2 52 0,0 0 45 0,4-1 18 16,1-1-3-16,1 0-28 0,2 1-47 0,4-3-54 16,-2 1-59-16,4-2-52 0,1-1-50 0,0 0-33 15,0-1-19-15,3-2-17 0,1 3-14 0,-1-5-6 16,-1 2 0-16,1-3-1 0,-1 1-2 15,1-1 4-15,-3 1 0 0,-1-1-2 0,1 1-2 0,-3 2-1 16,-2-1 1-16,-1 2-6 0,-3 2-24 16,-4 0-90-16,1 3-142 0,-6 1-184 0,0 3-288 15,-4 0-269-15,-2 3-185 0,-1 1 130 0,-2 0 410 16</inkml:trace>
  <inkml:trace contextRef="#ctx0" brushRef="#br0" timeOffset="2141.09">3484 2290 120 0,'10'11'309'0,"-1"-2"134"0,2-2 126 0,-3-1-130 16,5-2-78-16,-4 1-5 0,3-4 37 0,0 1 45 15,1-2 38-15,-1-2-36 0,3 0-61 0,-1-4-59 16,0-2-65-16,0 1-60 0,-1-2-70 0,0-2-43 15,2-1-21-15,-3 0-23 0,0 0-12 16,-1 0-10-16,-1-2-9 0,-1 3-1 0,-1-1-1 0,-3 1-2 16,1-1-2-16,-3 3 2 0,-1 0 6 15,0 2 3-15,-4-1 2 0,2 3 1 0,-5-1 4 16,0 0-4-16,-1 1-16 0,-2 2-14 0,-3 0-5 16,0 3-6-16,1 0 0 0,-2 4 0 0,-1 1 11 15,1 3 8-15,0 0 4 0,1 3-4 0,1 1 15 16,0 1 5-16,2 1 4 0,-1 3 1 0,2-3 2 15,2 3 2-15,2-1-11 0,-2 1-5 0,4 0-3 16,1-1-3-16,0 1-19 0,0 0-11 0,3-4-14 16,0 1-33-16,2 0-58 0,0-5-87 15,1-2-94-15,2-1-117 0,1-5-168 0,1-1-253 16,1-1-141-16,3-5 45 0,-1 0 238 0,0-3 292 16</inkml:trace>
  <inkml:trace contextRef="#ctx0" brushRef="#br0" timeOffset="2841.87">3919 2271 141 0,'9'7'354'0,"-1"1"169"0,-1 2 139 0,1 2-124 16,-1 1-85-16,1 1-41 0,-1 1-14 15,-1 0-18-15,2 0-33 0,0-1-70 0,-2-2-74 16,1 1-56-16,-1-5-48 0,3-1-35 0,-2-1-12 16,-1-2 12-16,1-2 8 0,-1-2 26 0,0-2 8 15,0-3 1-15,-1-2-11 0,0-4-27 0,0 0-16 16,-2-4-27-16,1-1-14 0,-2 0-5 15,-2-1-4-15,0 2 3 0,-2-2 1 0,-5 4-2 16,2 0-2-16,-3-1 0 0,0 3-3 16,-1 0-1-16,-1 3-2 0,2 0-3 0,0 4-1 15,-1-1-4-15,1 4-8 0,3 1-9 0,-1 1-15 0,0 0-17 16,1 4-14-16,3-2-15 0,-1 3-11 16,1-2-16-16,1 1-13 0,1 0-14 0,0-1-30 15,1-1-14-15,1-2-5 0,3 1 13 0,0-2 23 16,2-2 32-16,1 1 48 0,0-4 31 15,3 1 19-15,0-2 10 0,-1 0 5 0,2 0 1 16,1 0 7-16,-2 2-1 0,3-1 1 0,-1 1 3 16,1 1-2-16,-1 3 1 0,3 0 1 0,-2 0 14 15,0 3 30-15,0 1 35 0,-1 3 40 16,1 1 42-16,-1 2 47 0,-2 2 25 0,0 1-7 16,-1 2-21-16,-1 1-27 0,-1-1-26 0,-2 1-55 15,-1 1-32-15,0 0-24 0,-1-2-17 0,-1-2-6 16,1 0-14-16,-3-2 2 0,1-2-4 15,0 1 0-15,-1-4-5 0,1-1 15 0,-2-2 10 16,0-1 5-16,1-1 7 0,-1-1 1 0,2-3 2 16,-2-1-18-16,2-2-8 0,-1-4-4 15,1-1-7-15,-2 0-2 0,3-4 0 0,-3 2 2 16,4-2 0-16,-2-2 1 0,0 0 2 0,-1 1 2 16,2 1-8-16,-1 1-12 0,1-3-41 0,-1 3-53 15,1 1-69-15,0-1-80 0,2 3-82 16,-2-1-77-16,5 1-35 0,-2 3-7 0,2 1 26 15,0 1 62-15,3 1 75 0,-3 2 75 0,3 0 64 16,0 2 53-16,0 1 41 0,-1 0 31 0,2 1 30 16,-2 2 20-16,1 0 37 0,-2 2 49 0,-2 1 59 15,-1 1 78-15,3 1 126 0,-4 3 102 16,-2 1 46-16,2-1-12 0,-3 4-45 0,1 0-71 16,-1 0-91-16,-1 4-81 0,-1 0-68 0,0-1-41 15,0 1-32-15,0 1-20 0,0-2-21 0,0-4-15 16,2 3-18-16,-2-4-30 0,1 1-73 0,1-6-162 15,-2-1-248-15,0-5-280 0,2-4-277 16,-1-4-227-16,-1-5 114 0,3-5 521 0</inkml:trace>
  <inkml:trace contextRef="#ctx0" brushRef="#br0" timeOffset="3013.55">4495 1939 305 0,'-7'9'502'0,"1"3"162"0,-2-1 67 0,5 2-313 0,0-2-207 16,1 1-99-16,2 0-54 0,3-2-27 16,1 2-27-16,2-1-39 0,3-2-53 0,2 0-80 15,3-1-172-15,-1 0-197 0,3-2-79 0,1-2 46 16,2 1 143-16</inkml:trace>
  <inkml:trace contextRef="#ctx0" brushRef="#br0" timeOffset="3313.74">4882 2194 8 0,'-9'8'403'0,"-1"1"329"0,0-1 269 15,-2 0 114-15,2-2-280 0,-2 2-273 0,2-1-134 16,-1 1-47-16,3-1-35 0,-1 1-59 16,2 3-48-16,1-3-38 0,1 0-41 0,-1-2-41 15,3 0-46-15,0-2-30 0,3 1-21 0,-2-1-10 16,2-1-4-16,2 0-7 0,1 0 1 0,0 0 1 15,5 0 1-15,-2-2-2 0,2 1 1 0,3 1 1 16,0-3-1-16,1 2-1 0,1 2-2 16,0-1 3-16,1 3 1 0,-1 0 2 0,0 0-1 15,-1 0-1-15,1 2 4 0,-2-1-2 0,-3-1-2 16,2 2-3-16,-4-1 1 0,3 1 1 0,-4-2-3 16,0-1-3-16,-2 2-38 0,2-2-59 15,-3-3-70-15,1 0-149 0,1-2-219 0,1-2-314 16,3-2-280-16,0 0-218 0,6-2-3 0,0 2 502 15</inkml:trace>
  <inkml:trace contextRef="#ctx0" brushRef="#br0" timeOffset="4169.05">8148 2661 384 0,'2'8'823'0,"-1"-4"270"0,1-1 4 0,1-2-270 16,-1-4-280-16,3-2-200 0,-2-5-111 0,3-3-56 16,4-4-16-16,-1-2-23 0,1-3-11 0,5-3 12 15,0 0 17-15,0-2 6 0,0-1-9 0,0 3-15 16,-2 1-27-16,0 3-31 0,-2 3-31 0,-3 3-15 16,0 4-15-16,-1-1-10 0,-2 5-4 15,-1 3-3-15,-1 2-1 0,0-1 4 0,0 6-1 16,-1 2 0-16,-1 3 1 0,1 5 3 0,2 2-1 15,-4 1-4-15,0 4 1 0,0-1-1 0,2 2 1 16,1-1-4-16,-1-2 0 0,1-2-3 16,0-1 1-16,2-3 0 0,0-2-2 0,2 0 3 15,1-3-2-15,0-5 1 0,2-2-1 16,1-2 2-16,0-7 1 0,0-1-2 0,3-4-1 0,-1-2 1 16,1 0-1-16,-3 1 3 0,-1 1-3 15,-1 0 0-15,-1 4 0 0,0-1 0 0,-3 3 2 16,1 3-4-16,-3-1 1 0,0 4-1 0,-1-1 1 15,1 1 0-15,0 4-1 0,-1 1 2 0,0 3 0 16,-1 3 0-16,-1 3 1 0,0 2 0 0,2 2-1 16,-2 2 0-16,1-1 0 0,1 1 1 15,2-1-2-15,0 0 0 0,2-1-6 0,0 0-21 16,1-3-58-16,5-2-54 0,-1-4-86 0,1-2-146 16,0-5-211-16,3-4-299 0,0 0-234 0,1-5-211 15,1-1 64-15,-1-2 460 0</inkml:trace>
  <inkml:trace contextRef="#ctx0" brushRef="#br0" timeOffset="4519.56">8896 2436 122 0,'5'-7'620'0,"-2"3"434"0,-3 0 171 0,-1 2-130 0,-1-1-278 15,-1 1-208-15,-2 4-157 0,0 1-100 16,-1-1-74-16,-2 4-50 0,0-1-70 0,0 3-62 16,-1 1-33-16,1 2-19 0,0-1-11 0,0 2-13 15,-1 2-12-15,2-3-9 0,1 2-6 0,1-1-5 16,4-2 5-16,-1-2 10 0,4-1 4 15,1-1 2-15,2-3 2 0,1 0-1 0,4-3-6 16,2-6-8-16,-1-1-3 0,5-3 0 0,-2-1-1 16,3-3 0-16,-4 0-3 0,3-2 2 0,-2 1 2 15,-2 2 1-15,-2 1 0 0,0 0 2 16,-2 5 4-16,-2-1 0 0,-1 3 0 0,-2-1-2 16,0 3 0-16,-3 3-1 0,0 3 0 0,0 3 0 15,-3 0 0-15,1 5 4 0,-1 1 2 0,0 3-2 16,-1-1 1-16,0 3-2 0,3-2 3 0,1 3-3 15,0-3-2-15,1 0 2 0,1 2-2 16,2-3 2-16,0-3-3 0,0 3-12 0,3-6-38 16,-1 2-52-16,1-3-48 0,2-1-52 0,-1-4-97 15,0-2-136-15,3 0-137 0,-2 0-197 16,-1-2-237-16,5-3-203 0,-2 4 56 0,0-2 373 0,1 0 395 16</inkml:trace>
  <inkml:trace contextRef="#ctx0" brushRef="#br0" timeOffset="4738.02">9225 2646 209 0,'3'7'548'0,"0"1"257"16,-1-4 127-16,0 1-167 0,-1-1-208 0,2-1-122 15,-1-1-73-15,1-1-44 0,1 1-32 0,0-4-46 16,5-1-48-16,1-1-60 0,1-4-42 16,3-3-25-16,1-2-20 0,2-1-14 0,-1-2-15 15,3-3-8-15,1 1-1 0,0-4-5 0,1 3-4 16,1-1-3-16,-1-2 1 0,0 2-3 0,-1 1-2 15,-1 1-8-15,0 3-15 0,-6-2-39 16,1 4-124-16,-4 0-173 0,-4 0-292 0,0 0-267 0,-3 1-249 16,-1 0-81-16,-4 0 368 0,-4 0 479 15</inkml:trace>
  <inkml:trace contextRef="#ctx0" brushRef="#br0" timeOffset="4943.08">9346 2365 305 0,'-8'26'921'0,"0"-3"339"0,-1 3-29 0,5-2-165 0,1 0-461 16,1 1-218-16,4 0-99 0,2-3-54 15,1 0-32-15,3 0-36 0,0-3-44 0,3-1-49 16,2 0-33-16,1-3-18 0,5 0-15 0,1-2-6 16,4-1-8-16,3-2-44 0,0-2-53 15,5-2-76-15,-1-2-146 0,3-2-240 0,2-2-313 16,0 0-264-16,2-2-214 0,0-1 59 15,6 0 525-15</inkml:trace>
  <inkml:trace contextRef="#ctx0" brushRef="#br0" timeOffset="5573.36">11344 2500 321 0,'-11'15'667'0,"1"-1"282"0,-2-2 145 0,4-3-240 16,1-3-245-16,3-2-160 0,0-1-91 15,0-2-53-15,2-1-72 0,2-2-32 0,2-4-16 16,4-5-5-16,0-2-18 0,6-8-22 15,0-2-15-15,4-7-29 0,3-3-19 0,0-3-17 16,3-1-13-16,3-2-6 0,0-3-9 0,-2 3-4 16,2 1-7-16,-3-1-5 0,3 5 0 15,-4-1-2-15,-2 6 6 0,1 1 4 0,-5 4 0 0,0 3-1 16,-2 3-2-16,-3 2-2 0,-1 4-3 16,-1 1-5-16,-3 4-3 0,1 0-2 0,-2 1-4 15,0 4 1-15,-1 0 4 0,0 2 5 16,1 4 6-16,-1 0 5 0,0 4 8 0,0 3 3 15,0 4 2-15,-1 4 1 0,1 3 0 0,0 5-1 16,-1 4-1-16,-1 1 5 0,-1 4-1 0,0 1 1 16,0 1-3-16,0 1-3 0,-1-1-8 0,-1 2-12 15,-1 0-7-15,2-5-5 0,-1-1-4 0,0-1-3 16,2-2 2-16,0-1 1 0,0-5 5 16,2-3-1-16,0-1-6 0,-1-2-17 0,2-5-23 15,-3-1-30-15,2-2-82 0,-2-4-95 0,0 0-186 16,0-3-279-16,-2-1-325 0,2-3-376 0,-3-3-189 15,3-1 182-15,0-4 745 0</inkml:trace>
  <inkml:trace contextRef="#ctx0" brushRef="#br0" timeOffset="6110.82">12595 2823 472 0,'-2'-2'940'0,"-1"-2"268"0,-1-2-34 0,1-2-348 16,-1-1-268-16,2-3-174 0,-1-3-80 0,3-1-33 16,0-6-22-16,0-1-34 0,0-6-38 0,0-2-37 15,2-2-42-15,-1-6-39 0,1-3-25 16,2-2-9-16,-1 0-4 0,1 0-17 0,2 1-5 16,-1 0-2-16,1 4 3 0,0 2 1 0,1 6-1 15,-1 0 7-15,-1 6 2 0,0 4-2 0,2 3-3 16,-2 2 0-16,0 6-3 0,0 4 5 15,1 3 4-15,2 4 6 0,3 6 6 0,-3 3 3 16,3 5 6-16,0 5-3 0,2 2 7 0,-1 3 0 16,1 5-8-16,0-2-2 0,1 1-6 0,-1 3 1 15,1 1-9-15,-3 1-1 0,1-1 1 0,-2 3 1 16,0-2-1-16,-2 2-2 0,-1-2-2 16,1 1-2-16,-1-4-2 0,-2 0-1 0,2 0 5 15,-4-3 3-15,2-1 0 0,-2-2 0 0,0-2-1 16,1-2 0-16,-3-5-11 0,3 0-13 0,-4-4-18 15,0-5-47-15,0-1-68 0,-4-3-75 16,1-5-130-16,0 0-189 0,-4-4-310 0,-2-2-279 16,0-2-205-16,-3-3-76 0,-5-3 411 0,1 0 541 15</inkml:trace>
  <inkml:trace contextRef="#ctx0" brushRef="#br0" timeOffset="6323.52">12569 2515 251 0,'2'9'590'0,"0"0"242"0,2 0 138 0,4 1-100 0,3-2-237 16,0 1-141-16,5-3-56 0,2 1-6 16,2 0-33-16,0-2-82 0,1 0-64 0,3-2-49 15,1-1-47-15,0-2-43 0,0 0-37 0,2 0-23 16,1-3-17-16,-1 0-8 0,1-1-6 0,0-1-14 16,-1 0-8-16,-2 0-6 0,1 0-22 15,-4 0-66-15,0-2-59 0,-2-1-130 16,-3 0-189-16,-2 1-309 0,-4-2-314 0,2 0-225 0,-5-1-100 15,-2-2 417-15,-1-4 551 0</inkml:trace>
  <inkml:trace contextRef="#ctx0" brushRef="#br0" timeOffset="6802.21">13099 2003 305 0,'3'0'644'15,"3"0"252"-15,-3 0 155 0,2 0-200 0,-2 4-215 16,2-1-146-16,2 1-31 0,0 2-4 0,0 1-62 16,-1 3-67-16,-1-1-47 0,-2 4-49 15,0 1-55-15,-3 2-45 0,0 2-28 0,0 2-18 16,-3 2-12-16,0 2-10 0,-2 2-5 0,0 1-8 16,0-1-5-16,-2 4-7 0,2-2-6 0,0 1-5 15,0 2-5-15,1-3-6 0,0-1-4 16,3 0-4-16,-1-4-3 0,4-2-1 0,-1-2-2 15,3-2-1-15,-1-4 0 0,3-2 0 0,-1-3 1 16,4-1 0-16,1-4 1 0,1-6 0 0,3 1 0 16,2-9 1-16,1-1-1 0,1-2-1 15,1-3 0-15,1 1 0 0,0-4-1 0,-2 1-1 16,3 1 1-16,-4 1 0 0,2 2 0 0,-3 0 0 16,-2 5 0-16,-1-1 0 0,-1 6-1 0,-4-1 0 15,0 2 1-15,-3 4 1 0,0 4 0 16,-2 3 1-16,0 2 1 0,-6 6 0 0,2 1 1 15,-3 6 1-15,1 0-1 0,-2 1 0 0,1 3 0 16,0 3 0-16,1-3-1 0,-2 4 0 0,3-2-1 16,0 0-1-16,0-2 0 0,2-1-2 15,0-1 0-15,2 1-1 0,0-5-1 0,0-1 0 16,2 0-3-16,-3-1-12 0,2-3-16 0,-1-2-31 0,0 1-74 16,-4-5-92-16,0 2-171 0,-1-1-284 15,-2-3-332-15,-4 2-381 0,1-1-215 0,-3 1 149 16,-3-1 708-16</inkml:trace>
  <inkml:trace contextRef="#ctx0" brushRef="#br0" timeOffset="46975.75">1381 4371 5 0,'-5'2'187'0,"-2"1"98"0,2-2 107 0,0 0-78 0,2-1-64 16,0 0-34-16,0 0-14 0,1-1 0 16,2 0 6-16,0-2 17 0,2 1 17 0,1 2 15 15,0-2 2-15,2 0-2 0,-2 2-8 0,2-1-3 16,1 0 9-16,-1-3 0 0,-2 2-11 0,0-1-21 15,0-2-19-15,-1 0-27 0,1 1-40 0,0-2-31 16,3 2-20-16,4-4 4 0,1 1 6 16,5-1-3-16,3 1-2 0,0-3-9 0,1 3-3 0,-2 0 15 15,4-1 7-15,-2 2-3 0,-2 2-4 0,1-1-2 16,-3 4-3-16,-2 0-25 0,-1 1-20 0,-4 1-1 16,0 2-2-16,-2 3 2 0,-4 1-4 15,0 4-5-15,-4 0-3 0,-1 4-9 0,-3 2-6 16,-1 1-4-16,-3 3 0 0,-1 2-4 0,-1 2 0 15,-2 2 2-15,2 2 0 0,-2-1 1 0,1 4 3 0,1 0 1 16,-3 0 0-16,2 1 4 0,1 0 0 0,-1 0 1 16,2-1-2-16,2-2-3 0,1-2-1 15,2-4-5-15,0-1-5 0,3-3-3 0,1-4 1 16,1-1 0-16,1-1-2 0,1-3 0 0,1 0 2 16,2-3 0-16,1-1-1 0,-1-1 1 0,1-2-1 15,2-1 2-15,3-3 0 0,-3 0-1 0,3-1-1 16,2-2-2-16,0 0-7 0,-1-3-17 0,2 0-47 15,-1 0-70-15,-2 0-99 0,0-2-170 16,0 2-277-16,0-3-321 0,2 2-291 0,1-1-168 0,-3-2 210 16,1 1 605-16</inkml:trace>
  <inkml:trace contextRef="#ctx0" brushRef="#br0" timeOffset="47190.2">1968 4821 311 0,'-2'13'814'16,"-1"-4"314"-16,0 1 40 0,0-4-185 0,-2-2-421 16,2-1-228-16,2-1-115 0,1 0-64 0,0-2-53 15,1-2-25-15,2 1-23 0,3-2-14 0,-1 0-9 16,0-1-3-16,1 0-2 0,1-1-18 0,2 0-21 16,1 1-33-16,-2-1-93 0,2-1-127 0,-3 1-156 15,1 1-279-15,0 0-273 0,3 0-221 0,-3 3 69 16,1-2 361-16,-1 2 386 0</inkml:trace>
  <inkml:trace contextRef="#ctx0" brushRef="#br0" timeOffset="56314.39">3611 4207 8 0,'-2'-7'218'0,"1"0"132"16,-1 2 149-16,-3-1 9 0,2 0-63 0,-2 0-2 15,-1 1 32-15,0 1 36 0,1 0-12 0,0-1-42 16,-1 1-68-16,-1-2-78 0,-2 4-66 16,3-3-61-16,-4 2-16 0,-1 2-7 0,0 1 6 15,-2 0 5-15,-1 1 3 0,-2 1-8 0,-1 1-26 16,1 1-31-16,-3 1-26 0,-3 3-20 0,3 2-22 16,-1 0-14-16,-1 4-10 0,2-1-5 0,0 2-2 15,2 1-2-15,1-2-3 0,3 3-5 0,1-2 2 16,2-1-1-16,5 1-2 0,-1-4-1 15,5 1-2-15,2-1 1 0,2 1 0 0,2-2-2 16,3 0 1-16,2 1-1 0,2 0 5 0,2-1 1 16,2-1-1-16,2 0 0 0,0 0 0 15,3 0 1-15,-2-2-2 0,3 2 0 0,0-2 3 0,-3 1 0 16,3-1-2-16,-4 0 0 0,2 0 0 16,-3 1 6-16,0 0 1 0,-2-1 3 0,-4 3 3 15,-1-4 1-15,-1 4-2 0,-1-1-4 0,-5 1-2 16,2 1-1-16,-5-1 0 0,0 0 0 0,-3 2-6 15,-2 1-6-15,0 0 0 0,-3 0-1 0,-4 3-3 16,1-2-2-16,-3 2 8 0,1-1 2 16,-4 1 2-16,2-2-2 0,0-1 1 0,0-1 3 15,0-3-1-15,2-1-1 0,0-2 2 0,1-3-1 16,0 0-8-16,4-2-18 0,-2-1-39 0,3-1-47 16,1-2-42-16,2 0-45 0,1-1-82 0,3-2-106 15,-1-2-101-15,2 1-125 0,1-2-261 16,1 2-230-16,2 0-50 0,1-2 225 0,1 0 370 15</inkml:trace>
  <inkml:trace contextRef="#ctx0" brushRef="#br0" timeOffset="57618.08">3721 4526 53 0,'2'2'260'0,"-2"2"130"16,3 0 120-16,-1 2-87 0,-2 1-106 0,3 1-56 15,0 2-12-15,-1 2 12 0,1 0 33 0,3 6 34 16,-3-3 30-16,2 6 28 0,0 1-3 0,-2 4-28 15,2 1-42-15,0 0-58 0,1 4-52 0,-3-2-46 16,0 3-21-16,0 1-14 0,-1-2-4 16,1 0-1-16,-3-4-6 0,3 1-15 0,-3-3-14 15,2-1-4-15,-2-3-11 0,0-6-9 16,0-1-5-16,0-4 3 0,0-2 5 0,1-4-6 0,1-4-7 16,-2-3-4-16,3-6-7 0,2-5-8 0,-2-6-12 15,3-4-9-15,1-3-2 0,-1-2-2 16,3-5-1-16,-2-1-2 0,-1-2-1 0,2-1-1 15,0 1-3-15,-2-1-1 0,1 2 3 16,-1 2 1-16,2 0 1 0,-2 5 0 0,0 4 2 16,1 0 1-16,-2 6-2 0,-1 3 0 15,0 3-1-15,0 2-4 0,-1 4-1 0,0 1-2 16,-1 3 2-16,1 2-2 0,-1 1 4 0,3 1 4 16,-2 5 3-16,0 0 1 0,3 4-1 15,-3 1 0-15,2 3-2 0,-2 0 2 0,0 2-1 16,2 1 2-16,-2 0 2 0,2 0 1 15,1-2-2-15,-1 1 1 0,1-4-1 0,3 2 0 16,0-3-2-16,0-4 0 0,1-3 4 0,2-1-2 16,3-3-2-16,0-3 0 0,0-1-2 15,2-3 0-15,-1-4-2 0,1-2-2 0,1 0 1 16,-1 0 0-16,-1-2 3 0,-2 0 1 0,-3 1 2 16,2 1 1-16,-5 1 2 0,-2 1 2 15,-1 2-1-15,-2 0 0 0,-3 2 1 0,0 1 1 16,-1 0 0-16,-3 2 1 0,-2 0-2 0,-1 2 1 15,-2-2-5-15,1 3-1 0,-3 1-2 0,0 0-2 16,0 1 1-16,0 0-1 0,0 2 1 16,0-1 2-16,3-1 0 0,-3 2 0 0,3-3 1 15,0 2 0-15,3 0 0 0,-1-2-2 0,0 3 1 16,3-3 0-16,-1 1-1 0,1 1-1 16,2-2-1-16,-1 0 0 0,2 1-2 0,0-1-1 15,0 2-3-15,0-2 0 0,2 2 1 16,-1 0-2-16,1 3 1 0,1 0 2 0,2 2 6 15,2 2 5-15,0 0 2 0,1 3-1 16,0 1-2-16,1 2 2 0,-1 0-1 0,3 3-2 16,0 1-3-16,0 0 5 0,-1 0 2 0,2 1-3 15,-2-1-1-15,1 0-4 0,0 0 0 16,0-1 0-16,-3 0 0 0,1 0-1 0,-2-2 2 16,-2 1 0-16,-1-1 0 0,-2-1-1 15,-2 0 2-15,0-1-1 0,-2-1 1 0,-1 1-2 16,-2-2 1-16,0-3 0 0,2 2-1 0,-3-4 0 15,2-1 2-15,0-2 1 0,1-2 0 0,-2-2 2 16,2-3 0-16,1-5-1 0,2-4-1 16,0-4-2-16,4-7-3 0,-1-5-1 0,3-6 4 15,1-3 0-15,2-5-1 0,-1-4 1 0,3-3-7 16,-2 0-1-16,1 0-8 0,0-4-1 16,2 1 0-16,-2 1-2 0,1 0 7 0,0 4 4 15,-2 2 2-15,1 5 2 0,1 2 0 0,-3 5 1 16,-2 7 1-16,1 1-1 0,0 6 1 15,-4 4-2-15,2 3 0 0,-2 3-1 0,-1 3 1 16,1 3 3-16,0 4 3 0,-1 4 6 0,1 4 6 16,-1 4 6-16,1 5 6 0,0 5 4 15,-2 4 6-15,1 3 1 0,-1 6 2 16,1-1 0-16,0 3-6 0,-1-1-5 0,1 1-10 16,1-3-4-16,2-2-7 0,0-2-5 0,1-1-1 15,0-4-2-15,2-1 0 0,-1-1-2 0,-1-5-2 16,3-4 0-16,-4 2-3 0,1-5-7 15,-1 0-12-15,-3-4-20 0,1-1-36 0,-3-2-75 16,-5-2-96-16,0-1-162 0,-3-4-264 0,0 0-325 16,-6 0-345-16,1-4-189 0,-4-5 144 15,0 1 636-15</inkml:trace>
  <inkml:trace contextRef="#ctx0" brushRef="#br0" timeOffset="57824.3">4156 4229 377 0,'2'5'692'0,"3"-3"282"0,1 4 144 0,3-2-231 16,2 3-296-16,2-1-138 0,3-1-72 15,0-1-65-15,4 1-64 0,-1-3-58 0,2 1-35 16,4-2-35-16,-1 1-23 0,4-2-30 0,-1 0-32 16,3-2-18-16,-2 1-16 0,2-1-32 15,2 1-53-15,-2-3-50 0,-1 1-119 0,-1 1-176 16,-1-1-306-16,0 1-277 0,0 1-223 15,0 1-126-15,1 0 356 0,-1 1 526 0</inkml:trace>
  <inkml:trace contextRef="#ctx0" brushRef="#br0" timeOffset="58151.92">5171 4405 385 0,'2'8'832'0,"-1"-1"329"0,-1 2 45 0,2 3-218 16,0 1-259-16,-1 3-200 0,1 2-120 15,-2 0-94-15,2 2-67 0,-2 1-80 0,-2-1-73 16,2-1-42-16,0 4-21 0,-2-6-23 0,2-1-56 16,0-1-66-16,-1-1-105 0,-1-6-171 15,2 3-301-15,-3-4-324 0,3-1-281 0,-2-5-178 16,-1-1 253-16,0-5 615 0</inkml:trace>
  <inkml:trace contextRef="#ctx0" brushRef="#br0" timeOffset="58302.88">5146 4227 17 0,'-8'-12'478'16,"3"3"388"-16,-1-1 213 0,0 3-13 0,4 3-321 0,-1 1-342 15,3 0-186-15,0 2-91 0,5-1-52 16,-2 2-38-16,5 2-61 0,0-2-96 0,1 0-136 16,2 1-175-16,2 2-279 0,1 0-236 15,5 0-97-15,1 0 175 0,3-2 344 0</inkml:trace>
  <inkml:trace contextRef="#ctx0" brushRef="#br0" timeOffset="58760.88">6115 3874 109 0,'2'-7'394'0,"-2"1"223"16,0 2 167-16,0 0-30 0,0 4-124 0,0 4-68 15,1 0-70-15,2 5-53 0,-1 3-39 16,3 2-32-16,0 6-40 0,-2 3-33 16,3 2-35-16,0 5-28 0,-1 4-30 0,0 0-50 15,0 3-46-15,-2 2-36 0,0 2-24 0,-1 1-14 16,-1 4-4-16,-1-2-5 0,0-1-6 15,2-2-1-15,-2-2-2 0,3-1-2 0,-2-6-8 16,1-2-6-16,1-4-14 0,-1-4-39 0,-1-2-65 16,1-5-58-16,-2-3-103 0,0-6-161 15,0-2-251-15,0-4-280 0,0-4-218 0,-3-5-177 16,-2-3 175-16,-1-4 515 0</inkml:trace>
  <inkml:trace contextRef="#ctx0" brushRef="#br0" timeOffset="58994.59">5996 4176 105 0,'7'0'401'0,"-2"0"207"0,0 2 231 16,1-2 56-16,0 0-203 0,2 1-150 0,0-1-83 16,4 0-32-16,-2 0-93 0,3 0-107 15,1 0-81-15,0 0-43 0,2 1-28 0,0-1-34 16,1 2-22-16,-1-2-11 0,3 2-2 0,0-1-6 15,-2 0-1-15,0 1 0 0,1-1-9 16,-1 2-14-16,-2 1-86 0,-1 1-151 0,-5 1-247 16,1 3-280-16,-4 1-266 0,-1 0-212 15,-4 3 150-15,-1 1 486 0</inkml:trace>
  <inkml:trace contextRef="#ctx0" brushRef="#br0" timeOffset="59306.8">6422 4585 236 0,'9'7'513'0,"1"-1"223"0,0-2 190 16,0-4-105-16,2-1-198 0,0-6-121 0,-1-2-67 15,-1-1-57-15,4-5-83 0,-3-2-76 16,3 0-36-16,-1-5-12 0,-2 2 4 0,1-3 19 16,0 2-11-16,-4 1-20 0,-1 3-26 15,-2-2-22-15,-2 2-27 0,-3 3-29 0,0 0-13 16,-3 4-10-16,-2-1-9 0,-1 2-8 15,-2 3-8-15,0 4-5 0,-4 3-4 0,2 4 3 0,-3 2 3 16,1 5-1-16,1 1 1 0,3 4 2 16,-3 3-2-16,3 0-7 0,3 1-4 0,0 2 0 15,2 1-3-15,3-2 1 0,0 1 0 16,0 0 0-16,5-2-16 0,-2-2-51 0,2-3-60 16,3-1-66-16,1-3-121 0,1-3-179 15,4-1-295-15,0-4-254 0,4-1-216 0,2-3-99 16,2-3 329-16,0-3 517 0</inkml:trace>
  <inkml:trace contextRef="#ctx0" brushRef="#br0" timeOffset="60223.14">6938 4366 193 0,'-2'-7'488'0,"2"1"306"0,-2-2 280 0,1 2-147 16,-1 2-203-16,0 1-126 0,2 0-69 0,-1 0-73 16,1 1-90-16,-2-1-76 0,2 3-51 15,-3 0-45-15,1 3-53 0,-1 2-44 0,0 1-37 16,-1 4-15-16,1 4-8 0,-2 3-4 15,0 3-2-15,2 5 4 0,-1 5 5 0,1-1-7 16,0 4-6-16,0 3-5 0,3-1-5 16,0-2-9-16,3 0-9 0,2-5 1 0,0-2 1 15,1-4-1-15,4-4 2 0,2-5 0 0,-1-6 4 16,5-4 4-16,-2-9 1 0,3-4 0 16,0-7-1-16,1-6-2 0,-3-4-3 0,2-3-1 15,-1-4-2-15,0-2 2 0,-5-1 1 0,1-3 2 16,-2 3-1-16,-2-1-2 0,-3 2 0 15,-2-1-7-15,-3 1-3 0,-2-2-4 0,1 1-1 16,-4 0 0-16,2 4-1 0,-4 1 6 16,2 3 3-16,2 4 2 0,-3 4 1 0,3 4 0 15,-2 2 0-15,2 5 0 0,0 1-1 0,1 3-2 16,1 3-1-16,-1 1-1 0,0 4 1 16,1 2 0-16,-1 2 1 0,2 3 2 0,2 3 1 15,-1 2-1-15,1 1 1 0,1 4 0 0,0 0 1 16,4 0-1-16,-2-1 0 0,2 3 0 15,1-3 6-15,2 0 3 0,2-2 1 0,-1-1 1 16,2 0 0-16,3 0 2 0,-2-1-5 16,2-1-3-16,-2-1-2 0,0 2 0 0,1-2 0 15,-1 1-1-15,-3 2-2 0,0 1 0 0,-2 1 1 16,-2 2-1-16,-1 1 1 0,-4 3-2 0,1 1 2 16,-3 1-1-16,-3 2-1 0,1-1 2 15,-3 2 0-15,2 1 0 0,-2-4 0 16,2 0-5-16,0-2-12 0,-1-4-40 0,2-4-78 15,-1-2-103-15,1-6-180 0,2-4-298 0,0-3-340 16,0-5-335-16,2 0-166 0,0-6 261 0,-1 0 672 16</inkml:trace>
  <inkml:trace contextRef="#ctx0" brushRef="#br0" timeOffset="60804.54">7274 4774 296 0,'5'-1'568'16,"1"-4"299"-16,0-2 207 0,1-1-236 16,1-4-209-16,1-3-134 0,-1-1-92 0,0-4-93 15,3 1-86-15,0-2-43 0,0-1-6 0,-1 1 10 16,1-1 5-16,-2 1-4 0,-1 4-15 0,0-2-26 16,-2 4-30-16,-1 2-27 0,0 2-20 15,-2 2-16-15,-1 3-11 0,-2 2-7 0,3 1-6 16,-3 1-9-16,0 4-5 15,0 3-6-15,0 2-3 0,0 3-3 0,0 2-2 0,0 3-1 16,0 1 0-16,2 1 0 0,-1 1 1 0,2 0 1 16,-1 0 1-16,1 1 0 0,0-3 1 15,0-1-2-15,2-2-1 0,0-2 1 0,1-2 0 16,2-3 0-16,0-3 1 0,0-3 1 0,4-5-1 16,-2-3-2-16,1-3 0 0,3-4 0 15,-1-2 0-15,1-2 2 0,0 0-1 0,0-3 4 16,-1 3 0-16,0-1-7 0,-2 2-5 0,-2 3-4 15,-2 1 1-15,-1 5-4 0,0-1-2 16,-1 3 4-16,0 1 11 0,0 4 5 0,-2 2 4 16,0 2 2-16,0 4 2 0,2 1 2 15,-4 5-8-15,2 2-5 0,-1 2-3 0,1 2-3 16,-1 2-24-16,1-1-63 0,0 0-60 16,1 0-73-16,0-4-132 0,2-2-188 0,1 1-290 15,1-4-231-15,1-1-207 0,2-3-60 0,0-2 361 16,2-2 493-16</inkml:trace>
  <inkml:trace contextRef="#ctx0" brushRef="#br0" timeOffset="60967.32">7913 4609 182 0,'3'0'702'15,"0"0"420"-15,-3 2 109 0,2 2-139 0,-2 3-308 16,0 1-199-16,-2 3-150 0,2 2-98 0,-3 0-66 16,1 4-67-16,1-2-68 0,-1 0-64 0,-1 2-35 15,3-2-30-15,0 0-76 0,0-3-76 16,0-3-155-16,0-2-252 0,0-3-311 0,3-2-358 15,-1-4-240-15,1-2 2 0,0-5 593 16</inkml:trace>
  <inkml:trace contextRef="#ctx0" brushRef="#br0" timeOffset="61121.47">7949 4276 56 0,'-9'-13'645'0,"-2"1"481"16,3 1 143-16,0 3-133 0,1 2-350 15,1 1-399-15,3 1-196 0,2 3-91 0,1 1-49 16,1 0-48-16,5 0-86 0,-1 1-135 0,1-1-183 16,3 0-287-16,3 2-279 0,1-2-218 0,4 2 46 15,2-2 390-15</inkml:trace>
  <inkml:trace contextRef="#ctx0" brushRef="#br0" timeOffset="61799.06">8164 3951 206 0,'-1'-5'464'0,"-1"2"234"0,1 2 195 0,-1-1-154 16,2 2-135-16,0 0-86 0,0 2-64 0,0 1-68 16,0 1-66-16,0 4-30 0,2 2 8 15,-1 4-6-15,2 3-24 0,-1 3-24 0,1 4-26 16,0 1-45-16,-1 6-56 0,-2 2-39 16,2 1-14-16,-4 2-9 0,2 2-6 0,0 1-10 15,-2-2-7-15,1 1-5 0,-1-1-11 16,2-2-8-16,0-3-2 0,2-4-3 0,-1-3 0 15,3-3-1-15,2-5-1 0,-2 0 1 0,4-5-1 16,2-5 1-16,2-2 0 0,0-5 2 0,3-5 2 16,0-4 1-16,2-4-1 0,-1-2-5 15,3-1-4-15,-2-6-1 0,1 3-3 0,-1 0-1 16,-3 0-2-16,-1 1 7 0,-1 3 0 0,-2 2 3 16,-2 1-1-16,0 3 1 0,-4 2 1 15,1 4-2-15,-2-2 0 0,1 5-1 0,-3 0 1 16,1 5-1-16,-2 1 1 0,-2 5 1 15,2 3 1-15,-1 0 6 0,-1 3 3 0,2 2 2 16,-2 2-1-16,2-1-1 0,-1 1 2 0,2 2-7 16,-1-2-2-16,2 0-3 0,1-2 0 15,2 0-6-15,1-3-13 0,0-3-29 0,1-1-63 16,1-4-63-16,0-1-77 0,3-3-119 16,-2-4-159-16,4-3-178 0,-2 0-194 0,2-2-219 15,-1-3-139-15,1-1 165 0,-1-2 399 0,1 2 364 16</inkml:trace>
  <inkml:trace contextRef="#ctx0" brushRef="#br0" timeOffset="61926.22">8634 4594 36 0,'9'-6'259'0,"-1"2"168"0,0 1 166 16,-1 1 31-16,0 2-90 0,-2 0-50 0,0 2-20 16,0 1 11-16,0 1-17 0,-1 4-53 0,1-1-80 15,-1 1-82-15,-2 4-71 0,1 0-62 0,-1 0-49 16,1 0-29-16,0 0-16 0,-1-1-35 16,1-1-102-16,-3-4-158 0,3 0-256 0,-1-3-274 15,1-3-264-15,0-4-160 0,-2-4 229 16,3-3 465-16</inkml:trace>
  <inkml:trace contextRef="#ctx0" brushRef="#br0" timeOffset="62104.93">8801 4125 121 0,'-9'-12'750'0,"1"3"458"0,-1 1 85 16,-1 7-131-16,2-1-360 0,0 4-359 0,2 1-173 15,1 2-82-15,0-1-48 0,4 2-49 16,1-1-50-16,1 2-59 0,4 0-48 0,0-1-67 15,3 0-125-15,0-2-160 0,3 1-309 16,0 1-254-16,6-1-235 0,-1-1-58 0,6-1 344 16,2-1 475-16</inkml:trace>
  <inkml:trace contextRef="#ctx0" brushRef="#br0" timeOffset="62683.88">9554 4623 204 0,'-3'-9'589'0,"0"-1"337"0,0 3 158 16,1 2-200-16,0 1-249 0,2 4-176 16,2 0-108-16,1 4-18 0,2 6 19 0,1 2-12 15,2 3-34-15,2 4-34 0,-2 2-36 16,-2 5-63-16,3-1-59 0,-1 6-35 0,-3 0-23 16,0 0-15-16,0 3-9 0,-1 0-7 0,-2 0-6 15,-1-1-6-15,-1-2-3 0,0 0-3 16,0-5-3-16,-1-1-1 0,-1-6-1 0,2-1 1 15,-3-5 1-15,2-3 0 0,-1-4 0 0,1-6 1 16,-1-5 0-16,0-6-2 0,2-3-1 16,-1-9-1-16,1-4 0 0,1-4-1 0,-1-6-3 15,0-3 0-15,2-2-1 0,1-2-2 0,-1-3 0 16,2 0 2-16,2-1 0 0,-1 3 3 0,3 2-1 16,0 4 2-16,1 3 1 0,-2 4-1 15,1 4-1-15,-2 4 0 0,2 4-1 0,-2 4 0 16,1 2 0-16,-1 4-1 0,3 2-1 15,-4 4 1-15,2 4 0 0,-1 3 1 0,-1 5 0 16,0 0 0-16,-1 6 2 0,-1 2-1 0,0 4 1 16,-3 4 1-16,0-2 0 0,0 5 2 0,0-1 0 15,0 2-1-15,-3 1-1 0,3-3-1 0,0 2-4 16,2-4-10-16,-1-2-31 0,4-3-67 16,0-2-61-16,0-3-88 0,1-5-144 0,5-6-185 15,-3-3-267-15,3-1-218 0,3-7-208 0,1-1-9 16,0-4 384-16,1 1 455 0</inkml:trace>
  <inkml:trace contextRef="#ctx0" brushRef="#br0" timeOffset="62950.25">9962 4653 220 0,'9'-3'427'0,"1"1"215"16,-3 4 146-16,2 2-90 0,-3 3-64 15,2 3-61-15,-1 3-67 0,-1-2-78 0,1 3-94 16,0-3-99-16,1 3-85 0,3-4-63 16,-2 0-39-16,1-3-21 0,5 2-14 0,-2-5-3 15,1-4-4-15,1-1 4 0,-1-5 7 0,3-2 4 16,-4-5 11-16,1-1 16 0,-1-2 32 15,-1-1 45-15,-2-3 46 0,-3 2 22 16,-3-1 2-16,-2 1-11 0,-2 1-24 0,-2-2-38 16,-6 4-41-16,0-1-30 0,-3 1-14 0,-3 1-15 15,-2 1-9-15,0 2-8 0,-1 2-3 16,1 3-3-16,-1 3-2 0,3 5-2 0,-2 1-2 16,5 4-2-16,-1 2-5 0,3 5-32 0,3 1-63 15,1 0-58-15,2 1-102 0,3-1-164 16,1 1-251-16,4 1-291 0,3 0-229 0,5-1-176 15,3-1 177-15,6 0 520 0</inkml:trace>
  <inkml:trace contextRef="#ctx0" brushRef="#br0" timeOffset="63788.44">10586 4686 381 0,'0'6'704'0,"0"-1"260"0,0 1 112 0,2-4-278 16,-2 0-229-16,0 1-154 0,2-3-65 0,-1 0-22 16,2-1-12-16,2-4-29 0,-1 0-32 15,0-4-27-15,4-3-42 0,-3-3-49 0,1-1-55 16,2-3-33-16,0-5-15 0,-2 2-9 16,1-3-3-16,-1 0 1 0,0 2-2 0,0 0-2 0,-3 1-6 15,2 2-3-15,-1 4-1 16,-3 2-3-16,2 3-2 0,-1 1 0 0,0 3-2 0,-1 3-1 15,-1 1-1-15,0 3-1 0,2 5 0 16,-1 1 0-16,-1 7-2 0,0-2 2 0,2 6 0 16,-2 3 0-16,0 1-3 0,4 2 3 15,-2-1 1-15,1 3 1 0,0-3 0 0,1-1 2 16,0 1 0-16,0-5 1 0,0 0-2 0,1-2-1 16,1-4 1-16,-1-1 1 0,1-3 2 15,1-5 0-15,2-2 2 0,-1-2-2 0,2-4 1 16,-1-5-3-16,2 0-3 0,0-4 0 15,2 0 2-15,-4-2 1 0,1 0 2 0,1 1 5 16,-2 1 2-16,-2 2 1 0,-1 1 1 16,1 2-2-16,-1 0-2 0,-2 3-3 0,0 1-2 15,-1 1-2-15,-2 2-2 0,1 0 0 0,1 3-1 16,-1-1 1-16,-1 2 0 0,1 0 2 16,1 3 0-16,0-1 0 0,0 3 1 0,0 1 0 15,-1 1 0-15,1 3 0 0,2-1 1 0,-2 2-1 16,2 1 0-16,-2 1 1 0,2 1 0 0,-1 0 0 15,0-2-1-15,0 1 0 0,1-1-2 16,0-3-1-16,1 0 0 0,0-3 1 0,2-1-2 16,-1-4-2-16,1-2 1 0,3-2 0 0,-2-4-1 15,4-1-1-15,-2-4 1 0,0-1 0 0,2-4 3 16,-1 1-1-16,-2-1 2 0,2-1-1 16,-2 1 2-16,-2 2 0 0,1 0 0 15,-2 2-3-15,-3 1 2 0,1 4-2 0,0 0-1 16,-2 2-2-16,0 0-1 0,0 4 2 0,0 0-2 15,-1 2 1-15,1 2 0 0,-1 2 2 16,-1 2 0-16,1 2 1 0,1 2-2 0,-3 1 1 16,2 2 0-16,1-1-3 0,-1 0-10 0,-1 0-33 15,4 4-67-15,-2-4-59 0,0-3-87 16,0-1-140-16,2-2-184 0,0-2-253 0,3-2-214 16,3-3-212-16,-2-3-21 0,4-2 360 15,-2-4 455-15</inkml:trace>
  <inkml:trace contextRef="#ctx0" brushRef="#br0" timeOffset="63952.8">11403 4504 6 0,'4'-4'480'0,"-2"4"467"0,1 0 272 16,-2 3-5-16,-1 3-218 0,0 1-270 0,0 4-209 15,-1 1-128-15,1 2-83 0,-3 0-67 0,1 1-98 16,1 1-60-16,-1 3-34 0,1-1-18 16,-1-2-13-16,2 0-5 0,0 1-8 0,0-4-23 15,2-3-67-15,-1-1-68 0,2-5-107 16,-1-1-173-16,2-3-278 0,1-5-324 0,0 0-238 15,0-4-157-15,0-5 248 0,-1 0 559 0</inkml:trace>
  <inkml:trace contextRef="#ctx0" brushRef="#br0" timeOffset="64128.76">11467 4317 63 0,'-3'-15'599'0,"0"4"478"0,1 2 176 15,-2 2-90-15,0 3-388 0,1 3-310 0,1 1-201 16,-1 5-105-16,3 1-57 0,0-1-42 0,0 5-29 15,0 1-14-15,3 2-5 0,2 2-11 16,0 0-11-16,3 1-21 0,3 0-39 0,-3-2-101 16,3 1-145-16,2-3-226 0,-1 0-277 15,4-1-254-15,0-4-160 0,3-1 207 0,-1-1 438 16</inkml:trace>
  <inkml:trace contextRef="#ctx0" brushRef="#br0" timeOffset="64706.25">11771 4378 130 0,'-7'1'734'0,"-4"4"475"0,-1 3 218 16,2-1-87-16,-4 5-429 0,1 2-340 16,2-1-179-16,-1 3-98 0,1 2-101 0,3-1-82 0,-2 1-45 15,4-2-26-15,1 1-14 0,2-3-12 16,3 0-5-16,0-1-5 0,3-3-2 0,2 0-1 16,0-4-1-16,2-2 0 0,3-4-6 15,-2 0-4-15,6-2-5 0,-3-6-9 16,2-3-5-16,1-1-7 0,1-3-6 0,0 0-3 15,-4-1 0-15,3 1 5 0,-2 2 6 0,-3 1 6 16,0 0 9-16,-2 4 1 0,-2 0-20 0,1 1-31 16,-3 3-42-16,0 3-36 0,1 0-32 15,0 2-26-15,-3 1-8 0,1 3-6 0,-2 0-12 16,0 3-34-16,0-2-60 0,0 2-69 16,0-1-69-16,3 3-55 0,-3-3-36 0,2-1-8 15,1 1 19-15,0-2 64 0,2 1 83 16,-2-4 113-16,3 1 128 0,-1-3 125 0,0 0 119 15,1-3 92-15,2 1 91 0,-3 0 73 0,1-1 44 16,-1 2 16-16,1-1-20 0,-4 2-18 0,3-3-11 16,0 3-10-16,-1 3-21 0,1-1-33 15,1 4-8-15,-1 0-23 0,-2 2-38 0,2 3-49 16,0 0-41-16,-1 1-29 0,1 3-36 16,0 2-23-16,0-1-11 0,0 2-10 0,-1-1-7 15,4 0-8-15,-3-2-3 0,1-2-2 16,-1-3-1-16,1-1-2 0,0-4 2 0,1-3-2 15,-1-3 2-15,1-5 3 0,-1-3 8 0,2-1 36 16,0-3 32-16,0-5 43 0,0 4 39 0,-1-3 25 16,0-2 1-16,-1 1-28 0,1-2-30 15,-3-1-34-15,2 0-35 0,-1 1-29 0,-2 2-17 16,2 2-6-16,-2 1-7 0,-1 5-4 16,1-1-3-16,0 4-4 0,0 2-28 0,-1 2-56 15,-1 1-51-15,1 2-54 0,-1 0-94 0,1 2-134 16,0 0-125-16,-1-1-103 0,4 0-189 15,-2 2-219-15,2-2-48 0,0 1 196 0,1 1 326 16</inkml:trace>
  <inkml:trace contextRef="#ctx0" brushRef="#br0" timeOffset="64955.11">12220 4500 138 0,'5'13'386'0,"-2"2"259"0,0 4 165 0,0-2-72 16,0 4-67-16,3 3-79 0,-2-1-114 16,2 2-105-16,0 0-80 0,2-3-74 0,3-1-87 15,0-2-59-15,1-2-34 0,3-4-17 16,-2-3-7-16,1-5-4 0,-1-3-3 0,2-4-2 15,-3-2-2-15,-3-5 4 0,0-3 11 0,-2 0 80 16,-1-2 102-16,-2 1 55 0,-3-2 22 16,-1 0-3-16,-3-3-21 0,0 1-62 0,-4 0-69 15,2 2-41-15,-4-2-28 0,3 0-18 0,0 1-12 16,-3 1-9-16,2 1-5 0,2 4-4 0,0-1-3 16,-1 2-1-16,1 3-3 0,2 0-5 15,0 5-17-15,-2-2-57 0,2 4-75 0,0 1-105 16,0-1-162-16,3 3-266 0,1 1-336 0,6 1-276 15,2 0-160-15,2-2 190 0,6 0 565 16</inkml:trace>
  <inkml:trace contextRef="#ctx0" brushRef="#br0" timeOffset="65829.75">12898 4409 174 0,'-2'-14'421'0,"2"3"228"0,-1 0 168 16,1 4-114-16,-2 0-96 0,2 1-77 0,0 3-61 15,-1-1-67-15,-1 3-70 0,-1 1-74 16,2 1-56-16,-1 3-4 0,1 0 20 16,-3 2 26-16,1 1 0 0,0 3-10 0,0-1-28 15,-2 1-43-15,0 4-51 0,-1-3-41 16,1 3-24-16,0-1-12 0,-1 0-8 0,1 4-8 16,0-3-4-16,1 1-3 0,-1 0-3 0,2-1-2 15,1 3-3-15,-1-2 0 0,3 2-1 0,-1 0 0 16,2-1 1-16,-1 1-1 0,3-1-1 15,-1 0-1-15,3 1 1 0,0-4 0 0,2 0-2 16,1-3 0-16,0 1-1 0,3-6 3 0,2-1-2 16,-2-3 0-16,5-4 0 0,-2-3 2 15,3-1 0-15,-1-4-2 0,2 0 1 0,-4-3 0 16,2-2 0-16,-2 2 0 0,0-2-1 16,-1 2 1-16,-1-1 0 0,-1-1-1 0,-1 3-1 15,1 0 2-15,-3 0-2 0,-2 1-4 0,1-1-9 16,-1 0-15-16,-2 2-28 0,-2 1-43 0,0 2-50 15,-1 1-47-15,-1 0-37 0,0 3-19 16,0 2-4-16,-1 2 19 0,-1 2 28 16,2 2 23-16,-2 0 3 0,2 2 3 0,0 1 16 15,2 2 17-15,0 2 32 0,-1 1 27 0,2 1 34 16,2 1 23-16,0-1 13 0,3 1 6 16,0-1 13-16,1 2 7 0,1-4 3 0,4-2 4 15,-1 0-3-15,2-4 4 0,3 2-1 0,-1-4-4 16,4-3 0-16,0-3 1 0,0 0 4 15,3-5 26-15,1 1 30 0,-1-3 32 0,2-3 33 16,-1 0 13-16,-3-1 8 0,-1-1-4 0,-3 1 30 16,0-3 55-16,-4 3 36 0,-3 1 13 0,0-1-11 15,-4-1-24-15,-3 2-48 0,-2-2-60 16,0-2-51-16,-4 2-30 0,0 0-17 0,-2-1-11 16,-1 0-7-16,-2 0-5 0,-2 4-4 15,1 1-1-15,-5 3-6 0,-1 2-3 0,0 4-4 16,-2 5-2-16,0 4 1 0,1 3-1 0,2 2 1 15,0 4 1-15,2 2 3 0,1 2 0 16,3 4 0-16,1 0 0 0,2 2 1 0,1 2 0 16,3-2 0-16,3 2-3 0,2-3 0 15,4 1-2-15,1-3-1 0,4-3-2 0,5-2 0 16,2-1 0-16,3-3 0 0,3-4-2 16,1 0-3-16,2-2-10 0,0-4-14 0,2 1-29 15,-1-4-65-15,1 0-70 0,-2-1-100 0,0 0-164 16,-2 0-269-16,1 4-311 0,-4-2-238 15,0 3-170-15,-1 3 181 0,-3-1 578 0</inkml:trace>
  <inkml:trace contextRef="#ctx0" brushRef="#br0" timeOffset="67183.37">3706 5703 161 0,'-2'-3'363'0,"2"1"154"16,0 1 122-16,0 1-185 0,0 1-117 0,0 1-48 15,0 4 5-15,0-1 37 0,2 5 26 16,-1 0 15-16,1 6 9 0,2 0-25 0,-2 3-40 16,1 5-36-16,2 2-3 0,-2 2-4 0,2 2-25 15,-2 3-20-15,0 0-18 0,-1 3-25 0,2 1-43 16,-4 2-47-16,0 2-30 0,0 0-15 15,0-1-13-15,-4 1-9 0,1 0-8 0,1-4-1 16,-1-2-1-16,0-1-6 0,1-6-3 0,-1-2-3 16,1-4-2-16,2-3-2 0,-3-1-1 0,3-4-1 15,0-2-1-15,-2-1-2 0,1-4 0 16,-1-1-9-16,2-1-13 0,-1-3-46 0,-2 2-61 16,0-4-78-16,0-2-147 0,-2-1-184 0,0-3-275 15,-2 0-275-15,0-3-220 0,-3-3-36 0,-1 1 414 16,-1-6 477-16</inkml:trace>
  <inkml:trace contextRef="#ctx0" brushRef="#br0" timeOffset="67452.36">3500 6259 63 0,'8'21'335'0,"0"2"241"0,-2 2 277 16,5 2 80-16,-3 2-166 0,2 1-85 0,4 4-6 15,-3 2-63-15,3-1-117 0,-3 2-114 0,2 2-76 16,-1-3-73-16,1 0-85 0,0-3-56 16,-2-1-31-16,2-5-23 0,-1-2-18 0,1-6-12 15,-1-3-5-15,1-3-1 0,0-4 0 0,3-4 2 0,-2-5 3 16,3-6 2-16,4-6 2 0,0-9-4 16,2-5-3-16,4-7-5 0,1-4-3 15,1-1-3-15,-1-1-12 0,-1-3-53 0,-1 2-77 16,-3 1-182-16,-4 3-277 0,-1 1-311 15,-3 4-383-15,-7 4-270 0,-3 3 91 0,-5 4 759 0</inkml:trace>
  <inkml:trace contextRef="#ctx0" brushRef="#br0" timeOffset="69196.56">2822 7803 326 0,'1'-3'596'16,"1"2"207"-16,-2-1 90 0,3 2-281 0,-1 2-174 15,-1 2-61-15,4 1-25 0,-2 3-21 0,2 3-20 16,3 3-16-16,-2 0-9 0,2 6-27 0,0 2-19 16,1 3-17-16,-1 2-11 0,0-1-23 15,-3 4-36-15,3 0-38 0,-2 2-31 0,-3 1-19 16,2-1-18-16,-3 0-13 0,1-2-9 0,-3-2-6 16,2-3-4-16,-1-6-5 0,-1-1-4 0,0-5-2 15,0 0 2-15,0-5 1 0,0-1 4 0,0-4 2 16,-1 0 0-16,-1-3 3 0,-1-5-4 0,1-2-2 15,-3-5-10-15,2-2-5 0,-2-3-2 16,1-3-2-16,-1-1-3 0,0-3 1 0,-1-2 5 16,1-1 3-16,0 0 1 0,-2-1 0 0,2-1 1 15,0-1 0-15,3 2-1 0,1-2 0 16,1 4-2-16,3 1 1 0,0-1-2 0,2 2 6 16,4 2 5-16,-1 0 0 0,2-1 1 0,4 4-1 15,-1-2 1-15,2 0-5 0,0 2-5 0,2 3 1 16,-1 1-1-16,1 0 3 0,-1 3 0 0,0 3-1 15,-2-1 0-15,0 5 1 0,-3-1-1 0,1 3 0 16,-2 1 0-16,0 2 1 0,-2 2 2 0,0 1 1 16,-4 3 2-16,1 1-3 0,-1 4-1 15,-3-1-1-15,-1 3 0 0,-1 4 0 0,-3 0 0 16,1 2 3-16,-2 0 5 0,-4 5-1 0,3-1-1 16,-1 4 2-16,-1 0-1 0,-2 0-1 0,1 2 1 15,1-1-1-15,2-1 1 0,-1-1-3 0,2-1-1 16,0-1 0-16,2-4 0 0,1 3-2 15,0-6-1-15,2-2 0 0,0 1-1 0,2-5 1 16,1 0-2-16,-1-2 1 0,3-2 1 0,-2 1 0 16,2-4 0-16,2-1 0 0,1-2 1 0,2-2 0 15,1-2 1-15,0-3 0 0,0-2 1 0,5-1-1 16,-2-2-1-16,0-3 1 0,2 1-3 16,0 1-4-16,1-2-13 0,1-1-33 0,-2 3-65 15,1 1-68-15,-3-2-120 0,2 3-172 0,-2-1-267 16,2 1-300-16,-2 1-223 0,2 1-143 15,-3-2 293-15,1 3 525 0</inkml:trace>
  <inkml:trace contextRef="#ctx0" brushRef="#br0" timeOffset="69804.55">3418 7836 140 0,'1'-4'466'16,"1"3"242"-16,0 1 141 0,-1 0-114 0,1 1-166 16,0 1-111-16,2 2-66 0,-1 1-10 0,2 1 10 15,1 2 5-15,-1 1-41 0,2 3-40 0,-1 0-41 16,1 1-45-16,0 2-46 0,1 0-49 16,0 3-33-16,-1 0-32 0,2 1-15 0,-3 4-8 0,2 1-7 15,-2 0-6-15,0 3-7 0,1 2-4 16,-2-2-6-16,-1 1-3 0,2 1-5 0,-1-4 5 15,-2 1-1-15,1-5 1 0,-1 0 0 0,-2-6-1 16,3-2-1-16,-3-2-7 0,1-4 0 16,-2-2 0-16,0-2 0 0,0-5 1 0,0-2-5 15,-2-5-2-15,-1-3-3 0,1-6-3 0,-1-1-2 16,-2-3 0-16,1 0 5 0,-4-5 2 0,0-2 2 16,0-2 0-16,-2 1-1 0,1-3 0 0,0-4-1 15,-1 4 1-15,2-3-1 0,2 3 0 16,1 0-1-16,0 2 2 0,4 1-1 0,-1 5-1 15,2-1 1-15,0 4-2 0,2 1 1 0,1 1 0 16,2 4-2-16,0 1 7 0,1-1 3 0,1 4-3 16,0 2-2-16,3 1 4 0,0 2-2 15,0 0-2-15,0 2-1 0,2 0 6 0,1 4 3 16,0-1-5-16,-1 2 3 0,1 2-4 0,1 3-2 16,-3-1 0-16,3 2 0 0,-4 2 2 0,-1 3 0 15,-2 1 2-15,2 1 0 0,-3 3 3 16,-2-1-7-16,-3 3-2 0,2-3-2 0,-4 4-1 15,-1 0-1-15,-1-2-1 0,-2 1 5 0,0-1 1 16,-4 1 2-16,1-2 0 0,0-1 0 0,-3 1-1 16,2-3 0-16,-1-1-1 0,-2 0 0 15,2-2 1-15,-1-2-4 0,0-1-7 0,3-1-12 16,0 1-24-16,2-6-57 0,-2 1-57 0,3-2-58 16,-1-1-100-16,4-1-133 0,-1-3-144 0,3 0-138 15,3-1-236-15,-1 2-209 0,4-1 23 16,1-1 290-16,2 0 368 0</inkml:trace>
  <inkml:trace contextRef="#ctx0" brushRef="#br0" timeOffset="70612.48">3966 7757 191 0,'4'-4'564'0,"-3"0"365"0,-1-1 230 0,0 2-176 0,0 0-200 15,0 0-119-15,0 3-116 0,-1 0-122 16,-1 1-103-16,0 3-66 0,-1 2-73 0,0 1-68 16,-3 3-39-16,1 6-15 0,-1 0-8 15,-1 5-4-15,1 5-4 0,-2 2-4 0,2 4-4 16,-2 2-3-16,1 4-5 0,0 1-4 0,-1-2-6 16,3-1-4-16,2-3-5 0,1-5-4 15,-1-1-4-15,3-5-2 0,0-7-2 0,0 0-1 16,0-4 0-16,0-3 0 0,0-2 2 15,0-1 2-15,0-4 2 0,0-2 1 0,2-4 1 16,-2-1-1-16,1-2 1 0,-1-5-2 16,0 0-1-16,0-2 1 0,0-2-2 0,0-2 0 15,-1-3-1-15,-1-1 0 0,-1-3-1 16,-3-4-1-16,1 0-1 0,0-2 0 0,-1-4-1 0,1 3 0 16,-1-4 1-16,0 3 1 0,1 1-1 0,0 2 2 15,0 4-1-15,2 2 1 0,1 6-2 16,1 2-1-16,-1 4 2 0,1 3-3 0,1 3-2 15,0 1 0-15,1 3-1 0,1 2 1 0,3 2 0 16,1 4 2-16,1 4 4 0,2 3 4 0,0 3 0 16,1 3 1-16,2 3 3 0,0 2-6 15,-1 3-3-15,1 0-2 0,-1 2-2 0,1 1-2 16,0-1-1-16,-1-2 5 0,3-2 1 16,-3-4 1-16,2-2 1 0,-2-1 0 0,0-3-1 15,0-1 1-15,0-4-1 0,-3-3 1 0,0 0 2 16,0-4 0-16,0-4 1 0,-2-1 1 15,1-4 0-15,2-4 0 0,-3-2-1 0,-1-2-1 16,0-3 1-16,0-3-2 0,-2-1 1 0,-3-3 5 16,3-2 2-16,-3-1 2 0,-3-3-2 15,3 0 0-15,0 0 0 0,-2 2-6 0,1 2-2 16,1 4-1-16,0 4 1 0,0 2 0 0,1 5 0 16,1 1-2-16,-2 2-1 0,3 2-1 15,-2 1 0-15,1 1 0 0,-1 1 0 0,3 1 0 16,-1 2 2-16,2 2 1 0,3 1 1 0,-1 1 2 15,1 1 2-15,-1 5 4 0,2-1 3 16,2 5 2-16,-1 0-2 0,-2 5-1 0,1 0-2 16,-4 6-1-16,1 0-2 0,-3 3-2 0,-1 3 0 15,1 0 1-15,-3 1-2 0,2 1 0 16,-2-3-1-16,2 2-1 0,-1-5 1 0,1-1-1 16,-1-2 0-16,1-4-2 0,1-1 1 15,-2-3-2-15,1-2 0 0,1-2-1 0,0-1-2 16,-1-2 5-16,1-2 0 0,2 0-5 0,0-4-12 15,-2 0-24-15,3-2-67 0,-3 0-78 0,0-3-152 16,2-2-229-16,-2 3-316 0,2-3-362 16,3 1-244-16,-4-3-66 0,3 2 577 0</inkml:trace>
  <inkml:trace contextRef="#ctx0" brushRef="#br0" timeOffset="70874.09">4816 8301 198 0,'-2'-4'836'0,"1"1"463"0,-1 1 116 0,0-2-146 15,1 0-454-15,-1-2-320 0,2 0-160 0,0 0-99 16,0-2-85-16,0 1-69 0,2 1-40 15,-1-1-21-15,1 1-10 0,0-2-8 0,-1 2-39 16,1-1-66-16,-1-1-58 0,-1 1-109 16,2-1-157-16,1-1-233 0,-2 0-285 0,1 2-218 15,1-1-178-15,-3-3 174 0,2 1 472 0</inkml:trace>
  <inkml:trace contextRef="#ctx0" brushRef="#br0" timeOffset="71249.17">4654 7453 80 0,'5'-13'487'0,"0"-1"310"0,1 1 226 16,-1 1 50-16,1-1-321 0,2 2-245 15,-1 0-130-15,0 1-62 0,3 1-44 0,-1 0-52 16,4 1-33-16,-2 0-19 0,0 2 2 15,0-1-5-15,0 2-18 0,0 3-25 0,-3-1-25 16,0 3-9-16,0 1-17 0,1 2-8 0,-4 2-10 16,0 4-3-16,-2 2 0 0,-1 5 7 15,-2 1-3-15,-2 6-7 0,-1 1-5 0,-2 4-8 16,-1 3-5-16,-2 2-9 0,0-2-6 16,3 4-2-16,-1-2-2 0,-2 1 1 0,5-1-1 15,0-2-2-15,0-2-3 0,1-2-1 0,4-2-1 16,-1-3-2-16,3-3-2 0,0-2 0 15,4 0-1-15,0-7-1 0,2 1-1 0,2-6-8 16,1-2-28-16,2-2-72 0,0-3-78 0,0-3-156 16,1-1-288-16,2-3-325 0,-1 1-370 15,2-3-214-15,-1 1 66 0,2-1 666 0</inkml:trace>
  <inkml:trace contextRef="#ctx0" brushRef="#br0" timeOffset="72142.42">6065 7686 257 0,'4'2'446'0,"-2"1"176"0,1 3 142 0,2 2-136 15,-1 5-60-15,1 1-22 0,0 4-23 0,0 1-41 16,1 5-47-16,-1 1-54 0,1 4-60 15,-3-1-56-15,0 3-40 0,1 1-39 0,-3-1-43 16,-1 1-55-16,0 2-35 0,-3-2-26 0,1 1-18 16,-1-3-45-16,2-3-60 0,-4-5-77 15,2-2-157-15,0-8-252 0,1-1-313 16,-1-9-283-16,0-7-209 0,0-5 74 0,-1-9 555 16</inkml:trace>
  <inkml:trace contextRef="#ctx0" brushRef="#br0" timeOffset="72349.16">6031 7461 302 0,'-3'0'507'0,"3"0"165"16,-2 2 71-16,2 1-311 0,2-1-216 16,-2 2-103-16,3 2-53 0,2-1-29 0,-2 3-11 15,4 1-4-15,0-1-5 0,0 3-6 16,1 1 29-16,0 1-7 0,1 1-41 0,-1 0-67 15,0 0-70-15,2 2-164 0,-1-1-246 0,-1 0-104 16,0 3 44-16,-2 0 152 0,3 0 181 0</inkml:trace>
  <inkml:trace contextRef="#ctx0" brushRef="#br0" timeOffset="72951.74">6216 7926 91 0,'5'13'262'0,"0"-2"110"0,1-3 103 15,0 0-160-15,2-2-73 0,-1-2-32 0,-1-2 64 16,3-4 57-16,1 0 52 0,-2-3 22 15,3-4-4-15,2-1-2 0,-2-5-64 0,4-1-45 16,-2-4-49-16,1-3-43 0,-1 0-34 0,-2-3-30 16,2-1-5-16,-2-1 24 0,1 5 44 15,-4-1 27-15,2 2 7 0,-4 1-6 0,0 4-22 16,-1 1-42-16,-2-1-48 0,1 4-34 0,-3 1-23 16,1 4-13-16,-1 1-9 0,-1 1-8 0,2 3-6 15,-2 1-4-15,0 3-6 0,-2 2-3 16,2 6-2-16,-3 6-1 0,3 4-1 15,-3 4 0-15,3 7 1 0,0 3 1 0,3 5-1 16,0 1 0-16,1 1-7 0,0 3-4 0,4-6-1 16,0 2-3-16,2-5-3 0,2 0 0 15,-1-8 6-15,4-2 2 0,0-4 2 0,3-5 2 16,1-7 1-16,1-3 2 0,-2-6 0 0,5-6 2 16,-1-2 0-16,-1-8 1 0,0-4 0 15,-1 1-1-15,-2-5 0 0,-3 1-1 0,-2 0 0 16,-2 0 1-16,-3 2 0 0,-2 2 0 0,-1 1 0 15,-3 4 0-15,-2 1 6 0,0 2 3 16,-2 1 1-16,-1 5-1 0,0 0-7 0,-2 5-4 16,3 1-8-16,-3 4-6 0,2 4-2 15,-3 0-1-15,3 5 7 0,2 0 4 0,-1 2 2 16,0 0 0-16,2 2 2 0,2 0-1 0,0-2-1 16,1-1 0-16,3 0-1 0,-2-3 1 0,3 0 0 15,3-3 1-15,0-2 1 0,0-3 0 16,3-3 1-16,1-3 1 0,0-3 1 0,2-3 1 15,-2-2 5-15,3 1 4 0,-4-3 1 16,1 4 0-16,-2-4 0 0,-3 5-2 0,2-1-6 16,-3 3-4-16,-2 2-1 0,1 2-3 0,0 2 1 15,-2 4-1-15,0 2 1 0,0 3 3 16,-2 3 0-16,-1 4 1 0,-1 2 0 0,1 3 0 16,-1 2-2-16,1-1 0 0,2 1-8 15,-2-1-33-15,4 1-72 0,-1-4-67 0,0-2-128 16,0-1-188-16,4-2-319 0,-1-4-310 0,2-1-219 15,-1-3-104-15,4-3 390 0,-2-4 561 16</inkml:trace>
  <inkml:trace contextRef="#ctx0" brushRef="#br0" timeOffset="73605.25">8142 7788 242 0,'-8'-5'685'0,"0"2"386"0,0 1 131 16,-1-2-215-16,1 2-260 0,-2 2-154 0,1 2-118 16,1 3-96-16,-3 2-69 0,3 2-54 0,-4 2-62 15,2 4-57-15,-1 2-35 0,3 3-22 16,0 4-12-16,0 0-9 0,1 2-9 0,2-1-8 16,2-1-7-16,1-1-9 0,2-3-3 15,2-3-4-15,2-2 0 0,2-2-2 0,2-2 0 16,2-5 0-16,1-4 3 0,3-4 2 0,2-4 1 15,1-5 2-15,2-3 1 0,-1-6-1 16,2-2 1-16,1-3-1 0,-4 0-1 0,2 1-2 16,-1 1 1-16,-3 0-1 0,0 2-2 0,-3 3 0 15,1 0-1-15,-3 6 0 0,0 1-2 16,-3 2 0-16,1 4-2 0,0 0 1 16,-1 4 1-16,0 3 0 0,1 3 3 0,-2 5 2 15,2 5 3-15,-2 2-2 0,1 4 0 0,-1 1-1 16,3 4-19-16,-2-4-59 0,1 2-65 0,1-5-82 15,4 2-139-15,-2-7-205 0,5-1-315 16,0-5-253-16,2-5-205 0,-1-5-11 0,1-5 431 16,0-6 505-16</inkml:trace>
  <inkml:trace contextRef="#ctx0" brushRef="#br0" timeOffset="73892.95">8656 7786 481 0,'-3'-6'1008'15,"-2"4"280"-15,0 0 13 0,-2 4-260 0,0 2-335 0,-1 5-243 16,2 1-126-16,-3 2-76 0,1 3-82 15,1 1-73-15,2 3-47 0,-1-1-25 16,4-2-15-16,2 3-9 0,0-3-6 0,2 1-2 16,3-3-1-16,1-1-1 0,1 2 2 15,2-7-3-15,4 0 0 0,-2-2 0 0,4-3-1 16,-2-5-3-16,3-1-2 0,-2-3-1 0,0-2 0 16,-1-1-2-16,-2-1 2 0,0 0 2 15,-3-1 2-15,0 1 1 0,-3 1 1 0,1 1 2 16,-1 2 0-16,-2 0 0 0,-1 1-2 0,-1 3-2 15,1 0-6-15,-1 0-15 0,1 2-22 16,-2 2-43-16,2 0-43 0,-1 4-39 16,2-1-33-16,-1 2-39 0,1-1-59 0,3 0-62 0,-1 2-78 15,0-4-126-15,1 0-245 0,5-1-211 16,-3 0-52-16,3-3 185 0,3-3 322 0</inkml:trace>
  <inkml:trace contextRef="#ctx0" brushRef="#br0" timeOffset="74267.03">8994 7810 44 0,'0'-4'490'0,"0"-1"434"16,-1 4 263-16,-1 0-46 0,-3 2-347 16,2 0-242-16,0 4-139 0,-1-1-72 15,2 4-53-15,-1 2-40 0,1 0-20 0,-1 5-37 16,1-2-43-16,-1-1-44 0,2 3-27 0,-1 1-17 16,0-1-10-16,1 2-8 0,-1-1-4 0,-1-1-6 15,3 1-3-15,-2 0-2 0,0-1-11 16,0-2-3-16,2-1-6 0,0-1-3 0,0-3-2 15,0 1-3-15,0-5 0 0,4 0 0 16,0-2-1-16,0-4 2 0,3-2-2 0,1-4-7 16,1-4-10-16,2-1-12 0,0-2-19 0,2-2-22 15,-2 0-20-15,3-1-11 0,-3 2-1 16,2-1 5-16,-1 2 18 0,-2-2 18 0,1 5 22 16,0 1 17-16,-3 4 6 0,-1 1 8 15,-1 1 3-15,0 5 16 0,0 2 25 0,-1 2 28 16,-2 3 24-16,-1 3 4 0,1 0 6 0,0 4-9 15,-3 1-17-15,2 2-22 0,-2-1-20 0,0 0-7 16,2 2-8-16,0 1-6 0,-2-2-6 16,2-1-1-16,1 1-20 0,0-2-74 15,1-3-75-15,0-1-158 0,1-4-282 0,0-1-322 16,3-1-357-16,1-3-210 0,-1-2 68 0,5-1 654 16</inkml:trace>
  <inkml:trace contextRef="#ctx0" brushRef="#br0" timeOffset="74432.98">9535 8158 604 0,'6'14'1420'0,"-4"-3"248"0,1 2-261 0,-3-2-384 15,-3-1-444-15,3-1-245 0,-2 0-157 16,1-3-84-16,-1-3-64 0,2 0-97 0,0-5-101 16,0 0-182-16,3-3-285 0,-3-4-332 15,5-2-384-15,-2-1-212 0,2-3 164 0,0-1 706 16</inkml:trace>
  <inkml:trace contextRef="#ctx0" brushRef="#br0" timeOffset="82017.06">13198 5961 108 0,'-12'6'505'0,"-1"-3"288"0,2-1 144 0,0 4-23 16,3-4-441-16,3 0-218 0,-1 1-112 15,3 1-62-15,3 0 32 0,3 3 29 0,3 3 13 16,6 2 32-16,-1 2 14 0,4 5 15 16,3-1-37-16,4 1-34 0,3 4-19 0,5 0-15 15,2-1-3-15,1 2-12 0,5-1-16 0,1-1-10 16,-1 1-6-16,0-3-21 0,-1 0-18 15,-1-1-11-15,-2 1-5 0,0-2-5 0,-4-1-5 16,-3-1-2-16,0 0-3 0,-3 0-1 16,-2 0-18-16,-3-1-23 0,-3 0-42 0,-4-2-99 15,-2 0-142-15,-4-2-219 0,-3 1-277 0,-3-5-256 16,-3 0-162-16,-2-4 180 0,-4-1 435 0</inkml:trace>
  <inkml:trace contextRef="#ctx0" brushRef="#br0" timeOffset="82275.16">13908 6265 128 0,'20'9'329'0,"-2"2"167"0,-2-2 157 0,0 3-114 0,0-1-70 16,0 3-2-16,-2-1 30 0,0 3-13 15,1-3-33-15,-5 2-63 0,0 0-68 0,-4 1-59 16,-1 1-35-16,0 1-24 0,1 0-27 15,-5 1-19-15,-2-1-21 0,-1 1-24 0,-4-1-36 16,-2 3-30-16,0-3-12 0,-1 3-14 16,-2-4-6-16,0 2-11 0,-2-1-24 0,0-3-48 15,4 0-48-15,-2-3-97 0,1-3-142 0,4 2-187 16,1-4-281-16,4-1-236 0,2-2-203 16,4-1 110-16,3 0 427 0</inkml:trace>
  <inkml:trace contextRef="#ctx0" brushRef="#br0" timeOffset="82640.1">14988 7203 65 0,'-14'6'525'15,"6"-2"366"-15,2-1 164 0,1-3-15 0,3-3-334 16,2-3-249-16,4-1-144 0,0-5-56 16,6-2 12-16,1-1 6 0,6-3-17 0,1-1-19 15,3-4-19-15,2-2-30 0,4-2-42 16,1-3-39-16,4-3-36 0,0 0-23 0,-1-2-17 15,2-1-6-15,-2 2-7 0,-1 1-7 0,0-1-4 16,-7 5-4-16,0 1-1 0,-3 4-10 16,-1 2-45-16,-6 5-63 0,-4 0-77 0,-3 2-151 15,-3 4-246-15,-3 4-317 0,-3-1-284 16,-4 4-209-16,-5 1 31 0,0 1 544 0</inkml:trace>
  <inkml:trace contextRef="#ctx0" brushRef="#br0" timeOffset="82843.83">15081 6784 279 0,'4'13'486'0,"1"1"234"15,1 0 196-15,5-1-190 0,-2 1-139 0,4-3-74 16,1 2-52-16,1 0-91 0,2-1-99 16,0 0-93-16,2 0-73 0,2 1-47 0,-2 0-25 15,3-1-15-15,-2 1-11 0,1 1-2 16,0-1-2-16,1 1-42 0,-3-3-124 0,1 0-159 15,-1-1-290-15,-1 0-273 0,0-3-261 0,-1 1-81 16,-2-5 341-16,0-2 454 0</inkml:trace>
  <inkml:trace contextRef="#ctx0" brushRef="#br0" timeOffset="83417.71">15785 6639 119 0,'3'-3'628'16,"-1"8"382"-16,-1-2 135 0,1 6-45 0,1 1-395 16,0 2-223-16,-1 5-84 0,1 4-53 15,1 4-26-15,-3 2-43 0,1 2-43 0,-2 3-63 16,0 1-58-16,0 2-33 0,0-1-31 16,0-1-21-16,0-2-10 0,1 1-8 0,-1-5-4 15,5-3-2-15,-4-2-3 0,2-5 1 0,-1-3 0 16,1-1-1-16,-1-5 3 15,-1-3 1-15,1 0 0 0,0-5 1 0,-1-6 0 0,-1-1 0 16,0-4-3-16,2-2-1 0,-2-2-2 16,-2-6-1-16,2 2 0 0,-1-4-1 0,-1-2 0 15,-1-3-1-15,0-2-4 0,1-2-4 16,-1-2-1-16,1 0-3 0,2-2-1 0,3-1 2 16,-1 2 5-16,4 1 3 0,1 3 1 15,1 3 3-15,3-1 1 0,0 5 2 0,1 2-2 16,1 1 0-16,2 3 2 0,0 1-2 0,1 2 3 15,1 5-3-15,-1 0 0 0,-2 2 1 16,4 3 2-16,-6 2-1 0,1 2 0 0,0 1 2 16,-2 2 2-16,-3 3 7 0,1 3 3 0,-2 1 8 15,-3 1 2-15,-4 5 4 0,-1 0 1 16,-4 3-2-16,-3 3 0 0,-3 2-4 0,-2 1-1 16,-2 2-1-16,0-1-3 0,-3 3-2 0,0 1-4 15,-1-1-1-15,0 1-2 0,3-1-1 16,-1 0-3-16,4-2 0 0,2-2 0 0,2-1-3 15,4-1-1-15,2-2-1 0,4-2 0 0,3-3 0 16,0 0 0-16,7-4 1 0,0-3 0 16,7-3 0-16,-1-2 1 0,4-3-1 0,2-4-1 15,4-2-5-15,-1-3-14 0,1-1-30 0,1-2-66 16,0 0-65-16,-1-1-108 0,-2-2-170 16,1 0-254-16,-2-2-303 0,-1 2-226 0,3 0-163 15,-3-2 221-15,-2-2 540 0</inkml:trace>
  <inkml:trace contextRef="#ctx0" brushRef="#br0" timeOffset="83641.08">16557 6546 50 0,'-2'7'559'0,"-2"4"454"0,1 1 208 16,-4 1-59-16,4 4-300 0,0 0-248 0,-1 4-166 15,1 4-86-15,-3 2-65 0,3 1-53 0,-2 2-71 16,0 2-61-16,1 1-41 0,-1 1-32 15,-2 1-16-15,1-2-8 0,0 1-9 0,3-3-6 16,1 0-10-16,1-7-50 0,-1-4-65 16,4-4-55-16,-2-7-85 0,3-2-134 0,-2-8-160 15,3-5-125-15,0-3-145 0,2-7-232 16,1-1-85-16,-1-5 182 0,-1-4 333 0,3-1 303 16</inkml:trace>
  <inkml:trace contextRef="#ctx0" brushRef="#br0" timeOffset="83918.72">16571 6553 241 0,'5'-27'440'0,"1"4"178"0,0 1 67 16,1 6-135-16,-1 2-97 0,2 4-40 0,3 3-3 16,-1 2-5-16,-1 2-29 0,5 1-48 15,-3 6-58-15,1-2-64 0,2 4-54 0,-2 3-25 16,2 2-6-16,-1 2-2 0,1 4 25 16,-1 1 23-16,1 3 24 0,-3 1-3 0,1 3-22 15,-2 3-19-15,-2 1-34 0,-1 3-28 16,-1 1-27-16,-3 2-15 0,2-1-7 0,-4 2-7 15,-5 1-4-15,-1-1-4 0,-1 1-2 0,-4-2-5 16,-1 0-4-16,0-3-1 0,-2 1-2 16,-1-3-1-16,1-1-2 0,-1-6-3 0,2 1-2 15,0-2-7-15,0-5-28 0,2 0-63 0,6-4-64 16,-4-3-75-16,8-3-131 0,2-2-182 16,5-4-288-16,6-1-224 0,4-6-201 0,7-1-42 15,3-5 359-15,6-1 483 0</inkml:trace>
  <inkml:trace contextRef="#ctx0" brushRef="#br0" timeOffset="84618.25">18171 6659 381 0,'-3'1'880'0,"0"-1"301"16,-1 0-12-16,3 1-276 0,1-1-363 0,0 0-201 15,0 0-68-15,3 0 1 0,0 2-3 0,5-2-9 16,0 0-20-16,3 0-21 0,0 0-49 16,5 0-55-16,0-2-32 0,1 1-22 0,2-2-12 15,2 1-12-15,-1 0-8 0,1-4-4 16,1 3-4-16,0 0-4 0,-1-2-2 0,1 3-3 15,-2-4-2-15,-2 5-10 0,1-3-52 0,-5 3-67 16,0 0-82-16,-2-1-147 0,-3 0-232 16,-1 2-324-16,-2-1-275 0,-1 0-197 0,-2-3 43 15,-3 0 502-15</inkml:trace>
  <inkml:trace contextRef="#ctx0" brushRef="#br0" timeOffset="84871.09">18522 6497 114 0,'11'2'371'0,"0"0"255"0,2 0 261 0,0-2 4 16,1 0-179-16,2 1-93 0,0-1-92 15,1 1-104-15,0-1-74 0,-1 2-62 0,0 1-43 16,-2 0-20-16,2 0-8 0,-5 1-13 16,0 1-32-16,-2 1-35 0,-2-1-28 0,-1 3-23 15,-3 1-23-15,-3 4-17 0,-3-1-12 0,-2 2-9 16,-3 3-9-16,-2 1-8 0,-2 2-5 15,-3 2-2-15,-1 0-4 0,-1-2-23 0,-1 4-61 16,1-3-64-16,-1-4-101 0,2-2-158 16,7 1-253-16,2-6-316 0,6-1-243 0,5-4-179 15,5-5 164-15,3-3 525 0</inkml:trace>
  <inkml:trace contextRef="#ctx0" brushRef="#br0" timeOffset="85725.55">20046 6445 231 0,'16'-11'478'15,"1"-1"221"-15,1 4 181 0,3-2-134 0,2 2-139 16,2-2-76-16,5 3-58 0,-1 1-69 16,2 0-65-16,1 2-46 0,0 1-46 0,-1 3-23 15,-1 3-19-15,-1 0-4 0,-2 1-16 16,-5 4-34-16,-1-1-32 0,-3 4-25 0,-2-1-11 16,-3 3-12-16,-4 3-7 0,-4 0-5 0,-2 2-3 15,-4 2-5-15,-4 1-4 0,-5 3-8 16,-2 1-6-16,-4 2-8 0,-3 2-7 0,-3 0-5 15,0 2-5-15,-5-2-4 0,2 2-4 16,3-3 0-16,0-3-3 0,6-2-2 0,3-3 1 16,4-4-2-16,7-2 0 0,5-3-1 15,6-5-1-15,7-4-7 0,6-6-10 0,5-5-26 0,3-5-51 16,7-5-64-16,2-2-57 0,4-6-57 16,-2 1-61-16,2 0-28 0,-1-4 42 0,0 4 71 15,-4 1 58-15,-2 0 59 0,-3 6 56 16,-3 1 33-16,-4 5 18 0,-3 2 28 0,-6 3 45 15,-1 8 43-15,-2 0 32 0,-6 7 28 0,0 3 35 16,-1 5 48-16,-4 4 16 0,1 5-2 16,0-1-7-16,-3 4-18 0,1 0-33 0,-1 1-44 15,1 0-44-15,1-1-32 0,0-1-21 16,2-5-16-16,0-1-7 0,4-2-11 0,2-5-1 16,2-2-2-16,3-5-1 0,3-4 4 0,-2-4-1 15,2-4 1-15,-1-6-2 0,2-3 6 0,-1-5 2 16,-3-1 7-16,0-3 5 0,-2-3 5 15,-3 0 7-15,-2-1 1 0,-2-1 0 0,-4-1-4 16,-1 1-5-16,-4-2-7 0,-3 1-6 16,-1 0-8-16,-5 0-4 0,1 3-4 0,-2 1-1 15,-2 4 0-15,-2 3-1 0,-2 2 0 0,2 5-1 16,-1 3-1-16,-2 6 0 0,3 4-1 16,-1 4-1-16,1 6 0 0,1 2 1 0,2 4 0 15,-1 2 0-15,6 3-4 0,1 2-11 16,2 1-21-16,5 0-56 0,0 0-68 0,4 1-76 15,-1-2-129-15,5 1-173 0,4-5-269 0,3-1-252 16,7-2-202-16,3-2-86 0,6-3 325 16,6-3 493-16</inkml:trace>
  <inkml:trace contextRef="#ctx0" brushRef="#br0" timeOffset="86342.43">20862 6642 21 0,'5'2'435'0,"-1"1"333"0,3-3 199 15,1 2 70-15,4-2-273 0,3 0-255 16,4 0-148-16,0-2-73 0,4 2-43 0,3-4-67 16,2 2-63-16,4-3-52 0,-2 3-31 0,1-4-17 15,3 3-11-15,-3-1-7 0,-1-1-22 16,-1 2-107-16,-1 0-167 0,-3 0-292 0,-4 2-265 15,1 1-265-15,-3-2-154 0,-1 2 295 16,-4-1 502-16</inkml:trace>
  <inkml:trace contextRef="#ctx0" brushRef="#br0" timeOffset="93466.89">22418 7195 220 0,'5'-11'498'0,"-2"1"240"15,0 3 129-15,0-1-218 0,-1 3-202 16,1 3-93-16,0 2-19 0,0 0-12 15,0 1-15-15,1 5-24 0,0 2-24 0,1 3-27 16,2 0-28-16,0 6-15 0,0 1 0 0,1 1 8 16,-4 5-5-16,4 1-11 0,-5 5-31 0,0 2-34 15,-3 2-31-15,0 4-32 0,-4 2-17 16,0-2-16-16,-2 2-10 0,2-2-4 0,-3-1-3 16,2-2 0-16,1-3-1 0,0-2-3 0,2-3-16 15,-2-4-37-15,4-4-60 0,0-3-50 16,2-4-57-16,0-4-101 0,0-4-129 0,0-7-124 15,1-3-135-15,0-4-242 0,2-3-191 16,-2-6 36-16,1-3 304 0,-1-2 359 0</inkml:trace>
  <inkml:trace contextRef="#ctx0" brushRef="#br0" timeOffset="93852.54">22464 7079 245 0,'0'-7'413'0,"2"1"144"0,-2 0 20 16,2 3-171-16,0 0-101 0,1 2-29 16,0-1 14-16,2 2 32 0,3 2 42 0,1 1 7 15,3 1-13-15,-3 2-33 0,4 0-44 0,-2 0-48 16,0 2-47-16,5 3-27 0,-3 2-12 16,2-1 1-16,0 4 16 0,-2-1 16 0,0 4 4 15,1-2-8-15,-2 3-19 0,-3 0-27 16,2 2-30-16,-5 1-26 0,-1-1-16 0,2 1-18 15,-6 2-10-15,2-2-9 0,-3 3-3 0,-1 0-6 16,-1-3-4-16,-3 3-1 0,2-3-2 0,2-1 0 16,-4-1-1-16,2 0-1 0,-3-2 0 15,2-3-1-15,1-3-2 0,0 1 0 0,0-3 0 16,0-1 0-16,-1-3 0 0,-1 1 1 16,2-1 2-16,-4-1 1 0,0 0-1 0,1 0-1 15,-2 0-6-15,-1-2-9 0,-1 0-22 0,2-2-36 16,-3 1-54-16,3-1-54 0,0 0-48 15,0-2-88-15,-1-2-119 0,3 0-124 0,-1-1-163 16,4 2-234-16,-2-1-210 0,5-1 11 16,-1 1 310-16,1-3 386 0</inkml:trace>
  <inkml:trace contextRef="#ctx0" brushRef="#br0" timeOffset="95474.07">22930 7003 141 0,'2'-6'365'15,"-2"-1"182"-15,0 1 174 0,0 1-96 0,0 1-78 16,0 1-34-16,0 1-23 0,0 1-45 0,0 1-70 16,-2 0-92-16,2 1-88 0,-3 3-71 15,2 3-43-15,-1 2-25 0,1 3-8 0,-1 4 2 16,0 4 2-16,1 2 2 0,-3 4-3 15,3 5 5-15,-1 2 9 0,1 3 5 0,-1 0 5 16,0 2 0-16,1 1-8 0,-1-2-14 16,1 1-18-16,1-2-10 0,-2 0-7 0,2-3-10 15,0-4 1-15,2-1 1 0,-2-1-3 0,1-2-6 16,2-4-5-16,1 0 4 0,-1-2 1 16,2-5-5-16,-2 1 1 0,0-2 7 0,3-1-3 15,-1-4 3-15,1 0-1 0,1-2 0 16,-1-2-24-16,3-1-35 0,-1-2-32 0,0-1-85 15,0-2-131-15,3-3-156 0,-3 1-237 0,3-2-258 16,0-2-217-16,0-1 30 0,-1-2 334 16,2 1 391-16</inkml:trace>
  <inkml:trace contextRef="#ctx0" brushRef="#br0" timeOffset="95929.63">23363 7234 223 0,'-4'-3'561'0,"-2"0"275"0,1 3 164 16,-3 0-137-16,1 0-239 0,-2 3-162 0,3 0-103 15,-2 4-70-15,0-1-69 0,-3 4-63 16,1 3-47-16,2 0-13 0,-3 6-3 0,2 1 9 16,1 0 19-16,-3 4 12 0,3 2-2 15,0 1-12-15,1-2-19 0,3 3-20 0,-1-3-26 16,2-3-28-16,3 0-15 0,0-5-7 15,3-1-5-15,5-5-1 0,-2-4-2 0,2-2 5 16,4-3 8-16,2-7-2 0,-2-3 4 0,6-3 2 16,-2-6 0-16,-1 0-2 0,4-7-2 15,-5 4 0-15,4-3 6 0,-5 2 10 0,-1 1 9 16,-1 1 8-16,-3 2 2 0,0 1-1 16,0 1-4-16,-4 3-11 0,1 0-7 0,-1 2-8 15,-3 2-5-15,2 2-1 0,-1-1-4 0,0 5-1 16,-2-1-3-16,0 1 0 0,0 2-4 0,0 4 2 15,0 1-2-15,-4 4 3 0,1 2-1 16,2 3-2-16,-3 2 1 0,1 2-1 16,0 4 1-16,0 1-1 0,-2 3 2 0,2 1 0 15,2 0 0-15,-3-2 1 0,4 2 0 0,0-3 0 0,0-3-14 16,2-2-48-16,0-2-57 0,2-3-52 16,2-6-80-16,1-1-138 0,1-6-157 15,1-4-174-15,4-3-230 0,0-1-216 0,1-5-40 16,-2-1 286-16,0-4 408 0</inkml:trace>
  <inkml:trace contextRef="#ctx0" brushRef="#br0" timeOffset="96493.36">23642 7351 193 0,'1'-7'510'0,"1"1"304"0,-1 0 220 0,1 2-176 16,0 0-186-16,-2 2-170 0,1 2-116 0,-1 0-97 15,0 4-86-15,0 0-64 0,0 2-41 16,0 2-11-16,0 1-14 0,0-1-11 0,0 3-9 15,0-1-11-15,2 2-10 0,-2-1-13 16,1 1-12-16,-1-3-3 0,4 0-3 0,-3-2 0 16,6 1-1-16,-1-4 3 0,2-1 3 15,0-4 4-15,1-2-4 0,4-3 3 0,-2-3 1 16,1 0-3-16,1-3-2 0,-2 0-2 0,3 1 1 16,-2 1-3-16,-2 0-1 0,-2 2-3 15,0 2-3-15,-1 2-2 0,-2-1 0 0,2 4 1 16,-2 2 0-16,0 2 10 0,-2 3 2 15,-1 1 2-15,-1 5 0 0,1 3-1 0,-2 1-2 16,0 3-4-16,0 1 0 0,0-1-4 0,0 2-3 16,1 0 4-16,1-2 0 0,2 1-3 0,0-3-4 15,0-2 2-15,1-4 3 0,2 0-2 16,2-5-1-16,2-2 4 0,0-1 4 0,3-8 0 16,2 0 7-16,1-2-1 0,1-6 3 0,1 1 3 15,1-5 0-15,-2 2 3 0,-1-3-6 16,-1 0 2-16,1-2 11 0,-4 3 27 0,1 0 38 15,-3 0 38-15,-1 2 24 0,-2 2 14 0,-4-1-8 16,1 2-23-16,-3 0-27 0,-2 3-28 0,-2-1-18 16,1 2-15-16,-3 1-8 0,0 1-8 15,-2 1-5-15,-1 3-8 0,1 2-5 0,-1 0-5 16,-3 6-1-16,0-1-3 0,0 6-2 16,0 1 1-16,-3 3 0 0,2 2 0 0,-2 5-1 15,2 1 0-15,1 1 0 0,0 4 0 0,2-3-2 16,3 1-1-16,1-1 0 0,4-3-12 0,2-2-39 15,5-4-66-15,1-3-58 0,5-4-82 16,2-6-128-16,2-4-148 0,2-4-133 16,3-4-131-16,4-3-209 0,-1-2-123 0,2-3 110 15,-2 0 299-15,2-3 319 0</inkml:trace>
  <inkml:trace contextRef="#ctx0" brushRef="#br0" timeOffset="97153.39">24347 7394 291 0,'6'-13'667'15,"-3"-2"346"-15,1 2 141 0,-4 1-266 0,0 0-251 16,-4 1-164-16,4 2-78 0,-1 2-47 15,1 1-54-15,-2 1-47 0,0 2-38 0,-1 5-41 16,-1 0-53-16,-1 5-53 0,0 0-31 0,2 4-15 16,-2 2-7-16,4 1-3 0,-3 0-4 15,3 0 2-15,1 0-4 0,1-1-1 0,4-2 0 16,0-1-1-16,2-2 3 0,2-3-1 16,0-2 1-16,1-1-1 0,2-2 1 0,1-3 0 15,-2-3 0-15,3 1 2 0,-1-5 1 0,1 3 2 16,-3-3-2-16,1-1 1 0,0 3-3 15,-2 1 2-15,-2-1-1 0,1 1-3 0,-3 1-1 16,1 1-1-16,-2 2 1 0,-4 2-2 16,2 1 2-16,-1 3 0 0,-2 3 1 0,-2 2 3 15,-1 5-2-15,-3 2 1 0,-1 6-1 0,-2 3 1 16,-4 2 0-16,0 3-2 0,-1 2 2 0,-2 1-2 16,-1 2 0-16,3 0 2 0,-3-1 1 15,0-1 3-15,-1 0-1 0,2-3 0 0,2-3-2 16,-1-2-2-16,5-4-1 0,0-5-2 15,3-1-2-15,3-7 2 0,-1-1-15 0,4-6-29 16,2-2-48-16,4-7-47 0,-1-1-41 0,4-6-60 16,1-2-84-16,3-4-90 0,-1-1-71 15,2-3-65-15,3 1-97 0,-4-1-94 0,4 2-16 16,-2 2 78-16,4-3 190 0,-2 4 207 16,1 1 176-16,2 1 142 0,-3 1 121 0,2 5 92 15,-1 1 21-15,0 3-50 0,-3 3-61 0,2 3-29 16,-3 5-6-16,1 1-5 0,-3 6-5 0,0 1 4 15,0 2 21-15,-2 2 3 0,1 4-20 16,1-2-8-16,-2 0-13 0,3 0-20 0,-2-1-31 16,3-2-22-16,1-2-10 0,2-3-7 15,1-3 12-15,1-3 41 0,4-2 48 0,-1-5 64 16,-1-2 77-16,2-4 64 0,0-3 19 16,-4-1-22-16,-2-1 7 0,-2-2 48 0,-5 1 9 15,-1-2-28-15,-4 1-36 0,-4-3-33 0,-4 2-48 16,-1-1-73-16,-2-1-58 0,-3 3-32 0,-1-2-21 15,-3 4-15-15,0 1-12 0,-3 5-9 16,0-1-5-16,0 5-5 0,0 5-3 0,-1 1 0 16,2 4-3-16,2 3-8 0,3 1-29 15,2 2-68-15,3 4-70 0,1-1-118 0,3 3-182 16,2-1-313-16,3 2-319 0,4 2-229 0,5 2-120 16,4-2 334-16,11 1 584 0</inkml:trace>
  <inkml:trace contextRef="#ctx0" brushRef="#br0" timeOffset="97861.85">26209 7291 262 0,'-4'-16'565'0,"-3"1"292"0,-2-2 193 15,1 3-185-15,-2 2-232 0,2 1-141 16,-4 2-91-16,2 0-85 0,1 3-75 0,-4 3-65 16,2 2-44-16,-3 3-29 0,1 3-2 0,-1 4 6 15,-2 4 4-15,-1 7 8 0,-1 0 6 0,0 8 7 16,0 0-17-16,-1 5-24 0,0 2-22 15,3 1-20-15,-1 1-16 0,4-1-14 0,4-5-7 16,1 0-4-16,7-6-2 0,1-4-5 16,4-3 1-16,4-5-2 0,3-4 1 0,5-8 1 15,0-6 0-15,6-8 3 0,5-6 0 16,3-7 3-16,4-8 1 0,1-3-1 0,3-5 0 16,-1-3 0-16,2-2-3 0,-4-1-2 15,-2 2-2-15,-1-4-2 0,-4 2-1 0,-3 3-1 16,-2-2 1-16,-3 2 2 0,-4 1 2 0,-2 3 4 15,-4 5 6-15,-1 5 7 0,-4 4 6 0,-2 3 2 16,-1 6 3-16,-1 1-3 0,-2 7-3 16,-3-1-7-16,1 7-6 0,-3 2-6 0,-2 7-5 15,-1 2-2-15,-1 7-1 0,-2 4 1 0,-1 3 2 16,-1 6 2-16,-1 5 0 0,1 4 2 16,-2 4 0-16,-1 6-1 0,3 1-1 0,-2 3-2 15,3-1 0-15,4 1-1 0,0-5-3 0,5-3 0 16,6-5-2-16,3-3-8 0,5-4-33 15,2-5-69-15,5-6-64 0,1-6-110 0,2-4-176 16,4-5-277-16,0-4-297 0,3-6-215 0,-1-2-152 16,4-3 256-16,-1-2 544 0</inkml:trace>
  <inkml:trace contextRef="#ctx0" brushRef="#br0" timeOffset="98140.74">26739 7333 276 0,'2'16'573'0,"-2"-2"280"16,-2 4 177-16,2 0-227 0,0 3-202 15,-1-1-150-15,1 1-101 0,0 0-91 0,0-2-91 16,0-1-68-16,1-1-47 0,2-4-25 0,3-1-13 16,-1-3-4-16,2-4 4 0,1-2 1 15,0-5 6-15,2-2 10 0,2-5 9 0,0-1 22 16,-1-7 50-16,2 0 69 0,-1-1 47 16,0-1 13-16,-6-2-5 0,2 0-22 0,-5 0-43 15,-2-1-47-15,-1-1-41 0,-3 2-25 0,-3 0-17 16,0 0-13-16,-4 1-10 0,1 4-9 15,-5 1-4-15,1 4-5 0,-3 4-2 0,2 3-2 16,-5 8-3-16,1 1-4 0,0 8-18 0,-1 1-41 16,3 0-68-16,0 6-61 0,2 0-110 15,1 1-172-15,5-1-278 0,0 2-275 0,7-2-211 16,-1 2-151-16,4-2 255 0,2-1 543 16</inkml:trace>
  <inkml:trace contextRef="#ctx0" brushRef="#br0" timeOffset="99212.38">27775 7072 234 0,'-2'2'512'0,"0"-2"283"15,1 0 221-15,-1 1-185 0,1-1-174 0,-1 2-129 16,-1-2-103-16,3 0-101 0,-1 0-101 0,1 0-79 16,0 1-56-16,-2 2-30 0,1 2-21 15,1 2-2-15,-2 4 7 0,0 1 5 0,2 3 3 16,-1 3 0-16,1 1 1 0,0 2-7 15,1 1-15-15,-1 1-14 0,2 0-1 0,0-2-2 16,1-2-1-16,1 0-8 0,1-3-2 0,0-1 0 16,1-4-1-16,1 0 1 0,2-3-2 0,0-4 5 15,1-1 4-15,2-3 9 0,0-5-1 16,0 0-5-16,1-4 2 0,0-2 3 0,1-1-5 16,-3-1-2-16,-2 0-5 0,2-1 3 15,-3-3 0-15,0 4-11 0,-1-2-20 0,-1 0-35 16,-2 1-36-16,0-1-105 0,-3 1-159 15,-1 0-210-15,0 1-273 0,0 2-249 0,0 3-178 16,0 1 192-16,0-1 464 0</inkml:trace>
  <inkml:trace contextRef="#ctx0" brushRef="#br0" timeOffset="99678.11">28067 7135 16 0,'-3'7'500'0,"2"3"457"15,-3-1 258-15,0-1-43 0,-1 5-335 0,-2-1-292 16,1 3-152-16,2 0-69 0,-1 3-45 0,0 0-29 16,0 3-31-16,0 0-47 0,-1-1-47 15,3 2-46-15,0-3-32 0,1-1-22 0,4-2-14 16,0 0-7-16,2-5-1 0,5-3-1 0,1-4 1 16,3-2 1-16,3-5 0 0,4-4 0 15,1-7-3-15,2-1 0 0,3-3-1 0,-1-3 1 16,2-1-2-16,-5 0 1 0,2-3 0 15,-6 4 0-15,0-2 1 0,-2 4-2 0,-3 0 2 16,-4 2 2-16,0 3-1 0,-4-3 2 0,2 5 0 16,-6-1 2-16,3 2-1 0,-4 3 0 15,1 1 0-15,-1 2 0 0,0 1-5 0,-1 2-3 16,1 0 0-16,-4 4-2 0,1 3-3 0,-2 1 1 16,4 4 3-16,-4 2 3 0,0 3-2 15,1 1 3-15,-1 6 2 0,2-1-2 0,-2 2 0 16,2 5 0-16,-4-2 3 0,2 4 2 15,-1 2 1-15,-2 0 2 0,2 1 2 0,-1-1-1 16,-2 2-3-16,1-2 0 0,2 2-1 0,-1-2-1 16,0-3-1-16,1 0 0 0,-1-3 1 15,1 2-1-15,-1-4-1 0,0-3-2 0,0 0 0 16,2-4-13-16,1-1-50 0,0-2-63 16,1-5-70-16,0-4-139 0,0 0-195 0,3-5-308 15,0-5-268-15,5-1-211 0,-1-4-51 0,3-7 436 16,1-2 503-16</inkml:trace>
  <inkml:trace contextRef="#ctx0" brushRef="#br0" timeOffset="99969.25">28437 6960 154 0,'2'-5'482'0,"1"4"235"0,-2 2 177 16,2 3-51-16,1 1-241 0,1 6-140 15,-1-1-73-15,1 4-39 0,0 0-62 0,3 5-67 16,-4-1-47-16,4 3-28 0,-1 2 1 0,2 2 11 16,-3 0 10-16,2 0 11 0,1 1-6 15,-5-2-12-15,4 0-26 0,-3 0-29 0,-1-1-22 16,-2-2-26-16,-2 1-16 0,-2-1-16 16,-1-1-9-16,0-1-5 0,-3-1-5 0,-3-1 0 15,0-3-3-15,1 0-1 0,-2-2-27 0,-2-2-60 16,3-3-59-16,0-3-70 0,-1-4-128 15,2-1-170-15,1-4-202 0,4 0-234 0,2-5-217 16,2 1-107-16,2-4 254 0,2-1 432 0</inkml:trace>
  <inkml:trace contextRef="#ctx0" brushRef="#br0" timeOffset="100270.96">28648 7233 205 0,'4'9'515'15,"2"3"298"-15,-1 1 226 0,-2 1-147 0,2 1-220 16,-2 0-158-16,2 0-116 0,-2 0-100 0,2 0-97 16,1-2-80-16,1-1-48 0,1-1-17 15,0-2 10-15,1-3 34 0,0-3 41 0,3-2 35 16,2-2 26-16,-3-4-1 0,1-1-23 16,1-2-33-16,-2-4-35 0,2-1-31 0,-5 0-23 15,0-1-11-15,-1-1-5 0,-2 0-5 0,-3 2-6 16,-1-4-3-16,-2 2-7 0,-2 0-6 15,-3 2-5-15,1-1-4 0,-2 3-3 0,-1 3-2 16,0 2-1-16,-4 1-2 0,2 4-11 16,-4 2-28-16,3 4-51 0,0 1-59 0,-1 2-63 15,2 3-111-15,2 1-148 0,-1 1-199 0,2 1-246 16,4 1-220-16,1 1-167 0,2 3 162 0,4 0 447 16</inkml:trace>
  <inkml:trace contextRef="#ctx0" brushRef="#br0" timeOffset="101131.01">29054 6678 68 0,'2'1'337'0,"0"2"190"15,-2 0 140-15,0-2-56 0,2 4-136 0,-2-2-68 16,0 3-28-16,0 3 16 0,0 0 21 15,-2 3-19-15,2 2-63 0,-2 2-71 0,0 3-53 16,0 1-44-16,-2 4-30 0,0 1-4 0,0 3 13 16,-1 2 20-16,-3 0 6 0,-1 1-8 15,1 1-19-15,-1-1-31 0,0-1-30 0,5-2-31 16,-1-2-22-16,2-4-13 0,-1-2-11 16,4-4-3-16,4-2-3 0,-3-1-2 0,4-6 2 15,1-2 1-15,3-1 3 0,3-6 4 0,3-4 1 16,1-4 2-16,3-2-2 0,0-5-1 15,2 1-6-15,1-1-1 0,-4-1-2 0,0 4 8 16,0-3 6-16,-1 3 5 0,-4 2 4 0,-1 2-2 16,-2 2 0-16,-2 1-4 0,0 2-1 15,-5 1-3-15,0 0-3 0,-1 4 3 0,-1 0 3 16,-1 4-2-16,-1 2-1 0,-3 4 0 0,0 2 3 16,-2 3-2-16,-1 2-2 0,1 2-3 15,-1 1 0-15,1 4-2 0,-2-1 0 0,2 4-2 16,1-2-2-16,-1 0 0 0,2 1-4 15,1-2-1-15,2-1-3 0,2-4-1 0,2-3-13 16,2-2-51-16,3-3-61 0,0-2-58 0,5-6-101 16,0-4-154-16,2-4-177 0,1-4-192 15,3-1-222-15,0-3-194 0,2-2 56 0,-1-2 361 16,-2-1 390-16</inkml:trace>
  <inkml:trace contextRef="#ctx0" brushRef="#br0" timeOffset="101287.67">29462 7184 367 0,'6'-6'749'0,"-3"0"310"16,-1 3 84-16,-2 3-307 0,-2 3-251 0,-1 3-175 15,0 1-103-15,-5 3-59 0,3 2-41 16,-1 3-39-16,0-1-22 0,-2 5-23 0,-2-2-31 16,2 1-31-16,0 0-24 0,2-2-11 15,-2 1-13-15,4-4-32 0,0-1-45 0,3-1-49 16,1-4-127-16,1-5-178 0,4-2-296 16,0 0-275-16,2-7-231 0,2-1-107 0,2-5 358 15,0-3 507-15</inkml:trace>
  <inkml:trace contextRef="#ctx0" brushRef="#br0" timeOffset="101475.09">29523 6931 444 0,'-3'-10'907'0,"-3"-1"291"0,1 5-25 16,0 0-329-16,-1 3-321 0,1 2-219 0,-1-1-124 16,3 4-75-16,0 1-43 0,0 0-26 0,3 3-16 15,0-1-7-15,0 3-5 0,1 1-4 16,4 1-7-16,3 1-14 0,-2 0-55 0,0 1-93 15,4-2-114-15,1-1-131 0,2 2-217 0,1-2-280 16,-1 4-161-16,-1-2 54 0,4-1 265 16,0 1 324-16</inkml:trace>
  <inkml:trace contextRef="#ctx0" brushRef="#br0" timeOffset="101931.06">29818 7049 38 0,'0'-2'495'15,"0"2"439"-15,-4 2 261 0,3-1-29 16,-4 2-379-16,2 3-259 0,-4 0-142 0,1 4-74 16,0 1-41-16,0 6-27 0,-3-3-27 0,2 4-30 15,1 0-41-15,-1 1-44 0,1 1-34 0,2-2-28 16,3 0-13-16,1-3-10 0,0 0-8 16,3-3-3-16,2-4-4 0,1-3 2 0,4-2-3 15,1-4 3-15,2-3-2 0,0-3-1 16,0-7 1-16,5-2-1 0,-2-3 1 0,-1-2-2 15,0-1-1-15,-1-1 1 0,-3-2 1 16,-1 1-1-16,0-2 0 0,-3 2 1 0,-3 2 1 16,1-3-3-16,-1 3 1 0,-4 0 2 0,0 0 1 15,0 3-2-15,-2 1 1 0,0 5 0 16,1 0 2-16,-3 3-3 0,3 3-2 0,-1 1 1 16,-1 4-4-16,0 2 2 0,0 2-2 0,-2 4 0 15,4 1 2-15,-2 1 0 0,3 2 0 16,0 1 0-16,0 2 0 0,0 2 2 0,3 1 5 15,-3 0 6-15,1 3 5 0,2 1 8 0,-1 0 4 16,-1 0 2-16,1 3-1 0,-2-2 0 16,1 3-5-16,-1 0-3 0,0-4-7 0,2 4-3 15,-2-2-5-15,0-1-3 0,0 0-1 16,-2-2-1-16,1 1-5 0,-2-1-19 0,-2-1-68 16,-3 0-68-16,0-1-127 0,-1-3-195 0,-5 3-313 15,2-4-338-15,-3 3-239 0,-1-1-114 16,-1-1 402-16,-4 3 597 0</inkml:trace>
  <inkml:trace contextRef="#ctx0" brushRef="#br0" timeOffset="102863.61">25673 8322 226 0,'2'-2'480'15,"-1"1"247"-15,-1 0 200 0,2 1-162 0,0-2-152 16,-2 2-97-16,0-2-79 0,0 2-85 16,0 2-91-16,0 1-78 0,0 2-61 0,-4 3-36 15,4 3-28-15,-1 3 6 0,1 3 31 16,0 6 26-16,1 1 23 0,3 4 11 0,-3 4 4 15,2 0-13-15,1 4-32 0,-1-3-31 0,0 3-28 16,0-3-21-16,3-1-11 0,1-3-8 16,-2-3-9-16,1-1-2 0,0-5-3 0,3-3 1 15,0-4-4-15,-1 0-1 0,0-6 7 0,2-2 7 16,3-6 6-16,0-4 4 0,1-3 4 16,3-7 3-16,-1-3-4 0,1-1-4 0,1-4-7 15,1-1-4-15,-3 0-4 0,1-1-2 16,0 2 1-16,-4 1-4 0,-2 1 5 0,2 2 5 15,-7 2 8-15,2 1 8 0,-5 5 8 0,1 1 7 16,0 2 3-16,-2 3-3 0,-2 0-7 0,-2 3-7 16,-2 2-7-16,0 2-9 0,-2 5-6 15,0 2-4-15,-2 1 0 0,-2 3-1 0,1 3-1 16,1 1 0-16,-1 2 1 0,-1 0 0 16,2 3 0-16,0 1 0 0,-1 3-1 0,2-1 0 15,3 1 0-15,-1-2 0 0,1 0 0 0,4-2-1 16,0-2-1-16,4-3-2 0,1 0-6 15,1-4-23-15,2-2-61 0,4-5-66 0,0-1-84 16,2-5-151-16,2-3-225 0,2-3-307 16,2-3-238-16,2-2-187 0,0-2 49 0,1-2 487 15</inkml:trace>
  <inkml:trace contextRef="#ctx0" brushRef="#br0" timeOffset="103558.84">26311 8612 455 0,'1'-8'928'0,"-2"0"284"16,-2 3-26-16,-4 0-291 0,1 3-279 15,-1 2-188-15,-3 3-101 0,2 3-55 0,-4 2-38 16,2 3-49-16,-2 1-50 0,3 4-38 16,-4 0-31-16,4 2-25 0,1 3-17 0,0 0-10 15,3-1-7-15,4-1-3 0,1 0-3 0,4-5 0 16,1 1-1-16,4-5 0 0,3 1 0 16,2-5 1-16,0-3 0 0,3-3 0 0,-1-3-1 15,3-3-12-15,-3-1-23 0,1-4-36 0,-1-2-35 16,-2-1-33-16,-1 1-25 0,0-2-5 15,-4 1 11-15,-1-1 36 0,0 1 42 0,-2 0 33 16,-3 0 20-16,1 1 14 0,-3 1 7 16,1 1 3-16,-2 0 3 0,-2 2 3 0,2 1 16 15,-1 2 22-15,1 1 15 0,-2 1 7 0,0 2-3 16,-1 2-2-16,2 2-11 0,-1 2-25 16,-1 3-15-16,2 0-4 0,1 2 3 0,-2 3 0 15,2-1-6-15,2 4 9 0,-2-1 18 0,4 1 21 16,-2 0 19-16,1 3 16 0,2-2 20 15,-4 3 6-15,2-1-7 0,2 1-10 0,-3 2-18 16,0 1-13-16,-1 0-14 0,-1 1-10 16,-1 2-9-16,-3 0-3 0,3 3-2 0,-6-1-1 15,2-1-3-15,-1-1-1 0,-1 1-2 0,-2-2-5 16,5-5-5-16,-3 0-1 0,1-4-3 16,1-4-2-16,4-3 1 0,-1-3 0 0,2-4 0 15,3-5 0-15,2-4 1 0,3-2-1 0,0-5 1 16,2-3-1-16,0-5 0 0,1-2-1 0,2-3 2 15,1-3-1-15,2-5-1 0,0-3 0 16,3-4-1-16,-3-5 0 0,4-5-1 16,-1-1 0-16,3-4-1 0,0-1 1 0,-1 1 1 15,1-1 0-15,-1 5 0 0,-4 4 1 0,1 4 1 16,-6 7 0-16,1 5 1 0,-5 7 0 0,-2 4 1 16,1 4 1-16,-3 7-2 0,-2 1-1 15,-2 6 0-15,0 5-1 0,-2 3-1 0,-2 7-1 16,0 1 1-16,0 4 2 0,-1 4-2 0,2 3-1 15,-2 2 3-15,-2 3 0 0,1 3 2 0,0 2 1 16,-2 4 2-16,0 1 1 0,-1 2-1 0,1 3-1 16,-2-1-3-16,1 1 1 0,3-2-3 15,-1 0-1-15,2-7-1 0,4-2 0 16,1-3-5-16,1-6-22 0,2-3-49 0,2-4-68 16,-1-6-66-16,-1-5-117 0,3-5-163 0,-2-3-191 15,0-6-212-15,1-3-205 0,-1 0-165 16,0-1 140-16,-3-4 409 0,-1 0 370 0</inkml:trace>
  <inkml:trace contextRef="#ctx0" brushRef="#br0" timeOffset="103757.5">26652 8391 214 0,'5'0'447'0,"-1"0"202"15,0 2 173-15,1-1-164 0,-1 2-133 0,1 0-79 16,0 0-50-16,2 0-58 0,0-1-76 0,-1 0-76 15,2 1-70-15,0 2-49 0,0-2-27 16,-2 1-17-16,4 1-13 0,-1-1-50 0,-1 0-92 16,0 1-115-16,0 1-130 0,5-4-253 15,-4 4-261-15,4 0-123 0,-4 0 106 0,1 1 286 16,2 0 293-16</inkml:trace>
  <inkml:trace contextRef="#ctx0" brushRef="#br0" timeOffset="103973.22">26941 8674 18 0,'4'23'312'0,"-3"-2"222"0,-1-2 208 16,2-1 51-16,-1-1-198 0,3-4-113 0,-3-2-43 0,1-2-19 16,1-3-23-16,0-4 30 0,2-2 37 15,-1-2-32-15,0-4-62 0,0-5-57 0,0-2-46 16,-1-2-70-16,0-5-68 0,-1 2-42 16,-2-2-26-16,0 0-18 0,0-1-14 0,-3 0-10 15,-1 0-8-15,1 0-5 0,-2 1-3 0,0 2-3 16,1 1-15-16,-6 1-42 0,4 2-76 15,-2 0-119-15,-2 3-189 0,3 0-302 0,-1 3-349 16,1 1-341-16,2 2-144 0,1-1 362 16,1 0 657-16</inkml:trace>
  <inkml:trace contextRef="#ctx0" brushRef="#br0" timeOffset="104134.78">26989 8428 45 0,'-5'9'556'0,"-1"-2"444"16,-2 3 202-16,0-1-75 0,0 0-369 15,0 0-329-15,3-2-195 0,1 2-98 0,0 0-59 16,2 1-37-16,2-2-42 0,0 0-79 0,2-1-123 16,3-1-147-16,0 0-266 0,1 0-275 15,4 0-214-15,1-1 3 0,2-2 310 16,2 0 380-16</inkml:trace>
  <inkml:trace contextRef="#ctx0" brushRef="#br0" timeOffset="104573.16">27321 8506 80 0,'-10'7'700'0,"4"4"613"0,-3-3 217 16,1 4-192-16,0 0-406 0,0 0-374 0,-1 1-194 15,2 0-132-15,1 3-90 0,-2-1-51 0,2 1-37 16,1 2-17-16,2-1-11 0,-1 2-7 15,1-1-4-15,3 0-5 0,2 0-5 0,1-1-2 16,0-1-2-16,5-2-1 0,1-1-1 16,3-3 0-16,3 1 0 0,0-3 1 0,4-2 0 15,0-1 1-15,3-3-1 0,0 0 1 16,-1-4-1-16,-1 1 1 0,0-4 1 0,-2 1-1 16,-1-2 0-16,-4-3 1 0,1 2-1 0,-3-1 0 15,-1-2 1-15,-2 0 0 0,0 0 0 0,-4-2 1 16,0-2 4-16,-3 1 5 0,2-1 5 15,-3-1 5-15,2-1 4 0,-2-1 3 0,-2-1 1 16,2 0 0-16,0-2-3 0,-1 0 0 0,-1 0-1 16,2 2 0-16,-1 2-1 0,-3 1-2 15,4 4-3-15,-3-1-3 0,2 5-5 0,-3 1-4 16,1 3-5-16,2 1-3 0,-3 4-3 16,2 1 0-16,0 3-7 0,2 1-11 0,0 3-25 15,2 0-75-15,0-1-83 0,2 1-144 0,-3 1-237 16,2-1-322-16,1 0-370 0,4 1-223 15,1 0-10-15,5-1 547 0</inkml:trace>
  <inkml:trace contextRef="#ctx0" brushRef="#br0" timeOffset="104822.82">27976 8863 71 0,'-7'6'961'16,"2"0"771"-16,2-3-40 0,0 3-351 16,0-3-428-16,1 1-368 0,1-2-246 0,1-1-110 15,-2 1-60-15,-1-2-41 0,2 3-28 0,1-3-21 16,-3-3-15-16,3 1-11 0,1 1-8 16,1 0-11-16,-1-3-16 0,4 3-28 0,-2-2-68 15,-2-3-90-15,3 2-180 0,0-2-285 16,1 0-345-16,3 1-418 0,0-2-254 0,1 1 134 15,0-3 786-15</inkml:trace>
  <inkml:trace contextRef="#ctx0" brushRef="#br0" timeOffset="105409.53">27828 8130 104 0,'0'-5'490'0,"-1"1"351"15,1 1 237-15,0-2-62 0,1 2-294 0,1-1-209 16,1-1-145-16,0 1-101 0,4 0-63 16,2-1-19-16,2-1 8 0,0 0 9 0,3-1-2 15,1 1-2-15,-2 2-17 0,1-2-38 16,-1 2-43-16,0 1-35 0,-1 0-19 0,-3 3-11 15,4 0-8-15,-5 0-1 0,0 3 2 0,-1 2 6 16,0 1 4-16,-2 4-2 0,-2 2-2 16,-2 2 0-16,-2-1-3 0,-1 3-2 0,-3 0-1 15,0 4-1-15,-2 0 0 0,-1-1-2 0,-2 1 3 16,1 1-3-16,-4-1 1 0,4 3-1 16,-4-3 1-16,2 4 0 0,0-2-2 0,0 0-2 15,1 0-2-15,4-3-3 0,1 1-3 16,2-1-5-16,1-2-2 0,4-2-1 0,3-2-2 15,0-2 0-15,4-3-1 0,5 1 0 0,1-7 0 16,2-2-1-16,4-2-1 0,1-4-1 16,0-4-1-16,1 0-2 0,-2-3-1 0,3 0-1 15,-5 0-12-15,-2 0-26 0,0 0-81 16,-4 1-119-16,1 0-211 0,-6 0-299 0,0 0-371 16,0 1-430-16,0 0-152 0,-2-1 432 0,1 1 764 15</inkml:trace>
  <inkml:trace contextRef="#ctx0" brushRef="#br0" timeOffset="111585.77">1914 9833 241 0,'-1'0'474'0,"-1"-1"221"0,0 0 181 0,4-1-159 0,-2 1-87 16,0-2-72-16,2 0-72 0,-1-1-64 0,1-2-48 15,1 1-43-15,5-1-63 0,-2-1-42 0,2 0-27 16,2-2-24-16,0 0-42 0,2 0-42 0,-1 0-26 15,3-1-16-15,0-1-12 0,2 2-1 0,-2 1 0 16,2 1-5-16,-1 0-3 0,0 2-2 0,-2 2 0 16,1 2-8-16,-3 1-4 0,0 1-5 15,0 4-2-15,-3 2 6 0,0 3 3 0,-3 3 2 16,-1 4 0-16,-1 0 3 0,-1 4-3 0,-4-1-8 16,1 5-3-16,-1-2-2 0,-2 2-2 0,1 0 0 15,-2-2 1-15,0 4 2 0,2-4-2 0,-2-1-1 16,2 1-1-16,-3-3 0 0,3-3-1 0,1-2-1 15,-1-2-2-15,3-2 0 0,-2-3-1 0,2 3-1 16,2-5 1-16,0-2 1 0,-1-1 1 0,4 0 1 16,1-2 1-16,0 1 1 0,1-4-6 0,2 1-4 15,2-1-2-15,0 1 0 0,3-2-2 16,-2 1-2-16,-1 0 8 0,3 0 3 0,-1 0 2 16,-1 0 1-16,-1 2 0 0,-3 0 2 0,0 2-1 15,0 2 1-15,-2-2 2 0,-3 4-1 0,-1 2 1 16,0-1-1-16,-4 3 1 0,-1 1 0 15,-2 1-2-15,-1 1-1 0,-2 0 1 0,-2 2-1 16,1 0 0-16,-2-1 0 0,-2 0-1 0,2 0-1 16,-3-2 0-16,3 0 8 0,-3-3 2 0,3-1 1 15,-1 3 2-15,0-9 1 0,2 4-7 0,1-4-10 16,0 1-6-16,1-3-3 0,1 0-2 0,2 0 6 16,-2-3 2-16,4 1 5 0,-1 1-4 0,3-4-19 15,-1 3-31-15,2-4-57 0,0 3-47 0,0 0-51 16,0-2-64-16,0 4-92 0,2-2-117 15,-1 1-125-15,3 1-242 0,-1 1-235 0,3 1-128 16,-3-1 169-16,3 2 416 0</inkml:trace>
  <inkml:trace contextRef="#ctx0" brushRef="#br0" timeOffset="111993.16">2621 10345 54 0,'-3'-2'680'0,"3"0"639"16,-5 0 212-16,3 0-189 0,-1 2-390 16,2-3-400-16,-3 2-199 0,2 0-132 0,-2 0-84 15,3-1-56-15,-1-1-32 0,1 3-20 0,-1-2-10 16,2 2-11-16,0-5-4 0,0 3-2 15,2-2-3-15,-1 2-8 0,1-2-23 0,-1 2-69 16,1 0-68-16,0 0-148 0,0 1-202 0,0 0-313 16,0 1-333-16,-1 0-216 0,-1 2-60 0,0 0 495 15,0 1 539-15</inkml:trace>
  <inkml:trace contextRef="#ctx0" brushRef="#br0" timeOffset="168415.46">5661 10311 90 0,'-6'8'357'0,"-3"-1"222"0,4 1 189 15,2 2-28-15,1 0-146 0,4 2-58 16,3 2-28-16,4 2-57 0,0 4-20 0,6 1-3 16,2 1-57-16,1 1-65 0,2-1-58 15,2 0-39-15,2-4-46 0,0 0-53 0,1-5-32 16,2-4-17-16,0-5-8 0,-1-7-1 15,1-4-8-15,-3-9-11 0,2-4-4 0,-3-6-4 16,-1-3-3-16,-4-3-3 0,-3-1 9 0,-3-1 9 16,-2 5 9-16,-6 1 7 0,-3 2 4 15,-4 3-1-15,-6 3-5 0,-1 2-9 0,-3 5-11 16,-5 1-9-16,-3 3-9 0,-1 5-6 0,-2 1-3 16,-1 3-3-16,0 3-2 0,1 1 0 0,3 4 0 15,1 0-1-15,5 3 0 0,0 1-1 16,3 1-1-16,3 0 0 0,5 0 1 0,2 0-1 15,2 3 1-15,2-1 0 0,2-2 1 16,4 2 1-16,2 0-1 0,1 0 1 0,3-1-1 16,0 0 0-16,2-4 0 0,1 0-5 15,4-1-7-15,2-1-8 0,1-4-27 0,3-1-67 16,2-2-70-16,1 1-120 0,3-2-200 0,3 0-312 16,-1-2-335-16,3 1-237 0,2 0-117 15,4-1 395-15,3-1 632 0</inkml:trace>
  <inkml:trace contextRef="#ctx0" brushRef="#br0" timeOffset="168844.96">7933 10199 43 0,'-10'4'357'0,"3"2"225"16,2 1 249-16,2 2 126 0,3 3-227 16,3 0-152-16,0 1-84 0,4 3-44 0,-1 0-47 15,5 2-70-15,-1-1-75 0,-1-1-58 16,2-1-42-16,0-1-33 0,1-1-51 0,0-1-13 15,-1-5-7-15,3-4 17 0,-1 0 12 16,1-1 6-16,-3-4 9 0,2-3-11 0,-2-3-2 16,-3-1-12-16,0-1-6 0,-2-4-2 0,0 2-2 15,-3-1 0-15,-3 3-2 0,-3-3-6 16,-1 2-7-16,-1 3-10 0,-3 0-10 0,-3 2-9 16,-1 3-8-16,-1 2-6 0,-3 4-4 0,3 1-2 15,-4 4-2-15,1 3-2 0,2 6-10 0,-2 3-19 16,2 2-48-16,0 5-75 0,-2 2-129 15,5 2-227-15,-1 3-302 0,0-2-360 0,1 0-332 16,3-1-109-16,-3 0 484 0,3 0 699 16</inkml:trace>
  <inkml:trace contextRef="#ctx0" brushRef="#br0" timeOffset="169467.98">5691 12189 125 0,'21'14'576'0,"0"3"364"0,-1 0 213 0,2 1-28 16,-1-1-427-16,1 0-240 0,0-3-117 15,2-1-53-15,-2-2-65 0,0-1-39 0,0-4 2 16,-3-2 3-16,0-2-3 0,-3-5-25 16,1-3-14-16,-2-3-17 0,-3-3-32 0,-1-3-27 15,-1 0-17-15,-2-6-11 0,-2 1-6 0,-1 0-4 16,-2 0-2-16,-1 2-1 0,-2-1-5 15,-2 4-4-15,-1-2-5 0,-2 4-5 0,0-1-4 16,0 2-4-16,-2 2 1 0,0 1 0 16,1 1-1-16,-1 1 0 0,0 0-1 0,2 5-2 15,0-2 0-15,-1 3-1 0,3 1-2 0,-1 4-2 16,1 2 6-16,2 2 2 0,-2 5 1 0,3 0 1 16,3 3 0-16,0 0 1 0,3 4-5 15,2 0-2-15,2-1-10 0,4 2-13 0,0-1-43 16,5-2-68-16,3-2-63 0,2-1-113 15,5-1-166-15,2-2-305 0,5-1-281 0,2-4-214 16,5-3-152-16,3-1 267 0,3-4 568 16</inkml:trace>
  <inkml:trace contextRef="#ctx0" brushRef="#br0" timeOffset="169867.12">7946 12189 90 0,'-22'6'690'0,"4"-2"467"0,1 3 102 0,1-4-138 15,4 4-370-15,1 0-374 0,3-1-183 0,0-1-89 16,5 1-38-16,3-2-28 0,0 0-21 15,3 0-9-15,0-1-5 0,3-3-4 0,1 0 4 16,1-2 4-16,1-3 18 0,0 0 27 16,3-4 39-16,-3-3 42 0,2-2 22 0,0-3 10 15,-3-1-3-15,1 1-14 0,-2-2-22 16,-2 2-22-16,-2 0-14 0,-3 1-12 0,0 2-9 0,-5 0-14 16,0 4-8-16,-3 2-13 0,-4 1-13 15,-1 4-6-15,-2 3-9 0,0 3-5 0,-2 3-3 16,2 5-3-16,-2 2-3 0,3 4-1 0,0 0-2 15,1 3-4-15,3-1-21 0,1 0-55 16,1-2-62-16,3 0-84 0,0-1-150 0,4-6-247 16,-1 5-307-16,2-6-250 0,2-2-199 15,-2-2 63-15,0-4 527 0</inkml:trace>
  <inkml:trace contextRef="#ctx0" brushRef="#br0" timeOffset="170309.63">6683 11462 120 0,'9'-4'994'0,"2"3"643"15,-4-3-77-15,-1 2-321 0,-1 0-417 16,-2 0-375-16,3 0-227 0,-4-3-105 0,1 1-47 16,-2-1-32-16,3-1-16 0,-3 0-7 15,2 1-6-15,-1-1-1 0,1 1-3 0,-1-1-4 16,3 2-1-16,-2-2-2 0,4 2-14 0,0-1-66 16,3 3-65-16,0-2-114 0,3 3-175 15,0-2-308-15,3 2-337 0,0-1-238 16,2-1-138-16,1 0 336 0,2-1 577 0</inkml:trace>
  <inkml:trace contextRef="#ctx0" brushRef="#br0" timeOffset="170515.99">7424 11361 53 0,'5'17'783'15,"0"0"624"-15,-3 0 70 0,-1-3-211 0,-1-1-366 16,3-3-409-16,-1-1-237 0,-1-1-102 0,2-2-51 15,1-2-45-15,0 1-30 0,1-2-13 16,2-2-2-16,2-1-6 0,-1 0-2 0,0 0-32 16,1-1-61-16,1-2-56 0,-4 0-120 15,2 0-179-15,-3-2-314 0,1 3-286 0,-3-2-221 16,-3-1-116-16,-5 2 350 0,-2-2 542 16</inkml:trace>
  <inkml:trace contextRef="#ctx0" brushRef="#br0" timeOffset="170975.16">6074 10735 156 0,'2'-9'508'0,"1"7"249"16,-3 2 153-16,-2 5-45 0,1 7-274 0,1 6-151 15,0 5-69-15,0 5-36 0,0 5-45 16,1 5-57-16,1 5-47 0,2 4-16 0,-2 4-9 16,1 1-12-16,-1 5-19 0,-1 1-13 0,1 1-21 15,1 1-28-15,-3-1-29 0,2 0-16 16,1 0-2-16,0 0-6 0,-1-2-39 0,3 0-49 15,-1-3-71-15,-2 0-153 0,1-2-202 16,-2-2-311-16,1-2-268 0,0-2-225 0,-1-5 20 16,-1-3 484-16</inkml:trace>
  <inkml:trace contextRef="#ctx0" brushRef="#br0" timeOffset="171190.18">6389 12109 302 0,'30'2'524'0,"-2"1"258"15,4 3 180-15,1-2-217 0,3 3-152 16,-1-4-85-16,3 0-68 0,0 1-95 0,3-4-81 16,0 0-87-16,1 0-61 0,0-4-36 0,2 0-26 15,2-3-22-15,-1-1-16 0,-1-1-8 0,3-3-2 16,-1 2-3-16,0-4 1 0,-2 0 5 16,2 0-6-16,-3-1-14 0,-1-1-50 0,-7-4-136 15,-2-2-182-15,-6 0-289 0,-6-2-277 16,-5-3-256-16,-8-1-53 0,-7-2 395 0,-4-2 468 15</inkml:trace>
  <inkml:trace contextRef="#ctx0" brushRef="#br0" timeOffset="171490.35">6019 10660 33 0,'20'11'393'0,"4"0"263"0,3 0 184 16,6 2 129-16,5 0-256 0,5-1-180 0,6 1-91 15,4-2-59-15,3 1-14 0,5-3-73 16,4 2-50-16,0-3-28 0,3 1-29 16,0-3-18-16,0 0-37 0,0-1-23 0,-2-2-38 15,1-1-34-15,-4 2-14 0,-1-2-10 16,-2 2-5-16,-3-1 1 0,-5 1 0 0,0 2-2 15,-3-4-5-15,-6 5-41 0,-3-3-51 0,-9 3-58 16,-5-2-125-16,-8-1-175 0,-5 2-313 0,-5-5-265 16,-8 3-229-16,-8-4-101 0,-3-4 359 15,-8 1 517-15</inkml:trace>
  <inkml:trace contextRef="#ctx0" brushRef="#br0" timeOffset="171746.96">6316 10826 206 0,'-3'5'852'0,"3"-5"407"0,0 0 0 16,1-3-184-16,4-3-436 0,3-4-302 0,3-5-119 16,2-6-52-16,7-2-20 0,2-5-17 0,4-7-15 15,4-2-23-15,3-4-32 0,5-1-21 16,3-3-10-16,2 1-8 0,4-3-7 0,2 1-5 15,2 3-8-15,4 3-6 0,0 3-10 0,2 0-11 16,2 7-42-16,-2 3-64 0,0 2-131 16,1 4-200-16,2 2-293 0,-1 3-301 0,-1 1-236 15,1 2-29-15,-2 1 443 0</inkml:trace>
  <inkml:trace contextRef="#ctx0" brushRef="#br0" timeOffset="171983.37">8074 10258 230 0,'-9'0'915'0,"-1"-1"414"0,1-5-30 0,2-1-214 0,4-3-449 16,0-5-330-16,5-3-161 0,2-3-75 16,3 0-34-16,7-4-22 0,0 0-8 15,3-2-5-15,3 1-1 0,2-1-1 0,1 1-1 16,1 2 5-16,-2 2-3 0,2 1 0 0,0 3 7 15,-1 0-20-15,-2 2-20 0,-2 6-85 16,-3-2-140-16,-2 3-228 0,-3 5-291 0,-2 4-265 16,-2 2-225-16,-6 6 100 0,-4 7 469 0</inkml:trace>
  <inkml:trace contextRef="#ctx0" brushRef="#br0" timeOffset="172259.85">8060 11580 684 0,'-5'28'1501'0,"-2"1"125"16,2-5-301-16,0-2-344 0,0-2-467 0,3-5-273 16,1-3-124-16,2-3-59 0,3-3-27 15,2-4-11-15,5-3-5 0,3-6-1 0,5-7 0 16,0-5 0-16,5-6-3 0,3-9-2 15,1-5-2-15,5-4 0 0,-1-7-2 0,3-3 1 0,1 0 0 16,1-5-2-16,-2 3-5 0,-1-4-48 16,-4 4-67-16,-3-1-122 0,-3 4-206 0,-4 2-297 15,-5 1-343-15,-5 5-300 0,-5-2-135 16,-6 4 399-16,-6 0 646 0</inkml:trace>
  <inkml:trace contextRef="#ctx0" brushRef="#br0" timeOffset="172517.36">8118 9928 239 0,'16'8'508'16,"3"0"311"-16,2-1 248 0,1 4-188 0,0 1-212 15,0-1-111-15,1 4-54 0,0 3-51 0,2 5-82 16,-3 4-64-16,1 4-47 0,-3 2-39 15,-1 4-57-15,-3 7-60 0,1 5-42 0,-4 4-28 16,1 4-15-16,-3 5-10 0,-1-1-4 16,-2 3-4-16,3 1-40 0,-5-5-66 0,2 0-126 15,-3-3-226-15,1-2-294 0,0-6-350 0,-1-5-333 16,0-9-122-16,1-7 464 0,2-5 675 0</inkml:trace>
  <inkml:trace contextRef="#ctx0" brushRef="#br0" timeOffset="173406.2">12269 10339 309 0,'-13'2'1073'0,"-6"1"491"0,-5-2-80 15,-3-1-289-15,-3 0-478 0,-1-1-311 16,-4-2-144-16,-3 1-106 0,2 0-59 0,-2 2-36 16,-2 0-24-16,1 2-6 0,1 2-7 0,0 3-4 15,5 2-5-15,1 3-4 0,5 4-2 16,0 3-7-16,7-1-6 0,4 4-2 0,2 0-2 16,6 4 0-16,3-1 1 0,7 0 0 15,4 3 3-15,8-3 1 0,2 2 2 0,9-4 1 16,2-1 2-16,8 1 0 0,2-3-3 0,3-1-3 15,2-1-12-15,1-2-11 0,0 1-8 16,-1 1-5-16,-3 0-2 0,1 0 1 0,-6 4 11 16,-2 1 13-16,-4 3 9 0,-5 6 5 15,-3 3 4-15,-6 3 2 0,-4 5-2 0,-7 2 3 16,-3 1 0-16,-5 2 0 0,-5 3 3 0,-3 1 6 16,-6 1 7-16,0 1 5 0,-5 1 5 0,-1 1 5 15,0 0-2-15,-1-1-2 0,2 2-6 0,-2-1-6 16,2-1-8-16,5-1-6 0,0-1-3 15,3-1-5-15,5-4-1 0,3-3 0 16,3-2 2-16,5-5 0 0,5-3 0 0,5-6 0 16,1-1-2-16,6-3-18 0,3-4-52 0,1-3-66 15,1-3-64-15,-1-1-105 0,-2-5-149 16,0 0-179-16,-2-5-227 0,-3 2-210 0,-1-1-175 16,-4-1 82-16,-4 3 374 0,-3 1 399 0</inkml:trace>
  <inkml:trace contextRef="#ctx0" brushRef="#br0" timeOffset="174154.95">12044 12576 29 0,'-20'30'437'16,"-1"1"358"-16,1-4 252 0,-1-1 45 0,2-2-335 16,0-4-258-16,3-1-158 0,2-3-100 0,1-2-73 15,5-4-62-15,-1-1-45 0,4-3-29 16,4 0-16-16,1-4-10 0,3-2-5 0,2 3 0 16,2-2 1-16,3-1 5 0,0 3 8 0,2 2 8 15,2 1 29-15,2 1 52 0,0 4 59 16,1 2 47-16,-1 5 18 0,1 1-1 0,1 1-20 15,-1 4-39-15,-1 3-44 0,0 0-40 16,0 1-24-16,0 4-17 0,-2-1-11 0,3 1-5 16,-2 0-4-16,-1-1-4 0,-1 2-1 15,-1-1 2-15,-1 0 3 0,-3 0-2 0,1 3 2 16,-1-1 4-16,-3 1 3 0,-2 1-2 0,-1 0 2 16,-2 0-3-16,-2 1 2 0,-2-3-2 15,-1 1 0-15,-2-2 0 0,1-2-1 0,-2-1 1 16,2-5-1-16,-1-3-2 0,0-2-4 15,4-5-5-15,0-2-3 0,1-5-5 0,0-2-5 16,4-5-3-16,4-5-1 0,3-4-2 0,4-5 0 16,4-2-1-16,6-5 2 0,5-2 1 0,4-4 3 15,7-1 1-15,3-2 2 0,6-3 0 16,2 3-1-16,5-4-1 0,2 1-1 16,1 1-2-16,2 1 1 0,0 3-2 0,0 1 0 15,-1 2 0-15,1 4 1 0,0 2 1 0,-1 1 0 16,-1 4 1-16,1 2 2 0,-2 1-1 0,1 4 1 15,-1 1-2-15,-1 5 0 0,-1 2 0 16,-2 3 0-16,-1 5-1 0,-4 3 0 0,-1 0-1 16,-2 4 0-16,0 3-1 0,-3 0-1 15,-3 5 1-15,2-1 1 0,-4 0 0 0,-1-2 1 16,-3-1 0-16,-3-5 2 0,0-2-1 0,-1-5 0 16,-2-4 0-16,-1-8 1 0,-3-5 0 15,1-9 1-15,-2-5 0 0,-2-8-1 0,-4-11 0 16,0-8-2-16,-4-5 0 0,-2-8-3 0,-1-7 2 15,-4-8 0-15,0-7 1 0,-4-11 1 16,1-8-2-16,-4-11 0 0,2-9 1 0,-1-8-1 0,-1-7-1 16,2-5-1-16,-1-7 3 0,-1-5 3 15,2 0-3-15,0-1-1 0,-2 0-1 0,-1 3 3 16,2 6-1-16,-4 6 0 0,2 10 0 16,0 7 1-16,-2 12 2 0,-3 10-2 0,2 7-1 15,-3 11-2-15,0 9-1 0,-2 5 1 16,0 5 1-16,0 8 0 0,2 5 1 0,-5 4 1 15,2 4 0-15,0 7-1 0,2 3 0 0,-1 8-2 16,2 1 0-16,1 7-2 0,0 2-4 0,1 4-7 16,0 3-10-16,1 3-14 0,1 4-21 15,-2 0-57-15,1 4-73 0,-3 3-117 0,1 3-185 16,-2 4-299-16,-2 1-349 0,-3 1-281 16,-2 1-129-16,-1 0 364 0,-4-2 645 0</inkml:trace>
  <inkml:trace contextRef="#ctx0" brushRef="#br0" timeOffset="174453.1">12028 10114 393 0,'-17'11'1046'0,"7"-1"296"0,1-2-98 15,9-1-221-15,8-2-521 0,5-3-268 16,9 0-117-16,6 0-60 0,10-1-35 0,5-1-9 16,8 0-3-16,4 0-2 0,6 0-2 15,6 1 0-15,4 1 7 0,6 1-5 0,1-2-8 16,3 4-4-16,-2-3-5 0,1 1 2 16,-2 0 0-16,-4-1 4 0,-1 5 7 0,-1-3-1 15,-5 2-6-15,-2 2-34 0,-7-1-104 16,-3 2-167-16,-8 0-287 0,-8 0-280 0,-4-1-263 15,-10-1-166-15,-7-3 269 0,-9-4 518 0</inkml:trace>
  <inkml:trace contextRef="#ctx0" brushRef="#br0" timeOffset="174735.11">11964 10570 421 0,'-5'12'1037'0,"2"-6"267"0,5-7-92 15,4-7-208-15,8-9-525 0,8-8-215 16,8-9-97-16,6-8-49 0,6-5-25 0,6-4-14 16,3-5-20-16,3-2-21 0,4-2-17 15,4-3 0-15,3-3-7 0,2 2 0 0,-3-1-4 16,2 1 0-16,-1 2-9 0,0 2-7 15,-3 3-22-15,-2 5-28 0,-2 1-62 0,-4 4-128 16,0 3-163-16,-2 4-301 0,-3 4-265 0,3 3-244 16,-3 5-44-16,-3 1 371 0,1 5 469 15</inkml:trace>
  <inkml:trace contextRef="#ctx0" brushRef="#br0" timeOffset="175057.55">14101 9196 29 0,'21'-9'264'0,"-4"0"160"15,0-1 159-15,-2 0 19 0,2 2-134 16,-2 1-57-16,2-1-6 0,-3 2 2 0,3 1-3 15,-2 0-20-15,0 3-47 0,-2-2-53 0,3 4-51 16,-5 0-54-16,2 0-53 0,-1 3-49 16,0-2-29-16,0 1-14 0,-2 3-8 0,-1-3-7 15,2 4 0-15,-3-1 1 0,0 1-1 0,-1 0-5 16,2 1-7-16,-5 0 0 0,1 4 0 16,0-1-14-16,-2 0-56 0,-3 1-157 0,0 3-268 15,-3-2-270-15,-2-2-274 0,-3 2-229 16,-2 0 75-16,-5-3 519 0</inkml:trace>
  <inkml:trace contextRef="#ctx0" brushRef="#br0" timeOffset="175364.74">13940 9712 143 0,'-19'20'286'0,"5"1"102"0,-2 0 19 16,3-2-166-16,3 2-109 0,0-2-49 15,5 1-12-15,0 1 11 0,5-2 24 0,2 0 36 16,1-1 30-16,3 1 26 0,3-4 32 16,3 0 28-16,1 0 28 0,2-3 14 0,3-1-12 15,4-2-25-15,0-3-41 0,2-1-49 0,1-5-53 16,4 0-43-16,-1-4-27 0,4-3-21 15,-1-2-11-15,1-2-4 0,1-2-32 0,1-2-47 16,-4-1-88-16,0 0-117 0,-2 0-179 0,-3-1-272 16,0 3-174-16,-4-3-28 0,-2 0 192 15,-2-1 292-15</inkml:trace>
  <inkml:trace contextRef="#ctx0" brushRef="#br0" timeOffset="175740.45">14678 9224 35 0,'3'25'568'0,"-1"2"474"16,-2 1 185-16,0 4-83 0,0 1-328 0,0 3-278 15,2 3-129-15,1 3-73 0,0 1-42 16,0 4-34-16,1 2-32 0,-1 4-69 0,0 1-52 15,0 6-31-15,-2 1-17 0,2 7-14 0,-3 5-12 16,0 8-5-16,-1 6-8 0,-1 5 0 16,1 7-1-16,-4 3-3 0,2 5 0 0,-2 6-2 15,-3 3-3-15,2 2-4 0,-5 1-2 16,1 0 0-16,-4 2-1 0,-2 2 0 0,-2 3 0 16,-2 0-1-16,-2 0 0 0,-3 0-1 0,-2-3-1 15,2-2-1-15,-4-4 2 0,2-4-3 0,-1-9 0 16,3-9-1-16,1-10-2 0,5-11-4 15,0-12-11-15,2-12-32 0,2-15-71 0,4-9-74 16,-1-14-122-16,4-9-188 0,1-9-311 16,4-6-317-16,2-8-211 0,-1-2-88 0,4-5 373 15,-1 1 566-15</inkml:trace>
  <inkml:trace contextRef="#ctx0" brushRef="#br0" timeOffset="175989.98">14207 13075 209 0,'-6'52'1039'15,"1"-3"520"-15,2-4-85 0,-2-5-304 0,4-8-435 16,2-10-356-16,2-7-182 0,5-12-92 0,2-14-49 16,4-8-21-16,4-12-14 0,2-10-8 15,2-8-4-15,3-10-4 0,1-4-1 0,2-6-2 16,1 0-1-16,-1-3-2 0,-1 2-18 0,-2-1-43 15,-3 5-52-15,-2 4-46 0,-3 4-75 16,-6 4-140-16,-3 5-172 0,-4 4-230 16,-2 4-229-16,-8 5-215 0,1 3-1 0,-8 3 385 15,-4 4 434-15</inkml:trace>
  <inkml:trace contextRef="#ctx0" brushRef="#br0" timeOffset="176240.94">12601 13116 276 0,'-5'-13'460'0,"8"-6"142"0,2-6 82 16,7-7-305-16,5-6-177 0,6-6-90 0,2-6-44 15,5-6-20-15,4-6-27 0,1-3-44 16,-1-4-65-16,3-2-150 0,-1-2-229 0,0 1-119 16,-1-2-7-16,-2-1 104 0,-3 0 174 15</inkml:trace>
  <inkml:trace contextRef="#ctx0" brushRef="#br0" timeOffset="176502.14">13230 10262 271 0,'2'8'496'0,"-4"3"170"16,-4 7 92-16,4 4-262 0,-4 7-198 0,1 5-103 15,-1 7-50-15,-1 5-15 0,-2 7-16 0,1 4-14 16,-2 7-22-16,1 3-14 0,-2 8-7 15,1 6-19-15,-2 1-21 0,-1 3-21 0,2 1 4 16,2 0 3-16,-1 0 2 0,2-1-36 16,1-1-60-16,2-2-86 0,2-1-214 0,1-5-243 15,4-1-159-15,1-6 2 0,2-2 183 0,4-7 249 16</inkml:trace>
  <inkml:trace contextRef="#ctx0" brushRef="#br0" timeOffset="176685.2">13602 12497 221 0,'36'17'461'0,"-3"-6"216"16,-3 3 166-16,0-3-189 0,-3 1-150 0,-2-3-78 16,-1-2-76-16,0-1-67 0,1-1-70 0,-1-8-65 15,-2 0-57-15,2-6-39 0,0-4-19 16,-2-5-11-16,-2-5-37 0,1-6-68 16,-2-4-101-16,-2-5-125 0,0-4-147 0,-2-2-284 15,-1-1-184-15,-4-4-13 0,-6-2 201 0,1-5 290 16</inkml:trace>
  <inkml:trace contextRef="#ctx0" brushRef="#br0" timeOffset="177226.76">12346 10781 382 0,'-8'25'984'0,"1"-5"283"0,2-2-69 16,2-3-191-16,4 1-533 0,4-4-245 15,7-2-112-15,3-2-52 0,5-6-26 0,5-3-15 16,6-6-9-16,3-7-8 0,6-5-5 0,3-7-7 16,4-4-2-16,0-4 3 0,-4 1-2 0,-1-3 3 15,-2 0 4-15,-5-1 6 0,-5 4-1 16,-6 2-4-16,-2 5 2 0,-6 4 1 16,-7 3-1-16,-4 5-1 0,-1 4 0 0,-8 2 2 15,-4 6-2-15,0 7-3 0,-6 3-2 0,3 4-5 16,-3 4-8-16,4 5-24 0,-1-1-49 0,4 5-77 15,3-4-93-15,4 0-113 0,6 0-170 16,4-3-274-16,4 0-180 0,7-3-14 0,4-2 181 16,7 0 311-16</inkml:trace>
  <inkml:trace contextRef="#ctx0" brushRef="#br0" timeOffset="177466.95">14483 10660 102 0,'31'-11'668'0,"-9"-1"472"16,-5 1 203-16,-5 0-9 0,-9 2-403 0,-3-1-326 15,-5-1-183-15,-5 2-108 0,-5-1-89 16,-4 1-97-16,1 1-55 0,-7 1-33 0,2 2-20 16,-3 4-11-16,1 2-7 0,-2 4-3 15,2 2-4-15,-4 6-6 0,2 3-24 0,1 3-64 16,-1 3-61-16,-2 4-92 0,2 3-153 0,-2 4-209 15,-1 1-306-15,0 3-228 0,2 3-192 16,-2 0 90-16,0 1 463 0</inkml:trace>
  <inkml:trace contextRef="#ctx0" brushRef="#br0" timeOffset="177985.81">12786 11880 385 0,'0'-5'882'0,"-2"2"256"0,2 3-21 0,0 3-232 15,2 3-438-15,1 2-221 0,2 4-103 16,2-1-46-16,0 3-26 0,1 1-12 0,2 0-15 16,0 0-7-16,-2 1-7 0,2-3-2 15,1-1-3-15,-2-1 6 0,1-1 24 0,-1-3 12 16,1-2 23-16,0-3 52 0,-1-2 57 0,0-2 23 16,1-6-9-16,1-6-15 15,-2-3-21-15,1-5-43 0,2-3-50 0,-2-3-28 0,-2 0-17 16,0 1-9-16,0 2-5 0,-4 2-5 15,0 4-30-15,0 4-60 0,-2 2-58 0,1 2-115 16,0 7-149-16,-1 0-208 0,1 6-286 0,3 4-227 16,1 3-151-16,2 2 202 0,4 0 424 15</inkml:trace>
  <inkml:trace contextRef="#ctx0" brushRef="#br0" timeOffset="178197.05">14063 11550 544 0,'24'-16'1092'0,"-6"2"348"0,-6 3-25 16,-3 3-341-16,-2 3-433 0,-4 0-221 0,-3 3-123 15,-1-2-107-15,-3 4-85 0,1 4-47 16,-2-2-28-16,-1 4-14 0,0 2-10 0,0-1-3 16,-1 5-4-16,-4 1-22 0,2 1-58 15,-3 4-64-15,-1 0-91 0,-4 3-160 0,2 4-248 16,-3 0-312-16,-1 1-249 0,-3 4-188 15,1 1 121-15,-4 0 531 0</inkml:trace>
  <inkml:trace contextRef="#ctx0" brushRef="#br0" timeOffset="178425.19">12856 13215 375 0,'-20'19'978'0,"0"-2"287"0,1-4-65 16,0-7-192-16,3-3-535 0,2-4-245 16,0-5-115-16,6-2-56 0,1-3-28 0,4-2-19 15,3 0-24-15,3 0-47 0,1-4-72 16,2 3-96-16,2 1-114 0,3-1-156 0,0 3-284 16,5 1-197-16,1 4-55 0,2-1 164 0,3 5 311 15</inkml:trace>
  <inkml:trace contextRef="#ctx0" brushRef="#br0" timeOffset="178596.18">13674 13116 313 0,'37'4'575'16,"-7"-1"208"-16,-2 1 139 0,-4-4-216 0,0 0-182 16,-5-2-86-16,1-3-75 0,1-1-50 0,0-3-80 15,-3-5-74-15,4 0-67 0,-1-1-47 16,3-3-34-16,-2-2-94 0,-3 2-162 0,1-1-304 15,-2 1-259-15,-4 0-248 0,-1 1-155 16,-4 2 230-16,-2 2 486 0</inkml:trace>
  <inkml:trace contextRef="#ctx0" brushRef="#br0" timeOffset="182979.19">19349 12114 365 0,'3'-3'677'16,"2"0"238"-16,-4 1 72 0,2 1-270 15,-1-1-253-15,0 1-115 0,-1-1-72 0,1 2-55 16,0 0-28-16,-1 2-27 0,1-1-28 0,-1 2-10 16,4 3 31-16,0 3 41 0,4 3 22 0,-1 3 3 15,0 2-8-15,0 5-25 0,1 3-40 16,-1 4-41-16,-3 4-32 0,0 5-19 0,-3 3-15 15,-1 4-10-15,-2 2-7 0,-1 3-6 16,-3-1-6-16,2 1-7 0,-2-3-4 0,0-1-3 16,2-5-4-16,0-3-1 0,0-7-1 0,2-3-1 15,-1-6 1-15,2-4-1 0,0-5 3 16,0-2 1-16,0-5 3 0,2-6 4 0,2-4 1 16,-1-6 3-16,2-7 0 0,1-4 0 15,-1-6-3-15,2-2 1 0,0-5-4 0,1-3-1 16,-1-2-3-16,1-7-1 0,1 1 0 15,-1-1-4-15,3-3-1 0,1-1-2 0,1 2 2 16,4-2 2-16,0 1 1 0,3 1 2 0,0 3 3 16,3 2 0-16,0 1-1 0,-1 5-1 15,1 4-3-15,-1 3-2 0,-2 5-1 0,-4 4 0 16,2 4-1-16,-6 3 1 0,1 3 1 0,-4 3 1 16,-1 4 2-16,0 2 1 0,-5 4 1 15,0 2-1-15,-3 5 1 0,-1 5 2 0,-2 2 0 16,-7 6 0-16,-1 1 1 0,-2 4-3 0,-2 4 1 15,-1 4 0-15,-6 5 1 0,1 0 4 16,-4 3 4-16,3 3 4 0,-4 4 0 0,1 0 1 16,3-1-3-16,1 0-4 0,3-4-4 0,2 1-3 15,3-6-3-15,5-1 0 0,2-7-3 16,3 0 1-16,3-3-1 0,3-4 0 0,1-6 1 16,5-1-2-16,0-5 3 0,3-1 0 15,5-7 2-15,0-4-1 0,2-2 0 0,1-4 0 16,6-7-5-16,-3 0-21 0,3-3-60 15,-1 0-66-15,0-4-97 0,1 2-163 0,-3-1-262 16,-2 2-321-16,1-1-255 0,0 1-184 0,-4-1 159 16,0 0 558-16</inkml:trace>
  <inkml:trace contextRef="#ctx0" brushRef="#br0" timeOffset="183318.13">20079 12406 94 0,'-3'6'682'0,"-2"4"471"15,1 2 164-15,-4 2-27 0,0 3-357 0,2 2-338 16,-2 4-185-16,-1 1-95 0,-1 1-70 0,2 2-87 16,-1 4-61-16,1-4-33 0,1 1-22 0,2-3-14 15,4-3-10-15,-1-4-9 0,5-2-4 16,4-6-2-16,1-5-1 0,6-6 1 0,4-7 0 16,2-7 2-16,5-8 1 0,3-4-2 15,2-5 0-15,2-2-1 0,1 0 0 0,-1-1-3 16,-2 2-1-16,-2 5 0 0,-2 1 0 15,-4 3 0-15,-1 4-1 0,-5 4 0 0,-1 4 1 16,-4 1-1-16,0 5 2 0,-3 5 0 0,-1 1 1 16,-2 6 0-16,-2 4 2 0,-2 2 0 15,2 6-1-15,-6 3 1 0,2 2-1 0,-1 4-1 16,-1 0 0-16,0-1-2 0,-1 4-2 16,1 0-1-16,2-4-17 0,-1-2-58 0,0-3-70 15,4-4-92-15,0-4-154 0,-1-2-232 0,4-5-327 16,-2-5-254-16,2-1-191 0,3-6 92 15,-4-3 503-15</inkml:trace>
  <inkml:trace contextRef="#ctx0" brushRef="#br0" timeOffset="183590.82">20595 11901 55 0,'6'-33'512'0,"1"6"427"16,-2 4 242-16,-2 3-39 0,1 7-398 0,-2 3-268 0,1 4-157 15,-2 4-60-15,4 8-12 0,-2 5 5 16,-1 3 1-16,0 8-9 0,-1-1-23 0,1 10-43 16,0 3-48-16,-4 1-36 0,0 7-24 15,-1 1-15-15,0 4-8 0,0 1-10 0,-4 3-8 16,1 2-6-16,2 0-8 0,-1 3-5 16,-2-1-7-16,6-3-2 0,-3 0 0 0,4-2-3 15,0-4-2-15,4-5-10 0,-3-5-28 0,1-5-63 16,-1-4-64-16,1-6-76 0,-2-6-135 15,0-4-180-15,-2-5-229 0,2-6-227 0,0-5-208 16,-3-3-88-16,0-6 308 0,-2-3 470 0</inkml:trace>
  <inkml:trace contextRef="#ctx0" brushRef="#br0" timeOffset="184378.83">20522 12239 21 0,'6'-10'445'0,"2"3"339"0,0 1 207 0,-1 4 58 0,0-3-280 15,3 5-281-15,0 0-153 0,-1 3-71 16,2-1-38-16,0 0-42 0,2 4-44 0,-1 0-28 16,0 3-25-16,2-2-18 0,-1 2-12 15,0 0-18-15,0 1-14 0,1-1-14 0,-1-1-4 16,2-2 3-16,0 2-25 0,-2-3-27 0,4-3-35 16,-2 0-52-16,0-5-65 15,0-3-72-15,-1-2-31 0,-1-3-13 0,2-1 7 0,-4-1 53 16,3 0 81-16,-6 1 83 0,0 1 111 15,0 2 112-15,0 3 84 0,-5 0 38 0,0 3 9 16,-1 1-9-16,-2 4-44 0,-2 2-56 0,1 2-38 16,-2 5-2-16,1 4 21 0,-2 0 30 15,0 5 20-15,1-1 5 0,-2 4-14 0,2-1-30 16,0 2-34-16,1-1-37 0,-1 1-29 0,3-2-23 16,-2 3-11-16,2-4-6 0,2 1-5 15,-2-3-2-15,3-2-3 0,1-2-1 0,-1-2 0 16,2-2 0-16,-1 0 0 0,2-3 1 0,-1-2 2 15,0 2 0-15,-2-2 0 0,4-1 1 16,-4 0-1-16,0-1 0 0,-1 4 1 0,0 0 0 16,-2 0 0-16,-2 4-1 0,-2 1 3 15,1 2-2-15,-3 0 0 0,-1 1 0 0,-1 0-2 16,-1 4-1-16,1-1-2 0,-2 3-1 0,0-1 2 16,0-2-3-16,2 2 3 0,-1-3 1 15,3 2 1-15,-1-4 0 0,2-1-1 0,4-3 1 16,-3-2-1-16,4-1-1 0,0-4 2 0,5-2-1 15,0-6-1-15,3-2 3 0,3-6 0 0,2-4 2 16,2-6-2-16,3-4 0 0,2-4 0 16,2-4-4-16,-1-3-3 0,4-2 1 0,1-4-2 15,-1 0 1-15,-1-1 1 0,1-1 4 16,0 1 2-16,-3-1-3 0,2 2 2 0,-3 2-1 16,-1-2 4-16,1 6 5 0,-4-3 6 0,0 3 4 15,0 0 2-15,-2 1 3 0,1-1 0 16,0 0-1-16,-2 1-3 0,3-5 0 0,0 1-3 15,-2-3-2-15,0 0-1 0,2 0 1 0,-4 2 4 16,0 2 4-16,-1 3 10 0,-3 6 8 16,-1 5 6-16,-2 5-1 0,-2 4-2 0,-3 5-6 15,-1 6-8-15,-1 5-10 0,-6 7-7 0,1 7-6 16,-7 7-3-16,4 5 2 0,-4 8 1 16,0 4 4-16,1 4 6 0,-4 5 2 0,2 4 1 15,-4 3 0-15,6 0-2 0,-2 2-4 16,2-1-5-16,4-4-2 0,2-4-3 0,3-4-4 15,3-7-1-15,3-2-3 0,3-6-4 0,2-4-13 16,-1-1-17-16,-1-8-42 0,-1-2-79 16,3-7-126-16,-2-1-204 0,0-3-299 0,1-5-360 15,2 1-364-15,-1-1-134 0,0-3 427 16,3 0 697-16</inkml:trace>
  <inkml:trace contextRef="#ctx0" brushRef="#br0" timeOffset="184957.33">22674 12602 256 0,'7'8'871'0,"-5"5"362"15,0 4-2-15,-2 2-143 0,-2 6-402 0,2 2-250 16,-2 3-122-16,-2 2-64 0,0 4-37 16,0 2-43-16,0-1-70 0,-3 2-43 0,2 2-27 15,-1-7-28-15,2 2-65 0,-1-1-60 16,0-3-108-16,2-2-176 0,-1-5-303 0,0-3-307 15,4 0-242-15,-5-4-149 0,5-5 298 16,0-4 569-16</inkml:trace>
  <inkml:trace contextRef="#ctx0" brushRef="#br0" timeOffset="185526.5">23631 12758 241 0,'-7'4'855'15,"-2"-1"372"-15,1-2 14 0,-1-2-173 0,1-5-458 16,3-5-264-16,5-4-117 0,0-7-50 0,3-6-36 15,5-8-26-15,4-5 11 0,3-7-2 16,4-8-10-16,1-5-11 0,1-2-1 0,1-5-6 16,-3-2-29-16,1-2-22 0,1-2-7 0,-3 3-8 15,-1 3-5-15,-4 4-5 0,1 7 2 16,-3 7-8-16,-2 8-6 0,1 9-2 0,-4 5-2 16,-1 8 1-16,0 6-2 0,1 8 2 0,2 11-2 15,0 11-1-15,0 6 0 0,0 10 1 16,2 8-1-16,0 2-1 0,0 8 0 15,0 3 1-15,-1 4-2 0,0 1 0 0,0 4 1 16,-2 1 1-16,-2-2 0 0,-1 2 0 0,0-3-3 16,0-1-1-16,2-2-2 0,-3-7-36 0,2-1-72 15,-1-5-70-15,-1-5-138 0,-2-3-208 16,-1-5-325-16,-1-5-306 0,-2-3-211 0,-4-9-41 16,-4-3 470-16,-1-6 542 0</inkml:trace>
  <inkml:trace contextRef="#ctx0" brushRef="#br0" timeOffset="185702.12">23654 12546 95 0,'0'-9'544'0,"4"3"336"15,-3 0 141-15,7 0-46 0,5 1-412 16,1-1-284-16,6 0-138 0,6 1-68 0,4 1-35 16,5 0-19-16,4-1-11 0,4 1-10 0,3 1-2 15,-1-1-44-15,3 3-110 0,-1 1-195 16,-1 1-273-16,0 3-207 0,-3 0-141 0,0-1 83 15,-1 3 326-15</inkml:trace>
  <inkml:trace contextRef="#ctx0" brushRef="#br0" timeOffset="186287.39">24241 12895 172 0,'3'-6'802'0,"4"0"432"0,-6-1 35 16,4-3-120-16,-1 0-358 0,0-2-290 0,0-3-149 15,1 0-77-15,3-8-43 0,1 1-57 16,-1-3-65-16,2-3-48 0,2-3-25 0,0-2-14 16,-1-1-8-16,3-2-4 0,-1 0-4 15,1 4-3-15,-3-1-2 0,1 6-1 0,-4 4-1 16,0 4-1-16,-3 3 0 0,0 5 0 16,-2 4 0-16,0 4 1 0,-1 6 2 0,-2 6 1 0,0 6 2 15,-2 4-1-15,-1 5 1 0,0 4-1 16,1 5 0-16,1-2-2 0,-1 0-1 0,4 1-2 15,-1-4-1-15,3 0 1 0,2-3 1 16,-2-4-2-16,4-3 0 0,0-4 2 0,3-3 3 16,0-3 5-16,7-5 4 0,-2-7 3 15,2-7 2-15,3-3-2 0,5-5-2 0,-1-5-4 16,2-3-4-16,-1-3-2 0,1 1-1 0,-1-1-1 16,-1 2-1-16,-3 2-1 0,-2 2 0 15,-2 3 2-15,-2 5 1 0,-7 2 2 0,-1 2 2 16,2 5 2-16,-6 2 1 0,0 4 1 15,-1 3 1-15,-3 6-2 0,0 7-1 0,-2 0-4 16,-1 6 0-16,-2 3-3 0,-1 5-1 0,5-1 0 16,-4 2-3-16,3 0 1 0,1 1-1 15,1 1-6-15,1-2-36 0,2-3-71 0,2-4-66 16,6-5-125-16,0-5-180 0,5-6-261 16,2-5-303-16,3-5-212 0,1-6-128 0,5-5 300 15,-3-3 516-15</inkml:trace>
  <inkml:trace contextRef="#ctx0" brushRef="#br0" timeOffset="186551.84">25171 12508 93 0,'11'-21'545'16,"-7"3"412"-16,-2 3 231 0,-2 2-97 0,-2 6-350 16,-1 4-247-16,-2-1-147 0,-1 8-65 0,0 1-35 15,0 4-20-15,1 4-16 0,-3 0-26 16,2 2-31-16,1 0-42 0,2 0-43 0,0 2-31 16,3-4-17-16,1 2-10 0,2-4-4 15,2-1-5-15,3-1-1 0,1-3 3 0,1-3-1 16,2-3 1-16,0-2 1 0,0 1 1 0,2-5 0 15,-2 4-3-15,0-1 0 0,-2 0 0 16,-1 3-3-16,-1 0-2 0,3 3 0 0,-5 2 1 16,3 4-1-16,-5 3 0 0,2 1 2 15,-1 5 1-15,-2 3 0 0,-1-1 0 0,0 2-3 16,1 0-37-16,-2 0-58 0,3-3-54 0,-1-4-80 16,3-4-129-16,0-5-162 0,1-5-156 0,2-6-177 15,3-5-230-15,1-5-79 0,5-5 204 16,-2-10 351-16</inkml:trace>
  <inkml:trace contextRef="#ctx0" brushRef="#br0" timeOffset="186790.03">25676 11958 90 0,'10'-46'469'0,"-3"7"401"16,-3 5 294-16,1 6-84 0,-4 6-235 16,2 3-154-16,-3 7-143 0,4 3-136 0,-4 3-97 15,0 5-65-15,0 4-62 0,-2 3-58 0,0 9-39 16,2 2-15-16,0 3-15 0,-3 8-7 0,2 3-7 15,-4 4-5-15,1 7-5 0,-1 3-7 16,-2 5-1-16,-1 3-5 0,-1 5-4 0,1 3-8 16,0 3-3-16,2 0-3 0,0 0-5 15,3-3-2-15,3-4-11 0,1-7-23 0,2-2-72 16,3-10-71-16,-1-3-126 0,-2-7-187 0,0-7-278 16,1-5-334-16,-3-4-226 0,3-8-127 15,-4-4 334-15,0-4 557 0</inkml:trace>
  <inkml:trace contextRef="#ctx0" brushRef="#br0" timeOffset="186989.03">25512 12330 11 0,'-6'-20'561'0,"3"4"536"0,-2 3 257 16,2 2-88-16,-1 2-338 0,3 3-385 0,2 1-220 16,1 2-114-16,5 2-61 0,1-1-45 15,2 2-29-15,5 0-17 0,0 0-8 0,3 2-4 16,2-1-17-16,0 2-11 0,3 2-8 0,2-1-23 15,-1 3-60-15,0 1-50 0,0 1-72 16,-1-1-130-16,1 3-177 0,-2-1-293 16,0 0-227-16,0 2-205 0,0 1-19 0,-1-1 385 15,1 1 451-15</inkml:trace>
  <inkml:trace contextRef="#ctx0" brushRef="#br0" timeOffset="187300.8">26036 12385 23 0,'-3'-4'580'0,"-1"0"583"0,-1-3 379 16,-3 3-107-16,-1 2-399 0,0-4-384 0,-4 4-218 15,0-1-134-15,1 3-115 0,0 5-70 16,-2 1-38-16,1 3-25 0,0 5-11 0,1 2-9 16,0 2-7-16,2 2-5 0,4 3-3 0,-1-1-4 15,4 1-5-15,0 2-4 0,3-3-1 16,2-1-2-16,1-1-2 0,2-3 1 16,3-4-1-16,1-1 1 0,4-4-2 0,0-3 1 15,4-1 0-15,-3-7 1 0,5-3-1 0,1-2-1 16,0-4 1-16,2-3-3 0,-2 0-5 15,-2-1-5-15,-1 1-8 0,-3 2-9 0,-1 1-9 0,-4 4-13 16,-1 2-18-16,-4-1-27 0,-3 6-31 16,-1 1-36-16,-1 4-35 0,-4 2-19 15,0 4-5-15,-2 1 18 0,0 1 31 0,1 2 43 16,-2-1 30-16,3 0-24 0,0-3-75 16,2-3-112-16,-2-3-144 0,5 0-215 0,6-6-267 15,-1-4-148-15,5-3 97 0,-1-6 316 0,5-4 321 16</inkml:trace>
  <inkml:trace contextRef="#ctx0" brushRef="#br0" timeOffset="187580.16">26265 12370 142 0,'16'-21'499'0,"-1"2"366"0,-2 3 257 16,-1 0-139-16,0 2-265 0,-3 2-186 0,1 1-130 15,-1 2-78-15,-1 1-49 0,5 3-25 16,-5-1-21-16,1 1-32 0,4 0-15 0,-4 1-37 16,3 1-45-16,-3 1-33 0,0-3-21 15,-1 4-10-15,-1-1-14 0,0 2-9 0,0 0-4 16,-4 1 5-16,-1 4 5 0,-1-1 4 0,-2 7 3 15,-3-1 2-15,-1 1 4 0,1 6-2 0,-7 2 0 16,1 3 1-16,1 2 0 0,-4 3 1 16,4 1-3-16,-1 2-5 0,-1 0-3 0,3 2-6 15,3-3-5-15,2-1-4 0,3-3-3 16,3-1-2-16,5-3-1 0,4-3 0 0,3 0 0 16,7-6-2-16,1 0-2 0,5-6-10 15,7-1-23-15,1-3-59 0,4-6-68 0,-1-3-116 16,5 0-190-16,1 0-303 0,-1-2-327 0,2 0-261 15,-3-3-142-15,1 0 342 0,-5-1 628 16</inkml:trace>
  <inkml:trace contextRef="#ctx0" brushRef="#br0" timeOffset="188776.45">21030 14534 346 0,'3'-4'711'0,"0"-2"330"0,-1 2 116 0,-1-1-293 16,3 1-253-16,-3-1-157 0,-1 2-111 15,3 2-95-15,-1 1-12 0,2 0-6 0,1 3-12 16,2 4-15-16,-1 2-13 0,2 6-10 0,3 8-48 15,-2 2-33-15,4 7-33 0,-5 7-21 0,0 4-11 16,-2 4-6-16,3 1-4 0,-2 0-6 16,-1 2 3-16,2-3-2 0,-1-3-2 15,3-5-9-15,0-5-5 0,1-5-1 0,2-7-2 16,0-6 0-16,2-5 2 0,1-7 1 0,0-7 1 16,1-5 1-16,1-9-1 0,0-5 1 15,2-4 0-15,-3-4-1 0,1-2-3 0,-1-1-1 16,-4 0 1-16,0-3-2 0,-3 2 0 0,-2 0-2 15,1 2 2-15,-2 1 0 0,-4 1 0 16,0 3 0-16,0 4 1 0,1 3-1 0,-3 4-1 16,2 3 0-16,-3 3-1 0,2 1 2 0,1 5 0 15,0-1-2-15,0 5 3 0,0 5 0 16,2-3-1-16,2 4 1 0,-3 1-1 0,6 3 1 16,-1-2 0-16,-1 1 0 0,5 0 0 15,-4 2-1-15,2-3 1 0,3 1-2 0,-2 0 1 16,2-2-1-16,-2-2 1 0,6-1 0 15,-4-3 1-15,3-2 1 0,1-3 0 0,2-1-1 0,0-2-2 16,2-4-6-16,0 2-8 0,0-3-9 16,-3 0-16-16,1 0-15 0,-2-1-13 0,-1 1-1 15,-1-1 3-15,-7 2 6 0,-1 1 16 16,-3 3 20-16,-2-1 12 0,-3 2 8 0,-4 0 1 16,-3 4 4-16,1 0 0 0,-2 2-1 0,-5 3 1 15,2 2 0-15,-3 3 6 0,3 4 9 16,0 3 12-16,-2 2 6 0,2 4 9 0,0 3 4 15,2 4 1-15,1 2-2 0,1 3-6 16,6 4-4-16,-4 1-4 0,5 1-5 0,6-1-4 16,-1-4-8-16,5-2-3 0,4-5-5 0,0-6-2 15,6-6 0-15,1-5 0 0,5-6 0 16,0-5 1-16,1-5 1 0,2-7 1 0,-3-2-2 16,1-6 0-16,-3-2 4 0,-2-2 5 15,-1-2 6-15,-5 2 7 0,-2 0 9 0,-5 0 5 16,-2 0 1-16,-4 3-3 0,-3 0-5 0,-3 1-7 15,-4 0-8-15,-1 0-6 0,-4 3-6 16,-1 1-4-16,-1 2-2 0,-3 3-3 0,-1 4-1 16,-1 2-1-16,-1 2-3 0,-1 6-13 0,4 1-23 15,-4 3-74-15,4 0-109 0,-4 0-209 16,2-2-295-16,3-1-356 0,2-3-425 0,2-3-197 16,0-4 356-16,5-3 803 0</inkml:trace>
  <inkml:trace contextRef="#ctx0" brushRef="#br0" timeOffset="188965.11">21948 14299 627 0,'-11'3'1544'0,"-1"0"172"0,-6 3-304 0,2-1-343 15,-1 2-494-15,4-1-287 0,-1 0-126 0,6-1-69 16,4 1-43-16,-1 0-25 0,5-2-14 16,3 1-8-16,3-1-1 0,2-3-1 0,5 3-2 15,0-3-12-15,2 0-29 0,3-1-68 16,1-1-65-16,1-2-105 0,-1 0-164 0,2-1-261 15,-4-1-305-15,5-1-224 0,-1 2-181 16,-2-2 176-16,1 3 533 0</inkml:trace>
  <inkml:trace contextRef="#ctx0" brushRef="#br0" timeOffset="189241.25">22230 14515 187 0,'3'0'780'0,"0"-3"420"0,0 0 138 16,5-1-56-16,1-2-445 0,1 0-301 16,1 0-159-16,3 0-92 0,-1 2-77 0,1-2-89 15,1 1-50-15,0 5-26 0,-4 0-13 0,2 2-2 16,-2 3-1-16,-1 3 4 0,-4 2 4 0,-1 4 4 16,-1 2 1-16,-4 4-3 0,-1 3-7 15,-4 0-8-15,1 6-5 0,-1-1-4 16,-2 4-5-16,-1 0-3 0,2-1-3 0,2-2-3 15,-1-1-2-15,1-4-3 0,4-3-20 0,0-3-70 16,0-6-74-16,0-3-165 0,5-6-279 16,-1-5-330-16,3-5-388 0,3-5-245 0,-1-9 47 15,4-4 721-15</inkml:trace>
  <inkml:trace contextRef="#ctx0" brushRef="#br0" timeOffset="189392.21">22571 14134 261 0,'-11'-19'910'0,"-5"6"405"0,2 2 39 0,-2 6-188 16,5 1-489-16,0 2-290 0,3 2-149 0,4 3-83 16,0 3-121-16,4 0-97 0,2 1-154 15,1 1-224-15,2 1-297 0,0 0-318 16,4 0-241-16,1 0-76 0,-1 0 443 0</inkml:trace>
  <inkml:trace contextRef="#ctx0" brushRef="#br0" timeOffset="190105.03">22725 15012 269 0,'-7'9'734'0,"1"-3"365"0,1-3 87 15,1 0-226-15,0-3-354 0,1-3-218 0,2-2-125 16,1-1-68-16,0-4-11 0,3-3 17 0,2-3 11 16,1-3 3-16,3-4-12 0,-1-2-22 15,4-4-38-15,1-1-41 0,0-2-32 0,3 1-19 16,-2-2-10-16,0 0-11 0,-1 1-6 16,3 3-4-16,-5 2-3 0,-1 1-2 0,0 4-6 15,-3 2 1-15,-1 3-2 0,-3 6 0 0,2 0 0 16,-2 3-2-16,1 2-1 0,-4 4-1 15,1 2 0-15,-1 1 0 0,-1 6 1 0,1 4 0 16,-2 3 1-16,0 4 1 0,2 3-2 0,-3 2 0 16,3 3-1-16,0 1 1 0,0 2 1 15,0-1-1-15,3-1 2 0,1 0-2 0,-3-3-1 16,5-5 0-16,-1-1-1 0,1 0 0 16,3-8 0-16,0-1 2 0,0-3 4 0,4-6 1 15,3-5 2-15,-2-4 0 0,3-5-2 0,4-2-1 16,-4-5-5-16,2-1-3 0,0-2 0 0,0-2-1 15,0 2 0-15,-1-1 0 0,-3 2 0 16,-2 2 0-16,-2 1 0 0,2 7 1 0,-5-4-1 16,-2 7 2-16,-1 2-1 0,-1 0 1 15,-1 3 0-15,1 3 0 0,-3 2-2 0,-1 1 2 16,0 5-1-16,-1 2 0 0,1 0 2 16,-4 6-1-16,3-1 0 0,-1 4-2 0,2-1 0 15,-1 2-1-15,2 1-3 0,-1 1 0 0,3 0-1 16,-1-3-6-16,1 1-15 0,2 0-52 15,3-6-70-15,-1-4-84 0,3-3-138 0,2-2-177 16,2-6-232-16,2-2-264 0,2-2-203 0,0-2-84 16,2-1 296-16,2-4 444 0</inkml:trace>
  <inkml:trace contextRef="#ctx0" brushRef="#br0" timeOffset="190253.94">23493 14661 184 0,'11'-7'620'0,"0"2"421"16,-5 2 172-16,-1 3-190 0,-2 3-201 15,1 3-167-15,-3 4-153 0,-1 4-117 0,-1 3-79 16,-1 2-65-16,-1 2-81 0,0 2-65 15,-1 3-40-15,0 0-23 0,-1 1-16 0,2-3-9 16,2-2-11-16,1-1-52 0,0-3-72 16,0-4-126-16,1-5-198 0,2-3-300 0,3-6-357 15,2-6-297-15,-1-5-137 0,1-6 420 16,2-5 638-16</inkml:trace>
  <inkml:trace contextRef="#ctx0" brushRef="#br0" timeOffset="190468.05">23628 14241 96 0,'-12'-21'702'0,"4"4"526"0,-1 4 275 0,1 0-126 16,3 5-430-16,0 0-374 0,1 2-191 15,-1 3-117-15,4 0-113 0,-1 1-75 0,4 2-40 16,1 4-21-16,1 0-9 0,3 0-4 16,-2 3-1-16,1 0-1 0,2 3-1 0,3-2-2 15,-3 3-15-15,1-1-39 0,2 4-58 0,-3-1-51 16,2 0-53-16,-1 0-88 0,-1 0-118 15,-2 2-106-15,1 0-108 0,-2 1-215 0,2 1-231 16,0 0-71-16,-3 1 201 0,1-1 359 0</inkml:trace>
  <inkml:trace contextRef="#ctx0" brushRef="#br0" timeOffset="190765.1">23753 14502 44 0,'10'19'255'0,"0"1"150"16,1-1 154-16,3 0-12 0,-1-3-121 16,3 0-67-16,0 0-15 0,1-4-10 0,2-1-18 15,1-2-17-15,2-3-12 0,-1-3-22 16,5-3-39-16,-3-2-39 0,2-3-12 0,1-4-17 15,-2-2-14-15,-1-3-13 0,1 1 17 0,-2 0 44 16,-4-1 56-16,-1 1 24 0,-6 1-2 16,-3 2-18-16,-2-1-25 0,-3 0-42 0,-5 2-57 15,-1 2-35-15,-3 1-24 0,-2 0-14 0,-1 3-15 16,-4 1-10-16,1 2-8 0,-4 5-4 0,1 1-4 16,-2 2-1-16,0 6 0 0,-2 2 0 15,3 3 1-15,-1 0-1 0,2 5-2 0,1 2-2 16,3-1 0-16,1 5-3 0,0 0-1 15,3 5-1-15,2 0-1 0,2 0-2 0,3 0-3 16,2-4 0-16,3-3-3 0,3-2-2 16,4-4-11-16,2-5-22 0,3-2-80 0,1-4-93 15,4-5-161-15,3-5-283 0,2-2-341 0,5-4-402 16,4-3-197-16,6-8 147 0,5 0 672 0</inkml:trace>
  <inkml:trace contextRef="#ctx0" brushRef="#br0" timeOffset="191482.28">25245 14991 452 0,'3'5'1452'0,"0"-3"313"0,-1 2-290 0,-2-2-349 16,-2 0-462-16,2 0-323 0,0-1-150 16,0-1-75-16,-1 0-43 0,1 0-28 0,0 0-21 15,0 0-13-15,1 0-6 0,2-1-4 0,1-1-3 16,1 0 0-16,-1 0-3 0,5-2-9 15,-2 2-27-15,-1-3-73 0,-1 3-81 0,3-1-153 16,-5 0-262-16,0 0-327 0,-1 2-369 16,-2-1-224-16,-2-1 31 0,-3 1 622 0</inkml:trace>
  <inkml:trace contextRef="#ctx0" brushRef="#br0" timeOffset="193435.52">25228 13794 218 0,'3'10'398'0,"0"4"166"0,-1-1 132 16,2 3-200-16,-2 3-119 0,1-1-14 0,2 3 33 16,-2-2 4-16,2 5-33 0,-2-1-51 15,0 2-62-15,-1 2-68 0,-1-1-58 0,-1 2-47 16,0-1-34-16,0 0-17 0,-1 1-8 0,1 0-10 16,-3-1-33-16,-1-2-92 0,1 0-142 15,0-2-277-15,1-2-264 0,1-2-239 16,-3-5-104-16,1-3 230 0,2-2 423 0</inkml:trace>
  <inkml:trace contextRef="#ctx0" brushRef="#br0" timeOffset="-155111.83">3853 13455 39 0,'-2'-3'301'15,"0"1"198"-15,1 0 230 0,-2 1 79 0,1 0-174 16,-1-1-80-16,0 2-45 0,-2-1-53 0,1 1-80 15,-1 0-80-15,0 1-68 0,-2-1-48 0,3 2-13 16,-4-1 1-16,3 0 17 0,-3 3 11 0,2-1-2 16,-3 0-16-16,1 1-38 0,0 0-35 15,0 2-39-15,-3 2-27 0,3 1-16 0,-2 0-11 16,-1 2 2-16,2-1-2 0,-1 5-2 0,-2-2-2 16,2 4-1-16,0 2-2 0,1-2 5 15,0 4 2-15,-1 2-4 0,4 2-3 0,-2 2-1 16,2 4-2-16,-1 1-7 0,4 3-4 0,1 1 3 15,2 0 4-15,2 0-1 0,1-4 1 0,2 3 0 16,2-2 2-16,2-2-1 0,0-3-2 16,1-3 0-16,4-2 2 0,-3-2-1 0,2-4-2 15,1 0 1-15,0-4 9 0,0-3 4 0,-1-1 3 16,1-3 1-16,-1-2 1 0,-2-1 1 16,0-3-5-16,0 0-2 0,0-1 0 0,-3-2 0 15,0 0 0-15,-1-3-1 0,-3 0 0 0,2-1 0 16,-1-3-2-16,-3 3-2 0,-1-4 1 0,-1 1 1 15,0-1-2-15,-3 1-1 0,0 0 2 16,-2-2 1-16,-1 1 0 0,0 0 1 0,-1 1-1 16,1-1-8-16,-2 1-4 0,0 1-3 0,2 2-3 15,-1-2-1-15,1 1 0 0,0 3 6 0,1 1 4 16,0-1 2-16,2 0 0 0,0 3 1 0,0-2-2 16,1 3 1-16,-1 1-3 0,3-1 0 15,-2 1-2-15,2-2-1 0,0 2-3 0,0 0 1 16,0 2 0-16,2-1 1 0,1-1 7 0,-1 1 6 15,1 3 4-15,0-3 1 0,2 0-21 0,0 1-42 16,-2 0-61-16,5-1-51 0,-4 0-60 0,3 1-101 16,-1-2-117-16,-1-2-104 0,1 1-182 15,0 0-244-15,1-1-191 0,-1 2 31 0,1-3 308 16,-1 0 377-16</inkml:trace>
  <inkml:trace contextRef="#ctx0" brushRef="#br0" timeOffset="-154795.67">3941 13993 139 0,'8'9'346'0,"1"3"167"0,-2 1 164 0,1-1-122 15,0 1-72-15,1 1-30 0,1 0-8 0,-1 0-25 16,2 0-11-16,-3 0-59 0,0-2-65 0,-1 1-61 16,-1-1-47-16,0 1-42 0,0-2-52 15,-4-4-30-15,3 0-16 0,-4-1-3 0,1-1 14 16,1-2 59-16,-1-2 53 0,-1-1 36 15,1-1 7-15,1-4-7 0,-2-1-22 0,-1-3-51 16,0-5-42-16,-1 1-34 0,-2-4-20 0,3-2-9 16,-3-1-8-16,1-4-4 0,1 2-2 0,-1-1-4 15,2-2 0-15,0 1-2 0,0 0 6 16,0 3 4-16,2 2 1 0,-1 2 0 16,1 2-1-16,1 2 2 0,1 2-12 0,-2 5-50 15,1-1-58-15,0 2-55 0,-1 4-93 0,1 2-161 16,0 5-238-16,-1 2-264 0,1 0-225 0,-1 7-194 15,4-2 116-15,-3 1 504 0</inkml:trace>
  <inkml:trace contextRef="#ctx0" brushRef="#br0" timeOffset="-154617.64">4264 14166 21 0,'6'8'538'0,"-3"1"498"15,0-5 226-15,-1 0-64 0,-2-1-339 0,2 0-324 16,-1 0-215-16,-1-1-122 0,2-2-69 0,-1 1-50 15,-1-1-37-15,2-1-26 0,1-1-11 16,2-1-8-16,1 0-20 0,2-1-22 0,0-2-70 16,0-1-133-16,1-4-184 0,1 3-291 15,1-1-265-15,1 0-243 0,0-1 5 0,0-1 398 16</inkml:trace>
  <inkml:trace contextRef="#ctx0" brushRef="#br0" timeOffset="-153480.6">5106 13906 226 0,'4'0'496'0,"-3"3"202"16,1 0 127-16,-1 0-185 0,1 2-177 0,1 2-86 16,-1 2-23-16,3 3 16 0,1 0-13 0,-2 3-42 15,1 3-39-15,0 3-12 0,0 0-13 0,0 5-30 16,-1 2-23-16,-1-1-12 0,0 3-19 15,-1 1-40-15,0 3-38 0,-1-1-27 0,-1-2-17 16,-1 1-16-16,-1-4-13 0,2 1-7 16,0-4-2-16,0-2 0 0,-3-2-1 0,3-3 0 15,-2-5 8-15,2 0 4 0,0-3 5 16,-1-4 4-16,-1-2 1 0,2-1 0 0,-3-3-7 16,0-3-2-16,2-3-6 0,-3-4-3 0,1-5-4 15,-2-4-9-15,0-1-4 0,2-5-3 0,-3-6-1 16,3 0-2-16,0-2 0 0,1-3 5 15,1-1 3-15,-1 0 1 0,4-1 1 0,1 1 0 16,0 1 0-16,3 0 1 0,0 2-1 16,1 1 6-16,1 2 3 0,1 3 1 0,-1 3 1 15,2 3 1-15,-1 4 1 0,-1 4-8 16,0 0-3-16,0 5-3 0,-2 1-1 0,2 3 1 16,-2 0-1-16,1 3 2 0,-1 2 3 0,2 4 1 15,-2 0 1-15,-1 2 4 0,1 3-1 16,1 0-6-16,-2 3-3 0,1 1-3 0,-2 5 0 15,1-4-3-15,-2 6 1 0,1-1 6 0,-1 0 3 16,0 3 4-16,0-2 0 0,0 0 0 0,-1 0-3 16,-1-1 1-16,2 1-2 0,-1-6-3 15,0 4 1-15,-1-6-2 0,1-2 0 0,1-1 1 16,0-2 8-16,2-2 4 0,-2-1 2 0,3-2 4 16,1-2 1-16,-1-5-1 0,2-1-6 15,1-3-4-15,1 0-2 0,0-3-4 0,2-1 1 16,-2-1-1-16,-1 1-3 0,3 1 0 15,-2 0 0-15,0 1 0 0,2 3-1 0,-2 0 2 16,-1 3 0-16,2-1 3 0,-1 3-1 0,-2 1 2 16,1 2 0-16,-1 4-1 0,0-2 1 15,0 3-1-15,1 3 3 0,-2-3-2 0,-1 5 0 16,2-3 2-16,-3 1-2 0,4-2 0 16,-4 1 1-16,1-2-3 0,2-1 3 0,0-1-1 15,-2 0 1-15,2-3 1 0,-1-3 1 0,3 0 1 16,-1-5-1-16,0 1 0 0,0-3-2 15,-1-2 0-15,2-1-1 0,-2-2-2 0,1 2 1 16,-1-2 1-16,-1 2 1 0,-2-3 1 0,-1 5 0 16,-1-3 1-16,-1 2 0 0,-4 2 2 15,2-1-2-15,-6 4 1 0,3-1-1 0,-4 2-1 16,1 3-2-16,-2-1-2 0,0 4 1 0,-1 0-2 16,2 4 1-16,-1 0-1 0,-1 3 2 15,0 2-1-15,2 1 0 0,-2 2 1 0,4 3 1 16,-1 2 0-16,1-1-3 0,3 2 2 15,-1 1 2-15,3 0-4 0,0 2 0 0,3-2 1 16,1-1 0-16,0-1-2 0,3-2-2 16,3-3-24-16,0 0-64 0,0-5-60 0,2-1-86 15,-1-3-160-15,2-3-248 0,1-1-306 0,-1-5-228 16,1-2-194-16,-1-1 103 0,1-1 533 0</inkml:trace>
  <inkml:trace contextRef="#ctx0" brushRef="#br0" timeOffset="-153084.23">5804 13818 255 0,'4'-6'499'0,"-2"3"180"0,1 2 114 16,2 1-204-16,1 0-167 0,1 1-61 0,2 0-7 16,-1 4 13-16,3-1-7 0,-2 1-39 0,1-1-55 15,0 2-33-15,-1 1 1 0,0 3 1 0,1 3 5 16,-4 0-2-16,-1 1-12 0,1 1-35 15,-1 3-46-15,-2-1-42 0,-3 2-35 0,0 2-23 16,-1-1-13-16,-1 2-4 16,0-1-6-16,-1 0-2 0,-3-3-5 0,3 1-5 0,0-3-3 15,1-3-1-15,-1-3-2 0,0 1-2 16,1-5 1-16,2 0-1 0,-3-4 1 0,1 1-1 16,2-6 0-16,-1 1-2 0,-1-4 0 0,2-1 0 15,0-4-1-15,0-1-1 0,0 0 4 16,0-2 2-16,0 1-2 0,2-4-3 0,-1 3-4 15,-1 0-2-15,2 1-10 0,0-2-3 0,-1 4-5 16,-1 1-1-16,2 1-4 0,-1 1-5 16,1 2-6-16,-2 2-6 0,2 1-6 0,-2 2-10 15,1-1-24-15,-1 4-35 0,0 0-28 0,0 3-39 16,-1 1-94-16,-3 1-148 0,1 0-226 16,0 3-242-16,1-2-240 0,-1 2-151 0,2-2 224 15,-1-4 492-15</inkml:trace>
  <inkml:trace contextRef="#ctx0" brushRef="#br0" timeOffset="-152362.52">6185 13573 23 0,'3'-18'389'0,"0"2"344"0,-3 0 320 0,2 7 90 16,-1-3-326-16,-1 5-220 0,0 1-115 16,0 1-80-16,0 3-73 0,0-2-64 0,2 4-50 15,-2 2-38-15,0 2-25 0,3 6-33 16,-3 2-25-16,3 4-15 0,-1 3-6 0,1 4-3 16,-2 4-16-16,1 0-9 0,-1 3-8 0,1 2-5 15,-2 2-5-15,0 1-3 0,0 2-3 16,-2 1-10-16,1 2-3 0,-1-1-8 0,1-1 0 15,-2 1 0-15,1-3-2 0,2-3 5 0,-3-2-3 16,3-2-3-16,0-5-20 0,-3-4-48 16,3-2-65-16,-2-6-78 0,-2-4-151 0,0-2-213 15,-2-4-308-15,0-4-283 0,-2-4-219 0,-2-2 3 16,-1-4 499-16</inkml:trace>
  <inkml:trace contextRef="#ctx0" brushRef="#br0" timeOffset="-152148.23">6046 13774 102 0,'7'-3'647'0,"0"2"417"0,-2 1 115 0,-1 0-110 15,1 0-391-15,2 1-313 0,0 0-169 16,0 1-83-16,1 1-35 0,0 0-22 0,2 0-24 16,0 0-14-16,0 2-7 0,0-1-5 15,2 0-3-15,-1 3-2 0,1-3-1 0,1 2-1 16,-1 0-17-16,0 0-40 0,-1-1-75 0,1-1-99 15,-2 0-122-15,0 0-168 16,0 0-282-16,-3 2-187 0,1 0-22 0,-2-1 199 0,2 2 312 16</inkml:trace>
  <inkml:trace contextRef="#ctx0" brushRef="#br0" timeOffset="-151344.4">6341 13874 100 0,'3'-2'383'15,"1"0"217"-15,-3 1 164 0,1-2-112 0,1 3-223 16,-1 0-152-16,1 0-39 0,1 3 8 0,1 0 31 15,0 2 35-15,1 2 23 0,-1 0-4 16,0 4-48-16,1-1-58 0,0 4-60 0,-2 1-50 16,0 2-34-16,1-1-26 0,-2 1-14 15,3 1-10-15,-3 0-8 0,2-2-9 0,0-1-4 16,0-1-5-16,0-3-3 0,2 0-2 16,-2-3 2-16,3-4 0 0,0-2-2 0,3-1 1 15,0-4 3-15,1-1 1 0,1-3 0 0,0 1 0 16,1-5-1-16,1 1-1 0,0 0-2 15,1 1-3-15,0-1-1 0,0 2-1 0,1-1 1 16,-4 1 3-16,3 2-1 0,-2 1 1 0,-3 3 0 16,3-2 3-16,-4 4 0 0,-1 0-2 15,-1 0-1-15,-2 2 3 0,-1-2 2 0,0 2 0 16,0-2-6-16,-1 1 3 0,-2-1 1 16,-1 0 5-16,1-1 15 0,0-1 20 0,-1-1 28 15,-1-2 24-15,0 1 20 0,2-2 19 0,-2-3 5 16,0 2-7-16,-2-2-17 0,2 0-19 0,-3 1-17 15,1-4-17-15,1 5-20 0,-1-1-12 16,1 2-4-16,-2 2 0 0,1-1-2 16,2 2-4-16,-1 2-2 0,1-1-2 0,-2 4-4 15,2 2-6-15,0 1-2 0,-1 1-3 0,1 1 0 16,0 4-6-16,1 2-5 0,-1-3-1 0,3 3-3 16,2-1-1-16,-2 1-1 0,3-3 6 15,2 1 4-15,0-3 9 0,3 0-1 0,0-1 8 16,3-4 0-16,-1-2 4 0,4-2 1 15,-1-2-7-15,3-4 3 0,-1-1-4 0,1 0-4 16,0-3-4-16,1 1 0 0,-1-2 0 0,-1 2-3 16,-1-1 0-16,-1 1 1 0,0 0 1 15,-2 3 0-15,-2 1 0 0,-2 0 0 0,0 3 1 16,-3 0 0-16,-2 2 1 0,0 1 1 16,0 3 1-16,-2 2 2 0,-3 3 0 0,0 4 1 15,0 1-1-15,-2 2 0 0,1 1 0 0,-1 1-2 16,-1 0 1-16,1 2 0 0,-1-2 0 0,1-1-3 15,2 1 1-15,0-2 0 0,2-1-3 16,1-4 1-16,0-1-1 0,2-3-1 0,0-2 1 16,4-2-1-16,-1-4 2 0,2-3-1 15,1-4 1-15,0-3 1 0,0-1 3 0,5-3-2 16,-2 1 0-16,0-1 0 0,1 1 0 0,0-1-1 16,-2 1 1-16,1 3 0 0,-3 1-1 15,-1 2 0-15,2 1 0 0,-4 3 0 0,0 0-1 16,-3 4 2-16,3 2 0 0,-5 2 0 15,2 1-1-15,-2 4 0 0,0 2 2 0,-1 1-2 16,-1 2 0-16,1 1 2 0,0 1-1 0,-1-2-1 16,1 3-7-16,-1-2-24 0,4 1-57 15,-2-1-61-15,0-2-62 0,0-2-119 0,2-1-169 16,0 0-256-16,3-1-234 0,1-1-218 16,-1-2-130-16,3-2 262 0,3-2 495 0</inkml:trace>
  <inkml:trace contextRef="#ctx0" brushRef="#br0" timeOffset="-150930.77">7840 14029 321 0,'5'-2'790'0,"-4"2"374"0,-1-3 62 0,-3 2-221 16,0 0-210-16,0 1-198 0,-3-2-147 15,1 2-98-15,-1-1-63 0,-2-2-78 16,-2 3-69-16,2 3-42 0,0-2-26 0,-4 2-17 15,4 1-15-15,-2 0-13 0,1 2-10 0,0 1-6 16,1 1-7-16,1 2-3 0,2 2-3 0,-1 0-1 16,3 4 0-16,2-2-1 0,1 0 0 15,1 1 0-15,2-1 0 0,5-1-1 0,-2-1-1 16,2-3 1-16,0-3-1 0,3-3 0 16,2-2 0-16,-1-4-2 0,1-3-3 0,0-4-1 15,4-5-1-15,-2-2 0 0,2-2 0 0,0-2 3 16,-1 0 3-16,0 1 3 0,-2 2-1 15,-1 4 2-15,-2-1 2 0,-3 5 2 0,-2 1 0 16,-1 3 4-16,1 3 2 0,-3 0 1 0,-1 5 1 16,-1 0-1-16,-1 3 0 0,0 2-3 15,0 3-2-15,0 0-3 0,0 2-2 0,2 2 0 16,0-1-4-16,2 2 0 0,1-1-5 0,4 1-13 16,1 0-32-16,3-2-76 0,2 0-73 15,0-2-134-15,7-1-194 0,1 0-314 0,3-3-319 16,5 1-202-16,1-2-78 0,6-2 416 15,3-1 555-15</inkml:trace>
  <inkml:trace contextRef="#ctx0" brushRef="#br0" timeOffset="-149489.86">4284 15533 239 0,'-20'4'491'0,"-4"5"223"15,0 1 165-15,-1 4-166 0,1 2-163 0,2 2-48 16,0 3-51-16,2 2-60 0,2 2-67 16,-1 2-63-16,5 2-58 0,1-2-59 0,2 1-34 15,5-2-29-15,0-5-19 0,4 0-22 16,1-6-12-16,4-2-14 0,1-2-2 0,4-5-3 15,2-4 1-15,1-3 6 0,5-4-6 0,-2-5 5 16,5-3-7-16,-2-2 2 0,-1-5-1 16,3 1 0-16,-3-1 2 0,-2 1-6 0,0 1 3 15,-3 2 2-15,0 3-4 0,-3 1-3 0,-3 5 0 16,0 1-7-16,1 1-7 0,-1 4 1 16,0 1 9-16,1 5 9 0,0 2 16 0,3 3 27 15,0 4 13-15,-1 3 2 0,2-1 12 0,0 2-9 16,0 1-12-16,2 0-17 0,-2 0-12 15,1 0-8-15,4-1-18 0,-2-1-4 16,1-1-6-16,2-2-20 0,0 1-43 0,0-3-42 16,-1 0-66-16,2-4-130 0,0 2-173 0,-1-4-293 15,1 2-238-15,-1-4-228 0,3-1-32 0,0-2 380 16,-2-1 469-16</inkml:trace>
  <inkml:trace contextRef="#ctx0" brushRef="#br0" timeOffset="-149091.18">5226 16047 162 0,'2'15'423'0,"0"0"216"0,-2 1 161 0,0 5-137 0,1 0-179 15,-1 3-106-15,0 0-75 0,0-1-62 16,0 2-56-16,0-1-59 0,0 0-47 0,0-3-35 16,0 0-21-16,0-1-12 0,2-2-11 0,0-3-32 15,-1-2-64-15,2-4-96 0,1-3-116 0,0-3-240 16,2-4-232-16,1-5-111 0,-1-8 70 16,1-7 243-16</inkml:trace>
  <inkml:trace contextRef="#ctx0" brushRef="#br0" timeOffset="-148701.27">5908 15085 179 0,'0'2'745'0,"-6"4"412"0,-4 6 82 15,2 3-126-15,-1 6-391 0,-2 3-245 0,3 2-126 16,2 7-60-16,-1 4-38 0,2 4-45 15,-2 3-62-15,2 4-44 0,0 4-27 0,2 0-28 16,0 0-19-16,1 2 0 0,2-2-3 0,0-2-3 16,5-4-5-16,0-7-3 0,3-3-3 15,1-7-5-15,4-5-5 0,-2-5-2 0,3-3 2 16,-1-4-1-16,2-5 1 0,-3-4 1 16,0-4 2-16,-1-4 2 0,-1-2 1 0,-1-5 1 15,-4-2-6-15,0-1-4 0,-2-1-3 0,-3-1 0 16,-2 1-3-16,-1-2 1 0,-2 3 4 15,-4 1 6-15,1 1-1 0,0 1 1 0,-3 2-2 16,2 1-1-16,-1 2-1 0,-1 2-2 16,3 3-3-16,2 0 0 0,-1 5-3 0,3 0 0 15,-2 3-29-15,4 3-52 0,-1 2-49 0,4 3-43 16,1-1-55-16,4 2-98 0,-1-2-103 16,1 2-85-16,4-1-126 0,2 1-256 0,3 0-198 15,0-1-7-15,1 1 266 0,3-2 357 0</inkml:trace>
  <inkml:trace contextRef="#ctx0" brushRef="#br0" timeOffset="-148491.54">6324 16071 148 0,'2'4'650'0,"-2"4"405"0,-2-1 150 0,1 2-146 15,-1 2-367-15,2 1-259 0,-2 1-155 16,2 2-92-16,-1 2-64 0,-1 2-42 0,2 1-26 15,0 1-24-15,-2 0-15 0,2-1-8 16,0 4-4-16,0-4-13 0,0-1-21 0,0-1-43 16,0-2-99-16,0-4-130 0,0-3-171 0,2-3-290 15,3-3-258-15,-2-3-162 0,3-3 143 16,-1-6 377-16</inkml:trace>
  <inkml:trace contextRef="#ctx0" brushRef="#br0" timeOffset="-148183.53">7053 15681 53 0,'1'-13'609'0,"-2"6"501"0,-2 1 187 0,-4 2-44 15,2 2-309-15,-4 2-311 0,1 2-205 16,-2 1-106-16,0 1-67 0,0 4-73 0,0-1-73 15,-2 4-41-15,1 4-26 0,1-1-15 0,-2 6-9 16,4 1-7-16,-2 5-3 0,1 0-4 16,3 5-4-16,1-1 1 0,2 1-1 0,1 1-1 15,2-4 0-15,3 1 0 0,4-4 1 16,1-2-1-16,2-2-2 0,3 0-6 0,3-5-26 16,0 1-58-16,4-3-55 0,2 2-59 0,1-2-101 15,2-3-150-15,2 3-190 0,1-2-231 0,4 1-227 16,1-2-174-16,4-1 110 0,1-1 438 15</inkml:trace>
  <inkml:trace contextRef="#ctx0" brushRef="#br0" timeOffset="-147189.42">9905 15602 22 0,'3'-9'421'0,"-3"1"386"0,-2 3 313 16,1 1 45-16,-1-1-367 0,-2 0-239 0,1 4-169 16,-2-1-119-16,0 4-86 0,0-1-54 0,-3 6-12 15,1-1-9-15,-3 2 5 0,-1 3 9 16,-3 3-4-16,-1-1-5 0,-3 2-19 0,-3 3-6 15,0 1-14-15,-2-2-16 0,-4 2-9 16,0 1-11-16,-1-1-7 0,-1 2-11 0,-1-4-6 16,3 1-4-16,3-3 2 0,-1-1 4 0,3-3 2 15,6-3-1-15,-1-2-2 0,4-1-3 16,1-2-7-16,4-2-7 0,1 1-4 0,2-2-1 16,2-2-3-16,2-1-6 0,2 0-2 15,1-3 4-15,3 2 3 0,1-2-5 0,4 1 3 16,2-1 8-16,1 2 4 0,4 1-3 15,2 1-2-15,5 2 6 0,1 0-7 0,4 2 1 16,-1 4 0-16,2 0-1 0,0 1 1 16,2 2 0-16,-2-1 4 0,0 2 2 0,-2-2 2 15,1 3 1-15,-4-5 0 0,2 1 0 0,-2-1 0 16,-1-2 3-16,0 1-6 0,-4-2-2 0,1-1-48 16,-1-1-61-16,-5-1-84 0,0 0-146 15,-2 0-221-15,0 1-325 0,-1 1-266 0,-2-1-208 16,-2-1 51-16,1 0 486 0</inkml:trace>
  <inkml:trace contextRef="#ctx0" brushRef="#br0" timeOffset="-146988.47">10329 15952 270 0,'8'10'830'16,"-4"1"380"-16,-2 1 27 0,-2 1-186 0,2-2-342 15,-2 4-217-15,1 0-135 0,-1 0-84 16,2 2-50-16,-2 0-56 0,1 5-59 0,-1-1-49 15,2 3-28-15,0 0-11 0,-1 1-12 0,2 1-19 16,-1-1-56-16,4 1-55 0,-3-2-63 16,2-2-138-16,0-2-187 0,1-2-301 0,-1 0-241 15,4-3-218-15,-1-2-58 0,0-3 411 16,0-2 490-16</inkml:trace>
  <inkml:trace contextRef="#ctx0" brushRef="#br0" timeOffset="-146285.47">11078 16023 92 0,'10'12'575'0,"-4"5"423"16,3 2 211-16,-4 2-63 0,2 3-395 0,-3 4-215 16,1 1-119-16,0 4-93 0,-2 3-69 0,-3 1-42 15,0 1-33-15,0 1-51 0,-3 0-43 16,0 0-25-16,-2-3-14 0,2-5-11 0,-2-2-14 16,2-4-8-16,0-4-2 0,-1-4-2 0,0-5-2 15,1-6-2-15,-2-5 0 0,2-4-1 0,-2-7-3 16,3-5 0-16,-1-7-2 0,2-2-1 15,-3-4-15-15,0-5-17 0,2-2-22 0,-1-3-28 16,-2-4-33-16,2-2-28 0,-2-1-15 16,2-1 7-16,-2-4 14 0,4 2 27 0,-2-2 35 15,3 0 32-15,3 2 25 0,0-2 8 0,3 4 2 16,2 1 7-16,0 1 2 0,5 2-1 0,0 3-1 16,1 3 2-16,0 2 2 0,0 4-4 0,0 2 0 15,-2 4 1-15,0 5-2 0,-4 4 0 16,0 2 1-16,0 2 7 0,-4 4 10 15,1 0 33-15,-1 7 36 0,0 2 28 0,-2 4 24 16,0 3 7-16,-1 5 0 0,-2 2-23 0,-1 5-24 16,0 2-25-16,-1 1-22 0,2 4-12 15,-3 0-15-15,1 0-9 0,1-2-8 0,2-1-7 16,2-4-2-16,3-3-4 0,1-3 0 0,2-4 0 16,3-3 3-16,2-4 3 0,2-4 3 15,0-2 2-15,5-6-2 0,-2-1 0 0,4-2-3 16,-2 2-8-16,0-1-3 0,0 1-11 0,-1 3-9 15,-3 1-6-15,-1 4-3 0,-2 1 4 16,-3 4 4-16,1 0 10 0,-6 5 13 0,-1 1 7 16,-4 2 7-16,-3 2 4 0,0 1-1 15,-3 4 1-15,-4 1 4 0,-1-1 1 0,1 3 0 16,-3-1-3-16,0-1 1 0,0-1 0 0,0 2-5 16,2-4 0-16,-1-2 1 0,4 2-2 0,0-6-3 15,0 0-6-15,2-3-27 0,1-2-54 16,3-1-47-16,1-4-60 0,1-1-114 0,1-3-148 15,1-2-181-15,5-1-239 0,0-1-228 0,-1 1-116 16,2-2 209-16,2 1 410 0</inkml:trace>
  <inkml:trace contextRef="#ctx0" brushRef="#br0" timeOffset="-146116.74">11581 16026 363 0,'3'11'731'0,"-1"1"305"0,-2 2 89 16,0 0-304-16,0-3-250 0,0 3-180 0,-2 0-116 15,2 1-92-15,-1-2-68 0,-1 2-44 0,2 0-35 16,3 0-22-16,-3 0-49 0,2-2-104 0,1 0-143 16,-1-1-263-16,1-3-277 0,3 0-259 0,-1-3-129 15,1-4 230-15,4-3 443 0</inkml:trace>
  <inkml:trace contextRef="#ctx0" brushRef="#br0" timeOffset="-145568.49">12283 15523 26 0,'-2'-7'476'0,"-1"1"415"15,3 1 231-15,-1 4-11 0,2-1-330 0,2 2-286 16,2 3-169-16,2 3-81 0,2 4-4 16,4 0 6-16,1 5-9 0,3 1-5 0,1 2-18 15,2 4-33-15,2 0-46 0,0 2-43 0,-2 1-35 16,2 2-23-16,0 3-16 0,-3 0-7 0,1 1-4 15,-2 5-7-15,-1-1 3 0,0 2 0 16,-4 1 1-16,0 2 1 0,-1-5 2 0,-4 2 4 16,-3 0-3-16,0-5 9 0,-1-1 3 0,-4-4 5 15,0-5 2-15,0-2 0 0,-4-4 2 16,2-4-7-16,-1-3-4 0,0-3-5 0,-2-3-5 16,-1-5-3-16,-1-4-3 0,0-2-1 0,-3-6-4 15,2-2 1-15,-3-4-3 0,0-2-1 0,1-4-1 16,0-2 1-16,0-2 2 0,4-2 1 15,1-1 3-15,2 2 0 0,3-3 3 0,1 3-1 16,4-1 0-16,3 1 0 0,5 0-2 16,3 2 0-16,4 1-1 0,2 0-6 0,4-1 2 15,2 2 1-15,2-1 2 0,3 1 0 0,1 4-2 16,0-4 4-16,0 6-14 0,0-3-61 0,-2 1-72 16,-1 2-130-16,-1 0-208 0,0 2-308 15,0-2-357-15,-1 3-275 0,-2-3-106 0,0 2 455 16,-4-4 629-16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2-11-15T13:47:16.54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1246 1591 65 0,'7'-2'267'0,"-2"1"147"0,-5 1 152 0,0 0-74 0,0 0-80 16,0 0-23-16,0 0 4 0,0 0 0 15,0 0-11-15,0 0-19 0,0 0-35 0,0 0-21 16,0 0-37-16,5 1-41 0,0 1-37 0,-2 3-33 16,0-1-14-16,0 4-19 0,3 1 21 0,2 4 19 15,4 2 8-15,0 0-8 0,-1 5-18 16,-3-1-19-16,1 3-33 0,-2 3-27 0,-2 0-19 16,-2 2-5-16,0 2-6 0,-3 2-4 0,0 0-6 15,0 3-5-15,-2 0-4 0,-1-2-5 0,2 0-3 0,-3 0-3 16,3 0-3-16,-3-4 0 0,3 1-1 0,-1-4 4 15,-2-1 4-15,4-1 2 0,-2-4-5 0,1-1-6 16,1-3 0-16,0-3-9 0,0 0-4 0,1-3-2 16,1-1 5-16,-2-4 5 0,4-1 2 0,-2 0 1 15,1-3 1-15,2-3 1 0,-2-1 0 0,2-4 0 0,3 0 0 16,-2-2 1-16,2-3 0 0,0 0-1 16,0 0-1-16,1-2 0 0,-1 2 0 0,0-1-1 15,3-1-1-15,-1 3 1 0,-1 0-1 0,2 0-1 0,-1 2 0 16,-1 2 0-16,-1 1-2 0,3 1-2 0,-3 4 1 15,0-1 0-15,0 3-1 0,-2 3 3 0,0 2 0 16,-1 3 3-16,0 0-1 0,-2 3 1 0,3 2 0 16,-4 0-1-16,-2 4 0 0,3 0-1 0,-3-1 1 15,0 2 1-15,0 0 0 0,0 1 0 0,0-2 2 0,0 1-1 16,0 0 1-16,-2 0-1 0,1 2-2 0,1-2 0 16,0-1-1-16,-2 0 0 0,2 2-2 0,0-2-9 15,-1-1-34-15,-2 1-72 0,3-4-77 0,-5-1-150 16,2-2-227-16,0-1-316 0,3-2-316 0,1-1-203 15,1-1 12-15,-2-4 529 0</inkml:trace>
  <inkml:trace contextRef="#ctx0" brushRef="#br0" timeOffset="185.02">1875 2410 175 0,'6'9'726'15,"-1"1"377"-15,-3 1 89 0,-2 0-96 0,-2-2-367 0,2 0-242 16,0-1-118-16,2 0-66 0,-1-2-54 0,-1-1-50 15,0-1-71-15,2-1-61 0,-2 1-29 0,4-4-17 16,-1 0-14-16,-1 0-44 0,3-4-59 0,1 1-61 16,-1-3-123-16,7-3-186 0,-2 0-311 0,4 0-263 15,2 0-215-15,3 0-76 0,-2-1 366 0,4-1 512 0</inkml:trace>
  <inkml:trace contextRef="#ctx0" brushRef="#br0" timeOffset="926.02">3268 1609 42 0,'0'-4'288'0,"-2"-1"175"0,2 4 194 16,2-2 50-16,-1 1-89 0,-1 2-47 15,2 0-32-15,-2 0-43 0,-2 0-72 0,2 0-87 16,-1 0-66-16,-1 2-39 0,2-2-20 0,2 4-10 16,-1 3 2-16,-1 0-8 0,0 5-21 0,0 1-29 15,0 5-32-15,0 2-19 0,0 2-26 0,0 4-12 16,0 1-10-16,0 1-7 0,0 2-5 0,0 0-6 15,0-1-6-15,0-2-6 0,2 3-4 0,0-5-5 16,1-1-2-16,0-1-2 0,3-4-2 0,0-1-1 16,1-3-2-16,1-1 2 0,2-4 0 0,2-1 0 15,2-3-1-15,0-3 2 0,1-1 0 0,2-4-1 16,2-1 0-16,-2-1 1 0,4-3-1 0,-2 0 1 16,3 1-2-16,-2 0 0 0,2 2 0 0,-4-1-1 15,2 1-1-15,-2 2 0 0,1 2 0 0,-2 0 0 16,-1 0 0-16,1 5 0 0,-4-1 1 0,0 2 1 15,-1 0 0-15,-2 3 0 0,1 0 0 16,-2 0 1-16,-2-1-1 0,-1 0 2 0,-1-2-2 16,1 1 3-16,-1-1-1 0,-2-1 2 0,0-3 4 15,-1-2 6-15,1 0 3 0,0-2 4 0,2-6 2 16,-2-2-1-16,3-2-4 0,-1-4-5 0,0 0-4 16,0-4-2-16,-2 1-3 0,2-2 1 0,-1-1-2 15,-1-2 0-15,-1 2-1 0,-1-1-1 0,-1-2 0 16,-1-2-2-16,-1 2-1 0,-1-1 1 0,-1 2-1 15,-1 2 1-15,2 1-5 0,-2 3-9 0,0 3-19 16,-1 2-41-16,-2 4-64 0,3 3-65 0,-1 1-115 16,1 4-165-16,0 3-254 0,0 2-278 0,1 3-216 15,2 1-153-15,1 5 264 0,1 0 517 0</inkml:trace>
  <inkml:trace contextRef="#ctx0" brushRef="#br0" timeOffset="1414.13">4046 1971 372 0,'-2'11'821'0,"-1"-3"307"0,-2 3 71 0,2 1-183 16,0 2-276-16,-1 3-202 0,1 0-111 0,0 0-83 16,0 5-72-16,0-1-79 0,-2 2-75 0,2 0-36 15,0-1-19-15,1 2-20 0,-1-2-18 0,3-3-9 16,0-2-6-16,3 0-11 0,-1-4-7 0,4-1 3 15,-1-5 3-15,4-1 1 0,-1-1 1 16,2-5 8-16,1-4 3 0,0 0-1 16,2-5-5-16,1-1-7 0,-3-2-3 0,3-5-10 0,-1 2-5 15,-2-3-2-15,1-1 7 0,-2 1 4 16,-2-2 3-16,0 2 1 0,-2-1 4 0,-1 1-1 16,0 0 1-16,-2 2 3 0,0 3 0 0,0 1 1 15,0 5-1-15,-3 0 2 0,2 0-2 16,-1 3-4-16,1 4-1 0,-2 0 1 0,1 4 0 0,1 3-2 15,0 3 3-15,1 1 3 0,-2 5-1 16,3 2 1-16,-1 4 1 0,0 1 4 0,0 5 2 16,2 1 6-16,-2 2 3 0,-2 2 3 0,1 2 0 15,0 2 4-15,-2 1 0 0,-2 2-1 0,-1-1-1 16,0 3-1-16,-5-1 2 0,0 1-2 16,-3-2-1-16,-1-1-2 0,-1 0 1 0,-3-1-1 15,0-4 5-15,-3-2-2 0,0-5-1 0,-1-2-3 16,-2-2-2-16,1-5-3 0,0-4-8 0,-1-3-9 15,3-2-14-15,0-6-29 0,2-3-68 0,1-9-76 16,0-5-145-16,4-2-269 0,2-7-315 16,1-7-351-16,7-1-230 0,-1-3-5 0,3-2 604 15</inkml:trace>
  <inkml:trace contextRef="#ctx0" brushRef="#br0" timeOffset="2191.86">4336 2307 176 0,'-3'7'430'0,"0"-1"231"0,-3 0 190 16,6-1-153-16,-3-4-140 0,3-1-50 15,3-1-57-15,-1-5-58 0,2-3-71 0,2-2-58 16,-1-2-57-16,5-5-59 0,-1-2-33 0,2-1-22 16,-1-3-3-16,2-2-1 0,1 0-1 15,1-1 14-15,-1-1 8 0,0 0-3 0,2 4-11 16,-2 0 2-16,-2 3-4 0,0 4-18 0,-3 0-22 15,1 6-10-15,-4 1-4 0,0 2-11 0,0 2-4 16,0 2-1-16,-2 4 6 0,3 1 3 0,0 2 0 16,-1 5-2-16,0 2-5 0,1 5-3 0,1 0-5 15,0 4-3-15,-2 3-3 0,3 2 0 16,-1-3-5-16,0 1 7 0,1-1 1 0,0 0-1 16,0-2 1-16,1-2-1 0,-2-2-1 0,1-1-6 15,-2-4-2-15,3-2-1 0,-1-1 0 0,0-4 1 16,0-2 2-16,2-2 2 0,-1-5-8 15,1-1-2-15,2-5-4 0,-1-2-2 0,2-3-1 16,1-2-3-16,-1 1 6 0,-1-3 4 0,1 2 0 16,0-1 1-16,-4 1 2 0,1 2 0 0,-2 0 0 15,-2 6-1-15,0 0 1 0,-1 2 0 0,-2 3 0 16,-1 2-3-16,1-1 1 0,-3 5-2 0,2 0-1 16,-2 5 1-16,0 1-1 0,0 3 3 15,0 3 2-15,0 1 1 0,0 2 1 0,0 3 2 16,1-1-1-16,1 2-2 0,1-1 0 0,-2 2-2 15,1-1 0-15,1-1-2 0,0-1 0 0,1-2-1 16,0-2 6-16,1-2 0 0,2-3-11 16,0-1-40-16,3-3-68 0,-2-1-67 0,1-6-145 15,2-3-190-15,-1-1-315 0,4-5-293 0,0 0-218 16,2-5-76-16,0 2 429 0,-1-3 527 0</inkml:trace>
  <inkml:trace contextRef="#ctx0" brushRef="#br0" timeOffset="2362.05">5190 2010 264 0,'2'7'624'0,"-1"3"337"0,-1 4 175 16,0 2-198-16,0 4-246 0,2 1-153 16,-2 2-70-16,0 1-74 0,0 1-76 0,0 1-65 15,0-1-52-15,0 0-54 0,0-2-56 0,0 0-36 16,0-5-38-16,3-2-74 0,0-3-68 0,-1-2-104 16,1-4-168-16,0-5-310 0,2-2-320 15,-2-2-253-15,2-6-164 0,-2-3 256 0,0-6 609 16</inkml:trace>
  <inkml:trace contextRef="#ctx0" brushRef="#br0" timeOffset="2526.26">5178 1708 249 0,'-10'-9'629'0,"2"2"254"0,1 4 79 16,2 0-185-16,0 1-350 0,3 4-212 0,2-2-98 15,0 3-48-15,5 0-23 0,0 0-16 16,1 1-25-16,2-1-43 0,3 2-72 0,0-2-98 15,3 1-153-15,-1 2-277 0,1 0-186 0,1 0-51 16,0 0 145-16,1 0 264 0</inkml:trace>
  <inkml:trace contextRef="#ctx0" brushRef="#br0" timeOffset="3214.13">5358 1632 57 0,'5'-6'263'0,"0"0"143"0,-2 0 152 0,1 1-74 16,-1 3-81-16,-1-2-42 0,1 3-2 0,-1-1 12 15,-1 2 10-15,1 0 1 0,-2 0 14 16,1 0-25-16,1 2-25 0,1 1 3 0,1 1-6 16,-1 4-31-16,0-1-48 0,1 5-34 0,-2 2-33 15,3 2-49-15,-2 4-42 0,0 2-27 0,-1 5-17 16,-1 2-10-16,1 2-5 0,0 2-6 16,-1 3-5-16,-1 0-5 0,0 2-6 15,2-2-5-15,-2-2-5 0,1-1-4 0,1-3-4 0,2-3-3 16,-1-4 3-16,1 0 3 0,1-7-1 0,1-1 3 15,0-5-1-15,3-4 2 0,3-3-4 16,-1-3-1-16,1-6-7 0,1-1-4 0,3-4-2 16,0-4-2-16,-1-1-2 0,0-2-1 0,2-1 6 15,-2 2 4-15,0-3 0 0,-2 1 1 0,-1 4 0 16,-2 1 1-16,-2 2-2 0,0 2-1 0,-2 1 1 16,-1 3 0-16,-2 1 0 0,0 1-2 15,-1 2-1-15,1 2-2 0,-1 0 0 0,-1 0 0 16,1 2 1-16,1 5 2 0,-1 3 2 0,-1 1 2 15,2 1 1-15,0 4 0 0,-3 3-1 16,3 4 0-16,-1-1-1 0,-2 1 0 0,2 5 5 16,-1-3 1-16,1 2 4 0,1-4-1 0,0-1 0 15,2-1-4-15,1-3-17 0,2-1-47 0,-2-4-77 16,1-2-96-16,2-3-173 0,-1-3-297 0,2-2-340 16,1-5-320-16,1 0-171 0,0-6 199 15,1-2 662-15</inkml:trace>
  <inkml:trace contextRef="#ctx0" brushRef="#br0" timeOffset="3403.7">6083 2071 78 0,'0'18'660'0,"-4"0"472"16,1 2 135-16,0-1-74 0,-1 4-265 0,0-1-332 16,0 1-182-16,1-1-94 0,0 2-70 0,1-2-66 15,-2-2-92-15,1-3-41 0,3-3-30 0,-2-1-69 16,2-5-67-16,0-1-120 0,2-4-211 15,1-3-306-15,1-3-354 0,1-5-286 0,0-4-123 16,-2-3 416-16,2-3 651 0</inkml:trace>
  <inkml:trace contextRef="#ctx0" brushRef="#br0" timeOffset="3556.93">6096 1652 185 0,'-11'11'601'0,"-1"0"288"0,2-2 94 0,2-2-116 16,2-1-410-16,4 0-267 0,2-3-160 16,6 0-128-16,-1-3-130 0,3 0-179 0,0-1-266 15,3-3-148-15,0 3-2 0,2 0 171 0,-1-2 252 16</inkml:trace>
  <inkml:trace contextRef="#ctx0" brushRef="#br0" timeOffset="10814.37">7679 3473 154 0,'2'-2'265'16,"-1"2"74"-16,2 0-24 0,-3-2-69 15,2 2-50-15,-1-1-27 0,-1 1-16 0,0 0-10 16,2-2-1-16,-2 2 3 0,0 0 4 0,0 0 17 15,0 0 18-15,-2 0 22 16,2 0 15-16,0 0 7 0,0 0 5 0,0 0-2 0,0 0-5 16,0 0-14-16,0 0-19 0,0 2-17 15,0-2-20-15,0 0-22 0,0 1-23 0,0 1-19 16,0 0-12-16,0 2-11 0,0 1-8 0,0 2-3 16,2 2-7-16,-1 3-2 0,1-1-8 15,-2 6-4-15,2-1-6 0,-1 3-6 0,-1 0 2 16,2 2-1-16,-2 2 21 0,1 1 6 15,1 0 5-15,0 1 0 0,-1 0 2 0,-1 1 0 16,0 0-7-16,2 2 0 0,-2 2 0 0,0 2 15 16,2 1 6-16,-2 1 1 0,0 1 3 0,0 1-4 15,0 0-2-15,0 0-15 0,-2-1-6 16,2 3-5-16,0-1-5 0,-2 3-3 0,2-1-1 16,-1 1-2-16,-1 2 4 0,0 0 0 0,1 0-9 15,-1 1-7-15,-1-4-5 0,1 4 0 16,-1-2-7-16,0 0-7 0,0 0 2 0,2-2 1 15,-1 0-1-15,1-2 1 0,-1 1-2 16,2-1 0-16,-2 1 4 0,1-1 1 0,-1 1 3 16,0 1-2-16,1-2 2 0,-1 2-2 0,2-1 6 15,-1 1 0-15,-1-1-6 0,0 0-3 16,2 0-2-16,-1-1 0 0,-1 2-8 0,2 0-3 16,-1 1 4-16,1-2 2 0,0 0 3 0,1 0 0 15,-1 0 0-15,0 1-1 0,0 1 0 0,0-1-1 16,0 2 0-16,2 1 5 0,-2 0 2 15,0 0 2-15,0 0 1 0,0 2-5 0,0-1-3 16,0 1-7-16,0 2 0 0,0-1-4 16,0 2-1-16,0 0 4 0,-2 3 5 0,2-1 0 15,-1 2 1-15,-1 1 1 0,-1 2 8 16,2 1 4-16,-1 3 3 0,2 0-2 0,-3 1-2 16,3 0-2-16,0 1-7 0,-2 0-3 0,1 2-5 15,-1-5 2-15,2-1 2 0,-2-3-1 0,2-3 1 16,0-5 0-16,2-2-1 0,-2-5 4 15,0-6 4-15,2-4 0 0,-1-8-1 0,-1-3-4 16,0-3-6-16,2-6-15 0,-2-6-33 16,0-5-66-16,0-6-59 0,0-7-96 0,0-8-168 15,0-4-257-15,-2-8-299 0,2-4-229 0,-1-6-186 16,-3-5 176-16,0-8 561 0</inkml:trace>
  <inkml:trace contextRef="#ctx0" brushRef="#br0" timeOffset="11681.2">7557 3582 71 0,'2'-5'275'0,"-2"1"137"15,3-1 127-15,-2 2-118 0,1-1-115 0,-2 0-75 16,1-1-31-16,1-1-8 0,1 1 20 16,-1-1 32-16,1-2 38 0,0 2 37 0,1-2 21 15,0-1 2-15,2-2-29 0,1 2-45 0,-2-4-48 16,1 1-48-16,0-2-35 0,2 1-24 15,-2-2-6-15,-1 1 8 0,2 2 19 0,-3 0 22 16,1 2 5-16,1 1-8 0,-3 0-20 16,1 2-24-16,-3-1-28 0,2 4-31 0,-1-1-21 15,1 1-15-15,-3 2-7 0,2 0-7 0,0 2-4 16,1 0-1-16,1 2-2 0,2 0 3 16,-1 3 3-16,2 3 3 0,-1 0 1 0,3 0 4 15,-2 3 4-15,-1-3-4 0,1 5-1 0,-1-3-1 16,1 3 0-16,-2-3 0 0,2 2-1 0,-2-2 1 15,-1 1 1-15,2 1-4 0,-3-1-4 16,2 0-40-16,-3 1-56 0,1 2-56 0,-1-3-103 16,-1 2-155-16,-1-1-224 0,0 1-268 15,0-1-222-15,-1 2-160 0,-1-3 176 0,1 3 458 16</inkml:trace>
  <inkml:trace contextRef="#ctx0" brushRef="#br0" timeOffset="14226.71">7606 7263 94 0,'3'1'311'0,"1"-1"143"16,-3 0 114-16,2 0-152 0,-1 0-151 15,2 0-102-15,0 0-45 0,-1-1-9 0,0 1-10 16,0-2 30-16,2 1 14 0,0-1-5 15,0 1 34-15,1 1 27 0,-2 0 11 0,3-2-35 16,1 2 29-16,1 0 20 0,-1-1-32 0,3 1-35 16,-1 0-21-16,4 0-11 0,-1 0-12 15,2-1 12-15,0 1 3 0,2 0-3 0,1 0-3 16,0 0-8-16,3 0-31 0,-2 0-40 16,3 0-17-16,0 0-14 0,-3-2-4 0,5 2 0 15,-2-2-1-15,2 2 0 0,-2 0 1 16,0-2 0-16,2 2 0 0,-1 0-1 0,1-3 0 0,0 3-2 15,0-1-1-15,1 0-2 0,0 0-1 16,-1-2 1-16,1 3-13 0,0 0-8 16,2 0-5-16,-2 0 0 0,2 0-3 0,-1 3 0 15,1-2 11-15,1 0 4 0,-1 0 4 0,0 2 2 16,1-1 15-16,1 2 11 0,-1-2 3 0,2 0 1 16,0 1 4-16,0-2 1 0,2 2-18 15,-1-1-8-15,1 1 1 0,1-2 0 0,1 3 0 16,-1-3 0-16,0 2 2 0,2-2 16 15,1 1 12-15,-1 0 6 0,3 0 2 0,0 1 2 16,0-1-1-16,4 0-16 0,-4 2-12 0,2-3-5 16,1 2-7-16,-2 0-1 0,1-2-2 15,0 3-4-15,2-1-3 0,-2-1 1 0,1 2 2 16,0-2-1-16,-1 1 4 0,-1-1 4 16,-1 2-2-16,1-2 2 0,1 3 0 0,0-2-1 15,1 1 2-15,-2-1 0 0,3 2 2 0,0-2-1 16,-1 1-1-16,2 0 2 0,-1 1-4 15,-2-2-3-15,0 2 1 0,1-1 0 0,-2-1 56 16,1 0 40-16,-2-1 21 0,3 3 8 16,-2-2-2-16,0 0-2 0,1 1-45 0,-2 0-30 15,0-1-19-15,1 0-5 0,0 0-3 0,-1 3 0 16,-2-2-4-16,2 0-4 0,0 0-1 0,1-1-1 16,0 2-6-16,-1-1 0 0,0 1 11 15,-1-1 7-15,0 2-1 0,-1-2 11 0,1 1 5 16,-1-1-2-16,2 0-10 0,-2 0-7 15,-1 1-2-15,1-2-11 0,1 1-4 0,-1-1 2 16,0 2 0-16,-1-2 4 0,0 0-2 16,1-1 3-16,-1 1 0 0,2-1-1 0,0 1 2 0,-2-3-4 15,3 1-5-15,-3-1-6 0,3 0-2 16,-3 0-1-16,2 0 0 0,-2-1 0 0,0 0 14 16,0-1 8-16,0-1 1 0,-2 0 0 15,2 0-1-15,1 0-2 0,-1-1-7 0,-2 1-6 16,2-2 2-16,-2 2 0 0,2 0 1 15,-2 0 1-15,2-1 5 0,1 0 2 0,-1 1 0 16,1 0-8-16,-1-2-6 0,2 1 0 0,-1 0-4 16,3 0-1-16,-1-1 1 0,2 2 6 0,-2-2 3 15,1 1 1-15,-1 1 0 0,0-1 6 16,2 1 4-16,-1 0 1 0,1 0 1 0,0 0-1 16,0 0 1-16,0 0-7 0,0 1-1 15,-1 0 0-15,2-2-7 0,0 2 0 0,-1-2-2 16,4 3-1-16,-3-3-2 0,3 2-1 0,1 0 5 15,-2 0 3-15,2 1 1 0,-2 1-1 0,1 0 1 16,-1 0 7-16,1 0 2 0,-3 1 0 16,4 1 0-16,-1 0-1 0,-1 0 5 0,-1 2-6 15,3-2 0-15,-3 1 0 0,2-1-6 16,1 2-2-16,0-3-3 0,0 0-3 0,4 1-2 16,-1-1-1-16,0 1 6 0,0-1 1 0,1 1 2 15,0-2 1-15,-2 1 5 0,4 1 4 16,-4-1-1-16,4 1 4 0,-2-1 1 0,0 3 0 15,0-2-4-15,0 1-10 0,2 0-2 16,-3 0-5-16,3 2-1 0,0-1-2 0,-2 1 1 16,3-1 6-16,0 2 3 0,-3-2 9 0,3 2 4 15,-1-1 1-15,0 1-3 0,-1-1 0 0,0 1 0 16,1 0-5-16,-2 0-2 0,2-1 0 16,-2 2 1-16,1-1 2 0,0 0 0 0,2 1-1 15,-2 1-1-15,1-1-1 0,1 1-1 0,0 1 0 16,-3-1-2-16,2 1-1 0,-1 0 2 15,0 1-1-15,-2-1 1 0,0 2 1 0,1-3 1 16,0 3 3-16,-2-2-1 0,2-1 3 0,-1 2 1 16,1-1 0-16,-2-2-2 0,4 1 0 15,-2-1-2-15,-2 1 0 0,-1-1-2 0,-2-1-1 16,-1 2-1-16,-2-3 1 0,-1 0-1 16,-4 1-2-16,1-1 1 0,-3-1 0 0,-2 0-2 15,-5 0 0-15,-2 1-1 0,0-3 2 16,-4-1-2-16,-4 2 1 0,-3-1 2 0,-1 0 2 15,-2 0 0-15,-5-2 13 0,2 1 12 0,-4-1 6 16,1 0 9-16,-4 0 5 0,1 0 3 16,-1 0-8-16,4 0-8 0,-5 0-7 0,0-1-8 15,0 1-5-15,-2-2-4 0,-1 0-4 16,2 0-3-16,-1 2-1 0,1-4 0 0,-3 2-1 0,3-3-1 16,-3 1 0-16,1 0 0 0,-2 0 1 15,2-1-1-15,-3-1 1 0,1 0-1 16,2-1 0-16,-2 1 0 0,-1 0 0 0,1-2 0 15,-1 0-1-15,0 3 1 0,-1-3 0 0,3 2 0 16,-3 0-1-16,0 0 0 0,0 0 1 16,1 0 0-16,-1 2 0 0,2-1 0 0,-4 1 1 15,5-1 0-15,-3 2 0 0,2 0-1 0,0 1 0 16,2-2 0-16,-1 2 0 0,2-1 0 16,-1 2-2-16,3 0 0 0,-1 1-2 0,1 0 0 15,0 0-1-15,1 0 0 0,1 0 1 0,1 1-1 16,1 0 2-16,1 2 0 0,3-3 1 15,-1 4 0-15,3-2 1 0,0 0 1 0,1 0-1 16,2 1 1-16,-1 0 0 0,1 0-2 16,3 0 1-16,-2 0 0 0,0 0 1 0,-1-2 0 15,1 2 1-15,-3 0-1 0,2 0 2 0,-4 0-1 16,1 0 0-16,-2 0-1 0,-1 0 1 0,2 0 1 16,-5 0-1-16,0 3 2 0,-1-2-1 15,0 2 0-15,-1 3 1 0,-2-2 1 0,0 1-1 16,-2 2 0-16,0-2-1 0,1 5 0 15,-2-3 0-15,-1 0-1 0,0 3-1 0,-3-1 1 16,2 0 0-16,-1 0 0 0,-2-2-1 0,4 0 0 16,-3-1 0-16,1 1 0 0,-2-3-1 0,2-1-1 15,-1 0-1-15,2-1-6 0,1-3-13 16,-4 1-21-16,3-1-51 0,0-2-74 0,-1 0-104 16,1 0-167-16,-1 0-280 0,0-2-331 15,-1 2-295-15,1 2-172 0,0-2 201 0,-4 0 620 16</inkml:trace>
  <inkml:trace contextRef="#ctx0" brushRef="#br0" timeOffset="17834.84">8108 6456 147 0,'-2'4'350'0,"0"-1"158"0,1 0 121 0,-1-2-188 0,2 1-127 16,0 0-62-16,0-2-41 0,0 1-31 15,0-1-26-15,0 1-37 0,2-1-37 0,-1 0 11 16,3 0 9-16,-1 0 2 0,3 0 29 16,0 0 14-16,4 2 8 0,-1-2 14 0,5 2 18 15,-1-1 3-15,4 0-24 0,1 1-14 0,2 1-8 16,2-1-47-16,-1-2-21 0,3 3-5 15,1-3-3-15,2 0-1 0,1-3-4 0,1 1-5 16,-1-3-18-16,1-1-6 0,-2-1 19 16,3-3 10-16,-2-2 3 0,-1-2 4 0,0-2-1 15,-2-2 6-15,0-3 13 0,1-3 4 16,-2-4-2-16,-1-4-4 0,1-5 5 0,0-1-16 16,-2-5-33-16,0-2-18 0,-2-2-3 0,0 0 1 15,-2-2-4-15,0-2 0 0,-2 1 0 0,-1-4-1 16,-3-1-7-16,-3 1-6 0,0-3-9 15,-2 0-1-15,-4-2-1 0,0 1 3 0,-3-1 4 16,0 1 5-16,-1 1 8 0,-3 1 1 16,1 2-3-16,0 3-4 0,-1 3 0 0,0 0-5 15,1 3-5-15,3 3-3 0,-3 2-1 0,1 2 1 16,2 3-5-16,2 2 2 0,-2 0-1 0,3 4-1 16,0 3 6-16,-1 2 1 0,2 2 1 15,0 2 0-15,-1 4 5 0,0-1 4 0,0 6-7 16,0 0 3-16,-1 3 0 0,1 0 0 15,-3 1-2-15,2 3-2 0,-1-1 1 0,-1 4-1 16,0-1-4-16,2 1 2 0,-2 2 0 0,0 2 0 16,2 4 8-16,0 3 2 0,-2 3 9 15,2 4 6-15,0 2 1 0,-1 6 2 0,1 2 2 16,-1 1-6-16,1 2 5 0,1 6 2 16,-1-2 0-16,-1 3-1 0,1 4-8 0,0-2 5 15,-1 3 0-15,1 0 1 0,1 4-3 0,-1-2-4 16,2 1 2-16,-2-1 11 0,-1 5 2 15,2-2-6-15,-3 0-2 0,2 2 4 0,-2 1-2 16,0 0-14-16,-2 0-10 0,2 1 1 16,-3-1 8-16,3 2 2 0,-1-1 3 0,-1-2 0 15,-1 1 0-15,3-3-2 0,0-3-5 0,0-2-4 16,0-3 0-16,0-3 0 0,3-2 1 0,-1 0 1 16,-1-6-1-16,-1-2 1 0,3 1-2 15,-1-6-1-15,0-2-2 0,-1-4 0 0,2-1 0 16,-1-2 0-16,0-3-1 0,-1-1-1 15,1 0 0-15,1-4 1 0,0 1-5 0,0 1 2 16,2-6 3-16,-2 2-4 0,2-2-2 0,-2 0-3 16,2 0 7-16,1 0-5 0,0 0-2 0,1-2 4 15,-1 2 4-15,4-3 2 0,0 3-1 16,-1-2 0-16,0 2 3 0,5-1-1 0,-3 1-2 16,3 0 1-16,2 0-2 0,0 0 2 0,0 0-1 15,4 0-1-15,-2 0 2 0,4 0-1 16,0 0 2-16,2 0-1 0,-2 0 0 0,5-1 2 15,0 1-4-15,1-2 3 0,2 0-2 16,0 0 10-16,2 0-1 0,1 0 0 0,2 0 1 16,3-2-1-16,0 2 2 0,1-1-6 0,1 0 1 15,1 0-5-15,3-2-4 0,1 1-2 16,2-2-3-16,-1 1-1 0,3-3-5 0,1 3 6 16,-2-1 10-16,2-2 7 0,-2 2 2 0,3 0 1 15,-1 1 0-15,1 0-1 0,-1 2-7 16,2-2-1-16,-4 2-1 0,2 0 2 0,0 0 1 15,0 0 3-15,-1-1-1 0,0 1-1 0,0-2-2 16,-1 0 0-16,-1-3-3 0,-1 1-2 16,-2-1 2-16,-3-4-3 0,-1-2 3 0,-1 1 0 15,-1-5 1-15,-3 0 2 0,-2-3 1 0,-1-3 0 16,-4-4 2-16,-1 2-2 0,-2-4 1 16,-4-3-1-16,-2 0 0 0,-2-3-2 0,-4-1-2 15,0-3 1-15,-4-1-2 0,-1-3-1 0,-3 0-1 16,-2 1-1-16,-3-2 0 0,0 0 1 15,-1-2 3-15,-1-1 2 0,-1 1 2 0,1-5 2 16,-1 4-6-16,1-1-5 0,1 0-5 0,-1 5-2 16,2-1 4-16,2 4 1 0,-1 3 10 0,1 6 3 15,-2 5 5-15,2 4 1 0,-1 4-5 16,-1 5-4-16,2 2-2 0,-2 3-1 0,0 2-2 16,0 4-1-16,0 1-5 0,-2 2-6 15,-1 3 1-15,3 2-1 0,-2 2-1 0,-1 2-1 16,1 1 8-16,-1 4 4 0,-1 2 2 0,2 1 2 15,-1 4-1-15,0 2 1 0,1 4 6 16,-1 3 4-16,1 3 1 0,-1 1 1 0,0 4-1 16,1 2 3-16,1 1-7 0,-1 2-1 0,-2 1-1 15,2 3 1-15,1-3-2 0,-1 4-8 16,2-1-1-16,-3-2-3 0,3 2 6 0,0-4 2 16,0 0 7-16,0-1 2 0,2 0 2 0,-1-4-1 15,2 1-9-15,2-3-5 0,-1 1 0 0,1-4 1 16,0 0 0-16,3-1 0 0,3-2 1 15,-1-2 2-15,2-1 0 0,1-1 1 0,1-1 2 16,2-3 0-16,0 2 1 0,1-4 1 16,1-1 2-16,2 0-11 0,0-1-3 0,1-2-1 15,3-1-4-15,0 0 1 0,2-4-2 0,1 2 7 16,2-1 4-16,1-1 2 0,1-2 0 16,1 0-1-16,1-1 1 0,0-2-1 0,2 1-1 15,0-1 2-15,2-1 6 0,-1-1 4 0,2 0 0 16,-2 0 0-16,0-2-2 0,1 1 3 15,-1-1-7-15,2-1 0 0,-2 1 0 16,-1-1 2-16,0-1-6 0,2 2-6 0,-3-2-2 0,2 0-3 16,-2 0-1-16,0 0 0 0,0 1 6 15,-1-1 4-15,0 2 2 0,-1-2 1 0,-1 3-1 16,-1-2-1-16,1 2-1 0,-3 0 1 16,2 0 0-16,-2 0-2 0,2 2 9 0,0-3 3 15,0 3 2-15,0 1-1 0,0-4-1 16,1 4 1-16,0-4-4 0,-1 1-3 0,3-1 0 15,-1 0 1-15,1-4 3 0,-3 0-8 0,2-1-3 16,-2 0-4-16,0-4-2 0,0 0 0 16,-2-1-3-16,2-1 10 0,-3-3 2 0,-1 0 2 15,1-2 0-15,-2 1 0 0,-3-4 2 16,-3 0 4-16,0-1 4 0,-2-3 4 0,-4 1-1 0,0-4 1 16,-1 0-2-16,-4-3-7 0,-1-1-1 15,-2-1-3-15,1-4-5 0,-5 0-3 0,2-3-1 16,-3-2-2-16,2 0 0 0,-2-3-2 15,0 1 5-15,-2-1 3 0,2-1 0 0,0 2 2 16,0-1-1-16,2 3-1 0,1 3 2 16,0 3-1-16,-1 4 0 0,1 5-1 0,1 4 1 15,-3 2-1-15,2 5-1 0,-3 3 0 0,3 0 1 16,-3 6-1-16,2 2 3 0,-1 2 0 0,1 4 1 16,-1 2 2-16,-1 1-1 0,2 2 2 15,0 3-1-15,-1 3 1 0,2 2 3 0,-3 1 5 16,2 2 1-16,-2 5 0 0,2 1 1 15,-2 3 0-15,-2 1 1 0,2 2-3 0,-2 2 1 16,2 1 5-16,-3 0 2 0,0 3 2 0,0-1-2 16,0-1 0-16,-2-1-6 0,2 3-11 0,2-3-3 15,-3 1-3-15,1 1-4 0,3-4-2 16,0 3 7-16,0-5 0 0,3 0 2 0,1-1-1 16,3-2 2-16,-1-3-1 0,2-4 0 15,2 0 0-15,2-2 1 0,1-2 0 0,1 0 6 16,2-5 4-16,3-1 1 0,-1-1-1 0,2-3 3 15,4-2-1-15,-2-4-6 0,4 2-6 16,-1-3 1-16,2-1 1 0,-2 0-1 0,2-1 0 16,-1 1 2-16,0 0 2 0,1 0-1 0,0 0-8 15,0 1-3-15,-1-1-2 0,1 3-2 16,2-2 0-16,-4 1-1 0,2 1 5 0,2-2 5 16,-1 2 1-16,0-1 0 0,2-2 1 0,-1 0-1 15,1-2 1-15,1-4 0 0,-1 0 1 16,2-2 7-16,1-4 2 0,1-2 2 0,-1-3-1 15,0 1-1-15,0 0-1 0,2-3-7 0,-4 2 0 16,1 1-2-16,-2 0 0 0,0 0 0 16,-3 3 2-16,3-1 0 0,-1 3 0 0,-2 0 1 15,-1 2-2-15,1 1 1 0,-2-1-5 0,-1 4-5 16,-1 0-2-16,0 0-2 0,1 1 0 16,-1 1 0-16,0-2 5 0,-1 1 2 0,1 0 3 15,-2-1 8-15,1-1 3 0,0-3 1 16,0 2 2-16,-1-3 0 0,0-3-2 0,-1 1-5 15,-1-3-4-15,-2-1-1 0,0-1-2 0,-4-4 1 16,-1 0 3-16,-3-1 0 0,0-4 3 16,0 1 2-16,-5-4 0 0,0-1-6 0,-3-2-6 15,2 0-2-15,-3 0-3 0,2 0-1 0,-2 1-1 16,-2 1 7-16,2 3 2 0,-1-1 3 16,-1 4 0-16,1 3 1 0,-1 1 0 0,0 4-1 15,2 2 0-15,-3 4 0 0,3 1-2 16,0 1 0-16,0 3-1 0,-1 3-1 0,1 2 0 15,-4 2 1-15,4 5 0 0,-1 4 1 0,-1 2 2 16,0 5 2-16,2 2-1 0,-3 4 1 16,2 4 2-16,-4 3 7 0,2 4 2 0,0 1 3 15,-2 4-1-15,0 2 4 0,0 0-1 16,1 1-6-16,-1 4-7 0,1 0-6 0,0 1-1 16,3-2-4-16,1 2-3 0,1-3 0 0,4-3 3 15,7-3 9-15,1-3 3 0,6-6 4 16,6-3 0-16,5-4 0 0,5-5 3 0,3-5-4 15,8-5 0-15,3-2-1 0,6-5 1 16,5-5-6-16,4-4 1 0,4-2-1 0,2-4-2 16,0-4-2-16,2-2-2 0,-3-2 5 0,-1 0-3 15,-3-4-6-15,-5 4-18 0,-3-5-73 0,-8 1-90 16,-8 4-188-16,-7-2-282 0,-9 1-342 16,-8 2-413-16,-11-3-230 0,-7 2 186 0,-12-1 777 15</inkml:trace>
  <inkml:trace contextRef="#ctx0" brushRef="#br0" timeOffset="18686.96">9069 6574 400 0,'-2'5'783'0,"2"-2"320"16,-1 0 70-16,-1 1-319 0,-1 1-237 16,3 1-107-16,-2 0-79 0,2 1-81 0,0 3-64 15,-3 1-46-15,0 2-52 0,0 0-58 16,-2 3-42-16,0 2-29 0,-2-1-19 0,0 4-12 15,2-3-10-15,-1 3-14 0,1-4-8 0,-1 2-3 16,4-3-2-16,2-1-20 0,2 0-69 0,1-5-65 16,2 1-122-16,1-3-193 0,0-2-314 15,4-2-329-15,1-1-217 0,0 0-98 0,0-1 398 16,3-2 573-16</inkml:trace>
  <inkml:trace contextRef="#ctx0" brushRef="#br0" timeOffset="19314.8">11339 6670 240 0,'4'-6'692'16,"-3"2"388"-16,1-1 124 0,-1 3-232 0,-1 0-307 15,3 0-203-15,-3 2-137 0,0 2-88 0,0 1-35 16,0 3-14-16,0 1-20 0,0 2-24 0,0 3-21 15,-3 2-21-15,3 1-33 0,-3 3-29 16,3-2-21-16,0 4-13 0,0-3-5 0,0 4-9 16,0-4-57-16,3 1-63 0,-3-1-131 15,3 1-231-15,-3-2-298 0,3 0-337 0,-1 1-244 16,-1-2-60-16,1 1 494 0</inkml:trace>
  <inkml:trace contextRef="#ctx0" brushRef="#br0" timeOffset="19946.75">13516 6741 243 0,'5'-2'768'16,"-2"1"372"-16,1-1 61 0,-1 1-230 15,-2 2-340-15,1 1-214 0,2 1-89 0,-1 3-37 16,1 1-24-16,1 2-27 0,-4 1-27 15,2 3-44-15,1-2-60 0,-3 5-41 0,1-1-30 16,-1-1-17-16,-1 3-9 0,2-2-7 0,-2 2-2 16,3-1-4-16,-2-1-51 0,1-1-60 0,-2-1-119 15,1 1-195-15,1-2-295 0,0-2-342 16,-1 1-284-16,3-4-153 0,-3 1 368 0,4-2 633 16</inkml:trace>
  <inkml:trace contextRef="#ctx0" brushRef="#br0" timeOffset="20553.09">15371 6717 13 0,'11'-6'364'0,"-2"4"266"0,-2 2 216 16,-1 0 155-16,-1 2-246 0,3 3-186 15,-4 1-120-15,1 2-67 0,-2 3-53 0,2 2-92 16,-3 2-84-16,0 0-64 0,-1 4-35 15,-2 0-18-15,-1 0-18 0,0 1-9 0,-3 3-2 16,2-1-8-16,0 0-25 0,-2-3-99 16,-1 1-177-16,-2-1-294 0,2-2-273 0,-1 2-264 15,-2-5-169-15,1 0 265 0,-3-3 538 0</inkml:trace>
  <inkml:trace contextRef="#ctx0" brushRef="#br0" timeOffset="23155.24">8303 6974 45 0,'5'4'235'16,"0"-1"98"-16,3 0 84 0,0-1-107 0,3 2-161 15,0-3-88-15,3 0-20 0,2-1-4 0,3 0-2 16,0-1-2-16,3-2-2 0,2 0-11 15,1-1-4-15,-1-1-7 0,4 1 27 0,-1-4 9 16,2 4 4-16,-1-2 0 0,-1-1-2 16,3 3-2-16,-3-1-29 0,1 3-16 0,-1 0-8 15,-3 2-2-15,1 0 3 0,0 0 3 16,-3 2 4-16,-1 0 6 0,1 4 5 0,0 1 3 16,-2-1 2-16,0 1 0 0,0 3-26 0,-2-2-18 15,2 0-7-15,2 1-6 0,-2-2-7 16,0 0-1-16,2-1 24 0,-1 1 13 0,4-3 6 15,0 1 2-15,2-2 2 0,0-2 2 0,1-1-2 16,1 0 0-16,1-1 2 0,0-2 2 16,3-2 4-16,-1 3 8 0,1-4 31 0,-1 1 14 15,1-1 6-15,0-2-2 0,-1 4-2 0,-1-3-11 16,1 1-28-16,-2 2-10 0,0 0-1 16,0 1-1-16,-3 0 4 0,1 1 3 15,-1 1-3-15,-3-1 2 0,0 4-24 0,1-1-12 16,-3 1-3-16,-1 0 0 0,1 0-1 0,0 1-5 15,0 0 19-15,-3 0 12 0,3 0 4 0,0 1-2 16,-2 0-4-16,2-1 2 0,0 1 0 16,-2-1-2-16,2 2 0 0,0-3 0 0,-1 2 2 15,1 1 1-15,2-3 1 0,-1 2-2 16,2-2 4-16,0 0 0 0,0-2 21 0,0 2 14 16,2-2 4-16,1-2 2 0,-1 2-4 0,-1-2-1 15,-1 1-21-15,2 0-7 0,-2-3-5 0,2 4 5 16,-2-2 3-16,-1 2 0 0,0 0-28 15,1 0-14-15,0 0-8 0,-1 0-7 0,0 0-5 16,0 0 1-16,-1 0 24 0,2 2 12 16,-2-2 8-16,2 2 4 0,0 0 0 0,-1-1 0 15,1 0-2-15,-2-1 4 0,0 2-4 0,1 0 2 16,-1-1-2-16,-2 2 1 0,1-2-1 16,0 2-2-16,-1 2 4 0,0-1-2 0,-1 1 2 15,-1-1 0-15,2 1-2 0,-1-1 2 16,-1 1 23-16,0-2 14 0,2 1 5 0,-1-1-2 15,1-1 2-15,-1-2 0 0,0 2-23 0,1 1-10 16,0-2-2-16,-2-1 3 0,3 0 1 16,0 1-21-16,1-1-19 0,-1 1-7 0,1 2-6 15,1-1-4-15,-2 2-4 0,0-2 25 16,2 3 13-16,1-1 8 0,-2 2 2 0,2 0 2 16,0 0 2-16,0 0 1 0,-1 0-1 0,0 0 0 15,0-2 21-15,-1 3 13 0,2-2 10 16,-4-2-1-16,3 2 6 0,-1 0-1 0,-1 0-18 15,-1-3-16-15,1 1-5 0,0 2-6 0,0 0-1 16,-1-1-4-16,1-1 25 0,0 1 14 0,-2 1 3 16,1-3 3-16,0 2-2 0,-2-1 0 15,2-2-24-15,-1 1-9 0,-1-2-3 0,0 0 2 16,3 0-1-16,-3-2 0 0,3 1-24 0,-1-2-17 16,0-1-6-16,1 2-8 0,0-3-5 15,-2 4-3-15,1-2 26 0,-1 0 8 0,0 1 8 16,1 1 5-16,0 0 4 0,-2 1 0 15,2-2 0-15,0 2 4 0,-3-2 2 0,4 2 3 16,-3 0 18-16,2-1 13 0,-1 1 6 0,1-2 3 16,-2 2-1-16,3 0-2 0,-2-1-17 15,0 1-12-15,0 0-6 0,2 0-2 0,-1 1-6 16,1-1 27-16,0 0 12 0,-1 2 3 0,2-1 1 16,-1 1 0-16,2 0-2 0,-2-2-24 15,2 1-11-15,0 2-2 0,-1-2-1 0,1 1 3 16,0-1 1-16,0 1-20 0,-1-1-12 15,2 2-7-15,-1-1-6 0,2-1-5 0,-1 0-1 16,0 1 24-16,0 0 12 0,-1-1 17 0,2-1 31 16,0 2 17-16,0-2 10 0,-1 0 7 15,-1-2-2-15,1 2-10 0,-1-1-26 0,-1-1-15 16,-1 0-8-16,-1 1-8 0,1 0-3 16,-1-3 1-16,0 3 0 0,-3 0 19 0,0-1 10 15,2 1 5-15,-1-2 2 0,0 1 0 0,-1 1 0 16,-1 0-22-16,2-3-10 0,1 3-7 15,-3-1-3-15,3 1-1 0,-1-1-1 0,-2 1 2 16,2-1 2-16,-1 1-1 0,1 1 5 16,1-1 2-16,-2 1-1 0,0-2 2 0,2 2-1 15,0 0-2-15,0 0 1 0,0 0 2 0,0 0-24 16,2 0-10-16,-3 0-7 0,3-2-5 16,2 2-2-16,-2 0-2 0,2-1 21 0,0 0 9 15,1-1 11-15,0 0 3 0,0 0 3 16,-1 2 54-16,2-3 27 0,-1 3 10 0,-2-1 6 15,3 1 2-15,-4-1-5 0,3 1-44 0,1 0-26 16,-4 0-13-16,0 0-9 0,2 0-4 16,-2 1-4-16,0-1-3 0,-1 1-1 0,1 2 3 15,-1-3-3-15,0 2 2 0,0 0 5 16,-1 0 0-16,0-1 1 0,1 0 1 0,0 1 4 16,-2 0 1-16,3-1 38 0,-2 0 30 0,1 1 15 15,1-2 6-15,0 1 1 0,-1-1 1 0,1 0-39 16,2 2-27-16,-2-2-18 0,0 1-6 15,2-1-6-15,0 0-1 0,-2 2-2 0,0-2-1 16,0 1 1-16,3 1 0 0,-3 0-1 0,2-2 0 16,0 1 1-16,0-1 12 0,2 1 19 15,0-1 12-15,-1 2 5 0,2-2 2 16,0 0-2-16,1 0-12 0,2 0-22 0,0-2-9 16,0 2-5-16,2-1 0 0,1 1 0 0,1 0 4 15,0-1 0-15,1 1 2 0,1-2-5 0,2 0-1 16,-1 2 0-16,1 0-2 0,-2 0-3 15,2 0-16-15,-5 2-88 0,-1 0-176 0,-4-1-298 16,-7-1-259-16,-1 1-259 0,-6 1-159 16,-6-4 257-16,-1 1 519 0</inkml:trace>
  <inkml:trace contextRef="#ctx0" brushRef="#br0" timeOffset="36174.92">16819 8572 196 0,'0'-3'293'0,"-1"-1"74"0,1-1-49 0,0 1-97 16,0-2-75-16,0 1-44 0,0 1-27 16,1 0-7-16,-1-1 3 0,2-1 9 15,0 2 15-15,-1-1 18 0,-1 0 20 0,2 2 17 16,-1 0 23-16,-1 0 27 0,0 1 31 0,0 0 36 16,2 0 27-16,-2 1 21 0,0-1 7 0,3 1-4 15,-2-1-22-15,-1 1-37 0,2-1-45 16,-1-1-39-16,1 0-42 0,1-1-30 15,1 0-22-15,2 0-4 0,0 0 19 0,3 0 26 16,1-1 12-16,3-1-2 0,-1 4-6 0,3-4 8 16,2 1-18-16,-2 1-27 0,2 1-18 0,-1 0-10 15,-1 1-8-15,-2 1-24 0,-1 1-12 16,0 1-2-16,-3 1 3 0,0 1 2 0,-2 2 3 16,-2 1 8-16,-2 1 4 0,0-1-1 15,-3 5-1-15,-3-1-3 0,1 2-1 0,-4 1-10 16,-1 3-7-16,-3-1-6 0,-1 2-4 0,-2 0-4 15,-3 1-1-15,2 3 3 0,-4-1 2 16,1 2 0-16,1-1 1 0,-1 0 0 0,4 0-3 16,-2-1 0-16,3-1 0 0,1 0 1 15,0-4-2-15,3 1-1 0,2 1 1 0,-1-4-1 16,4-1-2-16,-3 0 0 0,6-3 1 0,0 0 0 16,0 0 0-16,2-2 1 0,4-1 1 0,0 0 1 15,2-4 1-15,2 1-1 0,6-3 2 16,-2-3 0-16,6 1-1 0,1-5 0 0,-2 1 6 15,5-4-3-15,-2 2-20 0,1-3-58 16,-2 1-59-16,1-2-67 0,0 1-123 0,-1-1-163 16,-1 0-216-16,2 0-244 0,-1 2-220 15,0 0-143-15,-1-3 194 0,-1 0 450 0</inkml:trace>
  <inkml:trace contextRef="#ctx0" brushRef="#br0" timeOffset="36527.83">17417 8593 233 0,'0'-1'629'0,"0"1"307"0,-3 0 116 0,1 1-187 16,2 2-273-16,-3 2-180 0,3 1-109 16,-3 3-50-16,0 3-1 0,1 4 16 0,1 3 3 15,-1 5-12-15,0-3-20 0,2 5-29 16,0-3-49-16,0 1-54 0,4-2-42 0,0-1-28 16,3-4-16-16,3-2-7 0,0-2-3 0,3-4-1 15,4-1-1-15,0-3 0 0,-1-4 2 16,5-2 1-16,-2-3 0 0,1-3 6 0,-1-2 2 15,1-4 1-15,-2 2-1 0,0-4 3 16,-1-1 0-16,-4-1-1 0,3-1 0 0,-7 1 2 16,-1-3-3-16,1 2-2 0,-4-2-3 15,-3-1-5-15,-4-2-4 0,1 1-4 0,-6-2-3 16,0 0-2-16,-3 0-3 0,0 0 2 0,-4 2 0 16,2 1 0-16,-1 3 0 0,-3 4-1 0,-1 3 0 15,3 4-1-15,-4 3-2 0,1 4-6 16,-2 2-15-16,1 4-38 0,-2 2-69 0,1 3-63 15,1 0-100-15,1 1-159 0,1 0-236 0,2 1-279 16,1-2-207-16,4 1-164 0,0-1 154 16,2-2 499-16</inkml:trace>
  <inkml:trace contextRef="#ctx0" brushRef="#br0" timeOffset="36754.99">17355 8626 426 0,'2'6'888'0,"-2"-1"242"16,3-1-8-16,0 1-252 0,2-1-363 16,1 1-210-16,7-1-98 0,-4 3-44 0,7-4-4 15,2 2-11-15,4-3-11 0,0 4-9 0,5-3-8 16,1 0-10-16,2-2-31 0,2 1-23 16,1-2-19-16,2 0-15 0,-2-2-10 0,3 1-19 15,-4 0-41-15,-1-1-68 0,-4-1-145 16,-4 1-226-16,-1-2-293 0,-3 2-288 0,-5-1-235 15,-3-1 13-15,-2-4 494 0</inkml:trace>
  <inkml:trace contextRef="#ctx0" brushRef="#br0" timeOffset="38191.89">8019 2848 100 0,'2'2'319'0,"-2"-2"163"0,1 0 171 0,2 0-101 16,-3 0-88-16,2 0-49 0,-1 1-33 0,-1 0 22 15,0 4-8-15,0 1-27 0,2 2-48 0,-1 3-45 16,-1 1-37-16,2 2-56 0,0 1-48 0,-1 1-31 16,1 2-16-16,-1-1-8 0,1 0-3 0,1-1-8 15,-1 0-12-15,0 0-11 0,-1-1-11 16,2-2-10-16,0-1-9 0,-1 0-14 15,-1-1 4-15,2 0-6 0,-1-3-1 0,0 0 2 0,-1-1-7 16,-1 1 5-16,2-4-11 0,-2 0-20 16,0 1-26-16,0-2-43 0,0 0-88 0,0-2-139 15,-3-1-187-15,-1 0-274 0,1 0-252 16,-3-1-176-16,2-2 136 0,-3 0 413 0</inkml:trace>
  <inkml:trace contextRef="#ctx0" brushRef="#br0" timeOffset="38506.81">7820 2782 154 0,'6'1'379'0,"-1"-1"155"16,4 0 105-16,-3 2-141 0,2-2-166 15,-1 2-63-15,4-1-25 0,-2 0 34 0,3 4 38 16,1-3-23-16,0 1 9 0,1-1-31 0,1 1-24 16,0 0-36-16,1 3-43 0,0-4-28 0,-2 2-50 15,4-3-23-15,-2 2-14 0,1-2-23 16,-3 1-11-16,3-1-19 0,-2-1-12 0,2 2-6 16,-4-2-4-16,-1 0-3 0,1 1-1 0,-3-1 29 15,-1 2 13-15,-3-1-9 0,-1 1-57 0,-2 1-106 16,-3-2-131-16,-1 4-221 0,-2-1-292 0,-1 2-240 15,-2 0-62-15,-2-2 227 0,-1 3 373 16</inkml:trace>
  <inkml:trace contextRef="#ctx0" brushRef="#br0" timeOffset="38746.36">7813 3241 121 0,'7'10'326'0,"2"-4"173"0,2 2 187 0,0-2-122 16,1 0-96-16,1-1-29 0,2-1-49 15,2-2-52-15,-1-1-23 0,3 1-57 0,-3-4-36 16,4 2-50-16,-1-3-30 0,-1 1-25 16,2-2-51-16,-1 1-30 0,0 0-12 0,0-1-30 15,-1 1-90-15,-1-3-127 0,-3 2-152 0,2 0-292 16,-2 3-253-16,0 1-157 0,-1 1 125 15,1 0 341-15</inkml:trace>
  <inkml:trace contextRef="#ctx0" brushRef="#br0" timeOffset="86369.1">4618 9889 95 0,'0'-2'265'0,"0"2"114"15,1-3 56-15,-1 3-94 0,2-1-78 0,-2 1-47 16,2 0-17-16,-2 0-10 0,1 0-6 0,-1 0-7 15,0 0-8-15,2 0-8 0,-2 1-6 16,0-1-3-16,0 3 4 0,0-3 5 0,0 4 1 16,0-1 3-16,0 0 3 0,0 1 3 15,2 1-5-15,-2-2-9 0,1 1-3 0,-1 2-4 16,0 0-8-16,2 0-11 0,-1 1-15 16,-1 1-12-16,0 0-17 0,0 0-16 0,2 0-12 15,-2 1-7-15,3 3-3 0,-2 0 1 0,-1 2 3 16,0 1 11-16,2 3 13 0,-2 1 15 15,0 2 0-15,0 1-1 0,0 1-10 0,0 3-5 16,0-3-5-16,0 5-6 0,0-2-3 16,0 4 0-16,0-2 0 0,0 2-9 0,0 1-13 15,1-1-13-15,1 3-3 0,-2-2 0 0,0 2 0 16,2 2-2-16,-1-3 6 0,-1 5-3 16,2-1 0-16,0 0-8 0,-1 3-1 0,-1-3 2 15,2 3-4-15,-1 2 0 0,-1 0 1 0,0 0-2 16,2 3 0-16,-2-3-3 0,0 3-1 15,2 1-2-15,-1-1-1 0,-1-1-1 0,0 0-4 16,2 1 1-16,-1 0 3 0,1-1-1 0,1 1 0 16,-2-1 2-16,1 0 3 0,1 0-1 15,-1 0-2-15,-1 2 1 0,-1 1 0 0,2-2-2 16,0 1 0-16,-1 0-2 0,1 2 0 16,-1-1-2-16,1 0 0 0,1-2 1 0,0 3-1 15,1-3 3-15,0 0-1 0,-1-1 3 0,0 3 0 16,2-1 3-16,-3 0-2 0,3 1 0 0,-2 2 1 15,0 0 1-15,1 2-3 0,1 2-2 16,-2-1-1-16,-1 3-2 0,1 4-3 0,-1-2 3 16,-1 1 3-16,1 1 3 0,1 2 4 15,0-2 1-15,1-2 4 0,0 0-4 0,1 0-3 16,0-1-3-16,1-3-2 0,-1 3-2 16,1-3-2-16,0 2-1 0,1 0 1 0,-1-1 1 15,1-1 4-15,-3 2 0 0,4 0-4 0,-3 0-2 16,-2 3-2-16,2-1-3 0,-2-1-1 15,0 3 4-15,-1 1 9 0,-2-1 6 0,1 0 2 16,-1 1 0-16,0-3 1 0,0-4-4 0,0 0-3 16,0-2-1-16,0-2-6 0,0 0-2 15,0-4-6-15,0-2-2 0,0-1-1 0,0-3-2 16,0-6 4-16,0 0 2 0,0-7 0 0,0-2-1 16,0-2-29-16,0-6-64 0,-1-2-59 15,-1-6-90-15,-1-2-164 0,0-6-222 0,-2-5-301 16,0-6-229-16,-4-7-193 0,1-11 101 0,-3-5 505 15</inkml:trace>
  <inkml:trace contextRef="#ctx0" brushRef="#br0" timeOffset="87244">4404 10024 6 0,'4'0'336'0,"-1"0"275"0,0 0 283 0,-1 0 116 16,-1 0-221-16,2 0-194 0,0 0-135 0,-1-6-90 15,1 1-88-15,0-2-63 0,0-2-19 16,2-1 12-16,0-3 13 0,3-4-1 0,0-4-11 16,0-2-23-16,0-3-50 0,2-4-49 0,2-1-37 15,-3-1-22-15,5-2-15 0,-2 3-8 16,0-1 2-16,-1 4-2 0,0 1 1 15,0 6 6-15,-3 1-7 0,0 4-2 0,0 5 5 16,0-1 3-16,-2 6 2 0,2 5-4 0,0 2 5 16,0 4 0-16,0 3-4 0,-2 5-4 0,1 4-3 15,0 0-4-15,0 4-1 0,-1 2-1 16,-1 0 0-16,1 5-1 0,2-2-4 0,-2 5-1 16,-1 0 0-16,2-2-11 0,-3 2-54 0,2 1-73 15,-1-1-145-15,-2 2-262 0,1 0-308 16,0 3-366-16,1 0-287 0,0 3-22 0,1 3 624 15</inkml:trace>
  <inkml:trace contextRef="#ctx0" brushRef="#br0" timeOffset="89081.99">4286 14564 76 0,'5'2'304'0,"-2"1"147"0,3-1 117 0,-3-1-118 16,0-1-161-16,1 2-106 0,-1-2-51 15,0-2 10-15,0 2 42 0,2 0 49 0,1-1 29 16,0-1 3-16,1 1-7 0,2-1 38 16,2 0-11-16,2 2-18 0,-2-2-29 0,3 0-22 15,2 1-9-15,0 0-66 0,0-1-40 0,1 2-37 16,3-2-20-16,0 2-12 0,0 0-12 16,2 2-9-16,1-2 2 0,0 2 10 0,2-1 4 15,1-1 0-15,-1 1-1 0,1 1 5 16,0 0-4-16,3 0-15 0,1 0-3 0,0-1-1 15,2 2-1-15,1-1-2 0,2 1 2 16,1 0-1-16,0-2-2 0,-1 2-2 0,1 0 0 16,-1 0 36-16,3 0 29 0,-2 0 15 0,2-2 7 15,0 3 3-15,0-4-4 0,2 1-35 0,-1-1-25 16,-1 2-12-16,2-2-9 0,-1 0 1 16,1-2 1-16,1 2 5 0,0-1-2 0,2 1-1 15,-2-4 2-15,3 3-3 0,-1-2-1 0,2 1-5 16,-2 1 0-16,0-2-3 0,0 2 0 15,-2-1-2-15,3-1 48 0,0 2 23 0,-2 0 9 16,0-1 3-16,-1 0-1 0,3 1-1 16,-4-1-38-16,1 1-17 0,-1-1-8 0,1 2-4 15,-2-1-1-15,-1-1-3 0,3 2-1 0,-3-1-2 16,2 0-2-16,-2 1 1 0,1-2-1 0,-1 0-3 16,-3 1 1-16,3 1-1 0,-3-1-2 15,3-1-3-15,-4 0-1 0,1 0 0 16,0 2-1-16,0-3-2 0,0 2 3 0,0 0 1 15,1 0 2-15,-3-2 1 0,2 3 3 0,-2 0 1 16,2-2 1-16,0 2 3 0,0 0-1 0,-1 0 1 16,4 0-3-16,-2-2 1 0,2 2-2 15,-1 0-3-15,-1 0 1 0,2 0 0 0,0-3-1 16,-2 3-1-16,3-2 0 0,-3 2 2 16,3 0-3-16,-2 0-2 0,-1 0 0 0,2 0-3 15,0 0 0-15,0 0 2 0,0 0 3 16,0 0 2-16,1 0 4 0,-1 0 0 0,2 0 2 15,-1 0-2-15,2 0 2 0,0 0-2 0,1 0 0 16,0 0 1-16,1 0-3 0,1 0 0 0,-3 0-2 16,2 0 0-16,-1 0-4 0,1 2 1 15,0-2 2-15,1 3-1 0,-2-3 2 0,0 0 3 16,-1 2 2-16,2-2 1 0,-1 2 3 16,-2 1 2-16,1-1 0 0,0 2 0 0,0-4 0 15,1 4-3-15,0-1-1 0,-1 0-1 0,2 1-1 16,0-1 1-16,-2 2-1 0,1-2 0 0,-2 1 1 15,1 1-2-15,-1-1 0 0,2 1 1 16,0-1 3-16,0 2 5 0,-2-2 0 0,-1 3 3 16,1 0 0-16,1 1-1 0,-2 0-8 15,3-1-6-15,-2 1-3 0,3 0-2 0,-1 1-2 16,0 0-5-16,1 0 7 0,2-1 1 16,-3 1 1-16,1 1 1 0,1-2 1 0,-1 1 1 15,1-1 7-15,0 2 2 0,0-2 0 0,-1-1 3 16,1 4 2-16,0-4-6 0,1 2-8 0,0 0-4 15,0 0-1-15,2-2-1 0,-1 2-4 16,3-2 6-16,-1 2 5 0,2 0 1 0,-1-2 3 16,0 2 0-16,0 0 1 0,0-2 0 15,0 2 5-15,-1-1 1 0,2 0 2 0,-1 1 0 16,1 0-5-16,-2 1-3 0,0-3-6 0,2 3-2 16,2-2-3-16,-2 0 1 0,2-1 5 15,1 0 2-15,-2 0 2 0,1 4 2 0,2-4-2 16,-2 0 5-16,1 1 2 0,-1 1 0 15,1-1-1-15,-2 2 1 0,1-3 1 0,-2 1-5 16,1 0-2-16,0 2 0 0,2-3-4 0,-2 2 1 16,3-1-1-16,1 0 2 0,-1 2-2 15,-2-2-1-15,2 1 5 0,-2 0-4 0,-1 1 0 16,1-3-2-16,0 3-1 0,-3-2 1 0,0 0 1 16,-3 2 2-16,1-3-1 0,1 2 0 0,-2-1 3 15,3 0-2-15,-3 3 1 0,2-4-2 16,-1 1 0-16,1 2 1 0,-1-1 0 0,-2 0-1 15,1-2-1-15,-2 3-1 0,1-3-1 0,-3 1-1 16,-1-1 1-16,-1-1-1 0,0-1 0 0,-3 2 2 16,-2-3 2-16,-2 2-1 0,1-3-1 15,-6 2 1-15,0-3-1 0,-1 1 1 0,-3-1 0 16,0-1 0-16,-4 2 1 0,-2-3-1 16,-2 0-1-16,-5 0 0 0,-1 2 0 0,-1-2 0 15,-5 0 3-15,1 0 7 0,-2 0 8 0,3 0 3 16,-6 0 4-16,4 0-1 0,-4 2-1 0,1-2-8 15,-1 0-6-15,0 0-5 0,-1 0-4 16,1 0-1-16,0 0-3 0,-2 0-4 0,0-2-13 16,2 2-14-16,-2 0-26 0,-2-2-60 15,3 2-74-15,-2-4-84 0,-2 2-135 0,2-3-181 16,-2-1-280-16,0 1-240 0,-1-1-194 16,1 0-43-16,0 0 374 0,1-1 489 0</inkml:trace>
  <inkml:trace contextRef="#ctx0" brushRef="#br0" timeOffset="89411.82">14008 15198 215 0,'-6'-5'545'0,"-2"0"340"0,2 1 213 0,2 1-195 15,0 1-243-15,0 0-166 0,3-1-130 16,-1 1-115-16,2 1-85 0,2-1-40 0,1-1 12 16,3 3 17-16,2-1 37 0,3-1 8 15,0 1 7-15,2 1-17 0,4-2-39 0,-1 2-35 16,0 0-38-16,3 0-21 0,-3 2-21 0,3-1-13 15,-2 2 1-15,1 0 0 0,0 0 1 16,-3 2-2-16,-1-1 1 0,0 1 2 0,-1 0-3 16,-2 2 3-16,-2 0 3 0,-2 0 6 0,-1 2 6 15,-1-1 1-15,-4 1 3 0,-1 2-1 16,-1-1-5-16,-5 2-4 0,-1 0-7 0,-1 1-7 16,-1 0-5-16,-2-1-6 0,-2 0-4 0,-1 0-3 15,0 1-2-15,-4 0-1 0,4-1 0 16,-3-1-2-16,-1 1-8 0,1 0-17 0,2-1-34 15,-2-1-74-15,0 0-82 0,-1 0-143 0,1-1-214 16,1 0-315-16,3 0-323 0,-2 1-206 16,0 2-28-16,3-2 479 0,-1 5 566 0</inkml:trace>
  <inkml:trace contextRef="#ctx0" brushRef="#br0" timeOffset="91084.19">13252 16088 291 0,'2'-4'568'0,"1"1"306"0,0 1 178 16,-1 0-236-16,-1-1-182 0,-1 2-133 0,0-1-107 15,0 0-95-15,0 2-69 0,0 0-45 0,2 0-17 16,-2 2-6-16,1 0-10 0,-1-1-4 16,0 2-12-16,0 1-10 0,0 2-16 0,0 2-17 15,-1-1-9-15,-1 3-14 0,-1 1-14 0,0 3-12 16,2-1-7-16,-1 4-5 0,0-1-2 15,1 5-9-15,-1-1-3 0,2 1-3 0,-3 5-6 16,3-3-4-16,-2 4-1 0,2 1 1 0,-3 2 3 16,3-1 2-16,-1 1 7 0,-1 0 4 0,2-1 2 15,0 1-2-15,0-3-1 0,0 0-3 16,2-2-9-16,-1-1-6 0,2 0-2 0,1-4-1 16,0-1 0-16,0 0 0 0,2-2 1 0,0-2 0 15,0 0 2-15,1-1 0 0,2-1 0 0,-1-2 0 16,0-2-1-16,3 2-5 0,0-5-3 0,0 0-2 15,3-2-3-15,-1-1 0 0,0-2 0 16,3-2 12-16,-2-1 6 0,5-2 2 0,-2-1 1 16,-1-1 1-16,3 0-1 0,-3-1-10 0,1 0-14 15,-2 0-36-15,0-2-66 0,-4 2-64 0,-1-1-98 16,-1-1-165-16,-1 0-214 0,-3 1-293 16,0-3-224-16,-2 2-184 0,-1-1 114 0,-4-1 505 15</inkml:trace>
  <inkml:trace contextRef="#ctx0" brushRef="#br0" timeOffset="91430.65">13102 16411 340 0,'0'0'742'16,"3"0"329"-16,-3 0 75 0,0 0-302 0,2 0-282 16,-1 0-169-16,1 0-128 0,1 0-51 0,2 0-1 15,1 0 14-15,4 0 8 0,-1 1-8 16,2-1-8-16,3 0-34 0,-1-1-47 0,0 1-45 16,4 0-30-16,0 0-19 0,-1-1-17 0,5-1-9 15,-2-1-7-15,1 0-2 0,2 2-2 0,1-2 0 16,-1-2-2-16,2 2-2 0,-1 0-1 15,-2-1 0-15,3 0-2 0,-1-1-1 0,-2 2 2 16,0 0-2-16,-1-2-6 0,0 2-51 0,-4-1-68 16,2 2-121-16,-4-1-185 0,2 3-299 0,-5-2-345 15,0 4-298-15,-2-2-141 0,-2 3 364 0,-3-3 621 16</inkml:trace>
  <inkml:trace contextRef="#ctx0" brushRef="#br0" timeOffset="92582">14293 16251 249 0,'0'-2'539'0,"-2"1"297"0,0-1 213 16,1 1-205-16,-2-2-191 0,-1-1-132 15,-3 2-104-15,2-1-84 0,2 0-52 0,-2 0-27 16,2 1-3-16,-2 1-15 0,2 0-21 0,-2-1-25 16,-2-1-43-16,-2 0-50 0,3 1-32 0,0-1-18 15,-5 2-11-15,1-2-7 0,2 1-3 16,-4 2 3-16,2 0-9 0,-3 0-6 0,1 0-3 15,-1 2-5-15,-1 4-3 0,1-1-2 16,-1 2-1-16,3 0 1 0,0 2-2 0,0 2-1 0,1 0-1 16,2 1 0-16,4 4 0 0,-4 0 0 15,5 1 0-15,0-1 1 0,1 1 1 0,0 1 1 16,2-2 0-16,0 0 0 0,2 1 0 0,1-2 0 16,-1 1 0-16,-1-2 0 0,3 1 0 15,-3 0 1-15,4 0 1 0,-4-1-1 0,1 1 2 16,-2 1-2-16,0-1 0 0,0 0-2 0,0 2 1 15,-2-2-3-15,1 1 1 0,-4 2-1 0,2-1 0 16,0-1-1-16,-2 2 0 0,0 0 3 0,0-1 0 16,1 1 3-16,-4 0 1 0,3-1 0 0,2 2 0 15,-2 0-1-15,4-1 1 0,-1 0-3 16,0-1-1-16,2-1 0 0,0 1-1 0,2-3-1 16,3 0-1-16,0 0 2 0,1-4 1 0,3 1-4 15,1-3-2-15,1 2-3 0,1-3 0 0,1-1-1 16,1 0 1-16,2-3 6 0,0 0 1 15,0 0 5-15,1-3 0 0,-1 0-2 0,3-3 2 16,-3 2-1-16,1-3 0 0,-1 0-1 0,1 1 0 16,-1-3 1-16,-2 2-1 0,1-1-10 0,-1-1-36 15,-1 0-67-15,-1 2-71 0,-2-2-134 16,1 1-185-16,-2-1-311 0,-1 2-295 0,2-1-215 16,-3 0-72-16,-2 1 406 0,0 0 519 0</inkml:trace>
  <inkml:trace contextRef="#ctx0" brushRef="#br0" timeOffset="93329.56">14508 16804 416 0,'1'0'810'16,"1"0"283"-16,-2 0 28 0,2 0-319 0,-1-5-276 15,2-1-173-15,2-1-113 0,-1-2-69 0,1-3-29 16,0-1-8-16,2-4 4 0,-1-1 19 16,5-1 21-16,-3-4 6 0,1 2-10 0,1-3-28 15,-2 2-29-15,0 1-34 0,-2 1-28 0,2 2-14 16,-4 3-11-16,1 2 1 0,-2 4-1 0,-1 1 1 16,1 0-5-16,-1 3-4 0,0 1-6 15,-2 3-6-15,1 1-3 0,-1 1-4 0,0 3-1 16,2 3 0-16,-1 4-3 0,-1 3 0 0,0-1 0 15,0 3 7-15,3 3 3 0,-3-2 1 0,0 3 2 16,3-2 2-16,-1-2-2 0,-1 1-7 16,3-2-5-16,-1-2-1 0,0-2-1 0,0-1-3 15,1-1 3-15,0-3 1 0,1 0 1 0,-1-4 1 16,1-2 1-16,0-2 3 0,3-1-1 0,0-5 2 16,0 1-2-16,0-5-1 0,0 0 1 0,1-1-2 15,-1-2 0-15,0 2-1 0,0-2-1 0,0 2 1 16,-2 3 0-16,0 0-1 0,1-1-1 0,-2 3-1 15,1 1 0-15,-2 1 1 0,-2 1-3 16,1 0 1-16,-1 3 0 0,-1 0 2 0,1 1-2 16,0-1 1-16,-1 2 0 0,1 2 1 0,1-1 1 15,-1 3-1-15,2 1 1 0,-1 1 1 0,0 0-1 16,-1 2 1-16,1 1-1 0,-1 0 1 16,1 1 1-16,-1 1-2 0,1-1 0 0,-1-1 0 15,1 0-1-15,-2-1 0 0,4 1 0 0,-2-1 1 16,0-4-3-16,0 2 2 0,2-3-1 0,-2-2 1 15,2 0-1-15,0-1 2 0,1 0-7 16,-1-1-23-16,0-2-50 0,-1-1-58 0,1 1-49 16,3-3-64-16,-4 0-83 0,3 0-74 0,-2-2-40 15,0 3-20-15,1-4-30 0,2 3-21 0,-2 1 44 16,0-1 80-16,2 1 100 0,-3 2 98 16,3 2 90-16,-3-1 94 0,-1 4 76 0,1-1 64 15,-1 2 96-15,-1 2 73 0,1 1 61 0,-1 1 35 16,0 2 6-16,-1 3-28 0,-2-3-63 15,0 3-61-15,0 0-62 0,0 2-57 0,0-1-40 16,-2-1-31-16,2 2-19 0,-1-2-13 0,1-1-6 16,0-1-7-16,0-2-7 0,1 2-4 0,1-5-16 15,1-2-45-15,0-3-88 0,-1-2-115 0,1-4-147 16,1-4-218-16,0 0-275 0,2-2-187 0,-1-3 47 16,-2-3 281-16,2 0 348 0</inkml:trace>
  <inkml:trace contextRef="#ctx0" brushRef="#br0" timeOffset="93498.73">15061 16380 49 0,'-3'-21'374'0,"-2"1"343"0,0 5 337 0,2 2 12 16,-3 1-255-16,1 1-190 0,2 4-137 15,0-1-127-15,1 6-116 0,-1-2-78 0,1 3-53 16,-1 1-35-16,3 2-33 0,-1 3-23 0,1 1-15 16,-2 2-9-16,2 1-19 0,2 1-20 15,-1 2-38-15,-1 0-86 0,2 0-136 0,-1 2-166 16,1-1-279-16,1 2-261 0,0 2-183 0,-1 0 83 15,1 2 399-15</inkml:trace>
  <inkml:trace contextRef="#ctx0" brushRef="#br0" timeOffset="93894.44">15197 16879 265 0,'6'2'566'0,"-3"-2"315"0,1-5 184 0,0-5-204 16,1-2-227-16,0-4-147 0,3-3-81 15,1-3-46-15,3-2-7 0,1-1-36 0,0-1-37 16,4-1-31-16,-4 3-38 0,3-1-56 0,-2 2-64 16,-2 4-32-16,-2 2-22 0,0 1-13 15,-2 3-4-15,1 3-5 0,-4 2-2 0,0 2-6 16,-2 3 1-16,0 2 4 0,1 1 1 16,-3 3 3-16,2 1 0 0,0 4 1 0,-1-1 3 0,-1 3 0 15,-1 1-2-15,2 0-2 0,-1 3-1 0,1-4-1 16,1 0-7-16,-1 1-4 0,1-3-1 15,0 1-1-15,2-4-2 0,-2 0-1 0,3-1 2 16,1-2-1-16,-1-2 0 0,2-2 0 0,1-2 3 16,-1-1 0-16,2-3 1 0,1 0-1 0,-2 0-1 15,-1-1 0-15,0 3-1 0,2 2-1 16,-2 0-1-16,-4 2 0 0,4 4 0 0,-3 0 0 16,1 4 0-16,-1 5 1 0,-2 1-1 0,2 2 1 15,-3 4 0-15,-1-1 0 0,3 3-1 16,-3 0-10-16,1-1-34 0,-1 0-75 0,4-4-84 15,-4-1-158-15,2-4-268 0,2-1-327 0,2-4-335 16,2-2-198-16,0-4 87 0,3-4 609 0</inkml:trace>
  <inkml:trace contextRef="#ctx0" brushRef="#br0" timeOffset="94541.26">16065 16196 313 0,'-6'2'652'0,"4"-1"303"16,-1 4 114-16,2-5-281 0,1 0-184 15,1 0-158-15,2 0-113 0,-1 0-66 0,4 0 23 16,-1 0 1-16,1 0-16 0,-1 0-17 0,1 0-20 15,2 0-27-15,-2 0-64 0,2 0-46 16,-1 0-27-16,2-2-16 0,1-1-10 0,-1 1-9 16,2-3-6-16,-1 0-7 0,1 1-5 0,1-2-7 15,-1 0-7-15,1 0-3 0,0 2-3 0,-2 1-1 16,-1-1 0-16,2 2-1 0,-1 0 1 0,-1 2 0 16,0 2 0-16,1 1 1 0,-2 0 0 15,1 2 0-15,-1 3 2 0,0 1-2 0,0 2 2 16,0 0-1-16,-2 0 1 0,2 3 0 0,-3-1-3 15,2 1 1-15,0 3 0 0,-2-3 0 0,1 5 0 16,1-3-1-16,-2 1 1 0,2 2-1 16,-2 2-1-16,0 0 0 0,1-1-1 0,-1 4 1 15,-2-1-1-15,3 3 0 0,-1 0 1 0,-2-1 0 16,2 1 1-16,-2 4 0 0,1-4 0 0,0 1 1 16,1 2 0-16,-1-4 0 0,-2 1 0 0,3-2 0 15,-2 0 0-15,0 1-1 0,1-4 0 0,-3 2 0 16,2-3 1-16,-1 2-1 0,0-3 1 15,0-1-1-15,-2-2 1 0,-4 1 2 0,2-3-2 16,1-4 2-16,-4 1 0 0,0-4 2 0,0-1-1 16,-3 0 3-16,-1-3 7 0,1-2 6 15,-3 1 3-15,-1-4 6 0,-3 1 5 0,0-2-2 16,-2-1-4-16,-3-1-4 0,1-1-1 0,2 2-2 16,-4-3-4-16,5 3-3 0,-1 0-2 0,1 1-1 15,0 0-5-15,2 3-2 0,2-1-3 0,-1 1-2 16,3 1-2-16,-1-1 0 0,5 1-3 15,-1 1-10-15,-2 0-16 0,4-1-31 0,1 2-77 16,-3-2-103-16,2 1-189 0,1 0-290 0,-6 0-343 16,2 3-388-16,-4-4-174 0,-4 1 253 0,-3-2 739 15</inkml:trace>
  <inkml:trace contextRef="#ctx0" brushRef="#br0" timeOffset="96269.77">2983 9322 265 0,'0'-4'510'15,"0"-1"261"-15,-2 4 182 0,-1-1-178 16,-2 0-137-16,-2 1-100 0,0 0-88 0,-1 1-84 16,-1 0-62-16,-2 0-49 0,-2 2-27 0,-2 2-3 15,0 0-15-15,-2 2-25 0,1 2-34 0,-1 0-41 16,1 3-36-16,-3 0-32 0,4 4-19 16,0 0-10-16,0 2-2 0,3 5-1 0,4-1-2 15,0 1-1-15,5 2-1 0,0 0 0 16,3 0-2-16,4 0-4 0,1-1-1 0,5-2 1 0,-1-2-3 15,5-1 2-15,1-5-4 0,2-3 11 0,2-6 5 16,3-2 0-16,0-6 2 0,3-6 2 16,2-5 3-16,-1-3-7 0,1-5-3 0,0 0-1 15,-2-3-7-15,-3-1-4 0,-1 2-4 0,-3-1 6 16,-3 2 4-16,-1 2 0 0,-3 0 8 0,-3 3 4 16,-4 3 1-16,0 0-5 0,-3 3-5 15,-1-2-1-15,-3 3-2 0,0 3 0 0,-3 0 0 16,-2 2 3-16,3-1 2 0,-3 4 1 0,3 1 1 15,-4 0-2-15,4 0 0 0,0 3-3 0,1 4-2 16,-1-1-2-16,3 3 0 0,1 4 0 0,-1-1 1 16,4 4-7-16,1 3-3 0,0 1-3 0,3 3 0 15,1 0 0-15,1 3 1 0,4-1 6 16,-2 2 2-16,4-1 2 0,-1 1 0 0,2-2 1 16,1-1-1-16,3 0 0 0,-3-4 0 0,5-2-1 15,-1-2 1-15,1-1 0 0,1-1-10 0,0-2-47 16,0 0-59-16,-1-1-69 0,1-2-138 15,-3 1-205-15,0-3-313 0,1 4-268 0,-4-1-217 16,1 0-56-16,-2 1 443 0,-1 1 530 0</inkml:trace>
  <inkml:trace contextRef="#ctx0" brushRef="#br0" timeOffset="97767.74">3158 10435 89 0,'-6'0'375'0,"0"-1"230"0,-2-2 242 15,1 3 1-15,-3-2-164 0,2 2-115 0,-2 2-98 16,-2 1-70-16,-1 1-91 0,-3 2-93 0,2 3-69 15,-3 1-44-15,-1 3-25 0,-1 5-8 16,0 3 17-16,-1 1 36 0,1 5 24 0,3 0 16 16,0 1 2-16,3 3-9 0,1 0-26 0,4 0-37 15,5-2-28-15,1 4-25 0,5-4-13 0,4-1-12 16,2-1-7-16,5-1-5 0,2-4-2 0,0-2-1 16,6-1 0-16,3-5 2 0,-1-2 1 15,5-7 2-15,-1-3 2 0,4-6 0 0,1-4-2 16,1-5-17-16,-2-3-71 0,1-4-101 0,-1-1-204 15,-4 0-284-15,-2-1-327 0,-4 1-365 16,-3 3-174-16,-6-2 288 0,-3 2 706 0</inkml:trace>
  <inkml:trace contextRef="#ctx0" brushRef="#br0" timeOffset="105369.41">5750 12353 471 0,'0'13'1000'0,"-2"-1"253"0,-1 1-66 0,-3-1-238 0,5 0-384 16,-1-1-184-16,2-1-95 0,0-1-57 15,0 0-37-15,2-3-39 0,-1 0-63 0,-1-1-43 16,3-3-18-16,0 2 5 0,-3-4 10 16,3 0 1-16,0 0 12 0,1-5 6 0,-1-1-1 15,0-1-5-15,0-2-13 0,-1-2-1 0,1-1-5 16,-3 0 1-16,0 0 11 0,0 2 2 15,-3 0 0-15,1 0 3 0,2 3-5 0,-3 0-6 16,0 1-11-16,1 2-12 0,1 1-6 16,-1 0-7-16,2 1-5 0,0 1-5 0,0 1-1 15,0 1-2-15,0 3 0 0,2 2-1 0,-1 1 1 16,2 1-4-16,2 3-4 0,0 1-2 0,3-3-11 16,0 4-17-16,0-3-68 0,1 0-63 15,0-2-134-15,3-2-215 0,-1 1-304 0,5-5-359 16,-2 2-249-16,2-3-100 0,0-1 481 15,1-1 622-15</inkml:trace>
  <inkml:trace contextRef="#ctx0" brushRef="#br0" timeOffset="106067.79">9168 11606 8 0,'2'-7'448'0,"-2"3"466"0,-2-2 304 16,-1 3 68-16,-3-2-253 0,4 2-268 0,-2 1-211 16,-1 1-144-16,0-1-90 0,2 2-89 15,-2-1-88-15,-1 1-51 0,1 1-28 0,2 1-20 16,0 1-13-16,-2-1-9 0,3 1-8 0,-1-2-4 16,1 1-3-16,2-1-2 0,0 1-3 15,0-2 0-15,0 0-3 0,0 0 0 16,0 0-3-16,0 0 0 0,0 0 1 0,0-2-1 15,2 2 2-15,1-1 0 0,-1-1 0 0,1 2 2 16,0-1-1-16,1 1-2 0,0 0 0 16,2 1-10-16,-1 1-36 0,0 2-77 0,-2 3-88 15,0 2-155-15,1 3-273 0,-3 1-334 0,2 2-335 16,-1 3-189-16,4 0 102 0,-1 1 614 0</inkml:trace>
  <inkml:trace contextRef="#ctx0" brushRef="#br0" timeOffset="106644.2">11080 12612 139 0,'-3'-6'918'0,"-1"2"679"16,0 0 3-16,-1 1-305 0,-1 2-442 16,-1-2-344-16,2 3-203 0,-2 0-125 0,4 0-66 15,0 3-42-15,-1-3-28 0,4 1-21 16,-1-1-12-16,1 2-7 0,1-1-5 0,1 3-2 0,1-2-1 16,2 0 0-16,2 1-1 0,2-3-1 15,3 0-2-15,2-3-16 0,1-3-57 16,2-3-72-16,-1 0-137 0,3-3-223 0,0 0-312 15,0-2-367-15,1 1-299 0,2-2-97 0,-4 1 519 16,2-1 653-16</inkml:trace>
  <inkml:trace contextRef="#ctx0" brushRef="#br0" timeOffset="107099.06">13143 12116 31 0,'-3'-4'608'16,"1"3"594"-16,-2-1 329 0,-1 2-128 0,0 2-381 15,0-1-415-15,2 1-199 0,-2 0-131 16,2 2-108-16,0-2-69 0,-1 0-40 0,1 1-27 16,3-2-15-16,-4 2-11 0,4-2-6 15,0 0-4-15,0 0-1 0,0 2-2 0,0-1-16 16,0 0-64-16,0-2-72 0,0 0-104 0,2 0-167 16,-2 0-294-16,0 0-337 0,0 0-248 0,0 0-143 15,0 0 244-15,0 0 577 0</inkml:trace>
  <inkml:trace contextRef="#ctx0" brushRef="#br0" timeOffset="107615.31">12993 11762 126 0,'6'-6'466'0,"-1"1"265"0,0 1 172 0,-1 2-75 16,0 0-244-16,-1 1-172 0,-2 1-114 0,3-2-26 16,-3 2-18-16,2 0-37 0,1 2-33 15,-1-1 3-15,0 3 38 0,3 2 6 0,0 3 2 16,-1 2 4-16,-2 6-14 0,2 1-24 15,-2 5-46-15,1 2-38 0,0 3-37 0,-2 4-24 0,-1 3-14 16,-1 5-13-16,0-1-6 16,-1 1-3-16,-1 4-5 0,-2-2-2 0,2 1-4 0,-1 1-1 15,0-3-2-15,-1 2-3 0,1-4-1 16,2-2-1-16,-1-1-3 0,2-7-10 0,0-4-41 16,0-2-68-16,0-5-63 0,0-6-120 0,0-3-185 15,2-6-307-15,-1-5-279 0,1-2-206 16,-2-5-115-16,0-3 345 0,-2-5 545 0</inkml:trace>
  <inkml:trace contextRef="#ctx0" brushRef="#br0" timeOffset="107870.48">12852 11701 205 0,'2'-1'770'0,"0"-1"363"15,-1 2 51-15,4-1-118 0,1 1-457 0,2-2-284 16,3 2-136-16,3-1-64 0,2 1-41 16,3 0-40-16,3 1-19 0,2-1-18 15,0 2-6-15,1-1-2 0,0 2 4 0,2-1-2 16,-2 1 3-16,-1 1 0 0,0 0 2 0,0 1-1 16,-1-1-1-16,-4 4-4 0,0 1-48 0,-3 0-124 15,-2 4-184-15,-6 0-289 0,-3 3-273 16,1 2-256-16,-6 1-58 0,0 3 375 0,-3-1 471 15</inkml:trace>
  <inkml:trace contextRef="#ctx0" brushRef="#br0" timeOffset="108086.39">12884 12586 148 0,'-1'20'691'16,"1"-3"376"-16,0-1 87 0,0-4-107 0,3-4-412 15,3-1-296-15,0-3-143 0,5 1-69 0,0-3-33 16,3-2-29-16,1-2-27 0,2 0-20 16,0-1-12-16,-1 2-7 0,2-2-5 0,-2 3-28 15,-1-2-87-15,-4 2-143 0,1 0-230 16,-2 0-270-16,-3 2-262 0,-4 1-154 0,0-2 173 16,-4 4 431-16</inkml:trace>
  <inkml:trace contextRef="#ctx0" brushRef="#br0" timeOffset="108759.41">11096 12306 134 0,'-2'-4'501'0,"2"-1"337"0,-1 2 227 16,-1 0-90-16,2 3-283 0,0-2-196 15,0 2-133-15,0 0-107 0,2 0-82 0,-2 2-60 16,1 1-39-16,1 5 0 0,-1 0 29 0,1 5 39 16,2 5 25-16,-2 5 16 0,1 2 4 15,0 2-16-15,-3 4-39 0,0 2-34 0,0 1-27 16,-1 4-26-16,-1-1-18 0,1 1-16 16,-1 1-6-16,0-2-7 0,0 1-4 0,0-2-3 15,0-4-29-15,2 2-59 0,-1-5-58 0,-1-1-117 16,1-3-170-16,-3-3-288 0,1 0-295 0,0-4-224 15,-2-2-133-15,0-3 305 0,-4-2 528 16</inkml:trace>
  <inkml:trace contextRef="#ctx0" brushRef="#br0" timeOffset="108984.38">10876 13075 114 0,'5'9'493'0,"2"-3"272"0,-2 0 161 16,0 0-17-16,3 0-332 0,2 0-194 0,2-4-94 16,1 2-49-16,2-1-48 0,2 1-51 15,1-4-46-15,-2-2-41 0,5 0-21 0,-1-2-15 16,1-1-4-16,1-1-2 0,-2-1-5 16,1-3-37-16,-2 2-81 0,1-4-118 0,-3 0-165 15,-2 1-291-15,0-3-246 0,-2 2-138 0,-3 1 117 16,-2-4 340-16</inkml:trace>
  <inkml:trace contextRef="#ctx0" brushRef="#br0" timeOffset="109261.63">11061 12208 50 0,'2'4'447'0,"1"0"299"16,0 3 200-16,3 3 61 0,0-2-316 0,4 1-239 16,2 2-114-16,1-1-63 0,0 0-51 15,4 0-63-15,-1-1-59 0,3 0-45 0,1-3-24 16,-2 0-17-16,4-2-11 0,0 1-2 16,1-4-6-16,0-1-2 0,-1 0-2 0,2-1 4 15,-3-1 2-15,2-1 1 0,-2 0-16 0,-4 0-73 16,1-1-135-16,-4-1-206 0,-2 1-281 15,0 0-263-15,-3 0-189 0,-3 0 107 0,-1-1 407 16</inkml:trace>
  <inkml:trace contextRef="#ctx0" brushRef="#br0" timeOffset="110045.73">9053 11282 85 0,'-2'2'376'0,"1"0"230"0,-1 2 195 0,0 0-15 15,1 3-190-15,1 0-117 0,0 3-53 16,0 1-44-16,0 1-54 0,0 3-61 0,-2 3-60 16,2 1-50-16,0 0-47 0,-1 3-33 15,-1 2-24-15,2 1-14 0,-3 1-11 0,3 4-9 16,-3 0-6-16,0 2-3 0,1 4-5 0,-1-1-4 15,0 3-1-15,0-1-5 0,1 1-8 16,-3-1-37-16,2-3-128 0,-1-1-185 0,-1-2-288 16,2-3-269-16,-2-2-252 0,0-5-75 15,-1-2 385-15,-2-5 477 0</inkml:trace>
  <inkml:trace contextRef="#ctx0" brushRef="#br0" timeOffset="110282.38">8735 12094 57 0,'1'14'480'0,"1"-2"323"16,1 0 167-16,1 0-18 0,2 0-349 0,2 0-281 16,3 0-138-16,0-1-70 0,5-1-33 15,0-2-16-15,4-1-24 0,-1-1-13 0,3-3-6 16,2-1-1-16,1-6 3 0,2 0 2 0,-3-1 2 15,3-7-19-15,0 0-67 0,-2-3-117 0,0 0-174 16,-1-4-288-16,-3 2-235 0,-1-2-142 16,-4-2 98-16,-4-4 328 0</inkml:trace>
  <inkml:trace contextRef="#ctx0" brushRef="#br0" timeOffset="110529.1">8835 11134 46 0,'1'-4'410'0,"2"2"263"0,2 0 161 0,3 2 46 16,3 0-326-16,4 4-193 0,3-3-86 16,4 2-44-16,-1 0-21 0,6 2-28 0,3-3-49 15,0 3-49-15,2-3-33 0,1 4-19 16,0-1-11-16,0-1-5 0,1 0-1 0,-3 1-2 15,1-1-47-15,-4 1-101 0,-4 0-153 16,-2 2-296-16,-4 0-246 0,-4 2-202 16,-6 0-1-16,-5 2 301 0</inkml:trace>
  <inkml:trace contextRef="#ctx0" brushRef="#br0" timeOffset="111331.15">5772 12114 139 0,'0'1'440'16,"0"2"268"-16,-1 0 219 0,-1 0-78 0,1 0-200 16,-1 3-138-16,0-2-93 0,2 6-78 0,-1 1-73 15,-1 0-65-15,2 4-30 0,0 3 10 16,0 3 16-16,0 4 0 0,0 3-9 0,2 2-16 15,-1 1-29-15,-1 4-43 0,0-1-37 16,-1 1-26-16,-1 1-15 0,2 1-7 0,-2-4-10 16,1 3-2-16,-1-1-5 0,-1-1-7 15,1 1-51-15,-1-4-56 0,-3 1-84 0,2-4-160 16,-3 1-267-16,1-5-315 0,-1 0-252 0,-2-5-189 16,3-2 149-16,-4-5 557 0</inkml:trace>
  <inkml:trace contextRef="#ctx0" brushRef="#br0" timeOffset="111605.65">5473 12075 23 0,'8'-9'405'0,"0"1"290"0,-3 1 188 0,4 1 28 15,-1 1-276-15,2-1-251 0,4 2-130 0,0-1-63 16,2 2-33-16,3 0-20 0,0 0-56 16,3 3-33-16,0-1-16 0,2 1-10 0,1 1-5 15,0 1-3-15,-1 1-4 0,2-1-2 0,-1 1-1 16,0 2 1-16,0 0 0 0,-1 0-18 16,-3 1-80-16,-4 0-135 0,-1 3-281 15,-2 1-253-15,-3 1-211 0,-3 0-90 0,-2 1 224 16,-6 0 387-16</inkml:trace>
  <inkml:trace contextRef="#ctx0" brushRef="#br0" timeOffset="111860.14">5456 13033 573 0,'12'29'1074'0,"-4"-7"190"0,2-1-111 0,-2-4-277 16,6-2-454-16,-3-4-198 0,5 0-94 16,0-2-47-16,4-3-25 0,1-3-18 0,1 0-19 15,3-5-10-15,2 1-6 0,3-2-1 16,0-1 3-16,2-2-3 0,3-2-10 0,0 0-36 16,-2 1-131-16,0-1-234 0,-1 0-283 0,-1-1-273 15,-1 1-261-15,-3-1-62 0,2 1 437 16</inkml:trace>
  <inkml:trace contextRef="#ctx0" brushRef="#br1" timeOffset="118080.5">3114 9269 48 0,'0'-1'246'0,"-1"0"124"0,-1-3 120 0,2 4-103 15,-1-1-113-15,-1 0-53 0,0 1-23 0,-1-2 4 16,1 2 20-16,1 0 29 0,-1 0 17 0,-2-2 41 16,1 2 23-16,0 0-5 0,-1 0-14 15,1 0-27-15,0-1-19 0,-2 1-54 0,0 0-47 16,-2-1-34-16,0 1-32 0,-1 0-30 0,-1 0-24 15,-2 0-12-15,1 0-4 0,2 1-11 16,-4 0-2-16,4 3-1 0,-2-2-3 0,-2 4 0 16,2-1-9-16,-1 3 5 0,0-1-5 0,2 4 0 15,-1-1-1-15,-1 2-10 0,0 3-6 0,3-1-7 16,-1 4-2-16,2 1-2 0,1 2-4 0,1 0 11 16,2 2 8-16,1-1 5 0,2 2 4 15,0-3-1-15,2 0 0 0,1-1 17 0,2-1 4 0,1-2 4 16,1-2-2-16,2-1 2 0,0-3 2 15,1 1-18-15,2-7-5 0,0 1-2 0,3-4 15 16,0-2 11-16,2-5 8 0,-1-3 12 0,3-4 1 16,0-3 1-16,3-4-9 0,-3-2-11 0,2-4-10 15,-1 0-8-15,0-2-1 0,0-2-2 16,-3 0-2-16,2 0-3 0,-3 1 1 0,-2 1 43 16,0 2 29-16,-1 2 21 0,-4 2 15 0,-1 1 12 15,-1 2 3-15,-4 3-31 0,0 0-23 0,-1 2-23 16,-2 1-15-16,-2 3-16 0,1 1-7 15,-3 2-9-15,1 2-7 0,-2 1 9 0,-1 3 3 16,1 0 4-16,-1 1-2 0,1 2-6 0,0 0-3 16,1 3-9-16,-1 2-3 0,0-1-2 0,2 2 0 15,-2 2 6-15,4-1 5 0,-1 2 1 0,1 3 0 16,-1-2 2-16,4 5-1 0,-1-2 3 0,2 2 0 16,2-1-2-16,1 3-1 0,2 0 0 15,0 1 0-15,0-2-1 0,3 1 2 0,0 0 2 16,3-2-1-16,-1 0 1 0,4 0-2 0,-2-2 0 15,2 0-1-15,-1-4-1 0,1 1 1 0,-1 0-1 16,1-2 2-16,0-1-1 0,1-1-1 16,-3 0 0-16,2 0-3 0,-1-2-43 0,1 2-57 15,-1-1-62-15,-2 0-126 0,-1 0-181 0,1 1-319 16,-1 0-269-16,-1-1-225 0,1 1-95 0,-2-1 381 16,3 0 527-16</inkml:trace>
  <inkml:trace contextRef="#ctx0" brushRef="#br1" timeOffset="119573.26">6356 10618 39 0,'3'6'398'0,"0"-2"261"0,-2 1 168 16,2 3 79-16,1-4-312 0,1 4-178 0,-1-2-73 15,1 1-34-15,3 1-27 0,-2-1-46 16,-1-1-44-16,1-1-51 0,1-1-44 0,0-1-18 15,0-1-11-15,-1-2-8 0,2 0-9 16,-1-2 15-16,2-4 30 0,-1 0 24 0,0-1 26 16,-2-4 27-16,2 2 14 0,-2-1-4 15,-3-1-24-15,1 0-20 0,-3 2-23 0,-2 1-21 16,-1-2-20-16,-1 3-16 0,-2 1-10 0,0 0-11 16,-2 2-8-16,0 1-8 0,1 0-8 0,-1 1-2 15,-1 2-5-15,2 0-3 0,0 0-3 16,1 0-2-16,0 2-1 0,2 0-4 0,0 0-1 15,1 1-1-15,-2 2 1 0,4-1-1 16,0 4 0-16,3-1 1 0,-2 1 2 16,4 0-1-16,0-1-13 0,1 4-54 0,1-3-71 0,0 0-71 15,1-2-132-15,4 0-175 0,0-2-306 0,1 2-254 16,4 0-194-16,1 0-73 0,2-1 356 16,1 2 484-16</inkml:trace>
  <inkml:trace contextRef="#ctx0" brushRef="#br1" timeOffset="120248.12">8185 11661 184 0,'0'4'714'0,"0"1"357"0,1 1 83 0,-1 0-89 15,2 1-445-15,1 2-275 0,0 2-127 16,1-2-64-16,-1-1-39 0,4 3-40 0,-2-3-30 15,3-2-19-15,-1 2-10 0,-1-1-4 16,3-3 3-16,-2 1 5 0,1-2 18 0,-2-2 27 16,3 1 24-16,-2-2 21 0,-1 0 3 0,-1 0-3 15,0 0-12-15,-2-2-22 0,1 1-26 16,-1 1-15-16,-1-2-11 0,0 2-10 0,-1-1-12 16,-1 1-5-16,0 0-5 0,2 0-42 15,0 1-45-15,-1 1-70 0,1 3-151 0,1 1-236 16,0 1-301-16,2 2-258 0,2 1-213 15,3 1 77-15,3 4 520 0</inkml:trace>
  <inkml:trace contextRef="#ctx0" brushRef="#br1" timeOffset="120880.58">10046 12883 4 0,'12'12'425'0,"-2"2"361"0,-2-1 227 0,-2-2 56 0,0-1-284 16,-1-1-276-16,0-2-179 0,0 0-92 15,-2-3-52-15,-1-1-50 0,-1 1-45 0,1-4-24 16,-1 0 0-16,1 0 51 0,2 0 65 0,-4-2 44 15,2-1 12-15,1-3-8 0,-3-1-19 16,-1 0-44-16,-1-2-48 0,-2 0-37 0,-1 0-20 16,0-1-11-16,-3 1-10 15,1 0-6-15,0 3-10 0,-1-2-7 0,3 3-6 0,-1 1-7 16,2 2-6-16,0 1-5 0,1 2-2 0,1 1-3 16,2 5-2-16,2 1-2 0,4 1-14 15,0 2-43-15,4 1-62 0,1 0-64 0,3 0-110 16,3 0-164-16,1 0-244 0,2 0-264 0,4-2-221 15,0 4-159-15,3-4 197 0,1 1 492 16</inkml:trace>
  <inkml:trace contextRef="#ctx0" brushRef="#br1" timeOffset="121526.68">11856 13914 393 0,'0'1'789'0,"0"0"272"16,0 1 53-16,2 2-283 0,-1 1-281 0,-1 1-189 16,4 2-97-16,-1-1-62 0,0 3-46 15,3 0-38-15,0 0-28 0,1 1-19 16,-1-3-16-16,2 0-15 0,0-2 33 0,0-1 33 15,0-2 37-15,-2-2 20 0,3-1 11 0,-1-4 4 16,-1-1-32-16,-1-3-33 0,0 0-32 0,-1-3-19 16,-2-1-13-16,1-1-5 0,-4 2-7 15,1 2-4-15,-1-3-5 0,-1 3-6 0,1 2-4 16,-4 1-6-16,1 0-4 0,1 1-4 16,-1 1-2-16,-1 3-3 0,1-1-2 0,-2 4-2 15,2-1-6-15,-2 3-10 0,0 4-25 0,2-2-54 16,-2 1-58-16,2 2-58 0,0-1-86 15,0 1-144-15,0-2-154 0,-1 1-244 0,4 0-218 16,-3 0-207-16,3 0 23 0,0-4 408 16,0 1 429-16</inkml:trace>
  <inkml:trace contextRef="#ctx0" brushRef="#br1" timeOffset="122110.73">11989 13466 144 0,'3'0'372'0,"-3"0"187"15,2 0 144-15,-2 2-177 0,0 0-130 16,0 0-44-16,0 3-14 0,0 0-4 0,0 4 4 16,0 0 10-16,0 3-12 0,3-1-50 15,-3 6-43-15,0 1-43 0,0 3-28 0,-3 2-6 16,3-1-4-16,0 4 3 0,0 1-5 0,-2 1-9 15,1 1-17-15,-1-1-33 0,-1 1-29 16,1 2-23-16,-1-2-16 0,0 1-12 0,0 1-7 16,-1-2-6-16,1 1-3 0,-3-2 1 15,3 0-2-15,-2 1-3 0,0-1-2 0,1 0-13 16,-1-3-39-16,0-1-46 0,-1-1-34 0,1-4-42 16,-1-2-85-16,-1-4-125 0,1-2-111 0,2-3-196 15,0-4-253-15,-2-4-215 0,3-2 16 16,-4-3 316-16,1-3 389 0</inkml:trace>
  <inkml:trace contextRef="#ctx0" brushRef="#br1" timeOffset="122374.86">11643 14159 259 0,'3'18'519'0,"3"-4"244"0,0 1 147 0,4-1-242 16,0-2-161-16,4-3-103 0,0 2-66 0,3-4-61 15,3-1-58-15,0-2-52 0,2-1-48 16,-1 0-27-16,2-1-35 0,-1-1-25 0,2 1-10 16,-2-1-7-16,0-1-5 0,0 0-16 15,-2 2-61-15,0-2-98 0,-3 1-134 0,-1-1-266 16,0 2-268-16,-3-1-221 0,-2-1-21 15,-2-3 257-15,1 0 377 0</inkml:trace>
  <inkml:trace contextRef="#ctx0" brushRef="#br1" timeOffset="122668.81">11836 13455 210 0,'7'-2'437'16,"1"2"175"-16,-1 0 145 0,1 0-180 16,4 2-145-16,-1-1-64 0,2 1-37 0,4-1-35 15,-1 1-52-15,0-1-55 0,1 2-70 0,1-2-48 16,2 1-27-16,-2 0-17 0,2 0-7 15,-1-2-6-15,-1 2-5 0,-1 0-3 0,-1-1-9 16,1 0-61-16,-4 1-109 0,-1 1-162 16,-2-2-284-16,-2 6-226 0,-3-3-148 0,-1 1 89 15,-1-3 310-15</inkml:trace>
  <inkml:trace contextRef="#ctx0" brushRef="#br1" timeOffset="123395.56">10251 12544 61 0,'2'8'304'0,"-2"-1"160"0,-2 2 140 0,2 1-41 0,-1 3-156 16,-1 0-78-16,0 2-14 0,1 3 16 16,-1 1 39-16,-2 3 5 0,2 2-18 0,1 2-36 15,-2 4-40-15,-1-1-51 0,1 4-68 0,-2 0-45 16,0 3-39-16,1-4-30 0,-2 3-25 16,1-2-7-16,0-1-3 0,0 1-7 0,2-1-5 15,-2-2 0-15,2 0 0 0,-3-4-1 16,3 2-4-16,0-5-45 0,-1 1-120 0,-2-2-158 15,-2-4-275-15,0-2-275 0,0-3-259 16,2 1-87-16,-4-5 325 0,1-4 449 0</inkml:trace>
  <inkml:trace contextRef="#ctx0" brushRef="#br1" timeOffset="123643.86">9843 13287 116 0,'7'9'336'0,"-1"-2"165"0,2 1 149 15,3-1-102-15,0 2-132 0,2-2-72 0,4 3-14 16,0-4-31-16,3 2-39 0,0-2-58 16,4-1-58-16,-2-1-40 0,3 1-41 0,1-2-27 15,0-1-10-15,-2-1-2 0,2-1 14 16,-1 0 10-16,0-3 0 0,0 0-58 0,-3-3-122 15,-1 0-142-15,1-1-306 0,-3 0-238 16,-3-4-160-16,0 2 76 0,-5-3 316 0</inkml:trace>
  <inkml:trace contextRef="#ctx0" brushRef="#br1" timeOffset="123926.03">10139 12537 127 0,'7'2'377'0,"0"-1"172"0,0 0 139 16,2 2-88-16,2 1-200 0,0 3-105 0,4-3-55 15,0 2-28-15,1-1-41 0,3 1-48 16,1 1-45-16,0-1-30 0,0 0-15 0,2 1 11 15,-1-3 5-15,1 0 1 0,0 1 2 16,2-2 0-16,-3 0-2 0,1-3-44 0,-2 0-93 16,-1 0-150-16,-2-2-293 0,-1-1-217 0,-2 1-145 15,-4-2 24-15,-2-2 257 0</inkml:trace>
  <inkml:trace contextRef="#ctx0" brushRef="#br1" timeOffset="124662.13">8250 11340 118 0,'0'0'447'16,"-2"0"272"-16,2 1 197 0,0 2-56 0,-2 0-238 16,2 1-147-16,0 4-93 0,-3 1-64 0,3 4-56 15,-3 0-59-15,-1 2-42 0,2 4-31 16,-1 0-18-16,1 4-17 0,-1 3-9 0,0-1-11 16,-2 2-14-16,0 1-10 0,2 2-19 15,-3-2-8-15,0 2-15 0,-1 0-1 0,1-1-4 16,-1 4-3-16,-2-2-1 0,3 0-19 0,-2 1-21 15,-3-1-44-15,1 0-97 0,-1 1-130 16,0-4-159-16,0 1-255 0,0 0-266 0,-1-3-186 16,2-4 104-16,0-2 346 0,1-2 367 15</inkml:trace>
  <inkml:trace contextRef="#ctx0" brushRef="#br1" timeOffset="124916.2">7913 11971 358 0,'0'-1'658'0,"0"1"230"15,0-2 64-15,0 0-325 0,0 2-244 0,1 2-151 16,1 1-79-16,3 2-47 0,0 2-2 0,2 1 0 16,1 2 1-16,2-1 0 0,4 2-22 0,-1 1-15 15,2-2-31-15,1 0-17 0,3-1-7 16,1 1-4-16,0-4-1 0,2-1 6 0,0-3 4 15,2 0 2-15,1-5-3 0,0-3-51 16,-1-2-93-16,0-3-129 0,-2 1-210 0,0-2-276 16,-1-3-233-16,-4 1-61 0,0-5 203 15,-2 0 345-15</inkml:trace>
  <inkml:trace contextRef="#ctx0" brushRef="#br1" timeOffset="125169.95">8210 11331 298 0,'3'4'501'0,"0"1"165"0,4-1 114 0,-1 3-254 16,5-1-160-16,0 2-82 0,2 1-39 0,4 0-26 15,-1-1-6-15,3 1-38 0,3 0-34 16,-3 1-23-16,3-3-14 0,0 3-8 0,-1-1-39 15,1-3-19-15,-1 2-12 0,-2 1-6 16,1-2-8-16,-4-1-59 0,0-2-114 0,-2 2-175 16,-3 0-286-16,-3-2-234 0,-1 3-172 15,-3-3 72-15,-1-1 328 0</inkml:trace>
  <inkml:trace contextRef="#ctx0" brushRef="#br1" timeOffset="125889.94">6564 10347 90 0,'-3'-2'338'0,"1"2"197"0,-1 0 180 16,2 0-50-16,-3 0-154 0,3 2-85 0,-2 1-40 15,1 0-70-15,-1 1-44 0,0 4-36 16,2 1-33-16,-1 3-21 0,0 3-24 0,2 4 10 16,-1 2-22-16,-1 1-28 0,0 6-32 15,1 0-23-15,1 2-26 0,-2-1-17 0,1 2-7 16,-1-1 0-16,0 0 0 0,-1 0-3 16,2-3 2-16,-1 0-5 0,-1 1-3 0,0-2-1 15,0-1-4-15,1 1 0 0,-1 0-20 0,0-4-63 16,-2-2-118-16,0 1-151 0,-1-3-292 15,0-2-276-15,3-3-221 0,-2 0-6 0,-2-4 336 16,1-3 409-16</inkml:trace>
  <inkml:trace contextRef="#ctx0" brushRef="#br1" timeOffset="126124.96">6180 10999 77 0,'6'4'307'0,"-1"2"148"0,0 1 137 16,6 1-88-16,-2 0-172 0,4 1-98 15,1 0-28-15,2 0-17 0,3-1-29 0,-3-1-20 16,4 1-39-16,1-3-43 0,-2 1-42 0,3-4-23 16,0 1-11-16,2-3-11 0,-5-1-3 15,3-2 21-15,-3-2-29 0,0-1-73 0,-2-1-110 16,-1 0-257-16,-2 0-152 0,-4-4-56 15,1 1 101-15,-3-3 200 0</inkml:trace>
  <inkml:trace contextRef="#ctx0" brushRef="#br1" timeOffset="126380.57">6444 10301 245 0,'5'-2'451'16,"3"2"157"-16,0-2 84 0,1 2-250 0,5 0-188 15,1 0-94-15,2 2-45 0,2-2-24 0,1 0 19 16,4 1 2-16,1 0-7 0,-1 1-1 16,3 0-4-16,0 0-2 0,1 2-30 0,-1-2-24 15,2 2-14-15,-3 0-23 0,1 1-82 16,-3 1-122-16,0 3-293 0,-2 0-202 0,0 1-118 15,-3 2 31-15,0 0 230 0</inkml:trace>
  <inkml:trace contextRef="#ctx0" brushRef="#br0" timeOffset="141089.72">23383 3217 139 0,'-2'-1'336'0,"0"1"147"16,1 0 86-16,-2 0-208 0,1 1-149 0,0 2-73 15,1 0-24-15,-3 1 9 0,3 1 77 16,-1 1 66-16,1 0 44 0,-2 3 36 0,1 2 9 15,1-1-7-15,-1 4-38 0,1-1-43 0,-3 2-39 16,4 3-45-16,-1 0-33 0,-3 1-34 16,4 4-28-16,-1 1-15 0,1 4-3 0,1 3 22 15,3 2 29-15,-3 3 17 0,4 3 22 16,-2 3 4-16,2 4 2 0,-4 4-24 0,1 3-28 16,-1 3-17-16,-1 4-24 0,0 3-15 15,0 3-19-15,0 3-7 0,0 2-5 0,-1 0-7 16,-1 0-4-16,1 4 4 0,-2-1 3 15,1 1-2-15,-1 1-1 0,2 0 1 0,-3 4 2 16,-1 0-3-16,2 1-4 0,-2 2 0 0,2-1 2 16,-3 1-1-16,2 3-4 0,-3 2-1 0,1 4-2 15,-1 0-3-15,0 0-2 0,-1 3-1 0,1-2 0 16,2 0 0-16,-1 0-1 0,0-1 0 16,1-1 2-16,0-2-4 0,1 0-2 0,0-4 0 15,3-4 0-15,-1-5 0 0,0-2 0 0,1-5 1 16,-1-4 1-16,2-5 0 0,0-4-1 0,-2-3 0 15,0-7 0-15,0-4-1 0,1-3 0 16,-1-6 0-16,1-4 0 0,-3-5-1 0,1-5-3 16,2-2-7-16,-3-7-12 0,3-3-21 15,-4-3-35-15,2-4-66 0,-2-6-57 0,2-5-65 16,-2-5-115-16,2-5-151 0,0-6-182 0,1-5-221 16,1-3-216-16,-1-5-116 0,0-5 229 0,-1-5 443 15</inkml:trace>
  <inkml:trace contextRef="#ctx0" brushRef="#br0" timeOffset="141970.67">23213 3476 134 0,'3'-5'355'16,"1"0"170"-16,-3-1 151 0,2 2-113 0,1-2-63 0,-3-1-3 15,4 0 8-15,-1-2-7 0,1-3-43 16,2 0-70-16,-3-3-90 0,4-2-71 0,2 1-37 16,-1-3-10-16,1-1 14 0,2-1 8 15,-1-1-9-15,-1-3-18 0,4 2-32 0,-3-4-32 16,3 0-34-16,-2 1-23 0,-1 2-12 0,1 1-9 16,-2 2-4-16,-1 4-6 0,0 1-4 0,0 4-9 15,-5 1-6-15,1 4-3 0,0 3-2 0,1 4 2 16,-1 3-4-16,0 5 2 0,-1 3 4 15,1 2 3-15,0 3 1 0,1 4 0 0,-3 0-7 16,4 2-2-16,-4 1-3 0,2 2-2 16,-2 0-1-16,0 0-2 0,3 2 7 0,-3-1 4 15,0 0 1-15,1 0-5 0,-4-1-44 16,1 0-60-16,-2 0-59 0,-1 0-132 0,0-1-179 16,-1-1-315-16,-3 0-268 0,3 1-222 0,2-2-103 15,-4 0 385-15,1 0 523 0</inkml:trace>
  <inkml:trace contextRef="#ctx0" brushRef="#br0" timeOffset="144036.54">23103 6941 169 0,'1'1'409'15,"2"0"176"-15,-3-1 107 0,2 1-191 0,0-1-210 16,-1 0-120-16,-1 3-61 0,3-3-37 0,-1 0 0 16,1 0 17-16,2 0 20 0,-1 0 33 15,1 0 39-15,3 0 27 0,3 0 19 16,0 0 0-16,2 2-8 0,1-2-19 0,3 2-19 16,-1 0-12-16,5-2-22 0,0 1-22 0,2 0-19 15,2-1-12-15,1 0-20 16,0 2-22-16,4-2-11 0,-1 0-8 0,3-2-9 0,-1 2-4 15,4-1 0-15,0 0 1 0,1 1-2 16,-1-2-5-16,2 0 0 0,-1 0-8 0,-2 2-3 16,0 0-4-16,-3-3-1 0,3 3 1 15,-3 0-1-15,2 3-6 0,-3-3-1 0,1 2 1 16,0 0 23-16,2 1 18 0,-1 0 10 0,0 3 11 16,1-2 1-16,0 1 0 0,0 1-14 0,3-2-18 15,-1 2-12-15,3-2-8 0,-1 3 5 16,1-3 0-16,3 2-9 0,-3-2 7 15,1 1 0-15,-1-1 1 0,5 2-9 0,-5-2 4 16,1 0-2-16,1 1-3 0,-1-1 1 0,3 2 4 16,-4-1-1-16,4-1-1 0,-2 1 3 0,1-1 4 15,1 1-1-15,1-1 1 0,1-1 3 16,-1 2-1-16,3 0-2 0,0-2 1 0,3 2 0 16,-2 1-8-16,2-1 6 0,-1-1 40 15,1 1 27-15,-2 1 7 0,4 0 2 0,-2 1 2 16,0-1-4-16,0 0-36 0,-2 3-21 0,4-5-6 15,-1 5-7-15,0-1-1 0,0 0 1 0,0 1 1 16,1-2-1-16,3 0-4 0,-1 1 1 16,0 0-3-16,1-2-3 0,-1-1-2 0,1 4-2 15,-1-3-3-15,0-1 1 0,1 1 2 16,-2 0 3-16,0 0 0 0,4 0 1 0,-4 0 3 16,2 2 4-16,-1-2-1 0,3 1-2 0,0 1 19 15,0-3 10-15,-1 3 2 0,2 1-1 0,2-1 1 16,-3-1-2-16,3 0-17 0,-1-1-7 15,2 4-3-15,0-5-1 0,1 1-2 0,0 0 4 16,-1-1 0-16,4 1-3 0,-4 0-1 0,3 0-1 16,-1 1-1-16,-1-2-4 0,-1 1-3 15,4-1-1-15,-3 1 0 0,-1-2 2 0,3 0 1 16,-2 1 4-16,0-1 4 0,2 0 2 16,-2-3-1-16,0 0-1 0,-1 2-2 0,-1-3-2 15,0 0-2-15,-1 0 0 0,-1-3-1 16,-2 3-4-16,0-2 0 0,-4 1 1 0,1-2 3 15,-1 1 1-15,-3 2 1 0,-1-4 6 0,-3 3 2 16,2-2-1-16,-5 2-6 0,0-1-8 0,2 1-1 16,-5-2-3-16,-2 1-3 0,-1 0 0 15,-2 1 6-15,-3 0 5 0,-1-1 2 0,-2-1 0 16,-2 1 1-16,-2 1-1 0,0 0 0 16,-3 1-1-16,1-2 6 0,-4 1 4 0,1 1 4 15,-4 0 1-15,0-2 0 0,-3 2-1 0,2 0-6 16,-5 0-4-16,0 0-2 0,0 0-1 15,-1 0 0-15,-2 0 0 0,1 0 0 0,-1 2 2 16,0-2-3-16,1 0 1 0,-1 1-1 0,0-1 0 16,-2 2 0-16,2-2-1 0,0 0 2 0,-1 1 0 15,4-1 1-15,-3 1-2 0,1-1 3 16,1 2 0-16,-1-2 1 0,1 0-2 0,3 1 7 16,0-1 4-16,-3 2 3 0,5-2 1 15,-3 0-1-15,2 0 1 0,-1-2-5 0,1 2-3 16,0-1-2-16,-2 1-1 0,-1 0 0 0,3-2-1 15,-1 2-1-15,-2 0 0 0,0-1 0 0,1 1 0 16,-3-1 0-16,2 1 7 0,0-2 4 16,1 1 1-16,0-1-1 0,0 1 3 0,0 1-1 15,3-1-6-15,-3-3-3 0,2 3-7 0,0-2-3 16,0 0-3-16,2 0 0 0,0 0 0 0,-1-1 0 16,2 0 5-16,-1-1 3 0,1 3 1 15,1-2-1-15,-3 0 2 0,1 1-2 0,-1 0 0 16,0 0-2-16,-1 0 1 0,0 2-1 0,0-1-1 15,-5 0 1-15,2 2 0 0,1-1 0 0,-2 1 0 16,-2 0 0-16,1 0 0 0,0 0 0 16,-1 0 0-16,-2 0 1 0,0 0-1 0,0 0 1 15,1 0 0-15,-3 0-1 0,3 0 0 0,-1 0 0 16,-2 1 0-16,4-1-1 0,-4 0 0 0,1 0 0 16,-2 0 1-16,1 0 0 0,-1 0-1 0,2 0 0 15,0 2-1-15,-2-2 1 0,0 2-3 16,0-2 1-16,1 0 6 0,-1 1 1 0,4 1-9 0,-4-2-28 15,0 1-61-15,0 1-63 0,-4-2-96 0,3 0-175 16,-3 1-261-16,1-1-308 0,-3 1-236 16,3-1-190-16,-2-1 133 0,0 0 580 15</inkml:trace>
  <inkml:trace contextRef="#ctx0" brushRef="#br0" timeOffset="144430.51">30383 7152 85 0,'3'0'596'16,"-1"0"411"-16,0 0 148 0,-1 1-70 0,3-1-378 15,-1 0-280-15,2-1-162 0,-1 1-72 0,6 0-12 16,-1 0 11-16,2 1 0 0,2 2-6 0,0 0 0 15,1-1-10-15,-2 0-28 0,3 3-33 16,1-1-31-16,-2 2-21 0,2-2-22 0,-2 2-14 16,2 0-6-16,-4 0-8 0,2 1 4 0,-1 1 2 15,0-1 2-15,-2 0 1 0,-1 0 8 0,-1 4-5 16,-1-3-2-16,-4 1 3 0,1 2 2 0,-1-1-1 16,-4 2-3-16,-2 0 2 0,-1 1-6 15,-2 0-6-15,-2 1-5 0,-3-2-3 0,2 4-2 16,-4-1-2-16,-2-2-2 0,2 2-1 0,-4 0-1 15,2-1-2-15,-4 0-2 0,2 1-3 0,1-4-24 16,-1 0-54-16,0-1-65 0,2-3-77 0,1 1-146 16,2-2-205-16,1-1-300 0,0 0-254 15,3-2-206-15,1 0-10 0,3-1 453 0,-2 0 499 16</inkml:trace>
  <inkml:trace contextRef="#ctx0" brushRef="#br0" timeOffset="145471.06">30391 7825 217 0,'4'-7'408'0,"-1"-1"169"15,0 2 86-15,-1 1-166 0,1 0-69 0,-2 0-20 16,3 2-2-16,-2 2 3 0,2-2-18 0,-3 1-36 16,1 1-72-16,-2 0-59 0,1 1-53 15,-1-2-48-15,0 2-41 0,0 0-30 0,0 0-19 16,2 2-13-16,-2-1-7 0,2 2 3 0,-2 1 8 15,1 3 10-15,1 1 18 0,-2 4 23 16,1 2 19-16,-1 1 4 0,0 3 12 0,-1 1 0 16,-1 1-8-16,1 3-14 0,-3-1-2 0,3 2-5 15,-4 0-14-15,1 2-11 0,0-1-9 16,0 1-11-16,0 0-14 0,3 0-11 0,-2 0-6 16,3-3-3-16,0 0-2 0,1 0 1 0,1-1-2 15,1-3 1-15,2 0-2 0,-2-2-1 0,5-2 1 16,-4 1-1-16,4-5 1 0,-1 1 1 0,-1-2 2 15,3 0 2-15,-2-1-2 0,-1-3 2 16,1 0-2-16,0-1 3 0,0 1-2 0,-3-5 1 0,5 2 2 16,-5-2 3-16,4-1-3 0,-2 0-1 15,1-1-13-15,-1-2-40 0,-1-2-49 0,1 1-45 16,-1 1-44-16,-2-3-88 0,0 0-117 0,-1-1-110 16,-2 1-159-16,0 2-250 0,-2-4-216 0,1 3-18 15,-3 0 268-15,-1-3 382 0</inkml:trace>
  <inkml:trace contextRef="#ctx0" brushRef="#br0" timeOffset="145797.54">30262 8136 313 0,'-5'0'588'0,"4"0"215"0,1-2 79 0,0 0-281 16,1 1-169-16,4 0-85 0,-2-1-41 0,3 0-10 16,1 1-3-16,1 0-27 0,1-1-46 0,0 1-50 15,3 1-41-15,3 0-27 0,0 1-11 0,4-1-14 16,-1 2-2-16,2-2 5 0,-2 0-11 16,2 1-12-16,0 0-21 0,0-1-4 0,0 2-13 15,-3 0-10-15,2-1-4 0,-5-1-2 16,2 3 0-16,-3-1-6 0,-2-2 1 0,1 5 2 0,-2-3-5 15,-1 2 4-15,1 0-18 0,-2 0-25 0,-4 1-21 16,1-2-55-16,0 2-99 0,-2-1-132 16,2-1-157-16,-4 3-274 0,1-2-253 0,-2 1-146 15,0-1 149-15,0 1 371 0</inkml:trace>
  <inkml:trace contextRef="#ctx0" brushRef="#br0" timeOffset="147076.99">31152 7972 152 0,'-3'-6'430'0,"0"-2"247"16,-2 3 196-16,2 1-99 0,-4-2-157 0,2 1-85 15,1-1-89-15,-4 2-70 0,2-2-71 0,-2 2-73 16,0-1-70-16,-1 1-43 0,0 1-27 0,1 0-10 15,-1 2 17-15,5 1 16 0,-1-2 21 0,0 1 12 16,0 1-1-16,2 0-12 0,0 1-24 16,1-1-29-16,-1 2-25 0,2-2-23 0,-3 1-12 15,3 2-11-15,-2 2-6 0,1 0 2 0,-1-2-3 16,1 4 2-16,1 0-2 0,-3 1 1 16,3 1 2-16,-2-1-1 0,-1 3-1 0,2 0 1 15,-3 2-1-15,0-1-2 0,2 2 0 0,-4 0-2 16,3 2 3-16,-4 1-2 0,2-1-1 0,-2 2 2 15,-1 3-3-15,0-1 3 0,0 0-2 16,2 0 1-16,-1 0 1 0,1 1 0 16,-1 0 2-16,1-2-1 0,1 1 0 0,-2-1-1 0,4 2 4 15,-1-2-1-15,1-1-1 0,0-1-1 0,0 2 1 16,3-1-1-16,1-1 2 0,-2 0-3 0,4-1 9 16,-2-1 8-16,1 0 1 0,3-2 3 15,-1 0 0-15,0 0 2 0,2-2-10 0,1-1-5 16,3-3 0-16,-2 2-3 0,3-4 4 0,0-1-1 15,2 0-1-15,0-2-1 0,1-2 0 16,0 0 2-16,1-2-4 0,-3 1-1 0,2-2-1 16,-3 0-10-16,0 0-36 0,-2 0-58 0,0 0-51 15,-2-1-68-15,-1 0-123 0,0 0-161 0,-4 0-226 16,3 1-227-16,-1 0-220 0,-2 0-93 0,-1 0 289 16,3 0 452-16</inkml:trace>
  <inkml:trace contextRef="#ctx0" brushRef="#br0" timeOffset="147668.12">31146 8449 26 0,'3'-5'327'0,"1"3"226"0,1-3 196 0,2-1 67 0,1-1-188 16,0-1-126-16,4-1-64 0,-1-1-41 0,5-2-39 15,-3-1-59-15,4 0-68 0,-3 0-64 16,3-1-47-16,0 1-30 0,-2-1-23 0,0 1-19 16,-2 1-7-16,0 0 7 0,-3 2 19 0,1 2 21 15,-3 1 29-15,-3 1 31 0,-1-1 17 16,0 3-7-16,-3 2-19 0,2 0-24 0,-3 2-31 15,0 0-27-15,0 4-27 0,-3 0-13 0,2 4-7 16,-3-1-6-16,3 1-4 0,-2 2-2 0,1 1-1 16,-1 1 1-16,1-1 0 0,1 0 1 0,1 1-1 15,-2-1 1-15,4-2 1 0,-2 0 1 16,3-2-3-16,0 0 0 0,2-1 4 0,0-1 1 16,2-3 1-16,1 1-1 0,0-2 1 15,0-2 1-15,5-2-2 0,-4-1 0 0,4 0-2 16,-4-1 3-16,3 1 1 0,-3 0 0 0,0-1-1 15,-1 1-1-15,-1 1-3 0,0 0 0 0,0 0-2 16,-4 1 0-16,2 0 0 0,-4 1-2 16,3 0-1-16,-1 1 2 0,-2 1 0 0,3 0-1 0,-2 1 2 15,2 1 2-15,-1 0 2 0,0 2-1 16,0-2-1-16,0 1 2 0,1 2-1 0,0-2-1 16,0 1 0-16,2-1 0 0,-3 0 0 0,2 2-1 0,-1-1 0 15,0-1 2-15,-1 0-1 0,2 1 1 16,-1-2 1-16,1 1-1 0,-4-1-4 15,3 2-26-15,-3-2-45 0,1 0-53 0,-1 1-46 0,-1 1-57 16,0 1-104-16,0-1-132 0,-1 1-155 0,-1-2-235 16,1 2-227-16,-1 0-144 0,0 0 170 15,2 0 434-15</inkml:trace>
  <inkml:trace contextRef="#ctx0" brushRef="#br0" timeOffset="147874.73">31686 8372 28 0,'0'-15'472'0,"-1"1"425"0,-3-1 269 0,3 0-14 16,-2-1-359-16,-2 3-274 0,4 0-168 0,-2 2-105 16,3 2-73-16,-4 1-49 0,4 2-30 15,0-1-28-15,-1 3-30 0,1 2-17 0,0 0-13 16,1-1-6-16,-1 3-5 0,4 0-7 0,-3 3-12 16,1-1-22-16,-1 0-15 0,1 4-40 0,1 0-72 15,-3-1-93-15,0 1-95 0,0-2-115 0,0 3-180 16,0 1-240-16,0 0-108 0,0 0 88 15,1 2 243-15,1 0 285 0</inkml:trace>
  <inkml:trace contextRef="#ctx0" brushRef="#br0" timeOffset="148250.07">31694 8460 165 0,'0'2'430'0,"2"-2"227"0,0-2 180 0,1-1-134 15,3 0-147-15,-2-2-102 0,3-1-71 0,1 0-55 16,2-5-52-16,0 3-47 0,2-4-46 0,2 0-37 15,-2-2-20-15,1 1-15 0,3-1-11 16,-3 1 2-16,2-1 10 0,-3 1 12 0,0 1 21 16,-2 2 22-16,-1 0 16 0,-1 3-7 15,-2 1-19-15,-3 1-26 0,2 2-26 0,-3 0-30 0,-1 2-29 16,3 1-19-16,-4 2-10 0,1 0-6 16,-1 1-1-16,0 2-5 0,0 1-1 0,0-2 2 15,0 2-2-15,0 1-2 0,2-1-1 0,-2 1 1 16,0-1 0-16,1 0 0 0,1 0-2 15,1 0 1-15,-2-1 0 0,1 0 0 0,1-2-1 16,-1 2-2-16,3-2 1 0,-2-1 0 0,2 0 1 16,-1 1 1-16,2 0-1 0,1-1 0 0,-2 0 2 15,-1 2 0-15,3-2 0 0,-2 1-2 0,1 1-2 16,-2 2-9-16,1-1-30 0,-3 1-45 0,-1 0-56 16,3-2-44-16,-4 0-46 0,-2 1-51 15,0-1-59-15,-1 1-52 0,0-2-55 0,0-1-89 16,0 0-180-16,-2 0-220 0,4 0-71 0,-1 0 109 15,0 0 269-15,2-2 278 0</inkml:trace>
  <inkml:trace contextRef="#ctx0" brushRef="#br0" timeOffset="148906.28">32132 7961 394 0,'-3'-1'819'16,"0"-1"313"-16,0 2 28 0,3-1-311 0,-2 0-280 0,4-1-161 15,-1 2-75-15,6 0-29 0,2 0-15 16,1 2-28-16,1-2-27 0,3-2-35 0,-1 2-51 16,2-1-49-16,0-2-35 0,2 2-19 0,-3-3-12 15,2 0-7-15,0 1-2 0,-1 0-4 0,0-2-1 16,1 3 0-16,-5-2-3 0,2 2-1 15,-3-2-4-15,-2 3 0 0,2-3-3 0,-2 4-3 16,-2-2-2-16,0 2-2 0,-2 0 1 0,1 0-2 16,-2 0 0-16,-2 0 1 0,4 0-1 0,-5 0-1 15,3 0 0-15,-2 2 2 0,-1 1 0 16,2-2-1-16,0 1 1 0,-2 3 1 0,0 0-1 16,1 1-1-16,-1 0 0 0,0 2 2 0,2-1-2 15,-2 3 0-15,0 2 1 0,1 2 4 0,-1 1 3 16,4 2 2-16,-3 0 4 0,3 3 2 15,0 1 2-15,1 1-5 0,-1 2 1 0,3 2 1 16,1 1-2-16,3-1-1 0,-2 4 0 0,3-4 0 16,1 3-3-16,-1-1-3 0,1 1 0 0,1-2-1 15,-2 0-1-15,1-2 1 0,0 1-1 0,-1-2 0 16,1-1 0-16,-3 0-2 0,-1 0 1 16,0-2-1-16,-2-3-1 0,-2 0 0 0,-2-3 1 0,-3-2 0 15,-2-1 6-15,-3-1 6 0,1 0 6 16,-3-3 4-16,-4 0 3 0,2 1 2 0,-3-3-3 15,-1 0-4-15,-4-1-3 0,2 2-4 0,-1-1-1 16,-5-1-3-16,3 1-2 0,-2 0-2 0,0 0-2 16,1 1-1-16,-2-1 0 0,1 0-2 15,1 0-1-15,0 0 0 0,2 0-1 0,1 0 1 16,0 0-1-16,5-2 0 0,-1 0-1 0,3 0 1 16,1-2-2-16,4 2 0 0,-1-3 0 0,1 0-2 15,3-1 0-15,1 0-2 0,0-1-8 0,1 1-8 16,-1-3-14-16,4 1-18 0,-4 0-39 0,1-2-70 15,-1 0-71-15,0 1-125 0,0-1-187 16,0-1-308-16,-1 1-309 0,-3-1-210 0,0-1-98 16,-2 2 397-16,-2-5 585 0</inkml:trace>
  <inkml:trace contextRef="#ctx0" brushRef="#br0" timeOffset="150445.2">22434 2121 106 0,'-2'0'345'0,"2"-2"148"16,-1-3 125-16,-1 3-111 0,2-2-160 0,0 2-50 16,0-2-1-16,0 3 36 0,0-2 24 15,0 1 8-15,2 0-14 0,-1 0-35 0,-1 1-43 16,2-1-43-16,1-1-45 0,0 2-44 0,0-1-33 16,0 1-32-16,2-1-14 0,2 0-4 15,-3 1-4-15,4 0-3 0,-2 1-5 0,2-2 28 16,0 4 10-16,3-1 0 0,0 0 4 0,1 4 23 15,0 0 11-15,-1 1-21 0,3 1 0 0,-3 2-4 16,1 2-5-16,-2 4-22 0,0-2-6 16,-2 4-6-16,1-1-17 0,-2 1-8 0,-4 3-7 15,0-3-3-15,0 4-6 0,-3-1 2 0,0-1 1 16,0 1-1-16,-3-1 2 0,2-1 0 0,-4 0-2 16,1-1-3-16,0-3 0 0,-4 3 0 15,3-7 4-15,1 1 1 0,-1 0 1 0,-2-4-1 16,0-1 2-16,0 0-3 0,-1-3-2 0,2-1-4 15,-5-1-2-15,3-2-2 0,-2-1-2 0,0-1-4 16,0-1-1-16,0-2-1 0,-4 0-1 16,3-2 0-16,0 0 0 0,-1-2 0 0,0 1-1 15,3-3 1-15,-4 1-2 0,4 0 2 0,-4 0-2 16,5-2 1-16,0 1-1 0,2 0 2 0,-2 0 2 16,4 0-2-16,0-2 1 0,-1 1 0 0,2-2 0 15,2 2-1-15,1-1 0 0,0-2-6 16,1 2-3-16,2-1-2 0,2-2-1 0,-1 4-1 15,3-3 0-15,-1 2 3 0,1 0 4 0,1 2 2 0,3-1 0 16,-2 2 7-16,1-1-1 0,2 2-1 16,0 0 0-16,0 2 0 0,4-2 0 0,-2 3-7 15,4 0 1-15,-2 1 3 0,1 0-1 16,2 0 0-16,-2 2 2 0,2 0 1 0,-1 3 0 16,1-2 1-16,-1 3-1 0,2 0 0 0,-2 0 1 15,2 1-1-15,-2 1 0 0,3-1-1 0,-3 1 1 16,2-1 2-16,-1 0-1 0,0-1 0 0,0 0 1 15,-2 0-1-15,2 0 0 0,2 0-1 16,-5-1 0-16,1 1-1 0,-1-1-1 0,-2-1-4 16,-1 2-15-16,-4 0-42 0,0 0-69 0,0 0-85 15,-5 0-148-15,1 0-210 0,-2 2-312 0,3-1-299 16,-3-1-209-16,-1 1 16 0,0-1 483 16,-2 0 511-16</inkml:trace>
  <inkml:trace contextRef="#ctx0" brushRef="#br0" timeOffset="151155.66">23408 2002 110 0,'1'3'382'16,"-1"0"188"-16,0 2 127 0,2-1-67 0,0 0-178 16,-2 2-91-16,1 2 1 0,2-2 4 0,2 2-8 15,-4 0-55-15,2-2-63 0,1 0-63 0,-1-2-68 16,0 1-30-16,0-1-3 0,2-1 5 0,-2-2 5 15,3 1 5-15,-2-2 4 0,-1-2-13 16,2-1-17-16,-2-2-12 0,2 1 3 0,-2-1 24 16,0-3 36-16,0 2 36 0,2-3 13 0,-2 2-1 15,-2 0-14-15,-1 1-28 0,0 0-36 16,-3 0-35-16,2 2-20 0,-1-1-14 0,-2 2-10 16,0 0-6-16,1 0-2 0,-2 2 2 0,1 1 3 15,-1 1 1-15,0 2-2 0,-3 0-6 0,4 2-28 16,-4 2-52-16,3 0-46 0,-2 3-38 0,3-2-55 15,-1 3-89-15,2-2-106 0,0 2-82 16,0 1-175-16,3-2-259 0,0 2-188 0,0 0 31 16,1 0 292-16,1 2 343 0</inkml:trace>
  <inkml:trace contextRef="#ctx0" brushRef="#br0" timeOffset="151413.78">23636 2471 224 0,'6'6'414'0,"-2"-1"191"0,1 1 146 0,2 0-136 15,-3-4-74-15,4 1-30 0,-2-2-14 0,-1 1-50 16,2-2-70-16,-1-2-84 0,0-2-87 16,-1 2-66-16,0-4-48 0,-1 0-35 0,1 1-22 15,-1-1-14-15,-3 2-4 0,2-2-4 0,-3 2-5 16,3-1-4-16,-6-1 0 0,3 2-2 0,-3 1-2 15,2 0-7-15,-3-1-9 0,-1 4-46 16,-3-3-104-16,-1 2-134 0,1-2-192 0,-1 3-289 16,-4 0-260-16,4 0-141 0,-3 2 179 0,2-2 395 15</inkml:trace>
  <inkml:trace contextRef="#ctx0" brushRef="#br0" timeOffset="151708.75">23310 2496 91 0,'6'-2'404'0,"1"-3"255"0,2 1 230 0,-1-2 9 16,3-2-196-16,1 0-146 0,3-3-99 15,-1-2-76-15,0-1-78 0,3-1-70 0,-1-1-47 16,2-1-28-16,-1 1-4 0,4-1-6 0,-4-2-5 15,4-2-14-15,-3 1-28 0,0-2-24 0,3-2-24 16,-3 1-19-16,-2-1-14 0,2 0-8 16,-2 2-1-16,-2-2-3 0,-3 4-8 0,0 1-43 0,-2 1-45 15,-1 0-56-15,-1 3-93 0,-4 0-139 16,0 1-168-16,-1 2-216 0,-1 2-247 0,-1 1-186 16,0 2 43-16,0 3 352 0,0-2 385 0</inkml:trace>
  <inkml:trace contextRef="#ctx0" brushRef="#br0" timeOffset="152251.44">23813 1877 187 0,'6'-1'442'15,"0"0"188"-15,-1-1 147 0,0 2-128 0,-1 0-120 16,3 0-74-16,0 2-34 0,1 0-19 0,2 0-47 16,0 1-54-16,0 0-70 0,3 1-51 0,0 1-42 15,-2 0-24-15,0-1 13 0,1 0-9 16,0 2 14-16,2 0 5 0,-5-2 3 0,3 0-6 16,0 1-15-16,-2-1-15 0,-1 2-23 0,0-2-21 15,-1 2-13-15,2 0-8 0,-4 0-15 16,4 1-10-16,-4-1-6 0,-1 1-4 0,1 1 0 15,-1 1-6-15,1 0 1 0,-1 1 2 0,0 1-1 16,-2 2-1-16,2-4 2 0,-4 2-1 0,3 1-4 16,-1-2 0-16,0 2-1 0,1-2 2 0,-2 3-1 15,1-2 1-15,-1-1 3 0,-1 1 0 0,1 0 0 16,0 1 3-16,-2-1-1 0,-4 1 2 16,3 0 1-16,-3 1-2 0,1 1 1 0,-3 2-3 15,2 1 3-15,-5 1-1 0,3 0-1 0,0 1 4 16,-3 1 0-16,-1 3 0 0,0-1-4 0,1 0 3 15,-1 1 1-15,1-1-3 0,0-1-1 16,1 0-1-16,0-2 2 0,-1-2-3 0,5-1 0 16,-4-2 3-16,2-2 0 0,3 0-2 0,-2-3 1 15,1-1 1-15,1-2-2 0,2-2 2 0,-4 0 0 16,5 0-1-16,-3-3 2 0,2 0-6 16,-3-1-18-16,3-1-46 0,-2 0-48 0,-1-3-45 15,1 3-41-15,-2-3-80 0,-2-1-99 0,0-2-89 16,2 1-115-16,-3-2-255 0,2 2-240 0,-3-3-82 15,-1 3 184-15,2-6 368 0</inkml:trace>
  <inkml:trace contextRef="#ctx0" brushRef="#br0" timeOffset="152962.79">23416 1840 96 0,'-2'-1'299'0,"2"0"147"16,0-1 114-16,-1 2-118 0,1 0-118 16,-2 0-57-16,0 0-13 0,1 0 2 0,-2 2 7 15,1-1 7-15,-1 0 3 0,-1 1-3 0,0 0 8 16,-1-1-4-16,1 0-18 0,-3 2-26 0,1 0-33 15,-2-2-34-15,0 3-49 0,-2-1-36 0,2-2-27 16,-1 4-16-16,0-1-12 0,-3 1-10 16,2 1-5-16,-2-2-1 0,1 0 1 0,0 3-4 15,0-1 0-15,1-1 2 0,-2 2-3 0,3 0-16 16,-1-1-11-16,-1 0 1 0,3 2-6 0,0-1-3 16,-3 2 2-16,5 3 16 0,-1-3 23 15,-1 5 7-15,2 1 6 0,-1-2 7 0,2 2-2 16,-2 2-1-16,4 0-14 0,0 0-9 0,0 1-4 15,-2 2-2-15,4-2 1 0,1 0-1 16,0-1-1-16,0 2 0 0,1-1 3 0,2-2-3 16,0 0-1-16,0 1 1 0,1-2 1 0,0 1-13 15,0-2-38-15,1-1-58 0,-1-1-79 0,2 1-98 16,-1-5-119-16,1 2-158 0,1-1-249 0,-1-2-141 16,3 2 12-16,0-2 194 0,-1 3 286 15</inkml:trace>
  <inkml:trace contextRef="#ctx0" brushRef="#br0" timeOffset="154820.25">24255 4063 18 0,'-4'2'364'15,"-3"-1"286"-15,2 0 216 0,1 1 69 0,-1 0-330 16,3 0-177-16,1 2-101 0,-1 1-53 0,0-1-27 15,2 0-31-15,2 2-31 0,0-1-29 16,-1 1-26-16,2-2-36 0,1 2-24 16,0-2-9-16,1 0-7 0,2-1-2 0,0 0 0 15,1-3 14-15,2 0 10 0,2 0 8 0,-2-3 9 16,1 0-11-16,0-2-13 16,-2 2-10-16,1-3-14 0,-2 2-8 0,0 1 23 0,-3 0 39 15,-2 1 10-15,0-1 5 0,0 2 5 16,-3 1-10-16,2-2-28 0,-2 1-33 0,-2 1-20 15,1 0-8-15,-1 0-12 0,-1 1-2 0,0 2-9 16,-2 0-7-16,-2 1-19 0,1 0-57 16,2 2-52-16,0-1-48 0,-1 2-80 0,2-1-134 15,0 0-135-15,1-1-139 0,1 4-242 0,1-1-221 16,1 3-53-16,3-2 268 0,0 1 387 16</inkml:trace>
  <inkml:trace contextRef="#ctx0" brushRef="#br0" timeOffset="155605.76">25900 5022 71 0,'4'4'625'0,"3"1"471"0,-1-4 152 16,-5 2-116-16,2-2-369 0,-1 1-319 16,0 0-135-16,-1-1-67 0,1 0-30 0,0-1-17 15,-1 2-19-15,1-2-32 0,-2 0-47 0,1 0-33 16,1 0-24-16,0 0-18 0,-2 0-13 16,1 2-6-16,1-2-1 0,-1 1-1 0,3 0 3 15,2 3-3-15,-3-3 4 0,3 2-2 16,1 0 1-16,1-1 0 0,1-2-3 0,0 3 0 15,-1-2 0-15,3 1 2 0,-3-1-3 16,0-1 1-16,0 2 3 0,0-2-1 0,-2 2-2 16,-3-2-2-16,1 0-2 0,-1 1 1 0,-1-1-13 15,-2 1-25-15,0-1-38 0,-2 2-42 0,-1 1-29 16,-1 0-37-16,0 0-55 0,-3 0-68 16,0 0-68-16,-1 1-90 0,1 2-191 0,-1 0-255 15,2 0-153-15,5-2 47 0,-1 2 259 16,4 0 326-16</inkml:trace>
  <inkml:trace contextRef="#ctx0" brushRef="#br0" timeOffset="157863.09">27381 6880 299 0,'0'4'664'0,"-2"-3"332"0,2 2 135 0,-1-2-263 15,-1-1-253-15,1 0-162 0,-1 0-97 0,2 2-67 16,0-2-42-16,2 1-22 0,-2-1-12 0,0 0-15 16,1 0-32-16,1-1-30 0,-1-2-32 0,3-1-29 15,1-4-21-15,-1-1-15 0,2 1-8 16,1-5-6-16,-3 1-3 0,1-2-3 0,2 1 1 16,-1 0 2-16,-3 3 3 0,-2-1 6 15,3 4 3-15,-4 0 1 0,0 1-1 0,0 1-3 16,-2 1-8-16,0 1-7 0,-1 1-8 0,-1 1-4 15,1 2-4-15,-2 2-1 0,2 0-1 16,-4 2 1-16,4 1-1 0,-2-1 0 0,2 3 1 16,-1 0-2-16,1-1 0 0,-1 1 0 0,3-1 1 15,-1 1-1-15,0-2-1 0,2 1 3 16,-1-2-3-16,1 1-7 0,-2-2-29 0,2 1-67 16,0-3-63-16,0 0-103 0,0 0-163 15,-1-2-242-15,1-2-306 0,-2 0-224 0,0 0-176 16,1-3 152-16,-2 1 515 0</inkml:trace>
  <inkml:trace contextRef="#ctx0" brushRef="#br0" timeOffset="161584.85">29625 6698 256 0,'3'4'398'0,"-2"-4"119"16,3 0 0-16,-3-4-205 0,4 2-145 16,-1-3-91-16,3 0-17 0,-2-2-5 0,-1 1 10 15,1-1 15-15,2 0 23 0,-6 1 38 16,5-3 54-16,-4 1 82 0,-1 3 57 0,3 1 40 16,-4-1 11-16,1 2-21 0,1 1-40 0,-2 1-68 15,0 1-71-15,-2 0-55 0,1 0-48 16,-1 1-33-16,0 1-25 0,-1 1-11 0,-3 0-6 15,5 1-5-15,-3 1-1 0,1 2 0 16,2-1 0-16,-3 0-2 0,3-2 1 0,-1 2 1 16,1-2-2-16,-1 1 1 0,0-2 1 0,2 1-3 15,0 1-29-15,0-4-74 0,-1 0-110 16,-1 1-133-16,1 0-211 0,1-2-288 0,0 0-220 16,0 0-24-16,0 0 252 0,0 0 357 0</inkml:trace>
  <inkml:trace contextRef="#ctx0" brushRef="#br0" timeOffset="162140.09">29783 6347 149 0,'1'2'365'0,"-1"3"167"15,0 1 153-15,0 3-134 0,-1 3-127 16,-1 3-43-16,-1 0-1 0,1 6 14 0,-1 1-20 16,1 3-29-16,-2 3-47 0,-1 3-51 15,1 3-44-15,-1 1-58 0,-2 1-40 0,1 2-40 16,-2-2-25-16,0 1-18 0,3 0-12 0,-1-3-3 16,1 0-2-16,-1-4 4 0,5-3-2 15,-2-1-3-15,1-4-1 0,0-2-24 0,2-4-54 16,0-3-79-16,-1-4-114 0,-1-3-142 15,2-5-230-15,-2-2-259 0,2-5-158 0,-1 1 40 16,-1-6 276-16,-1-3 338 0</inkml:trace>
  <inkml:trace contextRef="#ctx0" brushRef="#br0" timeOffset="162380.35">29598 6323 182 0,'9'0'396'0,"4"2"209"0,0 1 206 16,4 0-101-16,-3 0-113 0,7 2-53 15,1-2-51-15,-1 2-77 0,4-3-96 0,0 2-107 16,0-2-74-16,0 3-56 0,-1-2-33 0,0 1-22 16,-2-1-13-16,-3 2-9 0,2 1-3 15,-4-1-2-15,-4 5-11 0,-2-2-56 0,-4 3-115 16,-2 2-163-16,-3 1-292 0,-5 3-267 15,-4-1-230-15,-2 2-17 0,-2 2 346 0</inkml:trace>
  <inkml:trace contextRef="#ctx0" brushRef="#br0" timeOffset="162589.26">29607 6991 206 0,'4'13'530'0,"-2"0"292"0,1-2 202 15,4-3-125-15,1 0-257 0,2-2-167 0,4-2-95 16,0-1-94-16,3-1-90 0,-1-2-75 16,5-2-53-16,-4 2-33 0,1-1-22 0,0 1-10 15,0 0-6-15,-1 0-19 0,-2 1-47 0,-1 1-88 16,-3-2-122-16,0 1-159 0,-3 2-297 16,0 0-248-16,-3 0-135 0,-2 2 130 15,-2-1 350-15</inkml:trace>
  <inkml:trace contextRef="#ctx0" brushRef="#br0" timeOffset="163388.07">27416 6516 204 0,'-2'0'472'0,"2"0"243"16,-1 0 180-16,1 0-174 0,-2 1-164 15,0-1-107-15,2 0-80 0,0 2-74 0,0-1-56 16,2 4-43-16,0-1-35 0,-2 5-30 16,0 1-24-16,0 6-3 0,0 0-11 0,-4 4-11 15,4 3-7-15,-3 3 0 0,2 1-4 0,-3 1-9 16,1 2-13-16,2-3-14 0,-4 3-10 0,2-4-9 16,2-1-7-16,-3 1-2 0,3-2-2 15,1-3-4-15,-2 2-23 0,0-4-27 0,1 1-52 16,-2-3-118-16,-1 2-162 0,0-2-287 15,-2-4-263-15,-2 2-243 0,1-4-90 0,1 0 331 16,-5-3 468-16</inkml:trace>
  <inkml:trace contextRef="#ctx0" brushRef="#br0" timeOffset="163611.81">27049 7228 193 0,'9'6'482'16,"-2"-2"282"-16,2 2 239 0,4-1-123 16,0-1-227-16,3 0-134 0,1-1-106 0,2-2-103 15,2 1-105-15,-1-2-82 0,2 0-59 0,-1-2-28 16,2 1-22-16,-1-4-7 0,0 1-9 16,-1 0-18-16,0-5-55 0,-4 2-114 0,0 0-141 15,-1-2-225-15,-3 0-281 0,0 0-235 0,-3 0-63 16,0-3 265-16,-2-1 390 0</inkml:trace>
  <inkml:trace contextRef="#ctx0" brushRef="#br0" timeOffset="163867.5">27305 6594 241 0,'5'1'539'0,"0"1"274"0,3-1 201 0,1-1-133 16,7 2-265-16,1-1-141 0,2 1-85 16,3-1-84-16,2 1-96 0,0-2-75 0,1 1-44 15,2 1-34-15,-2-1-14 0,4 0-12 0,-4 3-6 16,2-3-4-16,-3 2-8 0,-1 1-2 0,-1 0-6 16,0 0-14-16,-2 1-26 0,-3 0-83 15,-4-2-141-15,1 2-203 0,-5-1-287 16,1 0-265-16,-4 0-206 0,2-1 106 0,-3 0 427 15</inkml:trace>
  <inkml:trace contextRef="#ctx0" brushRef="#br0" timeOffset="164577.04">25934 4672 16 0,'-1'-5'340'0,"-4"4"250"0,0-2 195 16,0 1 77-16,4 2-327 0,-4 2-160 0,4 2-60 16,-1 5-29-16,1-1-9 0,1 7-9 0,0 0-12 0,0 6-38 15,0 3-40-15,1 3-36 0,-1 3-34 16,2 3-28-16,-1 3-20 0,1 1-17 15,1 0-18-15,-3 1-15 0,0 0-10 0,0 1-7 16,-5 0-2-16,4-1-1 0,-2-1-3 16,-2 1 2-16,2-4 4 0,-2 1 1 0,0-4-16 15,2-1-56-15,-5-4-103 0,3-2-141 0,-1-3-224 16,-1-5-284-16,1-2-239 0,-1-1-72 16,-2-4 245-16,0-3 394 0</inkml:trace>
  <inkml:trace contextRef="#ctx0" brushRef="#br0" timeOffset="164786.09">25580 5403 125 0,'5'1'379'16,"0"1"199"-16,-1-1 169 0,6 3-59 0,2 1-184 16,3 0-80-16,2-1-40 0,2 0-46 0,2 1-34 15,2 0-52-15,2-2-64 0,0 0-50 16,0-1-38-16,0-1-20 0,0-1-26 0,0-1-22 15,1-1-11-15,-4-3-44 0,0-1-88 16,-1-1-135-16,-4-3-195 0,0 0-282 0,-2 1-253 16,-1-3-128-16,-3-1 157 0,-1-1 374 15</inkml:trace>
  <inkml:trace contextRef="#ctx0" brushRef="#br0" timeOffset="165031.54">25800 4714 299 0,'0'3'671'15,"1"0"247"-15,6 2 83 0,1 1-157 0,7-1-313 16,5 3-150-16,3 1-70 0,6-1-42 0,2-1-40 16,6 1-56-16,4 0-61 0,1-1-46 15,1-1-26-15,3-2-19 0,-3 1-10 16,-2-1-8-16,-3 1-1 0,-5-1 0 0,-5 0-10 15,-4 1-27-15,-6 1-113 0,-4-4-174 16,-6 1-290-16,-7 0-276 0,-1-2-262 0,-6 1-128 0,-7-2 320 16,1-3 505-16</inkml:trace>
  <inkml:trace contextRef="#ctx0" brushRef="#br0" timeOffset="165766.76">24309 3743 134 0,'3'3'356'0,"0"1"156"0,-1-3 114 0,-2 0-169 15,1 3-160-15,1-3-82 0,-1 1-22 16,-1-1 64-16,2 3 68 0,0 1 41 0,-1 4 22 16,2 2-1-16,1 3-26 0,-4 3-76 15,1 4-68-15,-1 5-51 0,0 3-48 0,-1 4-35 16,-3 5-25-16,0 2-18 0,-4 4-13 0,-1 1-10 16,-3 0-8-16,3 0-4 0,-5 1-5 15,2-3-2-15,-2-3-3 0,3-1-8 0,2-4-13 16,-1-3-43-16,1-5-106 0,1-3-145 15,1-5-215-15,-2-4-280 0,3-4-254 0,-1-1-128 16,1-5 227-16,-3-5 420 0</inkml:trace>
  <inkml:trace contextRef="#ctx0" brushRef="#br0" timeOffset="165981.29">23915 4464 199 0,'2'8'395'0,"1"-1"145"15,2 2 139-15,1 0-186 0,2 0-128 0,3 1-35 16,0 0 3-16,5 0 15 0,-2 1-14 16,3-1-18-16,3 1-37 0,2-1-49 0,1-2-42 15,0 0-38-15,4-1-39 0,-1-4-43 0,1 2-23 16,0-5-16-16,1 0-8 0,-1-2-15 16,-3-4-61-16,2-1-120 0,-6-2-163 0,0-1-292 15,-2-2-260-15,-3-2-226 0,-2-1 2 16,-5-3 340-16</inkml:trace>
  <inkml:trace contextRef="#ctx0" brushRef="#br0" timeOffset="166212.84">24113 3595 186 0,'0'-6'698'0,"3"3"334"0,4 2 73 15,6 2-104-15,5 5-434 0,11 2-259 0,5 1-121 16,10 1-61-16,4 3-30 0,6-3-5 16,4 0-26-16,5-1-28 0,2 0-5 0,2-3 0 15,-1 0-4-15,3 0-13 0,-5-2-27 16,-3 2-73-16,-5-1-125 0,-5 1-202 16,-6-1-284-16,-4 2-268 0,-7 1-202 0,-11-1 75 15,-8 2 386-15</inkml:trace>
  <inkml:trace contextRef="#ctx0" brushRef="#br0" timeOffset="169506.06">23087 11473 102 0,'1'-7'354'0,"-1"-1"185"0,0 1 156 0,0 2-83 15,0 1-159-15,2-1-83 0,-2 2-41 0,0 0-23 16,1 2-24-16,-1-3-30 0,0 3-34 15,2-1-34-15,-2 2-29 0,0 0-25 0,2 0-15 16,-2 3-2-16,1 1-8 0,1 0-3 16,1 4 1-16,0 3 19 0,2 5 30 0,3 4 25 15,-4 6 20-15,4 4 14 0,-1 6-4 0,-1 6-20 16,2 5-32-16,-3 6-33 0,-1 8-26 16,-2 5-27-16,-2 7-6 0,-2 5-7 0,-1 8-6 15,-5 7-3-15,-1 8-7 0,-4 9-2 0,-1 5-3 16,-2 6-3-16,-3 5-4 0,3 4-5 15,-4 5 0-15,2 2 1 0,0 2-4 0,0 2-3 16,5 1-1-16,1-3-2 0,1-3-2 0,3-1-4 16,3-6-1-16,2-6-2 0,3-6 0 0,3-5 0 15,2-8-1-15,1-8-3 0,2-7-3 16,5-10-1-16,-5-8 0 0,1-10-3 0,2-8-1 16,-4-10-6-16,1-8-13 0,-5-7-17 0,0-8-33 15,-3-7-69-15,-2-7-69 0,-1-9-115 16,-3-8-169-16,-1-5-291 0,-2-7-303 0,-2-6-222 15,0-8-131-15,-3-6 316 0,-1-7 566 0</inkml:trace>
  <inkml:trace contextRef="#ctx0" brushRef="#br0" timeOffset="170283.21">22933 11473 19 0,'-1'2'497'0,"1"-1"460"0,0-1 255 16,0-4-34-16,1-4-298 0,2-3-216 16,5-5-170-16,2-5-106 0,4-4-70 0,1-10-51 15,5-3-66-15,2-8-77 0,2-7-43 0,4-4-30 16,2-5-18-16,1-3-13 0,-3 1-4 0,0 0-2 15,-1 6-1-15,-3 4 1 0,-3 8 1 16,-1 3 0-16,-3 6-3 0,-4 9-6 16,1 4-3-16,-3 6-5 0,2 6-1 0,-1 7-2 15,1 7 1-15,1 7 2 0,-1 4 0 0,3 7 2 16,-2 4 3-16,3 4 1 0,-1 2 0 16,0 3 1-16,0 2 2 0,1 4-1 0,-2 2-1 15,0-1-2-15,0 3-1 0,-1 2-2 16,-5 2-3-16,3-2-4 0,-6 5-19 0,-2-1-48 0,-2 0-71 15,-5 2-68-15,-5-1-128 0,0-1-187 16,-3 2-309-16,-3-1-266 0,1-1-200 0,-2 2-82 16,2-1 370-16,-3-1 527 0</inkml:trace>
  <inkml:trace contextRef="#ctx0" brushRef="#br0" timeOffset="171485.58">22644 15087 391 0,'14'4'710'0,"-3"-1"213"0,3 0 58 0,2-3-261 0,2-1-236 16,3-1-135-16,2-2-69 0,4-1-38 16,5-1-40-16,-1-1-55 0,6 1-53 0,-1-1-43 15,3 0-21-15,4 2-15 0,2-1-3 16,2 1 9-16,2 0 2 0,0 3 6 0,5 0 0 15,-1-1-1-15,1 1 8 0,6 2 1 16,4 0 2-16,3 2-5 0,1-1 2 0,0 3 0 16,5-3 19-16,1 2 22 0,4 0 14 0,4 1 10 15,3-1 0-15,5 1 2 0,1 1-32 16,3-2-30-16,5 1-20 0,0 1 0 0,3-1 23 16,2 0 9-16,4 1 11 0,0-1 4 15,3-1-1-15,3-2-13 0,1 1-26 0,1-1-11 16,1 1-6-16,3-2-2 0,2 0-1 0,1-2-2 15,1 1-1-15,0-1-2 0,1 1 0 0,5 0 1 16,-4-1 3-16,2 0 2 0,0 2 1 16,1-2-6-16,-1 2 1 0,-3 2 0 0,0-2-1 15,-2 2 9-15,0 0 6 0,3-1 4 16,-2 2-5-16,1 0 2 0,-4 1-2 0,-2-1-7 16,3 0-4-16,-2 2 0 0,-1-2 0 0,-2 1-7 15,-2-1 0-15,-6 2 1 0,2 1 3 16,-5-2 1-16,1 0 6 0,-2 1 7 0,0 2-3 15,-3-1-1-15,-3-2-5 0,0 3 0 0,-6-1-4 16,-1 0-2-16,-2 0 1 0,-4 0 0 16,0 0 2-16,-3 0-1 0,-3-1-1 0,-5-1-3 0,-3-1-1 15,-3 0-1-15,-4-1 0 0,-5 0-3 16,-1-2 2-16,-6 3 1 0,-3-3 2 0,-5-3 1 16,-3 3 1-16,-6-2 2 0,-2 2-2 15,-4 0 1-15,-6-2-1 0,-3 2 0 0,-4-2-1 0,-3 2 0 16,-4 0 0-16,1-1 7 0,-6 1 7 15,0 0 6-15,-4 0 6 0,1-2 1 0,-2 2-1 16,0 0-5-16,-3-1-8 0,-1 1-6 0,1-1-4 16,0-1-2-16,-5 2-3 0,4-1 0 0,-1-1-2 15,-2 1-1-15,1-1-1 0,1 1-7 0,-2-2-10 16,2 1-24-16,-2 0-46 0,1-1-66 16,-3 1-62-16,1-1-100 0,-2-1-143 0,0-1-183 15,3-1-255-15,-3 1-208 0,1-2-188 0,-2 0 95 16,1-1 422-16</inkml:trace>
  <inkml:trace contextRef="#ctx0" brushRef="#br0" timeOffset="171814.4">30831 14958 82 0,'5'1'438'0,"0"1"264"0,1-1 241 16,0-1 67-16,2 3-281 0,2-2-199 0,0 1-102 15,2 1-50-15,5 2-62 0,-3-2-47 16,7 1-35-16,-2 0-26 0,1 2-9 0,2 0-19 16,2 1-27-16,-1 0-40 0,-2 1-33 0,1 1-21 15,-1 1-22-15,0 1-15 0,-1 0-8 0,-2 1 8 16,-1 2 4-16,-3 0 2 0,-1-1 1 0,-4 2 5 16,0 1 1-16,-6-2-11 0,-2 0-3 15,-1 0 0-15,-4 2-1 0,-1-2-4 0,-5 2-2 16,-1-2-3-16,0 0 0 0,-2 0-5 0,-2-3-3 15,0 4-2-15,-2-5 0 0,1 2-2 16,-1-2-4-16,1-1-9 0,-2 0-33 0,0-1-63 16,2-2-62-16,0 1-83 0,2-3-149 0,2 0-196 15,0-2-287-15,4 0-225 0,2 1-200 0,0 0 27 16,2 0 433-16,3 1 466 0</inkml:trace>
  <inkml:trace contextRef="#ctx0" brushRef="#br0" timeOffset="172917.88">30908 15602 48 0,'0'2'427'0,"-1"0"294"0,-4 1 217 0,1 1 83 16,-1 2-310-16,0 2-210 0,0 1-107 0,-1 1-64 15,0 4-58-15,-1-1-62 0,2 4-53 0,1-1-29 16,-1 4-1-16,2 0 12 0,-2 0 14 0,2 2 10 15,1 2 1-15,-1 1-12 0,2 1-21 16,-1 2-28-16,0-1-18 0,2 1-19 0,0 0-17 16,0 0-13-16,4 0-8 0,-3-2-6 15,2 1-6-15,2-2-6 0,0-2-3 0,1 2-1 16,0-2 0-16,1-3-2 0,2 0-2 0,-1-2 2 16,2-1-2-16,-1 0-2 0,2-4 0 0,0-1 1 15,2-2 0-15,-4-1 2 0,4-1-1 0,0-1 2 0,-2-2 1 16,0-3-1-16,1 0-3 0,0 0-16 0,-4-4-24 15,1 0-46-15,-1-2-57 0,-3-2-47 0,1 0-50 16,0 0-68-16,-1-3-104 0,-4-3-96 16,-1 2-96-16,2-2-229 0,0 0-236 0,-2 0-83 0,-4-2 217 15,3 1 358-15</inkml:trace>
  <inkml:trace contextRef="#ctx0" brushRef="#br0" timeOffset="173192.91">30653 15863 53 0,'3'5'442'0,"-3"-2"386"0,6 0 314 0,0 0 32 16,4 0-369-16,4-2-132 0,2 1-95 15,6 0-118-15,0-2-109 0,3 0-73 0,4-2-57 16,-1 0-83-16,2-2-55 0,0 1-32 0,4-1-18 15,-4-1-9-15,0-1-8 0,0 3-11 16,0-1-6-16,0 0-6 0,-3 0-2 0,1 3 1 16,-3 0-39-16,-2 1-65 0,-1 0-78 15,-2 0-151-15,-2 1-250 0,-1 0-335 0,-3 4-317 0,2 0-201 16,-3 0 59-16,-1 1 580 0</inkml:trace>
  <inkml:trace contextRef="#ctx0" brushRef="#br0" timeOffset="173841.19">31621 15897 298 0,'0'-4'583'0,"-1"0"283"0,1 1 188 15,-3 2-246-15,1-3-182 0,-2 3-130 0,0 1-107 16,1 0-91-16,0 0-92 0,0 3-66 0,-4-1-26 16,1 0-3-16,-2 3-1 0,0 0-5 0,-1 2-2 15,0 1-10-15,-3 1-25 0,3 1-9 0,-5 4-5 16,3 1 2-16,-1 2 1 0,2-1 11 15,-2 2 5-15,3 1-19 0,-4-1-17 0,5 3-10 16,2-3-10-16,-3 3-13 0,2-2-4 0,2-2 2 16,2 1 3-16,0 0-4 0,1-2 2 0,2-2-3 15,0 1 1-15,0-2 2 0,0 0-3 0,0-2 0 16,4 1 1-16,-4-1 0 0,1-2-1 0,1 2 1 16,-2-3 1-16,1 2-2 0,-1-3 2 0,0 0 1 15,2 3 1-15,0-1-4 0,-1-2 0 16,1 3 2-16,0-3-2 0,1 3 1 0,-2-2-3 15,5-1 1-15,-1 2 4 0,1-1-3 0,1-1 4 0,2 1-2 16,1-2 1-16,-1-1 0 0,4-3 1 0,0 2 0 16,-1-3-2-16,2-1 0 0,1-1 7 0,0-3 4 15,0 2 0-15,-1-2-9 0,-1 0-44 0,1-1-56 16,-5 1-55-16,-1-1-97 0,0 1-157 16,0-2-195-16,-2 2-257 0,-1 0-229 0,-2 2-204 15,2 0 83-15,-2-1 448 0</inkml:trace>
  <inkml:trace contextRef="#ctx0" brushRef="#br0" timeOffset="174316.13">31734 16377 385 0,'11'-8'775'0,"-3"1"316"0,0-4 72 0,3-3-311 0,0 1-280 15,0-2-160-15,1-2-96 0,3-1-66 0,-1 0-59 16,0 2-32-16,2-1-31 0,-5-2-29 16,0 4-18-16,2 0 0 0,-4 3 5 0,-1 2 6 15,0 1 10-15,-3 1 4 0,0 2-10 0,-5 4-23 16,1-2-18-16,-2 4-17 0,1 1-15 0,-5 4-8 16,1 0-8-16,-3 3-4 0,2-1-2 15,-1 3 1-15,-1 4 0 0,1-1 1 0,-2 0 0 0,4 1-1 16,0 2 0-16,1-3-1 0,2 0-7 0,1 0-4 15,0 0-3-15,1-2 0 0,2-1-2 0,2-1 3 16,0-3 7-16,2 0 2 0,2-3 3 0,-1-2 3 16,2 1 0-16,2-4-1 0,-1 1 1 0,3-4 0 15,-3 1-2-15,5-2-1 0,-4 0 0 0,4 0 0 16,-2-1-1-16,-1 0 1 0,0 1 1 0,0 0-1 16,-4 1-1-16,0 3 0 0,-2-2 1 0,-2 3-1 15,-1 1-1-15,1 0 0 0,-2 1 2 0,-2 4 2 16,-1 0-1-16,-1 2 2 0,1-2-1 0,-3 3 0 15,-2 0 0-15,4 1-2 0,-2 0 1 16,-1 0-2-16,1 0 1 0,0 1-2 0,1-2-8 16,-1-2-35-16,1 1-61 0,1-1-59 0,-2-2-122 15,-2 0-171-15,5-1-269 0,-1-1-286 0,2-1-225 16,4 0-147-16,-2-2 301 0,2-2 516 0</inkml:trace>
  <inkml:trace contextRef="#ctx0" brushRef="#br0" timeOffset="174508.59">32172 16052 301 0,'-8'-15'750'15,"0"5"333"-15,-2 1 79 0,2 0-255 0,-2 5-306 16,-2-1-220-16,4 4-139 0,-1 0-83 0,3 1-61 16,1 1-45-16,2 0-24 0,-1 4-14 0,4-1-13 15,2 2-23-15,1 0-51 0,1 2-107 0,-1-2-134 16,2 1-167-16,-1 0-294 0,4 3-250 0,-2 0-118 15,2 1 185-15,-1-1 367 0</inkml:trace>
  <inkml:trace contextRef="#ctx0" brushRef="#br0" timeOffset="174782.78">32183 16285 63 0,'0'-1'392'0,"1"-2"289"0,1 1 252 0,1-3 5 0,1 2-215 16,0-6-152-16,4 2-124 0,0-3-99 15,0 1-84-15,3-3-75 0,0 1-55 0,0 0-53 16,1 0-28-16,1 1-8 0,0 0 0 0,-2 2 0 16,0 1-3-16,-2 3-4 0,1 0-1 0,-4 0 8 15,-1 4 18-15,-2 2 13 0,1 1 20 0,-3 2 39 16,-1 0 18-16,0 3-15 0,-1 1-21 0,-1 1-19 16,0 2-18-16,1-1-30 0,-2 3-21 0,-1-3-6 15,3 3-5-15,-1-1-3 0,1-2-6 16,1 1-3-16,0-3-5 0,0 0-1 0,3-2-11 15,-2-1-46-15,3-1-62 0,0-2-57 0,1-2-120 0,3-2-169 16,0-2-228-16,0 0-267 0,1-2-222 16,2 1-157-16,-1-4 243 0,1 0 474 0</inkml:trace>
  <inkml:trace contextRef="#ctx0" brushRef="#br0" timeOffset="175307.39">32511 16043 260 0,'4'-1'629'16,"-4"0"341"-16,1-1 163 0,3 0-241 0,-1 0-250 16,0-2-163-16,3 0-91 0,4 0-41 0,-1 1-23 15,2-4-31-15,3 3-27 0,-1 0-28 16,3-2-44-16,-3 0-51 0,2 0-46 0,0 0-27 0,-1 2-18 16,-1 0-13-16,-2-1-10 0,1 3-7 15,-2 0-5-15,-2 0-5 0,-1 2 1 0,0 0 0 0,-2 0 0 16,-2 2 2-16,0 0 0 0,0 0 1 0,-1 1-2 15,-1-1-1-15,-1 2-2 0,2 0-1 16,-2 0-3-16,-2 1 0 0,2 1-1 0,-1-2-1 0,1 2 1 16,-3-1-1-16,1 1 0 0,0 1 0 0,1-1 0 15,-1 1-1-15,1 2-1 0,-1-1 0 0,0 0-1 16,2-1 1-16,0 3-2 0,0-1 0 0,4 4 2 16,-3-2-6-16,1 1-3 0,3 2-1 0,-2 2-2 15,2 0 1-15,1 0-1 0,-3 2 4 0,0 2 3 16,0 1 2-16,0 0 1 0,-1 1 0 0,0-1 0 15,-1 0 1-15,1 0 0 0,-4 1 0 0,1-3-2 16,-1-1 1-16,-1 1 0 0,0-4 0 0,-2 0-1 16,-3 0 10-16,2-2 6 0,-2-1 5 0,0 2 3 0,-1-3 2 15,-3-1 2-15,3-1-6 0,-4 0-4 0,1 0-4 16,-1-3-3-16,-1 0-2 0,-1 0-2 0,-2 0-2 16,1 1-1-16,-3-3 1 0,-1 0 0 0,-1 1 1 15,-3-2-2-15,2 0 0 0,-3-2-1 16,-2 2-2-16,2-3-2 0,-2 0 0 0,-2 0-3 15,4-2-9-15,-2 1-10 0,2-2-17 0,0-1-20 16,2-1-42-16,1-1-74 0,1-3-89 0,3-2-167 16,1 1-280-16,2-2-323 0,3-4-325 0,1-2-187 15,-1-4 189-15,-2-6 675 0</inkml:trace>
  <inkml:trace contextRef="#ctx0" brushRef="#br0" timeOffset="176932.85">21393 10257 167 0,'-3'-8'551'15,"-6"2"299"-15,-1 0 183 0,-1 1-46 0,-1-1-345 16,-4 4-185-16,-2-3-113 0,2 2-68 0,-4 2-76 16,0 1-67-16,-1 1-45 0,-1 1-24 15,0 2-8-15,1 0-3 0,4 4-1 0,-4 0-8 16,5-1-4-16,1 1-8 0,0-3-11 16,4 3-12-16,3-3-4 0,4-1 2 0,-1-1-7 15,0 0 0-15,2-1-3 16,3 1 2-16,1-2-2 0,2 1-1 0,2 1 2 0,2-2-3 15,2 2 5-15,2 0 0 0,2 0 1 0,2 3 3 16,2-1-3-16,1 2 3 0,0 0-5 16,2-1-4-16,1 2 0 0,-2 3 2 0,0-2-2 15,0 0 2-15,-2-1 4 0,-1 3 0 16,-3-3 28-16,0 3 48 0,-3-1 43 0,-2 0 23 16,-3 1 15-16,-2 1 0 0,-1-2-23 0,-2 1-39 15,-3 2-32-15,0-1-24 0,-4-1-16 16,-1 1-8-16,1 0-4 0,-3 1-3 0,0-5-4 15,1 3 0-15,-4-4-3 0,4-1-8 0,-2 0-41 16,1-3-64-16,2 0-51 0,2-3-84 16,-2-3-133-16,5-2-165 0,3-2-193 0,3-3-219 15,3-2-219-15,1-4-43 0,2 0 285 0,-1-4 411 16</inkml:trace>
  <inkml:trace contextRef="#ctx0" brushRef="#br0" timeOffset="177117.29">21550 10218 170 0,'9'3'472'0,"-1"4"262"0,-3 2 204 16,1 3-90-16,-3 1-199 0,1 4-137 0,0 1-99 15,-2 2-81-15,0 0-85 0,-1 2-86 0,-1 0-66 16,0 3-45-16,0-2-25 0,-1 3-12 16,1-2-14-16,-4-2-11 0,4 1-43 0,0-7-112 15,-1 0-150-15,1-4-236 0,1-5-271 0,-1-1-248 16,0-5-97-16,0-2 265 0,0-6 418 15</inkml:trace>
  <inkml:trace contextRef="#ctx0" brushRef="#br0" timeOffset="177325.53">21556 10072 331 0,'-1'-12'840'0,"-3"3"322"0,1 1 13 15,2 2-249-15,-4 1-382 0,2 2-244 16,3 0-128-16,-2 3-74 0,2 0-43 15,2 4-27-15,0 0-11 0,-1 3-5 0,5 1-6 16,-3-1-4-16,2 3-2 0,2-1-4 16,-1 3-3-16,3 0-20 0,-1-2-50 0,0 1-81 15,3-2-102-15,-1 0-121 0,-1 0-185 16,4 0-270-16,0 0-167 0,-4 0 17 0,5-1 218 16,-3 1 307-16</inkml:trace>
  <inkml:trace contextRef="#ctx0" brushRef="#br0" timeOffset="177685.6">21813 10209 42 0,'4'-2'323'0,"1"2"190"0,-2 0 151 15,2 0 26-15,0 2-167 0,-1-2-91 16,3 1-38-16,3-1-4 0,-1 3 0 0,0-1-36 16,0-1-62-16,3 1-61 0,-4 1-48 0,2 0-40 15,-2-1-24-15,0 4 1 0,0 0 28 0,0 2 40 16,-2 1 24-16,-2 0 2 0,-3 2-14 15,1 1-27-15,-4 1-41 0,1 2-41 0,-6 1-31 16,1 2-17-16,-2-1-10 0,0 3-7 16,-1 1-3-16,-2-2-5 0,1 2-3 0,0-1-3 15,0-3-3-15,3 2-3 0,-1-3-2 0,3-1-1 16,1-3-1-16,-1 0-1 0,2-2 0 16,2-2 0-16,1 0-1 0,0-4-1 0,0 2 0 15,1-3 0-15,2 0 1 0,3-2-1 16,-1-1 1-16,2-1-1 0,-1 0-3 0,0-2-8 15,3-2-21-15,0 2-38 0,-1 0-56 0,0 0-54 16,1 0-50-16,-1 0-68 0,0-1-93 16,1 0-90-16,1-2-70 0,-1 2-133 0,4-1-238 15,-4 1-153-15,3-1 56 0,1 1 264 16,-3-2 316-16</inkml:trace>
  <inkml:trace contextRef="#ctx0" brushRef="#br0" timeOffset="178042.82">22253 10297 57 0,'-1'-1'368'0,"-4"1"278"16,2-2 265-16,0 2 35 0,0 0-201 0,0 2-157 15,-1-2-119-15,-1 3-104 0,2-1-87 0,-3 2-65 16,2 2-33-16,0 0-12 0,1 1-4 15,0 2 2-15,0 1-9 0,-1-2-15 0,1 3-28 16,2-1-32-16,1 0-20 0,-5 2-22 16,5 1-12-16,0-1-8 0,5 0-7 0,-5 1 0 15,3-1-5-15,0 0-1 0,2 1-1 0,0-3-2 16,0 2-1-16,4-2 0 0,-1 1-2 16,0-3-1-16,1 0 0 0,4 1 2 0,-2-7-2 15,3 4-1-15,0-4 5 0,-1-2 0 16,4-1-2-16,1-1-6 0,-6-5-41 0,4 1-54 15,-3-1-49-15,-2-1-48 0,1-1-85 0,-2-3-122 16,-2 0-94-16,1 0-89 0,-2 0-170 16,-1 2-235-16,1-2-79 0,-3 1 150 0,0 1 301 15,0-2 289-15</inkml:trace>
  <inkml:trace contextRef="#ctx0" brushRef="#br0" timeOffset="178308.08">22238 10161 411 0,'0'1'854'0,"-2"0"265"16,2 1 12-16,2-2-294 0,1 0-291 16,0-2-202-16,6 1-76 0,-1 0-11 0,2-3-13 15,2 2-14-15,1-2-22 0,2 2-26 16,-1-3-40-16,0 2-44 0,2 2-33 0,-3-2-27 15,0 1-18-15,0 2-8 0,0 0-7 16,-4 0-27-16,1 3-63 0,-2 0-56 0,-1 0-80 16,-2 2-139-16,-1-1-183 0,-4 2-274 0,1 0-224 15,-1 3-204-15,-1-3 9 0,-1 3 389 0,-1-1 430 16</inkml:trace>
  <inkml:trace contextRef="#ctx0" brushRef="#br0" timeOffset="178506.75">22203 10386 42 0,'-3'4'462'0,"1"0"333"0,2-2 190 0,2-2 55 15,2-2-325-15,3 1-249 0,4-4-152 16,0 1-76-16,0-2-46 0,6 2-65 0,-2-2-53 16,2 1-38-16,1 1-18 0,-3 2-11 0,4 1-17 15,-3 1-58-15,1 0-124 0,-2 3-148 0,0-2-292 16,0 5-265-16,0-1-216 0,0 2 4 15,0 1 341-15,1-1 390 0</inkml:trace>
  <inkml:trace contextRef="#ctx0" brushRef="#br0" timeOffset="182637.65">24252 11865 332 0,'-5'1'725'0,"1"-1"320"15,-3 0 101-15,1 0-269 0,-1 2-305 16,1-1-168-16,2 2-97 0,-1 1-50 0,2 3-28 16,-1-1-10-16,3 2-11 0,1 1-16 0,-2-3-25 15,0 2-39-15,2 0-38 0,2-2-30 16,0 1-22-16,-1-2-13 0,1-1-9 0,1 1 5 15,4-4 4-15,-3 1 1 0,2-2 5 16,1-2 2-16,1-1 1 0,0-2-7 0,3 1-5 16,-3-3-4-16,1-1-4 0,-1 1 2 0,0-3 1 15,-2 1 2-15,-1 1 5 0,0-1 2 0,-2 1 2 16,-1 1 1-16,-1 1-5 0,-1 0-1 16,-3 0-5-16,2 1-4 0,-1 2-5 0,-1-1-4 15,-2 4-3-15,0 3-2 0,-1 0-1 16,0 3-2-16,-2 3 2 0,1 0-1 0,-1 1 1 15,1 4-2-15,-1-1 2 0,1 2-1 0,2 1 0 16,1-2 1-16,-2-1 0 0,2 2-1 16,3-5 0-16,-1 2 0 0,5-3 1 0,-1-2 0 15,2-3 1-15,0 1 0 0,0-3 2 0,4-2 1 16,-1-4 0-16,-1-1 0 0,3-2 1 16,-4-3 0-16,2 1 0 0,-2-2 0 0,-1 1 1 15,1 1-1-15,-5-1 1 0,0 1 2 16,-5-2 2-16,4 2 1 0,-2-1 0 0,-2 3 0 15,-2 1 0-15,2 0-4 0,-1 0-2 0,-2 4-2 16,4 0-2-16,-4 2-1 0,1 0-1 16,-2 3 1-16,3 2-1 0,-2 1 1 0,1 1-1 15,1 1 1-15,-2 2 1 0,3-1-2 0,1 2-1 16,0-2 2-16,1 1-2 0,1 1 0 16,-1 0 0-16,3 0-1 0,0-1 1 0,2 0-6 15,-1-2-14-15,4 2-40 0,-1-1-71 0,0-2-74 16,1-1-135-16,4 0-200 0,-2-1-316 15,-1-1-299-15,2 1-202 0,3-2-66 0,-1 1 429 16,-1 0 555-16</inkml:trace>
  <inkml:trace contextRef="#ctx0" brushRef="#br0" timeOffset="185173.08">28326 14246 91 0,'-10'-5'551'16,"2"3"386"-16,-4-1 208 0,4 0-22 0,-2 2-406 15,2-3-245-15,3 3-135 0,-2 0-73 0,1 1-65 16,3 0-53-16,0 0-30 0,1 0-32 16,1 0-31-16,1 0-24 0,-2 1-12 0,2 2-8 15,2 0-10-15,-1 3 0 0,3-4 5 16,-1 3-3-16,4 1 3 0,0-4 2 0,1 3 8 16,-2-2 7-16,5-1 7 0,0-2 10 0,0 0 5 15,3-4 10-15,-1 2 2 0,3-4-3 16,-5 0 3-16,0-1 6 0,3 0 3 0,-2-3 0 15,-3 3 2-15,-1-2 2 0,-2 2-3 16,-1 1-8-16,-2 0-6 0,-1-2-7 0,-2 2-5 16,0 2-8-16,-2-1-6 0,-1 0-6 0,-2 1-6 15,-1 1-4-15,-2 2-6 0,-1 1 1 16,-1 0-2-16,0 1-1 0,-2 2-1 0,1 1 2 16,-2 3-1-16,2 0-1 0,1 3 0 0,-2-2 0 15,2 3 1-15,1 1-2 0,-2 0 1 0,3 1 0 16,2 0-1-16,-1-1-1 0,2-2-1 15,1 2 0-15,2-2-2 0,1-1-16 0,1 0-66 16,1-1-67-16,-1-3-132 0,5-3-214 16,-2 0-311-16,0-2-344 0,0-4-238 0,1 0-89 15,-1-1 467-15,2 1 600 0</inkml:trace>
  <inkml:trace contextRef="#ctx0" brushRef="#br0" timeOffset="187940.25">25283 13681 49 0,'-2'0'275'16,"2"0"143"-16,-1 2 114 0,1-2-81 0,-2 0-188 15,2 0-121-15,-2 0-62 0,2 0-41 16,0 0-19-16,0 0-14 0,2 0-16 0,0 0-27 16,-2-2-32-16,1 2-64 0,1 0-136 15,-2 0-156-15,0 0-38 0,1 0 49 0,1-1 103 16</inkml:trace>
  <inkml:trace contextRef="#ctx0" brushRef="#br0" timeOffset="189955.67">30801 14445 103 0,'-8'2'472'0,"0"0"342"0,-1 1 244 0,-1-2-57 15,2 3-270-15,2-3-195 0,-2 2-145 0,3 0-115 16,1-1-86-16,0 0-73 0,3 2-51 0,1-3-27 16,0 3-19-16,0-4 5 0,1 0 12 0,4 2 28 15,0 0 29-15,1-4 26 0,3 0 17 16,1 2 5-16,0-4-4 0,-1-1-12 0,-1 1-18 15,-2-1-18-15,2 3-10 0,-3-3-14 16,0 4-7-16,-2-3-12 0,-2 3-7 0,1 0-7 0,-2-1-10 16,-2 0-5-16,1 2-9 0,-2 0-9 15,-3 0-29-15,-2 4-68 0,0-2-82 0,-4 2-161 16,-2 0-287-16,1-1-318 0,1 3-343 0,-1-4-207 16,4 0 108-16,-2 1 652 0</inkml:trace>
  <inkml:trace contextRef="#ctx0" brushRef="#br0" timeOffset="192210.21">25294 13566 70 0,'-1'3'522'16,"-1"0"398"-16,0-2 213 0,1 1-14 0,-3 0-391 16,4 0-263-16,-1 0-164 0,-1 1-98 0,2 0-64 15,0 0-55-15,0 1-35 0,2-1-20 16,-1-2-13-16,3 3-7 0,-3-1-2 0,4-3 4 16,0 1 15-16,2-2 11 0,0-1 16 0,-1-1 14 15,2 0 22-15,0-1 26 0,-2-2 30 16,1 2 17-16,-4-2 6 0,0 1-7 0,-3-1-21 15,0-1-27-15,-1 3-35 0,-3 1-28 16,0-2-21-16,-1 4-11 0,-2 0-8 0,-2 1-7 16,0 1-4-16,-1 2-2 0,-2 1-6 0,2 2-25 15,0 1-61-15,0 2-57 0,1-3-90 0,1 0-152 16,-1 0-220-16,4-2-301 0,1-3-231 16,0 1-195-16,4-5 89 0,-1-1 477 15</inkml:trace>
  <inkml:trace contextRef="#ctx0" brushRef="#br0" timeOffset="193117.32">24251 11625 22 0,'0'-3'316'0,"0"0"239"0,0 2 246 0,0-1 100 16,1 0-200-16,-1 0-131 0,3 2-89 15,-1-3-81-15,-2 3-79 0,0-1-78 0,0 1-71 16,-2-1-47-16,2 1-34 0,0 0-14 16,0 0-11-16,2 0-7 0,-2 1-8 0,0-1-6 15,1 4-4-15,1 0 12 0,-1 0 9 0,3 5 13 16,-1 3 21-16,0 5 10 15,0 1 5-15,-1 4-18 0,0 2-20 0,1 3-15 0,-3 3-21 16,0 2-16-16,-2-2-9 0,1 5-5 16,-3 1 1-16,-1-1-3 0,2 1-4 0,-2-3 1 15,-1 2 0-15,-2-1-1 0,4-3 0 16,-4 1 4-16,3-3-1 0,-2-3-3 0,-2 0-22 0,4-3-52 16,-1-3-48-16,-1-1-57 15,0-2-105-15,1-6-154 0,-1-2-181 0,2-3-244 0,0 0-228 16,1-5-150-16,-1-1 177 0,2-1 421 15</inkml:trace>
  <inkml:trace contextRef="#ctx0" brushRef="#br0" timeOffset="193675.67">24198 11586 78 0,'3'-2'560'0,"-3"1"420"0,2-1 172 0,0 2-70 15,-1-1-401-15,1 1-256 0,3-2-161 16,-2 0-96-16,4-1-41 0,1 1-19 0,4 0-9 16,3-1-16-16,1 1-14 0,5 0-8 0,1 0-9 15,-1 1-13-15,4 0-13 0,-2-1-11 16,3 0-5-16,-2 1-4 0,-1 2 0 0,-1 1-4 15,0 0 1-15,-2 0 3 0,-5 3-10 16,0 1-20-16,-5 3-26 0,-3 0-94 0,-6 1-149 16,-2 3-276-16,-6 3-276 0,-2-1-254 0,-4 3-189 15,-4 2 203-15,-1-1 498 0</inkml:trace>
  <inkml:trace contextRef="#ctx0" brushRef="#br0" timeOffset="193881.79">23912 12223 55 0,'-3'14'430'0,"2"-3"268"0,1 0 206 15,3 0 80-15,6-4-320 0,2 0-190 16,5 0-96-16,1 0-58 0,7-3-61 0,1-2-70 16,2 2-64-16,5-3-58 0,-2 2-29 0,1-1-14 15,2-1-8-15,2 2-16 0,-1 0-79 0,-3 1-138 16,-1 1-223-16,-1 1-279 0,1 1-269 15,-4 3-208-15,1 1 99 0,1 0 429 0</inkml:trace>
  <inkml:trace contextRef="#ctx0" brushRef="#br0" timeOffset="194563.88">25081 13140 48 0,'0'4'267'0,"1"2"148"16,-1-1 133-16,0 1-65 0,3 1-87 0,-1-1-25 15,-1 3 36-15,1 2 46 0,1-1 33 16,0 2-16-16,0 3-55 0,2 1-66 0,-1 1-68 16,-1 3-46-16,3-1-33 0,-2 2-21 15,0 0-16-15,1 2-21 0,-2-4-23 0,2 2-31 16,-4-2-31-16,2-2-22 0,2 1-13 15,-4-2-10-15,1 0-3 0,-1-1 0 0,-1-1-3 0,-3 2-6 16,2-3-16-16,-4 1-47 0,1-1-46 16,-1-1-77-16,-3 2-131 0,0-3-176 0,-1 1-287 15,-1 1-238-15,0-2-212 0,1-1 1 16,1-3 381-16,2-3 441 0</inkml:trace>
  <inkml:trace contextRef="#ctx0" brushRef="#br0" timeOffset="194831.67">24984 13077 137 0,'0'0'429'0,"2"1"207"0,1 1 164 15,1 1-25-15,3-2-181 0,2 2-108 16,3 0-48-16,3 0-33 0,1 0-53 0,3 0-89 15,1 0-80-15,0 2-64 0,3-1-42 0,-1 1-30 16,4 2-16-16,-4-2-12 0,2 2-6 16,-2-1-1-16,0 1-5 0,-1 1 0 0,-3 1-12 15,-2 2-43-15,-2-1-121 0,-2 2-168 16,-3 2-293-16,-6-1-273 0,-2 3-257 0,-2 2-78 16,-2 0 346-16,-3-1 466 0</inkml:trace>
  <inkml:trace contextRef="#ctx0" brushRef="#br0" timeOffset="195031.35">24948 13739 329 0,'-7'16'615'0,"2"-1"205"16,2-1 106-16,3-3-237 0,3 0-203 16,4-1-125-16,3-2-64 0,3-2-37 0,2 0-54 15,4-2-57-15,2 1-53 0,2 1-36 16,2 0-23-16,4 1-12 0,1 1-4 0,2 1-13 15,1 1-57-15,2 1-113 0,0-1-150 0,1 2-299 16,1 3-261-16,2-2-221 0,-3 4-11 16,2 0 316-16,3-2 400 0</inkml:trace>
  <inkml:trace contextRef="#ctx0" brushRef="#br0" timeOffset="195860.83">28330 13952 136 0,'1'0'458'0,"2"0"262"0,-3 2 205 0,0 3-46 15,0 0-213-15,0 3-143 0,-3 3-100 0,3 1-56 16,0 2-38-16,0 4-26 0,0 4-18 0,0 1-24 15,-1 0-19-15,1 4-28 0,0 0-43 0,-2 1-52 16,0-2-44-16,2 1-29 0,0-1-19 16,0-1-13-16,0-1-5 0,2-2-3 0,0-3-1 15,-1-3-2-15,1 0 0 0,-1-1-2 16,3 0-5-16,-4-4-27 0,1 0-62 0,-1-1-57 16,-1-1-73-16,-3-3-131 0,1 0-178 15,-2-1-259-15,-1 0-230 0,0-3-204 0,0 2-57 16,1-7 337-16,-2 1 463 0</inkml:trace>
  <inkml:trace contextRef="#ctx0" brushRef="#br0" timeOffset="196135.95">28184 13834 61 0,'5'-10'583'0,"0"2"463"15,-1 1 184-15,-1 0-102 0,1 3-382 0,-1 1-306 16,2-1-150-16,0 4-67 0,4-2-36 16,0 4-23-16,3-2-19 0,1 3-19 0,4 1-37 15,-2 0-39-15,1 0-20 0,1 2-12 16,0 1-5-16,1 1-1 0,3-1-4 0,-4 0 4 16,2 1-3-16,-1 1-2 0,1-1 1 15,-3 3-2-15,-1-4-9 0,0 3-47 0,-3 1-40 16,-2-2-66-16,-5 1-142 0,-1 2-191 0,-4 0-302 15,-1 4-244-15,-4-2-227 0,-2 3 1 16,-2-3 431-16</inkml:trace>
  <inkml:trace contextRef="#ctx0" brushRef="#br0" timeOffset="196364.74">28089 14485 13 0,'4'14'329'16,"-3"-1"227"-16,4-3 222 0,1-2 116 0,0 1-282 16,2-2-195-16,4-1-105 0,2 0-66 0,0-4-75 15,3 2-69-15,4-3-49 0,0 0-31 16,2 1-18-16,2-1-29 0,1 1-48 0,-1-1-66 16,5 1-82-16,5 1-110 0,-2 0-244 0,5 0-198 15,2 1-66-15,4 0 97 0,0 0 219 16</inkml:trace>
  <inkml:trace contextRef="#ctx0" brushRef="#br0" timeOffset="197119.62">30787 14227 91 0,'4'-6'335'0,"1"0"201"0,-2 0 194 0,1 2-23 16,-4-2-106-16,3 3-67 0,-3 0-60 0,1 1-66 15,1 0-77-15,-2 2-80 0,2 1-52 16,-2 2-42-16,0 1-31 0,1 4-12 0,-1 2-4 15,0 2-5-15,0 2-15 0,0 4 2 0,0 0-1 16,0 0-8-16,0 3-5 0,0-2-13 0,-1 2-9 16,1 1-23-16,-2 2-8 15,0-4-7-15,1 3-2 0,-1-2-5 0,1 2-2 0,-3-1 2 16,3 0-3-16,-1-1 1 0,1-1-7 0,-1 1-27 16,0-2-33-16,-1 0-34 0,0-3-73 15,-1 0-129-15,-1-2-158 0,-2-2-272 0,1-1-248 16,-1 1-229-16,-2-4-14 0,0 0 356 0,-1-4 434 15</inkml:trace>
  <inkml:trace contextRef="#ctx0" brushRef="#br0" timeOffset="197358.55">30561 14702 264 0,'6'2'472'0,"-3"0"181"0,2 1 143 0,0 2-204 15,-1 0-110-15,4 1-47 0,0 2-9 16,-2 0-28-16,2 2-62 0,2-2-70 0,1 1-75 16,-2 0-56-16,3 1-47 0,2-1-31 0,-1 0-19 15,0-2-18-15,0-1-5 0,4 0-4 16,-2-1-3-16,2-1-6 0,1-3 0 0,-3-1-7 16,1 0-45-16,0-2-86 0,-2-3-125 15,-1 0-163-15,0-2-273 0,-4 1-267 0,0-3-164 0,-2 0 101 16,-2-3 346-16</inkml:trace>
  <inkml:trace contextRef="#ctx0" brushRef="#br0" timeOffset="197595.51">30619 14152 24 0,'5'0'323'0,"1"0"223"0,2 1 255 0,3-1 193 0,6 2-251 16,3 0-149-16,3-1-85 0,7 0-81 0,0 1-105 16,4 1-113-16,0-3-82 0,4 0-53 15,-2 0-33-15,3 2-15 0,-1-2-13 0,0 3-22 16,-2-1-109-16,-2-1-167 0,-4 0-296 0,-1 3-267 16,-3-4-265-16,-4 6-169 0,0-5 276 15,-6 2 508-15</inkml:trace>
  <inkml:trace contextRef="#ctx0" brushRef="#br2" timeOffset="-209000.95">23697 6385 150 0,'3'1'298'0,"-1"1"115"0,-2-2 4 16,1 2-112-16,1-2-88 0,-1 1-42 0,-1-1-16 15,2 0 9-15,0 1 12 0,-2-1 17 16,0 2 13-16,0-2 6 0,0 2 10 0,0-2 5 15,0 0 4-15,0 2-1 0,1-2-2 16,-1 0 14-16,0 2-12 0,0-2-16 0,0 0-20 16,0 0-29-16,0 0-26 0,0-2-42 15,0 2-21-15,0 0-21 0,0 0-15 0,0-1-9 16,0 0-7-16,0 1-3 0,0 0-2 0,0-2-1 16,0 2 3-16,0 0 3 0,0 0 5 0,0 0 5 15,0 0 3-15,0 0 6 0,0 0 2 16,0 0 6-16,0 0 2 0,0 2 4 0,0-2-2 15,2 0-1-15,-2 0-6 0,1 0-9 0,-1 0-6 16,0-2-7-16,2 0-4 0,-2 1-7 16,2 0-1-16,-2-1-3 0,0 0-3 0,1 1-1 15,1 0-5-15,-2-2 1 0,2 1-1 16,-2 1-1-16,1-1 6 0,-1 1-2 0,2-1-1 16,-2-1 0-16,1 2-2 0,-1-1 1 0,0 2-4 15,3-3 2-15,-1 2 0 0,-2-1 1 16,1 1 0-16,-1 0 2 0,2-3-3 0,-1 3-1 15,-1 0-2-15,2-1 2 0,0 0 0 16,-1 0-1-16,-1-1-1 0,2 1 1 0,-1 0 1 16,1-2-2-16,0 4 0 0,-2-2-3 0,1-1 2 15,1 0 1-15,0 0-1 0,-1 0 0 0,2 0 0 16,-3 0 1-16,5 0-2 0,-4 0 2 16,1 0-2-16,1-1 1 0,-1 1 0 0,1 0 1 15,0-2 0-15,0 1 2 0,1 1-3 16,-3-2 3-16,2 1-2 0,2 0-4 0,-2-1 1 15,2 2 0-15,-4-2 3 0,3 0-3 0,-1 3 1 16,2-4 3-16,-2 1-3 0,0 0-2 16,1 1-1-16,1-2 1 0,-2 2 1 0,2-2-4 15,0 1 3-15,0-1 0 0,0 0 0 16,1 1 1-16,0-3 0 0,-1 3-1 0,1-1 0 16,1-2-1-16,-1 2 3 0,0 1 0 15,0-3 0-15,1 2 2 0,-1 0 0 0,0 0 0 16,2-2 1-16,-1 3-2 0,-2-3 4 0,4 2-3 15,-5 1 1-15,1-1-2 0,2 0-2 0,-2 1 1 16,1-1 0-16,0 1 3 0,-1-1-4 16,0 2 2-16,-1 1 0 0,1-1-1 0,0-2 0 15,-1 3-1-15,1-1 0 0,0 0-1 16,0-1 2-16,0 1-4 0,1-1 2 0,0 0 1 16,0 1 1-16,-1-2 2 0,2 2-1 0,-3-2 0 15,4 0 2-15,-2 0 0 0,-1 0 2 16,0 1-5-16,2-1 0 0,-3 2 2 0,2-1-3 15,-3-1-2-15,2 3-2 0,0-1 2 0,-2-1 2 16,2 0-1-16,0 1 2 0,1 0 1 0,-1-1 0 16,0 0 0-16,1 1 1 0,-1 0-2 15,1-1 2-15,0-1 0 0,1 2-1 0,-3-2 1 16,1 1 0-16,4-1-1 0,-2 1-1 16,-2-2 3-16,3 1 2 0,-4 2 0 15,6-2-2-15,-4-1 3 0,0 2 1 0,1 1-2 16,-1-2-2-16,0 0 1 0,2 1-2 0,-1-1-2 15,-1 1-2-15,2 1 4 0,0-2-3 0,-2 1 4 16,1-1-1-16,2 0 2 0,-3 0 0 16,0 0-4-16,3 2 4 0,0-2-5 0,-1 0 4 15,0 0-1-15,0 0-10 0,1 1-1 16,-1-2-5-16,0 1 0 0,2 1-2 0,-1-1 1 16,-1 0 7-16,0 0 2 0,1 0 1 15,1 2 4-15,-2-2-1 0,1 0 0 0,0 0-2 16,3 0 5-16,-4-2-1 0,4 2-4 0,-2-2 3 15,-1 2-3-15,4-1 3 0,-4 0-2 16,4-1 11-16,-4 1 5 0,3-1 0 0,-2 2 4 16,2-1 0-16,-3-1 0 0,2 1-9 0,-1 1-3 15,-1-2-1-15,4 2-4 0,-4 0-1 0,3-1-1 16,-3 1-1-16,0 0 3 0,3 0-4 16,-2 0 1-16,0 1-1 0,0-2 1 0,2 1 2 15,-2 0-4-15,-1 0 0 0,3 0 0 16,-2 0 0-16,3 0 1 0,-1-1-3 0,0 1 4 15,0 0 2-15,-1-2-2 0,1 3 3 0,1-4 0 16,-1 1 0-16,2 1 1 0,-3 1-2 16,0-1 1-16,1-1-1 0,1 3-5 0,0-1 0 15,-2-2 1-15,0 2 3 0,2 1-2 16,-4-2 6-16,4-1-1 0,-1 2 0 0,0-1 0 16,0 1-1-16,-1-1 0 0,1 2-1 0,1-3 1 15,0 2 2-15,0-1 1 0,0 1 2 16,-1-1 0-16,2 1 0 0,-1 0 0 0,1-1-1 15,-1 1 1-15,3-1-1 0,-4-1 2 16,6 1 2-16,-2-1-3 0,-1 1 2 0,3-1-2 16,-1 1 0-16,-1-3-11 0,1 3-7 0,-1 0 1 15,2-1-2-15,-6 1-2 0,6-2-2 0,-4 2 12 16,0-1 3-16,1 0-1 0,-2 0 2 16,0 2 2-16,1-1 0 0,-1 0-2 0,3 1 2 15,-3-2-1-15,-1 1 0 0,6-1-2 16,-4 1 9-16,3-1 8 0,-1-3 0 0,1 4 1 15,2-2 1-15,-3 2-1 0,5-1-10 0,-5 0-8 16,3-2-1-16,-1 3-2 0,-2-1-1 16,3 0 2-16,-3-2 0 0,1 3 1 0,3-2 3 15,-3 1-2-15,2 1 3 0,-2-2 2 16,4 0 4-16,-4 1 1 0,4 0 2 0,-2-2 0 16,1 1-1-16,1 0-2 0,1 0-2 0,-1 0-4 15,1-1 2-15,1 1-1 0,1-1 0 0,0 0-3 16,1 0 0-16,0-1 2 0,1 1-4 15,-3-1 1-15,1-2 3 0,3 4-3 16,-2-2-1-16,1 2-2 0,-1-1 0 0,-3 1 0 16,4-1-2-16,-5 0 1 0,3 1-1 0,0 1 2 15,-3-1 1-15,1 2 0 0,0 0 1 0,-2-3 1 16,2 3 4-16,2 0 0 0,-2-2 2 0,1 0 1 16,2 1-1-16,-2-1 1 0,3 0-2 15,0-1 1-15,-2 1-2 0,3 0 2 16,0-1 2-16,-2 2 0 0,4-2 1 0,-3 2 2 15,1-3 2-15,1 2-1 0,-1 0 0 0,-1 1 2 16,3-3-1-16,-4 2 0 0,2 2-3 0,-4-3-3 16,1 1-1-16,2 0-3 0,-4 1 0 15,1 1 9-15,0 0 7 0,-1-2 4 0,0 1 2 16,-1 0 2-16,1 2-2 0,0-3-10 16,0 3-4-16,-3-1-4 0,1 1-4 0,1-1-2 15,0 1 1-15,1-1 1 0,-2 0 0 0,-1 0 3 16,3 0 1-16,0 1 2 0,-2-1 1 15,0 1-2-15,2-1-7 0,-1 1-4 0,-1-2 0 16,2 2-5-16,1 0 2 0,-1 0-4 16,0 2 7-16,3-2 3 0,-4-1 0 0,2 3 1 15,1-1 0-15,-1-1 1 0,0 2 0 0,1 0-1 16,-2-1 3-16,1 1 1 0,0-1-1 16,-1 1 1-16,1 1-1 0,1-1-1 0,-2-1-2 15,2 2 0-15,0-2 2 0,-1 2 6 0,0 0 4 16,0-1 2-16,3 0 2 0,-3 0 0 15,2-1-3-15,-1 1-8 0,3 0-3 0,0-1 1 16,1 1-1-16,-1 1 0 0,3-4-4 0,0 3-2 16,0 0-1-16,0 0-3 0,2-1-3 15,0 0 3-15,-1 1 7 0,3 1 3 0,-1-1-1 16,-2-2 3-16,3 2-2 0,-1-1-2 0,0 3-1 16,0-2-2-16,1 2 4 0,0 0 7 15,1-1 4-15,-2 0 1 0,2 2 0 0,0-2 1 16,0 1-2-16,-2 1-6 0,2 1 0 15,1-2 2-15,-2 2-6 0,1 2-5 0,0-2 1 16,2 1-6-16,-2 1-2 0,1-2-1 0,2 3 6 16,0-2 3-16,0 1 5 0,0-1 1 0,1 1 0 15,1 1 1-15,-2-2 1 0,4 0 0 16,-2 3-1-16,1-4 6 0,1 2 3 0,0 1 1 16,-4-1 0-16,1-1 1 0,0 2 0 15,-4-3-13-15,0 2-5 0,-2 0-2 0,-3 1-3 16,-1-2 0-16,-2 1-2 0,-4-1 6 0,-2 1 4 15,-4-1-1-15,-1 1 1 0,-3-1 0 0,-4-1-1 16,0 0 2-16,-5 2 0 0,4-2 2 0,-5 2-2 16,0-2 0-16,-1 0 2 0,-1 0 0 0,1 0-1 15,0 0 0-15,-2 0-1 0,0 0 0 0,0 0-2 16,0 0 1-16,0 0 0 0,-2-2-1 16,2 2-1-16,-2 0 1 0,-1-2-39 0,2 2-64 15,-6 0-100-15,0 0-181 0,-1 2-292 0,-4-2-330 16,0 2-303-16,-4-2-178 0,-4 0 263 15,-2 1 641-15</inkml:trace>
  <inkml:trace contextRef="#ctx0" brushRef="#br2" timeOffset="-205890.57">23951 10986 99 0,'-3'0'281'0,"3"1"127"0,-1-1 78 0,1 0-121 16,0 2-104-16,0-2-55 0,0 0-26 0,0 1-9 15,0-1 4-15,0 0 4 0,0 2 10 16,0-2 13-16,0 0 8 0,0 1 2 0,0-1-4 16,0 1-9-16,0-1-21 0,0 0-23 15,0 2-27-15,0-2-31 0,1 3 34 0,-1-3 18 16,3 2-1-16,-1 5 5 0,1-3 1 16,1 4 3-16,-1 0-52 0,0 3-34 0,2 0-12 15,1 1-12-15,-2 2-10 0,0 1-7 0,1-2-5 16,-1 2-5-16,1 2-4 0,-2-2 11 15,2 2 8-15,-1-1 5 0,0 1 3 0,-3 1 6 16,3 0 1-16,0-1-19 0,0 1 2 16,-1-1 22-16,2 1 12 0,-1-2 2 0,-1 2 3 15,0-2 0-15,2 1-7 0,-2 2-25 16,2-3-13-16,-2 1 2 0,1 2 10 0,2-2 5 16,-5 2-1-16,4 0 1 0,-2-1 0 0,0 1-8 15,1-2-15-15,1 2-7 0,-2 0-4 16,1-2-1-16,-1 2-3 0,2-1-3 0,-2 0-1 15,0 0-2-15,2 0 0 0,-1-2-2 16,0 2 4-16,1-1 0 0,-1 2 0 0,1-2 2 0,2 1 2 16,-2-2-1-16,-1 0-2 0,2 0 2 15,-1-1-3-15,0 0 0 0,1-1-2 0,-1 1-1 16,3 1 1-16,-2-1-2 0,1-2 3 0,-1 2-3 16,0 1 2-16,4 0 1 0,-2-1 0 15,0 1-1-15,0 1 0 0,-1-2 1 0,1 4-1 16,2 1-3-16,1-3 1 0,-3 2 2 0,1 0-1 15,2 1 1-15,-1-1 0 0,-1-2 5 16,4 6-2-16,-4-6 2 0,4 4 3 0,-1-1-4 16,1 1 2-16,1-2 1 0,-1 2-2 15,0-1-2-15,3 0-1 0,-4 2 1 16,4-1-1-16,-1-2-1 0,0 2-7 0,0 0-1 0,0 0 3 16,0 0 2-16,-2 0 2 0,2-2 0 15,1 5 8-15,-4-4 2 0,6 1-5 0,-6 2-4 16,6-1-3-16,-4 0-2 0,2 1-2 15,0 0-2-15,-1-1 2 0,1 1 2 0,1-2 0 16,0 3 1-16,0-4-1 0,0 3 3 0,1-2 0 16,-2 0-2-16,1 0 3 0,2 0 0 15,-3 0 2-15,2-1 0 0,0 1-1 0,1-2 1 16,0 1 0-16,-2-1 1 0,2-2-2 0,0 4 2 16,0-2 3-16,2 1-2 0,-4-1-1 0,2 1 1 15,0-1 1-15,0 0-3 0,1 0 0 16,-2 0-1-16,3-1 4 0,-4 1 1 0,4 0-2 15,-3-1 0-15,2 0-1 0,0-2 1 16,0 4-4-16,-2-4 0 0,4 2 0 0,-2-1-3 16,1 2 1-16,0-4 1 0,1 0-2 0,-1 2-1 15,1-4 0-15,0 2 0 0,0 0 4 16,0-1-5-16,0-1 3 0,2 1 0 0,-3-2 2 16,1 0 9-16,1 2 3 0,1-3 2 15,-2 0 5-15,4 0-1 0,-3 1 1 0,2-1-7 16,1 2-3-16,-2-3-3 0,3 0 0 0,-1 1-2 15,3-1 0-15,-1 0-1 0,1 1-1 0,1-2 2 16,1 2 0-16,1 1-1 0,0-2 2 16,2 0 0-16,0 1-1 0,0 1-1 0,0-2-1 15,2 3 1-15,-2-1-2 0,1-2 0 0,0 2-1 16,2 0 0-16,1-1-2 0,-2 1-3 16,2-2 0-16,-2 2 2 0,2-1 1 0,-1 1 1 15,0 1 3-15,1-3 3 0,-1 3 0 16,-1-3 0-16,1 2 2 0,0 0-1 0,0 0-1 15,1 0-9-15,-2 1 3 0,2-2 1 0,1 0 0 16,0 0-1-16,-1 0 1 0,1 1 5 0,0-3-3 16,3 2-4-16,-3-1-2 0,2-1 0 0,0 0-1 15,1 0 1-15,-2 0 1 0,2 0 3 16,-3-1 2-16,4-1 2 0,-4 3 1 16,3-2 0-16,2 0 2 0,-3-1-2 0,0 2-1 15,3 0-1-15,-1 0 0 0,0-2-2 16,-2 1-3-16,0 0 1 0,1 1-2 0,0 0-2 0,1-2 1 15,-1 1 0-15,-1-2-1 0,-1 1 1 16,2-1 3-16,0 1-1 0,-3-1 2 16,4 0 0-16,-4 0 0 0,-1-1 3 0,3 1 0 15,-3 0 0-15,2 0-2 0,1-2 1 0,-3 2 0 16,0-1-2-16,-2 1-2 0,2 0 1 16,0-2 0-16,-3 1-1 0,1-1 1 0,1 2-2 15,-1-2 2-15,2-1 2 0,-4 1-2 16,1-1 0-16,0 0 2 0,2 0 2 0,-2 0-2 0,-2 0 0 15,2-1 1-15,-1 1 3 0,1-2-2 16,-4 2 0-16,3-1 2 0,1 0-1 0,-2 2-1 16,-2-2-1-16,3 2 0 0,-1-2-1 15,-1 3 1-15,-1-3-1 0,-1 3 2 0,0-2 0 16,-1 0 0-16,1 3-3 0,-3-2-2 16,-1 0 1-16,1 2-1 0,-2-1-1 0,-1 1-1 15,2-2 2-15,-3 4 0 0,1-2-1 0,-2-2 1 16,2 0 2-16,0 3 1 0,-2-2-1 0,-3-2 1 15,1 2 0-15,-4 0 2 0,3-2-3 0,-3 0 1 16,-4-2 1-16,0 2 0 0,-3-1 1 16,-3-1 1-16,1 1-1 0,-2-2 1 0,-2 0 1 15,-2 0 2-15,-1 0 5 0,0 0 2 0,0 0 3 16,-1 0-1-16,-2 0-3 0,-1 0-11 16,-2 0-56-16,-2 0-76 0,-4-2-145 0,-3 2-255 0,-2 0-304 15,-2 0-365-15,-7 0-318 0,-4-3-62 16,-6 0 600-16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4A10C4-897C-94EF-E028-008938F2A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5C73B42-93C6-A832-337F-97598B528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F6DEF2B-17B1-16DB-DB3C-258C510D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2EF4B48-CEBD-A533-DA7D-8348F1B7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F62152-1164-3DCF-818F-7C6511B7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3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1DDD3C-3985-7CEC-E299-0ACCA18D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949A77-021E-D163-3967-594730E46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5EF5893-4284-BFD1-1A7A-50BDB830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496EE3F-A5EB-2EB4-F1A1-0B53F721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D2EF635-160F-DEB0-59AB-61D7956FE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26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22C4F3-C61A-8F45-2EAA-35FFE972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CA70A8-D949-5CBF-F5DF-B45B2B9F4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E34BF09-962A-B2EB-07E1-583E9ECE7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70744ED-1EA5-FC5D-31DE-1FD31C27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D439EF6-E286-8C30-94F2-72F5FB30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7880F1-70E9-481F-67A2-F51E919C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1021C6D-5F2B-4EB0-E5C3-E3F28994C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5258016-903C-0D8D-E9C5-B3A48D942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151A766-C758-211D-7A4E-03112B32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C5AAD76-676B-9FFF-ACF9-C97C5F6F4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3F3821E-759D-AA4C-224A-CD6C7B02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2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65B6C2-C906-8EB3-DC27-75175AED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587E84A-6755-4FB4-09CA-3F186D2D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47A88DE-C064-73E2-4EB3-C512A5771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3F61F07-8CC6-471A-9F9E-4925E6FBE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99164FA7-2A04-DABE-6C96-F5A92EEA3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6C76DA8-A552-7D2B-7F83-02A238B1B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CD7C7A9-AD68-52AF-5033-D565ACD7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7B35701C-2BCB-AAD7-5EFB-53C2B0BFA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6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166183-AA63-0991-82EE-D4E38FEAC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3848AF7-5AA5-CD08-DE79-CF8DFC253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5B663C9-3EB1-A6E8-EFC7-CF6E1D940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9278761-A93E-B7F4-8D86-4430E9AC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386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F2ABFB27-4898-9783-E1C5-49F0F37F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17D08CF0-F667-2C27-078D-02D41D4CC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5DDB3D5-EF0F-E73E-A60B-8D274444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7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D3B51B-5FD6-C33C-CDC2-E16B754A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D615E0-9631-6B48-C4F2-DE145C631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4240ACE-2F8F-DE30-FB1F-1A611D10C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A68FCAF-C145-E85B-40AF-D58E0CC2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4ED144B-B4EF-2FF4-F724-5D94A010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3CF3DA2-E7B2-E192-0D1A-4CA92042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8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AA96A9-5C18-402C-39E7-5826CEB77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EEC7415-BD55-CBBE-CDF4-C94DE0002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D109326-5CBC-43E5-0215-B7069D34B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91A9B5C-4873-6BB3-FF62-2B61898F2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A3DD614-E6DC-42A7-C1FF-C1203E15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AE835F-4865-1367-FCB6-14E70906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9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423DD7-7BED-96E6-77EF-19FD8054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D3F69F0-1A90-C197-D462-CBF3F66CA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744F6E7-AA9D-71C8-63FC-8EDB8D54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78511DD-CBDF-13E1-A40A-F123A0435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8BEB7F2-C76F-CEF8-7971-578F2B1F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6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0BAB5349-278C-CDE8-6612-DBD30BA5D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6CBC35BC-EDF0-60FD-E2BA-7D1363E42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3F5473-C6B5-B6B4-7739-1633DD2A5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9B021C6-DB41-8A93-2F96-AE1B783A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979A0B1-0F23-C9ED-218B-33E00858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4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471852D-60DC-6539-991C-41A2F8EAF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442A124-49EE-ADD1-100D-DB8F819F0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B71265D-82C1-F5C6-7BEA-02C49454D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2C160-E483-4D2C-B55E-E5BC4F23CD1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E0B4A9B-7A9C-A206-C06B-76BB8D7FB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6C3A13E-4503-CCC5-41DC-F54C4C581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B7EAD-3813-47C3-80E4-BDA3EAFDB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91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67219449-1FB5-2701-A246-0BF115ED486E}"/>
                  </a:ext>
                </a:extLst>
              </p14:cNvPr>
              <p14:cNvContentPartPr/>
              <p14:nvPr/>
            </p14:nvContentPartPr>
            <p14:xfrm>
              <a:off x="1498680" y="312840"/>
              <a:ext cx="9933840" cy="368172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67219449-1FB5-2701-A246-0BF115ED486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9320" y="303480"/>
                <a:ext cx="9952560" cy="37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847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0470A495-4E6E-AAD4-FF62-1577930CE555}"/>
                  </a:ext>
                </a:extLst>
              </p14:cNvPr>
              <p14:cNvContentPartPr/>
              <p14:nvPr/>
            </p14:nvContentPartPr>
            <p14:xfrm>
              <a:off x="1888560" y="315720"/>
              <a:ext cx="8332200" cy="57963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0470A495-4E6E-AAD4-FF62-1577930CE5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9200" y="306360"/>
                <a:ext cx="8350920" cy="581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7162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7944173E-32CD-6B17-1E2B-5A7156FA775F}"/>
                  </a:ext>
                </a:extLst>
              </p14:cNvPr>
              <p14:cNvContentPartPr/>
              <p14:nvPr/>
            </p14:nvContentPartPr>
            <p14:xfrm>
              <a:off x="483480" y="628560"/>
              <a:ext cx="10296360" cy="535212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7944173E-32CD-6B17-1E2B-5A7156FA77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4120" y="619200"/>
                <a:ext cx="10315080" cy="53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76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6920718C-E13F-B691-CDFA-9525CF2EBE92}"/>
                  </a:ext>
                </a:extLst>
              </p14:cNvPr>
              <p14:cNvContentPartPr/>
              <p14:nvPr/>
            </p14:nvContentPartPr>
            <p14:xfrm>
              <a:off x="448560" y="571680"/>
              <a:ext cx="11351160" cy="55580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6920718C-E13F-B691-CDFA-9525CF2EBE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200" y="562320"/>
                <a:ext cx="11369880" cy="557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167930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FF53B79C-BD01-4B38-8D20-D3F8639C7079}"/>
</file>

<file path=customXml/itemProps2.xml><?xml version="1.0" encoding="utf-8"?>
<ds:datastoreItem xmlns:ds="http://schemas.openxmlformats.org/officeDocument/2006/customXml" ds:itemID="{743CD225-5195-4453-B565-697CA4E865C0}"/>
</file>

<file path=customXml/itemProps3.xml><?xml version="1.0" encoding="utf-8"?>
<ds:datastoreItem xmlns:ds="http://schemas.openxmlformats.org/officeDocument/2006/customXml" ds:itemID="{24989521-6CF8-4481-90D9-6EEC8FD2D885}"/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0</Words>
  <Application>Microsoft Office PowerPoint</Application>
  <PresentationFormat>Panoramiczny</PresentationFormat>
  <Paragraphs>0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2</cp:revision>
  <dcterms:created xsi:type="dcterms:W3CDTF">2022-11-15T12:22:48Z</dcterms:created>
  <dcterms:modified xsi:type="dcterms:W3CDTF">2022-11-15T13:51:56Z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