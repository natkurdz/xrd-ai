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1:22:39.62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5818 2412 112 0,'-2'4'335'0,"2"1"150"0,-3-1 114 15,1 3-142-15,1 0-133 0,1 0-58 0,0 4-15 16,0-1 18-16,3 4 24 0,0 1 25 16,-1 6 1-16,4 0-12 0,-2 4-22 0,0 4-29 15,2 4-33-15,-1 5-15 0,0 3 2 0,1 6 13 16,1 3 2-16,0 5 3 0,1 2-4 0,-1 6-27 15,-1 1-36-15,-1 5-38 0,1 4-27 16,-3-1-27-16,2 6-10 0,-2 1-8 16,-1 2-12-16,1 1-8 0,0 1-4 0,-1 2-4 15,-2 1-6-15,1 2-2 0,-1 3 9 16,-1 5 4-16,-1 2-2 0,-1 4 0 0,-2 4-3 16,0 1-4-16,1 6-10 0,-4 2 0 0,3 4-3 15,0 2-1-15,-1-1-1 0,1 4-1 0,0-4 5 16,1 2-3-16,-1-3-2 0,5-2-1 15,-1-3-1-15,2-3 0 0,-1-6-5 0,2 1-3 16,-1-6 9-16,1 0 2 0,4-6 4 16,-3-2-3-16,2-4-2 0,0-6-2 0,0-3-5 15,-1-8-3-15,4-6-5 0,-2-8 2 0,-1-5-1 16,2-9-8-16,-3-5-14 0,1-9-32 0,1-5-58 16,-4-2-55-16,-1-8-71 0,-4-3-140 15,-3-4-187-15,0-4-282 0,-4-5-228 0,-1-2-215 16,-5-4-30-16,0-6 449 0,-2-5 486 0</inkml:trace>
  <inkml:trace contextRef="#ctx0" brushRef="#br0" timeOffset="712.45">5601 2402 49 0,'2'8'303'0,"-2"-2"194"0,0-1 195 0,2-1 1 0,-1-1-29 16,1 1-33-16,-1-4-59 0,-1 0-53 16,2-4-24-16,0 0-37 0,2-4-71 0,2-2-70 15,-1-5-53-15,3-2-42 0,0-4-65 0,1-3-53 16,1-3-39-16,1-4-23 0,3 2-14 0,-1-4-9 16,3 1 3-16,-2 1-2 0,0 6-7 0,-1 0-5 15,-2 7-1-15,1 4 0 0,1 3-1 16,1 4-2-16,-1 7 2 0,0 4 1 0,3 7-1 15,-2 5-2-15,2 3 1 0,-4 6 1 0,2 5-5 16,-1 1 3-16,-2 2 0 0,0 2 0 0,-1-1-1 16,-1-1-2-16,-1 0-1 0,-2-1-11 15,-1-6-31-15,0-2-69 0,-2-2-104 0,-3-6-169 16,-3-3-294-16,-2-2-319 0,-1-3-341 0,-4-3-182 16,-2-3 241-16,-3-4 645 0</inkml:trace>
  <inkml:trace contextRef="#ctx0" brushRef="#br0" timeOffset="1066.25">5038 1675 391 0,'3'3'716'0,"-1"3"224"0,1-1 103 16,-3 1-249-16,2 2-222 0,-2 3-108 0,0 2-53 15,0 4-44-15,0 3-69 0,0 2-77 0,0 4-55 16,-2 1-62-16,2 0-42 0,-1 3-25 15,-1 1-17-15,2-1-6 0,-2 1-3 0,2-3-5 16,0 0-2-16,0-7-9 0,0-1-46 0,0-4-60 16,0-3-99-16,0-3-140 0,0-4-169 15,-1-4-305-15,1-6-251 0,-2-3-172 0,2-2 107 0,-4-7 396 16</inkml:trace>
  <inkml:trace contextRef="#ctx0" brushRef="#br0" timeOffset="1282.54">4879 1514 70 0,'0'-1'387'0,"3"0"225"15,-2 1 144-15,4 1-28 0,2 0-220 0,2 4-140 0,2 1-36 16,2 1-12-16,4 0 5 0,-1 0-19 16,4 0-57-16,0 0-63 0,2 0-61 0,1-3-39 15,-1 2-33-15,1-1-24 0,-1-1-15 0,1-2-8 16,-3 1-5-16,0 0 1 0,-3-3-24 15,-6 2-59-15,-1 1-115 0,-2-2-167 0,-7 6-290 16,-2-1-263-16,-5 1-190 0,-6 3 31 0,-2 2 349 16</inkml:trace>
  <inkml:trace contextRef="#ctx0" brushRef="#br0" timeOffset="1484.37">4773 2161 70 0,'8'12'292'0,"1"-2"172"15,2-2 166-15,2-3-54 0,4 1-78 16,-1-5-38-16,5-1-21 0,1 0-44 0,3-4-56 16,-1 1-75-16,3-4-72 0,1 3-61 0,-1 0-56 15,0-2-33-15,0 2-16 0,-2 4-52 0,-4 0-94 16,-1 5-144-16,-4 2-270 0,1 4-253 16,-4 4-198-16,0 3-20 0,-5 5 254 0,-2 4 358 15</inkml:trace>
  <inkml:trace contextRef="#ctx0" brushRef="#br0" timeOffset="2640.5">4615 6145 211 0,'8'3'333'0,"0"0"128"0,1-1-12 0,1-1-117 16,1 1-75-16,1-2-12 0,1 1-24 0,1-1-26 16,0 0 7-16,5 0-19 0,-3-1-12 0,6 1-34 15,0 0 33-15,1-2 55 0,4 1-12 16,-1-1-9-16,4 1-12 0,2 1-7 0,0 0-49 16,1 0-13-16,2 0 11 0,2 0 12 15,0 0 4-15,1 1 1 0,2 1-3 0,2 1-41 0,-1-2-41 16,4 1-28-16,0 0-16 0,1 2-4 15,3-2-4-15,0 0 1 0,4 1 0 0,3-2 3 16,3 1-3-16,1 0-9 0,3-2-6 16,4 1-2-16,-1-1-2 0,3 0 0 15,1 0 3-15,-2-1 3 0,3-1 31 0,0 2 19 16,4-2 11-16,2 2 4 0,1 0-4 0,2 2-1 16,-1-2-27-16,3 2-20 0,1-1-10 15,-1 0 6-15,2 1-3 0,1 1 31 0,2-1 26 16,3 1 12-16,2 0 4 0,1-2-10 0,0 0-4 15,2-1-29-15,0 3-21 0,0-3-5 0,0 0-6 16,1 0 2-16,3 0 2 0,1 2-1 16,0 0-3-16,1 0-6 0,-2-1 1 0,0 0 1 15,0 3 1-15,-2-2 4 0,3 1 2 0,-1 0 0 16,2 0-5-16,-1-1-5 0,1 1-2 16,-2-2-1-16,1 2 2 0,-2-1 4 0,2 2 25 15,0-1 20-15,2 0 8 0,-4-2 0 0,2 4-3 16,-2 0-1-16,-1-3-18 0,-1 3-13 15,2 0-5-15,0-1-3 0,-1 0 1 0,-1 0-5 16,1-1-4-16,-2 0-6 0,-2-1-2 0,0-1 0 16,-3-1 1-16,0 0 4 0,0 0 3 15,0 0 4-15,-1-1-2 0,1-1-1 0,-3 0-4 16,-5 2-5-16,2-1 0 0,-4 0-2 0,-3 1 4 16,-2-2 1-16,1 2 5 0,-3 0 3 0,-2 0 1 15,0 0 1-15,-2 0-4 0,-3 0-1 16,-3 0-4-16,-3 0-2 0,-1-2-1 15,-4 0-4-15,-3-1 1 0,-3 2 2 0,-3-2 1 16,-5-1 0-16,-3 2 0 0,-2-1 3 0,-6 0 2 16,-6 2-2-16,-3-3 3 0,-6 3 3 15,-2 0 13-15,-5-1 12 0,1 0 7 0,-5 2 4 16,-3-1 0-16,-2 1-2 0,-1 0-12 0,-4 0-13 16,0 0-6-16,-1 0-9 0,1-1-13 15,-3-1-35-15,1-1-71 0,-2-1-70 0,-1-4-122 16,0-1-184-16,0 0-312 0,0-4-309 0,1-1-217 15,-1-1-101-15,3-3 355 0,-3 2 566 16</inkml:trace>
  <inkml:trace contextRef="#ctx0" brushRef="#br0" timeOffset="2904.84">13102 5974 234 0,'8'-2'458'0,"-2"2"209"0,-1-2 167 15,3-1-171-15,3 0-126 0,-1 0-51 0,1 1-21 0,1 2-53 16,3-3-69-16,0 1-71 0,0 2-56 15,2 2-55-15,0-2-22 0,2 3 7 0,0-1 3 16,-1 1 13-16,-1 1-7 0,-3 0 13 16,0 4-13-16,-2 0-24 0,-3 1-15 0,-1 0-19 15,-4 2-12-15,-2 3-20 0,-2 2-10 16,-2 0-9-16,-2 2-9 0,-2 1-9 0,-1 3-6 16,-2-2-8-16,-2 4-4 0,1-1-5 15,-3-1-3-15,0 2-2 0,-2-3-2 0,0 2-5 0,-3-2-20 16,-1-2-70-16,-3-2-75 0,0 0-176 15,-4-4-281-15,0-1-325 0,-3-2-382 16,1-4-234-16,-2 0 82 0,-2-3 739 0</inkml:trace>
  <inkml:trace contextRef="#ctx0" brushRef="#br0" timeOffset="3664.04">11475 7238 189 0,'-6'0'635'0,"3"-2"384"0,-2 2 154 0,2-2-195 15,1 2-300-15,-1-1-217 0,3-1-137 16,-2 0-94-16,4 1-57 0,0-2-27 0,1-1-27 15,3-1-18-15,3-2 10 0,3 1-1 0,0-2-9 16,4 1-9-16,2-1 11 0,0 0 0 16,4 3-27-16,-1-1-13 0,1 4-5 0,0-3-5 15,0 4-21-15,-2 1-17 0,0 3-6 16,-2 2-2-16,0 1-1 0,-2 3-1 0,-3 1 1 16,-2 3 8-16,0 3 10 0,-5 0 4 0,-1 6 1 15,-2-1-1-15,-3 2-2 0,-4 2 4 16,-3 4-6-16,-4-1-4 0,-2 3-1 0,-4 1 2 15,1 0 1-15,-3 1-5 0,-1 1-1 16,-1-3 0-16,-1 0-1 0,3-1-5 0,-1 0-1 16,1-1-3-16,3-3-4 0,0-1-1 15,6-2-1-15,1-4-1 0,1-1-1 0,5-3-1 0,2-1 1 16,2-2-1-16,5 1 2 0,2-4-1 16,5-1 2-16,2-3 0 0,3-2 0 0,4-3 1 15,3-3 0-15,2-2 0 0,5-5-1 0,1-1 0 16,3-6-7-16,1 2-13 0,-1-3-44 15,2 1-71-15,-5-1-81 0,0 2-151 0,-1 0-226 16,-4 4-322-16,-1-1-293 0,-1 1-204 16,-1 1 16-16,-3 0 521 0</inkml:trace>
  <inkml:trace contextRef="#ctx0" brushRef="#br0" timeOffset="4032.6">12341 7426 165 0,'0'-1'1009'0,"-4"2"603"0,-2 1-89 15,-1 1-321-15,1 2-436 0,-2 1-323 0,-1 2-219 16,2 3-108-16,2 0-46 0,-1 5-26 0,4 2-17 16,2 3-14-16,2 1-6 0,1 4 0 0,4 1-1 15,2 3 0-15,2 1-2 0,4 3 0 16,0-3 0-16,1 0-4 0,6-1 2 0,0-4-2 16,3-5 1-16,-1-4 1 0,5-4-1 15,-1-7 2-15,2-4-2 0,0-7 1 0,0-4 1 16,-1-7 2-16,-2-1 0 0,-2-7 0 15,-3-5-1-15,-1-4 4 0,-3 0 8 0,-3-3 6 16,-3-1 9-16,-5 1 3 0,-6 0 5 0,-1 0-4 16,-6-2-5-16,-5 2-6 0,-2 2-3 0,-4-1-2 15,-2 2 0-15,-5 4 1 0,-1 1 1 16,0 6 0-16,-2 5-4 0,1 3-3 0,-1 4-3 16,1 7-3-16,0 3-6 0,3 6-3 15,0 2-2-15,3 5-2 0,0 4-2 0,3 1-4 16,2 1-11-16,4 2-30 0,0 0-74 0,3-1-79 15,1 0-154-15,4-3-268 0,0 1-322 16,1-3-351-16,1 0-207 0,2-2 49 0,-1-3 621 16</inkml:trace>
  <inkml:trace contextRef="#ctx0" brushRef="#br0" timeOffset="4262.43">12351 7531 61 0,'-5'10'971'0,"0"-2"729"16,-1 1-84-16,-1-1-362 0,2 0-382 0,1-4-436 16,1 1-240-16,5 0-105 0,1-1-49 0,4 1-23 15,3 0-10-15,5-3-4 0,3 1 0 16,5-1-1-16,4 0 1 0,4-2-2 0,3 0 2 16,3 0-1-16,5-2-2 0,-3 0 0 0,5 1-7 15,-4-1-56-15,-2 2-74 0,-2 2-159 16,0-1-278-16,-6 3-308 0,-4 2-376 0,-2 1-288 15,-6 1 21-15,-5-1 686 0</inkml:trace>
  <inkml:trace contextRef="#ctx0" brushRef="#br0" timeOffset="8967.68">6659 5638 70 0,'0'2'275'15,"0"-1"127"-15,0-1 110 0,2 1-133 0,-2-1-125 16,0 0-69-16,1 2-34 0,1-2-19 16,-2 0-16-16,2 2-14 0,-1-2-24 0,2 0 11 15,-1 0 5-15,1 1 4 0,0 0 75 16,0 1 58-16,0 0 36 0,2-1 33 0,-2 2 12 16,2 0 8-16,1-3-28 0,-3 2-37 0,2-2-29 15,0 4-56-15,-2-2-39 0,2 1-26 16,3-1-44-16,-2-1-20 0,0 0-12 0,1 1-13 15,4 0-3-15,-3 0-7 0,1 0 2 16,1-2-3-16,2 2-2 0,-2-1-1 0,2-1 23 16,1-1 14-16,0 1 6 0,1-2 0 15,-1 0 1-15,2 1 1 0,-2 0-15 0,3-3-17 16,-2 0-8-16,0 1 1 0,1-3-1 0,-1 4 2 16,0-3-5-16,-1 3-4 0,1-3 2 0,-1 0-4 15,2 1-4-15,-3 1-1 0,2-1-1 16,-2-1 1-16,1 1 0 0,1-1 1 0,-1 1 5 15,1 0-3-15,-1-1 2 0,1-1 5 16,-3 1-4-16,2-2 3 0,1 2-3 0,-1-1 6 16,2-2-2-16,-2 2-3 0,1 1 3 0,-1-3 3 15,1 1-3-15,-1 1 1 0,0-1-2 16,-1-1 4-16,1 2-3 0,-1-2-2 0,-2 0 0 16,1 1-4-16,1 0 5 0,-2 1-2 15,0-2-1-15,1 1 2 0,-2-2 5 0,1 2-2 16,-1-1-4-16,1-2 4 0,-1 2-2 0,-1-2-1 15,3 0-7-15,-3 1 3 0,0-1 4 16,3-2-4-16,-3 1 3 0,2-1 6 0,0 0-1 16,-2 0 0-16,2 0-3 0,-2 0 2 0,1-1 4 15,2 4-4-15,-3-3 0 0,3 0 0 16,-1 0 1-16,-1 0 2 0,2 0-6 0,-1-2 4 16,-2 2 2-16,4 0 2 0,-2-1-4 0,0 1-5 15,0-2 2-15,0 1-3 0,0 1-2 16,0-2 0-16,0 1 2 0,-2-2 1 0,4 1 1 15,-4-4 1-15,2 2 5 0,-2-2-2 16,3 0 1-16,-2 0 4 0,-2-3-3 0,2 1-3 16,-1-1-8-16,0 0 8 0,-2 0-2 0,2 1-3 15,0-1 0-15,-2-1 1 0,1 0 8 16,-1 1 31-16,0-2 15 0,1 2 12 0,-1-1 1 16,-1 0 6-16,0 2-3 0,1-1-33 0,0 0-15 15,-1-2-8-15,-2 2-2 0,2 1-8 16,1-1-3-16,-1-1 2 0,-1 2-3 0,1-3 1 15,0 2 1-15,0-2 3 0,1 1-1 16,0-2 2-16,1-2-1 0,-1 1-3 0,-1-3-2 16,3 2-3-16,0-4-1 0,-2 3 0 0,2 0 0 15,-3-2-1-15,1 4 1 0,2 0-1 16,-3 1 4-16,-1 1-2 0,1 2 0 0,0 0 5 16,-2-1-1-16,3 3 1 0,-3 0 0 0,1-1 2 15,-1 1-3-15,0-3 2 0,0 3-2 0,1-2 0 16,-1 0 1-16,-2-1-2 0,4 0 0 15,-2-2-1-15,0 1 1 0,0-1 0 0,0-2 0 16,2 1 1-16,-1-1 1 0,-1 0-2 16,0 1 2-16,3 0 0 0,-3-1 0 0,2 1 1 15,-2 1 0-15,2-1 0 0,0 2-3 0,-2 0 2 16,1 1-2-16,1-3 1 0,0 3 1 16,0-1-2-16,-2-1-1 0,2 1 1 0,-2-2 1 15,3 2-6-15,-1-3 0 0,-2 3 1 16,3-3 0-16,-2 0 1 0,-1 3 3 0,4-2 1 15,-3 1 3-15,0 0-1 0,1 2 2 0,0-1 0 16,-2 1-2-16,2-1 1 0,-2 0 1 16,3 1 1-16,-1-1-1 0,-2-1 0 0,2 2 2 15,0-1-1-15,-2-1-4 0,3 2 1 0,-1 0 0 16,0-1 0-16,-2 1-4 0,0-1-4 0,2 2 2 16,-2-2-4-16,2 1 1 0,-1 1-2 0,-1 0 1 15,2 0 3-15,-1-1 1 0,0 1 0 16,0-1 1-16,0 3-3 0,2 0 1 0,-3-1 3 0,4 1-2 15,-2 1-2-15,0 0 1 0,-1 0 4 16,4 1 0-16,-2-1-1 0,-1 2 0 0,3-1 6 16,-1 2 0-16,0-2-2 0,1 3 1 0,0-1 3 15,0 0-7-15,1-2-10 0,-2 3-3 0,1 0-1 16,-2-1-3-16,3 0-4 0,-1 0 8 0,-1-1 7 16,1 3 2-16,1-1 2 0,-1-2-1 15,0 1 3-15,0 2-2 0,0-1 2 0,0 1 2 16,0-1-2-16,1 1 3 0,-1 2-2 0,0-1 0 15,0 2-2-15,1-1-4 0,-1-1 3 16,0 2-2-16,3-1 1 0,-3 2 0 0,0 0 2 16,0 0 0-16,1 3-2 0,-1-2 1 0,2 4-2 15,-1-1 0-15,-1 0-1 0,0 0 4 0,0 1-1 16,1-1 1-16,-1 1 8 0,2 2 5 0,1-4 2 16,-2 1-2-16,1 1 1 0,0 0-1 15,2-1-5-15,-1-1-6 0,0 2 0 0,0-3-4 16,-1 3-2-16,2 1 1 0,-1-1-6 0,-1 1 5 15,2 0-4-15,-2 0 3 0,-2 2 5 0,4-1 0 16,-3 2 1-16,0 0 2 0,0 2 3 16,1-1-1-16,-2 0-3 0,0 1 2 0,3 1 1 15,-2 0-1-15,-1 1 4 0,2-1-2 0,-2 0 5 16,0 2-2-16,-2-1 0 0,3-1-1 0,-1 3-8 16,0-3-5-16,-1 1-5 0,0 1 0 15,1 0 0-15,-1 2-1 0,-1-5 21 0,3 5 13 16,-4-1 4-16,3 0 5 0,-3 0 0 0,1 1 0 15,0 0-14-15,-1 0-8 0,2 2-3 0,-1-2-2 16,-1 4 0-16,2-5-1 0,0 5 3 16,-2-1 2-16,1 1-2 0,0 1 0 0,0 1-2 15,-1-1-1-15,0 3-2 0,-2 0 2 0,2 0 0 16,-2 0 0-16,2 2 1 0,-2-2 2 0,0 2-2 16,0 0-2-16,0 1 11 0,-1 1 3 0,1-3 1 15,0 0 0-15,1 1 1 0,-3-2 0 16,3 3-10-16,-3-4-3 0,2 3 0 0,0-2-1 15,0 0 1-15,-3 0 0 0,3 0 0 0,-1 0-7 16,-2 2-4-16,3-2-5 0,-1 2-1 0,-1-1 2 16,1-1-1-16,1 4 5 0,-1-4 4 15,1 3 3-15,0 0 1 0,-1 0 0 0,4 1-1 16,-3-3-1-16,0 3-1 0,0-3 1 0,2 3-1 0,-1-1 2 16,0 0-1-16,2-4 1 0,-3 3 2 15,2 0-3-15,0-1 0 0,0-1 0 0,-2 0 0 16,0-1-1-16,3 4-1 0,-3-3 3 0,2-2 0 15,-3 2-3-15,3-1 1 0,-2 3-1 16,2-3-1-16,-2 1 8 0,1 1 4 0,1-1 4 16,-2 2 1-16,1 0 1 0,0 1-2 0,0-2-8 15,-1 2-6-15,0-1-3 0,3-1 0 0,-1 2 1 16,0 0 3-16,-1 0 0 0,1 0 6 16,-1-1 0-16,0 0-2 0,2 2 0 0,-1-1 0 15,0-1-1-15,0 2-2 0,0 2 0 0,-1-2-6 16,2 1-3-16,-1-3-2 0,-2 2-1 15,2-1-2-15,0-1 1 0,-2 0 3 0,2 0 3 16,1 1 2-16,-3-2 0 0,2 1 2 16,0-2 7-16,-2 1 5 0,3 1 3 0,-1-1 1 15,-1 1 1-15,0-1-1 0,1 1-8 0,-1-1-2 16,1 1-4-16,0 1 1 0,1-2-4 0,-1 4 3 16,0-2-2-16,-1-1-3 0,1 2 1 15,0 0 0-15,1 1 2 0,0-3-2 0,-1 2 0 16,0-1 1-16,0-1 3 0,0 0-1 15,-1 0 1-15,2 1 2 0,-2-2 2 0,0 2 1 16,1-2-2-16,-1 1 1 0,0 1-1 0,2-1 0 16,-3 0 0-16,2 0-1 0,0 2 1 15,0-3-2-15,-2 1 1 0,0 2-2 0,3-1-1 16,-1-1 1-16,-2 0-2 0,2 2 1 0,0 0 1 16,-2 0 12-16,2-1 8 0,1 3 2 15,-1-1 0-15,0 1 1 0,-1-2 1 0,1 2-11 16,0-1-8-16,2 1-3 0,-2-1-1 0,3-1-1 15,-3 0-2-15,4-1 0 0,-2 2 2 0,-1-2 0 16,2 0 0-16,-1 0 3 0,0-2-2 16,1 1-1-16,-3-2 0 0,2 1 0 0,0-1 0 15,-1 1 0-15,1-2 1 0,-1 0 0 16,1 2 1-16,0-1 0 0,-2 1 0 0,3 0 1 16,-3-1 1-16,3 1-1 0,-1 1 1 0,0 0 2 15,1-2-1-15,0 1 0 0,3 0-1 16,-2-1 0-16,1 2 1 0,-1-2 0 0,1 0 1 15,-1 0-3-15,1-2 1 0,-1 2 0 16,-1-4-3-16,0 3-1 0,1-3 0 0,-1 1 0 16,-1-2 1-16,1 2 0 0,1-1 0 15,-1 0 2-15,0 1 0 0,0-2 5 0,0-1 3 16,-2 3 0-16,2 0 3 0,1-1-1 0,1 1 0 16,0 0-4-16,0 0-4 0,0 0 0 0,0 0-4 15,2 0 1-15,-2-2-2 0,-1 1 2 16,2-1-2-16,0-1-1 0,-3 0 0 0,3 0 1 15,-1 0 1-15,-1-1-2 0,1 0 1 16,1-1 0-16,-2 2 0 0,1-2 0 0,-1 1 1 16,1-1-1-16,-1 0-1 0,1 3 0 0,-1-3 1 15,-1-1-2-15,1 2 1 0,1-2 0 16,-2 0 0-16,2 1 0 0,0-1-1 0,-2-1 1 16,1 1 0-16,0 0 0 0,0-2 1 15,-2 0 0-15,1 1 2 0,-1 1-2 0,1-4 1 16,-1 4 0-16,-1-3 1 0,-1 1 0 0,4 0-1 15,-4-3 6-15,1 2 2 0,-1 0 0 16,4 0 2-16,-4 0 0 0,2-1 2 0,-1 2-4 16,2-1-2-16,0 0-1 0,-2 0-1 15,2 0-2-15,0-1 0 0,1 3 0 0,1 0-1 16,-2 1 2-16,4-2-2 0,-4 1 1 0,2 2-2 16,1-1 2-16,-2 0-2 0,1 0 1 0,1 0 0 15,-2 0 1-15,1 0 0 0,2 1 0 16,-2 1 1-16,0 0 0 0,0-1 2 0,0 1-1 15,-2-1 0-15,2 1 1 0,-1 1 0 16,-1-2-2-16,0 1-2 0,1-3 2 0,-1 1-2 16,-2 2 1-16,1-2-3 0,2-1 2 0,-3 1-1 15,-1-1 0-15,0-1 0 0,0-1 0 16,0 0 0-16,-2 0 0 0,1 0 0 0,-1 0 2 16,-1-1-1-16,1 0 0 0,-1 0 0 15,0-1 0-15,-1 1 1 0,1-2 0 0,-1 1 1 16,1 1 1-16,-2-1 1 0,3 1 0 0,-1-1 0 15,-1 1-1-15,1-1 0 0,1 0-1 16,-2 1-1-16,2-2 0 0,-3 2-1 0,2-1 0 16,0 0-1-16,-1-1 0 0,1 2 0 15,-2 0 1-15,0-2-2 0,0 1 1 0,2-1 1 16,-1 1-1-16,-1-1 0 0,0 0 0 0,2 2 0 16,-2-2 0-16,0 2 0 0,0-2 0 0,1 0 0 15,-1 0-1-15,0 0 2 0,0-2-1 16,0 2 1-16,0 0-1 0,0 0 1 0,-1 0 0 15,1 0-1-15,-2 0 0 0,2 0-1 0,0 0 0 16,0 0 0-16,-1 0 0 0,-1 2-3 16,2-2-5-16,-2 1-6 0,2-1-13 0,-3 3-20 15,1 0-53-15,-1-1-70 0,-3 1-95 16,0 0-175-16,-2 0-294 0,1-1-327 0,-2 0-288 16,1 2-170-16,-3-3 225 0,0 2 662 0</inkml:trace>
  <inkml:trace contextRef="#ctx0" brushRef="#br1" timeOffset="16550.93">7040 5851 187 0,'6'2'279'0,"-2"-1"84"0,0 1-71 0,1-2-94 15,0 1-69-15,1 1-31 0,0-1-14 0,1 0 13 16,1 1 3-16,-2-2-11 0,3 0 17 0,-2 0 12 16,1 0 26-16,0-2 6 0,1 1 0 15,-3 0 51-15,3-2 39 0,-3 0 18 0,5 0-19 16,-3 0 34-16,0-2 14 0,1 1-40 0,-1 1-56 16,0-2-4-16,4 1 7 0,-4 0-45 15,4-1-25-15,-3-1-15 0,2 4-2 0,0-4-19 16,0 1-18-16,0-1-7 0,1-1-4 0,0 1-3 15,-1-1-15-15,2-1-7 0,1 1-7 16,-3-1-9-16,5-1-4 0,-3 0 10 0,2 1 16 16,-2 1 7-16,4-2 3 0,-1 0 4 15,1 2 0-15,-2 0-15 0,2-1-14 0,-1 0-8 16,0-1-5-16,0 2-7 0,-1-3-3 0,0 3 4 16,0-3 0-16,0-1-2 0,0 2-5 15,0-1 4-15,0-1-2 0,-2-2-1 0,1 2 0 16,1 1-5-16,-4-2 5 0,3 2-2 15,-3-1 1-15,3 0-2 0,-3 1-1 0,2-1 1 16,-2 1 0-16,0-1 1 0,3 1 0 16,-3-2-4-16,-1 1 0 0,4-3 2 0,-3 3-4 15,0-2-1-15,0 0 5 0,-1 0 5 0,2 0-1 16,-2 0 6-16,1 0 5 0,0 1-5 0,-1 0-2 16,-1 0-6-16,2-2 1 0,-3 2-2 15,3 0 2-15,0-1 1 0,-1 1 4 0,-1-2 4 16,2 1-1-16,-1-1-1 0,-1 1-9 15,2-1 4-15,-3 1-2 0,3-1-3 0,-3-1 4 16,3 0 2-16,-1 0 3 0,-1 0 5 0,2 2-1 16,0-2-2-16,-1 0-1 0,1-2 0 15,-2 2-3-15,1 2-5 0,1-2 3 0,-2 1 2 16,-2 0-3-16,4 1 1 0,-2 0 1 16,-1 0-2-16,3 0-2 0,-3 0-1 0,2-1 0 15,-1 3 0-15,0-3 1 0,-1 1 2 0,2-2 0 16,-1 2 0-16,1-1 1 0,-2 0-1 0,3-3 0 15,-2 2-1-15,1-1 2 0,2-1-2 16,0 1 2-16,-1-2-2 0,3 1 1 0,-3 1 3 16,3 0-6-16,-3-2 2 0,1 2 1 15,1 1 2-15,-3 1 3 0,1 0 0 0,0-2-1 16,0 3-1-16,-1 0 1 0,-1 2-3 0,1-2-4 16,-1 2-1-16,0 0 7 0,0 2 1 15,-1-1-5-15,0 1 4 0,1 1 0 0,-3 1 1 16,1 0-5-16,-1-1 0 0,3 4 1 0,-4-2-4 15,1 1 5-15,1 0-3 0,-2 2 0 16,2-2-1-16,-2 3 0 0,0-1 3 0,0 0-6 16,-2 1 0-16,2 0 2 0,1 0 2 15,-2 1 5-15,0-1 2 0,-1 1-1 0,0 1 8 16,0 0 17-16,1 0 12 0,0 0 1 0,-2 0 1 16,2 1 5-16,-1 1-7 0,1-2-11 15,-1 1-11-15,0 2 3 0,0 0 21 0,-1-1 9 16,1 0 8-16,0 2-1 0,2 1 3 0,-4-2-10 15,2 2-7-15,-1 0-4 0,1 1-5 16,-1 2-3-16,0-2-1 0,-1 1-4 0,2 0-8 16,-1 1-10-16,1 1-3 0,-1-1-3 15,-1 3-1-15,3 0 0 0,-2-2-3 0,2 3 0 16,-3 0-2-16,2 0 1 0,2 0 0 0,-2 0 1 16,1 2 1-16,-1-1 0 0,2-1-1 0,-1 1 2 15,2-1-1-15,-1 2-2 0,0-1 1 16,0-1 1-16,0 2 2 0,1-4-1 15,-2 2 0-15,1-1-1 0,0-1-1 0,0 1 2 16,1-3-3-16,-1 3 2 0,-1-2 0 0,1 0 0 16,-3 1-1-16,3-3 1 0,-2 2-1 15,0 0 0-15,0-2 1 0,2 1 0 0,-1-1 1 16,-2 0 0-16,1 1 2 0,2 0-2 0,-2-1-2 16,1 1 2-16,0 1-2 0,1-1 1 15,-2 0 0-15,2 0 2 0,-2-1 0 0,2 2-2 16,0 1 1-16,-1-2-1 0,2 1-1 0,-1 1 0 15,0 0-1-15,1-1 1 0,-1 0 1 16,0-2 0-16,3 2-1 0,-4 0 0 0,1-1 1 16,0 0 1-16,0-1 0 0,1-1-1 15,0 1 2-15,-1 1 0 0,0-1-1 0,0-1 1 16,0 0 0-16,-1 2 0 0,2-1-2 0,-1-2-1 16,0 1 1-16,-2-2-1 0,2 2-1 0,0-1 0 15,1-1 0-15,-2 2 1 0,0-1 0 16,2-2-1-16,-1 1 2 0,0 0-1 0,1 1 2 15,0 0 0-15,1 1-2 0,-1-2 1 16,2 1-1-16,-1-1 1 0,2 1-3 0,-3-1 3 16,2 1 0-16,1 1 0 0,-1-2 1 0,2-1-1 15,-1 3 3-15,-1-1 0 0,0-1-2 16,2 0 0-16,0 1 2 0,-2 0 0 0,1 1 0 16,1-2 6-16,-2 1 6 0,2-1 1 0,1 3 1 15,-3-3-1-15,1 2 1 0,-1 0-7 16,3-1-4-16,-3 2-3 0,0-1-1 0,1-2 0 15,1 2-3-15,-2-1 0 0,0 1 0 16,1-2 0-16,-2 1 0 0,1 1-1 0,0 0 0 16,-1 0 2-16,1-1 0 0,0-1-2 0,-1 0 1 15,0 1 2-15,1-2 0 0,0 1 0 16,0 1-2-16,1-1 3 0,-2 0-2 0,1 0 1 16,3 1-1-16,-3-2 0 0,1 2 0 0,-1-3 0 15,2 4 0-15,-1-1 0 0,-1-3-1 0,3 4 1 16,-1-1 0-16,-2-1 0 0,1 0-1 15,2 1 1-15,-1 0 0 0,-1-1-1 0,2 0 0 16,-3 2-1-16,3 0 0 0,0-1 0 16,0 1 0-16,-1-1 0 0,1 1 1 0,0 0 0 15,1-2 0-15,-2 4 1 0,1-4-1 16,0 2 2-16,0-1 0 0,-1-1 1 0,2 2-2 16,-2-2 1-16,-2 0 0 0,4 0-2 0,-4 0 1 15,2 1 1-15,1 0-1 0,-2-2 1 16,1 2 1-16,-2-1-1 0,1-1 1 0,1 2-1 15,-2-1 0-15,1-1 0 0,-1 1 0 0,0 1 1 16,0-2-1-16,0 1 1 0,0 0-1 16,1 1 0-16,-1 0 0 0,1-1-1 0,-1 0-5 15,1 1-5-15,1 0-1 0,-2 1-1 0,2-2 1 16,-2 1 0-16,4 0 5 0,-4-1 4 16,2 0 2-16,1 2-1 0,-2-1 2 0,1-1-2 15,-1 2 1-15,1-2-1 0,-2 1 4 16,1 0 4-16,-1-1 2 0,0 1 0 0,-2 1 0 15,2-3 0-15,-2 1 0 0,2 1-6 0,-3-2 0 16,2 0-1-16,0 1-2 0,0-1 1 16,-1 0-1-16,-1 2 2 0,1-2-2 0,2 1 0 15,-2-1 1-15,1 2 0 0,-1-1-1 0,2 0 2 16,0 1 1-16,-2 1 2 0,2 0-3 0,1 1 3 16,-1-1-3-16,0 0 0 0,-1-1 5 15,0-1 2-15,1 3 2 0,-3-3-1 16,0-1 1-16,0 1-1 0,-2 0-6 0,1-2-2 15,-4 0-5-15,2 0-10 0,-2-2-15 0,-2 0-55 16,-2 0-73-16,-2-4-158 0,-1 3-277 16,-4-2-307-16,0-3-377 0,0 2-303 0,0-1-12 15,-3-2 710-15</inkml:trace>
  <inkml:trace contextRef="#ctx0" brushRef="#br1" timeOffset="19302.16">10303 5417 108 0,'5'-6'311'16,"-2"1"156"-16,4-6 151 0,-1-2-112 0,3-4-45 15,1-6 47-15,1-3 53 0,6-6-5 0,1-10-47 16,4-8-61-16,3-6-58 0,5-6-76 15,2-9-54-15,6-9-24 0,0-7-22 0,4-3-14 16,3-8-42-16,2-3-25 0,3-5-32 16,0 0-28-16,0-2-23 0,0 1-21 0,-2 2-3 15,0 6-10-15,-4 4-7 0,-1 8-3 0,-5 5 8 16,-2 9 1-16,-3 5 0 0,-1 5-1 16,-4 6-1-16,-2 5-2 0,-1 2-8 0,-3 7-6 15,0 1 1-15,-4 4 0 0,2 4 1 0,-4 3 2 16,0 1 1-16,-3 5 2 0,-1 2-1 0,-4 6-5 15,0 0-24-15,-5 5-42 0,-1 2-69 0,-2 4-104 16,-2 2-162-16,-4 4-262 0,0 0-308 0,-3 6-295 16,-3 1-176-16,-4 2 190 0,-1 1 564 15</inkml:trace>
  <inkml:trace contextRef="#ctx0" brushRef="#br1" timeOffset="19581.99">11274 2938 17 0,'7'-7'464'16,"0"-1"391"-16,1-1 212 0,-1 0-16 0,-1-1-299 15,5-3-259-15,-1 0-178 0,3-4-84 0,-1 3-40 16,2-3-30-16,2-1-45 0,0 0-28 0,1 0-22 16,2 0-14-16,0 1-9 0,3-2-5 0,-1 1-7 15,1 2-13-15,2 2-6 0,-1 2 0 0,0 3 2 16,0 4 12-16,-1 4 18 0,0 2 17 0,-4 6 10 15,1 4 6-15,-5 6 2 0,-3 4-10 16,-3 5-15-16,-5 5-18 0,0 5-13 16,-6 3-10-16,0 3-12 0,-2-3-29 0,-1 1-51 15,0-3-93-15,-1-3-180 0,3-4-290 0,0-4-300 16,3-7-289-16,-1-4-178 0,2-7 255 0,2-8 596 16</inkml:trace>
  <inkml:trace contextRef="#ctx0" brushRef="#br1" timeOffset="20314.68">12565 1824 247 0,'4'-5'523'16,"1"-2"234"-16,0 2 165 0,1 0-173 0,-5 3-145 16,1-2-89-16,-2 2-42 0,2-1 2 0,-2 1-34 15,1 2-58-15,1 2-64 0,1-2-61 0,-3 1-54 16,0 1-60-16,0-1-51 0,0 0-37 0,0 4-24 15,0 1-13-15,-3 1-9 0,1 4-5 0,-1 4-1 16,1 0 0-16,-1 5-1 0,-1 1 1 0,-1 4 2 16,2 2 0-16,-2 5 1 15,0-1 0-15,2 4 7 0,-2 1 0 0,-1 1 0 0,3-4 3 16,2 2-1-16,1-2-1 0,0-3-11 16,1-3-8-16,4-2-2 0,1-2-5 0,0-4-1 15,2-4-2-15,2-1 5 0,2-4 2 0,1-2 2 16,4-4 1-16,-2-3 1 0,4-2 8 0,-2-5 5 15,4-1 2-15,-1-5 0 0,1-4-4 0,-1 0-22 16,1-3-66-16,-2-1-61 0,-2 0-71 0,0 1-130 16,-2 1-192-16,-4 0-301 0,1 1-236 15,-2-1-220-15,-2 4-63 0,1-4 378 0,-1 1 523 16</inkml:trace>
  <inkml:trace contextRef="#ctx0" brushRef="#br1" timeOffset="20654.61">13018 1936 281 0,'2'12'553'0,"-1"2"200"0,-1 1 161 0,2 3-155 15,1 4-151-15,2 2-112 0,0 2-59 16,0 1-51-16,2 0-82 0,1-2-102 0,0-1-82 16,3-5-48-16,0 1-37 0,1-6-14 0,1-4-9 15,0-4-5-15,1-3 2 0,-1-3 1 0,3-6 1 16,-3-3 0-16,-1-4-1 0,1-5 3 15,-2-1-3-15,-3-5-1 0,3 1 3 0,-5-5 0 16,-1 3 1-16,0-2 2 0,-4 2 27 0,-1 1 20 16,-1 1 8-16,-4 2 3 0,-1 0 0 15,-2 4-4-15,-5 0-24 0,2 2-18 0,-5-1 2 0,4 6 11 16,-4 1 2-16,3 3 1 0,-1 4-1 16,-2 2-2-16,3 4-13 0,1 3-18 0,-1 5-9 15,2 3-6-15,2 2-20 0,2 3-40 0,-1 2-42 16,5 1-33-16,-1 2-59 0,0-1-115 0,4-2-139 15,0 2-224-15,4-1-241 0,2-4-232 16,0-1-82-16,2-5 289 0,0 0 438 0</inkml:trace>
  <inkml:trace contextRef="#ctx0" brushRef="#br1" timeOffset="21277.95">13455 1894 305 0,'-2'-6'651'0,"0"3"297"0,2 0 124 0,0 2-245 16,0 1-230-16,0-2-172 0,0 2-115 0,0 2-87 16,2 0-62-16,0 3-55 0,-1 3-29 15,2 5-6-15,2 2 10 0,0 2 18 0,3 4 8 16,-4 1 11-16,3 5 4 0,-2 0-11 0,0 4-17 15,-1-4-23-15,1 4-20 0,-2-3-21 16,0-1-17-16,0-2-3 0,0-6-3 16,-1-1 2-16,-2-5 4 0,2-1 21 0,-2-4 19 0,0-1 12 15,0-2 1-15,-2-4-1 0,0-2-5 0,1-6-19 16,-2-1-18-16,1-4-11 0,-1-5-6 16,1-2 0-16,-2-4-6 0,2-4-4 0,2-3-4 15,0-3-4-15,0-2-2 0,2 1-1 0,2 0 5 16,-1-1 3-16,2 4 4 0,0 0 1 0,2 1-1 15,-1 4-2-15,3 1 2 0,-1 0-2 16,3 3 6-16,0 1 3 0,0 1 4 0,3 3 1 16,-1 3-1-16,0 0 2 0,3 3-9 0,-2 0 0 15,3 3-4-15,-2 1 1 0,0 2-1 0,-2 4 1 16,-1-1 1-16,1 4-1 0,-5 0 6 0,3 3 3 16,-4 3 8-16,-4 3-3 0,0 1 6 0,-3 1 2 15,-3 3 2-15,-2 0 0 0,-2 6 0 16,-3-3 6-16,-1 3-2 0,-2 1 0 0,-3 1-2 15,2-2-2-15,-4 3-2 0,4 0-5 0,-3-1-1 16,1 2-1-16,3-2-3 0,1 1-3 0,1 1-1 16,3-3-2-16,1 2 2 0,2-3 3 0,4 2 0 15,1-3-1-15,1-1 0 0,4-2-1 16,3 0-5-16,0-5-3 0,6-1-2 0,-1-3 0 16,4-3 1-16,0-3 2 0,3-5-1 0,2 0 0 15,-1-4-1-15,2-5-6 0,1 0-19 0,0 0-49 16,-4-3-64-16,2 0-66 0,-3 2-110 15,1-1-165-15,-5 1-269 0,1 2-260 0,-2 0-215 16,-1 2-139-16,-2-2 240 0,-2 3 517 0</inkml:trace>
  <inkml:trace contextRef="#ctx0" brushRef="#br1" timeOffset="21584.16">14063 1613 56 0,'0'-8'625'0,"2"3"529"16,-1 1 264-16,-1 2-105 0,0 2-374 0,0 2-349 15,-1 2-198-15,-1 3-111 0,-1 0-88 0,0 5-59 16,0 3-42-16,-2 2-24 0,2 7-12 0,0 1-9 16,0 3-6-16,-1 4-7 0,4 2-6 0,0 4-7 15,0-1-4-15,4 1-5 0,0 0-6 16,1 0-1-16,3-1-3 0,3-1-1 0,0-4-2 15,3-2-2-15,-1-2-1 0,4-2 3 0,-1-2-2 16,1-6 1-16,1-1 0 0,3-4-2 16,-1-4-10-16,-1-3-14 0,0-3-38 0,0-3-61 15,-2-7-61-15,-2-3-90 0,1-4-149 0,-4-4-225 16,1-3-280-16,-4-2-227 0,-1-2-195 0,-2-1 100 16,-2-1 499-16</inkml:trace>
  <inkml:trace contextRef="#ctx0" brushRef="#br1" timeOffset="21818.51">14066 1723 336 0,'-4'8'1139'0,"-1"-2"409"0,4 1-151 16,1-5-301-16,0 2-495 0,1 1-266 0,4-2-177 15,1-2-88-15,2 1-37 0,3 0-12 0,3-2-7 16,2 0-3-16,5-2 0 0,2-1 1 15,1 0-1-15,0-2-2 0,5 1-2 0,-1 2 1 16,0-4-3-16,-1 3-50 0,2-1-49 0,-7 0-53 16,-3 2-89-16,-2 0-155 0,-6 0-197 15,-3 1-253-15,-2 1-232 0,-6 1-171 0,-1 1 100 16,-7 0 430-16</inkml:trace>
  <inkml:trace contextRef="#ctx0" brushRef="#br1" timeOffset="21994.64">14123 1851 385 0,'-6'13'830'0,"3"-1"265"0,0-1-3 0,3-2-310 16,0 0-308-16,2 0-231 0,1-2-122 15,3 0-59-15,2 0-27 0,1-3-12 0,5-1-10 16,1-1-1-16,2-2-1 0,1-2-2 0,4 1-35 16,0-4-86-16,0 1-114 0,3-2-173 0,1-1-287 15,-1 1-247-15,0 0-127 0,-1-2 137 16,5 0 329-16</inkml:trace>
  <inkml:trace contextRef="#ctx0" brushRef="#br1" timeOffset="22705.91">14781 1702 204 0,'-3'-4'543'0,"-2"0"291"0,2-1 163 0,-3 0-142 16,4 1-203-16,-1-1-155 0,0 1-92 0,1 2-32 16,-1 2-5-16,2-3-24 0,-1 3-44 0,0 0-41 15,1 3-38-15,-3-1-53 0,1 4-55 0,-1 1-52 16,-1 5-27-16,-1 6-13 0,-1 1-8 16,2 7-7-16,-4 3-4 0,3 2 5 0,0 3 4 15,-3 2-1-15,5 1-2 0,-2-3 3 16,3 0 2-16,-1-3-10 0,1-3-5 0,1-3-2 0,2-5-2 15,0-4-1-15,2-2 0 0,-2-4 2 16,3-4 1-16,1-4 4 0,-3-2 2 0,4-6 2 16,-1-6-2-16,1-3-4 0,2-4-5 0,-1-5-10 15,0-2-13-15,3-4-11 0,-2 0-11 0,-1-2-2 16,1 4-1-16,0 0 4 0,0 3 9 16,-2 6 12-16,-1 1 12 0,-2 5 5 0,1 2 5 15,0 3 1-15,-1 2 2 0,2 6 2 0,0 4 1 16,-1 3 4-16,0 5 5 0,0 5 8 0,2 0 5 15,0 5 5-15,0 2 0 0,1 1-3 16,0 1-4-16,2-1-7 0,0 1-5 0,1-2-4 16,1 0-1-16,0-4-1 0,-1-3-1 0,-1-1 0 15,1-4 1-15,-2-1-3 0,0-4 6 0,1-3 3 16,-3-4 2-16,3-4 2 0,-3-7 2 16,2-4 2-16,-2-5-4 0,-1-3 1 0,0-7 6 15,-2 0 4-15,1-2 1 0,0-3 1 0,-1-1-4 16,0-1-1-16,0 1-9 0,2 0-4 0,-3 2-3 15,1 2-5-15,-1 3 0 0,1 7 0 16,-2 0-1-16,2 6-3 0,-1 3-1 0,2 3 1 16,-1 2 0-16,1 3-24 0,0 4-49 0,2 1-54 15,1 1-79-15,-1 2-147 0,1 3-239 0,1 0-295 16,4 0-254-16,-2 0-203 0,4 0 57 0,1-3 493 16</inkml:trace>
  <inkml:trace contextRef="#ctx0" brushRef="#br1" timeOffset="22884.01">15373 1614 78 0,'4'10'703'16,"1"7"632"-16,-2 0 175 0,-3 7-169 0,-4 1-420 15,0 3-358-15,-2 4-197 0,0 3-134 0,-1 3-77 16,-2 1-55-16,1 2-29 0,3-1-24 0,2-1-16 16,1-6-12-16,2-1-16 0,0-5-44 15,4-6-75-15,-1-5-69 0,0-5-125 0,-1-5-189 16,-1-7-310-16,1-4-306 0,-1-7-216 0,-1-5-112 15,-1-2 373-15,-1-5 567 0</inkml:trace>
  <inkml:trace contextRef="#ctx0" brushRef="#br1" timeOffset="23092.46">15164 1528 298 0,'-2'10'785'0,"2"-2"311"0,0 3 21 0,2-4-256 15,6 0-335-15,-4 1-226 0,4-1-115 16,2-2-52-16,2 0-28 0,1-2-17 0,3 0-5 16,2-2-34-16,-1-1-19 0,0-1-10 0,5-1-6 15,-1 1-5-15,2-2-15 0,-2 1-38 0,1-4-80 16,0 4-129-16,-1-2-158 0,0 3-293 0,0-1-266 16,-3 2-162-16,4 2 79 0,-1-2 362 15</inkml:trace>
  <inkml:trace contextRef="#ctx0" brushRef="#br1" timeOffset="23490.6">15778 1528 93 0,'-2'0'669'0,"0"0"479"16,-1 2 185-16,3 0-98 0,-2-1-386 0,4 0-324 16,-2 1-188-16,3 1-102 0,1 2-74 0,0-1-60 15,2 1-44-15,1 2-23 0,-1 0-13 0,2 1-7 16,3-1-2-16,-2 2-7 0,1 0-3 0,2 0 3 15,0 1-3-15,-1-1-1 0,3 2 1 16,-3 0 5-16,3-1-1 0,-3 1-4 16,-1 0 5-16,2-1 2 0,-4 0 0 0,0 1 25 15,0-1 18-15,-3 0 11 0,-4 1 7 0,1 2 8 0,-4-3 9 16,-2 0-14-16,-6 2-7 0,-1 1-3 16,-3-1 1-16,-3 2-2 0,-2 3 5 0,-1-1 2 15,0 2-1-15,1-1-4 0,2 6-6 0,0-3-9 16,0 4-14-16,4 3-12 0,-2 2-9 0,4 1-6 15,3 1-5-15,5 1-2 0,1 0-2 16,4-3 1-16,6 1 0 0,1-1 0 0,4-1 0 16,4-2 0-16,1-2-1 0,4-3-1 0,1-3-4 15,0-2-4-15,2-4-10 0,2-1-12 0,-2-4-16 16,-1-1-25-16,-2-1-54 0,-1-5-72 16,-3-2-83-16,-3-2-126 0,-1-1-174 0,-4-1-250 15,-2 2-253-15,-2-2-190 0,0 0-63 0,-4 0 303 16,-1-2 483-16</inkml:trace>
  <inkml:trace contextRef="#ctx0" brushRef="#br1" timeOffset="23734.44">15698 1914 178 0,'-11'5'811'16,"3"-1"473"-16,4 0 27 0,-1-1-194 0,3 2-417 15,4-1-283-15,4-1-132 0,4 1-62 0,2 1-26 16,6 0-23-16,2-1-27 0,2-1-39 0,5 3-32 16,-1-4-31-16,2 2-18 0,2-1-10 15,2 3-7-15,-1-1-3 0,-1 1-2 0,1 0-2 16,-1 0-2-16,-4 1-23 0,1-1-62 0,-2 0-74 16,-3 0-153-16,-2 0-288 0,-2 0-312 0,-1-1-334 15,-4-1-221-15,-1 0 63 0,-3 0 627 16</inkml:trace>
  <inkml:trace contextRef="#ctx0" brushRef="#br2" timeOffset="30639.96">7290 5759 119 0,'1'1'330'0,"1"0"155"0,-2 1 135 0,2-2-144 16,-1 1-134-16,1-1-52 0,-2 0-4 0,1 0-13 16,1 0-54-16,-2 0-48 0,0 0-50 0,2 0-46 15,-1 0-58-15,-1 0-34 0,0 0 4 16,2 0 1-16,-2 0-1 0,0-1 2 0,3 1 1 16,-1 0 154-16,2 1 83 0,-1-1 40 15,2 0 34-15,-2 2 4 0,2-1-4 16,0-1-108-16,0 3-55 0,1-1-29 0,-2-1-33 0,3 1-23 15,1 1-11-15,-2 0-12 0,5-2-10 16,-3-1 24-16,2 2 18 0,1-1 18 0,1-1-1 16,-2-1-2-16,2 1-3 0,1-2-25 15,0 1-19-15,-2-2-16 0,2 0-2 0,-1 1-4 16,1-3 3-16,1 1-4 0,-1 1-5 16,1-1 8-16,-3-2-3 0,3 0 2 0,0 0-4 15,-2 1 0-15,2-4 6 0,-2 1 27 0,1 1 15 16,1 0 11-16,-2-3 6 0,0 3 0 15,-1-1-3-15,0 0-29 0,0-3-16 0,0 2-10 16,-1 0-6-16,2-1-2 0,-2-1-1 16,-2 1-1-16,3-1 2 0,-3 1 8 0,0-1 5 15,1-1 0-15,-1 2-1 0,0-4 1 0,0 1-4 16,3 1-7-16,-3-3-6 0,0-1-1 16,1 2 0-16,-1-3 2 0,0 2-1 0,0-2 3 15,0 1-2-15,0-2 1 0,0 2 1 16,-2-1 0-16,3-1 0 0,-2 2 0 0,-1-2 1 15,2 0 2-15,-3 3-1 0,2-3 1 0,-2 0 2 16,0 0-2-16,0-1 1 0,1 2-1 0,-2-4-2 16,2 3 0-16,-2-3 0 0,-2 0 1 15,3-1 0-15,-2-3-2 0,2 1 0 0,-2-1 0 16,0-1 0-16,2 1-2 0,-2 1-1 16,0-2 0-16,-1 2 0 0,-1 2-1 0,2-1-2 15,-1-1 0-15,-2 3 0 0,3 2 1 0,-3-3-1 16,2 3 1-16,1 0 0 0,-1 1 0 15,2-1 0-15,-1 2 1 0,0-1 0 0,1 2 3 16,-1-3-1-16,0 1 1 0,2 0-1 0,0 0 0 16,1 1 2-16,-2-2-3 0,3 1 0 15,-1-1 3-15,1 0 1 0,0-2 0 0,1 3 0 16,-1-1 1-16,-1 2-1 0,3 0-1 0,-1 0 2 16,0 1-3-16,0 1 2 0,0-1-2 15,0 0-6-15,0 1-4 0,2 2-4 0,-1-2 0 16,-1 0-2-16,0-1 0 0,1 0 5 15,1 1 5-15,-2 0 0 0,1 1 4 0,2-3-2 16,-3 1 2-16,3 1 0 0,0-2 0 0,-1 2-1 16,-1 0-2-16,2-2 1 0,0 4 2 0,-1 0-3 15,1-2 8-15,-2 4 5 0,-1 0 3 16,3 2 1-16,-3-1-1 0,2 1 0 0,-1 0-5 16,-1-1-4-16,2 2-1 0,-1 2-2 0,0-3 3 15,1 3-3-15,-2-2 2 0,1 2 0 16,-1 0-1-16,2 0 9 0,-2 2 3 0,3-2 4 15,-2 1 0-15,1-1 2 0,2 1-1 16,-2 3-8-16,0-3-4 0,2 2-3 0,-2 0-1 16,2 0-2-16,-1 2 0 0,-1-2 0 15,2 3 1-15,-2-2 0 0,0 1 2 0,0 1 0 16,1 1 4-16,-1 1 2 0,1-2 0 0,-3 3 2 16,2 0 0-16,-1 0 0 0,-1 1 0 0,0 1-2 15,0 0-3-15,-1 1 2 0,1 0-3 16,-1 1 0-16,-1 1-2 0,1 0 0 0,0 1-1 15,0-1 1-15,-3 2-1 0,3 0 0 16,-2 1 1-16,1 0 0 0,-2-1-1 0,1 2 1 16,0 2 0-16,-2-1-1 0,1 0 1 0,-1 1-1 15,1 1 0-15,-1-1 0 0,-1-1-1 16,1 2-1-16,0-1 1 0,-1 1 0 0,-1-1 0 16,1 0-2-16,1 2 1 0,-1-2 1 15,0 1 0-15,-1 0-1 0,1 0-2 0,-1 2 1 16,1-1 0-16,2 0-2 0,-1 0 0 0,-1 0-1 15,1 2 2-15,-1 1-1 0,1-2 0 0,0 1 1 16,-1-2 0-16,1 3 1 0,0-1 0 16,3-2 2-16,-4 3-1 0,1-2 0 15,0 1 0-15,2 0 1 0,-2-1 0 0,2 1-1 16,-2 0 0-16,1 0 0 0,2-1-1 0,-2 2 1 16,0-2-1-16,0 0 0 0,1-1 2 0,0 1-1 15,1 0 2-15,0-1-1 0,-1-1 1 16,-2 0 0-16,2 1-1 0,0-1 0 0,-2-2-2 15,3 0 1-15,-1 2 0 0,-2-2-1 0,0 0 1 16,2 2 1-16,-3-2 1 0,1 1-1 16,3-1 0-16,-3 2 0 0,0-1-1 0,-1 1 0 15,1 0 0-15,0-1-1 0,2 3-1 16,-3-3 1-16,3 1-1 0,-2 0 0 0,3-2-1 16,-3 2 0-16,2 1 2 0,-2-2-1 15,4 3 0-15,-3-3 0 0,4 3 0 0,-2-2 1 16,1 0-2-16,-1 2 0 0,-1-2 2 0,4-2-2 15,-2 2 1-15,-1-1-1 0,2-2 2 0,0 1 1 16,-2 0-2-16,0-3 0 0,1 3 2 16,2-2-1-16,-3 1 0 0,2-2 2 0,-1 0 1 15,-1 1-1-15,3 1 1 0,-2-1-1 16,-1 1 1-16,2-2-2 0,1 1 0 0,1 1 0 16,-2-2-5-16,3 2-4 0,-1 0 1 0,-1 0-3 15,2-1-1-15,0-1-1 0,0 0 6 0,3 3 2 16,-4-4 2-16,4 1 1 0,-3-1 1 15,2 2 0-15,-1-2 0 0,1-1 0 0,-2 2 0 16,2-3 0-16,-2 2 0 0,1-1 0 16,-2 1 0-16,1-2 0 0,0 1 5 0,0-1 3 15,-1-1 3-15,2 2 0 0,-2-1 0 0,1-1-1 16,0 2-4-16,0-1-3 0,2 1-2 16,-1-1-2-16,0 1 1 0,0-1-1 0,1 0 0 15,2 3-1-15,-2-3 0 0,3 1 2 16,-2-1-1-16,2 1 1 0,-2-2-1 0,4 0 1 15,-2-1 1-15,1 0-1 0,-1-2 0 16,1 0 2-16,-1-1 0 0,-2-1 0 0,-1-1 0 16,-1 0 0-16,0 0 0 0,-3-1-1 0,2 1-1 15,-3-3 1-15,-2 1 1 0,1 1-1 16,-4-2 2-16,3-1-1 0,-3 2 1 0,-1-3 0 16,-2 1-2-16,0-2-1 0,-2 0-5 0,1-3-17 15,-3 1-54-15,-2 1-72 0,0-4-128 0,-2 1-236 16,0-2-305-16,-3-2-359 0,3-1-307 15,-2-3-107-15,-3-1 497 0,1-4 693 0</inkml:trace>
  <inkml:trace contextRef="#ctx0" brushRef="#br2" timeOffset="31820.64">10288 5601 121 0,'-7'12'357'0,"2"-2"179"16,-2-1 121-16,4-1-173 0,1-2-188 15,1 0-125-15,2-2-78 0,2-1-31 0,5-1-8 16,2-2-3-16,2 0 32 0,7-2 93 15,3-5 45-15,5-4 58 0,5-1 65 0,4-4 26 16,4-2-22-16,7-5-64 0,2-2-34 0,10-5-61 16,4-5-66-16,5-2-37 0,6-2-22 0,4-3-26 15,2-4-20-15,2 0-4 16,1-2-2-16,1-3-3 0,-1 1-3 0,0 1-1 16,2 0 4-16,-1 1-6 0,-5 0-2 0,1 3-7 15,-7 3 1-15,-2 1-2 0,-4 4-3 0,-6 4-4 16,-4 3-1-16,-6 2 1 0,-4 5 1 0,-5 1 4 15,-6 3 4-15,-4 2 4 0,-5 4-1 16,-6 1 10-16,-2 4 36 0,-6 2 92 0,-2 0 82 16,-2 1 35-16,-4 2 5 0,0 0-18 15,-5 3-37-15,2-2-67 0,-4 2-55 0,2 0-32 16,-1 0-18-16,1 0-8 0,-4 0-6 0,4 0-7 16,0 0-6-16,-1 0-3 0,1-2-4 15,0 2-2-15,0 0-1 0,0 0-2 0,1 0 1 16,-1-3 2-16,4 1 1 0,-4-2 2 0,1 2 1 15,2-3-4-15,-3 2-14 0,2-3-29 16,-2 2-54-16,0-1-55 0,-2-1-56 0,-1-1-81 16,2 0-120-16,-6-1-127 0,2-1-125 15,-1 5-226-15,0-5-222 0,-1 2-68 0,1 0 231 16,3 1 382-16</inkml:trace>
  <inkml:trace contextRef="#ctx0" brushRef="#br2" timeOffset="32040.46">12335 4403 53 0,'5'0'276'0,"1"-2"153"0,1 0 149 16,1 1-73-16,2-2-134 0,0 0-59 0,6-3-36 15,-2 2 11-15,5-1-9 0,0-1 38 16,2-2 20-16,2 2-28 0,1 0 6 0,0 1-38 16,1 1-29-16,0 3-49 0,0-1-52 15,-2 4-16-15,-1-1-26 0,-2 0 10 0,-2 2 33 16,-1 2 44-16,-4 0 28 0,-4 2 0 16,-1 1-13-16,-4 0-29 0,-4 3-39 0,-4 3-47 0,-4-1-35 15,-4 2-22-15,-1 1-17 0,-4 1-10 16,-1 2-8-16,-2-2-24 0,-1-1-67 15,0 1-61-15,1-4-128 0,1-1-228 0,3-3-311 16,2-2-329-16,3-4-244 0,3-3-99 16,5-5 460-16,1-1 634 0</inkml:trace>
  <inkml:trace contextRef="#ctx0" brushRef="#br2" timeOffset="32894.46">14228 3959 30 0,'10'-17'493'0,"-3"4"425"0,-2 1 253 16,-2 1-12-16,-1 1-339 0,-1 2-169 15,-2-1-134-15,-1 3-94 0,-1 0-74 0,-2 0-56 16,-2 2-54-16,-2-1-85 0,1 1-56 15,-4 2-33-15,2 0-15 0,-2 2-14 0,-4 0-7 16,3 2-6-16,-4 0-1 0,2 3-4 0,-2 1-4 16,1 2-1-16,-1 3-3 0,1-3-4 0,0 2-2 15,2 4 0-15,-2 2-1 0,4 0-2 16,-4 3 1-16,5 2 0 0,-2 4-1 16,5 2-1-16,0 2 0 0,0 4-1 0,4 2 0 15,2 1-1-15,2 3-1 0,5-2-1 16,-1 2 0-16,6-1-1 0,1-2 1 0,3-3 0 15,2-1 1-15,3-2 2 0,2-3 0 0,0-4 0 16,2-3-1-16,2-2 1 0,2-4 0 0,-2-4 0 16,1-3-1-16,2-2 2 0,-2-5-2 15,-1-2 2-15,-2-3 1 0,-2 0 2 0,-2-4 0 16,-2-3 2-16,-4-1 1 0,-2-1 0 0,0-1 0 16,-3-1-1-16,-3-1 0 0,0-2-5 15,-4 2-2-15,-1-1-3 0,0 1-1 0,-3-1-1 16,-2 3-1-16,-3-2 5 0,0 3 3 0,-1-1 2 15,0 1 0-15,-3 2 0 0,-2 2 6 0,1-1 3 16,0 4 1-16,0 1 1 0,-1 2-1 16,2 0-1-16,0 4-5 0,-1 0-5 0,2 0-2 15,0 4-1-15,3-3-1 0,0 2 0 16,3 0-1-16,1 0 0 0,-4 0-1 0,6-1 0 16,-1 3-1-16,2-3-3 0,1 2-5 15,0-1-11-15,1 1-29 0,1 0-59 0,1-2-65 16,1 2-90-16,0-2-152 0,-1 3-267 0,2-1-296 15,1 3-243-15,2-3-187 0,3 2 120 16,-2 0 549-16</inkml:trace>
  <inkml:trace contextRef="#ctx0" brushRef="#br2" timeOffset="33243.58">14618 4656 152 0,'8'1'765'0,"-3"-1"428"0,-2-4 57 15,-1-2-161-15,-2-3-405 0,0-5-290 0,2-1-123 16,-2-6-53-16,1-4-25 0,5-2-21 16,-3-6-25-16,2-6-42 0,1-2-40 0,3-5-27 15,0-3-18-15,0-3 17 0,3 2 15 16,0 0 5-16,-1 3-1 0,-1 6 2 0,0 4-1 16,-3 7-21-16,-1 5-8 0,-1 7-3 15,-2 3 1-15,1 3-1 0,0 6 0 0,-2 3-1 16,1 6-10-16,0 3-4 0,0 7-3 0,0 4 0 15,4 3-3-15,-2 3-2 0,2 6 0 16,1 2 0-16,0 2-1 0,3 2 0 0,0 2-1 16,-1 2 1-16,2 0-1 0,-2 1 0 0,1-2-3 15,1-4 1-15,1 1 1 0,0-5-2 0,-2-2-26 16,0-5-63-16,-2-2-57 0,-1-3-73 16,-3-5-132-16,-2-3-188 0,-3 0-292 15,-1-4-223-15,-2-1-208 0,-4-2-49 0,-2-2 364 16,-1-2 493-16</inkml:trace>
  <inkml:trace contextRef="#ctx0" brushRef="#br2" timeOffset="33442.4">14636 4393 409 0,'3'0'929'0,"3"-1"271"0,-3 1-46 15,2 0-289-15,1 0-368 0,3 1-255 0,0-1-126 16,2 2-58-16,2-2-30 0,4-2-15 15,2 1-12-15,0-2 0 0,3 0 4 0,2 1-1 16,-2-3 2-16,2 3 0 0,-1-2-8 16,2 2-64-16,-4-3-117 0,1 0-171 0,0 0-293 15,-4-1-264-15,2-1-221 0,-2-1 16 0,-4-3 348 16</inkml:trace>
  <inkml:trace contextRef="#ctx0" brushRef="#br2" timeOffset="33715.72">15194 3996 52 0,'-2'0'619'0,"2"2"498"0,-4 4 167 0,-1 4-105 16,0 4-322-16,2 4-307 0,1 3-184 0,1 7-88 15,1 0-53-15,1 3-44 0,4 4-42 0,3 2-41 16,0 1-31-16,4 2-20 0,0 1-11 16,2-4-7-16,0-2-16 0,3-4-9 0,-1-5-4 15,3-5-4-15,-3-7 3 0,1-6 1 16,-1-3 3-16,0-6 3 0,-2-5 1 0,0-6 3 15,-4-3-2-15,1-8 0 0,-2-1-2 0,-2-3 0 16,-2-3-2-16,0 0-9 0,-4-1-11 16,2-1-15-16,-3 1-29 0,2 0-48 0,-2 5-44 15,-2 2-30-15,2 2-35 0,-3 5-76 16,0 3-118-16,1 5-158 0,-1 3-243 0,1 5-241 16,1 4-194-16,2 1 129 0,1 0 439 0</inkml:trace>
  <inkml:trace contextRef="#ctx0" brushRef="#br2" timeOffset="34140.72">15806 3868 273 0,'-5'-9'1016'0,"-3"2"513"0,0-1-37 15,-3 2-273-15,0-1-485 0,-3 1-275 0,3 1-168 16,-4 1-102-16,1 1-64 0,1 3-38 15,1 0-30-15,3 1-18 0,-3 2-14 0,2 5-9 16,0 1-8-16,2 3-5 0,0 1-1 16,2 6-2-16,1-1-1 0,3 3-1 0,2 2-1 15,0 0 1-15,2-1 0 0,3 2-2 16,-2-1 2-16,6 1 0 0,-2-2 1 0,2-1-1 0,1 0 1 16,2 0 1-16,1-1 1 0,1 1-2 15,2-2 1-15,1-1-1 0,-1 2 0 16,0-2 0-16,-1 0 0 0,0-1 1 0,0 2 0 15,-2-1 0-15,-1-1 2 0,-3 3 0 0,0-2-1 16,-2 1 1-16,-4-4 1 0,0 2-1 16,-3-1 0-16,0-2 1 0,-3 0 1 0,0-1-1 15,-2 1 0-15,-1-3 0 0,-3 0-2 0,0 0 0 16,1-1-2-16,-1-2 1 0,0 1 1 16,1-2-1-16,0-1-3 0,0 0-7 0,3-3-19 15,0 0-65-15,1-2-71 0,0-1-112 0,1-2-164 16,2-3-282-16,1-2-333 0,3-3-247 15,0-1-154-15,3-3 244 0,1-2 562 0</inkml:trace>
  <inkml:trace contextRef="#ctx0" brushRef="#br2" timeOffset="34538.49">16241 3852 119 0,'0'-21'849'15,"-3"1"711"-15,-4 2 55 0,-3 2-297 0,-2 2-447 16,-4 3-339-16,-3 2-203 0,0 4-133 0,-5 2-70 16,1 2-41-16,-2 2-24 0,-1 3-18 0,2 2-12 15,2 5-9-15,2-1-6 0,4 2-4 16,0 2-3-16,7 1-5 0,2-1-1 16,6 5-3-16,1-2 1 0,4 2-1 0,4 0 0 15,5-1-1-15,3 1 0 0,3-2-1 16,2 2 1-16,4 0-1 0,0-2 0 0,2 2-1 0,0-1-3 15,-3 0-4-15,3 1-2 0,-2 2-2 16,-2 0-1-16,-1-1 1 0,-2 1 4 0,-5 2 4 16,-2-1 3-16,-1 0 3 0,-5 4 2 15,-2-2-1-15,-5 0 2 0,0 0 0 0,-4-2-1 16,1 1 0-16,-4-1 1 0,0 1-2 0,-1-3 1 16,-2 3-1-16,0-2 1 0,0 2-2 15,0-3 0-15,-2 2 0 0,3-1 0 0,-3-2-1 16,2 0 0-16,1 0-8 0,1-3-18 15,2 1-57-15,-1-4-76 0,0 0-137 0,4-3-258 16,1 1-313-16,2-1-372 0,3-1-301 0,2 1-64 16,0 0 591-16</inkml:trace>
  <inkml:trace contextRef="#ctx0" brushRef="#br2" timeOffset="36263.07">16938 4092 191 0,'-2'0'638'0,"1"0"370"16,-1 1 129-16,0 1-183 0,-1-2-309 0,3 0-205 15,-1 0-154-15,1 0-89 0,0 0-57 16,1 0-28-16,1 0-25 0,3 1 4 0,1 2 4 16,2-1 16-16,3 0 17 0,0-1-2 15,6 0 14-15,-1-1-14 0,3-1-16 0,5 0-5 16,0-1-12-16,3-3-11 0,1 2-24 0,2-1-14 15,0-1-10-15,2-1-14 0,-1 1-9 16,1 1-6-16,-2 0-1 0,2-1 0 0,-2 1 3 16,-2 1-2-16,-1-2-1 0,-2 2 1 15,-2 0 0-15,-3 0 0 0,0 0-1 0,-3 1-4 16,-2 0 1-16,-4 0 2 0,2 1-4 0,-7 1 1 16,2-1-3-16,-3 1-1 0,-2 0-16 15,-3 0-49-15,0 0-61 0,-1 0-77 0,-6 0-146 16,2 0-236-16,-4 0-307 0,0 0-265 15,-3 0-204-15,1 0 29 0,-3-4 505 0</inkml:trace>
  <inkml:trace contextRef="#ctx0" brushRef="#br2" timeOffset="36613.98">17348 3782 387 0,'3'-3'733'0,"3"2"226"0,-2 1 71 0,4-1-236 16,2 1-244-16,4-1-156 0,2 1-38 0,1 0-6 16,3 1-24-16,3 0-56 0,1 0-49 15,1 2-21-15,2 1-37 0,1 2-38 0,-2 0-35 16,2 0-8-16,1 1-8 0,-2 2-17 0,-1 0-14 16,-2 2-3-16,0 1 3 0,-3 1-8 0,-3 2 0 15,-2 3 3-15,0 1 6 0,-5 2 1 16,-2 1-2-16,-2-1 2 0,-2 1-2 0,-5 1-1 15,0 1-4-15,-5-3-2 0,-2 4-1 16,-2-3-6-16,-2 1-3 0,-3-2-7 0,1-1-5 16,-1-2-4-16,-5-3-4 0,2-2-2 15,-1 1-3-15,3-3-1 0,0-4-2 0,1 0 0 16,1-3-5-16,4 1-13 0,-2 0-21 0,1-4-56 16,4-1-75-16,-1 2-155 0,-2-2-274 0,4 1-315 15,2-1-380-15,0 0-315 0,1 1-14 16,-1-1 701-16</inkml:trace>
  <inkml:trace contextRef="#ctx0" brushRef="#br2" timeOffset="59377.4">18568 4360 308 0,'0'3'597'0,"-2"0"233"0,1-3 116 0,-1 0-232 16,2 0-187-16,0-3-102 0,-2 1-61 16,2-2-52-16,0 0-48 0,0-3-56 0,2-1-53 15,1-4-23-15,1-3 9 0,-1-2 25 0,2-4 12 16,1-1 1-16,1-6 2 0,0-3-16 15,-1-2-39-15,2-6-38 0,2-3-28 0,-1-4-17 16,1-4-16-16,2-3-10 0,-1 2 5 16,-1-6 3-16,4 7-7 0,-3-1-3 0,2 2-2 15,-4 7 1-15,1 5-6 0,-2 6-3 0,-1 5 4 16,0 5 2-16,-2 5 1 0,0 4-5 16,-2 3-5-16,3 3 0 0,-2 6 5 0,5 6 3 15,-3 5 3-15,2 5 7 0,4 6 4 16,0 5 1-16,-3 5 1 0,5 4 0 0,-1 4 2 15,-1 2-7-15,1 1-1 0,1 4-2 0,-1-2-6 16,3 2-3-16,-5-4-4 0,2 0 0 0,-1 0-4 16,1-6 0-16,-1 0-1 0,1-5 0 15,-2-4-1-15,0-2 0 0,-1-5-2 0,-2-3 1 16,-2-3-1-16,0-1-5 0,-1-5-4 0,-3-1-13 16,-1-3-36-16,-2-2-69 0,-3-3-67 15,0-3-119-15,-6-2-183 0,-1-3-311 0,-2-1-298 16,-2-1-214-16,-4-1-116 0,-2-3 353 0,-2 2 575 15</inkml:trace>
  <inkml:trace contextRef="#ctx0" brushRef="#br2" timeOffset="59590.76">18552 3900 128 0,'-1'-2'708'15,"1"2"423"-15,1 0 86 0,4-2-122 0,-1 2-393 16,6-1-285-16,1-1-110 0,7 1-34 0,2 0-17 15,1-2-31-15,2 0-28 0,4 0-45 16,0-1-52-16,3-1-41 0,0 0-25 0,3 1-12 16,-1-1-11-16,1 3-5 0,0-2-1 0,-1 2-11 15,-2-1-71-15,0 3-73 0,-1 3-156 16,-4-2-287-16,-3 1-307 0,2 3-355 0,-4 1-209 16,-2 2 75-16,-2-1 640 0</inkml:trace>
  <inkml:trace contextRef="#ctx0" brushRef="#br2" timeOffset="60237.98">19439 3548 35 0,'-3'3'528'0,"1"-1"423"0,1 2 193 16,-1 2-62-16,2 1-318 0,0 5-304 15,0 4-172-15,3 3-56 0,1 9-4 0,2 2 10 16,2 6 3-16,0 5-15 0,-2 5-23 0,1 2-36 16,0 6-37-16,-2 1-35 0,0-1-40 15,-1-1-24-15,1-5-11 0,-1-4-7 0,0-5-7 16,1-6-3-16,-2-6-2 0,-2-7 5 16,1-5 1-16,0-5 2 0,-2-5 5 0,0-7-1 15,-2-9 3-15,2-8-5 0,-2-6-4 16,-1-8-5-16,2-6-2 0,-2-6-4 0,0-2-2 15,0-7 0-15,-2-4 2 0,1-3 4 16,3 0 2-16,1 3-6 0,1 3-2 0,4 2-5 16,0 7-4-16,3 3-2 0,1 7-5 0,1 4 7 15,2 3 11-15,3 4 8 0,2 4 2 16,1 3 0-16,2 1 2 0,-1 5 3 0,5 5-8 0,-1 2-6 16,-1 2 0-16,1 4 0 0,1 4 2 15,-4-1-2-15,0 5 9 0,-4 1 9 0,-3 2 8 16,0 1 13-16,-7 2 10 0,-1 5 8 15,-5 2 2-15,-3 0 0 0,-4 5-6 0,-2-1-6 16,-5 1-10-16,-2 0-7 0,-3 2-9 16,-2-2-6-16,0 0-4 0,0 0-4 0,-1-3-1 15,1-2-2-15,2 1 0 0,2-4-2 0,2-1-11 16,2-3-20-16,3-1-54 0,3-2-72 0,2-4-97 16,4-1-165-16,1 0-284 0,1-1-326 15,6-3-274-15,-1 2-178 0,7 0 184 16,-1-2 598-16</inkml:trace>
  <inkml:trace contextRef="#ctx0" brushRef="#br2" timeOffset="60562.49">20026 4341 391 0,'-2'1'1025'15,"-1"-4"353"-15,-2-4-8 0,0-2-218 0,1-7-462 16,-4-1-250-16,3-7-136 0,2-6-86 15,0-5-74-15,1-5-62 0,2-8-38 0,3-5-18 16,4-4-13-16,4-4-4 0,-2-2-2 16,6 0 0-16,0 1 0 0,4 4 0 0,-3 4-1 15,1 5-1-15,-1 7-2 16,-2 7-2-16,-1 7-3 0,0 6 1 0,-2 7 0 0,0 7 3 16,-1 8 2-16,0 9 3 0,2 10 3 0,-6 5-1 15,3 8-3-15,-1 9-3 0,-1 5-1 16,-1 6-1-16,2 3 1 0,-2 3 0 15,0 4 2-15,3 1-1 0,-3 0-1 0,1-2-5 16,2-1-34-16,-1-6-56 0,-2-3-62 0,1-5-98 16,-2-7-165-16,0-6-305 0,0-6-290 15,-2-6-253-15,0-7-173 0,-3-3 214 0,0-6 585 16</inkml:trace>
  <inkml:trace contextRef="#ctx0" brushRef="#br2" timeOffset="60781.07">19925 3803 54 0,'-7'4'581'0,"5"2"431"0,1-3 165 15,1 1-93-15,3-1-364 0,4 2-342 16,2-2-191-16,3-2-68 0,5 1-33 0,1-2-15 16,3-2-9-16,6 1-7 0,3-2-4 15,2 1-20-15,4-1-10 0,0 1-11 0,2 2-13 16,-1 0-45-16,-2 0-146 0,-2 4-284 0,-2-1-269 15,-1 1-262-15,0 1-219 0,-3 0 58 16,-2 4 496-16</inkml:trace>
  <inkml:trace contextRef="#ctx0" brushRef="#br2" timeOffset="61440.99">20721 3489 18 0,'-6'-11'502'0,"-2"4"478"0,0 0 248 16,0 2-53-16,2 2-347 0,-2 1-325 0,4 4-180 16,0 4-103-16,1 3-34 0,1 6-17 0,2 4-11 15,2 7 3-15,1 4-15 0,2 5-18 16,3 5-21-16,-2 3-16 0,1 2-15 0,1 4-21 16,-4 1-10-16,4 1-9 0,-5 1-12 15,2-2-8-15,-2-2-6 0,0-5-2 0,-1-3-3 16,0-7 2-16,-1-5 6 0,-1-7 7 0,0-3 5 15,0-4 2-15,-1-6 1 0,-1-5-2 16,-3-6-7-16,4-7-7 0,-4-6-7 0,1-7-3 16,0-6-3-16,-1-5-1 0,2-7 0 15,2-6-1-15,1-4 2 0,0-6-1 0,1 0-1 16,2-3-1-16,5 2 1 0,2 3 1 0,-1 3-1 16,4 5 0-16,-1 3 1 0,4 5 1 0,0 1 0 15,1 6 0-15,3 4 0 0,-2 4 1 16,3 3-1-16,0 4 1 0,1 2-1 0,0 7 0 15,-2 1-1-15,1 1 0 0,-2 6 1 16,-3 1 2-16,-1 4 0 0,-4 2 2 0,-1 1-5 16,-2 4 5-16,-5 3 0 0,-5 5 12 15,-4 1 7-15,-2 6 6 0,-5 1 8 0,-4 5 0 16,0 4 2-16,-4 4-9 0,-2 3-6 0,1 1-5 16,1 2-2-16,0 1-2 0,4-2-5 0,1-2-2 15,5-2-2-15,2-5-3 0,6-1-1 16,-1-5-3-16,8-2 0 0,0-4-1 0,4-4 0 15,1-2 0-15,4-6 0 0,5-3-7 16,0-5-8-16,6-4-28 0,3-5-69 0,2-4-69 16,2-3-127-16,3-6-203 0,-1 3-310 0,3-2-329 15,-5 3-229-15,1 0-109 0,0 5 410 16,-7 4 616-16</inkml:trace>
  <inkml:trace contextRef="#ctx0" brushRef="#br2" timeOffset="61738.4">21456 4271 87 0,'-3'7'671'0,"-3"-4"469"0,0-5 121 0,-1-4-132 16,-1-6-357-16,4-4-297 0,-4-8-138 0,3-2-70 15,0-7-37-15,2-6-32 0,3-6-42 16,0-5-47-16,5-5-45 0,0-2-27 0,6-2-1 16,-2 0 0-16,3 2 2 0,1 4-3 0,0 7-6 15,1 4 0-15,-1 7-16 0,-2 7-9 16,-1 5-4-16,-1 7-3 0,1 6 9 15,1 4 4-15,-2 8 6 0,2 7 4 0,-1 7 9 16,-1 6 5-16,-1 6-5 0,0 5-4 0,1 4 0 16,-2 4-5-16,-1 3-4 0,1 2-3 0,-1 1-4 15,2 3-2-15,-3-1-1 0,1 4-3 16,0-3-3-16,2 1 0 0,-2 0-22 0,1-3-73 16,-1-1-74-16,-1-5-160 0,1-5-285 0,-3-2-327 15,-1-7-366-15,-1-3-218 0,-2-6 64 16,-2-6 677-16</inkml:trace>
  <inkml:trace contextRef="#ctx0" brushRef="#br2" timeOffset="61920.65">21398 4023 66 0,'-14'-21'665'16,"4"4"500"-16,2 3 128 0,-1 6-150 0,4 0-360 16,2 4-395-16,3 1-190 0,5 1-100 15,3 2-48-15,4 0-25 0,4 0-12 16,5 0-11-16,4 0-4 0,4 0 2 0,2 0-7 15,6 2-14-15,-3-2-55 0,6 1-102 0,-1 1-122 16,4 0-192-16,1 0-293 0,1 2-258 16,2 0-119-16,-3 0 176 0,0 2 372 0</inkml:trace>
  <inkml:trace contextRef="#ctx0" brushRef="#br2" timeOffset="62177.89">22081 3526 65 0,'-3'-12'646'15,"5"2"478"-15,-2 4 135 0,1 1-123 0,4 7-339 16,1 2-297-16,4 7-147 0,-1 2-67 16,4 6-29-16,-1 6-30 0,3 4-39 0,-1 4-54 15,-1 5-49-15,1 4-27 0,-5 1-24 0,1 6-11 16,-4 1-8-16,2 2-4 0,-3 2-3 15,-4-2-4-15,-1 1-31 0,0-2-63 0,-3-5-59 16,-2-2-85-16,-2-8-145 0,-3-5-205 16,0-5-293-16,-3-8-222 0,-4-8-201 0,2-6 38 15,-3-9 429-15</inkml:trace>
  <inkml:trace contextRef="#ctx0" brushRef="#br2" timeOffset="62372.3">21895 3598 74 0,'3'-22'573'0,"-2"3"394"0,3 4 153 0,0 4-75 16,6 1-360-16,-2 2-270 0,4 2-153 16,6-2-71-16,2 2-29 0,3 2-25 0,2-1-32 15,3 0-41-15,2 3-25 0,2 1-19 16,-1 2-13-16,3 4-3 0,-1-1-7 0,-1 5-5 16,-1 1-22-16,-2 2-99 0,-3 3-161 0,0-1-276 15,-3 3-268-15,-2-3-268 0,0 1-170 16,-1-3 243-16,-2-3 503 0</inkml:trace>
  <inkml:trace contextRef="#ctx0" brushRef="#br2" timeOffset="62607.56">22571 3486 79 0,'-3'-2'649'0,"-2"8"478"0,-1 5 155 16,2 5-96-16,-1 6-328 0,3 7-299 16,2 5-167-16,2 7-85 0,1 3-59 0,0 4-46 15,6 3-59-15,-2 3-45 0,2 1-36 0,4-1-20 16,1-2-13-16,2-7-11 0,1-5-8 15,4-9-3-15,0-7-1 0,1-8-3 0,0-9 1 16,0-10-3-16,-3-6 0 0,0-8-1 16,-2-7 0-16,1-5-2 0,-1-7-2 0,-4-1 1 15,-2-4 2-15,0 0 0 0,-3-1-3 0,-4-2-18 16,0 2-48-16,-1 0-59 0,-2 2-69 16,-4 2-150-16,2 7-252 0,-6 4-302 0,1 6-261 15,-1 9-213-15,-2 4-2 0,4 8 539 0</inkml:trace>
  <inkml:trace contextRef="#ctx0" brushRef="#br2" timeOffset="63252.05">23232 3518 423 0,'8'2'864'0,"-2"1"291"0,-1 1 19 15,3 4-277-15,1 3-221 0,1 2-153 16,0 2-106-16,-1 6-72 0,4 1-61 0,-4 6-58 15,2 0-69-15,-3 3-55 0,-2 4-31 0,3 2-21 16,-5 1-12-16,2 5-12 0,-3 0-8 16,1 0-6-16,-4 2-4 0,-4 2-2 0,3-4-1 15,-2-1-1-15,-5-3 1 0,3-3-1 16,-1-4 11-16,-1-5 8 0,3-5 6 0,-5-6 3 0,4-4 0 16,-2-5-1-16,1-7-10 0,-2-4-8 15,2-9-8-15,1-6-3 0,0-7-3 0,0-7-1 16,4-7-1-16,-1-7-1 0,4-4-2 0,1-4 2 15,2-1 1-15,1-1 1 0,7 1 1 16,-4 3 1-16,4 2 2 0,4 2-2 0,1 2 0 16,2 6 0-16,2 2-1 0,0 6 0 0,2 5-1 15,2 3 0-15,0 3 1 0,0 6-1 16,0 4 0-16,0 3 1 0,-4 6 0 0,0 4 2 16,-1 4 2-16,-5 5-1 0,-1 4 1 15,-4 1 0-15,-4 7 1 0,-2 2-1 0,-5 5-2 16,-4 1 1-16,0 3 1 0,-8 3 0 15,-2 1 1-15,-2 2 2 0,-2 2 5 0,-2 1 4 16,-2 0 2-16,0 3 2 0,0-2-1 0,3-2-2 16,2-2-4-16,2-2-4 0,5-2-5 15,3-3-2-15,6-2-1 0,1-2 0 0,4-3-2 16,6-5 0-16,2-1-1 0,6-5 0 16,3-5-2-16,5-5-10 0,6-4-20 0,1-4-61 0,2-5-80 15,3-5-160-15,0 0-277 0,1-3-321 16,1 0-393-16,-1 4-288 0,-1-1 36 0,0 2 713 15</inkml:trace>
  <inkml:trace contextRef="#ctx0" brushRef="#br2" timeOffset="63600.42">24360 4548 132 0,'-12'5'700'16,"3"-4"419"-16,-1-4 94 0,4-6-133 0,1-6-410 15,2-6-313-15,3-6-155 0,2-5-70 0,1-6-26 16,3-6-10-16,2-7-13 0,5-4 8 16,1-9 80-16,5-3 33 0,3-5 10 0,5-5-6 15,5-2-5-15,0 0-21 0,-1 3-60 16,-1 6-34-16,0 5-24 0,-5 9-16 0,-3 12-14 16,-4 5-9-16,-4 10-9 0,-1 7-3 15,-2 6 1-15,-2 8 3 0,1 10 4 0,1 9 4 16,-5 7 1-16,-1 9-1 0,0 8-3 0,-4 8-6 15,1 5-5-15,-2 8-2 0,-2 4-2 0,2 4-2 16,-1 4-1-16,-2 5 0 0,1 4-1 16,0 1-3-16,2-2-2 0,0-1-2 0,2-3-6 15,0-6-13-15,1-7-30 0,2-10-74 0,-4-5-74 16,2-9-129-16,-3-10-184 0,0-7-297 16,-3-7-330-16,0-6-213 0,-2-8-105 0,-1-7 348 15,-5-7 561-15</inkml:trace>
  <inkml:trace contextRef="#ctx0" brushRef="#br2" timeOffset="63810.36">24320 3889 59 0,'-2'3'608'0,"2"3"446"0,3 2 151 0,2 2-103 16,8 1-359-16,4 0-354 0,7-1-176 0,6 1-76 15,6-3-19-15,6 1-11 0,3 0 29 0,5 2 20 16,2 0 0-16,1-1-2 0,1 1-25 15,3 0-14-15,-2 1-36 0,1 3-29 16,-3 1-50-16,0 3-69 0,-3 0-108 0,-2 2-199 16,-2 2-289-16,-7-1-321 0,-1 1-299 15,-5-4-159-15,-9 2 302 0,-5-3 632 0</inkml:trace>
  <inkml:trace contextRef="#ctx0" brushRef="#br1" timeOffset="68739.92">16525 1692 13 0,'-6'2'345'15,"0"0"292"-15,1 0 290 0,0-1 123 0,0-1-249 16,0 0-180-16,-1 0-104 0,3 2-41 0,2-2-60 16,-1 1-69-16,0-1-67 0,-1 1-48 0,3-1-50 15,-1 2-63-15,1 0-48 0,-2-2-29 0,2 1-18 16,0-1-14-16,0 2-5 0,0-2-1 15,0 1-3-15,0 2-2 0,2-1 0 0,-2-1 2 16,1 2 0-16,1 2-2 0,-1-3-1 16,3 2 1-16,0 0 1 0,2-1-3 0,2 3-1 15,2-4 2-15,1 1-4 0,3 1 6 0,2-2 6 16,3 0 5-16,1-2 3 0,1 0-1 0,6-4 8 16,0 1-7-16,1 2-5 0,1-2-1 0,2 1-3 15,-1-3-1-15,1 4 0 0,-1-2-1 16,0 1 0-16,-2 1-2 0,0 0 0 15,-1-3-2-15,-3 4 2 0,2-1-1 0,-3 0 0 0,-1-1 0 16,-4 2 2-16,1-2-2 0,-7 2-1 16,2 0 0-16,-4-1 1 0,-2 1 0 0,0-1 0 15,-4 1 0-15,1-2 2 0,-2 2-1 0,-1 0 0 16,0-1-9-16,-2 1-23 0,-2-2-66 0,0 2-81 16,-1-3-169-16,-2 2-253 0,-4-1-309 0,3 1-340 15,-2-3-209-15,-2 3 83 0,-1-2 620 16</inkml:trace>
  <inkml:trace contextRef="#ctx0" brushRef="#br1" timeOffset="69101.53">17091 1414 213 0,'5'-3'567'0,"1"3"248"0,-1-1 97 15,1 1-198-15,2 0-253 0,0 0-187 0,0 1-91 16,5 2 49-16,0 0 32 0,2 1 9 0,1 1-33 16,1 1-19-16,1 0-20 0,4 2-80 15,-2-1-47-15,1 3-28 0,3-2 1 0,-2 3-2 16,1-1 1-16,-2 4-1 0,1-1 4 0,0 0-1 16,0-1 10-16,-2 2 22 0,0-1 17 15,-4 3 5-15,1-1 13 0,-4 0 9 0,-1 1-19 16,-2-1-16-16,-3 1-12 0,-4 2-2 0,-3-4-13 15,-2 3-10-15,-3-1-4 0,-3 1-12 0,-1 0-9 16,-7-2-7-16,2 2-1 0,-7 0-1 16,2-2-1-16,-1 0 0 0,-2 0-8 0,1-3-5 15,2 0-7-15,-2-4-5 0,4 2-12 0,1-2-26 16,1-1-59-16,3-1-61 0,0-2-148 0,2 2-216 16,1-1-305-16,2-2-322 0,4 1-231 15,-2-1-63-15,3 0 514 0</inkml:trace>
  <inkml:trace contextRef="#ctx0" brushRef="#br1" timeOffset="70725.1">19003 1281 132 0,'1'-5'535'0,"3"2"391"0,-4 0 204 0,1 2-138 16,-1-1-308-16,2 2-208 0,-1 0-143 0,-1 3-102 16,4 3-38-16,2 4-12 0,-2 4 5 0,1 6 12 15,2 5-12-15,-1 4-16 0,3 4-17 0,-2 4-20 16,-1 4-29-16,1 1-27 0,0 2-15 0,-2 2-11 16,1-1-18-16,-3-2-15 0,2-2-4 0,-1-5-6 15,-1-5-2-15,3-5-2 0,-5-4-2 0,1-4 1 16,-1-3 7-16,-1-6 9 0,0-1 4 15,-1-5 0-15,-2-4 1 0,-2-5 0 0,1-7-10 16,-1-5-9-16,0-5-5 0,0 0-2 0,-1-6 0 16,0-2-4-16,1-4 0 0,0-2 4 0,2-3 2 15,0 1 0-15,3-3 2 0,-2 4 1 16,4-1 0-16,-1 2-2 0,2 1-8 0,2 5-4 16,2 4-3-16,0 3-3 0,0 0 1 0,1 5-3 15,1 3 7-15,2 0 4 0,-1 4 1 0,4 2 2 0,-1 1 2 16,1 2 1-16,3 0-1 0,2 3 2 15,0 2 0-15,2-3 1 0,2 4 2 0,-2 0-1 16,4 0 2-16,-1 1-2 0,1 0 3 0,-4 0-2 16,4 0-1-16,-3 1-1 0,-1-1 0 0,-4 1 0 15,0-1-1-15,0 1-1 0,-5 4-4 0,-2-3-27 16,-4 2-60-16,-3 1-77 0,-3-1-151 0,-5 4-224 16,-3-1-310-16,-1 4-323 0,-9-1-236 0,0 1-1 15,-3 2 540-15</inkml:trace>
  <inkml:trace contextRef="#ctx0" brushRef="#br1" timeOffset="70942.05">19082 1508 120 0,'8'3'518'16,"-2"-2"288"-16,2 0 219 0,1-1 9 0,1 0-314 16,0 0-200-16,2 0-96 0,1 0-58 0,2 0-45 15,1 0-63-15,2 0-49 0,-1 0-46 0,4 0-37 16,-4 0-22-16,4 0-40 0,-1-1-25 0,-1 1-15 15,0-1-9-15,1 1-6 0,-2 0 1 0,-1-3-4 16,-1 3-1-16,2-1-6 0,-6 1-53 0,2 0-53 16,-4-1-93-16,-2 1-150 0,0 0-259 15,-4 0-314-15,0 1-250 0,-3 3-194 0,-1-4 151 16,0 0 520-16</inkml:trace>
  <inkml:trace contextRef="#ctx0" brushRef="#br1" timeOffset="71184.14">19694 1246 404 0,'4'-2'1069'15,"-1"-2"345"-15,-3 3-107 0,2 1-300 0,0 1-383 0,-2 4-233 16,1 2-130-16,-1 5-72 0,0 5-36 16,0 2-27-16,0 4-23 0,0 2-31 0,0 2-21 15,0 5-13-15,0 5-5 0,0-1-11 0,0 5-14 16,0 2-6-16,0 1-5 0,0 0-2 0,0-1-7 15,2-1 13-15,1-5 4 0,0-1-27 0,1-6-64 16,0-4-63-16,1-5-96 0,-2-8-176 16,-2-4-300-16,3-7-306 0,-1-6-230 0,0-9-152 15,0-10 220-15,1-3 575 0</inkml:trace>
  <inkml:trace contextRef="#ctx0" brushRef="#br1" timeOffset="71507.6">19841 1211 301 0,'2'-4'893'0,"-1"1"351"0,1 1-26 16,-1 1-259-16,4 0-370 0,-2 2-273 0,3 0-128 15,1 4-50-15,2 0 4 0,4 2 10 0,0-1-3 16,2 2-10-16,1 1-18 0,5 1 6 0,-3-1-29 16,3 1-26-16,1 1-14 0,0 1-11 0,-1 1-8 15,-1-1-14-15,2 1-3 0,-5 0 1 0,0 0 9 16,-3 0 8-16,-1 4 6 0,-5-4 3 15,-2 0 2-15,-4 4 5 0,-2-2-2 0,-4 0-1 16,-4 2-4-16,-2 1-3 0,-3 2-4 0,-3 2-8 16,-5 1-7-16,-4 3-7 0,2 2-6 0,-3 2-6 15,1 0-3-15,-1 0-3 0,6 0-2 0,2 0-1 16,1-1-1-16,7-2-2 0,1 0-1 16,6-2-4-16,3 1-10 0,8-4-17 0,1-1-50 15,4 0-72-15,4-4-110 0,1-1-171 0,7-1-294 16,2-1-333-16,3-1-296 0,3-5-161 0,4-2 272 15,0-3 627-15</inkml:trace>
  <inkml:trace contextRef="#ctx0" brushRef="#br1" timeOffset="71820.16">20445 1921 52 0,'4'-12'573'0,"1"-1"484"0,0-2 211 0,4-3-27 16,-2-3-292-16,2-2-298 0,4-7-197 0,0 0-123 15,-1-4-74-15,7-3-66 0,2-6-78 16,-1 1-44-16,6-3-24 0,-3 0-12 0,4 1-5 0,-2 0-9 15,-2 2-8-15,0 5-4 0,-4 5 1 16,-3 1-5-16,-2 8 1 0,-3 2-12 0,-2 3-44 16,-5 4-66-16,-4 3-87 0,-4 4-152 15,-1 3-227-15,-7 2-321 0,-2 4-296 0,0 2-210 0,-5 2 46 16,0 1 528-16</inkml:trace>
  <inkml:trace contextRef="#ctx0" brushRef="#br1" timeOffset="71998.91">20488 1296 276 0,'1'7'706'16,"-1"1"318"-16,0 1 62 0,0-1-203 0,2 5-286 0,1 0-212 15,1 2-115-15,1 0-76 0,3 3-40 0,-1-1-48 16,3 2-48-16,0 0-28 0,1 1-16 0,2-1-5 16,-1 4-12-16,1-2-72 0,1 0-166 15,-1-1-297-15,3 1-267 0,-3-2-271 0,0 1-206 16,2-1 166-16,0-1 542 0</inkml:trace>
  <inkml:trace contextRef="#ctx0" brushRef="#br1" timeOffset="72739.71">21069 1296 182 0,'-1'-7'486'0,"-1"4"254"0,2-1 132 0,0 1-224 16,0 1-216-16,3 2-88 0,1 2-48 0,0 2-14 16,2 7-2-16,-1-2 23 0,3 7 10 15,0 1-28-15,3 8-22 0,-1 3-26 0,-1 2-16 16,0 4-16-16,-1 4-23 0,0 3-33 0,0 0-36 16,-3 3-29-16,1 1-25 0,-1-2-23 0,-2 1-14 15,4-5-8-15,-2-3-7 0,-1-5-6 16,2-3 0-16,1-4-6 0,-1-5 2 0,1-6 1 0,2-2 1 15,-3-5 5-15,2-6 0 0,0-8 3 16,4-4 0-16,-2-7 0 0,6-10 4 0,-2-4 0 16,3-8-2-16,3-2-3 0,0-3 1 15,-1-4 2-15,3-1-3 0,0 2-2 0,-1-1 2 16,-2 3 0-16,0 5 1 0,-3 2-5 0,-1 5 1 0,-2 2 0 16,-2 7 3-16,-3 5 16 0,-2 1 7 0,-1 5 5 15,-2 5 0-15,-3 2 0 0,-3 4-5 0,-2 4-13 16,-3 4-7-16,-2 6-5 0,-2 4-4 15,0 5 0-15,-4 6 5 0,1 5 2 0,-2 2 2 0,4 6 1 16,0 3-4-16,1 2-2 0,3 4-6 16,0 1-4-16,0 1 0 0,5-2-3 0,0 1 4 15,4-3 1-15,4-5 0 0,2-2 7 0,2-7 1 16,4-2 0-16,1-5-9 0,4-6-57 16,0-5-67-16,-2-6-119 0,4-2-193 0,0-10-306 15,0-3-347-15,0-4-281 0,0-5-148 0,0-1 349 16,0-2 639-16</inkml:trace>
  <inkml:trace contextRef="#ctx0" brushRef="#br1" timeOffset="73065.03">21833 1796 199 0,'-3'17'827'0,"-2"-2"414"16,-1 1 24-16,1-3-167 0,2-3-417 15,1 0-294-15,-1-4-142 0,3 0-74 0,0-1-38 16,3-5-26-16,1-6-34 0,0-1-29 0,4-7-13 15,2-2-13-15,-1-7-3 0,3-3-8 0,1-5-6 16,3-5-6-16,-2-3 1 0,4-3 9 16,-2-3-2-16,-1-1 6 0,0-4 24 0,0 1 19 0,-2-2 16 15,0 2 10-15,-1 6 10 0,-4 3 13 16,0 7-10-16,0 4-6 0,-3 6-19 0,-2 5-10 16,0 7-16-16,0 2-15 0,1 4-11 0,-1 5-10 15,0 6-3-15,1 6-1 0,-1 8 0 0,2 3 2 16,-1 8-1-16,-1 3 7 0,2 6 2 0,-2 4 2 15,2 3-3-15,-3 4-3 0,2 2-1 0,-1 4-7 16,0 4-2-16,0 1 3 0,0 1-6 0,1-4-54 16,-3 1-75-16,2-4-137 0,1-6-266 0,-3-5-315 15,4-5-377-15,-4-7-296 0,1-9-31 0,-2-9 609 16</inkml:trace>
  <inkml:trace contextRef="#ctx0" brushRef="#br1" timeOffset="73262.17">21874 1723 7 0,'-13'-16'558'0,"4"3"511"0,0 3 195 16,1 3-111-16,3 1-320 0,5 1-400 0,1 2-221 15,4 0-109-15,6 0-50 0,5 0-25 16,4 0-12-16,4-2-5 0,5 0-4 0,3 0-5 16,2 1-25-16,5-1-67 0,0 4-95 0,0-1-99 15,4 4-108-15,-1 0-148 0,1 3-274 0,1 1-152 16,2 1 15-16,3 1 172 0,2 1 266 15</inkml:trace>
  <inkml:trace contextRef="#ctx0" brushRef="#br1" timeOffset="74034.98">23270 1411 377 0,'3'0'755'15,"-3"2"245"-15,3 1 18 0,-3 1-295 0,4 5-242 0,-3 3-150 16,2 5-73-16,1 2-3 0,0 6 20 0,1 5 16 16,4 2-15-16,-4 4-34 0,2 5-31 0,-1 0-42 15,0 0-43-15,-1 1-35 0,-2-1-39 0,0-2-21 16,0-3-15-16,1-4-7 0,-3-4-2 15,1-5 9-15,0-3 18 0,-2-3 22 0,-2-7 12 16,0-1 4-16,1-4-2 0,-4-7-12 16,0-4-17-16,0-4-18 0,2-8-13 0,-3-5-5 0,5-4-5 15,-3-5-1-15,4-5-2 0,0-1-2 16,4-6 0-16,-3 0 1 0,7-4 2 16,-2 2 2-16,4-1-6 0,1 1-1 0,5 1-1 0,1 3-3 15,-1 3-2-15,4 2-1 0,1 5 4 0,-1 3 3 16,4 5 2-16,0 3 1 0,-3 4 0 0,0 3-1 15,1 3 1-15,-1 5 0 0,-2 2 2 0,-2 2 0 16,-1 4 2-16,2 4 1 0,-6 0 1 0,-2 3 1 16,-1 4-1-16,-2 0 0 0,-3 3 0 0,-4 0 1 15,0 2 0-15,-4 1 3 0,-4 0 1 16,-3 4 7-16,-2-3 1 0,-4 2 1 0,-1 0 0 16,-4-2 0-16,-1 3-2 0,-3 0-5 0,2-2-4 15,-3 0-2-15,1-1-3 0,0-3 0 0,4-1-2 16,3-2-5-16,2-2-13 0,2-3-43 0,3-1-67 15,3-4-83-15,0-1-150 0,5-1-248 0,-1 1-316 16,5-3-296-16,0-3-205 0,5 1 53 0,1-3 549 16</inkml:trace>
  <inkml:trace contextRef="#ctx0" brushRef="#br1" timeOffset="78002.77">23877 1339 85 0,'0'-1'563'0,"-1"2"370"16,-1 1 148-16,1 1-65 0,-1 1-410 0,0 4-232 16,2 5-124-16,0 1-50 0,2 5-14 0,0 4 0 15,-1 4-4-15,1 4-40 0,1 2-38 0,-1 3-22 16,-1 1-25-16,2 2-19 0,-1 2-12 16,-2-5-10-16,1 0-4 0,1-3-9 0,-1-5 0 15,-1-3 0-15,0-4-2 0,0-5 59 0,0-4 52 16,0-3 34-16,-1-3 12 0,-1-3 0 0,-1-3-6 15,-1-7-50-15,2-4-44 0,-1-5-29 16,1-2-17-16,2-5-7 0,0-7 0 0,0 0 4 0,3-4-1 16,1-3 1-16,0-1-3 0,-1-3-2 15,4 1-7-15,-3-1-6 0,5 1-1 0,0 1-3 16,0 3 3-16,3 3 1 0,-2 3-1 16,0 4 4-16,1 4-2 0,1 3 1 0,-2 3 3 0,3 2-3 15,1 5 3-15,0 1 0 0,2 2 8 0,0 3 6 16,1 1 1-16,2 1-6 0,-1 2-3 0,0 1 0 15,0 1-10-15,-1 0-3 0,-1 2-1 0,2 1 7 16,-4-1 5-16,-2 1 2 0,0 0 1 0,-4 3 2 16,-2 2 7-16,-5-1 3 0,-1 2 13 0,-3 4 7 15,-5-2 6-15,-3 4 0 0,-2 2-3 0,-4 1-6 16,-3 0-10-16,-1 3-4 0,-3 2-1 0,-1 0 0 16,-2 1-5-16,0 2-4 0,3-1-1 0,1 1-5 15,2-1-6-15,4-2-4 0,0 0 2 16,5-3 2-16,2-1-1 0,5 0 1 0,1-2 0 15,4-3 1-15,2-1 0 0,3 1 0 0,1-3 0 16,5-1 0-16,0-4 0 0,5-1 0 0,-2-2 8 16,7-5 4-16,0-1 1 0,1-3 2 15,4-3 1-15,1-2 2 0,3-1-14 0,2-3-7 16,0-1 0-16,2 0-4 0,1-2 0 0,0 2-2 16,0 2 0-16,-1-1-6 0,0 1-63 0,-4 2-62 15,-5 1-91-15,1 1-154 0,-3 1-232 0,-3-1-331 16,-2-1-242-16,-1 3-201 0,-2-3 94 0,-1 0 517 15</inkml:trace>
  <inkml:trace contextRef="#ctx0" brushRef="#br1" timeOffset="78271.94">24631 1561 61 0,'-4'9'572'0,"-2"3"431"0,-1 2 170 0,1 4-67 0,1 1-360 16,2 2-295-16,0 2-159 0,3-1-76 15,0 4-45-15,3-2-32 0,2 1-35 0,3-1-26 16,0-3-34-16,4-1-22 0,-1-4-8 0,5-2-8 15,0-6 0-15,1-4-6 0,1-6 7 16,1-7 0-16,1-3 3 0,-2-4 41 0,0-7 50 0,2-4 36 16,-3-2 18-16,-3-3 9 15,-1-3 1-15,-4-1-23 0,-2 3-33 0,-6 0-23 16,-4-1-25-16,-3 1-18 0,-6 0-14 0,-3 0-13 16,-1 3-12-16,-5-2-8 0,1 4 2 0,-3 7 0 15,-2-1 0-15,2 8-1 0,-4 3-10 0,2 4-17 0,-3 7-48 16,0 4-65-16,-1 3-123 0,4 1-198 0,3 1-295 15,5 2-328-15,1-2-300 0,3-3-156 0,4-4 392 16,4-2 647-16</inkml:trace>
  <inkml:trace contextRef="#ctx0" brushRef="#br1" timeOffset="78459.39">24820 833 98 0,'8'-10'898'16,"-5"4"659"-16,0 3-17 0,-1 5-303 0,-2 2-412 15,-2 2-375-15,0 4-235 0,-1 0-115 0,2 8-54 16,-3 0-27-16,1 2-15 0,-2 3-7 0,4 1 6 16,-2 3-1-16,1 0 1 0,-2 3 2 0,0 0-16 15,3 1-66-15,-2-4-108 0,1 4-189 0,0-3-285 16,2 0-319-16,0 0-359 0,0-4-180 0,0-1 292 16,2 1 665-16</inkml:trace>
  <inkml:trace contextRef="#ctx0" brushRef="#br1" timeOffset="78901.61">25245 1219 268 0,'-5'-5'586'0,"-1"5"276"16,1 0 114-16,4 5-259 0,-3-3-184 0,1 4-113 16,0 3-90-16,1 3-40 0,1 4-20 0,-1 7-7 15,4 4-10-15,-1 4-8 0,1 4-20 0,1 2-31 16,0 4-31-16,1 1-35 0,-1 0-43 0,0-2-40 16,0 2-25-16,3-4-15 0,-1-4-11 15,0-3-5-15,1-1 15 0,1-7-5 0,-1-3-51 16,-2-4-45-16,0-4-56 0,-3-4-121 0,-1-8-184 15,0-6-293-15,-1-5-241 0,1-6-230 0,-2-3-102 16,0-4 339-16,-1-7 492 0</inkml:trace>
  <inkml:trace contextRef="#ctx0" brushRef="#br1" timeOffset="79326.48">25204 1192 86 0,'6'-7'294'0,"-1"-1"160"0,1 5 133 16,1 0-112-16,1 2-120 0,2 2-87 0,2 1-44 15,2 1 38-15,-2 1 20 0,6 2-17 16,-1 0-30-16,0 0-16 0,1 2 78 0,1-2-43 16,1 1-22-16,-4 2-12 0,2-1-2 0,-2 0 11 15,-2 0-32-15,-3 1 7 0,-1 0 21 0,-6 2 9 16,2-3-5-16,-6 3-25 0,-1 3-36 0,-5-1-43 16,-2 1-41-16,-4 2-29 0,-3 2-18 0,-1 1-12 15,-1-2-10-15,1 3 3 0,-2-2-1 0,5 0-1 16,0-2-3-16,3-1-4 0,3 0 1 15,3-1-7-15,4-1-10 0,1 0-7 0,6 0-2 16,2-3 1-16,4 1-1 0,3-2 2 0,3-3 7 16,-2 0 2-16,7-1 4 0,-1-1 6 15,3-1 3-15,-5 0 3 0,2 0 1 0,-3 1 1 16,-3 1 0-16,-3 1-5 0,-3-1-8 0,-5 5-3 16,-4-2-2-16,-4 3-1 0,-3 3 0 0,-3-1 0 15,-7 2 6-15,-1 0 3 0,-5 3 1 0,-1 1 0 16,-2 0-1-16,1 1-2 0,-3 0 1 15,4 1-2-15,2-1-1 0,-1-1-1 16,2-2-2-16,7-1 0 0,2-1-2 0,2-1-8 0,4-2-36 16,4-3-66-16,0 0-70 0,1-3-136 0,8-3-188 15,-1-4-315-15,4-3-291 0,1-3-216 0,4-4-51 16,0-3 419-16,2-2 518 0</inkml:trace>
  <inkml:trace contextRef="#ctx0" brushRef="#br1" timeOffset="79804.17">25876 1207 356 0,'-2'-11'918'0,"-3"4"331"0,1 0-22 16,-1 1-265-16,0 3-322 0,-2 3-235 0,3 1-115 16,-1 3-62-16,2 3-42 0,0 0-22 0,-2 3-36 15,4 4-21-15,-4 3-22 0,2 2-9 0,0 5 0 16,0 2-12-16,-2 2-14 0,2 5-13 0,-2 2-6 15,-3 3-6-15,5 0-10 0,-2 1-1 16,2 0-1-16,0-2-3 0,1 0-2 0,2-6-4 16,3 0-2-16,2-5-3 0,2-5-3 0,3-3-1 15,0-2-1-15,1-7 2 0,3-1 1 16,1-5 4-16,2-6 2 0,3-5 4 0,0-3-2 16,3-7-1-16,1-5-1 0,-1-4-3 0,0-1-2 15,0-2 2-15,-1-3 2 0,-2 0-5 0,-1 0-4 16,-2-2 1-16,-1 2 1 0,-5 0-4 0,1 3 1 15,-4 2 7-15,-3 6 9 0,-2 2 6 0,-3 3 5 16,0 4 3-16,0 2 1 0,-3 2-1 0,0 4-5 16,0 1-6-16,-2 4-4 0,-2 5-4 0,0 2-3 15,1 4-2-15,-2 3 1 0,-2 3-1 0,-1 3 7 16,5 2 2-16,-6 2 1 0,3 3 2 16,0 1 2-16,1 1 1 0,-5 4-5 0,5-1-1 15,0 0-1-15,-1 2-8 0,3-5-6 0,-1 2-4 16,6-5-3-16,-3 0-2 0,8-5-1 0,-1 0 6 15,3-3 4-15,3-1-6 0,4-4-16 0,1-4-59 16,2-1-64-16,5-4-90 0,1-2-168 0,2-4-298 16,3-2-321-16,3-4-254 0,-2-1-170 0,2-3 182 15,-1 0 619-15</inkml:trace>
  <inkml:trace contextRef="#ctx0" brushRef="#br1" timeOffset="80189.67">26625 1221 109 0,'2'-2'509'0,"-2"2"335"0,-2 0 165 0,-1 0-141 15,3 0-280-15,-1 0-226 0,1 0-167 0,0 2-93 16,-2 1-49-16,2-2-23 0,0 2-14 0,0 1-9 16,2-2 36-16,-2 3 54 0,1-2 47 0,2 1 35 15,-1 2 51-15,-1-1 61 0,2 4 11 0,1 0-16 16,-3 4-26-16,1 1-21 0,-1 5-39 16,1 2-47-16,-2 6-34 0,-2 0-27 0,2 6-19 15,-3 3-15-15,2 3-12 0,-3 3-11 0,1 3-10 16,2 0-9-16,-4 1-5 0,4-2-4 0,-1-1-4 15,1-5-4-15,1-3-2 0,1-4-3 16,1-4-11-16,-2-4-22 0,-2-7-64 0,1-4-69 16,-3-6-136-16,1-3-211 0,-2-6-305 0,2-3-344 15,-2-4-250-15,-2-4-99 0,-1 0 471 0,0-3 611 16</inkml:trace>
  <inkml:trace contextRef="#ctx0" brushRef="#br0" timeOffset="99689.2">5995 9438 154 0,'0'-1'289'0,"1"1"110"0,1 1-19 0,0 4-81 16,-1 1-71-16,-1 1-40 0,0 2-11 16,2 1 3-16,-2 2 14 0,0 2-1 0,2 1 21 15,-1 0 16-15,-1 3 28 0,2 0 13 16,-1 2 2-16,1 3 6 0,-2 3 3 0,2 0-10 15,-1 3-30-15,1 4-30 0,1-3-29 0,-3 3-30 16,3 4-28-16,-2-2-12 0,1 6-4 16,-1 1 11-16,-1 1 4 0,0 2 5 15,0 1-11-15,0 2-21 0,0-1-8 0,0 3-17 16,0 1 5-16,-1 3-3 0,1 1-4 0,-2 4 1 16,-2 2-10-16,1 2-14 0,0 1-22 15,-1 4-12-15,0 1-7 0,0 2 2 0,-1-1-2 16,2 4 15-16,-1-1 3 0,2 0 4 0,-1-1-3 15,3 2-10-15,-1-2-2 0,1 0-11 0,1-1-4 16,-1 0-5-16,2-3 4 0,-1 1 1 16,-1 0 7-16,2 0 2 0,1-1 5 0,-2 1 3 15,-1-2-6-15,0 1-3 0,0-1-7 0,0 2-1 16,-1-1-3-16,-2 1-6 0,3 0 8 16,-2 0 6-16,-1-1 4 0,2 4 2 15,-3-4 3-15,3-1-4 0,-3 3-2 0,1-1-8 0,0-2-2 16,-2 1-4-16,2 1-4 0,-3-1 5 15,3-1 8-15,0 3 3 0,-1-4 5 0,1 3 4 16,0 0-6-16,3 0-5 0,-2-1-6 0,1 1-1 16,-1 0-4-16,2-2-4 0,0 0 8 0,0-3 9 15,0 0 3-15,0-3 0 0,0 0 0 16,-1-3 3-16,-1 0-7 0,-1 0-6 0,-2-1-2 16,1 0-1-16,-3 1-3 0,-2-1 1 15,-2 2 2-15,1-2 5 0,-1-1-2 16,-1-1 9-16,2-4 4 0,0-3 1 0,0-5 0 15,3-4-1-15,-1-6 1 0,3-6-17 0,-1-6-32 16,3-7-56-16,-2-7-56 0,0-7-88 0,1-9-171 16,-1-6-291-16,0-10-288 0,-1-7-253 15,1-9-193-15,-1-8 184 0,1-8 600 0</inkml:trace>
  <inkml:trace contextRef="#ctx0" brushRef="#br0" timeOffset="100472.62">5883 9417 263 0,'5'0'728'0,"-2"-2"317"16,0 2 69-16,0-2-185 0,2-2-293 0,-1 0-205 16,1-2-84-16,2 0-47 0,1-4-38 15,2 1-41-15,2-7-23 0,0 0-37 0,1-5-46 16,1 0-29-16,2-5-15 0,-2-1-18 0,2-1-23 16,-2-3-17-16,2 1 4 0,-3 2 0 15,1-1 2-15,-5 4 0 0,1 4 3 16,-2 2 12-16,-2 4-6 0,-3 4-1 0,2 2-7 15,-2 3-3-15,-1 4-6 0,0 2-9 0,-1 4-4 16,-1 6-2-16,0 4 8 0,0 2 1 0,0 7 2 16,2 0 2-16,-1 3 2 0,4 4-2 15,-4 0-30-15,4 0-59 0,-2 0-60 0,0 0-100 16,1 0-176-16,-1 0-305 0,0 0-306 16,0-4-251-16,-1 0-172 0,2-1 241 0,-2 2 609 15</inkml:trace>
  <inkml:trace contextRef="#ctx0" brushRef="#br0" timeOffset="102940.2">5241 14458 331 0,'3'1'622'0,"0"4"201"16,2-5 53-16,-2 0-301 0,-2 2-257 15,3-2-162-15,-1 0-84 0,0 2 32 0,2-2 47 16,1 0 27-16,4 3 60 0,-1-3 26 0,1 0 1 16,4 1-45-16,0 0-46 0,2 0-29 15,2 2-52-15,2-3-35 0,2 4-16 0,-1-2-17 16,6-1-15-16,-1 2-7 0,3-1-1 0,1-2 4 15,0 1 2-15,5-1 0 0,-2 1 1 16,5-1-2-16,1 0 2 0,2 2-3 0,1-1-5 16,2 1-3-16,-3 1 1 0,5 0 0 0,-2 0-1 15,3 0-5-15,1 1 2 0,1-1-1 16,-1 2 3-16,2-3 3 0,0 3 0 0,1 0 4 16,3-1 1-16,1 1 4 0,4 0-2 0,1 1-3 15,1-2 0-15,-2 0 0 0,4 1-2 16,0-1-2-16,2 1-5 0,-2-2-2 0,1 1 2 15,-1 1 1-15,0-1 4 0,-1 1 0 0,4 1 2 16,-1 0 3-16,3 1-1 0,0-3-1 16,2 5-3-16,-2-2 0 0,0 0 0 0,0 2-3 15,-1 0 1-15,0 0 3 0,-1 2 3 16,1-1 2-16,1 0 0 0,4 3 3 0,-2-1-2 16,3 0-6-16,1-1-2 0,-1 1-3 0,0 0-2 15,4 0-3-15,-4-1 4 0,1 1 4 0,1 0 2 16,2 0 0-16,-1-1 1 0,4 2 2 15,0-2-4-15,2 1-3 0,0 1 0 0,-1-1-4 16,-1 0 4-16,2 1 4 0,-2-2 1 0,3 1-2 16,1 0 2-16,0 0 5 0,5 0-5 15,-1 0-2-15,2-1-3 0,0-1-4 0,2 1 2 16,-2-1 2-16,2 1 1 0,1-3-1 0,2 1 4 16,3 2 6-16,0-3-5 0,3 1-9 15,-3 0 0-15,0-1 20 0,2 1 18 0,4 1 5 16,-1-1 9-16,3-1 6 0,1 3-2 0,0 0-20 15,1-1-15-15,-1 0-4 0,1 1-4 16,0-1 1-16,3 1-1 0,2 0 3 0,-2-1-8 16,1 1-1-16,1-1-1 0,1 1 1 0,1-1 0 15,2 0 2-15,-3 0 4 0,5 0-5 16,-3 1-4-16,1-1-2 0,0 1 6 0,-1-1 1 16,3 3-2-16,-1-1 6 0,-1-1 1 15,0 3-5-15,-3-1-2 0,1-1 0 0,-1 2 6 16,0-1-3-16,2 0 0 0,-1 0 2 0,0-1-6 15,2 0-1-15,-3 0 2 0,5 0 2 16,-1-2 3-16,1 1 4 0,1-1 2 0,0 2-8 16,-4-2-1-16,1 1 0 0,0 0 3 0,-2-1 48 15,1 1 27-15,1-3 16 0,-1 3-4 16,1 0-5-16,-1 0 0 0,-4-1-38 0,2 0-18 16,-2 1-8-16,1-1-8 0,-1 1-3 0,0-1-7 15,-1 3-6-15,-1-3-5 0,1 0 1 0,0 1 5 16,-2-1 1-16,1 1 3 0,1-3-4 15,-2 2-2-15,0 1-1 0,-3-4-1 0,3 2 5 16,-3 0 2-16,3-2 0 0,1 1 1 16,-3-1-6-16,1 0 1 0,-1-1-3 0,-3 3-1 15,4-3 3-15,-2-2 2 0,3 3 6 0,-5-1-4 16,2-1-2-16,2-2-3 0,-5 1 4 16,2 1 1-16,-2-1-1 0,0-1 2 0,1 0 2 15,-1 0 0-15,-2 0-4 0,2 0-4 16,-3-2 1-16,-1 1 0 0,-1-2 1 0,-3 0 3 15,5 0-2-15,-4 0 2 0,1-2 1 0,-1 1-4 16,-3-2-2-16,2 2-2 0,-1-1 3 16,-3 1 3-16,-1-1 1 0,0 1 5 0,1-1 0 15,-1 1 2-15,-2 1-4 0,-1 0-7 0,-1-2 2 16,-1 2-4-16,0-2 1 0,-4 1-2 0,3 0 5 16,0-1 2-16,1-1 1 0,-3 2 1 15,4-2-2-15,-1 0-1 0,-1 0-4 0,-2 0-1 16,2 0 0-16,-2 1-1 0,-1-1 5 0,1 2 2 15,1-2 5-15,-2-1 3 0,1 4-2 16,1-4-4-16,-4 2-2 0,1-1-4 0,1 1 0 16,0 0 0-16,-2-1 2 0,2 2 2 15,-1-3 1-15,-1 2 2 0,5-1-1 0,-2-2-1 16,2 1-2-16,-3-1-1 0,2-1-5 16,-1-1 3-16,-1 1 0 0,1 0 4 0,-1-2 2 15,1 1 1-15,2-1 5 0,0 0-5 0,0 1-1 16,-1-1-8-16,1 1-5 0,-1 0 7 0,-1 1 29 15,0-2 18-15,-1 1 4 0,1 3 10 16,1-5-2-16,-2 3-2 0,3-1-26 0,0 0-14 16,-3-1-7-16,1 2-4 0,0-1 7 0,-3 1-3 15,2-2-2-15,-1 1-6 0,-1-1-1 16,3 1-4-16,-2-1 2 0,0 1 1 0,1-3-2 16,-2 3 5-16,1 0 7 0,0-1 2 15,-1 1-6-15,1-1-7 0,-1 0-3 0,2-1-2 16,-3 2-3-16,0 0 4 0,0-1 3 0,-1 1 6 15,-2-2 2-15,-1 1 4 0,-3 1 2 0,-1 0-3 16,-4-2-2-16,0 3-7 0,-1-1-4 16,-3 0 1-16,-4 0-2 0,0 0-5 0,-3 0-1 15,-3 1 14-15,-2-2 6 0,-4 1 3 0,-3 0-1 16,0 1 3-16,-5-1-1 0,-3 1-6 16,-5 2-4-16,-2-1-3 0,-4 0 1 0,-2 1 1 15,-6 1-2-15,-2 0 4 0,-5 1 2 16,1-2 1-16,-4 3 0 0,0 0 0 0,1-1 1 15,-2-1-2-15,-2 1-1 0,0-1 0 0,2-1-2 16,-4 1 1-16,3-1 0 0,-2 0-1 0,2-1 0 16,-3 1 2-16,1 0-1 0,-1-1-1 15,-1 2 1-15,0-1 0 0,0 1 2 0,0-2-3 16,0 1 2-16,-1-1-1 0,-1 3-1 16,1-3 0-16,-3 0 1 0,-2-1-1 0,2 2 0 15,-1-3 0-15,-2 2-1 0,-1-3 1 0,1 1 2 16,-1-2 0-16,0-2 1 0,-5 3 5 15,5-2 3-15,-1 0 2 0,-1 0 4 0,-1 2 4 16,3 0 3-16,2 1 0 0,-3-1-2 0,2 2 0 16,4 0-7-16,0 4-3 0,0-3-5 15,-1 3-4-15,4-1-4 0,0 2-1 0,0-1-2 16,0-1 0-16,5 2-2 0,0-1 0 16,5 1-2-16,0 0 2 0,3-1-1 0,4 4 1 15,0-1-1-15,1 2 1 0,3 1 0 0,-2 2 0 16,1 2 1-16,0 0-1 0,0 5 1 15,-1-3 2-15,-1 2 1 0,-1 0 1 0,-3 3 2 16,0 0 2-16,-3 2 0 0,2-1 0 0,-5 1 1 16,-2 1 1-16,-1 0-1 0,-2 2-1 0,-1-1 0 15,-2 0 1-15,-3-1 0 0,-1 2 0 16,0-2 5-16,-5 0 2 0,0 1 5 0,0-3 5 16,-3 3 3-16,-1-4 3 0,1-1 1 0,-3 0 1 15,2-3-3-15,0 0-1 0,-3-3-2 0,4-2-2 16,-2 1-5-16,1-5-4 0,-1 2-4 15,3-3-3-15,-1-1-4 0,0-1-1 0,2-1-8 16,2 2-14-16,-1-2-23 0,3 1-71 0,-2 0-95 16,1-3-200-16,0 1-283 0,0 0-340 15,1 2-406-15,-1-2-228 0,-3 0 229 0,2 3 799 16</inkml:trace>
  <inkml:trace contextRef="#ctx0" brushRef="#br0" timeOffset="103644.79">29806 16404 16 0,'22'-14'329'0,"-1"1"212"0,1-1 209 0,2 2 173 0,-2 0-220 16,4 0-142-16,0 3-64 0,0 0-67 0,-3 4-83 16,-2 0-101-16,-1 4-90 0,-2 1-54 15,-2 4-43-15,-1 0 3 0,-4 3 25 0,1 4 9 16,-3 1 16-16,-3 1 22 0,-2 1 11 0,-3 2 8 16,-2 0-15-16,-4 1-2 0,-2 2-20 0,-3 2-24 15,-3 1-7-15,-4 1-21 0,-1 3-10 0,-4-1-10 16,-3 0-8-16,1 1-2 0,1 1-8 0,-2-2-3 15,2 1-4-15,1-2-3 0,2-1-1 16,3 1-5-16,3-5-4 0,0 0-2 0,4-1-3 16,2-3 0-16,3 0-1 0,3-1 0 0,2-1-2 15,2-2 2-15,3-2 0 0,3 0 0 0,3-1 0 16,3-4 0-16,3 2-1 0,4-3 0 0,1-1 0 16,4 0-2-16,-2 0 2 0,4-1 1 0,1 1 0 15,1-2 0-15,-2 1-12 0,0-2-51 0,3 1-73 16,-1-3-94-16,-4-1-165 0,4 0-301 15,-1 0-330-15,-1-2-283 0,1-1-156 0,1-4 205 16,0-2 607-16</inkml:trace>
  <inkml:trace contextRef="#ctx0" brushRef="#br0" timeOffset="103987.05">30735 16576 175 0,'-9'5'807'0,"-4"7"437"0,-2 1 40 0,0 4-98 16,-3 3-378-16,1 4-308 0,-4 1-156 0,4 5-79 15,-1 2-50-15,1 1-67 0,3 3-62 0,1-1-37 16,6 1-22-16,3-3-12 0,4-1-7 0,6-5-5 16,5-3-1-16,6-5-2 0,4-5 1 0,6-5 1 15,5-6 2-15,3-6 0 0,2-5-1 0,1-7 1 16,4-3 1-16,-4-5 1 16,2-2-1-16,-1-5 7 0,-5-1 6 0,1-4 4 0,-5-1 0 0,0-3-1 15,-5-3 0-15,-1-2-6 0,-5 0-5 16,-3-3-4-16,-5-1-2 0,-2 2 0 0,-6-1-2 15,-6 2-1-15,-4 3 5 0,-4 4 3 0,-8 6 0 16,-5 5 0-16,-8 5 2 0,-6 9 0 0,-1 6-5 16,-7 7-2-16,-3 6 0 0,-2 7-2 0,2 4-1 15,0 4-2-15,6 3-1 0,4 3-1 0,6 3 0 16,5 1 0-16,3 2-6 0,5 0-19 0,1 2-55 16,8-2-68-16,0-3-109 0,2 2-178 0,6-2-299 15,-1 0-324-15,4-5-266 0,0-2-148 0,4-2 288 16,0-4 609-16</inkml:trace>
  <inkml:trace contextRef="#ctx0" brushRef="#br0" timeOffset="104224.45">30592 16530 270 0,'-1'-1'859'0,"-2"-3"351"0,-1 3-4 16,3 0-182-16,2 1-472 0,4 0-223 0,2 0-89 15,3 1-47-15,5 0-20 0,5 1 26 0,4 2-3 16,3-1-40-16,3 3-38 0,4 0-21 0,3 0-15 16,3 2-36-16,-2-1-19 0,4 0-7 15,-1 3-8-15,3-1-1 0,1-2-4 0,-2 1-44 16,1-1-65-16,-5 1-83 0,-1-1-160 0,0-1-293 16,-5-1-323-16,-1 1-290 0,-5-2-174 15,-3-1 146-15,-2-3 603 0</inkml:trace>
  <inkml:trace contextRef="#ctx0" brushRef="#br0" timeOffset="105934.29">5217 8749 471 0,'-1'2'964'15,"-4"-2"267"-15,3 0-53 0,-3 4-326 0,2-1-327 0,0 5-146 16,0 2-100-16,3 4-45 0,-2 3-28 16,1 5-23-16,-1 3-33 0,2 3-58 15,0 4-35-15,0 1-26 0,0 0-20 0,0 0-11 16,0-2-2-16,2 1 1 0,-1-3-1 0,1-2-1 15,1-3 5-15,-1-2 3 0,1-1-18 16,0-4-53-16,0-1-45 0,-1-2-93 0,-2-4-163 16,0 1-268-16,-2-4-296 0,1-5-238 0,-3 2-191 15,1-4 176-15,-3-4 541 0</inkml:trace>
  <inkml:trace contextRef="#ctx0" brushRef="#br0" timeOffset="106176.85">5070 8682 33 0,'3'-6'573'0,"-1"4"484"15,-1-3 160-15,-1 3-111 0,2 2-361 0,1-1-343 16,0-2-206-16,2 6-101 0,0-2-35 16,7 1-16-16,0 3-7 0,3-3 0 0,1 5-17 15,3-1 5-15,3 0 6 0,-1 2 1 16,1-3-3-16,1 3-2 0,0 0-3 0,-1-1-11 15,2-1-11-15,-2 0-11 0,-3 0-49 16,-2 2-111-16,-4-1-159 0,-1 1-296 16,-5 1-271-16,-4 1-255 0,-5 4-69 0,-4 0 325 0,-3 4 459 15</inkml:trace>
  <inkml:trace contextRef="#ctx0" brushRef="#br0" timeOffset="106400.31">4860 9376 41 0,'-5'15'427'0,"5"-3"288"0,1 2 171 0,4-5 15 15,0 2-356-15,5-1-284 0,2-1-128 0,1 0-17 16,7-2-8-16,0-1-3 0,5 0-1 16,2-3-2-16,1-2 0 0,4 3-43 15,-1-4-18-15,4 0-15 0,0 0 13 0,1 0-22 16,-1 0-88-16,0 1-146 0,-2 5-304 0,-3-4-234 15,0 7-216-15,-3 3-57 16,0 3 261-16,-5 3 376 0</inkml:trace>
  <inkml:trace contextRef="#ctx0" brushRef="#br0" timeOffset="108152.31">6700 14399 80 0,'3'-2'427'16,"0"1"266"-16,-1 1 162 0,-2 0-23 0,2 1-187 15,-1 4-143-15,-1 1-93 0,0 2-55 0,2 6-38 16,-2 1-62-16,0 4-78 0,0 2-65 0,0 3-48 16,0 1-30-16,0 5-12 15,-2 1-9-15,2-2-5 0,0 3-4 0,0 3-1 16,2-2-16-16,-1 1-93 0,1-1-161 0,-2 2-280 15,2-2-271-15,-2 3-265 0,-2 0-191 16,-1-2 225-16,-4 3 504 0</inkml:trace>
  <inkml:trace contextRef="#ctx0" brushRef="#br0" timeOffset="108786.62">6238 16043 139 0,'5'5'488'0,"-2"-1"251"0,-1-2 132 16,1-2-140-16,0 0-194 0,1-6-144 0,0-1-59 16,4-3-20-16,0-3-22 0,0-3-22 15,6-5-64-15,-1-2-51 0,1-4-48 0,2 0-32 16,3-3-16-16,-2 0-7 0,2 0 18 0,-3 2 22 15,0 2 31-15,-2 3 15 0,-1 4 9 16,-4 5 8-16,-1 1-17 0,-3 3-30 0,1 6-31 16,-3-1-21-16,0 4-15 0,-1 3-17 15,-2 6-9-15,-2 2-5 0,1 5-6 0,-1 2-2 16,-4 6-2-16,3-1-4 0,0 3-1 0,1 3-3 16,-1 0 0-16,0 0-2 0,1 4 4 15,-1-3 2-15,1 1 5 0,2 0 3 0,-1-1 1 16,-1 0-8-16,1-2-49 0,-1-4-48 0,0 0-70 15,-2-3-134-15,2-4-181 0,1-1-305 16,-1-3-248-16,2-2-234 0,0-6-52 0,0-4 401 16,2-2 484-16</inkml:trace>
  <inkml:trace contextRef="#ctx0" brushRef="#br0" timeOffset="109084.74">6683 15955 137 0,'9'13'386'15,"1"0"173"-15,-4 5 118 0,4 0-122 0,-1 1-103 16,0 1-66-16,1 1-42 0,1 0-27 16,0-2-25-16,0-2-58 0,2-1-86 0,0-3-70 15,-1-2-34-15,4-4-15 0,-2-3-6 0,2-6-4 16,0-4 24-16,0-4 7 0,-2-2 7 0,0-6 9 16,-1-2 36-16,-1-2 35 0,-4-2 5 15,0 0 11-15,-4 1 50 0,-3 1 51 0,-1 1 3 16,-5 2-15-16,-1 2-24 0,-2 1-37 15,-4-1-50-15,0 3-55 0,-3 1-38 0,0 1-26 16,0 2-14-16,0 5-1 0,0-1-4 0,0 4-1 16,2 4-32-16,1 4-53 0,-1 3-52 15,2 4-97-15,2 3-162 0,1 1-247 0,3 4-283 16,3 0-231-16,2 1-179 0,3 0 184 0,2 2 510 16</inkml:trace>
  <inkml:trace contextRef="#ctx0" brushRef="#br0" timeOffset="110951.98">28151 15474 165 0,'2'0'577'0,"-2"-1"328"0,-2 1 133 15,2 0-151-15,-2 0-260 0,2 0-203 0,0 0-131 16,-1 1-78-16,-1 4-34 0,1 0-36 16,-1 2-30-16,-1 6-34 0,0-1-17 0,-3 6-12 15,2 0-9-15,1 1-13 0,0 1-15 16,0 4-7-16,0-2-5 0,-1 1-1 0,1-2-4 15,0 3-2-15,0-3 1 0,2 1 3 16,-1-2-1-16,0 0 1 0,2 2-4 0,-3-1-6 16,2-2-37-16,-3 2-101 0,0-1-152 0,-1-1-286 15,-2 1-270-15,0-1-261 0,0-1-123 16,3-1 260-16,-3-1 473 0</inkml:trace>
  <inkml:trace contextRef="#ctx0" brushRef="#br0" timeOffset="111823.71">27486 16866 382 0,'0'2'696'0,"0"2"222"16,0-3 71-16,0 2-285 0,0 0-205 16,0-3-125-16,0 0-69 0,0 2-42 0,0-2-48 15,0-2-50-15,2 2-57 0,0-3-42 0,1-3-30 16,0 0-14-16,4-3-5 0,-2-1-8 0,3-4 2 15,2 0 0-15,2-4 1 0,0-1 4 16,2-2 32-16,4-1 22 0,-2-3 12 0,2 0 1 16,2 0 4-16,-1-1-6 0,-1 1 27 0,2 1 8 15,-2-1-8-15,-2 3 6 0,-2 1-3 0,-1 3 2 16,-2 3-39-16,-1 2-19 0,-6 2 1 16,1 4-10-16,0 1-4 0,-3 1-10 0,-1 1-6 15,4 2-10-15,-5 1-9 0,1-1-7 0,-1 1-1 16,2 1-4-16,-1 1 0 0,-1 2 1 0,0 1 2 15,-1 3 1-15,-1 2 1 0,1 1 2 16,1 3-2-16,-5 3 0 0,4 2 0 0,-2 1-1 16,-1 2 6-16,1 3 3 0,-2-1 3 0,2 2 0 15,0 2-3-15,-5-2 3 0,4 1-6 0,-1 0-2 16,-2 1 0-16,2 0 1 0,-1 0 0 0,-2 1 2 16,0-2-9-16,2 0-3 0,0-1-6 15,-4-3 1-15,6-1-1 0,-3-2-3 0,2-3 7 16,0-3 4-16,2-3 2 0,-1 1 1 0,2-3 5 15,-1-3 2-15,3-1-6 0,-1-2-17 0,1-2-33 16,0-4-53-16,0-3-57 0,1-4-50 0,2-3-78 16,3-3-104-16,1-4-105 0,-1-4-93 15,1 2-221-15,3-4-234 0,0 1-99 0,1-1 148 16,3 0 339-16</inkml:trace>
  <inkml:trace contextRef="#ctx0" brushRef="#br0" timeOffset="112239.8">27976 16474 174 0,'7'-4'458'0,"0"1"220"0,-6-1 154 16,2 3-158-16,1 0-140 0,-3-1-100 15,1 2-54-15,0 2-1 0,-2 2-28 0,1 2-27 16,-1 2-11-16,0 2-13 0,0 2-27 0,-1 4-38 16,-3 0-33-16,1 3-33 0,-2 2-38 0,0 4-37 15,1-2-28-15,-2 3-19 0,-1 1-11 16,2 0-8-16,-1-2-12 0,3 1-5 0,-2-4-5 15,2 0-2-15,2-3-2 0,1-4-1 0,0-2-3 16,0-2 2-16,4-3-2 0,-1-3 2 0,4-4 0 16,1-2 1-16,1-5 0 0,5-4-3 15,1-7 3-15,4-2 2 0,2-5 1 0,0-2 1 0,1-2 0 16,0-1 3-16,-2 2-2 0,-2 2-2 16,-2 0-2-16,-3 5-1 0,-2 3 2 0,-2 2 2 15,-2 3 1-15,-2 3-1 0,-1 3 1 0,-2 2-1 16,0 1-5-16,-2 3 1 0,-4 3-2 0,1 3-2 15,-2 2-1-15,-3 3 0 0,1 3 3 16,-1 1-3-16,-2 1 1 0,-1 2 0 0,2 2 1 16,-1 3-2-16,-2-1-1 0,0 3 3 0,0 1 2 15,-1 1 1-15,0 0-5 0,-1 4-3 0,2-4-10 16,2 1-43-16,1-3-59 0,1-5-57 0,3-1-93 16,3-4-131-16,2-5-172 0,4-4-224 15,0-3-229-15,4-6-206 0,5-1 51 0,-2-6 345 16,5-4 403-16</inkml:trace>
  <inkml:trace contextRef="#ctx0" brushRef="#br0" timeOffset="112571.83">28420 16581 188 0,'-2'13'460'15,"-3"1"204"-15,-1 4 118 0,-2 2-146 0,4 3-139 16,-3 1-66-16,1 4-45 0,-2 0-16 0,2 2-24 0,1 0-64 15,2-2-72-15,1-1-81 0,2-1-41 16,2-5-42-16,2-3-20 0,1-4-12 16,5-3-5-16,1-5 11 0,2-4 9 0,-1-8 14 15,1-2 4-15,2-5 11 0,0-5 12 0,2-3 22 16,1-3 38-16,-1-3 42 16,-3 0 19-16,2-4 2 0,-5 3-9 0,-1-2-27 0,0 0-37 15,-5 2-41-15,0-2-26 0,-3 1-11 0,-1 4-9 16,-2-1-7-16,-3 5-6 0,0 2-2 0,-3 4-3 15,-2 1-6-15,-1 3-7 0,1 6-3 16,-7 2-3-16,2 4-3 0,-3 4-12 0,-3 2-34 0,0 5-61 16,-2 3-59-16,-2 1-113 0,3 0-181 0,-2 1-303 15,3 2-290-15,0 0-228 0,1-1-135 0,1 0 316 16,3-3 576-16</inkml:trace>
  <inkml:trace contextRef="#ctx0" brushRef="#br0" timeOffset="121294.99">7678 13906 123 0,'3'6'418'16,"-2"-2"206"-16,2 1 123 0,-1-2-100 15,1 0-311-15,0 0-162 0,5-1-91 0,-1-1-19 16,3-1-4-16,0 1 2 0,4-1 2 0,4-1 47 16,2 1 42-16,2-1 21 0,5-1 3 15,2-1 26-15,2-2 40 0,3-1-19 0,0-1-4 16,4-2-19-16,0-2-13 0,0-5-33 0,2 0-40 15,-1-4-11-15,2-3-22 0,0-2 12 16,2-5 12-16,-2-2 8 0,0 0 22 16,0-7-1-16,0-2-5 0,-2-4-28 0,1-3 0 15,0-3-9-15,1-4-25 0,2-2-14 0,-2-5-11 16,0-2-4-16,3-4-15 0,-3-1-8 0,-1-3 1 16,-1 0 1-16,-2-4-1 0,-1-1-4 0,-3 0-4 15,-1-2-5-15,0 0 1 0,-4-2-1 16,2 1-7-16,-3 0-3 0,1 3-2 15,-2 0 9-15,-4 5 2 0,2 5 2 0,-1-1 8 16,-1 5 3-16,-2 1 8 0,0 4-2 16,2 1-5-16,-1 3-1 0,2 4 3 0,1 0-7 15,-2 2-8-15,2 3-4 0,1 0-2 0,2 2-4 16,3 0 5-16,0 0 8 0,0 4 2 0,3-2 2 16,2 1 4-16,0 1-1 0,0 3-10 15,-2-1-8-15,3 5-1 0,-4 2-3 0,-1 1-2 16,-4 4-1-16,-1 3 3 0,-4 0 4 0,0 4 2 15,-4 2 2-15,-1 0 0 0,-4 6 0 0,-1 0 1 16,-4 2 4-16,-1 2 4 0,-3 2 4 16,2-1 1-16,-3 4 1 0,-1 0-2 0,-2 1-3 15,2 1-4-15,-4 5-3 0,0 3 1 16,-1 5-2-16,-1 6 1 0,-1 5 1 0,0 3-1 16,-3 6 1-16,2 2-4 0,-2 3 2 15,0 2 0-15,2 2 0 0,1 0 4 0,0 2 3 16,-1 2 0-16,2 0 2 0,0 0 1 0,3 1-5 15,-1-1-7-15,0 2-2 0,-1 0 1 0,2 2-4 16,-1 0-3-16,0 2 4 0,-1 0 8 16,2 1 4-16,-1 0 0 0,-2 1 0 0,0 0 0 15,1 1 3-15,0-4-4 0,1 3-3 16,-1-3 0-16,0 3 2 0,1 0 1 0,-1-1-2 16,2 2-2-16,-1-1-2 0,0-1-1 0,-2 3-3 15,2-2-1-15,1 0-1 0,-1 0-1 0,2-2 3 16,-1 1 2-16,2-2 1 0,-1-1 3 15,2 0 1-15,-1-2 0 0,1 0-1 0,4-1 0 16,-3-3-2-16,4 0-1 0,-1-2 0 16,4-2-1-16,0-2 0 0,3-2-1 0,4 1 1 15,0-4 0-15,3-3-1 0,3 1 0 0,4-3-1 16,-1-1 0-16,4-4 0 0,3 0-2 16,0-1 3-16,3-2 2 0,1-2 0 0,1-1 1 15,0-1 0-15,3-2 0 0,-1-2 1 0,-1-1 0 16,2-1-1-16,-3-3-4 0,-2 0-23 0,1-3-33 15,-4-2-71-15,-3-3-70 0,-1-5-139 16,-1-2-227-16,-3-5-293 0,0-3-300 0,-2-3-210 16,1-5-42-16,-1-4 473 0</inkml:trace>
  <inkml:trace contextRef="#ctx0" brushRef="#br0" timeOffset="123105.63">24351 14980 305 0,'9'11'556'0,"-5"-4"186"16,3 1 70-16,0-2-299 0,1 1-229 0,0-1-111 16,4-1-24-16,0-1 47 0,2-2 65 15,4-4 51-15,-1-1 23 0,7-3-16 0,3-4-42 16,1-3-60-16,2-7-57 0,5-4-33 0,1-3 3 15,4-7 13-15,-1-1 17 0,3-5 10 16,0-5-2-16,1-1-15 0,1-3-24 0,4-6-26 16,-2-3-23-16,-1-5-19 0,4-2-15 0,-3-4-9 15,1-2-14-15,-1-3-10 0,-3-1-9 16,3-3-4-16,-5-1 2 0,0-1 7 0,-5 1 5 16,-1-2 3-16,0-2 4 0,-2 2-4 15,-1 4-1-15,-2 2-5 0,-2 4-2 0,-1 6-3 16,2 3-1-16,-3 10 1 0,0 0 0 15,-1 4 0-15,2 4-2 0,2 4 1 0,1 1-1 16,1 3-1-16,3 1 4 0,0 4-2 0,6 1 0 16,-2 2 0-16,1 2 0 0,4 0-2 0,-2 4-1 15,0 1 0-15,2 3-3 0,-5 2 2 16,-2 3-4-16,-3 2 2 0,-3 4 1 0,-3 4-1 16,-3 1 1-16,-5 6-1 0,-2 2 1 0,-5 2 0 15,-3 6 0-15,-5 3 1 0,-4 2 0 16,-4 5 0-16,-5 2 2 0,-3 4-2 0,-2 1-1 15,-3 5 2-15,-4 3 2 0,-2 2 4 16,-3 4 3-16,-3 1 0 0,-1 5 3 0,-1 4-1 16,-1 1 1-16,2 1-3 0,-1 3-1 0,0 2 1 15,1 1-1-15,4 0 2 0,0 1 0 0,1-1 0 16,3 0 2-16,5 2-1 0,-1 1 1 16,2 0-4-16,4 0-2 0,2 1-1 0,4-3-2 15,1 1-3-15,3 0 0 0,2-2 0 0,2 0 0 16,3-1 1-16,1 0 1 0,2 2 0 15,6 0 0-15,-1 2-1 0,4-2 0 0,4 1-3 16,3-3 0-16,4-1 0 0,4-3-1 16,3-4-1-16,6-4 2 0,1-3-1 0,6-4 1 15,3-8-1-15,5-3-1 0,4-6 1 0,2-9-1 16,5-6-15-16,-2-5-63 0,1-9-73 0,-2-3-171 16,-5-6-277-16,-7-1-326 0,-8-3-398 15,-12-1-282-15,-14-1 33 0,-10 1 765 0</inkml:trace>
  <inkml:trace contextRef="#ctx0" brushRef="#br0" timeOffset="125494.39">14125 4966 4 0,'-19'-5'349'0,"0"4"284"0,0 1 222 0,0 0 77 16,2 1-289-16,-1 3-194 0,4-2-88 15,0 3-58-15,3 0-42 0,2-1-35 0,2-1-26 16,4 2-37-16,5-1-32 0,2 2-18 16,7-1 9-16,4 2 29 0,7-1 4 0,6 0 15 15,7 0-12-15,8 0 1 0,7-1-19 0,7 1-29 16,8-1-22-16,3 0-18 15,8 0 0-15,0 2-18 0,4-1-7 0,1-1-13 0,1-2-7 16,3 0-14-16,-4-3-9 0,1 1-7 16,-3-1-3-16,-4 0 11 0,-5-1 4 0,-4 1 3 15,-6 0-1-15,-1-1 0 0,-11 1-1 0,-2 0-8 16,-5 0-1-16,-8 0-9 0,-3 0-34 16,-7 0-58-16,-4 1-52 0,-8-1-96 0,-2 0-169 15,-6 0-287-15,-4-1-279 0,-4-1-231 0,-6-1-180 16,0-2 190-16,-6-2 573 0</inkml:trace>
  <inkml:trace contextRef="#ctx0" brushRef="#br0" timeOffset="126168.04">13550 2980 215 0,'-24'8'432'0,"5"-2"164"0,1 0 92 15,6-2-268-15,1 0-178 0,4 1-77 0,4 1 21 16,3-4 65-16,5 3 88 0,3-3 88 0,6 2 33 16,2-4-19-16,4 2-60 0,7-2-61 0,3 2-57 15,5-2-62-15,3 0-31 0,8 0-29 16,3 2-28-16,3-2-23 0,7 1-22 0,2-1-11 16,4 1-19-16,5 1-5 0,2-2-2 0,4 0-10 15,2 0-9-15,1 0-8 0,1-2-6 0,-2 1-4 16,1 1-2-16,-3-1 7 0,-4-1 1 15,-3 4-45-15,-4-1-47 0,-5 0-85 0,-7 3-167 16,-7-2-301-16,-6 4-311 0,-6 3-262 16,-8 0-183-16,-7 2 197 0,-11 2 594 0</inkml:trace>
  <inkml:trace contextRef="#ctx0" brushRef="#br1" timeOffset="139627.42">8055 14102 36 0,'0'4'299'0,"-3"-1"175"0,3-2 142 0,-1 3-35 16,-1-3-211-16,2 0-132 0,0 1-79 15,0-1-47-15,0-1-21 0,0 0-20 0,0 2-20 16,2-2-24-16,-1 1-16 0,-1-1-11 16,3 0-2-16,-3 0-2 0,3 2 1 0,-1-2 47 15,-1 1 31-15,1 1 15 0,1-2 7 0,-1 0 5 16,1 1 59-16,0-1 20 0,2 2 4 15,1-2 1-15,0 0-7 0,1 1-4 0,-1-1-50 16,2 0-55-16,3 0-31 0,-1 0-11 16,1 0-27-16,3-1-13 0,0-1-13 0,4 1-1 15,0-2-3-15,0-2-4 0,4 2 16 16,0-1 10-16,-1-2 9 0,4-2 4 0,2 1 55 16,0-1 65-16,1 1 28 0,1-3 9 0,1 0 4 15,1 0-6-15,-1-2-52 0,3-2-55 16,1-1-26-16,-1 0-14 0,2-1-11 15,1-2-5-15,-1-4-1 0,0 3-4 0,1-2 0 16,-1-1 1-16,-2-1-3 0,-1 1 2 0,-1-1 5 16,-2 2 7-16,-4 0 0 0,-1 3 1 0,0 1 2 15,-4-1-2-15,-4 5 0 0,1 0-4 16,-4 2 0-16,1 3 0 0,-3-2-2 0,-1 1 5 16,2 3-3-16,-4 0 0 0,-1 1 0 0,0 1-2 15,-2 0 1-15,0 0-1 0,-2 2 0 16,0 0-1-16,-1-1 2 0,1 2 6 0,-3-1 13 15,2 2 17-15,-2-1 27 0,0 1 29 0,0 0 25 16,0-2 11-16,0 2 5 0,1 0-6 16,-1 0-16-16,0 0-16 0,0 0-21 0,0 0-17 15,0 0-16-15,0 0-5 0,2 0-2 16,-2 0-5-16,0 0 1 0,0 0 0 0,0 0 1 16,0 2-8-16,0-2-4 0,0 0-2 0,0 0-5 15,0 0-1-15,0 0-2 0,0 0-2 16,0 0-3-16,0 1-3 0,0-1 0 0,0 0-3 15,0 0-1-15,0 0 2 0,0 0 0 16,0 0-1-16,0 2-1 0,0-2 2 0,2 1-1 16,-2-1 0-16,0 2 1 0,0-1 1 0,0 2 2 15,-2 2-2-15,2-1 1 0,0 0-2 0,0 4-1 16,2 0-1-16,-1 2-2 0,2 2 1 16,0 3 2-16,0 1 5 0,4 3 0 0,-1 2 2 15,2 1 6-15,3 2 1 0,2 2-5 16,2 1-4-16,0 1-3 0,2-1-3 0,2 2-4 15,2-1 0-15,2-1 3 0,1-1 4 16,3 0 7-16,2-3 7 0,2 1 0 0,1-3-1 16,4-1-1-16,0-4-3 0,1 0-7 0,1 1-3 15,4-7 0-15,-2 1 0 0,3-2 3 0,4-4 1 16,-1-1 0-16,1-2 1 0,1-2 1 16,1-2-2-16,-3-1-4 0,1 0-22 0,-6 0-70 15,-1 0-84-15,-7 1-149 0,-5 2-254 0,-7 0-319 16,-4 2-351-16,-5 3-219 0,-8-1 45 15,-4 2 582-15</inkml:trace>
  <inkml:trace contextRef="#ctx0" brushRef="#br2" timeOffset="147824.57">7932 14002 197 0,'1'0'436'0,"1"0"185"0,-2 0 96 16,3 0-177-16,-3 0-169 0,2 1-119 15,-1-1-75-15,1 0-45 0,0 0-40 0,1 2-29 16,0-2 58-16,3 0 48 0,3 0 25 0,0 0 9 15,0 0 52-15,2 0 22 0,0 0-49 16,0 0-42-16,3 0-23 0,-2 0-17 0,3 2-47 16,-2-1-32-16,1 0-27 0,0 1-16 15,1 1-10-15,1-3-7 0,-2 2-1 0,2-2 8 16,-2 0 0-16,2 0 0 0,-2 0 0 0,0 0 6 16,-1-2-1-16,2 2-6 0,-2-6-4 15,1 3 37-15,2-3 21 0,0 2 9 16,-2-4 6-16,3 1-2 0,0-2 4 0,0 0-33 15,-1-4-17-15,3 3-13 0,-2-5-9 0,0 0-3 16,1 0-5-16,-1 0-1 0,0 0-4 16,-2 0 1-16,0 0 1 0,0 0 1 0,0-2 44 15,0 1 23-15,2 0 11 0,-4-1 5 16,4 1 0-16,-4-2-4 0,4 0-33 0,-2-2-22 16,0 3-11-16,1-3-5 0,0 0-1 0,-2 1-3 15,2-2-1-15,-2 1-1 0,0 1 0 0,-1 1-2 16,-2 0-2-16,2 0 11 0,-2-1 6 0,0 3 3 15,0 0-1-15,0 1 3 0,0-1-2 16,-1 0-10-16,1 3-6 0,0-2-1 0,0 2 0 16,2-3-1-16,1 1 1 0,-3 0 1 15,5 2 0-15,-4-3 0 0,4 0-1 0,-3 0-2 16,0-1 3-16,2 1-3 0,-3-2 1 0,1 1 1 16,-1-1-1-16,-1 2 0 0,0 0-4 0,-2-3 3 15,-1 2-1-15,1-1-3 0,-2 4 3 16,1-1 0-16,-2-1 1 0,2 3-1 0,-2 0-1 15,1 0 3-15,-1 1 0 0,3-1 0 16,-1 0-1-16,0 1 1 0,-1 0 0 0,4-1-2 16,-2 1-7-16,1-1-6 0,2 1 0 15,-2 0-1-15,-2 3 1 0,4-1-1 0,-4 3 6 16,2-3 4-16,1 4 1 0,-3-1 0 0,1 2-2 16,-1 1 3-16,0-1 1 0,0 2 2 0,0 0-3 15,0 0 0-15,1 0 2 0,-1 2 2 16,0-1-4-16,3 1 1 0,-1 1 1 0,-1 0 0 15,2 0-3-15,0 1-1 0,-1 2 3 16,1 0 6-16,0 1 5 0,0 2 3 0,1 0 1 16,-2 4 1-16,1-2-1 0,0 2-7 0,0 0-4 15,-1 1-1-15,1 1-2 0,-2 1 0 16,-2-1 0-16,-1 2 2 0,3 0 1 0,-4 0 2 16,0 1 2-16,-2 2 4 0,0-2 3 0,-1 1 0 15,1 0 1-15,-3 2-1 0,0 1 1 16,-3-1-2-16,1 1-1 0,1-1-1 0,-1 3-8 15,-1-2-5-15,0 3-3 0,0-1-1 16,-1 0-4-16,1-2 1 0,0 2 4 0,0 0 2 16,0 0 2-16,1 0-1 0,-1-2 2 15,2 1-1-15,-1 1-1 0,0-1 7 0,2 1 6 16,-1-2 1-16,1 1 0 0,-2-1 2 16,2 2 1-16,0-1-8 0,0-1-3 0,0 0-3 0,2 1-1 15,-2 0-1-15,1-1-3 0,-1-1 1 16,2 2 0-16,-2-2 3 0,3 0-1 0,-1 1 1 15,1-1 0-15,0 2 0 0,2-1 1 16,-1 1-1-16,1 0 2 0,0-1 0 0,1 0 0 16,2 0 0-16,-2 1 0 0,2 1-1 0,1-1-1 15,0 1 1-15,0-2 0 0,1 1 0 16,-2-1-1-16,4 2 1 0,-2 0-2 0,4 0-1 16,-3 0 0-16,2 0-2 0,1-1 2 0,2 1-1 15,1 0 1-15,2 2 1 0,0-3 1 16,2 1 0-16,1 1 0 0,-1-3 0 0,2 0 0 15,1-1 0-15,1-3-2 0,-3 1 2 16,4-2 0-16,0-3-1 0,0-3 0 0,0 0-11 16,-3-4-53-16,-1-2-77 0,-2-4-132 0,-2 0-227 15,-1-3-307-15,-1-2-358 0,0-2-290 16,-3-3-65-16,-1 0 500 0,1 2 634 0</inkml:trace>
  <inkml:trace contextRef="#ctx0" brushRef="#br2" timeOffset="155151.29">24369 15502 7 0,'0'0'227'0,"0"-1"140"0,-1 1 110 0,1 0-11 16,0 0-79-16,0 1-79 0,0-1-46 15,0 2-10-15,0-1-7 0,0-1-20 0,0 2-29 16,1-2-37-16,-1 1-28 0,0-1-19 16,2 2-8-16,-2-2 10 0,1 0 14 0,-1 1 8 15,0-1-10-15,2 1-22 0,1-1-18 0,-2 0-30 16,-1 0-26-16,3 0-11 15,-3 0 8-15,2 0 50 0,0 0 28 0,1 0 10 0,-1 0 5 16,1 0 11-16,0 0 0 0,0-2-38 16,4 0-19-16,-1-1-4 0,0 0-6 0,0-1-11 15,2-3-18-15,2 3-9 0,-1-2-8 0,-1 2-8 16,3-2 4-16,-1 0 13 0,-1 1 7 16,-1 1 4-16,3 0-3 0,-3-2 0 0,0 1-6 15,1 1-10-15,-2 0-7 16,1 0-5-16,-2 1 3 0,2-2-3 0,-2 0 0 0,1 2 14 15,1 1 39-15,-2-3 17 0,2 3 7 16,0-3 5-16,0 0 2 0,0 1-14 0,-1-1-35 16,3 1-15-16,-2 0-10 0,1-1 2 15,-1-1 19-15,-2 1 10 0,3 1 7 0,0-1 1 16,-1 2 1-16,-2-1-10 0,1 0-19 0,-1 0-11 16,1 1-7-16,-2 0-4 0,2 2-2 0,-2-2-2 15,-1 1-1-15,2 1-3 0,-1-2 1 16,0 1-3-16,-2 2 4 0,4-1 2 0,-6-1-4 15,4 1 1-15,-1 1-2 0,1-2 1 16,-2 2-1-16,1 0 0 0,-1-1 2 0,2 1 1 16,-2-2 3-16,0 2 1 0,1-1-1 0,1 1 0 15,-2-1-1-15,2-1 0 0,-2 2-2 0,1 0-2 16,0-2 0-16,0 2 1 0,2-2 2 16,-5 2-1-16,4 0 1 0,-2 0 1 0,4-3 1 15,-4 2-1-15,2 0 10 0,1 0 3 16,-3 1 5-16,2-3 2 0,-1 3 0 0,1 0 0 15,-1-2-8-15,0 2-7 0,2 0-3 0,-3 0-1 16,2-2-2-16,0 2 0 0,0-2 0 16,-2 2 0-16,0 0-1 0,3 0 0 0,-3 0 1 15,1 0 2-15,-1 0-1 0,-1 0 0 0,1 0-2 16,-2 2 0-16,3-2-2 0,-3 2 0 16,2-2 1-16,-1 0 0 0,2 0 1 15,-2 2 1-15,1 1 0 0,0-2 0 0,1 0-1 16,-3 3 1-16,2-4 0 0,2 4 0 0,-2-2-1 15,1 0 3-15,2 0 0 0,-2 1-1 0,0 0-1 16,0 0 1-16,1 0 0 0,0 0-2 16,1 0 0-16,0 0 1 0,-1 1 11 0,-2-1 6 15,2 0 2-15,0 2 2 0,-2-2 1 0,3 0 1 16,1 1-11-16,-4-1-3 0,2 2-4 16,0-3 0-16,-1 1-1 0,1-1-1 0,-1 2 2 15,0-2-2-15,0 2 0 0,0-2 2 16,1 0 0-16,-2 1 2 0,0-2-2 0,1 2 2 15,-1 1 0-15,1-3-1 0,-3 0-2 0,4 1-1 16,-2 1-1-16,1-2-1 0,-3 1 1 0,2-1 0 16,2 2-1-16,-1-2 2 0,0 2 0 15,-1-1 0-15,0 0 1 0,2 1 0 0,-2-2 0 16,0 1 1-16,3 1 0 0,-2-2-1 0,0 2 1 16,0-1-1-16,-1 0 0 0,2 2-1 15,-2-4 0-15,2 5 0 0,-1-3-1 16,-1-1 0-16,0 2 1 0,2-1-1 0,-2 0-2 15,2 0 1-15,-2-1-1 0,1 0 2 0,-3 1-2 16,4-1 1-16,-2 2 1 0,2-1 0 0,-2-1 0 16,2 3 0-16,0-3 7 0,-1 2 3 15,5 0 3-15,-2 1 2 0,1-1 1 0,-2 0-1 16,5 2-6-16,-3-2-5 0,0 0-3 16,1 0 0-16,-1 0-2 0,2 0 1 0,-2-2-2 15,-1 2 0-15,2-1 2 0,-1 0-1 16,0 1 0-16,1-1 0 0,-3-1 5 0,4 2 6 15,1-1 4-15,0 0 2 0,0-2 1 0,1 0 1 16,1 0-4-16,0 0-5 0,0-2-3 16,-1 0-3-16,1 2-1 0,0-4 0 0,-1 2-2 15,1-3-1-15,0 0 0 0,2-1-1 0,1-1 0 16,1-1-1-16,1-2-1 0,-2 1 0 16,1-2-1-16,-1 3-1 0,-2-3 0 0,-3 2-1 15,-1 1-1-15,-3 2-10 0,0 0-15 0,-4 2-28 16,-1 1-80-16,-2-3-113 0,-2 3-215 15,-1-2-295-15,-4 1-354 0,0 1-415 0,-1-2-153 16,1 3 387-16,-2-3 777 0</inkml:trace>
  <inkml:trace contextRef="#ctx0" brushRef="#br1" timeOffset="160974.29">24858 15645 77 0,'0'1'343'0,"1"1"195"0,-1-1 142 0,4-1-84 15,-4 0-191-15,3 0-118 0,-2 0-72 16,2-1-41-16,0-2-25 0,0-1-25 0,2 0 21 16,2 0-4-16,-1-2 24 0,3-2 35 0,1 1 12 15,0-3 2-15,3-1-41 0,-1 0 2 16,2-1-22-16,0-2-36 0,1-2-10 0,0-1-9 16,0-2-2-16,0 0-30 0,1-1-11 15,3-2-7-15,-2-3-16 0,3 2-6 0,-2-2-7 16,0 0 1-16,2 0-11 0,-1-2-3 15,-3 2 0-15,1 2 0 0,1-4 5 0,-1 2-2 16,-2 2-4-16,0-2 0 0,0 2 0 16,0 0 1-16,-2 0-2 0,1 3-1 0,-3 0-1 15,3 1 1-15,-2 1 1 0,0 0 0 16,1 1-6-16,0 1 0 0,-1 1 3 0,-2 2-3 16,-1 0 0-16,2 3 0 0,-3-1 2 0,-2 2 0 15,1 2 3-15,-2 1 3 0,1 0-3 0,-5 2-1 16,2 0 23-16,-1 2 10 0,0-1 15 15,-1 1 12-15,-1 2 5 0,2-2 3 0,-2 2-17 16,2-1-7-16,-2 1-17 0,0 0-13 0,0 0-5 16,0 0-5-16,0 0-1 0,0 0 0 15,0 0-1-15,0 0 0 0,0 0 17 0,0 0 14 16,0 0 12-16,0 1 13 0,0-1 4 0,0 2 3 16,0-2-10-16,0 0-13 0,0 0-15 15,0 2-11-15,-2 2-5 0,2-2-5 0,-2 3-4 16,1 1 2-16,1 2-2 0,-4 1-2 15,4 0 3-15,-3 1 2 0,2 2-3 0,-2 1-1 16,1 1 1-16,1 1 4 0,-1 1 3 16,2 2 2-16,0 2 4 0,0 0 2 0,2 1-1 15,-1 0-3-15,4 3-5 0,-4-2-6 0,6 3-5 16,-2 0 1-16,-1 0 0 0,4-1-2 16,1 2 1-16,0-1 4 0,0-1 2 0,0 2 0 15,3-2 0-15,-3-2-2 0,4 3-1 16,-1-3 0-16,1-1-2 0,1-1 0 0,1-3-1 15,-1 1 0-15,0-1-1 0,2-3-1 0,0-2 1 16,1 1-1-16,-3-2 2 0,4-4 1 0,-2-1 2 16,-1-2 0-16,0 1 3 0,0-5 1 15,0 0 2-15,0-4-12 0,-2 0-44 0,1 0-62 16,-3-2-71-16,-3-2-143 0,5 1-237 0,-5-3-307 16,0-1-275-16,2 3-199 0,-5-1 2 0,2-2 490 15</inkml:trace>
  <inkml:trace contextRef="#ctx0" brushRef="#br0" timeOffset="171961.44">27676 1544 183 0,'0'0'392'16,"-3"-2"156"-16,3-1 97 0,-1 0-238 0,1 1-171 16,0 1-86-16,0 0-32 0,1-1-11 0,2 0-2 15,2 1 27-15,0-2 7 0,2 0-2 0,3 1 7 16,0 2 46-16,3-5 21 0,2 4-16 0,3-1-17 16,2-2 28-16,2 3 3 0,-1-1-36 0,3 0-25 15,0 1 0-15,1 0 1 0,-3 1-34 0,4-2-34 16,-1 2-18-16,-2 0-12 0,-1 0-19 0,1 2-12 15,-1-2 7-15,0 0 2 0,-1 1-3 0,-1-1-2 16,0 1 2-16,0-1-1 0,-2 0-14 16,1 0-7-16,-1 0-2 0,-3 0-2 0,2 0-5 15,-4 0-21-15,-1 0-65 0,-3-1-124 0,1-2-153 16,-7 0-294-16,0 0-273 0,-3-1-216 0,-3 1 0 16,-4-4 359-16,-3 5 407 0</inkml:trace>
  <inkml:trace contextRef="#ctx0" brushRef="#br0" timeOffset="172246.9">28241 1328 182 0,'8'-1'431'0,"1"0"178"0,-1-1 102 15,0 2-195-15,0 0-212 0,5 3-118 0,-2-2-15 16,3 4-5-16,-1 0 3 0,1-1-5 0,0 4-25 0,1-2-21 15,0 1-43-15,0 1-31 0,0 3-12 0,-2-3-7 16,-1 1-3-16,1 2-1 0,-5-1 4 16,3 1-1-16,-4-1 0 0,-4 2 6 0,0 2 8 15,-3 1 18-15,-2-2 6 0,-2 4 5 0,-1-2-1 16,-4 2-6-16,-1 0-7 0,0-1-23 0,-4 3-11 16,3-1-24-16,-2-2-57 0,-1 0-80 15,3 0-106-15,0-1-176 0,2-2-273 0,1-1-177 16,0 0-24-16,-1-3 175 0,0 0 280 0</inkml:trace>
  <inkml:trace contextRef="#ctx0" brushRef="#br0" timeOffset="173910.24">25896 4013 138 0,'-5'-2'345'0,"1"2"147"0,-2 0 114 16,3-2-177-16,-1 2-153 0,3 0-68 0,-3 0-15 15,3 0 2-15,-1 0-6 0,2 0-23 0,0 0-29 16,0 0-34-16,0 0-41 0,2 0-34 15,-1 0-19-15,-1 0-6 0,4 0 1 0,-3 0-1 16,4 2 20-16,0-2 22 0,2 0 12 16,2 2 6-16,-1-1 3 0,5-1 2 15,0 1-16-15,5 1-43 0,-1-1-20 0,5 1-13 16,3-1-7-16,2-1-6 0,5 0 0 0,3-1 24 16,0-1 10-16,3-1 8 0,0-1 29 15,-1 0 7-15,3-1 7 0,-4-1 0 0,-1 1 2 16,-1-1-4-16,-8 2-21 0,-1-1-12 15,-4 2-22-15,-5 0-46 0,-4 0-73 0,-4 2-112 16,-3-1-256-16,-5 2-219 0,-3 0-114 0,-4 0 50 16,-5 0 209-16</inkml:trace>
  <inkml:trace contextRef="#ctx0" brushRef="#br0" timeOffset="174240.15">26483 3789 145 0,'19'-3'345'0,"-3"3"139"15,-1 0 96-15,3 0-203 0,2 3-184 16,0 1-37-16,2 1-8 0,0 1 2 0,1 0 36 16,1 1 22-16,2 1 15 0,-1 2-49 0,2 1-33 15,-1 2-22-15,0 1-42 0,-5-1-28 16,1 2-14-16,-4 0-7 0,-3 1 38 15,-4-2 36-15,-2 4 42 0,-4 0 39 0,-5 1 26 16,-3 0 7-16,-4 0-30 0,-5 1-39 0,-4 0-40 16,-4 0-36-16,-2 1-30 0,-5 0-18 15,1-1-11-15,-2-2-3 0,1-2 2 0,0-1-1 16,3-4-3-16,2-3-25 0,5-1-68 16,3-7-108-16,2-2-144 0,8-4-295 0,2-5-258 15,5-3-183-15,4-4 37 0,5-3 311 0</inkml:trace>
  <inkml:trace contextRef="#ctx0" brushRef="#br0" timeOffset="176003.91">29171 2114 238 0,'-27'2'440'15,"0"-2"169"-15,6-2 98 0,-1 1-290 0,6 1-181 0,2-1-98 16,5-1-77-16,2 2-44 0,1 0-26 0,6 2-12 16,6-1 1-16,4 2 36 0,6 2 33 15,8-1 17-15,4 3 17 0,9 1 11 0,10 0 10 16,6 1 52-16,11-2 25 0,10 2 7 0,10-1-8 15,9-1-5-15,7 1-5 0,4 3-75 16,8-3-41-16,4 3-22 0,1-2-10 0,4 2-5 16,-2 0 11-16,2 1-1 0,-1 1-5 0,-5-1 1 15,-1-2 1-15,-3 0-4 0,-4 1-17 0,-4-4-2 16,-7 0 5-16,-1 0 1 0,-6-3 3 0,-7-1 1 0,-6 1-1 16,-5-2-1-16,-10 0-25 0,-7-2-53 0,-8 2-78 15,-8-2-93-15,-9-2-110 0,-8 2-213 0,-8 0-214 16,-5-2-84-16,-8 2 84 0,-8-2 221 0,-6 2 240 15</inkml:trace>
  <inkml:trace contextRef="#ctx0" brushRef="#br0" timeOffset="176982.51">27858 5277 182 0,'3'2'380'0,"2"0"141"0,3 1 94 0,2-3-238 0,6 0-185 16,1 0-97-16,7 0-42 0,4-3-24 15,2 1 5-15,7 1 11 0,2 0 4 16,4 0 1-16,1 1 24 0,2 1 18 0,0 0-4 16,1 2-5-16,-1 0-1 0,5 2 32 0,1 1 0 15,0 2 12-15,4-2 19 0,0 1 9 16,4 0 2-16,0-1-32 0,1 0-20 16,3 0-36-16,5-3-2 0,1 0 3 0,5-3 1 15,-1-3 3-15,8-1 5 0,4-2 2 0,4-2-32 16,1 0-21-16,3 0-20 0,-1-1-6 0,-1 0-1 15,-5 1 3-15,-2 1 2 0,-1 1 6 16,-4 1 6-16,-5 2-2 0,-4 0-5 0,-3 0-4 16,-7 2-3-16,-6-1-12 0,-7 1-20 0,-5 1-27 15,-7 0-42-15,-4 0-46 0,-8 1-47 0,-4 1-29 16,-7-1-13-16,1-1-5 0,-7 2 8 16,-2-1-6-16,-4-1-32 0,-2 0-131 0,-3 0-166 15,-1-3-50-15,1 2 58 0,-4-2 143 0</inkml:trace>
  <inkml:trace contextRef="#ctx0" brushRef="#br0" timeOffset="207733.22">15687 5186 65 0,'9'-1'281'0,"0"-2"131"0,-3 0 106 0,-1 2-114 16,2-2-178-16,-2 1-110 0,0 1-57 0,0-1-28 15,0 2-13-15,-1-2-8 0,0 2-5 16,2 0 5-16,-2 0 0 0,0 2 0 0,0-2 0 15,3 0 1-15,-1 2 3 0,2-2 0 0,1 0 7 16,0 0 5-16,1 0 1 0,1-2 2 16,2 2-4-16,3-3-1 0,0 2-9 15,1-1-3-15,2 1-8 0,-1 1-2 0,2-2 0 16,-1 2 0-16,3 0-2 0,0 2 0 0,0-1 2 16,-1 1-1-16,1-1-1 0,0 2 2 15,-1 0 2-15,1 2 0 0,0-2 52 0,0-2 53 16,-1 2 32-16,3 0 35 0,-3 0 19 0,2-2 3 15,1 3-47-15,1-2-51 0,-2 2-28 0,3-3-33 16,-2 2-23-16,1 2-13 0,0-2-3 16,0 1 4-16,1 1 2 0,-2 0 4 0,3-3 65 15,-1 3 40-15,1-2 17 0,2 0 4 16,1-1-1-16,-2 2-3 0,2-1-57 0,0-2-33 16,3 1-14-16,-1-1-13 0,0 1-1 0,-1-2-4 15,2 1-6-15,-3-1 0 0,2 2-3 16,-2-1-2-16,0 2-2 0,0-1 0 0,0 0 2 15,-1 2 0-15,-1 1-4 0,0-2 1 16,-1 2-1-16,-1 1-5 0,2-1 2 0,-1 1 1 16,-2 0 1-16,2-2 5 0,0 1 5 15,-2-1 4-15,-1-1 2 0,3 0 0 0,-2 0 1 16,1-1-2-16,0-1 1 0,0 1-1 0,-2-1-2 16,3 0-1-16,-2 1-1 0,2 0-1 15,-2-1-4-15,0-1 0 0,-2 1 0 0,0 3 2 16,-1-2 0-16,-1 2 1 0,-1-2 0 0,1 3 2 15,-4-3-1-15,2 2-4 0,0-1 2 16,-1 1-1-16,0 0-1 0,0-1 0 0,2 2-1 16,2-3-1-16,-1 1 1 0,3 0-6 15,0 0 0-15,2-1-5 0,1-1-2 0,2 1 4 0,1-1 3 16,0 1 5-16,1 1 4 0,3-2 5 16,-1 1 6-16,0-1 4 0,4 0-5 0,1 3-3 15,0-3-1-15,2 2-1 0,-2 0-3 16,2 0-4-16,-1 0 1 0,3 0 1 15,-4 0-2-15,1 2 0 0,0-2-3 0,1 0-4 16,-2 1-2-16,5 0-1 0,-4 0 5 0,3 0 2 16,-2-1 5-16,3 1 3 0,-1 1 6 0,1-2 2 15,0 2-3-15,3-2-1 0,-2 1-1 16,4 0-4-16,-4 2 0 0,3 0-1 16,-1 1 0-16,0 0-3 0,-1-1-3 0,-1 2 0 15,3-1 1-15,-2 1-6 0,2-1-5 0,-1 0 8 16,1-1 1-16,-1 2 4 0,3-2 4 0,1 2 3 15,0-2 5-15,3-2-3 0,-1 2-3 16,5-1-2-16,-3-1-4 0,3-1 0 0,-1 2-4 16,0-1-2-16,1-1 0 0,2 2-5 15,-4-1 7-15,2 0 4 0,0 1 4 0,2 1 1 16,-3 0 5-16,3 2 6 0,-1-2-7 0,2 0-4 16,-2 0-1-16,0 0-4 0,2 0 0 15,-1 0-4-15,1-2-2 0,0 2-5 0,-2-2 3 16,2 2 4-16,0-1 3 0,0 1 3 15,0-1 4-15,2-1 3 0,0 0-2 0,-1 2-5 16,1-2 0-16,0 0-4 0,-1 1 2 0,-1-1-4 16,1 2-1-16,-3 0-4 0,-1 2 2 15,0-1 7-15,2 0 1 0,-3 0 5 0,0 2-2 16,-1 0 6-16,-1 0-2 0,3-2-4 16,-2 2-3-16,0 0 1 0,1 1-2 0,-4 1-2 15,0-2 1-15,2 2-5 0,-2-1-4 0,0-1-2 16,0 0-2-16,2 1 3 0,-3 0 7 0,3-1 4 15,-1-2 4-15,1 1 8 0,2 0 3 16,-3-1-6-16,4 0-2 0,-2 1-3 0,-1-3-3 16,2 1-1-16,-3 0-3 0,1 0-6 0,-2 1-2 15,0-1-5-15,0 1 43 0,-1-1 32 16,1 0 19-16,-1 0 11 0,-2 0 7 0,2-1 6 16,1 1-38-16,-1-2-26 0,1 0-15 15,0 1-9-15,-2 0-6 0,1-3-3 0,-1 3-5 16,0-3-4-16,2 2 0 0,0-1-3 0,-3 1 1 15,1-2 0-15,1 2 6 0,1-2 4 0,-1 0 1 16,-2 1 8-16,1 1-3 0,-1-1 3 16,1 2-3-16,-2-1-2 0,2 1-1 15,-3 0-5-15,-1 0 2 0,0 1-1 0,-2 0-1 16,0 2-2-16,-1 0-3 0,-1 1-2 16,1-2-2-16,-1 0-4 0,0 1 3 0,-1-1 5 15,0-1 5-15,0 0 3 0,-1-2 6 0,1 0 2 16,-2-2-1-16,3 0-2 0,-4-4-1 0,0 1-1 15,-1-2-3-15,0-1-2 0,-4-1-3 16,-1-1 0-16,-2-1 0 0,-2-1-1 0,-3 1-1 16,-4-2-2-16,0-1 1 0,-3 2-2 0,-2-3 1 15,2 1 1-15,-6-2 1 0,1 0 2 16,0-1 4-16,-4-1-1 0,4-2 4 0,-4 0 2 16,3-2 9-16,-2 1 12 0,2-5 6 15,0 0 8-15,2-2 1 0,-1-2-1 0,3-2-9 16,0-4-11-16,3-1-11 0,-2-5-9 0,5-2-7 15,0-2 0-15,3-1 0 0,2-2-3 16,3-2 1-16,-2-1 10 0,2 0 8 0,0-1 2 16,1-1 0-16,-1-1-1 0,0 2 6 0,0-1-8 15,0 1-4-15,-1-2-3 0,-1 1-6 16,-3 1 2-16,2-2-4 0,-3 1-2 16,-2 1-2-16,0 2-3 0,0-1 0 0,-2 4 4 15,-2-3 3-15,1 4 4 0,-3-1 4 16,-2 2 2-16,-1 0 4 0,-2 3 3 0,2 2 3 15,-5-1 0-15,-2 2 0 0,3-1-3 0,-4 2-3 16,2-1-3-16,-3 0-4 0,0 2-4 0,0 0 10 16,0 1 9-16,-3 2 5 0,2-1-4 15,-1 2 2-15,1 2 2 0,-3-1-9 0,1 2-10 16,-1 2 29-16,0 2 39 0,0-1 38 0,-1 5 28 16,-2-1 12-16,-2 2 4 0,0 0-25 15,-1 3-31-15,0-1-29 0,-2 2-23 0,-2 1-15 16,1-1-6-16,-3 3-7 0,-1 0-3 0,0 0-5 15,-3 1-11-15,2-1-4 0,-3 3-4 16,0-2-1-16,-1 1 0 0,2 0-1 0,-5 0 6 16,-1 2 3-16,1-1 1 0,-1 1 8 15,-1 1 5-15,-2-2-1 0,-2 1 2 0,1 0 0 16,-2 0 1-16,-1 0-11 0,1 0-4 16,-4 0-3-16,2-2 1 0,-2 2 1 0,2-2 3 15,-1 1 3-15,-3-3-5 0,1 3-2 0,-3-3-3 16,3 2-1-16,-2-3-4 0,0 3-4 0,1-2 8 15,-3 2 3-15,1-1 2 0,-2-1 1 16,0 1 3-16,0 2 2 0,0-2 2 0,-1 0 6 16,-3 3 2-16,3-4-2 0,-4 3-1 0,4-1-2 15,-3 0 2-15,0 2-5 0,1-2-2 16,-2 1 2-16,1 1-7 0,-1-3-5 0,-3 2-3 16,3 0-3-16,-1-3-1 0,0 3-1 0,-2-1 7 15,-2-2 10-15,1 2 6 0,-1 1 1 16,0-3 0-16,-2 3-2 0,2 1 0 0,-2-3-7 15,1 3-4-15,-1 2 3 0,1-2 0 0,-2 3 4 16,4-2 3-16,-4 2 0 0,1 0 0 16,2-1-2-16,-2 2-1 0,2-2 0 0,-3 0-4 15,3 2 1-15,-2-2-4 0,0 1 0 0,1 1-4 16,0-2-2-16,0 3 2 0,0-1 0 16,0-2 3-16,0 2 1 0,0-1 4 0,-2 1 0 15,4 0 3-15,-2-1 0 0,-1 0-2 16,2 0-1-16,0 0 1 0,-2 0-2 0,-1-1-5 15,0 1 1-15,1-1-1 0,-1 1 0 0,4 0 0 16,0-2 2-16,-1 1 0 0,1 1 1 0,0-1 4 16,0 1 2-16,1-1-1 0,1 1 0 0,2 0 4 15,-3-1 0-15,3 2-3 0,-1-1-1 16,1-2 2-16,0 1-2 0,0 3-4 0,0-5 0 16,-1 2 0-16,2 2 0 0,-1-1-4 0,1-1 2 15,1 2-2-15,0-1-1 0,-2 1-2 0,4 0 2 16,-3 0 3-16,0 0 0 0,1 0 5 0,-1 1 1 15,2 0 2-15,-3 0-1 0,0 0 0 16,2 1-1-16,0-2 0 0,-2 1-1 0,0 0-2 16,2 2-1-16,-3-4 0 0,1 2 0 0,2-1-2 15,-1 1 1-15,-1 0-1 0,0-3-2 16,2 4-1-16,-2-2 2 0,2-1 1 0,-1 0 1 16,0 2 4-16,2-2 2 0,-2 2-7 0,1-1-3 15,-1 0-2-15,0 0 0 0,3-2-4 0,-2 2 0 16,1 0 5-16,0-1 3 0,-2 1 0 15,4-1 1-15,-2 0 7 0,1-1 4 0,0 3 1 16,-1-2 2-16,2 0-1 0,-1 1-2 0,1 0-8 16,0 2-1-16,-2-3-1 0,1 3 2 0,1 0-5 15,0-1-1-15,-2 0-2 0,-1 1-2 0,1 1-1 16,1-1-5-16,-2 1 9 0,1 0 2 0,-1 1 1 16,0-1 0-16,0 1 1 0,0-1 7 15,-2 2 3-15,2 0 1 0,0-2 2 0,-2 1-1 16,2-1-2-16,1 0-5 0,-2 1 0 0,1-1 2 15,-1 0 1-15,0 0-6 0,2 0 0 0,-1 0-4 16,-1 0-3-16,1 0-6 0,-1 2-1 16,0-2 6-16,-1 2 3 0,-1-1 1 0,1-1 0 15,2 1 11-15,-3 1 2 0,1 1 0 0,-1-1 1 16,1 0-1-16,2 1 0 0,-2-1-6 0,1-1-1 16,0 2-1-16,0 1 1 0,1-1 2 15,-1 2-6-15,2-3-5 0,-2 3-2 0,1-2-3 16,-1 1-2-16,0-1 0 0,3 2 6 0,-4-2 11 15,0 1 6-15,1 0 2 0,1 0 0 0,-1 0 0 16,2 0-2-16,0 1-8 0,0-1-5 0,1 0 1 16,-2 1 1-16,1-1 2 0,1 0 2 0,-1 1 2 15,2-1 1-15,-1 1 1 0,1-1-2 16,0 1 0-16,0-2 0 0,2 1-2 0,-1-1 0 16,1 1-2-16,-2 0 0 0,0-3-1 0,3 2-1 15,0 0-2-15,-1 0 2 0,1 0-2 0,-1-1 0 16,3-2 0-16,1 2 1 0,-1 1-1 0,1-2-1 15,1 0 2-15,-1 3 0 0,2-4 3 16,2 2-2-16,-1 0 3 0,-1 0 1 0,3-1-1 16,2 2 3-16,-2-1-1 0,2 0 1 0,-2 0-1 15,2-1 0-15,1 1-1 0,1-1-2 0,0 1 0 16,-1-1 0-16,2 1-1 0,0-1 1 16,0 1 2-16,0-2 0 0,1 1-2 0,-1-1 0 0,0 0 0 15,3 0 0-15,-3 0-1 0,0 0 2 16,2-1 0-16,0 1 1 0,0 0-1 0,0-2-3 15,0 2 1-15,0 0-1 0,0 0-2 0,1 0 1 16,-1 0 0-16,1 0 2 0,-2 0-2 16,1 2-1-16,-1-2 2 0,-1 1 0 0,0 1 1 15,1-1 0-15,-1 2 1 0,-3 0 2 0,1 2 1 16,0-3 0-16,-3 3 1 0,2 0 0 16,-2-1 1-16,2-1 0 0,0 1-2 0,1 1 2 15,-3-1 0-15,2 0-4 0,0-1 1 0,-2 2-2 16,0-3 2-16,0 3-2 0,2-2-1 0,-5 1 2 15,1 1-1-15,2-1 0 0,-1 0-3 16,-1 0 2-16,1 2 1 0,1-2-1 16,0-1 1-16,3 3-2 0,-1-4 0 0,2 3-2 0,-1-2 1 15,0 0-1-15,5 1 0 0,-3-1 0 16,3-2 2-16,0 1 0 0,0 0 0 16,1 0 4-16,-2-2 0 0,1 2 1 0,2-1 0 0,-4-1 2 15,4 2-1-15,-4-2-1 0,2 1 0 16,-1-1 1-16,-1 0 0 0,-1 2-3 0,0-2-6 15,-2 1-5-15,0 1-2 0,1 0-2 0,-2-1-1 16,-1 0 0-16,-1 2 7 0,-1 0 4 16,-1 0 1-16,-1 2 2 0,0-1-1 0,0 2 8 15,0-2 3-15,0 3 2 0,0-1 0 16,0 1-1-16,2-1 1 0,-2 2-8 0,1-2-3 16,-1 1-1-16,3 1 2 0,-1 0 0 15,2 0 0-15,-1 1-4 0,-1-1-3 0,3 1-3 16,-2 1-3-16,0-1 0 0,2 2-2 15,1-2 8-15,-3 1 2 0,2 1 3 0,0 0 0 16,1-1 1-16,2 2 0 0,-2-2 0 0,0-1 0 16,4 2-1-16,-1-2 1 0,2 1-2 0,2 0 2 15,-4-2 1-15,2 1 0 0,3 0-1 16,-1-2-1-16,-1 3-1 0,1-2 1 0,3 1-2 16,-2 0 3-16,0-2-3 0,2 0 2 0,1 1 9 15,0 1 3-15,0-4 2 0,0 2-1 16,0-1 2-16,2 0 0 0,0-1-9 0,0 1-3 15,1 0-1-15,-2 1-2 0,-1-1-3 16,1 0 1-16,-1 0-1 0,0 1 0 0,-1 0 0 16,1 1 1-16,-4 0 0 0,3-1 1 15,-2 0 0-15,2 2 0 0,-2-1 2 0,2 0 0 0,-2-1 0 16,2 1 2-16,-2-1 0 0,3 2 0 16,-2-3-1-16,0 1 3 0,1 2-1 0,0-3-4 15,-2 1 1-15,3 0 2 0,-1 1-2 16,-2-1-1-16,4 0-1 0,-4 1 4 0,3 0 0 15,-2 0 0-15,0 1 1 0,1-1 2 0,1 1 0 16,-1 2-2-16,1-2-3 0,-1-1 1 0,2 3-7 16,-1-1-7-16,0 0-2 0,1 1 2 15,0-1-1-15,0 1 0 0,-1 0 6 0,2 0 3 16,-1 0 2-16,0 1 2 0,0 1-1 16,2-1 1-16,1 0 1 0,-2 1-1 0,1-1 2 15,2 4-1-15,-1-3-2 0,-1 2 1 16,4 0 1-16,-2 1-1 0,0 0-1 0,0 1 0 15,2 0 1-15,1 2 1 0,0-1 1 0,-2 2 0 16,2-1 7-16,2 0 5 0,0 2 0 16,-1 0 2-16,1-1-2 0,1 1-1 0,-1-1-8 15,2 1-6-15,-2 0-2 0,1 0-1 0,-1 0-1 16,0 1 0-16,1-1 3 0,-1 2 2 16,0-1 1-16,0 2 2 0,-1 0-1 0,0 1 4 15,-1-2 0-15,-1 4-1 0,3-2-1 0,-2 0 0 16,2 0-1-16,-1-2 0 0,3 1-2 15,1-2 1-15,1 1 0 0,3-2-1 16,1-2 0-16,3 1 1 0,2-2 1 0,3-2-1 0,0 0 0 16,6 1 1-16,1-2-2 0,3 1-3 15,2-2-23-15,3-2-42 0,1 1-51 0,2 3-52 16,1-4-61-16,1 1-111 0,2 1-129 16,3-1-155-16,-2-1-240 0,1 3-228 0,-1 1-148 15,-3-3 165-15,-1 1 410 0</inkml:trace>
  <inkml:trace contextRef="#ctx0" brushRef="#br0" timeOffset="210289.57">25166 6278 186 0,'-3'0'430'0,"1"0"195"15,1-2 154-15,-3 2-147 0,4 2-113 0,-1-2-46 16,-1 0-27-16,0 1-27 0,-1-1-46 0,-1 0-68 16,1-1-68-16,0 1-64 0,-1 0-37 15,3 0-10-15,-2 0 0 0,3 0-10 0,-4 0-1 16,4 1-4-16,0-1-9 0,0 1-1 0,0-1-6 16,0 0-2-16,0 0-13 0,0 2-10 15,0-2 0-15,0 0-19 0,0 0-12 16,0 2-7-16,0-2-4 0,-1 1-3 0,1 2-6 15,-4 0-8-15,3 1-5 0,-2 2-3 0,-2 2-2 16,2-1-1-16,-2 2-1 0,4 0-2 0,-4 4 0 16,2 0 2-16,-1 2 1 0,1 0-1 15,0 4 2-15,0 2 8 0,3 2 7 0,0 3 0 16,3 5 3-16,0 1-4 0,0 5 1 16,2 1-9-16,3 5-2 0,-1-1-3 0,3 1 1 15,0 3 3-15,0-3 0 0,0 1 0 16,3-3-1-16,-1 0 2 0,2-2-2 0,-2-3-3 15,4-2 1-15,-2-2 1 0,0-2-2 16,3-2-2-16,0-5 1 0,-3-1 2 0,2-1-3 16,-2-3 1-16,3-1 0 0,-4-2 1 0,-1-2-1 15,0-1 0-15,-3-1-1 0,2-3 2 16,-3 2-2-16,-1-3 0 0,-3-1 1 0,1 1 0 16,0-3 1-16,-4-1-2 0,2-1 0 0,-1 0-1 15,0 1-1-15,-2-3-1 0,1 2-10 16,-1-2-22-16,-1-2-50 0,1 2-51 0,0-3-50 15,-2 0-71-15,0-1-110 0,1-4-126 0,-2 2-121 16,1-1-242-16,-2-1-231 0,2 1-122 16,-3 1 168-16,4-1 385 0</inkml:trace>
  <inkml:trace contextRef="#ctx0" brushRef="#br0" timeOffset="210916.92">25126 7281 30 0,'-1'-3'337'0,"1"1"237"0,-2 0 216 0,0-2 61 16,2 3-189-16,2-1-122 0,0 1-83 0,-2-1-67 15,0 2-67-15,1 0-60 0,1 0-62 16,3 2-56-16,0 1-15 0,1 2-6 0,5-1 18 15,0 3 5-15,1 4-4 0,3-1-6 0,-1 1-4 16,3 2-6-16,1 2-27 0,-2 0-17 16,2 2-14-16,-1-2-11 0,1 1-24 0,3 1-16 15,-4-1-7-15,4 0-7 0,-5-1-1 16,3 1 0-16,-3-1-2 0,1-3 1 0,-3 0-2 16,2-3 2-16,-3 2 2 0,-1-5-3 15,-2-1 5-15,-1 0 16 0,0-2 11 0,-2 0 12 16,-2-3 11-16,1 0 10 0,-1-3 4 0,-1 0-7 15,1-3-5-15,-2-2-9 0,-1-3-7 16,0 1-10-16,-2-3-7 0,0-2-7 0,-2-3-4 16,0-3-5-16,1 0-3 0,-1-5-3 0,-1 0-1 15,1-4 0-15,-2-2-3 0,2-2 1 16,-1 2-1-16,2-1 1 0,-3 1-2 0,3 4 1 16,-2 2-1-16,-1 2 0 0,1 4 1 0,0 2 0 15,0 5-1-15,-2 1-1 0,4 3 0 16,-1 2-1-16,1 1-8 0,1 2-20 0,-2 0-53 15,2 2-70-15,0-1-87 0,2 2-163 0,-1 2-296 16,4-1-326-16,1 3-275 0,0-1-181 16,1 0 144-16,-1 0 625 0</inkml:trace>
  <inkml:trace contextRef="#ctx0" brushRef="#br0" timeOffset="212871.55">26523 8134 236 0,'1'2'598'16,"2"-2"278"-16,-3-4 170 0,0-2-158 0,2-2-243 16,-2-4-170-16,2-1-99 0,-2-4-63 15,2-3-79-15,0-1-72 0,0-4-57 0,1-4-38 16,2-2-30-16,-1-3-23 0,4-4-7 15,2 1 50-15,-1-3 40 0,1 0 17 0,1 4 26 16,-2 2 15-16,3 0-1 0,-3 5-46 0,-1 1-31 16,-4 4-16-16,3 3-25 0,-2 4-19 0,-2 3-8 15,1 3-9-15,-1 4-2 0,1 0-3 16,-1 2-2-16,2 3 1 0,1 2-2 0,2 5 2 16,1 2 3-16,1 4-2 0,2 2 2 15,-2 6-1-15,0 4 3 0,2 3 2 0,-2 4 3 16,-2 2 2-16,-2 3 0 0,0 3 1 0,0 0 1 15,-2 3-2-15,-3 0-3 0,2-2 0 16,1 0 0-16,-3-3-1 0,3-4-1 0,-3-1-1 16,1-4 1-16,-1-2 1 0,4-5-2 15,-5-4 0-15,1-2 2 0,-1-3 1 0,0-3-2 16,-1-2-27-16,1-1-58 0,-6-5-54 0,3-2-66 16,-4-1-126-16,1-5-176 0,-4-3-282 15,-1 1-227-15,2-3-213 0,-1-1-72 0,-2-5 339 16,-3 0 479-16</inkml:trace>
  <inkml:trace contextRef="#ctx0" brushRef="#br0" timeOffset="-214189.54">26007 7609 165 0,'3'-3'292'16,"-1"0"100"-16,-2 2-6 0,1-2-59 0,-1 3-62 15,2-2-35-15,-2 1-7 0,1 1 12 0,-1-2 27 16,0 2 41-16,2 0 38 0,0 0 30 15,-2 0 4-15,1 0-19 0,-1 2-40 16,0-2-51-16,0 1-55 0,-1 1-57 0,1-1-45 16,0 2-33-16,-4 1-15 0,4 5-4 0,-1-1 5 15,-1 3 10-15,1 3 17 0,-4 2 6 16,4 0-5-16,-3 4-9 0,0 1-16 0,0 1 8 16,0 1-6-16,-1 3-4 0,0-3 1 15,-1 3-4-15,1-2-2 0,0 0-18 0,1-1-14 16,-1-1-10-16,-2-1-8 0,5-3-4 0,-3-4-2 15,3-1-3-15,1-1 2 0,-1-3-2 16,0-3 1-16,2-1-2 0,0 0 0 0,0-2 3 16,0-1 0-16,2-2 3 0,1-2 6 0,0-1 1 15,3-2 1-15,1-2 0 0,-1-1-3 16,2-2-2-16,1-1-3 0,3-2 0 0,-4 0-1 16,4-1 0-16,-1-2 0 0,1 1 0 15,1-2-2-15,0-1 3 0,3 2-3 0,-2-4 0 16,3 1 0-16,0 2-1 0,0-1-1 0,0-1 0 15,2 0 0-15,0 2 0 0,0-1 2 0,2 0-3 16,-4 0 5-16,4 1-1 0,-4 0 0 16,1 2-1-16,-5 1 3 0,2 1 2 0,-3 1-2 15,-4 4 2-15,0-2 22 0,-1 5 14 16,-2-2 7-16,-4 0 6 0,-1 3 1 0,0-1 2 16,-1 1-19-16,-4 1-12 0,2-1-6 0,-4 4-9 15,1 0-4-15,-3 0-4 0,-1 4-2 16,0 0-2-16,1 2-3 0,-4 2 1 0,2 1-1 15,-3 3-2-15,1 1-1 0,-2 1 3 0,0 2 1 16,0 1 1-16,0 1 0 0,0 2 6 16,-1 2 0-16,-2-1 0 0,2 0 0 0,1-1 0 15,0 3 0-15,1-3-4 0,2 1-2 16,0-2 0-16,2 1-2 0,1-2-1 0,3 0 1 16,0 1 0-16,1 0 1 0,5-3 1 15,0 0 0-15,5 0-1 0,-1 0 1 0,3-3 1 16,3 1-1-16,0-3 1 0,5-1 2 0,2-3 3 15,2-1-3-15,3-4-12 0,2-2-51 0,-2 0-58 16,2-2-59-16,-2-3-107 0,-2-1-157 16,-2 0-252-16,-1 0-247 0,-2-2-223 0,-3 0-160 15,-2-2 193-15,-1 1 478 0</inkml:trace>
  <inkml:trace contextRef="#ctx0" brushRef="#br0" timeOffset="-213780.39">26519 7853 216 0,'0'2'462'15,"4"1"179"-15,-4 0 97 0,1 2-213 0,2-2-188 16,1 2-94-16,2-3 16 0,-2 3 1 0,4-1 1 15,0 2-27-15,3-3-24 0,0 2-43 16,2-2-73-16,1-2-38 0,2-1-23 0,1 0-10 16,1 0-9-16,-1-1-3 0,0-1-1 15,0-1-54-15,1 0-129 0,-2 0-270 0,-2 0-255 16,2 0-212-16,-2 0-129 0,-1 0 149 16,0 2 383-16</inkml:trace>
  <inkml:trace contextRef="#ctx0" brushRef="#br0" timeOffset="-212882.09">27278 7528 167 0,'-5'0'339'0,"1"0"141"0,-1 0 80 15,2 0-184-15,0 0-86 0,0 0-51 0,1 0-19 16,0 0-19-16,1 0-21 0,-1 0-11 16,0 0-19-16,2 0-18 0,-1 0-9 0,-1 1 1 15,2 1 56-15,-1-1 35 0,1 3 27 16,-5 1 20-16,4-2-1 0,-1 6-11 0,-1-2-55 15,0 2-45-15,-1 1-35 0,1 2-22 16,-2 1-15-16,2 2-9 0,0 1-1 0,-1 2 15 16,1 1 2-16,-1 2-8 0,3 2 2 0,-3-1 16 15,0 3 5-15,0 1-15 0,1 0-7 16,-3 0-5-16,3-1-15 0,-2 0-22 0,4 0-12 16,-4-3-9-16,2 0-3 0,-1-2-3 15,3-1-3-15,-1 0-3 0,1-2-3 0,2-2 0 16,1-2-2-16,1 0-1 0,2 0 1 0,1-2 1 15,2-3 0-15,3 2-2 0,0-4 1 0,3 0-2 16,1-2 2-16,0 0 0 0,3-1 0 16,2-2 2-16,0-1 0 0,2-4-1 0,0 2-3 15,0-2 2-15,-1-2-1 0,-1 1-1 16,2-3-9-16,-3-1-41 0,2 0-46 0,-5-1-54 16,-2-3-113-16,-2 0-161 0,-2 0-298 0,-2-1-244 15,-4 0-230-15,1 0-109 0,-3-4 301 16,-2 3 494-16</inkml:trace>
  <inkml:trace contextRef="#ctx0" brushRef="#br0" timeOffset="-212625.91">27685 7609 238 0,'3'7'465'16,"-2"1"206"-16,3 1 179 0,-3 3-150 0,2 1-102 15,3 4-58-15,-2 1-43 0,-3 2-50 16,2 0-72-16,1 4-82 0,-1 2-84 0,-2 1-64 0,3 4-35 16,-3-2-30-16,-1 3-29 0,3-2-24 15,-3 1-13-15,2 0-7 0,-2-1-7 16,0-3-7-16,0 2 1 0,0-5-10 0,0 0-32 16,-2-5-39-16,1 0-113 0,-2-4-165 15,-1-5-298-15,1-1-277 0,2-3-244 0,-3-5-121 16,4-2 325-16,0-4 505 0</inkml:trace>
  <inkml:trace contextRef="#ctx0" brushRef="#br0" timeOffset="-212384.07">28042 7693 291 0,'8'4'535'0,"-3"3"154"0,1 0 162 15,0 2-179-15,0 3-129 0,-1 3-62 16,-2-1-39-16,2 5-21 0,-2 2-85 0,-1 3-90 16,0 2-86-16,-2 2-65 0,-2 2-37 0,0 0-22 15,1 0-16-15,-2 2-9 0,-2-2-4 16,2-4-2-16,-1 0-13 0,2-3-24 0,-3-4-67 16,2-3-132-16,-2-3-183 0,0-4-291 15,0-4-270-15,0-3-223 0,-1-2 43 0,2-2 394 16</inkml:trace>
  <inkml:trace contextRef="#ctx0" brushRef="#br0" timeOffset="-211989.68">28115 7588 114 0,'4'-10'603'15,"1"1"396"-15,-3 1 133 0,1 4-103 0,-1 0-362 16,-1 0-257-16,-1 4-162 0,3 0-80 15,-1 2-37-15,-2 1-30 0,0 3-27 0,0 0-22 16,-2 3-15-16,-2 2-12 0,0 2-8 0,1-1-4 16,0 5-2-16,0-2 0 0,1 0-4 15,1 2-3-15,1-1-1 0,1-2-2 0,4 1-1 16,1-3 0-16,8 0-3 0,-1-1 2 16,8-3-2-16,-2 1-2 0,5-1-1 0,1 0-1 0,0-2 4 15,-1 0 2-15,-2 0 2 16,-2-2-1-16,-2 2 3 0,-6 0 3 0,-2 2-2 15,-5-2 0-15,-2 5 25 0,-8-3 54 0,1 5 61 16,-8 0 47-16,-2 2 22 0,-2 2 2 0,-4 2-24 16,-3 2-39-16,0 1-48 0,-2 0-37 15,-1 1-25-15,4 1-13 0,1-1-11 0,4-1-8 16,3-1-4-16,1 0-5 0,5-3-2 16,4-1-2-16,2-2-1 0,4-2-5 0,1-2-37 15,5-5-68-15,3 0-79 0,0-6-149 0,2-1-259 16,2-6-324-16,1-1-309 0,2-2-203 15,-1-3 58-15,-1 1 567 0</inkml:trace>
  <inkml:trace contextRef="#ctx0" brushRef="#br0" timeOffset="-211377.3">28619 7581 372 0,'8'-3'660'0,"-4"1"200"16,1 2 96-16,2 2-225 0,-2 1-164 0,3 1-136 16,1 3-59-16,-1 4-4 0,-2 3-34 0,2 4-62 15,0 1-48-15,-3 5-15 0,-2 2-20 16,0 2-35-16,-1 3-31 0,-6 5-19 0,3-3-18 16,-4 3-25-16,-1-2-17 0,-2 0-9 15,0-1-7-15,2-1-14 0,-2-2-6 0,-2-5-2 16,4-1-2-16,0-4 0 0,-1-2 0 15,1-5 8-15,0-2 7 0,1-2 4 0,0-2 4 16,0-2 1-16,0-5-2 0,-2-2-7 0,2-2-7 16,0-4-3-16,0-3-4 0,2-1-4 0,2-4 0 15,-1-3 1-15,2-5-2 0,2-2-2 16,2-4-3-16,1-5 2 0,3 0-1 16,5-3-2-16,0 1 0 0,4-2-1 0,-1 0 6 15,3 3 0-15,-2 2 1 0,2 2 1 0,0 6 2 16,0 2 0-16,-2 4-3 0,4 3-1 0,-5 1 0 15,1 5 0-15,-1 0-1 0,0 4 0 16,-2 0 0-16,0 3-1 0,-1 3-1 0,-4 0 0 16,4 2 0-16,-4 1 1 0,0 5 0 15,-2 2-1-15,-2 1 1 0,-2 3 0 0,-1 3 1 16,-2 2 1-16,-2 0 2 0,-1 1 2 0,-2 4 3 16,-2-3 1-16,-3 5 2 0,-1-1-8 15,-3-1-4-15,-2 2-3 0,-2-1-2 0,2 1-2 16,-2 0 0-16,0-2 4 0,2 2 6 0,-1-3 0 15,4 0 0-15,-1-1 6 0,1-1 2 16,4-1 1-16,0 1 0 0,2-4-1 0,4 0 2 16,1-2-7-16,4-1-4 0,1-2 0 0,5-3 1 15,6-2 2-15,1-4-2 0,5 0-6 16,4-4-29-16,1-2-48 0,1-2-59 0,4-3-61 16,0 1-113-16,1-3-133 0,-1-1-130 15,0 3-193-15,-1-2-237 0,-2 4-193 0,-2 1 57 16,-3 1 291-16,-4 3 380 0</inkml:trace>
  <inkml:trace contextRef="#ctx0" brushRef="#br0" timeOffset="-211057.25">29155 8186 134 0,'-3'19'436'0,"-3"-5"298"0,3 0 283 0,-2-3-87 0,1-4-173 16,1-1-134-16,2-3-129 0,1-3-107 16,0-3-87-16,3-4-77 0,0-2-37 15,4-6-33-15,2-2-22 0,-1-6-20 0,3 0-28 16,1-6-20-16,3-4-24 0,0-1-16 15,1-5-10-15,2-1-7 0,-2 1-3 0,1-4 11 16,1 6 12-16,-1 0 10 0,-3 8 5 16,0 2 4-16,-4 6 7 0,-2 4-8 0,-1 4-9 15,-2 2-9-15,-2 4-7 0,1 1-3 0,-1 2-9 16,-2 4-4-16,-1 7-1 0,0 2-2 0,0 3 4 16,-1 4 0-16,-2 4 2 0,1 4-2 15,-1 1 0-15,-1 3 0 0,1 4-3 0,-3-2 1 16,2 2-4-16,0 1 2 0,1-1 0 0,0-3 0 15,1 1-3-15,2-1-15 0,2-6-39 16,-1 0-54-16,1-5-55 0,0-3-71 16,-1-3-121-16,1-3-140 0,-2-1-176 0,2-2-241 15,-2-5-222-15,0-1-101 0,0 0 218 0,0-3 412 16</inkml:trace>
  <inkml:trace contextRef="#ctx0" brushRef="#br0" timeOffset="-210873.6">29241 8051 18 0,'-10'-5'378'0,"0"5"279"0,-2 1 188 0,2 3 42 16,2 2-282-16,0 4-205 0,4-1-88 0,1 3-49 16,4-1-27-16,4-2-22 0,3 2-61 0,1-2-39 15,5 1-46-15,4-1-25 0,4-2-12 16,5-3-7-16,1 1-3 0,4-4-1 0,4 1-5 16,2-4-35-16,4 1-85 0,-2-4-130 0,2 2-256 15,-3-1-273-15,2-3-240 16,-3-1-117-16,-3 0 192 0,-2 1 400 0</inkml:trace>
  <inkml:trace contextRef="#ctx0" brushRef="#br0" timeOffset="-210632.46">30124 7684 320 0,'-6'-13'762'0,"-5"3"315"0,-3 5 74 0,-7 2-261 15,2 4-301-15,-5 3-163 0,2 6-79 0,-2 3-33 16,1 3-25-16,-4 6-26 0,2 2-29 0,0 5-45 15,-1 0-50-15,4 4-51 0,0 1-33 16,0 0-20-16,2 2-13 0,3-2-10 0,4 1-4 16,3-2 2-16,2-4 0 0,1 1-7 15,6-5-5-15,1-5-2 0,4 0-7 16,3-6-23-16,5-4-58 0,1-2-53 0,4-8-68 16,3-3-142-16,2-7-185 0,0-1-294 0,2-4-238 15,1-4-212-15,-2 2-33 0,1-4 419 0,-3-3 483 16</inkml:trace>
  <inkml:trace contextRef="#ctx0" brushRef="#br0" timeOffset="-209766.24">30124 7566 86 0,'-8'1'596'0,"0"6"420"0,-2 0 149 0,1 2-73 16,1 1-387-16,2 1-285 0,2 0-163 15,2 2-82-15,1-3-34 0,2-1-30 16,2 0 9-16,5-3 3 0,-2-1 19 0,6-2 17 15,1-3 1-15,4-2-6 0,1-4-31 0,3-2-24 16,-2-2-29-16,1-2-26 0,2 1-12 0,-2-6 7 16,-3 5 3-16,-1-4 8 0,-2 3 4 15,-3 0 2-15,-1 0 1 0,-1 1-7 0,-4 4-3 0,0 1-7 16,-2 3-4-16,-2-1-9 0,1 5-7 16,-2 2-8-16,0 3-8 0,-2 5-6 0,-1 6-4 15,0 3 2-15,0 3 1 0,-2 5 2 0,2 5 2 16,-2 4 3-16,2 3 2 0,0 2 0 15,0 5-3-15,-1-2 0 0,1 5-2 0,2-2-2 16,-4-2-1-16,2 2-1 0,1-3 1 0,-2-2 0 16,2 0-1-16,-1-5 0 0,0 0 0 0,-1-5 3 15,0 0 0-15,-1-4 1 0,-4-1 1 0,1-3 3 16,0-1 0-16,-4-2-2 0,2-1 0 16,-2-2 0-16,-2-2-1 0,2-3 0 0,0-3 1 15,2 1 0-15,0-1 1 0,2-6 1 0,0 2-1 16,2-5 1-16,3-1-3 0,-1-3 0 0,4-5-2 15,4-5-3-15,1-2-1 0,5-7 2 0,3-3 1 16,4-6 0-16,3-5 1 0,5-3 1 16,2-5-1-16,3-4-1 0,1-2-1 0,6 0-2 15,1 2 1-15,3 2-2 0,-3 4 1 0,0 4 0 16,-5 6-1-16,-1 5 1 0,-6 4 0 0,0 5-1 16,-4 3 1-16,-5 6-1 0,2 2 2 0,-4 5-2 15,0 2-6-15,-4 2-20 0,2 3-42 16,-4 4-55-16,-1 2-54 0,-1 2-51 0,-1 1-61 15,-5 3-67-15,2 0-40 0,-3 3-23 16,0 1-20-16,-1 1-22 0,-1 1 12 0,-2 2 66 0,1-3 89 16,-2 4 99-16,0-2 75 0,0-3 73 15,0 2 56-15,1-5 40 0,-2 0 36 0,3-4 34 16,-1-2 54-16,3-2 68 0,-3-2 80 0,4-4 46 16,0-2 9-16,4-2-20 0,1-2-33 0,-1-4-58 15,5-3-40-15,0-1-24 0,2-5-12 16,-1 0-10-16,2-1-18 0,-1-3-21 0,3-4-36 15,0-2-31-15,2-4-31 0,3-5-17 0,5-5-8 16,4-4-5-16,6-4-3 0,0-3-4 0,7-3 4 16,0 1 2-16,2 0-3 0,1 1 1 0,-2 2 5 15,-8 8 0-15,0 6-5 0,-9 7 1 16,-5 4 0-16,-2 7 19 0,-4 5 15 0,-1 6 10 16,-6 6 7-16,1 5 0 0,-1 3 5 0,-2 7-14 15,-2 4-14-15,-2 1-7 0,1 3-4 0,-2 3 0 16,-2 2-6-16,1-2-2 0,-2 6-1 15,-2-1-1-15,0 0-2 0,-2 2-1 0,3 1-2 16,-4 0-4-16,2-2-2 0,-2 2-1 0,3-3-1 16,-4 1 0-16,2-4-2 0,1 1 1 0,-1-3-3 15,-2-3-8-15,1-3-21 0,2-1-39 0,-4-4-58 16,0 0-58-16,0-6-77 0,0-2-124 0,-2-5-150 16,1 0-221-16,-1-6-226 0,0 0-212 0,1-2-65 15,-2-4 304-15,2-1 445 0</inkml:trace>
  <inkml:trace contextRef="#ctx0" brushRef="#br0" timeOffset="-209583.04">31071 7806 211 0,'-1'-7'418'0,"1"2"199"0,0 4 64 15,0 2-112-15,1 4-87 0,4 0-18 0,2 4-27 16,3 0-18-16,3 0-30 0,4 2-54 0,3-4-58 16,2 1-78-16,6 1-61 0,4-3-46 15,1 0-10-15,7-1 37 0,0 2 14 0,6-3 6 16,3 1 2-16,-3-2-12 0,5-2-22 0,-7 3-53 15,-1-2-47-15,-5 0-71 0,-7 3-145 16,-6-4-278-16,-5 1-282 0,-6 1-316 0,-9-1-310 16,-9 2-66-16,-4 0 544 0</inkml:trace>
  <inkml:trace contextRef="#ctx0" brushRef="#br0" timeOffset="-207449.92">24511 9282 155 0,'7'-11'404'0,"-2"1"208"0,-4 0 168 0,2 3-140 15,-1 0-110-15,1 1-40 0,-2 1-30 16,-1 1-36-16,0 0-50 0,2-1-59 0,-2-1-65 16,1 3-52-16,-1 0-16 0,0 1 5 0,2 2 6 15,-2 0-2-15,2 0-10 0,-2 0-22 16,0 0-37-16,0 0-38 0,0 0-33 0,0 0-21 15,0 2-12-15,0 1 1 0,0 0 3 16,0 4 2-16,-2 3 2 0,0-2 7 0,-1 4 6 0,-1 1-4 16,-1 4-3-16,2 0-3 0,-4 0 4 15,3 5-2-15,-4 2-4 0,-1 3-2 16,0 1 0-16,1 4 1 0,-2 1-4 0,-2 3-3 16,1 0-3-16,0 1-4 0,0 1-2 0,3-1-6 15,-3-1-3-15,3-1-3 0,2-2 1 16,-1-2-1-16,3 0 2 0,-1-6 0 0,2 0 0 15,2 0 3-15,1-5-1 0,1-1-1 16,1 0 0-16,1-4 0 0,1 0 0 0,4-3-1 16,0-2 1-16,2-2 0 0,4-1-1 0,0-2-1 15,4-4 1-15,2-1 0 0,1-4 0 16,2-1 0-16,1-3 1 0,0 1 0 0,0-3 0 16,-1 1-1-16,-1-2 0 0,-1 1 0 0,-4 1 0 15,2 1 1-15,-4-3-1 0,-6 4 1 16,4 2-2-16,-7 0-3 0,1 2-6 0,-4 0-17 15,-2 0-41-15,1 0-73 0,-4 1-91 16,-1-1-158-16,2 0-253 0,-4 2-317 0,0-2-314 16,0 1-183-16,0-2 110 0,4 0 578 0</inkml:trace>
  <inkml:trace contextRef="#ctx0" brushRef="#br0" timeOffset="-206951.09">25069 9737 33 0,'4'-7'543'0,"-3"1"485"0,-2-5 222 16,-3 3-62-16,0-1-267 0,-3 1-260 0,-3 2-192 15,1 0-111-15,-3 2-68 0,-1 1-55 16,0 0-87-16,-1 1-60 0,0 4-38 0,-2 1-20 15,2 4-17-15,-3 2-6 0,2 3-4 16,0 3-2-16,0 3-1 0,4 5-1 0,-1-1-1 16,0 4-1-16,2 1 1 0,3-2 0 15,2-2 0-15,2 2-2 0,3-4 1 0,2-3 0 16,1-1 1-16,3-4-2 0,4-2 3 16,1-4 0-16,2-4 3 0,2-4 2 0,3-5-2 0,1-4 2 15,3-5 0-15,-3-2-2 0,3-3 2 16,-2-3-2-16,1-2 1 0,-2 0 1 0,-3 1 1 15,-4 0 0-15,-2 1 0 0,-2 5 1 16,-5 2 1-16,-2 1-2 0,1 3-1 0,-4 1-1 16,2 4-3-16,-3 2-1 0,0 2-2 15,-1 5-1-15,-1 1 0 0,0 4-1 0,0 2 2 16,0 3 0-16,1 1 1 0,-2 3-1 0,-1 2 3 16,4-1 0-16,1 2 0 0,-1 2-2 15,3-2 3-15,0 1 0 0,0 0-2 0,3 0 1 16,2-2 0-16,2-1-1 0,0-1-1 0,1 0-12 15,2-3-63-15,2-1-67 0,-1-4-124 16,2 0-205-16,5-2-308 0,-4-3-351 0,5-1-252 16,1-4-108-16,-1-1 417 0,3-1 622 15</inkml:trace>
  <inkml:trace contextRef="#ctx0" brushRef="#br0" timeOffset="-206096.41">25711 9101 232 0,'4'4'509'0,"-4"-3"219"0,1 2 117 15,-1 0-239-15,0-2-168 0,0 3-95 0,-1 3-42 16,-1-1-3-16,0 3 3 0,1 2-9 0,-1 4-23 15,0 4-39-15,2 2-36 0,-3 5-32 16,3 4-24-16,0 3-26 0,-1 1 3 0,1 4 4 16,0 2-11-16,-5 1-13 0,4-1-17 15,-1 2-6-15,-1-2-27 0,1 1-20 0,-1 0-13 16,0-4-6-16,0-1-5 0,1-2-1 0,-1-2 0 16,1-3 0-16,1-2 0 0,1-5-2 15,0-3-29-15,0-5-43 0,0-2-42 16,0-4-76-16,1-7-130 0,1-4-171 0,-1-6-275 0,4-6-240 15,0-4-215-15,-2-6 19 0,2-2 372 16,-2-5 434-16</inkml:trace>
  <inkml:trace contextRef="#ctx0" brushRef="#br0" timeOffset="-205521.71">25757 9109 286 0,'8'-6'610'0,"-3"0"233"0,1 0 74 0,1 0-202 16,-3 0-177-16,6 2-128 0,-2-1-72 0,1 1-42 15,4 0-15-15,-4-1-59 0,3 3-62 16,1 1-54-16,2-2-28 0,0 3 3 0,-2 0-9 16,3 3-4-16,-3-2-7 0,0 4 25 15,-3-1 11-15,2 2-8 0,-4 2 23 0,-1 2 7 16,-2 2 9-16,-3 1-23 0,-2 4-13 15,-2 2-3-15,-3 1-25 0,-4 3-15 0,-2 3-12 16,-2-1-4-16,-3 3-6 0,-1 1-12 16,-2-3-4-16,0 3-2 0,1-2-2 0,0-2 0 0,3 0 0 15,1-1-2-15,1-5-3 0,3-1-2 16,2-1-1-16,1-3-3 0,4-1-1 0,0-1 1 16,3-2-3-16,1-1 3 0,3-1 1 15,2 1-1-15,2-1-2 0,4-1 2 0,0-1 2 16,3 0 0-16,0 0 0 0,3-2 2 0,0 0 1 15,3 0 2-15,-3 0 1 0,2-1 0 16,-2 2-1-16,-2 2-1 0,2-2 0 0,-6 1-2 16,1 2 0-16,-4-1-1 0,-2 1 2 15,-2 3 2-15,-5 0-2 0,0 1 2 0,-5 0 1 16,-2 3 0-16,-1-1-2 0,-4 2 0 0,-1 2-2 16,-2 0 2-16,-1 0-4 0,-2 3 2 15,2-2 3-15,-2 2-1 0,0-1 2 0,1-1 0 16,-1 2 1-16,1-4 0 0,1-2-1 0,3 0 0 15,1-5 0-15,-1 1 1 0,4-2-1 0,-1-3 1 16,-1-1-1-16,5-5 0 0,-1 2-1 16,-1-4-2-16,2 2-2 0,3-5-6 0,2-1-9 15,1-2-29-15,0 1-55 0,1-3-58 16,2 3-67-16,3-3-124 0,-1 1-173 0,0 0-288 16,1 0-236-16,1 1-210 0,2 1-65 0,-1 1 361 15,2 0 492-15</inkml:trace>
  <inkml:trace contextRef="#ctx0" brushRef="#br0" timeOffset="-204668.52">26571 9831 23 0,'5'-5'388'0,"-2"3"342"0,-1-4 294 0,0 2 59 16,-2 0-280-16,0-1-194 0,0 1-111 0,0 2-54 16,0-3-57-16,-2 3-66 0,0-2-46 15,1 3-45-15,-1-2-55 0,-3 0-57 0,4-2-36 16,-7 4-24-16,3-2-14 0,-1 2-10 0,0-1-5 16,-4 2-4-16,-1-1-5 0,3 1-3 0,-2 1-3 15,-2-1-1-15,1 2-3 0,0 1-2 16,-2-1-1-16,0 3-2 0,1 1-2 15,-1-1-1-15,-1 2-2 0,1 1-1 0,1-1 1 16,-2 4-2-16,-1-3 0 0,0 5-1 0,2-3 0 16,-3 3 0-16,2 1 1 0,-2 2 2 0,3 0 1 15,-2 1 0-15,2 2 1 0,0 4 1 16,-1-1-1-16,3 1-1 0,-2 3 1 0,4 1-2 16,1 0 2-16,1 2-1 0,1-1 1 0,3 0-3 15,2 0 1-15,2-3-1 0,2 0-1 16,3-3 0-16,2-1 1 0,2-2-1 0,1-2 1 15,3-1-1-15,1-2 0 0,0-4 0 16,1-1-1-16,0 0 2 0,-2-7 0 0,2 1 1 16,-2-3 2-16,0-3 1 0,-1 1-1 15,0-4 1-15,-2-3 0 0,0 1-1 0,0-2 1 16,-2 0-1-16,0-3 0 0,-5 1 2 0,2-1-1 16,-3 0-1-16,1-1 1 0,-4 1-1 15,0-3 1-15,-2 3 0 0,-1 1 0 0,0-1-1 16,-3 2 0-16,-1 2 1 0,1 2 0 0,-1 1-2 15,-2 2-1-15,0 1-2 0,1 3-1 16,-4 3-1-16,3 1 0 0,0 0-2 0,-1 2-7 16,1 2-27-16,1 1-66 0,1-1-69 15,-1 3-138-15,-2 1-260 0,2-4-315 0,-1 1-333 16,0 0-233-16,1-2-37 0,0 1 560 0</inkml:trace>
  <inkml:trace contextRef="#ctx0" brushRef="#br0" timeOffset="-203581.33">23851 8694 64 0,'0'-12'457'16,"-7"1"313"-16,-2 3 176 0,-9 4-1 0,1 2-410 16,-10 8-227-16,-3 7-113 0,-3 10-47 0,-7 9-4 15,-2 12 10-15,-1 13-1 0,-4 12 6 16,-1 12-14-16,-3 12-30 0,-2 13-32 0,0 13-36 16,1 5 16-16,3 3-5 0,7 3-7 15,3 3-12-15,5 4-6 0,5 2 11 0,10-3-25 16,11 1-10-16,8-6-7 0,12-6-20 15,11-6-63-15,10-8-129 0,9-10-143 0,11-8-278 16,11-11-278-16,11-10-219 0,6-9 7 0,9-11 323 16,7-8 389-16</inkml:trace>
  <inkml:trace contextRef="#ctx0" brushRef="#br0" timeOffset="-202625.63">27308 8676 120 0,'13'15'297'0,"3"1"118"0,-2 7 165 0,5 5-165 15,-1 8-87-15,3 5-47 0,3 8-25 0,0 2 44 16,-2 7-12-16,3 4-12 0,1 7-35 0,-3 6-25 15,-2 6-18-15,-2 5-65 0,-5 4-70 16,-1 3-23-16,-5 1-12 0,-3 4-4 0,-5-1-4 16,-5 2 0-16,-5 1-1 0,-4 3-19 15,-4-3-5-15,-4-1 5 0,-3 0 2 0,-3-1 8 16,-4-3 8-16,1-1 10 0,-4-5-5 16,0-4-12-16,2-4-55 0,-2-5-93 0,1-6-118 15,1-3-237-15,3-9-247 0,2-6-182 0,3-7 0 16,-1-9 226-16,3-6 303 0</inkml:trace>
  <inkml:trace contextRef="#ctx0" brushRef="#br0" timeOffset="-195576.2">16826 9533 151 0,'0'-7'510'0,"-2"1"298"16,-1-2 174-16,0 1-97 0,0 1-272 0,-1-1-145 15,1 1-96-15,0-2-55 0,0 4-22 16,3-1 8-16,-5 1-4 0,5 1-26 0,-1 1-32 15,1 0-34-15,-2 1-40 0,2 1-53 16,0 0-47-16,-1 3-28 0,-3 2-17 0,1 4-10 16,0 5-6-16,-2 8-4 0,0 3 1 0,-2 7-2 15,0 4-2-15,-2 5-2 0,1 6 2 16,-3 3 1-16,1 1 0 0,1 0 3 0,-2 1 1 16,1 2 2-16,2-6-1 0,-1 0-1 0,1-5-1 15,2-5-3-15,1-5 0 0,0-5 1 16,2-5-1-16,0-7 0 0,1 0-1 0,-1-7 2 15,3 2-1-15,0-7-1 0,0 0 3 0,2-5-1 16,1-4 2-16,1-2 1 0,1-6 2 16,2-3-2-16,-1-3 1 0,2-6-3 0,1-2-2 15,1-2-2-15,-1-6 0 0,2-2 1 16,-1-4 1-16,-1 0 3 0,2-5 3 0,-4 2 2 16,-1 0-1-16,1-2 0 0,-4 3-2 15,-2 1 1-15,-1 1-3 0,-1 1-1 0,-2 3 2 16,-1 2 0-16,-1 5-2 0,-1 3 3 0,1 4 5 15,-1 5 2-15,1 4-2 0,1 2 0 16,0 4 1-16,1 1-6 0,0 5-5 0,1 4-2 0,1 5 0 16,2 7 0-16,1 4 1 0,1 4 1 15,2 7 0-15,3 5-1 0,1 1 0 16,2 8-3-16,1 2-1 0,2 3 3 0,0 3 2 16,0 2 1-16,1-2 2 0,2 1 2 0,-3-3 2 15,3-5-4-15,-2-3-1 0,0-6 1 16,1-4-3-16,-2-6-1 0,-1-6-1 0,1-3 1 15,-1-4 1-15,-2-8 1 0,0-2 6 0,-3-6-1 16,2-7 1-16,-3-4 6 0,1-6 2 0,-3-5 0 16,2-6-3-16,-4 0 1 0,-2-6 2 15,1-2-3-15,-2-2-3 0,-2-3 0 0,-1-2 0 16,-2-3-3-16,1 1-2 0,-5-2-2 0,2 1-2 16,1 5-2-16,-1 2 1 0,1 6-1 15,1 5 0-15,2 5-1 0,-2 5 0 0,2 3-3 16,5 3-1-16,-1 4-4 0,5 4-15 0,2 3-42 15,2 3-63-15,1 4-68 0,0 2-132 16,0 4-202-16,1 1-308 0,-2 3-277 16,1 3-216-16,2 0-72 0,-4 0 422 0,3 0 545 15</inkml:trace>
  <inkml:trace contextRef="#ctx0" brushRef="#br0" timeOffset="-195295.27">17358 9325 116 0,'2'-9'698'0,"-1"5"437"0,-1 0 100 0,0 2-146 15,2 2-405-15,-2 2-317 0,3 5-146 16,0 3-47-16,1 5-13 0,1 5 4 0,-1 5-6 16,1 5 12-16,-1 5-18 0,-2 3-29 15,1 6-30-15,-1 4-23 0,0 0-14 0,-2 3-28 16,1 0-14-16,-1-3-5 0,0 0-3 0,2-3 1 15,-1-4-3-15,1-4 0 0,0-8 0 16,-1-2-3-16,-1-6-6 0,0-3-35 0,0-5-56 16,0-4-55-16,-5-4-116 0,2-5-160 0,-2-5-240 15,0-4-283-15,1-4-221 0,-4-5-153 0,3-2 234 16,-3-2 482-16</inkml:trace>
  <inkml:trace contextRef="#ctx0" brushRef="#br0" timeOffset="-194784.67">17894 9262 194 0,'2'-13'757'0,"-5"1"416"0,-2 1 77 0,-1 1-91 16,-4 1-331-16,2 3-264 0,-3-1-158 0,0 5-93 15,-1-2-61-15,-4 4-83 0,3 0-73 16,-1 4-41-16,-2 3-23 0,2-2-16 0,-2 4-6 16,3 2-6-16,-1 0 0 0,5 3-2 0,-4 0-2 15,5 3 0-15,3 2 0 0,1-2-1 0,2 1 1 16,4 2 0-16,-1 1 2 0,4-2-3 15,3 2 0-15,3 1 3 0,2-1-3 0,2-1 2 16,1 3-1-16,3-2 0 0,-1 0 0 16,2-1-2-16,0 0 1 0,-2 0 0 0,3-1 0 15,-5-3 1-15,-1 1-1 0,0 0 0 0,-1-4-1 16,-5 2 2-16,-1-2 0 0,-2 0 0 16,-3 4 1-16,-3-4 2 0,-1 2 2 0,-2 1 0 15,-6-2-2-15,0 4 0 0,-2-2-2 16,-3 0-1-16,1 1 2 0,-4-2-1 0,1 1 3 15,-3-2 0-15,-1 1 1 0,2-3 0 16,-2-1-4-16,2 0 1 0,3-1-3 0,2-4 1 16,1 1-3-16,3-2-14 0,3-2-41 0,0-2-65 15,1 1-61-15,2-2-95 0,3-3-148 0,3-2-193 16,3-4-273-16,2 0-212 0,4-2-181 16,0 1 88-16,2-3 418 0</inkml:trace>
  <inkml:trace contextRef="#ctx0" brushRef="#br0" timeOffset="-194462.03">18443 9130 141 0,'8'-13'735'0,"-2"2"434"0,-1 1 71 0,1 4-152 15,-3-1-422-15,-1 3-323 0,1 1-146 0,-1 3-43 16,1 5-10-16,-1 2-3 0,1 4-6 0,-1 6-6 16,-1 2-17-16,1 4-10 0,-1 6-15 0,-1 4-7 15,-3 4-10-15,2 6-3 0,-3 1-8 16,1 5-25-16,-2 1-15 0,-3 1-9 16,2 2-6-16,0-3-3 0,1-3-1 15,0 0-1-15,0-5 0 0,1-3-1 0,-2-4 2 0,1-4-1 16,-2-4-25-16,3-3-60 0,-5-3-58 15,0-5-134-15,-2-4-203 0,1-1-309 0,-2-5-296 16,1-3-215-16,-3-3-74 0,1-3 439 0,0-3 530 16</inkml:trace>
  <inkml:trace contextRef="#ctx0" brushRef="#br0" timeOffset="-194203.66">18106 9138 149 0,'7'-14'740'16,"-1"3"418"-16,2 3 66 0,-2 2-151 0,2 0-426 15,2 1-322-15,2 2-145 0,4 1-71 16,1 1-30-16,3 0-14 0,3 1-10 0,2 1-9 16,2-1-18-16,3 1-7 0,0 1-12 15,0 0-3-15,4-1 1 0,0 2-4 0,1-1-2 16,0-1 3-16,3-1-1 0,-4 2-1 15,1-1-14-15,0 1-20 0,-2-2-52 16,-1 1-131-16,-2-1-179 0,2 1-294 0,-2-1-262 16,-2 0-231-16,2 2-23 0,-1-2 393 0</inkml:trace>
  <inkml:trace contextRef="#ctx0" brushRef="#br0" timeOffset="-193389.92">19928 9034 45 0,'8'-8'530'16,"-1"3"443"-16,-4-1 228 0,-1-1-54 0,-4 0-368 15,1 1-220-15,-2 2-121 0,-2-2-80 0,-1 3-57 16,-2 0-46-16,-2 0-41 0,0 1-65 16,-3 2-63-16,-3 2-39 0,3 4-22 0,-5 1-13 15,1 5-6-15,-1 5-6 0,-4 3-1 0,2 8 1 16,-3 5 0-16,-1 6 6 0,3 5 1 0,-1 7 2 16,0 4 1-16,3 1-2 15,0 3-3-15,2-2-4 0,6-1-1 0,3-4-4 16,5-2 0-16,3-6 0 0,3-7-2 0,3-4 2 15,7-5-2-15,1-6 4 0,4-5-1 16,2-6 3-16,2-5 2 0,2-6 1 0,-2-6 0 16,5-5 1-16,-2-2 2 0,-3-4 0 0,2-2-1 15,-3-1-2-15,-3-1 0 0,0 2 1 16,-4 3 1-16,-4-1 0 0,-4 2 1 0,2 3 2 16,-8 1 1-16,-5 2 0 0,1 0-2 0,-3 3-2 15,-3-2 0-15,-5 4-2 0,-1 1-3 16,-3-1 1-16,-1 4-1 0,-3 0 0 0,1 0 0 15,-1 6 0-15,-1-1 0 0,3 1-1 0,-1 1 1 16,3 1-2-16,2 3-2 0,-1 1-2 0,6 1-1 16,-2 5 0-16,6-2-2 0,0 0 3 15,4 2-1-15,4-4-15 0,2 4-54 0,3-4-55 16,3 0-76-16,3-2-135 0,3-2-206 16,3-3-307-16,3-1-246 0,1-3-210 0,1-3-6 15,4-2 431-15,-2-2 498 0</inkml:trace>
  <inkml:trace contextRef="#ctx0" brushRef="#br0" timeOffset="-192930.47">20503 8962 134 0,'-6'4'562'0,"-3"-1"319"0,-1 2 126 0,0 1-83 16,0 2-315-16,-3 3-196 0,-1 2-108 0,-1 1-50 16,0 4-22-16,-1 6-24 0,-3-1-28 15,0 5-27-15,-3 6-18 0,0 4-9 0,-4 3 1 16,1 7-10-16,-1 3-26 0,1 3-20 16,0 4-17-16,3 0-18 0,3-2-18 0,3 0-12 15,7-3-5-15,2-6-2 0,5-2-3 0,6-4 3 16,2-9-2-16,7-4 0 0,4-5 2 0,4-6 2 15,3-6 0-15,4-6-3 0,2-7-4 16,2-7-6-16,-2-4-4 0,0-7-3 0,-2-4-1 16,-1-3 3-16,-3-1 0 0,-7-2 6 0,0-2 10 15,-4 2 1-15,-5-1 0 0,-5-1 2 16,-3 1 4-16,-3-1 1 0,-5 2-4 0,-1 2 4 16,-1 0 13-16,-4 5 19 0,0 3 9 15,-4 5 3-15,-1 4 1 0,-1 5-5 0,-2 6-14 16,1 5-19-16,-1 3-11 0,2 7-7 0,0 2-4 15,3 5-2-15,4 2-1 0,-1 1-4 16,6 2-20-16,0 0-41 0,2 0-42 0,5 0-59 16,1-2-109-16,1-2-153 0,5-1-240 0,4-5-245 15,3 0-235-15,4-7-111 0,2-3 253 16,2-3 458-16</inkml:trace>
  <inkml:trace contextRef="#ctx0" brushRef="#br0" timeOffset="-192539.81">21014 9156 96 0,'-8'12'705'0,"-2"2"473"16,-5 5 103-16,0 5-158 0,0 4-365 0,-1 6-316 15,0 3-145-15,3 5-53 0,-1 3-31 16,5 0-21-16,2 0-30 0,2 0-48 0,5-4-41 15,5-2-33-15,3-3-20 0,5-7-9 16,0-2-13-16,3-4-19 0,2-8-26 0,1-3-38 16,2-6-29-16,3-5-32 0,-2-7-11 15,1-6 4-15,1-6 22 0,-2-4 42 0,0-7 32 16,-2-2 31-16,-5-4 13 0,0-2 26 0,-1-4 20 16,-8-2 21-16,-1-4 21 0,-5-1 20 15,-3-3 12-15,-4-1-5 0,-2-2 25 0,-5 4 11 16,-2 1-2-16,-5 8-12 0,-2 6-14 0,-3 4-10 15,-2 10-38-15,-1 6-28 0,-5 8-18 16,0 7-10-16,1 6-6 0,0 4-5 0,1 5-2 16,2 5-15-16,0 1-43 0,5 3-66 0,4-1-81 15,-1 5-149-15,5-1-265 0,-1 0-307 16,1 3-276-16,4-2-189 0,-4 1 94 0,4-2 547 16</inkml:trace>
  <inkml:trace contextRef="#ctx0" brushRef="#br0" timeOffset="-190006.52">16178 8464 336 0,'9'-6'605'0,"-8"2"195"0,-1 1 60 0,-1 3-286 0,-7 4-280 16,2 4-139-16,-2 5-93 0,0 4-49 15,-5 2 8-15,0 8 9 0,-1 3 2 0,2 8 1 16,-4 4 116-16,3 4 65 0,-1 8-2 0,-2 3 24 16,2 6 12-16,-2 3 1 0,2 5-79 0,-2 4-46 15,3 4-24-15,-2 4-45 16,0 2-18-16,1 4-7 0,1-1-9 0,1 1 3 15,-1 0 3-15,3-1 2 0,0-2-4 0,2 1-8 16,1-2-1-16,2-5-10 0,2-2-6 16,2-3-5-16,2-4-4 0,1-3 3 0,3-7 5 15,1-2 2-15,2-5 5 0,3-5 1 16,2-1 6-16,2-4-3 0,3-4-3 0,6-2 1 16,2-4-1-16,4-3-2 0,4-1-5 0,2-5-3 15,5-2-2-15,3-4-5 0,-1-1-1 16,6-3 0-16,0-3 5 0,0 1 2 0,3-3 4 15,-2-2 7-15,2-1 0 0,1 0 5 16,1-3-4-16,2 1-2 0,-1-4-2 0,3 2-4 16,-1 0 2-16,0-3-4 0,0 2-2 0,2-2 0 15,-1-2-3-15,2 2 1 0,-1 0-1 0,1-1 3 16,0 1 5-16,1 0 3 0,3 1 5 0,1-1-3 16,3 3 0-16,1 0-4 0,-1 2-4 15,0-2-5-15,2 5-4 0,-1-1 4 0,-1 0 1 16,-1 1 6-16,1 0 0 0,-2-1 5 0,7 2 3 15,-4-2 0-15,3 0-1 0,-3 0-6 16,4-1-1-16,-2-1-1 0,-1 2-6 0,0-3-8 16,0 1 5-16,0-1 1 0,1-1 7 15,0 1 3-15,0-2 3 0,5 1 9 0,-2-1-2 16,4-2-6-16,-2 0-3 0,3 0-7 0,-3 0 3 16,3-2 0-16,-2 1 2 0,2-1 6 15,2 1 0-15,1 0 2 0,2-3-3 0,-2 1-4 16,2 0-2-16,-2 0-5 0,-1 0-5 15,-1-1 0-15,-2 1 5 0,-4-1 3 0,2 0 0 16,-2 2 5-16,-1-3 6 0,1 1 0 0,-2 1-1 16,-6 1-1-16,-1-3-4 0,-2 2-2 15,-6 0-2-15,-2 0-5 0,-3 0 0 0,-6 0 0 16,-3 0 0-16,-4 2 1 0,-4-1 1 0,-5 1 2 16,-4 0 3-16,-6 1 5 0,-1 0-4 15,-4 1 0-15,-1-1 0 0,-5 0 0 0,-1 0-3 16,-2 0-2-16,1 0 6 0,-2-1-4 0,-2 1 6 15,0-4 5-15,0 1 6 0,0-1 3 16,3-4 2-16,-3-3 3 0,2-4-3 16,-1 1-3-16,-1-7-7 0,0-1 0 0,0-3-3 15,0-5 2-15,3-1 10 0,-2-4 6 0,0-5 6 16,1-1 0-16,3-2 1 0,1-4-3 0,-1-2-2 16,4-5-4-16,0-4-11 0,1-2 1 15,-2-4-3-15,5-2-5 0,-3-3-6 0,0 0-2 16,2-3 4-16,-3-1-2 0,0-1 1 0,-3 0 6 15,0 3-2-15,-4-3-1 0,-2 5 1 16,-3-4-3-16,-1 7-1 0,-3 0-6 0,0 3 3 16,-4 1 3-16,2 4 0 0,-1-2 6 0,2 4 21 15,2 1 9-15,-1-1 2 0,2 2 3 16,2-1-6-16,5-1 0 0,-4-1-23 0,6 0-7 16,-1 1-4-16,2-2-7 0,4 3 0 15,-2 1 0-15,3 1 2 0,-1 2 5 0,1 3 2 16,1 1 21-16,1 5 14 0,-1 1 7 15,-2 0 4-15,0 6 1 0,2-3-1 0,-5 5-16 16,4-1-12-16,-4 6-7 0,3 0 13 16,-3 1 15-16,-3 6 12 0,1 0 11 0,-3 3 10 15,1 5 4-15,-3 1-13 0,-1 2-14 0,-1 2-16 16,-3 3-10-16,0 2-11 0,-2 0-8 0,-1 1-3 16,-2 4-2-16,-1 0 1 0,-1-1-1 15,0 2 1-15,0 0-2 0,-2-1 1 0,4 0 1 16,-2-1-1-16,1 1 1 0,0-2 0 0,-2 0-1 15,1 0 2-15,-1-2-3 0,-3 1 0 16,0-1-1-16,-2 2 0 0,-2 0 0 0,-2-1-3 16,-2 1 0-16,0 1 0 0,-4-1 1 15,0 2-2-15,-3 1 1 0,-1-1 3 0,-1-1 3 16,-1 2 3-16,-1-1 1 0,-2 1 1 0,-3-2 1 16,3 0-7-16,-3 1-5 0,-1 0-4 0,-1-1-2 15,-2 0-1-15,-3 1 6 0,1 0 9 16,-2 0 4-16,-3 1 2 0,1-1-2 0,-2 2 0 15,1-2-8-15,-2 0-1 0,-1 4-1 0,-1 0 3 16,-1-1 2-16,-2 1-4 0,1-1-2 16,-2-1-4-16,2 3-2 0,-2-3 5 0,0 1 0 15,-3-3 7-15,1 2 3 0,-1-2 2 16,2 0-1-16,-1 0-5 0,-1 0-1 0,0 2 2 16,0-3 0-16,0 0-4 0,0 2-3 15,0-3-3-15,3 0-2 0,-3 2-1 0,-2-2-1 16,4 0 12-16,-3 0 7 0,5 0 3 0,-1 0 0 15,2-2-2-15,2 2 2 0,-1-3-5 0,4 0-2 16,1-2 1-16,-3 1-5 0,1 0-2 16,3 0-5-16,-2-2-1 0,1 1-2 0,2 0-2 15,-2 0 6-15,1-1 2 0,-2 2 8 16,-1-1 5-16,4 0 1 0,-4 2-1 0,3-1-1 16,0 2-1-16,1 0-4 0,-1 2-3 0,2 0 1 15,-2 0 1-15,2 0-4 0,-1 0-3 0,3 2-4 16,-2 0-1-16,3 1-2 0,-1 0-2 15,1-2 7-15,-1 2 3 0,1 0 4 0,2-1-1 16,-1 1 7-16,0-2 2 0,1 3 1 16,0-2 1-16,0 3-2 0,3-3-1 0,-3 1-5 15,0 2-1-15,1-2 0 0,2 2 1 0,-2-1-5 16,-2-1-1-16,3 2-2 0,-4 1-3 0,4-1-1 16,-1-1-3-16,-2 2 8 0,2-2 1 15,0 1 2-15,-2-1 1 0,2 0 5 0,2-2 10 16,0 1 4-16,0-1 3 0,0 0 1 15,3 0-1-15,1-1-4 0,0 3-9 0,3-3-6 16,-1 2-2-16,2 2-1 0,0-1 1 0,0 0 1 16,3 2 1-16,0 3 0 0,1 1 0 15,0 1-2-15,2 0 0 0,2 3-1 0,0-1-1 16,3 3 0-16,0-1-1 0,2-2 0 16,3 0 1-16,2 0-1 0,0-2 0 0,6-1-1 15,-3-3 1-15,2-1 0 0,4 2 0 0,0-4 0 16,-1-1 1-16,1 1 1 0,2-1-1 0,-1-2 1 15,0 3 0-15,1-3 1 0,-1 1 1 16,0 1 1-16,-1-2-1 0,-3 4 0 0,2-3-2 16,-3 4 0-16,-3 0-3 0,0 3 0 15,-2 1 1-15,-2 5-1 0,-2 0 1 0,-2 4 2 16,2 5-3-16,-5 3-11 0,2 4-38 16,-1 6-69-16,-1 5-78 0,0 3-154 0,2 6-289 15,-1 4-320-15,2 2-324 0,0 5-211 0,2 0 69 16,-3-1 629-16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1:34:54.23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3878 2376 133 0,'0'-3'319'0,"-2"-1"142"0,2 0 86 0,0 0-111 16,-1 0-81-16,-1-1-24 0,2 2 13 0,-2-2 8 15,1 0-4-15,1 3-14 0,0-3-24 0,0 4-27 16,0-3-26-16,0 2-25 0,0-3-29 16,-2 2-31-16,2 0-26 0,-4 2-14 0,4-1 9 15,0 1 16-15,0 1 15 0,3 0 6 0,-2 0 0 16,-1 0-13-16,0 0-33 0,2 0-30 15,-2 0-29-15,0 0-19 0,0 1-17 0,0 2-14 16,-2 2-7-16,2 3-5 0,0 3-3 0,0 4 2 0,0 3-2 16,0 5 0-16,2 4-2 0,-2 1 0 15,3 4-2-15,-1 1-2 0,-1 3-2 0,3 0 1 16,0-1 1-16,1 5-2 0,-2-3 1 16,3 1-1-16,-1-1-1 0,2-3-2 0,-1-2 0 15,0-2-3-15,2-3-1 0,-2-4 2 0,1-4-2 16,-1-3 1-16,3-1-1 0,-2-5 2 0,1-1 2 15,0-5 2-15,1-1 2 0,2-3 4 16,-1-3 2-16,2-1 0 0,-2-5 0 0,1-1-8 0,3-2-5 16,-3-1-4-16,-1 0 1 0,2-1-4 15,-4 1 1-15,2 1 6 0,-3 2 4 0,0-1 4 16,-2 4-3-16,0 1 2 0,-2 2-3 0,0 0 2 16,-1 2-1-16,2 0 1 0,-1 2 0 0,0 2 0 15,2 1 2-15,-2 2 0 0,2 1 1 16,0 1 0-16,-2 2 0 0,3 2 1 0,-1 2 5 15,-2 2 3-15,2 0 0 0,0 1 1 0,-2 1 0 16,3 1 1-16,-1 0-7 0,-2 2-2 0,0-2-1 16,-1 3 0-16,1-4 0 0,0 4-10 15,-3-2 4-15,0-1-1 0,2-1-9 0,-4 0-42 16,2-4-65-16,-3-1-87 0,1-2-188 0,-1-1-297 16,-3-3-324-16,1 0-298 0,-2-4-177 15,0 2 248-15,1-4 658 0</inkml:trace>
  <inkml:trace contextRef="#ctx0" brushRef="#br0" timeOffset="231.47">4348 3121 98 0,'4'5'665'0,"1"1"440"0,0-3 119 0,-4 1-122 16,2-2-393-16,-1-1-330 0,1 2-178 15,-3-3-87-15,2 1-41 0,1-1-27 0,-1 2-19 16,-1-2-13-16,1 0-6 0,1-2-5 0,0 2-29 16,0-2-77-16,0-1-129 0,-1-2-188 15,1 1-292-15,-1 1-271 0,1-2-203 0,0 0 76 16,2 0 395-16</inkml:trace>
  <inkml:trace contextRef="#ctx0" brushRef="#br0" timeOffset="1095.7">4909 2266 150 0,'-3'-6'438'0,"-4"2"284"0,1-2 213 16,-1 2-111-16,-2 2-173 0,1 0-118 0,0 2-95 15,-4 2-98-15,2 0-81 0,-1 4-76 0,0 2-59 16,2 1-47-16,-1 4-31 0,4 0-20 0,-2 2-10 16,5 2-7-16,-2 2-5 0,3 2-3 0,2 1-1 15,2 1 1-15,1-1-2 0,2 1 5 16,3-3-4-16,-2 3 3 0,4-2-1 16,1 0-1-16,3 0 3 0,-1-2-2 0,6 1 3 15,-1-1 0-15,2-1-3 0,2 2 1 0,1-2-1 16,-2-1-4-16,4-1-1 0,-3 0 0 15,0 0 1-15,-1-1-1 0,-2-2 2 0,-1 0 2 16,-1 0 0-16,-3 2 6 0,-1-2 4 0,-4 1 12 16,-1-2 11-16,0 2 9 0,-3 1 8 0,-4 1 2 15,-1-1-1-15,-3 0-4 0,-3 1-16 0,-3 0-10 16,-3 0-5-16,-2 0-3 0,-2-3-5 0,-4 4-4 16,0-7 2-16,-3 0 0 0,1-3-4 15,0-1-1-15,1-4-3 0,-1-2-2 0,3-2 4 16,2-4 2-16,1-1 1 0,3-5 0 0,2-3 4 15,2-3 3-15,4-3-8 0,3-4 4 0,2-3-1 16,2-3-4-16,3-1-2 0,4-4-2 16,-1-2 1-16,3-1-2 0,3-3-3 0,1 1 0 15,0-1 4-15,0 1 3 0,2 1 7 0,-3 1 11 16,2 3 15-16,-2 2 16 0,-4 5 12 0,2 3 26 16,-5 2 22-16,-2 5 9 0,-4 1-7 15,-1 3-9-15,-5 3-14 0,-3 1-22 0,-1 2-28 16,-4 5-18-16,-1 0-10 0,-2 4-7 0,-1 4-6 15,-1 0-1-15,1 4 0 0,3 2 0 0,-1 1-1 16,1 1 3-16,3 2 0 0,-1 3-6 0,5 2-22 16,1-2-52-16,1 1-58 0,2 0-96 15,3 0-179-15,1-1-301 0,3-2-300 0,2 0-256 16,1-2-160-16,2-1 245 0,0-3 610 0</inkml:trace>
  <inkml:trace contextRef="#ctx0" brushRef="#br0" timeOffset="1556.01">5241 2235 330 0,'2'-9'693'0,"-1"0"249"16,1-1 43-16,1 2-243 0,1-2-238 0,1 3-159 15,3 0-81-15,-1-1-38 0,3 1-16 0,2-1-31 16,0 1-53-16,2 1-40 0,1 1-23 0,0 3-22 15,0-2-15-15,2 6-9 0,-4 0 2 0,1 4 13 16,-3 2 25-16,-1 3 24 0,-1 3 23 16,-3 3 14-16,-1 4 8 0,-2 2-8 0,-3 2-18 15,-3 4-14-15,-2 2-13 0,-1 2-6 16,-2 2-6-16,0 1 2 0,2-3-6 0,-2-2-5 16,0-1-6-16,2-3-14 0,1-6-11 0,2-2-12 15,1-2-7-15,2-3-5 0,0-4-3 0,3-1-2 16,2-2 0-16,3 0 3 0,1-4 0 15,1-2 1-15,3-1-1 0,1 0 1 0,2-4 3 16,1 4-1-16,0-2 2 0,-2-3-1 0,2 4 4 16,-3 1-1-16,2 0-2 0,-3 1 0 0,0 4 1 15,-1-3 0-15,-2 6 2 0,-4 2 1 0,2 2 0 16,-5 3 0-16,-3 1-1 0,0 3-2 16,-2 1-3-16,-4 1 0 0,0 3 2 0,0 2 0 15,-1-2 0-15,-4 1 0 0,3-1-2 0,0 0 1 16,-3-3-11-16,2-3-37 0,-1-2-55 0,1-2-58 15,-2-5-105-15,3-1-164 0,-2-4-282 0,1-2-271 16,1-6-225-16,3-2-144 0,-1-1 259 0,1-3 512 16</inkml:trace>
  <inkml:trace contextRef="#ctx0" brushRef="#br0" timeOffset="1934.77">5660 2902 25 0,'5'9'457'0,"1"-1"358"0,-3-4 196 15,2 0 12-15,1-4-292 0,-1 0-250 0,0-6-157 16,-1-1-73-16,3-5-37 0,-1-4-36 16,3-4-50-16,1-5-40 0,4-5-13 0,-1-4-4 15,4-3 9-15,-1-2 17 0,4-1 18 0,0-1 16 16,0-1 11-16,-1 3-1 0,-3 2-7 15,1 2-18-15,-2 4-16 0,-3 5-23 0,-1 4-20 16,-3 4-12-16,-1 5-9 0,-1 0-5 16,-3 6-3-16,0 1-4 0,0 2 0 0,-1 4-2 15,-2 5-7-15,0 4-8 0,0 4-4 0,-2 4-1 16,1 4-3-16,-1 3-3 0,-1 4 3 0,1 3 2 16,1 1 2-16,-1 3-3 0,2 1 0 0,0 3 0 15,0 1-1-15,0 3 5 0,3 1 2 0,0-1 1 16,2-1-15-16,-2 0-35 0,2-5-64 15,0-1-67-15,0-4-117 0,1-4-169 0,0-4-261 16,-1-3-284-16,3-4-225 0,0-6-150 0,-2-5 251 16,2-2 513-16</inkml:trace>
  <inkml:trace contextRef="#ctx0" brushRef="#br0" timeOffset="2427.59">6333 2373 207 0,'-1'1'604'0,"-4"2"334"0,2 2 174 16,0 4-179-16,-2 1-266 0,2 3-191 16,0 5-111-16,1 4-53 0,0 1-51 0,2 7-42 15,2 4-16-15,1 2-18 0,2 3-30 0,0 4-37 16,6 0-32-16,-2 3-19 0,3 0-29 0,1-4-15 16,2 0-15-16,2-4-5 0,-1-3-3 15,3-7-4-15,3-7-1 0,-3-5-20 0,3-9-26 16,0-7-37-16,-4-4-32 0,2-8-24 0,-2-3-14 15,-2-6 10-15,-4-2 26 0,-1-5 45 16,-3-2 38-16,-5-3 19 0,-1 0 15 16,-4-2 16-16,-1 3 30 0,-5-1 22 0,-3 0 7 0,-3-1 7 15,-2 2-3-15,-1 1-12 0,-2 1 5 16,1 4 11-16,-2 2 10 0,1 6 2 0,1 3-4 16,-2 7 0-16,1 6-25 0,0 7-26 0,2 4-22 15,2 5-6-15,1 4-2 0,5 1-6 0,1 3-23 16,3 2-49-16,2 2-52 0,3-1-71 15,0 3-138-15,3-3-197 0,0 1-293 0,2-2-243 0,5 0-212 16,-1-3-9-16,2-1 427 0</inkml:trace>
  <inkml:trace contextRef="#ctx0" brushRef="#br0" timeOffset="2919.82">7046 2821 330 0,'4'-4'630'0,"-3"-4"196"0,2-2 133 15,1-6-204-15,-1-1-197 0,3-4-126 16,3-5-70-16,-1-2-31 0,2-6-63 0,4 0-50 16,-1-3-32-16,4-1-16 0,1 1 9 0,1-3-2 15,1 3-5-15,1-1-21 0,1 6-27 0,-2 0-26 16,-2 4-30-16,-1 3-17 0,-1 6-15 15,-2 4-10-15,-3 2-4 0,2 4 4 0,-4 3 1 16,1 3 8-16,-2 4 3 0,1 3 6 16,-2 4-1-16,-1 4 1 0,-1 3-2 0,-2 5-4 0,3 4-3 15,-4 4-11-15,-1 5-7 0,-1 4-7 16,-1 6-5-16,-3 6 0 0,-2 5-3 0,0 5 4 16,0 4 0-16,-3 5 2 0,0-1-1 15,3 3-5-15,1-2-3 0,0-3-7 0,4-1-19 16,-1-6-58-16,2-6-71 0,3-7-135 0,-1-5-251 15,1-7-306-15,0-8-357 0,2-4-290 0,-2-7-74 16,-3-4 550-16</inkml:trace>
  <inkml:trace contextRef="#ctx0" brushRef="#br0" timeOffset="8699.02">3195 4182 57 0,'0'7'261'0,"-2"0"130"16,2 0 113-16,0-1-107 0,0-2-103 0,-1-1-54 16,1-2-18-16,0 1 2 0,0 0-3 0,0-2-16 15,0 0-25-15,1 2-26 0,-1-2-18 0,0 0 1 16,0 0 9-16,2 0 16 0,-1 0 17 0,1 0 11 15,-2 0 11-15,0 0-6 0,2 0-9 16,-2-2-10-16,0 2-18 0,0 0-23 0,0 0-1 16,0-2 9-16,0 0 15 0,1 0 4 0,2-3 1 15,2 1-2-15,-2-4-20 0,2-1-25 0,3-1-32 16,-2-4-24-16,1 0-13 0,1-5-3 0,1 1 0 16,-1-3-3-16,2-1-1 0,0-3-1 15,0 2 0-15,1-2-11 0,0 0-10 0,-1 1 3 16,-1 1 2-16,2 0-6 0,-3 4-5 15,0-1 1-15,0 4 4 0,-2 2-8 0,-1 1-4 16,-2 3 4-16,0 3 5 0,-1-1 2 0,1 4 3 0,-1 0 3 16,-1 0 1-16,-1 2 2 0,2-1-1 0,-2 2-3 15,0 1-7-15,0 0-4 0,1-1-3 16,-1 1-3-16,2 1-2 0,-2 0-2 0,0 4-2 16,2 3 2-16,-2-1 0 0,1 4 0 0,2 0 2 15,-3 6 2-15,3-1 1 0,-1 4-1 0,-1 1 1 16,1 5 0-16,1-1 0 0,-1 4 1 0,1-1-1 15,-1 4 1-15,-1-1 0 0,1 1-1 16,1-1 0-16,-1 1-1 0,-1-1-1 0,2 0-2 16,0 0 0-16,-1-3-1 0,-1-1 0 0,1 0 1 15,0-3 0-15,-1-2 1 0,-1-1 0 0,2-4 0 16,-2-2-1-16,0 1 0 0,0-6 0 16,0 1-1-16,0-4 1 0,-2 2-1 0,2-5 0 15,0 1 0-15,-1-2 0 0,1 0-1 0,0-2-2 16,-2 1 0-16,2-2-2 0,0-2-10 15,0 1-6-15,-2-4-34 0,2-2-60 0,0 0-55 16,0-3-71-16,0 0-128 0,-1-1-175 0,-1-1-240 16,1 0-224-16,-1 0-217 0,2 2-78 0,-3-4 338 15,0 3 461-15</inkml:trace>
  <inkml:trace contextRef="#ctx0" brushRef="#br0" timeOffset="9265.74">3562 3859 252 0,'4'-6'440'0,"0"1"176"0,-3 3 45 0,2-3-132 15,-1 2-72-15,1 0-50 0,-1 0-18 0,-1 0-7 16,3-1-24-16,0 0-28 0,1 0-62 16,1 0-50-16,-1-2-41 0,3 2-35 0,0 0-33 15,-2 0-26-15,4 1-13 0,-2 1-12 0,1 0-6 16,-1 0 12-16,0 2 9 0,0 2-1 0,1-1 9 16,-1 3 19-16,-1 1 10 0,-1 1 2 0,1 0-2 15,0 2-3-15,-2 2-16 0,1 0-19 0,-1 3-16 16,-1-1-18-16,1 1-11 0,-2 0-1 15,1 2 3-15,-3 0-2 0,2 0 1 0,-1 0-1 16,0 0 1-16,-2 2-5 0,0-2-10 0,-2 0-6 16,0 2-1-16,1-3-2 0,-4 4-1 0,2 0-6 15,-2 0 5-15,-1 0 2 0,1 2-2 16,-1 0-1-16,1 2-1 0,-2 0 2 0,3 1-3 16,-2-1 0-16,1-1 1 0,3 3-2 0,1-3-1 15,-1 0 1-15,2-1 5 0,2-3 3 16,1 0 0-16,0-2 1 0,0 0-1 0,3-3 0 15,2 0-5-15,-1-2-3 0,1 1 1 0,1-3-3 16,2-2 1-16,-1-1 0 0,2-3-1 0,-2 2 1 16,3-4-1-16,-1-2 4 0,1-1 2 15,1-2 3-15,-1 1 1 0,1-2-2 0,-3-1 2 16,0-2-9-16,1 3-25 0,-2-1-51 0,-2 3-60 16,-3-2-55-16,1 1-105 0,-3 2-152 0,0 0-226 15,-3 0-247-15,2 2-223 0,-2-2-179 16,0 0 150-16,0-2 476 0</inkml:trace>
  <inkml:trace contextRef="#ctx0" brushRef="#br0" timeOffset="9826.82">4039 4296 66 0,'4'0'366'15,"-1"0"211"-15,0-2 149 0,0 0-31 0,0-2-168 16,0 0-115-16,0-4-20 0,1-1-2 0,0 1-4 16,0-5-39-16,0-1-54 0,2-2-57 15,-1-4-66-15,2 2-36 0,-1-3-14 0,5-2-4 16,-3-1 3-16,0 0 1 0,3-2-7 0,0 1 0 15,-2-1-4-15,1-2-14 0,2 1-18 16,-2 1-13-16,1-1-1 0,0 2-19 0,-3 0 0 16,0 2 0-16,0 2-1 0,-2 0-10 15,-1 4-7-15,1 2-3 0,-2 0-6 0,-1 5-5 16,0-1 1-16,0 4 11 0,-2-1 3 0,1 1 3 16,-1 3-4-16,1 0-2 0,-2 3-3 15,0-1-3-15,2 1-3 0,-1-1-3 0,-1 2-2 16,0-1-4-16,2 1-5 0,-2 1-1 15,0-1-1-15,0 3 0 0,3 3 0 0,-3 1 1 16,2 4 6-16,-1 1 5 0,1 5 1 0,1 1-3 16,-1 3-3-16,1 5 0 0,1-1-7 15,-4 6-3-15,2 2-1 0,-2 3 3 0,3 2 3 16,-3-1-1-16,2 2 1 0,-1 1 1 0,1-1-1 16,1-1-1-16,-1-2-2 0,1 1 0 15,-1-6 0-15,1-3-3 0,0-4 1 0,-1-1 5 16,0-7 4-16,0 1 2 0,1-6 1 15,-1-1-7-15,-1-3-24 0,1 1-57 0,-2-4-62 16,2-1-59-16,-2-3-104 0,0 0-162 0,0-3-198 16,-2 1-251-16,2-3-219 0,0 0-181 15,0-1 138-15,0-1 477 0</inkml:trace>
  <inkml:trace contextRef="#ctx0" brushRef="#br0" timeOffset="10139.41">4638 4338 635 0,'0'3'1608'0,"0"-1"134"0,-4 5-350 0,1-3-339 0,-2 2-467 16,0 0-285-16,2-1-127 0,-2 0-58 16,0-2-33-16,2 2-27 0,0-3-23 0,2-2-17 15,-1 3-13-15,2-3-5 0,0 0-8 0,2-3-11 16,-1 3-21-16,4-4-51 0,-4-1-74 16,1-1-106-16,1 1-171 0,-1-1-296 0,-1 2-336 15,1-1-293-15,-2 2-154 0,1 0 245 16,1 0 631-16</inkml:trace>
  <inkml:trace contextRef="#ctx0" brushRef="#br0" timeOffset="11145.13">5138 3786 229 0,'-2'0'559'16,"-2"0"308"-16,-2 0 172 0,1 0-179 0,0 0-220 15,0 0-151-15,-1 2-90 0,1 0-25 0,-1 0-29 16,1 1-54-16,0 0-52 0,1 3-40 16,-1 0-36-16,0 4-62 0,2 2-45 0,-2 4-24 15,4 6-10-15,1 6-12 0,0 6-7 16,3 4-4-16,1 5-4 0,3 1-3 0,-1 3 3 15,2 0 10-15,3-3 2 0,0 0 2 16,2-7 1-16,1-2 1 0,1-5-11 0,0-6-5 16,1-5-4-16,3-5 5 0,-3-3 0 0,4-7 0 15,-3-7 4-15,1-4 3 0,-1-7 3 16,-2-4 0-16,-1-5 0 0,-3-2 0 0,0-6 1 16,-2-1-3-16,-4-2 3 0,0-3-3 0,-2 1 2 15,-1 1-3-15,-2 1 1 0,-3 0 0 16,-4 1-3-16,1 1 3 0,-3 4 0 0,-3-1-1 15,0 4 2-15,-4 1 2 0,0 2 3 0,-1 2-1 16,-2 3 2-16,1 4-1 0,0 2-2 16,0 4-6-16,1 4-3 0,-1 3-6 15,2 6-1-15,2 5-1 0,0 0 1 0,4 6 2 16,2 3 1-16,1 0-4 0,4 4-36 0,1 2-49 16,2 2-45-16,3 2-78 0,2 0-125 15,4 0-170-15,-1 0-255 0,3 0-233 0,3 2-223 16,-1-4-25-16,3-2 336 0,2-4 455 0</inkml:trace>
  <inkml:trace contextRef="#ctx0" brushRef="#br0" timeOffset="11656.76">5764 3864 433 0,'-8'-7'969'15,"-3"1"289"-15,0 1-23 0,2 5-269 0,-1 0-309 16,-1 6-220-16,2 1-122 0,-1 5-67 0,2 5-58 15,2 1-54-15,1 5-51 0,2 7-38 16,3 2-15-16,2 6-13 0,2 4-6 0,3 4-4 16,2 2-3-16,4 0-3 0,0 2-6 15,2-6-3-15,4-1-1 0,-1-7-1 0,2-4-1 16,4-4 0-16,0-9 4 0,1-5 0 16,0-7 4-16,0-5 2 0,-1-5 1 0,-1-8 3 15,0-4 1-15,-3-3 3 0,-2-6-8 0,-1-1-8 16,-5-6-3-16,-2 0-3 0,-2-3-4 15,-3-2 0-15,-2-1 4 0,-3-1 7 0,-1-1 5 16,-4 3 1-16,-5-3 1 0,-2 3-1 16,-3-3-1-16,-5 3-1 0,0-1 4 0,-3 2-2 15,-4 1 3-15,2 5 18 0,-2 5 9 0,1 2 3 16,-1 9 0-16,4 7-3 0,-2 6-7 16,1 9-11-16,3 6-8 0,1 8-4 0,1 5-5 0,3 4-20 15,2 7-57-15,1 0-75 0,3 3-157 16,3 0-286-16,4 0-310 0,0 0-332 0,3-2-230 15,0 2 70-15,2-3 639 0</inkml:trace>
  <inkml:trace contextRef="#ctx0" brushRef="#br1" timeOffset="40215.93">3108 4836 129 0,'0'-2'274'0,"2"2"104"0,-1 0-16 0,1-3-95 16,-1 3-96-16,-1 0-64 0,2 0-42 0,-2 3-20 15,2-3-16-15,-1 0-15 0,-1 0-4 16,2 0-6-16,-2 0 9 0,3 2 13 0,0-2 17 16,-2 3 28-16,-1-3 21 0,2 1 20 0,-1 1 3 15,1-1 11-15,-2-1 9 0,2 2 9 0,-2-2 22 16,1 2 23-16,-1-2 21 15,0 1 8-15,2 0 10 0,-2 3 14 0,0-3 12 0,0 2-3 16,0 1-17-16,0 1-20 0,-2-1-33 0,2 2-42 16,-1 2-47-16,-1-1-38 0,0 0-19 0,2 4-17 15,-1-5-8-15,1 3-4 0,0 2-2 16,0-3-1-16,0 3-3 0,0 0-3 0,0 1 0 16,0 0 2-16,1-2 3 0,-1 2 4 0,2 0-5 15,-2 0 2-15,0-1 0 0,2 2 0 16,-2-4 0-16,0 2-4 0,0-2 6 0,0 1 3 15,1-1 14-15,-1 0 8 0,0 1 2 0,0-5 6 16,2 3-3-16,-2-2-6 0,0-2-14 0,2 2-8 16,-1-1-5-16,1-2-5 0,-2 0 0 0,3-1 0 15,-3 2 2-15,3-3 1 0,-1 2 1 16,-1-1-14-16,3-1 8 0,0-1-10 0,-1 2-6 16,0-2-3-16,2 0-3 0,0 0 15 0,0 0-10 15,1 0 10-15,0 0 4 0,-1 0 3 16,0-2-1-16,1 2 3 0,-1-1 4 0,4 1-1 15,-4 0 2-15,1 0 1 0,1 0-1 0,-1 0-2 16,2 1-2-16,-2-1 2 0,1 2-3 0,-1-2 3 16,3 0 4-16,-2 1-2 0,1 1 2 0,0-1-4 15,1-1-1-15,1 1 2 0,-1 1-1 0,2 1 0 16,0-2-2-16,-1-1 1 0,2 2 5 16,1 0-4-16,-2-1 1 0,2 0 1 0,-2-1 2 15,3 3 1-15,-3-2-4 0,2-1-1 0,-1 1 1 16,0-1-1-16,-2 0-2 0,2 1 0 0,-3-1 18 15,2 0-3-15,0 0 1 0,-1 0 7 16,1 0 4-16,-3 0 1 0,1 0-16 0,2 0 9 16,-1-1-2-16,-1 1-11 0,2 0-3 0,-3-1-3 15,3 1 4-15,-3 0-4 0,3 0-4 16,-3 0 6-16,0 0-2 0,1 0 1 0,-2 0-2 16,-1 1 0-16,-1-1 1 0,1 0-1 0,2 1 1 15,-3 1 1-15,0 1-1 0,-1-3-1 0,1 0 1 16,0 2-1-16,-1-2-1 0,1 3 2 15,0-3 0-15,0 0 0 0,-2 1-2 0,2-1 4 16,0 0 2-16,-1 0-4 0,-1 0-1 0,0 0 2 16,1 0 1-16,-3 0-2 0,1 0-3 0,1 0 3 15,-3 0 0-15,3 0 0 0,-3 0 1 0,0 0 0 16,2 0-1-16,-2 0 0 0,0 0 0 0,0 0 1 16,0 0-1-16,0 0 0 0,0 0 2 15,0 0 1-15,0 0 0 0,0 0-2 0,0 0-1 16,0 0-2-16,0 0 2 0,0 0-1 0,0 0-3 15,0 0 3-15,0 0 2 0,0 0 1 16,0 0-1-16,1 0 1 0,1 0-1 0,-2 0-1 16,0 0-2-16,0 0-1 0,0 2 1 0,2-2 2 15,-2 0 3-15,1 0 1 0,-1 0-2 0,0 0 1 16,3 0-2-16,-3 0-1 0,0 0 0 16,2 1-2-16,-2-1-1 0,1 0 2 0,-1 0 1 15,0 0 1-15,2 0-1 0,-2 0 2 0,0 0 1 16,0 0 0-16,1 0-3 0,-1 0-1 0,2 0-2 15,-2 0 1-15,0 0 2 0,0 0-2 16,2 0 2-16,-1 0-2 0,-1 0 2 0,0 0-3 16,2 0 1-16,-1 0 2 0,1 0-4 0,0 0 4 15,-1 0 0-15,-1 0 2 0,2-1-3 0,0 1 1 16,-1 0 0-16,-1 0-1 0,2-2-1 0,-2 1 2 16,1 1 3-16,2 0-3 0,-3-3 3 15,3 3 1-15,-1-2-2 0,-1 2 2 0,1-3 3 16,1 0 4-16,-1 2 1 0,-1-3 3 15,1 2 11-15,0-3 5 0,-1 0 0 0,3 0 7 0,-3-3-6 16,2-1 9-16,3-1 2 0,1-2 0 16,-1-4 18-16,2-1 11 0,3-3 6 0,-3 1-4 15,3-3-5-15,0 2 8 0,0-1-9 16,-1 0-6-16,1 1-3 0,-2 2-4 0,-1 0 5 16,0 2-7-16,-2 3-8 0,1-2-8 15,-3 4 0-15,1 0-5 0,-3 4-9 0,1-2-9 16,-1 1-3-16,-1 2-2 0,-1 1-4 0,3 2 2 15,-3-1-2-15,0 1-1 0,0 0-4 16,0 0 7-16,-3 1-21 0,2 1-56 0,-1 0-54 16,-1-1-68-16,0 1-143 0,-2-1-223 15,-2 2-299-15,1 2-241 0,-3 1-217 0,1 1-10 16,-2 0 471-16</inkml:trace>
  <inkml:trace contextRef="#ctx0" brushRef="#br1" timeOffset="41057.51">3516 5307 109 0,'3'-3'272'0,"0"2"123"0,-1-1 18 0,2 0-36 16,-2 2-31-16,-1-1-7 0,1 0 11 0,-2-1 25 15,0 2 21-15,0 0 35 0,0-2-4 16,0 2-31-16,0-1-50 0,0 1-46 0,0 0-22 15,-2 0-14-15,1 0 2 0,1 1-20 0,-2-1-22 16,2 2-34-16,-4-2-35 0,2 0-46 16,-1 2-56-16,0-2-27 0,0 1-15 15,-2 0-2-15,2-1-6 0,-2 4-2 0,-3-3 4 0,4 0 4 16,-3 3 2-16,-1 0-2 0,-1-1 7 0,1 3-1 16,-2 0-4-16,-1 0-3 0,-3 2-4 15,1 2-1-15,-1 2-7 0,-2 0-4 0,-1 3 2 0,-1 1 2 16,-2 5 2-16,0 0 3 0,0 3-1 15,-2 0 0-15,0 3 2 0,-1 2 0 0,0-3 1 16,1 5-3-16,0-1 0 0,1 0 6 0,-1 1 3 16,0 2 1-16,0-3 1 0,3 3 3 15,0-1-2-15,0-1-4 0,-1 1-4 0,1-1-3 16,3-1-1-16,-1-3 1 0,2 0-1 0,1-3-1 16,3-2 2-16,1-2-1 0,1-2 0 0,1 0 3 15,2-5-1-15,-1 0 0 0,1-3-1 0,3-1-1 16,0-2 0-16,1 1-8 0,-1-2-3 0,1-2 4 15,1 1 3-15,-1-3-4 0,2 4-3 16,0-4 3-16,0 1 4 0,0-3 1 0,0 2 3 16,0-2 4-16,0 2 5 0,0-2 4 0,-1 0-2 15,-1 0-8-15,2 0-3 0,0 0 0 0,0 0-4 16,0 0-2-16,0-2 2 0,0 2 0 16,0 0 0 15,0-2-13-16,2 2-38-15,-7-28-4322 0,2 25 3209 16,-2-2 244 0,-1 1 397-16</inkml:trace>
  <inkml:trace contextRef="#ctx0" brushRef="#br1" timeOffset="41363">2741 6057 155 0,'0'2'448'0,"0"-2"214"0,0 1 120 15,-1 0-182-15,1 2-224 0,0 0-155 16,0 3-91-16,0 0-35 0,1 1-17 0,-1 4 36 0,2 1 43 16,-1 1 35-16,1 3 10 0,1-1 20 15,-1 3 55-15,4 0-12 0,-3 3-35 0,2 0-35 16,0 0-25-16,-2-1-36 0,2 0-54 0,-1-1-39 16,2-2-17-16,-1-1-9 0,0 0-8 0,0-4-6 15,1 0-1-15,-1-4-1 0,3 0-3 16,-2-2 1-16,2-1-1 0,0-5 4 0,3 0 0 15,-2-2 2-15,1-3-1 0,2-3-3 0,1-3-1 16,1-4 1-16,-1-1 1 0,3-2-2 0,-2-3 3 16,-1 1 3-16,1-1-4 0,-1 0-7 15,-1 3-12-15,-2 0-35 0,-2 4-76 0,-2-3-105 16,-3 4-135-16,-1 1-239 0,-2 2-274 0,0 3-203 16,-5 1-2-16,2 2 261 0,-2 2 372 0</inkml:trace>
  <inkml:trace contextRef="#ctx0" brushRef="#br1" timeOffset="42253.02">2319 7107 71 0,'-1'6'291'16,"-1"-2"149"-16,2-1 136 0,-2 2-97 16,2-2-114-16,0 0-68 0,0 0-28 0,0-2-8 15,2 0-18-15,-2 1-15 0,0-2-11 0,2 2-5 16,-1-1 2-16,-1-1 3 0,2 0-3 0,-1 0-14 15,1 0-25-15,-2 0-15 0,0-1-21 16,3-1-17-16,-3-1-12 0,1-1-3 0,-1-2-3 16,2 0-10-16,1-2-7 0,0 0 9 0,2-2 4 15,0 1 10-15,0-3 23 0,2-1 1 0,1-2-4 16,-1-1-9-16,1-1-8 0,1-3-19 0,-1 1-25 16,0-2-18-16,0-1-14 0,1 2-15 15,-1 0-8-15,0 0-2 0,-1 3-2 0,0 0 0 16,-2 2 4-16,-2 4-2 0,0-1 5 0,1 3 2 15,-3 2 2-15,1 1 0 0,1 2 1 16,-3-1-2-16,0 2-7 0,2 0-4 0,-2 2-6 16,0-1 1-16,0 1-3 0,0 1 1 0,0 0-2 15,0-2 0-15,0 2 0 0,0 0-2 0,0 0 1 16,0 0 0-16,0 0-1 0,1 0 1 0,2 0 1 16,-3 0-1-16,0 2 0 0,0-2 0 0,2 1-1 15,-2 2 0-15,1 3 1 0,1 0 2 0,-2 3-1 16,1 2 1-16,1 4 2 0,-2 0 0 0,0 3 2 15,0 1 0-15,0 2-1 0,0 2 0 16,0 2 2-16,-2 1-2 0,1 1-2 0,1 1 2 16,-2 2-1-16,-1 2 0 0,-1 0-1 0,1-3 1 15,-1 0 0-15,1 2-2 0,0-2 0 0,1-3 0 16,-1 1 0-16,1-4-1 0,-1-1 2 16,2-2-3-16,-1-2 1 0,-1-3-1 0,3-1 0 15,-3-3 0-15,3-3 0 0,0 0 2 0,-2-4 1 16,2 1 0-16,-1-2 0 0,1 0 1 0,0-2-1 15,-2 1 0-15,2-2 0 0,0 0 0 16,0 0-3-16,0 0 1 0,0 0-1 0,0-3-1 16,0 0-1-16,0 0 0 0,0-2 1 0,0 1-1 15,0-1-4-15,2 1-12 0,-2-3-22 0,1 3-60 16,1-1-56-16,0-1-83 0,-1 1-123 16,-1-5-167-16,3 1-258 0,-3 1-230 0,3 0-220 15,-1-2-50-15,-1-3 313 0,1 3 466 0</inkml:trace>
  <inkml:trace contextRef="#ctx0" brushRef="#br1" timeOffset="43063.5">2635 6923 58 0,'3'-2'337'0,"-3"-2"217"0,2 2 187 0,-1 0-34 15,1 0-108-15,0 2-102 0,-2 0-76 0,1 0-57 16,-1-1-56-16,2 1-62 0,-2 0-73 16,1 0-57-16,1 0-28 0,-2-1-15 0,2 1-8 15,-1-2 10-15,1 1 14 0,1-4 9 0,0-1 7 16,3 0-2-16,-1-1 1 0,0-1-13 0,0 1 3 15,-2 1 4-15,2-2-13 0,1 3-8 0,-3-1-6 16,2 2-2-16,-2 0-23 0,0 1-20 16,2 0-10-16,-2 1-4 0,2 1-8 0,-1 1-1 15,1 0 21-15,0 1 11 0,0 1 6 0,0 1 4 16,-1 0 0-16,4 1 1 0,-2 0-22 0,1 2-8 16,-1 0-8-16,-1 1-3 0,4 0 1 0,-4 1-1 15,1 0 2-15,1 0-2 0,-1 1 3 16,0 1 16-16,-1 1 9 0,0 1 7 0,0-2 2 15,-2 3 3-15,0 0 0 0,0 1-18 0,-3-2-9 16,3 3-4-16,-3-2-2 0,-3 1-3 0,3-1 1 16,-3 1 4-16,2-2 0 0,-3 2-1 15,1-1-2-15,0 0 0 0,-2 1-4 0,0-1-1 16,2 2-1-16,-3-5-2 0,1 5 0 0,-1-2-2 16,1-1 1-16,0 1 0 0,0 1-2 0,-2-3 0 15,4 3 0-15,-2-1 0 0,0-2 0 16,2 3 0-16,-2-4 0 0,3 3-1 0,-2-3-1 0,1 0 0 15,1 1 0-15,2-3-1 0,-1 0 1 16,-1 1 1-16,2-3 0 0,0 2 0 0,0-3 1 16,0 1 0-16,0-2 0 0,0 0 0 0,0-1 0 15,0 0-2-15,0-1 0 0,0-1 0 0,0 1-1 16,2 0 0-16,-2-2-2 0,1 1 2 0,-1-1-2 16,2 0 0-16,-1 1 1 0,1-1 1 0,2 2 1 15,1-2 1-15,0 0 1 0,1 1 1 16,1-1-1-16,2 0 0 0,-1 0 1 0,3 0-1 15,0 0-1-15,-1 0 8 0,1 0 3 0,1-1 0 16,-1 1 2-16,1 0 0 0,0-2 1 16,-1 2-7-16,2-1-4 0,-4 1 0 0,1 0-1 15,2-1-1-15,-4 1-1 0,0-2 2 0,-1 0 0 16,0 2-1-16,0 0 0 0,-2-1 2 0,-2-1 0 16,0 2-1-16,-1 0 0 0,-1-1 0 0,1-1 1 15,-2 2 0-15,1-1 1 0,-1-1 0 16,0 1-2-16,2-4-5 0,-2 3-10 0,0-4-36 15,0 2-62-15,0-1-66 0,-3-1-113 0,1 1-187 16,1-3-306-16,-1 0-295 0,0 3-228 0,1-2-127 16,-2-3 341-16,-1 3 587 0</inkml:trace>
  <inkml:trace contextRef="#ctx0" brushRef="#br1" timeOffset="44526.4">1751 6634 106 0,'2'0'355'0,"0"-3"191"0,-1 1 145 16,-1 2-128-16,0 0-166 0,0 0-94 0,0 5-52 16,0-3-18-16,0 4 3 0,0 5-3 15,0 0-10-15,0 6-8 0,0 2-5 0,0 5-17 16,0 5-25-16,0 2-20 0,-3 4-8 0,1 2-16 15,-1 5-22-15,-2 4-12 0,1 2-9 0,-1 4-5 16,0 1-15-16,0 3-10 0,1 1 7 0,-3 2-5 16,0 0-4-16,2-3-4 0,-3 1-1 0,1-3-4 15,1 2-15-15,-3-4-19 0,1-2-9 16,3-4-10-16,0-2-8 0,-1-7-5 0,3-4-6 0,1-4 14 16,4-5 0-16,0-7-19 0,5-1-18 0,-2-4-47 15,3-6-85-15,-3-5-117 0,0-8-129 0,2-5-161 16,0-6-270-16,2-6-175 0,-2-6 22 0,3-4 251 15,0-7 313-15</inkml:trace>
  <inkml:trace contextRef="#ctx0" brushRef="#br1" timeOffset="44790.68">1949 6777 55 0,'5'-24'306'0,"-1"3"172"0,-2 2 170 0,1 4-5 15,-1 3-128-15,-1 2-51 0,1 3-36 16,1 1-35-16,-1 3-53 0,-1 3-76 0,1 3-74 15,0 3-71-15,1 6-48 0,-2 5-24 0,4 7 4 0,-4 2 19 16,1 5 14-16,1 7 19 0,-3 4-2 16,0 2-5-16,-3 6-14 0,1 3-20 0,-4 6-16 15,2 1-10-15,-3 3 2 0,2 3-5 0,-3-1-6 16,1 0 0-16,2-3 2 0,-1-5-12 0,1-5-6 16,0-4-1-16,2-6-2 0,-2-6-6 0,4-6-5 15,1-6-17-15,0-3-23 0,0-8-69 16,0-2-106-16,0-9-134 0,0-4-193 0,-2-6-280 0,2-5-240 15,-3-3-51-15,1-7 217 0,-3-3 371 16</inkml:trace>
  <inkml:trace contextRef="#ctx0" brushRef="#br1" timeOffset="45065.87">1591 7186 229 0,'0'5'466'16,"0"-2"183"-16,0 0 54 0,2 0-212 0,-2-2-205 15,2 1-143-15,1 1-85 0,0-3-38 0,4 1-18 16,3 1 36-16,5-2 102 0,4-2 58 0,1-1 25 16,7-1 11-16,0-4 0 0,5-2-35 0,1-5-86 15,2-3-45-15,4-3-21 0,1-3 7 0,-1-3 0 16,1 0 2-16,-1-1 3 0,-4-3 3 0,0 4-8 15,-3-1-17-15,-6 5-17 0,-2 4-72 0,-8 3-126 16,-4 4-155-16,-5 5-291 0,-6 4-239 16,-4 6-169-16,-8 5 73 0,-3 4 335 0</inkml:trace>
  <inkml:trace contextRef="#ctx0" brushRef="#br1" timeOffset="45293.52">1546 7666 254 0,'6'2'573'0,"2"-2"224"0,0-2 77 15,0-3-186-15,4 0-215 0,3-4-93 0,4-3-48 16,0-1-24-16,3-3-4 0,1-4-38 0,4 0-75 16,5-3-74-16,1-3-41 0,2 1-7 0,3-1-23 15,2-4-12-15,-1 4-6 0,1 0-1 0,-1 0-2 16,-1 1-25-16,-2 3-57 0,-1 2-125 0,-3 4-216 15,-4 1-283-15,-3 2-275 0,-7 4-258 16,-1 4-17-16,-6 1 409 0</inkml:trace>
  <inkml:trace contextRef="#ctx0" brushRef="#br2" timeOffset="54529.65">4207 4601 211 0,'1'0'343'0,"1"0"122"15,1 0-43-15,-1 0-106 0,-1 0-93 16,1 0-54-16,-1 0-28 0,-1 0-15 0,2 0-6 15,-2 0-11-15,0 0-5 0,2 0-1 0,-2 0 4 16,0 1 6-16,0-1 2 0,0 1 1 16,0-1-12-16,0 0-15 0,0 1 3 0,0 2 1 15,0-3 7-15,0 0 12 0,0 2 3 16,1-2 3-16,-1 0-9 0,0 0-16 0,0 2-17 16,0-2-16-16,2 3 29 0,-2-2 20 0,0 1 14 15,2 1 15-15,-1 1 2 0,-1 0-1 16,2 0-32-16,-2-1-18 0,1 1-14 0,-1 0-13 15,0 3-6-15,2-1-7 0,-2-1-6 0,0 1-8 16,3 3-11-16,-3-1-9 0,1 0-7 16,-1-1-1-16,0 3-18 0,2-2-10 0,-2 3 0 15,0-1-6-15,0 0 1 0,0 1-1 16,0 2 12-16,0-3 11 0,0 0 10 0,0 2 5 16,0-1 1-16,0 0 0 0,0-1 4 0,0-1-3 15,1 0-6-15,1 0-2 0,0-2-2 16,-1 1 3-16,1-1-7 0,1 0 1 0,-3-1-4 15,3 2-1-15,-1-3 0 0,0 1 2 0,-1 0 4 16,-1-1 1-16,2-1 0 0,-1 0-2 16,1-1 4-16,2 0-4 0,-2 0 0 15,-1 0 0-15,1 0-1 0,1 0 2 0,-1 0-1 16,-2 0 3-16,3-2-3 0,0 3-1 0,-1-3 1 16,1 0 3-16,0 3-4 0,2-3-7 0,-2 0 6 15,0 3 0-15,0-4 0 0,1 1 0 16,-1-1 2-16,0 1 7 0,2-1-4 0,-2 2 1 15,3-2-4-15,-1 0 0 0,-2 0 1 16,2 0-1-16,0-2 0 0,-2 2-3 0,3-1 7 16,-1 1 1-16,-1-1-2 0,1 0 2 0,-3-2-5 15,3 3 19-15,-2-1-11 0,2 0-5 16,-1-1-3-16,-1 0-2 0,0 1 2 0,1 0 0 16,-1-1 0-16,0 2 15 0,0-2-9 15,-1 1-5-15,1 1-1 0,0-1 0 0,2 1 13 16,-2-2-6-16,0 2 12 0,0 0 7 0,0-1 2 15,2 1-12-15,-3 0-9 0,3-2-6 16,-2 1-3-16,3-1-2 0,-1 1 1 0,-2 1-1 16,3-2 5-16,-2 1 1 0,-1-1 1 15,3 2 2-15,-2-2-4 0,1 1 0 0,0 0-5 16,-2 1 2-16,2-2 1 0,0 2-1 0,1 0 1 16,0-1 0-16,-1-1 3 0,0 2-3 15,0-1-1-15,1 1-1 0,0 0 1 0,-1-1-1 16,0 1 1-16,1-2 1 0,-1 0 0 15,1 1 1-15,-1 1 0 0,1-1 0 0,-1 1 0 16,0 0 0-16,0-2-1 0,1 2-1 0,0-2-1 16,-1 2-1-16,0 0-2 0,0-1 3 15,-1 1 1-15,4 0 0 0,-2 0 0 0,-1 0 5 16,0 0 4-16,1 0-3 0,2 0 1 0,-2 0-1 16,-1 0 3-16,3 0-7 0,-3 0-2 15,3 0 0-15,-2 0-1 0,0 0 4 0,1 1 0 16,0-1 1-16,0 0 1 0,-1 0-1 0,1 0-3 15,-1 0 1-15,3 2 1 0,-4-2-1 16,1 0 3-16,1 0 1 0,-1 0 2 0,2 0-4 16,-2 0-3-16,2 2 2 0,-1-2-2 15,0 0 2-15,1 1-2 0,-1-1 3 0,-1 0 3 16,-1 1-4-16,4 1 1 0,-4-2-2 0,1 0 2 16,-1 2-1-16,4-2-4 0,-4 1 4 15,2-1-1-15,-1 0 0 0,0 1 1 0,2-1-1 16,-2 2 1-16,1-2 0 0,-1 0 0 15,1 1 1-15,0-1-1 0,-2 0-1 0,1 0 3 16,-1 2-1-16,2-2-3 0,-1 1 2 0,0-1-2 16,-1 0 3-16,1 1-2 0,-1-1-4 15,3 2 5-15,-2-2-1 0,0 0 0 0,1 2-2 16,-2-1 1-16,2 1 0 0,-2-2 1 16,2 0 1-16,-1 1-2 0,-1-1 0 0,2 2 0 15,0-1 4-15,-2 1-2 0,-1-2-1 0,1 0 5 16,0 1 1-16,1-1-5 0,-1 2-2 15,0-1-4-15,-2-1 3 0,3 0-3 0,-1 1-1 16,1-1 4-16,0 2 0 0,-1-2 1 0,0 0-1 16,0 2 1-16,0-2 4 0,2 1 1 15,-2-1-3-15,1 0 2 0,-1 1 0 0,0-1-3 16,1 0-1-16,-1 0 2 0,1 0 1 16,-1 0-1-16,0-1 2 0,1 1 1 0,0 0-3 15,-3-1-5-15,2 1 1 0,0-2-1 16,0 2-2-16,0-2-1 0,2 1 5 0,-2 1 2 15,0-1 1-15,1-1 2 0,1 1-1 0,0 1 0 16,-2-2-2-16,0 1 3 0,0-1-1 0,1 2 1 16,-1-1 1-16,1 1-1 0,-3 0-1 15,2-2-4-15,0 2-1 0,0 0-2 16,-1 0 5-16,1 0 0 0,1 0-1 0,-1-1 0 16,0 1 0-16,1 0 1 0,-1 0-1 0,-2 0 0 15,3 0-1-15,-1 0 4 0,0 0 2 0,0 0-4 16,0 0-2-16,-1 0 3 0,4 0-1 15,-2 0 1-15,-1 0-4 0,2 0 0 16,-1 0-2-16,1 0-1 0,0 0 6 0,1 0-1 16,0 0 5-16,1 0-3 0,-1 0 4 0,0 1-2 15,1-1-1-15,-1 0-2 0,0 0-3 0,-1 0 3 16,2 2-3-16,-1-2 2 0,0 0-2 16,-1 1 3-16,0-1 0 0,1 2 0 0,-2-2 4 15,1 0-5-15,-1 1 3 0,2-1-2 16,-2 0 8-16,1 0 20 0,-1 0 10 0,2 0 4 15,-2 0 8-15,1 0 4 0,-1 0-7 0,0 0-21 16,2-1-8-16,-3 1-4 0,1 0-6 16,-1-2-8-16,0 2 2 0,0-1 4 0,1 1-6 15,-2 0 5-15,3-2 0 0,-1 1 3 0,-1-1-1 16,3 2-6-16,-2-2 4 0,0 1-2 16,1 1-4-16,-1 0-2 0,2-1 3 0,-2 1 3 15,2-2 2-15,-1 2-7 0,0-1 1 0,1 1 1 16,-1 0-4-16,-1-2 1 0,2 2-1 15,-2-1 6-15,-1 1-2 0,3 0 1 0,-3-1 0 16,2 1-3-16,1-2 7 0,-3 2-4 16,3 0 2-16,-3-2-1 0,4 1 3 0,-4 1 0 15,3 0-7-15,-3-1-4 0,1 1 2 0,2 0 0 16,-2-2 3-16,-1 2-3 0,0-2 3 16,0 2 7-16,1 0-3 0,-2-1 0 0,1 1-5 15,0 0 0-15,2-1 5 0,0 1-2 0,-2 0-1 16,1-2 5-16,-1 2 1 0,0 0 1 15,1 0-2-15,2-2-4 0,-2 2 4 0,2 0-2 16,-1 0-4-16,0-1-4 0,1 1-3 0,-1 0 2 16,1-2 0-16,1 2 1 0,-1-1-1 15,-2 1 2-15,1 0 5 0,2-3-2 16,-4 3-1-16,0 0-2 0,-1 0 2 0,1 0 2 16,-2 0-2-16,2 0 0 0,-2 0 2 0,0-2 0 15,0 2 2-15,2 0-2 0,-3 0 0 0,1 0 0 16,0 0 2-16,1 0 4 0,-1 0-6 15,1 0 4-15,1 0-3 0,-2 0 0 0,3 0-6 16,-1 0-1-16,0 0 3 0,3 0 0 16,-2 0 3-16,-1 0 0 0,1 0 0 0,-1 0 0 15,3 0-3-15,-4 0 3 0,3 0-4 0,-1 0 4 16,1 0-3-16,2 0 5 0,-1 0-1 16,0 2-6-16,0-2 2 0,1 0 2 0,-4 3 1 15,1-3-3-15,-1 1 1 0,0 1 2 16,1-2 0-16,-3 0-2 0,0 1 2 0,-1-1 4 15,1 0 0-15,-1 0-2 0,-2 0 1 0,1 0-1 16,1 0 0-16,-2-1 0 0,2 1 4 0,-1-2 7 16,1 1-2-16,-2-2 0 0,2 1 2 15,-1-1 0-15,-1-1-8 0,2 0-7 0,-2 0 3 16,1 0 3-16,-1-1-4 0,3 1-6 16,-3-2 6-16,2 1 0 0,-1-2-1 0,-1 1 1 15,2-3-2-15,-1 1 5 0,1-1-3 0,-2-1-2 16,3-1 1-16,-1-2-6 0,-1 0 3 15,3-1-2-15,-3-3 1 0,3 2 6 0,-3-1 5 16,2-1 0-16,-1 2 3 0,2-2 24 16,-2 4 22-16,1-2 23 0,0 2 20 0,-3 1 16 15,2 1 3-15,-2 0-16 0,-2 1-20 0,2 3-23 16,-3-2-19-16,1 1-14 0,-1 1-11 0,-1 3-4 16,1-2-7-16,-2 1-17 0,0-1-58 15,0 4-62-15,-1-3-99 0,-2 3-179 0,-3-2-301 16,1 3-313-16,-2 0-246 0,-2 2-161 0,-2 0 262 15,3 2 597-15</inkml:trace>
  <inkml:trace contextRef="#ctx0" brushRef="#br2" timeOffset="55752.2">5434 5134 16 0,'6'-6'247'0,"-3"4"143"0,2-3 135 0,-2 1-28 16,0 0-129-16,1 0-90 0,-1-1 6 0,0 1 7 16,-1-1 13-16,2 1 9 0,-3 1 3 15,1 0 0-15,0 0-28 0,-1 1-17 0,-1 1-18 16,0 1-27-16,0 0-33 0,0 0-38 15,0 0-37-15,0 0-30 0,0 1-17 0,0 1-13 16,0 0-4-16,0 0-3 0,0 1 5 16,0 5 12-16,0-2-1 0,0 2 3 0,0 2-1 15,-1 0-4-15,-1 1-9 0,2 1-4 0,0 2 0 16,-2 2 0-16,2 1-5 0,-1-1 1 16,1 2 8-16,-2 0-2 0,0 2-3 0,0 2-1 15,0 0 1-15,1 2-1 0,-2-1-5 0,-1 2-10 16,1 2-5-16,0 0-7 0,-2 2-5 15,2-3-5-15,0 5-3 0,-3-3-3 0,3 1 2 16,-1 2-1-16,0-1-1 0,0 1-3 0,1-3 2 16,-2 2-1-16,1-2-1 0,-1 0-4 15,2 2-2-15,0-4 1 0,-1 3-3 0,1-3-2 16,0 0 0-16,0-1 0 0,0 1 3 16,-2 0-1-16,4-4 3 0,-1 3 0 0,1-5 1 15,1-1 0-15,1 3-1 0,-1-4 1 0,3-2-2 16,2 2 2-16,-2 0-1 0,2-3 0 0,1 0 3 15,-1-1-1-15,1-1-1 0,2-1 0 16,0-1-1-16,0-3-1 0,0 2 2 0,1-4-1 16,-1 0 1-16,2 0 1 0,-1-2 3 15,-1 1 1-15,2-3 1 0,0 2 0 0,-2-2 1 16,2 0 0-16,0 0-2 0,0-2-1 0,-2 1-1 16,2 0 0-16,1-1-1 0,0 2 2 15,-1-2-1-15,2 0 2 0,-1 0-2 0,3 0 1 16,-1 0 1-16,0-2-3 0,3 2 1 15,-2-1-1-15,5 0 0 0,-2-1 3 0,2 0-1 16,3 1 1-16,2-2 0 0,0 0-1 0,1 2 0 16,4-2-2-16,-1 0-1 0,-1 0 1 15,3 0-3-15,-2-2 0 0,2 2 0 0,0 0-2 16,-1-1 2-16,-1 1-3 0,1 0 1 0,-4-1-1 16,-1 1 0-16,1 2 1 0,-5 0 1 0,0 1 1 15,-3-2 0-15,-3 2 1 0,0 0 0 16,-4 0 1-16,0 0 0 0,-3 2-2 0,-2-2 1 15,0 0 3-15,-2 0 1 0,0 0-3 16,-1 0 3-16,-2 0 2 0,2 0-1 0,-2 0-1 16,0 0 2-16,-2 0-4 0,2 0-2 15,0 0-5-15,-2 0-16 0,2-2-47 0,-3 2-65 16,1-1-55-16,1 1-99 0,-1-3-150 0,-1 1-201 16,1-1-264-16,-1 0-210 0,0-2-183 15,3-2 119-15,-3 0 438 0</inkml:trace>
  <inkml:trace contextRef="#ctx0" brushRef="#br2" timeOffset="56053.51">6324 6088 325 0,'3'0'732'0,"2"-2"262"16,-4 1 35-16,2 1-296 0,1 0-282 0,-1 0-216 16,3 1-113-16,-1 1-48 0,4-2-18 0,1 3-7 15,1-2 0-15,3 3-4 0,-1-2 17 16,4 3 13-16,-2 1 0 0,0-1 3 0,1 3-1 15,-2-2-1-15,-1 1-7 0,1 2-2 16,-4-2-2-16,-1 2 10 0,-1 0 22 0,0 0 44 16,-3-1 30-16,-2 5 35 0,0-2 11 15,-3-1-7-15,-3 2-22 0,-2 2-39 0,-1-1-39 16,-5 2-43-16,1 0-26 0,-4 2-16 0,1 0-12 16,1 0-5-16,-4 2-4 0,3-3-2 15,-1-1 0-15,1-2-1 0,-1 1-2 0,3-3-10 16,0-3-49-16,0 0-65 0,2-4-79 15,-1-2-158-15,1-4-285 0,2-1-319 0,1-4-279 16,3-1-187-16,-1-3 108 0,3 1 599 16</inkml:trace>
  <inkml:trace contextRef="#ctx0" brushRef="#br2" timeOffset="56878.53">7036 5985 196 0,'-2'0'545'16,"0"0"266"-16,1-1 108 0,1 1-199 0,-2 0-288 16,2 1-186-16,2-1-121 0,-1 1-44 0,5 2-16 15,-1 0-5-15,2 2 44 0,1-1 43 16,4 1 15-16,-1 2-12 0,4-1-11 0,0 2 25 16,1 1-21-16,1-1-29 0,2 2-20 15,-3-1-12-15,1 1-1 0,0-1-31 0,-2 0-20 16,0-2-12-16,-3 1 9 15,-2 0 20-15,-4-3 36 0,1 2 63 0,0-1 55 0,-4 0 21 16,-3 0-4-16,-3 1-23 0,-3 1-36 0,-2 0-50 16,-5 3-44-16,-1 0-24 0,-2 3-14 0,-1-1-9 15,-2 2-4-15,-2 2-3 0,1 0-2 16,2 3-2-16,-1-2-1 0,2 2-1 0,3-1 0 16,3 0-2-16,0-1-4 0,3-1-1 15,3 1-1-15,2-2-2 0,3-1-2 0,1 0 1 16,4-2 0-16,2 0 0 0,2 0-1 0,4-2 1 15,0-4 0-15,2 1-1 0,3-2 1 0,2-2 3 16,0-3 0-16,1-1 3 0,3-1 4 16,0-2 0-16,-1-3 0 0,1 0 0 0,-2-1 1 15,0-1-6-15,0 0-27 0,-4 0-62 16,1 3-57-16,-6-4-82 0,-1 3-144 0,-4 2-223 16,-2-1-294-16,-4 1-228 0,1 1-206 0,-3-2 40 15,-1 2 455-15</inkml:trace>
  <inkml:trace contextRef="#ctx0" brushRef="#br2" timeOffset="57529.96">7408 6546 214 0,'8'-8'410'0,"2"-2"160"0,-2-4 175 0,1-1-110 15,2-3-61-15,-1-2-26 0,4 0-26 16,-3-3-45-16,2-3-88 0,-2 4-118 0,2-4-97 16,-1 4-65-16,-2 1-40 0,-1 2-14 0,-1 2-6 15,-2 4 10-15,-1 3 40 0,0 3 36 16,-2 1 31-16,-1 2 10 0,-1 2-7 0,-1 2-17 16,0 3-38-16,-1 3-30 0,-1 6-34 15,-1 3-18-15,1 2-12 0,1 2-6 0,-1 2-3 16,2 2-5-16,0 1-4 0,0-2-2 0,2 2 0 15,1-4-4-15,0 1-2 0,0-5 2 16,3 2 0-16,2-8 3 0,-1 1-5 0,-1-3 2 16,5-4 1-16,-3-2 2 0,2-4 2 15,-1-4 0-15,5-1 3 0,-2-5 2 0,1-5-2 16,0 1-1-16,1-4-3 0,-1-1 0 0,0 1-4 16,-1 1 3-16,-2 3 0 0,1 0 1 15,-5 3-1-15,1 2 6 0,-3 3 0 0,0 2-2 16,-1 1-2-16,0 1 1 0,-1 2-2 15,0 2-4-15,0 2 2 0,1 1 2 0,-3 3 2 16,2 1 2-16,-1 2-1 0,1 2 0 0,1 0 2 16,-1-1-2-16,1 0-1 0,-1 1-2 15,1-3 0-15,0 2-1 0,3-3-4 0,-3-1-2 16,2-1 0-16,1-4 4 0,1 1 2 0,2-5-1 16,-1-2 3-16,3-6 1 0,0-2-1 15,2-3-4-15,0-4 0 0,2-2 2 0,0-1-3 16,0 3 2-16,-3-3 4 0,0 8-1 0,-4 0 2 15,0 4-1-15,-3 2 3 0,0 3-2 16,-1 2 0-16,-1 0 1 0,-3 4-3 0,3 4 1 16,-3 2 0-16,0 3 3 0,2 1-2 0,-2 4 0 15,0-1 0-15,0 2 0 0,0 1-2 16,2-2-1-16,-1 1-1 0,1 1-1 0,1-1-1 16,0 0-6-16,-1-4-55 0,3 1-57 0,-1-2-65 15,1 0-122-15,0-3-174 0,-1-1-317 16,3 1-244-16,2-5-215 0,-1 2-76 0,3-4 349 15,2-4 502-15</inkml:trace>
  <inkml:trace contextRef="#ctx0" brushRef="#br2" timeOffset="57682.51">8280 6347 272 0,'9'0'733'0,"-1"0"347"16,-2 4 97-16,-3 0-252 0,-1 4-277 0,-2-1-217 16,0 4-142-16,0-1-89 0,-2 3-65 0,1 0-47 15,-1-1-33-15,2 0-35 0,-1-2-33 16,-2-1-33-16,1-2-99 0,1-3-154 15,-1-2-239-15,-1-2-281 0,1-2-262 0,2-3-188 16,0-5 189-16,0-1 475 0</inkml:trace>
  <inkml:trace contextRef="#ctx0" brushRef="#br2" timeOffset="57854.53">8250 5899 285 0,'-2'-15'546'0,"-3"0"210"16,2 5 114-16,0 2-260 0,0 2-239 0,1 3-136 15,1 2-77-15,-1 1-50 0,2 1-50 16,-1 4-30-16,1 1-33 0,0 1-52 0,0 2-74 16,0 1-98-16,0 3-204 0,0 0-234 0,0 2-128 15,1 0 33-15,-1 3 188 0,2 1 237 16</inkml:trace>
  <inkml:trace contextRef="#ctx0" brushRef="#br2" timeOffset="58119.4">8466 6384 234 0,'15'1'448'16,"0"-2"172"-16,1-4 145 0,0-4-174 0,0-1-108 15,0-6-33-15,-2 0-7 0,0-3-11 16,-1-1-59-16,-2-1-64 0,-3 1-53 0,-2 1-9 16,-1 3 9-16,-3 0 10 0,-1 3-8 15,-1 0-10-15,-3 2-26 0,-2 1-48 0,0 4-53 16,-3 3-40-16,-1 1-27 0,-2 7-18 0,-2 2-11 15,1 5-8-15,-1 3-6 16,0 4-2-16,2 4-2 0,0 3-2 0,2 0-3 0,2 2-1 16,3 0-1-16,0 3-3 0,4-2-2 15,2 0-4-15,3-4-37 0,1 0-70 0,3-3-87 16,1-2-152-16,1-4-270 0,3-3-330 0,2-3-320 16,3-2-207-16,3-3 101 0,-1-2 601 15</inkml:trace>
  <inkml:trace contextRef="#ctx0" brushRef="#br2" timeOffset="58728.51">8779 6615 162 0,'5'-9'369'0,"2"-6"148"0,0-4 131 0,3-1-159 0,-1-6-105 15,5-1-38-15,-2-3-24 0,0 2-15 16,-1-2-44-16,1 5-19 0,-2 3-41 0,0 5-13 16,-4 1 5-16,1 6 1 0,-4-1-2 15,3 5-32-15,-3 3-19 0,-1 3-32 0,-1 3-29 16,-1 4-17-16,0 5-9 0,0 4-3 0,-1 0-9 15,1 5-13-15,-2 1-8 0,2 2-5 16,2-1-6-16,-1-2-4 0,1-1-4 0,0-2-3 16,2-3 0-16,1-3 0 0,0-3 0 15,3-3 1-15,0-6 0 0,1-4 4 0,4-4 2 16,-1-7 0-16,1-5-1 0,3-6-1 16,1-2 0-16,-3-2-2 0,1 0-2 0,-1 0-4 15,-1 3 3-15,-3 5-1 0,0 4 6 0,-3 2 2 16,-3 5 4-16,2 2 3 0,-3 4 3 15,1 5-1-15,-3 5-6 0,-1 4-2 0,0 4-3 16,0 7-2-16,-1 2-2 0,-1 5-1 16,-1 2 1-16,1 1-7 0,2 0-12 0,2-1-33 15,-2 1-103-15,1-5-158 0,1 0-298 0,1-5-270 16,2 1-260-16,0-6-146 0,1-2 283 16,2-6 499-16</inkml:trace>
  <inkml:trace contextRef="#ctx0" brushRef="#br2" timeOffset="59356.47">9336 6453 108 0,'0'-11'706'0,"-2"3"466"0,1 0 106 0,-2 1-133 16,1 2-370-16,0 0-326 0,2 2-176 0,0-1-91 16,2-2-49-16,0 0-41 0,2-2-41 15,1 1-29-15,4-4-12 0,-1 1-6 0,2-1-9 16,0-1 6-16,2 0-2 0,-2-1-1 15,-1 2-4-15,0 1 2 0,-1 1 4 0,-1 1 3 16,-2 1 14-16,-1 5 8 0,-1-1 10 0,0 3 16 16,-1 3 23-16,0 2 5 0,-1 3-5 15,-1 6-5-15,0 3-4 0,0 2-15 0,0 2-20 16,-1 3-13-16,-1 0-6 0,2 2-3 16,2-1-5-16,-1-2-3 0,1-2-4 0,3-2 0 15,-2-2-3-15,3-4-1 0,3-2-10 16,-2-3-20-16,1-3-35 0,4-5-36 0,-2-5-36 15,3-3-41-15,1-4-36 0,-1-8-29 0,2 0-7 16,-4-2 14-16,2 0 22 0,0 0 28 16,-4 0 36-16,2 1 52 0,-5 3 44 0,1 2 26 15,-1 1 15-15,-1 2 6 0,0 1 6 0,-1 5-1 16,-1 1-1-16,1 2 1 0,-1 2 10 16,0 2 13-16,0 3 13 0,-1 3 15 0,1 3 5 15,0 3 2-15,3 2-5 0,-3 1-10 16,2 4-12-16,0 1-11 0,0 1-4 0,1 0-6 15,2 0-6-15,0-2 0 0,3-2-12 0,0-3-32 16,0-6-43-16,0-2-47 0,3-4-39 16,1-4-43-16,2-5-48 0,-1-4-3 0,1-2 30 15,1-6 45-15,-1 0 52 0,0-3 73 0,-4-1 108 16,-2 1 112-16,0 1 130 0,-4 0 113 16,-3 3 44-16,-2 0 4 0,-4 1 6 0,1 3-1 15,-4 1-39-15,0 2-66 0,-4 3-56 16,-1 2-47-16,-1 3-60 0,-3 3-60 0,-2 4-50 15,1 3-30-15,0 5-17 0,-2 2-10 0,2 3-4 16,2-1-4-16,1 4-1 0,1-1-2 0,0 4-1 16,5-2-13-16,-1 1-51 0,4 0-60 15,2-3-69-15,-1-3-132 0,5-1-196 0,0-4-308 16,4-3-253-16,1-2-214 0,4-6-46 16,-1-4 405-16,5-3 512 0</inkml:trace>
  <inkml:trace contextRef="#ctx0" brushRef="#br2" timeOffset="59557.86">10206 6151 113 0,'6'-3'716'0,"-5"5"481"0,1 1 108 15,-4 3-106-15,2 1-369 0,-1 5-301 16,-1 2-159-16,2 1-91 0,-3 3-55 0,3 3-61 16,0 0-48-16,-1 4-54 0,-1 2-28 15,-1 1-15-15,-2 3-11 0,0 0-11 0,-4 1-35 16,-2 0-55-16,0 2-58 0,-5-5-99 15,0 1-161-15,-1-5-261 0,-1-5-284 0,3-3-235 16,2-6-173-16,0-7 177 0,4-8 528 16</inkml:trace>
  <inkml:trace contextRef="#ctx0" brushRef="#br2" timeOffset="59729.22">10123 5904 570 0,'8'-38'1540'0,"-6"11"189"0,-4 5-334 16,-3 7-340-16,-3 3-465 0,-1 4-302 0,1 7-135 15,-2 1-63-15,1 5-31 0,1 5-21 16,2 3-19-16,4 2-12 0,2 3-6 0,5 5-13 16,0 1-43-16,3 0-76 0,4 1-133 0,-2 2-246 15,4 0-305-15,0-2-370 0,-1 2-350 16,3-1-82-16,-3 0 559 0</inkml:trace>
  <inkml:trace contextRef="#ctx0" brushRef="#br2" timeOffset="59889.4">10371 6353 19 0,'0'16'714'0,"-1"0"751"16,-4 1 134-16,2 3-275 0,-2 2-379 0,-1 1-414 15,3 2-230-15,-2 0-140 0,0 2-67 0,4-2-34 16,-1 0-34-16,2-3-86 0,2-2-96 0,-1-3-176 16,2-6-282-16,-1-3-323 0,0-5-385 15,1-5-229-15,0-4 141 0,0-4 694 16</inkml:trace>
  <inkml:trace contextRef="#ctx0" brushRef="#br2" timeOffset="60046.42">10498 6073 389 0,'0'-30'1284'0,"-2"8"367"16,-3 7-224-16,-2 2-326 0,-1 5-489 0,0 5-285 16,0 3-174-16,-1 3-80 0,1 3-41 0,1 1-56 15,2 4-77-15,1-1-128 0,-1 2-226 0,4-1-296 16,-1 0-337-16,2 0-317 0,0-2-106 15,3 0 450-15,2 1 651 0</inkml:trace>
  <inkml:trace contextRef="#ctx0" brushRef="#br2" timeOffset="60579.34">11051 6442 158 0,'0'-16'607'16,"0"4"359"-16,0 1 123 0,0 4-172 0,2 1-334 15,-2 2-208-15,3 6-122 0,0 1-59 16,2 8-27-16,2 4 1 0,2 6 23 0,0 4-2 16,1 6-13-16,1 6-2 0,-2 4-12 0,1 2-21 15,2 5-28-15,-4 0-28 0,-1 4-25 16,2-1-26-16,-3 1-9 0,-1-5-6 0,-2 0-3 16,-1-8-3-16,-2-3 19 0,2-8 21 15,-4-5 10-15,2-6 6 0,-2-7-2 0,-2-6 0 16,-1-8-19-16,0-10-20 0,-1-6-14 0,3-8-11 15,-2-7-3-15,3-7 1 0,2-10-2 0,0-3 1 16,0-5 2-16,4-2 1 0,2-2-2 16,2 4-3-16,1 3 1 0,1 3-2 15,-2 7-3-15,4 6 1 0,-2 3 0 0,-2 7-1 16,4 1-2-16,-4 7 4 0,0 3-1 16,1 1-1-16,-4 8-1 0,2 2 2 0,-2 3 1 15,-1 3 1-15,0 5 2 0,0 4 4 0,-4 4 2 16,0 4-1-16,0 4 1 0,-4 4 0 0,0 5 0 15,-2 2-5-15,1 2-9 0,-1 4-33 0,-1-1-58 16,1 3-58-16,0-3-94 0,1-4-153 16,2 0-236-16,3-6-285 0,3-5-234 15,4-6-194-15,2-5 111 0,2-9 501 0</inkml:trace>
  <inkml:trace contextRef="#ctx0" brushRef="#br2" timeOffset="61057.24">11448 6445 112 0,'13'-26'704'0,"-3"3"476"0,-3 3 219 16,-4 3-58-16,-1 1-403 0,-2 4-329 0,-3 2-185 15,0 0-104-15,-5 5-95 0,3-1-87 0,-1 4-54 16,-2 2-35-16,0 5-20 0,-1 2-13 0,-1 5-9 16,3 2-6-16,-2 7-1 0,3 1-1 15,1 2-3-15,2 3 1 0,1-1 0 16,4-3-1-16,1 1-8 0,4-7-12 0,3-2-30 16,0-4-58-16,4-5-62 0,0-5-66 0,2-6-88 15,2-3-123-15,-1-7-121 0,0-3-75 0,2-3-97 16,-1-5-76-16,1-2 67 0,-2-1 221 15,2-1 257-15,-2-1 252 0,-4 2 284 0,-2 2 275 16,0 5 143-16,-4 2 14 0,-3 5 66 16,1 3-53-16,-2 4-124 0,-1 2-146 0,0 0-118 15,-1 6-80-15,-1 4-107 0,0 2-64 0,0 6-35 16,0 3-18-16,0 3-4 0,0 4-6 16,3 2 0-16,-1 5 0 0,1-1-1 0,0 2 1 15,0 2-4-15,2 1 2 0,1-4-3 16,-1 1-3-16,4-4 0 0,1-2-4 0,0-7-1 15,2-4-5-15,-1-4 1 0,2-7 1 0,0-5 2 16,-2-8 2-16,3-3 3 0,-3-10 4 16,1-1 2-16,0-5 0 0,-3-3 3 0,0 1 5 15,-4-5 5-15,0 1 5 0,0-2 3 16,-4 1 6-16,1-1 0 0,0 5 0 0,-1 1 2 16,-1 3-1-16,0 7 0 0,0 2-5 0,-1 6-6 15,1 4-6-15,0 3-7 0,1 4-5 16,-1 4-4-16,3 4-10 0,-1 2-25 0,1 5-71 15,0 2-75-15,-1 3-153 0,1-1-262 0,-2 3-318 16,3 2-350-16,0 0-215 0,1 0 34 16,2 3 605-16</inkml:trace>
  <inkml:trace contextRef="#ctx0" brushRef="#br2" timeOffset="61224.4">12125 6613 273 0,'1'21'1351'0,"1"-2"487"16,-4-2-286-16,-1-2-374 0,0-2-420 0,-3-2-388 15,5-3-177-15,-3-1-84 0,3-2-41 0,-1-2-29 16,2-3-24-16,2 0-29 0,1-4-69 0,-1-2-100 16,-1 2-234-16,2-1-282 0,-3 1-356 15,-3 4-439-15,2-3-277 0,-6 3 324 16,2 3 926-16</inkml:trace>
  <inkml:trace contextRef="#ctx0" brushRef="#br0" timeOffset="67618.58">4713 9850 277 0,'0'9'609'0,"-2"-1"244"0,-1-4 76 15,1-1-223-15,2-1-212 0,2-2-92 16,0 0-72-16,1-2-39 0,0-7-22 0,0 0-41 16,2-4-62-16,4-4-53 0,-1-2-31 0,2-6 8 15,2-1 5-15,1-6 6 0,3-1-2 0,-2-4-15 16,5-2 23-16,-1-2-2 0,0 2-9 16,0-2 11-16,1 3 3 0,-2-1 3 15,-4 3-29-15,1 4-21 0,0-1-5 0,-4 6-18 16,-1 5-8-16,-1 2-5 0,-3 5-3 0,0 3-3 15,-2 4-8-15,0 0-5 0,0 3-4 0,-1 0-4 16,2 4 2-16,1 2-2 0,0 4-4 16,1 3-3-16,1 4 0 0,2 2-1 0,-1 6-2 15,2 3 0-15,0 4 6 0,-2 1 4 16,0 4 5-16,-1 1 0 0,2 3 0 0,-4 1 2 16,0 4 0-16,-2 0-1 0,-2 3-2 15,-1-1 0-15,0 0 9 0,0 0 0 0,-1-4 1 16,1-3 1-16,-2-2-1 0,2-4-4 0,0-2-12 15,-1-4-4-15,1-3-4 0,-2-3-1 0,2-3-3 16,0-3 12-16,-2-2 7 0,2-2 5 16,0-2 0-16,-1-2 0 0,1 0 0 0,-2-2-10 15,2 0-28-15,0-6-64 0,0 2-60 0,0-6-84 16,0-2-150-16,0-4-229 0,0 1-301 16,2-4-234-16,-1-1-197 0,-1-1 65 0,0-2 481 15</inkml:trace>
  <inkml:trace contextRef="#ctx0" brushRef="#br0" timeOffset="68114.75">5279 9332 266 0,'4'-8'520'0,"-2"-1"194"0,1 1 156 16,-1 1-186-16,-1 1-127 0,3 0-86 0,-3 0-49 16,4 0-37-16,0 1-72 0,1-1-79 0,3 0-71 15,1 0-47-15,4-1-22 0,-1 2-17 16,4-1 5-16,-1 2 10 0,3-1 3 0,0 3-3 16,0-2 8-16,1 2 4 0,0 2-10 0,0 1-19 15,-1 0-11-15,0 4-8 0,0 1-19 16,-3 3 4-16,-1 2 7 0,-2 3 2 0,1 1 4 15,-6 4 1-15,0 1 0 0,-3 1-7 0,-5 2-10 16,0 2-4-16,-1 0-4 16,-4 1-5-16,-2 1-3 0,-2 0-8 0,-4 4-6 15,-1-2-1-15,-2 1-2 0,-1 2 0 0,-4 2 1 16,1-1 2-16,1 2 2 0,-2-1 0 0,2-1 3 16,3 1-2-16,-1-3-1 0,4-1 1 15,1 0-5-15,4-5-1 0,3 0-2 0,2-3-2 16,1-2-1-16,4 0-2 0,4-4-1 0,2 0 1 15,3-3-2-15,0-3 0 0,6-4 1 16,1-1 0-16,4-4 3 0,0-2 0 0,5-5 1 16,-1-1 1-16,2-4 0 0,2 1-3 15,0-4-19-15,0 1-55 0,-1-1-65 0,-3 2-85 16,1 0-149-16,-3 0-248 0,-3 2-312 0,-1-1-264 16,-1 0-194-16,-5 1 64 0,2-2 519 0</inkml:trace>
  <inkml:trace contextRef="#ctx0" brushRef="#br0" timeOffset="68527.86">6079 9501 348 0,'0'11'624'0,"0"3"198"0,0 4 148 16,0 5-172-16,0 5-211 0,0 3-101 0,4 3-63 15,-2 2-49-15,3 0-90 0,0-2-106 0,1-1-68 16,4-4-50-16,2-4-30 0,-1-2-15 16,5-4-8-16,-2-4 0 0,2-4-3 0,2-6-1 15,-1-3-3-15,-1-5 2 0,1-6 2 16,1-4-1-16,-1-7 0 0,0-6 3 0,-3-2 5 16,2-5-2-16,-3-3 5 0,0-5-3 0,-1 0 0 15,-4-1-2-15,-3-1 0 0,-3-1 1 16,-2 0 9-16,-4 1 20 0,-2 0 33 0,-2 5 37 15,-4 0 24-15,-3 5 9 0,-2 3-4 0,-1 6-18 16,-4 5-26-16,-1 6-34 0,-1 5-22 16,0 6-14-16,0 6-12 0,2 4-6 0,0 6-2 15,6 5-8-15,-1 2-8 0,3 5-2 0,2 0-1 16,3 5-3-16,3-1 0 0,1 1 6 16,5 1 11-16,0-2-31 0,3 0-60 0,2 0-67 15,3-2-124-15,1-1-188 0,1-2-326 16,3 0-297-16,1-1-231 0,-1-3-78 0,2 0 400 15,1-3 547-15</inkml:trace>
  <inkml:trace contextRef="#ctx0" brushRef="#br0" timeOffset="68785.11">6645 9907 130 0,'3'5'1142'0,"-3"-2"629"0,-2-2-182 0,1-1-375 0,-1 0-374 15,-1 0-458-15,1 0-198 0,0-1-90 0,0-1-43 16,4-1-24-16,0-1-11 0,3-1-16 16,-2-1-36-16,4 0-75 0,-2 0-87 0,-1-1-162 15,1 0-293-15,-2 0-328 0,0-2-349 16,-1 0-192-16,-2 0 144 0,-2 2 653 0</inkml:trace>
  <inkml:trace contextRef="#ctx0" brushRef="#br0" timeOffset="69591.7">7268 9295 88 0,'-5'-4'456'0,"0"0"321"0,-2 0 245 16,0 3-12-16,-1-1-284 0,0 4-194 0,1-1-132 15,-1 3-87-15,1 2-84 0,-1 1-71 16,3 5-56-16,-2 2-35 0,2 9-10 0,0 0-1 16,4 6 5-16,-1 5 2 0,0 3-2 0,4 3 0 15,0 1-15-15,2 1-17 0,1 0-15 0,4-1-7 16,1-6 0-16,1 1-4 0,3-7-3 16,2 0 3-16,3-5 3 0,0-5-4 0,3-4-1 15,0-6 4-15,2-3 4 0,-2-6-1 16,4-6 4-16,-3-6 6 0,2-6-2 0,-1-4-1 15,-1-6 5-15,-3-4-3 0,0-4-3 16,-2 0-3-16,-3-3 5 0,-3 0-4 0,-4 1-1 16,-5-1 1-16,-3 3-3 0,-3-5-3 0,-5 7-4 15,-4-3 9-15,0 4 27 0,-4 3 21 16,-1 3 16-16,-1 4 5 0,-2 5 0 0,-2 6-8 16,1 6-26-16,-3 6-23 0,2 6-13 15,0 5-7-15,1 5-1 0,1 6-4 0,4 1 0 16,0 5 0-16,5 3-1 0,1 1 1 0,3 4-1 15,5-1 0-15,2-1-3 0,5 1-20 0,0 0-56 16,7-4-56-16,-2 0-93 0,7-1-142 16,-1-4-229-16,5-2-297 0,2-3-234 15,0-3-192-15,5-5 107 0,2-1 471 0</inkml:trace>
  <inkml:trace contextRef="#ctx0" brushRef="#br0" timeOffset="69945.85">8112 9224 325 0,'-3'-11'938'0,"-2"5"327"0,-3 4-37 0,-3 10-184 16,-3 4-480-16,1 7-228 0,-1 6-110 16,3 7-56-16,-1 5-34 0,4 4-26 0,3 4-36 15,3 2-32-15,2 2-21 0,3 0-14 0,2 1-2 16,3-3-5-16,6-2-4 0,-1-6-1 0,4-5-15 15,4-6-36-15,-2-7-32 0,3-5-29 16,3-8-28-16,0-6-39 0,-2-6-22 16,2-8 15-16,-3-7 21 0,0-6 24 0,-3-8 25 15,2-3 39-15,-5-3 64 0,-2-1 71 0,-5-3 52 16,-4 0 35-16,-5-2 19 0,-3 0 6 16,-5 0-21-16,-6-2-37 0,-2 4-24 0,-3 2-3 15,-2 1 17-15,-4 6 12 0,-2 5-1 0,0 8-2 16,-3 6-13-16,-1 11-28 0,-1 6-32 15,-1 11-43-15,0 8-47 0,1 9-44 0,0 5-93 16,4 8-169-16,1 6-298 0,2 1-272 16,6 7-252-16,-2 1-169 0,2 4 246 0,3 2 560 15</inkml:trace>
  <inkml:trace contextRef="#ctx0" brushRef="#br0" timeOffset="75598.13">4594 10003 135 0,'0'0'405'0,"0"0"202"16,-1 0 150-16,-1 0-100 0,0 0-166 0,1 2-37 15,-1-1-15-15,2-1-20 0,-1 1-41 16,-1 1-58-16,0-2-75 0,1 3-86 0,1-2-67 15,-2 4-41-15,2 1-23 0,0 0-6 16,0 1-3-16,0 3 4 0,2 0 9 0,-1 4 3 16,3 2 1-16,-1-2 6 0,0 7 15 0,0-2 10 15,1 2-4-15,-1 1-4 0,1 4 0 16,-1-2-6-16,-1 1-16 0,1 0-14 0,0-2-8 16,-1 2 0-16,1-3-6 0,0-1-7 15,-1 0-6-15,1-1 1 0,0-2 0 0,-1-2-2 16,4-1 2-16,-3 1 2 0,2-4 3 0,-2-2-1 15,2 0 5-15,-2 1-7 0,2-4 1 16,1 0 1-16,-3-1 3 0,0 1 2 0,2-2-8 16,-2-2 5-16,-1 0-2 0,3 1 0 0,-2-1-3 15,1 0-5-15,0-1 5 0,0 0-1 0,0-2 2 16,-1 2-3-16,3-2 2 0,-3 1 3 16,3-1 5-16,-1 0 2 0,0-1-2 15,0 1 1-15,0 0-3 0,-1-2 2 0,1 1-5 16,1 0-1-16,1-1 6 0,-3 0 4 0,3 1-4 15,-1 0 1-15,2-1 0 0,-2 0 2 0,2 0-3 16,-1 2-6-16,2 0 4 0,-1-3-2 16,0 3 4-16,3 0 0 0,-2 0-6 0,-1 0 2 15,2 3 1-15,-1-3 5 0,2 0-5 16,-1 4-1-16,2-2 2 0,-2-1 0 0,1 0 0 16,2 1-4-16,-2 0-1 0,3-1 0 15,0 0 4-15,2-1 3 0,0 2-3 0,-1-2 2 16,3 1 2-16,-1-1 5 0,1 0 34 0,1 0 17 15,1 0 11-15,-2-1 2 0,2 1 1 16,-1 0-7-16,0 0-32 0,2 0-20 0,-2 0-8 16,3 0-5-16,-2 1-4 0,1-1-3 0,-2 2 1 15,3-1 1-15,-3 1-1 0,2-1 0 16,-3 2 0-16,0-1 1 0,1-1 0 0,-3 2-1 16,0-1 1-16,-2-1 3 0,0 1 1 0,-3-2-2 15,0 0 1-15,-1 0 0 0,-1 0-1 16,-2-2-1-16,0 1-1 0,-2 1 1 0,1-3 0 15,-1 1 1-15,0 1 1 0,0-1-1 0,1-1 1 16,-3 2 1-16,2-1-1 0,-2 1-3 16,0 1 0-16,2-2 2 0,-2 1-2 0,-1-1 0 15,4 2-2-15,-3-1 2 0,-1 1-2 16,1-1 4-16,0 1-1 0,-1 0 3 0,1-2 0 16,0 2-4-16,0 0 2 0,2 0-1 0,-2 0 0 15,0 0-1-15,2 2-2 0,-2-2 3 16,2 1-1-16,0 0 1 0,-2 1-1 0,3-2-2 15,-1 1 2-15,-2 1-1 0,2-2 0 0,-2 1-3 16,0-1 3-16,-1 2 2 0,1-2 0 16,0 0 0-16,0 0 1 0,0 0 0 0,-3 1 0 15,3-1-3-15,-3 0 3 0,2 0 0 16,0 0-4-16,-1 0 2 0,-1 0-1 0,2 2-1 16,1-2-1-16,0 1 2 0,-1-1 2 0,1 2 0 15,3-1 1-15,-1 1 1 0,0 1 0 16,-1-2-2-16,1 1 0 0,2-1 0 0,0 0 0 15,0 3-1-15,-1-3-1 0,1 0 1 16,-1 1 0-16,0 1-1 0,2-2 2 0,-2-1-3 0,-1 2 2 16,0 0 0-16,2-2 0 0,-2 1 0 15,0-1-2-15,0 1 4 0,-2-1-1 0,2 0 3 16,1 0-2-16,-1 0 0 0,0 0-2 16,-1 0 0-16,1 0 0 0,-2 0 0 15,2 0-2-15,1 0 2 0,-3 0 0 0,2 0 0 16,-2 0-2-16,2 0 2 0,-3-1 4 0,1 0-2 15,0 1 2-15,0-4 2 0,0 3 2 0,-3 0 0 16,2-3 1-16,-1 2 2 0,1-2 1 16,-2 2-3-16,0-3-1 0,0 1-2 0,2-1-2 15,-1 1-2-15,-1-2 1 0,2 0-2 0,-2-1 1 16,1 1 1-16,1-1-2 0,0 0 0 16,-1-1 0-16,1 0 3 0,1 1-2 0,0-2-2 15,0 0 2-15,0 1 1 0,-1-2 0 16,1 1-3-16,0-3 3 0,-1 3 1 0,-1-1-2 15,1-1 2-15,-2-1-2 0,2 0 2 0,-1-2-1 16,-1 0 1-16,0-1 1 0,0-1-4 16,0-1 3-16,2 0 0 0,-2-1 3 0,0 0 6 15,3 1 2-15,-3-1 2 0,2 4-1 0,-1-3 0 16,-1 4-4-16,2-3-7 0,-2 6-3 16,0-2 0-16,3 1 0 0,-2 3-1 15,-1 0 0-15,0 1 3 0,0 3 1 0,0-2 2 16,0 2-4-16,0 2 1 0,0-1 0 0,0 1-2 15,0 2-2-15,0-2 0 0,0 1-2 0,-1 1 1 16,1 0-6-16,-3 1 0 0,3 1-25 16,-2-1-57-16,2 3-53 0,-3 0-86 0,2 0-149 15,-1 2-293-15,0 2-294 0,2-2-248 0,-1 1-200 16,-1-1 134-16,2 2 567 0</inkml:trace>
  <inkml:trace contextRef="#ctx0" brushRef="#br0" timeOffset="81179.3">6041 9074 147 0,'2'-6'339'0,"-1"1"166"0,-1-1 85 16,0 0-116-16,0-1-99 0,0 0-81 0,0 0-57 15,2-2-52-15,-2-2-53 0,1 1-39 0,1-2-33 16,2-2-22-16,-2-3-16 0,3 1 39 15,0-1 43-15,-1-2 32 0,1 1 50 0,4-3 26 16,-4 4 24-16,3-3 3 0,-1 2-20 0,1-2-24 16,-1 4-43-16,1-1-19 0,0 1-20 15,0 2-42-15,0-1-24 0,1 2-11 0,0 1-8 16,0 0-9-16,-1 2-8 0,1 0-5 16,-1 1-4-16,1 2-2 0,1-1 0 0,0 1-1 15,0 2 1-15,2-1 7 0,-1 0 9 0,3-1 5 16,2 2 1-16,0 1 4 0,1 0 3 15,2 0-7-15,1 1 12 0,1-2 21 0,3 3 7 16,1-1 0-16,0 1-3 0,2-2 6 16,2-1-12-16,1 1-23 0,1-2-12 0,2 1-4 15,2-1-3-15,0 0-3 0,2-1-8 0,-1 0 0 16,-1-1 1-16,1 0 4 0,2 2-6 16,-3-1-7-16,3 0 2 0,-2 2 1 0,0-1-1 15,1 2 0-15,-2-1 9 0,-1 0-1 16,1 2 2-16,-1-1 0 0,-1 2 1 0,2-3 0 15,2 3-5-15,-2-2 3 0,3 0 2 16,0 0-2-16,3-1 4 0,-1 1-1 0,-1 1 0 16,4-2-2-16,-4 2-3 0,-1 1 3 0,2 1-2 15,-1 0-4-15,-4 1 2 0,2 1-4 0,-3 0-2 16,1 1 2-16,-1 1-2 0,-1-1 4 0,-2-1-1 16,-1 2 4-16,-3-1 6 0,0-2-3 15,0 1-1-15,-4-1-2 0,0 0-2 0,-1 0 1 16,-2-1-4-16,-2 1 3 0,1-2 7 0,-2-1 4 15,-1 0 1-15,-2 2-2 0,0-3 4 16,-1 3-7-16,-2-2-3 0,-1 2-3 0,-2-2-4 16,-1 2 3-16,0 1-4 0,-4-2 5 0,2 0-2 15,-2 2 4-15,0 0 39 0,-1 0 26 16,-1 0 10-16,1 0 4 0,1 0 2 0,-2 0-2 16,1 0-34-16,-2 0-24 0,1 0-9 0,1 0-8 15,0 2-3-15,1 0-3 0,0-1 1 16,0 0 4-16,1 1 0 0,-1 1 2 0,3-1-3 15,-2 2 2-15,1-1-5 0,0 0-1 0,0 0 2 16,1 1-2-16,2 2 13 0,-2 0 14 16,-1 1 8-16,3 0 4 0,-1 5 1 0,0-1 4 15,1 2-9-15,-1 1-4 0,-2 3 0 16,-1 2-1-16,2 0 1 0,-1 1-1 0,-2 3-4 16,-1-2-11-16,1 3-5 0,-1-1-3 0,-1-1-4 15,1-1-4-15,0 0 1 0,-1-3-2 16,2 1-1-16,-1-5-13 0,-2 1-47 0,0-1-68 15,-2-1-135-15,-4-2-257 0,1-1-304 0,-3-1-356 16,0-1-306-16,-3-2-77 0,0-2 563 16</inkml:trace>
  <inkml:trace contextRef="#ctx0" brushRef="#br0" timeOffset="90263.48">4813 12609 55 0,'1'1'494'0,"2"-1"344"0,-3-1 178 0,2 0 17 15,1-3-321-15,-2 0-248 0,-1-2-138 0,2-4-68 16,1 0-31-16,0-3-38 0,1-4-20 16,2 0-2-16,0-7 20 0,2 1 10 0,2-4-2 15,-1-2-16-15,2-2-27 0,-3-3-33 16,3 2-35-16,0-4-22 0,-1 1-16 0,-1 1-2 16,2 1-13-16,-3 0-7 0,2 1-7 15,-2 4-5-15,1 2-2 0,-3 2-9 0,-1 3 2 16,0 2 2-16,-2 4-2 0,0 0 3 0,2 4-1 15,-2 2 0-15,-2 1 2 0,1 1-1 16,0 1 0-16,-1 2-1 0,-1-1-1 0,0 2-1 16,2 2-3-16,-2-1 0 0,0 2 0 0,0 2-2 15,1-1-1-15,1 1 1 0,0 1 2 16,1 3 2-16,0 4 1 0,2 4 0 0,1 4 8 16,0 7 3-16,-1 4 6 0,2 0 6 0,-3 6 3 15,2 2-6-15,-1 1-8 0,0 1-5 0,-2 1-7 16,-1 1-6-16,1-2-5 0,-1-1 6 15,-1-1 1-15,1-1 1 0,-1-3 0 0,1-2 1 16,-2-1-1-16,0-4 0 0,2-2 0 0,0-3-1 16,-2-3 0-16,0-1-1 0,2-4 0 15,-2-1-1-15,0-1 0 0,0-3 2 0,0-2-6 16,2-2-14-16,-2-3-38 0,1 1-65 16,-1-4-64-16,2-2-118 0,-2-5-176 0,0-2-291 15,0-2-285-15,0-3-221 0,1-2-140 0,-1-2 299 16,-1-2 556-16</inkml:trace>
  <inkml:trace contextRef="#ctx0" brushRef="#br0" timeOffset="90699.39">5235 11972 55 0,'9'-10'357'0,"2"-2"213"0,-3 2 226 0,2-1 139 16,2 2-162-16,-1 1-149 0,2 2-95 0,3-3-66 16,0 3-60-16,1 2-112 0,0 0-90 15,2 1-56-15,0-1-29 0,-1 1 14 0,2 2-20 16,-1 1-14-16,-1 1-6 0,0 2 14 16,-3 1 2-16,0 0-28 0,-2 3-8 0,-2 1-2 15,-3 2 4-15,-3 3-13 0,0 0-7 16,-4 3-3-16,-2 1-9 0,-4 2-7 0,0 3-10 15,-3 2-6-15,-1 0-8 0,-2 2-1 16,-2 0-2-16,-1 2-2 0,1 3-1 0,1-2-2 16,0 3 1-16,0 0-1 0,4-2 1 0,-2 4-1 15,4-3 2-15,0-3-3 0,1 0 0 0,2-4-2 16,3-1-2-16,0-4 0 0,3-2-1 16,2-3-1-16,1-1 1 0,0-2 1 0,2-3 1 15,0-2 0-15,3-1 0 0,0-2 2 0,3-3 0 16,-1-2 0-16,0-1 2 0,4-1 0 15,-1-1-7-15,0 1-32 0,0 0-69 0,1-1-66 16,-4-1-120-16,3 0-175 0,-5 4-311 16,3-4-308-16,-3 4-228 0,1-3-129 0,-2 1 326 15,1 0 565-15</inkml:trace>
  <inkml:trace contextRef="#ctx0" brushRef="#br0" timeOffset="91065.4">5848 12433 13 0,'3'-7'415'16,"-1"1"331"-16,-1 0 218 0,1-3 84 0,1-2-267 15,2-4-243-15,1 0-155 0,0-8-84 0,2 0-52 16,0-4-61-16,6-5-41 0,-2 0-7 0,3-6 17 16,-2-3 9-16,1-1 24 0,2-2 0 15,0 0-14-15,-2 0-26 0,3 1-33 0,-2 3-19 16,0 3-21-16,-5 5-12 0,1 4-14 15,-2 4-9-15,-2 5-8 0,-2 7-6 0,-1-1-7 16,1 6-6-16,-3 2-4 0,3 1-4 16,-1 4 1-16,1 5 1 0,-2 3 0 0,0 6 1 15,2 2 0-15,-2 6-1 0,2 1 0 0,-2 5-2 16,2 2-2-16,-2 3-3 0,2 3-1 16,-2 3 0-16,2 1-2 0,-2 3-1 0,0 1 1 15,0-1 1-15,3 1 0 0,-3-2 2 16,2-1-1-16,0-2-1 0,0-2-9 0,1-4-21 15,-1-1-58-15,-2-3-63 0,-2-7-90 0,-1-3-154 16,-1-1-252-16,1-6-310 0,-2 0-257 16,1-6-198-16,1-3 96 0,0-3 541 0</inkml:trace>
  <inkml:trace contextRef="#ctx0" brushRef="#br0" timeOffset="91400.33">6898 12397 486 0,'-5'-7'1697'0,"-1"-2"224"0,-5 5-429 16,0-3-419-16,-1 3-420 0,0 2-342 16,1-3-146-16,0 3-65 0,3 1-32 0,0-3-17 15,3 3-19-15,2-1-18 0,1 2-18 0,2-2-23 16,0 2-34-16,2 0-79 0,1-1-111 16,0 1-213-16,1 0-299 0,-1 0-363 0,2 0-420 15,-2 0-164-15,-2 0 368 0,3 0 787 16</inkml:trace>
  <inkml:trace contextRef="#ctx0" brushRef="#br0" timeOffset="92137.9">7440 11747 131 0,'-8'-5'472'0,"2"-1"295"0,0 1 239 0,1 2-58 15,-2 0-234-15,0 1-170 0,0 4-119 16,1 3-90-16,1 2-88 0,0 3-66 0,1 5-25 16,2 7-2-16,-1 2 5 0,3 5 9 0,0 7 3 15,3 5-6-15,-1 3-27 0,2 1-29 16,1 3-28-16,0-1-24 0,1 2-19 15,4-3-14-15,2-2-8 0,1-5-5 0,4-5-3 16,1-4-3-16,2-6-1 0,4-5-4 0,1-6 0 16,-1-7-1-16,3-6 0 0,0-8-1 15,-2-5 4-15,2-9-2 0,-3-3 2 0,-2-7 1 16,-3-4 2-16,0-3 2 0,-6-2 1 16,-4-4 3-16,-4 4-1 0,-2-1 1 0,-8 0 0 0,-1 2-2 15,-5 1-2-15,-5 3 0 0,0 1-2 16,-3 3-1-16,-3 4 0 0,0 6-1 0,-2 4-1 15,-1 3-1-15,3 9 2 0,-1 1-4 16,3 7-2-16,1 3-3 0,3 6 1 16,2 4-1-16,3 6-1 0,3 5-2 0,3 2 3 15,2 5 0-15,3 2 0 0,0 4-2 0,3-3 1 16,4 4-12-16,1-1-48 0,1-4-64 0,5-3-73 16,2-3-127-16,3-5-186 0,3-5-312 15,3-1-261-15,1-6-209 0,1-5-46 0,3-5 385 16,0-3 509-16</inkml:trace>
  <inkml:trace contextRef="#ctx0" brushRef="#br0" timeOffset="92450.11">8267 11796 163 0,'-6'16'747'0,"-2"9"404"0,1 2 59 0,1 0-130 16,0 8-417-16,1 1-272 0,4 2-146 15,1-1-63-15,1 3-33 0,2-2-30 0,5-1-30 16,2-2-44-16,-1-6-20 0,7-1-25 16,0-6-24-16,4-5-15 0,1-9-12 0,0-2-9 15,-1-8-4-15,0-4 6 0,-2-9 13 0,-1-1 14 16,-2-5 14-16,-3-7 20 0,-1 0 44 16,-4-1 78-16,-4-5 69 0,-1 0 32 0,-4-1 3 15,-5 2-13-15,-4-1-36 0,-3-2-57 0,-3 2-50 16,-4 0-34-16,-2 3-17 0,-3 2-11 15,1 4-9-15,-4 5-13 0,-4 5-53 0,-3 6-70 16,-2 6-129-16,-3 6-233 0,-3 7-302 0,-1 7-350 16,0 3-300-16,0 2-94 0,-2 1 486 15,1 5 664-15</inkml:trace>
  <inkml:trace contextRef="#ctx0" brushRef="#br0" timeOffset="93605.72">4811 12787 19 0,'-3'-4'279'0,"-1"-2"175"0,1 1 191 0,-2 2 117 0,2-1-133 16,2 1-46-16,-4 1-27 0,4 1-42 0,-1 0-75 15,-1-1-102-15,3 2-103 0,-2 0-92 16,1 2-62-16,-1 0-40 0,0 2-21 15,1 1-11-15,1 3-3 0,-2 2 1 0,2 0-1 16,0 2-1-16,0 4-2 0,0 0-2 16,0 1-4-16,0 1-3 0,2 3 5 15,-2 1 2-15,1 0 1 0,1 3 4 0,1-2 2 0,1 0-3 16,-1-1-1-16,1 3-4 0,1-6 1 16,1 0-2-16,1-2-1 0,1 0 3 15,1-4-1-15,2-1 1 0,2-2 2 0,3-2-2 16,1-2 2-16,2-2 2 0,5 1 0 0,2-3-1 15,3-2-3-15,1-2 2 0,3-1-3 0,0 0 0 16,-1 0 1-16,1-1 2 0,0 0 2 16,-1 0-5-16,-2 1 0 0,-1-1 1 0,-3 1-1 15,-2 0-2-15,-3 1 0 0,-1 1 0 16,-1-1 1-16,-3 2 2 0,1-2 4 0,-4 2 3 16,3 0 3-16,-3 0 4 0,-1 0 3 0,2 0-4 15,-1 2-3-15,1-2-3 0,-4 2-1 0,1-2-2 16,1 0-2-16,-2 0 5 0,1 0-2 15,-2 0-1-15,-1 0-2 0,1-2 1 0,-3 0 0 16,1 2-3-16,0-1 0 0,-2 0 1 16,0-1-1-16,-1 1-1 0,2-1 2 0,-3 0 0 15,2 0 1-15,0-1-5 0,-2-2 8 0,2 3 13 16,-3-5 12-16,4 3 31 0,-3-1 15 16,0-1 30-16,-1 0 16 0,-1-2 12 0,1 0 4 15,-2-3-17-15,-2 1-11 0,-1-4-21 16,0-1-20-16,0 0-23 0,-5-1-17 0,2-2-11 15,-1-2-4-15,1 1-6 0,-2 1-2 0,0 1-3 16,2 2-1-16,1 3-1 0,0 1-2 16,1 3-2-16,-1 2-18 0,2 1-44 0,1 2-55 15,-1 1-76-15,0 2-141 0,3 2-231 0,0 0-300 16,3 1-261-16,0-2-210 0,2 1 26 16,0-2 484-16</inkml:trace>
  <inkml:trace contextRef="#ctx0" brushRef="#br0" timeOffset="95545.58">5903 11655 151 0,'-3'0'332'0,"0"-2"147"0,0 2 101 16,1-2-153-16,1 2-96 0,-1-1-53 0,-1-1-27 15,3 2-37-15,-2-2-43 0,1 0-40 0,-1-1-43 16,2 1 9-16,0-2 9 0,0 0 69 16,0-1 59-16,3-1 46 0,-3-2 23 15,2-1-26-15,-2 1-20 0,3-3-57 0,-1 0-47 16,-2-2-37-16,3 1-21 0,0-2-11 0,2 0-14 16,-1-1-10-16,-2-1-5 0,3 0 10 0,-2 0 18 15,0-1 6-15,2 0 24 0,-2 0 8 16,0 0-2-16,0 0-16 0,0 2-23 0,-1 2-18 15,1 0-26-15,0 0-12 0,-1 2-10 16,1 0-5-16,-1 1-4 0,1 0-2 0,3 2-10 16,-3-1 1-16,2 0 0 0,0 0-1 0,1 1-8 15,2 1-3-15,0-1 4 0,0 2-2 0,3-1-1 16,0 2-2-16,0 1 18 0,0-1 9 16,5 3 4-16,-3 0 2 0,4 0-2 0,-1 1 3 15,1 1-8-15,2 0-5 0,0 0-2 16,3 1 0-16,-1-1 2 0,-2 2-5 15,3 0-3-15,0-1 1 0,-1 0 0 0,1 1 1 16,0-2 1-16,-1 0 3 0,1 0 3 0,0-2 0 16,-3 1 2-16,3 0-1 0,-2-3 2 15,-2 3 1-15,1-2 1 0,1 0 1 0,-2-2 3 16,1 2-1-16,-2-1 0 0,2 0 10 0,0 0 5 16,0-1 3-16,0 1 0 0,0 1-2 15,2-1 0-15,-1 1-11 0,-1 0-5 0,0-2-7 16,1 2-3-16,1 0 1 0,0-1-2 0,1 1 0 15,1-1 0-15,0 0 0 0,0 0-1 16,3 1 10-16,-1 0 3 0,-1 0 2 0,3 0 1 16,0 0-2-16,-1-1-2 0,0 1-10 15,0 2 0-15,1-1-2 0,-1-3 0 0,1 5 1 16,-2-3 3-16,2 1 2 0,-2-1-2 16,0 0 1-16,-1 2 0 0,0-1 0 0,1-1-9 0,-1 3-4 15,-1-2 0-15,-2 2-3 0,3 0 0 16,-1 2-1-16,1-2 9 0,-3 3 1 0,3-1 1 15,-1-1 1-15,-2 2-1 0,1-2 1 16,2 3-1-16,-2-1 2 0,-1-3 8 0,0 5 3 16,3-3 4-16,-3-1-3 0,1 2 1 15,0 1-1-15,2-2-7 0,-2 0-5 0,-2 1-1 16,2 0-2-16,-2-1 2 0,0 1-2 0,2 0 1 16,-3 0-2-16,0 0 0 0,0 0 1 0,0 0-1 15,0-2 2-15,0 0 1 0,0-1 1 16,1 0 2-16,-2 0 1 0,1-1 0 0,1 0 1 15,-2-2 0-15,2 0 2 0,-2 0-1 16,2 0-1-16,-1-2 0 0,1 1 0 0,-2-1-2 16,3 1-1-16,-4-3-1 0,2 4 0 0,0-2 0 15,0 2 1-15,0-2-1 0,0 1 0 16,-2 2 3-16,0-1-1 0,0 0 1 0,-3 2-2 16,3-1-1-16,-4 0 0 0,1 1-2 15,-1 1 1-15,-1-2-1 0,-2 2 1 0,0 0 0 16,0 0 1-16,-2 0 0 0,0 0-1 0,-1 2 1 15,2-2 0-15,1 0-1 0,-2 0 1 16,0 0-1-16,1 0 0 0,-1 0 0 0,0 0 1 16,-2 0 2-16,3-2-2 0,-1 2 2 15,-1 0-3-15,1-1 1 0,-1 0-1 0,0 1-1 0,1-2 1 16,-2-1-2-16,2 1 3 0,0 0-1 16,0-1 0-16,-2 1-1 0,4-1 2 0,-4 0 2 15,2 1-1-15,-3 0 0 0,1 0 1 16,0 0-2-16,-3 2 1 0,1-2-2 0,-3 2-1 15,2-2 0-15,-1 2 2 0,-2 0-1 0,2 2-1 16,-1-2 2-16,1 3 0 0,-2 0 3 16,1 1-1-16,1 4 9 0,-2-1 3 0,0 2 1 15,0 2 1-15,0 1-1 0,-2 2 0 16,1-1-7-16,1 2-4 0,-2 1-2 0,-1 0-1 16,0 3-1-16,0 0-1 0,-1 2 0 0,-2 1 1 15,0 3-5-15,1-2-20 0,0 2-56 16,-3-1-61-16,2-2-86 0,-2 0-171 0,2 0-304 15,0-4-307-15,-1-2-257 0,2-2-172 0,-2-6 175 16,0 1 620-16</inkml:trace>
  <inkml:trace contextRef="#ctx0" brushRef="#br0" timeOffset="126655.11">4966 14453 157 0,'-3'6'387'0,"-1"1"180"15,1-2 134-15,0-2-153 0,1 2-99 0,-1 0-14 16,0 0 2-16,3-1-4 0,-3-1-21 16,2-2-49-16,-1 1-69 0,2-1-74 0,-2 1-47 15,2-2-2-15,0 0 12 0,0 1 12 16,0 1 10-16,0-1-4 0,0 1-12 0,0-2-36 16,0 1-36-16,2-1-28 0,-2 0-26 0,0 0-19 15,0 0-12-15,0 0-7 0,0-1-7 0,2 1-3 16,-2-3-1-16,1 0 1 0,2-3-2 15,0-1-4-15,0-1 3 0,1-2 3 16,0-4-5-16,1-2-3 0,0 0 1 0,4-1-1 16,-4-2-3-16,3-5-4 0,0 0 2 0,1-1 2 15,-1 0 3-15,2 0 3 0,1 0 2 16,-2-1 3-16,1 2 1 0,-2-1-2 0,3 4 0 16,-5 0-3-16,2 1-2 0,-3 2-2 0,3 2 0 15,-4-1-1-15,1 3-1 0,0-1 1 16,-2 2-2-16,2 1 0 0,-2 3-1 0,0 0 0 15,-1 2 0-15,-1 1 0 0,2 2-1 0,-3 0 1 16,0 3 0-16,0-2 0 0,2 3 0 16,-2-2-2-16,0 2-1 0,0 2 0 0,2-2-1 15,-1 3 1-15,-1 3 0 0,2 1 2 16,-1 4 1-16,1 1 2 0,1 2 5 0,-1 4 2 16,0 1 3-16,1 3 2 0,-2 1-1 0,2 5 1 15,0 0-3-15,-3 2-3 0,2 1 0 16,-1 2-3-16,1-2 5 0,-2 2 0 0,0-1 0 15,0-3 0-15,0 2 0 0,0-3 1 0,-2-1-10 16,1-2-6-16,1 0-2 0,0-3-1 16,-2-3-3-16,2 0-2 0,0-4 4 0,0-2 3 15,0-2 1-15,-1-3-1 0,-1 1 0 0,2-3 0 16,0 1-1-16,-3-4 0 0,3 2 3 0,0-3-5 16,-1 0-8-16,1-1-19 0,-2 1-40 15,2-1-72-15,-1-1-82 0,-1-3-152 0,2 2-219 16,0-3-315-16,0 0-306 0,0 0-207 15,0 0-7-15,0-2 527 0</inkml:trace>
  <inkml:trace contextRef="#ctx0" brushRef="#br0" timeOffset="127746.62">5514 14052 154 0,'-1'-3'360'16,"1"1"181"-16,0-1 106 0,-2 2-104 0,2-2-103 15,0 2-62-15,-1-3-34 0,1 3-32 16,-2-2-31-16,2-1-22 0,0 1-23 0,0 1-15 16,0-4-8-16,2 4-12 0,-2-3-24 0,1 1-27 15,-1 0-24-15,2-1-23 0,-1 0-15 16,1 3 4-16,1-3 16 0,-1 2 10 0,1-1 6 16,3 1 12-16,-3-2-3 0,2 2-19 15,-2-1-9-15,2 1-1 0,3-4-15 0,0 3-20 16,-2-3-11-16,2 2-7 0,0-1-17 15,1 0-15-15,1 0 6 0,1 0 1 0,0 0 2 16,2 0-1-16,-2 0 1 0,3 3-2 0,-3-1-10 16,2 2-7-16,-2 1-2 0,-2 2-1 15,2 1 6-15,-3 1-4 0,0 1-1 0,-3 4 1 16,3-1 0-16,-4 4 3 0,-2 1-1 0,-2 1 6 16,0 2 1-16,-2 0 3 0,-2 3 1 15,-2 0-4-15,-1 2 1 0,1 1-2 0,-2-1 6 16,-3-1 2-16,0 4-1 0,1-1-2 0,-2 0-2 15,1-1-3-15,-1 2-8 0,0 1-5 16,1-3-2-16,-2 0-1 0,4-2-3 0,-1 2 0 16,1-2 1-16,4-5 1 0,0 3-1 15,-1-4 1-15,4 0 0 0,-1 0 0 0,3-2-2 16,0-1 0-16,0-1 0 0,3 0 2 0,-1 0-1 16,1-2 1-16,0-1 0 0,2 2-1 15,0-2 1-15,1-1 1 0,0 1 0 0,1-2 0 16,-1 0 0-16,3 1 0 0,-2-2-1 0,1 0 0 15,0-2 0-15,1 1 1 0,1-2 0 0,-1 0 0 16,2 0 0-16,-3-3 0 0,3 1 0 16,0-1 0-16,-1-1 1 0,1 0-1 0,1-2 0 15,-2 0-6-15,1 1-16 0,0-1-45 0,-3-1-73 16,0 3-87-16,0 0-152 0,-1 0-259 16,0 0-324-16,-1 1-307 0,1-1-193 0,2-1 81 15,1 1 560-15</inkml:trace>
  <inkml:trace contextRef="#ctx0" brushRef="#br0" timeOffset="128559.34">6286 14002 175 0,'-2'-5'381'0,"1"-1"174"0,-1 2 77 15,2-2-108-15,-1 2-116 0,-1-1-71 16,0 2-32-16,2 0-1 0,-3 1 16 0,3-2 11 16,-1 3-9-16,-1-2-15 0,0-1-29 0,2 4-21 15,-2-3 13-15,0 3 14 0,2 0-3 16,0 0-16-16,-2 0-19 0,1 0-31 0,-1 0-53 15,1 3-51-15,-3-3-36 0,1 4-23 16,-2 0-13-16,-1 2-9 0,0 2-6 0,-2 2-4 16,2 1-10-16,-3 3 1 0,0 4-5 15,1-1-3-15,-1 3-3 0,1 0 0 0,-1 5 5 16,0-1-1-16,3 2 10 0,0 4 7 0,0-3 4 16,1 5 2-16,2 0 1 0,1 2-2 0,0-1-4 15,4-2-6-15,0 3-4 0,3-1-1 16,2-1-3-16,3-3-1 0,1 1-2 0,6-1-3 15,-1-3 0-15,3-1-1 0,3-1-2 16,0-3-1-16,4-3 0 0,-1-4 2 0,0-1-1 16,2-3 1-16,1-4 0 0,-2-4 1 15,1-2 0-15,-2-5 0 0,0 0-1 0,-3-7 1 16,-4 1 1-16,2-4-1 0,-4-3-1 16,0-3 1-16,-3-2 0 0,-1-7 0 0,-1 2 2 15,-4-2 0-15,2-3 2 0,-6-2 0 0,0-1 0 16,-3-2 0-16,-1 0-2 0,-2-3 1 0,-3-2-1 15,-1-3 0-15,-1 2 0 0,-2-1 0 16,-2 2 0-16,-1 5 1 0,-4 0 1 0,-2 5 1 16,0 5-1-16,-3 2 0 0,1 5-1 0,-1 4-1 15,-1 3-2-15,2 3-1 0,0 4 0 16,1 2-1-16,2 4-1 0,1 2 0 0,3 4 0 16,-2 2-1-16,5 4 0 0,-3 1-1 0,4 4 0 15,2 1-7-15,-1 1-7 0,3 2-13 16,-1 2-19-16,2 0-45 0,0 2-70 0,2 0-66 15,2 0-108-15,-2-1-166 0,3 2-259 0,0-1-276 16,4 0-206-16,-1-3-148 0,2 0 236 16,3-1 526-16</inkml:trace>
  <inkml:trace contextRef="#ctx0" brushRef="#br0" timeOffset="128957.94">6860 14493 45 0,'-2'-2'806'0,"-1"2"759"0,1 0 60 16,-2 0-295-16,-1-1-395 0,2 1-386 0,1-1-235 15,-1 1-131-15,0-2-61 0,1 0-42 16,2 1-29-16,0 0-25 0,0-1-15 15,2-2-7-15,0 0-5 0,1-1-10 0,0 1-18 16,0-2-50-16,2 0-72 0,-5 1-115 16,4-1-191-16,-2 4-298 0,-2-3-342 0,0 2-303 15,0 0-145-15,0 3 328 0,0 0 656 0</inkml:trace>
  <inkml:trace contextRef="#ctx0" brushRef="#br0" timeOffset="130011.24">7273 14316 178 0,'0'0'417'16,"0"2"171"-16,0-2 111 0,1 0-174 0,-1 0-140 15,2 0-54-15,1-2-6 0,0 2 16 16,0-2 19-16,0-3 0 0,2 3-34 0,-2-3-53 16,2 0-42-16,-2-1-9 0,4-1 7 15,0 0 15-15,1-4 0 0,2-1-8 0,-2-1-14 16,4-1-35-16,-4-1-38 0,2-3-45 0,2-2-32 15,1-1-20-15,0-1-12 0,-1-1-12 0,0-3-4 16,2 0-4-16,-2-1-2 0,4 0-2 16,-3 0-6-16,1 0 3 0,0-1-4 0,-1 2-6 15,-2 1 0-15,2-1-1 0,-3 2 4 16,2 3 6-16,-4 1 1 0,1 4 4 0,-3 1-1 16,-1 2 1-16,0 2-4 0,-2 4-4 15,-1-1 2-15,1 3-2 0,1 3 0 0,-4-2 0 16,2 3-2-16,-2 0 0 0,2 1-4 0,-1 2-3 15,1 2 0-15,-1 2 0 0,3 3 1 16,-1 2 1-16,0 3 3 0,0 4 6 0,0 1 3 16,2 5 0-16,0-1 2 0,-2 4 3 0,0 5 3 15,0-1-1-15,0 6 0 0,-1-2 2 0,-2 5 2 16,0-1 0-16,0 1-4 0,0-1-3 16,0-3-3-16,-2-1-2 0,1 1-7 0,1-7-3 15,0-1-2-15,0 0-1 0,0-6-1 16,0-3 0-16,0 1 0 0,-2-4 0 0,2-2 1 15,0-2 0-15,0-3 0 0,-3 0-1 0,3-3 1 16,0 1 0-16,-2-4 0 0,2 0 0 16,0-1-1-16,-1 0-3 0,1-2-3 0,-2 0-6 15,2-2-10-15,0 0-13 0,0-4-16 16,2-1-26-16,-1-2-51 0,1 1-64 0,1 0-68 16,-1-1-109-16,1 0-151 0,0 0-228 0,-1 1-245 15,1 2-211-15,3-1-131 0,-3 2 217 16,2-3 471-16</inkml:trace>
  <inkml:trace contextRef="#ctx0" brushRef="#br0" timeOffset="130570.71">8229 13837 113 0,'2'-12'612'0,"-1"2"422"0,-2-1 181 15,-1 2-107-15,-1 0-276 0,1 1-197 0,-1 1-148 16,0 1-100-16,1 0-72 0,-2 2-54 16,0-2-77-16,-2 3-67 0,3 0-38 0,-2 0-21 15,1 2-13-15,0 1-12 0,0 0-10 16,-2 2-6-16,1 1-8 0,0 5-2 0,0-1-4 15,0 5 0-15,-1 6-2 0,0-1-1 16,1 7 0-16,0 3 0 0,2 3 0 0,0 4 0 16,1 4 2-16,-1 4-1 0,3 1 1 15,3 4 0-15,-1-1-1 0,4 4-1 0,2-3 0 16,3 3 2-16,0-3 0 0,5-2-2 0,0-5 2 16,4-1-1-16,4-3 0 0,3-6-1 0,2-4-1 15,1-7 0-15,1-5-1 0,1-7-3 16,0-4-3-16,-2-9-4 0,-2-3 0 0,-3-6-1 15,-1-6 1-15,-2-3 2 0,-3-4 3 16,-2-4 4-16,-4-4 3 0,-2-3 1 0,-3-1 3 16,-3-3 1-16,-4-2 1 0,-1-2 0 0,-4-3-1 15,-3-1-4-15,-2-4 2 0,-1-1-1 0,-1 2 2 16,-3-4 6-16,-2 4 6 0,-1 5 7 16,-2 6 3-16,-5 5 0 0,-1 7-3 0,-2 9-5 15,-3 5-8-15,2 6-6 0,-1 9-5 16,4 4-3-16,1 6-3 0,2 7-1 0,3 5-1 15,3 4-11-15,0 4-36 0,5 4-76 0,0 1-112 16,0 5-209-16,2 0-304 0,-1 3-352 16,2 0-371-16,-3 6-141 0,0-1 380 0,-3 4 735 15</inkml:trace>
  <inkml:trace contextRef="#ctx0" brushRef="#br0" timeOffset="146493.1">6153 13752 187 0,'3'-8'386'0,"-1"3"161"15,-1 0 64-15,1 0-132 0,1 3-107 0,-3-2-54 16,2 1-31-16,-2 2-19 0,2-2-24 16,-2 3-24-16,1-2-41 0,-1 2-23 0,0-5-11 15,0 4 0-15,0 0 7 0,0-1-16 0,0-1-7 16,0 0-10-16,0 1-15 0,0 0-17 16,2-3-10-16,-1 1-2 0,-1-1-6 0,0-1-15 15,2 0-13-15,-2-1 1 0,4-3-7 0,-2 2-6 16,1-3-6-16,-1-1-2 0,1 0-2 15,0-1-7-15,0-2-5 0,2-2-4 0,0 0 2 16,1 1-3-16,0-1 3 0,-1 0 0 16,0 0-4-16,1 1-1 0,0 0-1 0,-1 2-1 15,0 0 2-15,1 2 0 0,-2 0 3 16,-1 3-1-16,2 0 1 0,-1 2-3 0,-1 0-2 16,2 1 0-16,-2 0 2 0,2 2 0 0,0 1-2 15,0-1 4-15,2 2-1 0,-2 2-2 16,3-5 0-16,0 4-2 0,1 0 5 0,-1-1 0 15,2 0 2-15,1 1 0 0,-2 0 2 0,3-1 1 16,0 0-4-16,-1 1 0 0,2 0-2 16,1-1 1-16,-1 0-4 0,2 1-1 0,-2-2 23 15,4 0 40-15,-2 2 25 0,2-2 7 16,-1 1 9-16,0-1 1 0,0 0-15 0,1 0-39 16,-1 0-21-16,3 1-6 0,-2-2-7 15,-1 0-4-15,1 0-7 0,1 0 4 0,-1 0-2 16,1-1-7-16,-1 0 2 0,2-1 3 0,-2 2-1 15,0-2-3-15,1 0 2 0,3 2 1 16,-3-2 0-16,2 1-5 0,0 1 2 0,2 0 3 16,-3 0 0-16,3 2 1 0,0-2 3 0,1 2-4 15,-1 0-1-15,1 0 0 0,-2 2-1 16,1-1-2-16,0-1-3 0,0 1 8 0,-1 1 2 16,1-3-1-16,-2 3 1 0,0-2 1 0,-1 2 2 15,-2 0-3-15,2-3 0 0,0 1-3 0,-3 1 3 16,3 1-2-16,-2-1-1 0,-1-1 0 15,3 0 4-15,-3 2-1 0,1-1-4 16,-3 1 5-16,2 0 3 0,0-1-3 0,0 1-3 16,-2 0 2-16,0 0 2 0,0 0-2 0,1 0-2 15,-1 0 0-15,0 0 2 0,2-2-4 0,-2 2-1 16,0 0 1-16,-1 0 1 0,3-2 1 16,-5 2 2-16,0 0-3 0,2 0 0 0,-4 0-2 15,2 0-5-15,-1 0 4 0,-1 0-3 16,1 0 3-16,-1 0 1 0,1 0 0 0,-2 0 0 15,1 0 0-15,-1 0 3 0,0 0-1 16,3 2-1-16,-2 0 4 0,-1-1-4 0,2 0 0 16,1 1-3-16,-2 1-1 0,-1-2 2 0,3 1-1 15,-3 1 1-15,2-3-4 0,1 2 5 16,-2-2-2-16,-1 3 0 0,3-2 0 0,-3-1 4 16,2 2 0-16,-1-1 0 0,0-1-1 0,0 0 0 15,0 2-2-15,0 0 0 0,-1-2 2 16,0 1 0-16,0 0 0 0,0 1 1 0,0-2-1 15,-2 2 0-15,1-2 1 0,-1 1-5 0,2-1 1 16,-2 0 0-16,1 1 1 0,1-1-1 16,1 2-1-16,-1-2 4 0,0 2 3 0,3-2 0 15,-2 0-3-15,1 1 0 0,2-1 4 16,-2 0-3-16,1 0-3 0,3 0 1 0,-1-1 3 16,1-1 0-16,0 0-4 0,0 1 0 0,1-2 4 15,-2 0 0-15,2 0-4 0,-2 0 3 16,3 0 0-16,-2 0 0 0,0 1-4 0,-1-3 2 15,-1 4 3-15,-2-2 0 0,1 1-3 16,0 1 2-16,-3 0-1 0,0-1 3 0,0 0 0 16,1 2-5-16,-4-1 1 0,1 1 1 0,-1-1 1 15,0 1 1-15,1 0-3 0,0-2 3 16,-1 2 2-16,2-2-1 0,-1 2-3 0,2-1-1 16,0 1-3-16,0-1 2 0,-2-1 1 0,3 1-4 15,-1 1 4-15,0-2 0 0,0 2 0 16,0 0-2-16,0-1 1 0,2 1 4 0,0-2-4 15,-2 2-3-15,2 0 0 0,-2-1 1 0,1 1-1 16,1 0-1-16,-2 0 5 0,1 0 0 16,1 0 4-16,-1 0 2 0,-1-2-1 0,0 2-1 15,0-1-4-15,0 1 3 0,-2 0-5 0,3 0-1 16,-2 0 0-16,-1 0 1 0,1 0 2 16,0 1 1-16,-2-1 2 0,0 2-1 0,0-2 1 15,-2 0-1-15,2 0 1 0,-2 1 0 16,1-1-3-16,-1 0 0 0,-1 2-3 0,1-2 5 15,-1 1-2-15,1-1-1 0,0 0 25 16,-1 2 21-16,-2-2 11 0,3 1 1 0,-1-1 1 16,-1 2-1-16,1-2-21 0,0 1-14 0,0-1-10 15,0 0-4-15,0 1-4 0,-1-1 0 16,1 0-1-16,-1 2-3 0,1 0-2 0,0-1 0 16,-1 0 1-16,2-1 2 0,-1 2-1 0,0-2 0 15,-1 0 0-15,-1 2 1 0,2-2 1 16,-1 1-3-16,-1-1 0 0,2 0 1 0,-2 0 0 15,2 0-2-15,-1 0 1 0,-1 0 3 0,3 0 1 16,-1 0-1-16,-1 1 1 0,-1-1-2 0,3 0-1 16,-3 0-1-16,2 0 1 0,0 2 1 15,-1-2-1-15,-1 0 2 0,2 2-1 0,-1-2 1 16,-1 1-4-16,2-1 1 0,0 1 2 16,-1 1 7-16,-1 1 5 0,2-1 5 0,-1-2 2 15,1 4 6-15,1 1 3 0,0 1-4 16,-3 0-3-16,3 1-2 0,-1 1 0 0,-1-1-6 15,-1 4-4-15,2 1 3 0,0 0 3 16,-2 0 0-16,1 3 0 0,-1-2 1 0,-1-1 0 16,-1 1-5-16,2 1-6 0,-2-2-2 0,1 1-3 15,-1-2-4-15,-1 1-18 0,0-1-72 16,-3-2-87-16,3 0-186 0,-4-1-281 0,1-4-332 16,-3 0-389-16,1-1-215 0,-2 1 173 0,2 0 745 15</inkml:trace>
  <inkml:trace contextRef="#ctx0" brushRef="#br0" timeOffset="152937.76">5603 663 38 0,'2'0'283'0,"-1"0"176"0,2 1 173 16,-3-1-18-16,2 2-81 0,1-2-56 16,-3 1-13-16,3-1-8 0,-3-1-5 15,0-1-37-15,-3 1-43 0,3-1-15 0,-1 1-19 16,1-1-36-16,0 1-44 0,-2-1-35 0,0 0-36 15,-1 0-48-15,0 0-45 0,-2 2-25 16,-1-1-17-16,-2-1-10 0,0 2-9 16,-3 0-7-16,0 0-6 0,-2 2-3 0,2-1-2 15,-3 3-4-15,1 0-1 0,-2 0-1 16,-2 2-1-16,2 2-2 0,-1 0-3 0,-1 3-1 16,-2 3-2-16,3 2-2 0,0 2 1 0,0 2 0 15,2 1 2-15,3-1-1 0,1 2 2 0,0-3 1 16,2 4-2-16,3-2 0 0,0 2 0 0,2-2-1 15,1 0 0-15,2 1-1 0,2-1 1 0,1 0-1 16,0-3-1-16,2-2 1 0,3 2-2 0,3-5 1 16,-2-1-2-16,4-1 2 0,1-3 0 15,1-1-1-15,2-4 3 0,-1 0 1 0,3-3 0 0,-1-3 2 16,0 0 2-16,1-3-1 0,-1-1 2 16,-1-1 0-16,0-2 1 0,-3 1-1 0,2-2-2 15,-5-2 1-15,2 1 0 0,-4 0-1 0,1-1 0 16,-4-1 1-16,-1 3 0 0,0-4 0 0,-1 3 0 15,-2-2-1-15,-2 3 0 0,0-1 0 0,0 1 1 16,-2-2 0-16,-2 1 0 0,2 1-1 0,-1-1 1 16,0 2-2-16,-2-1-1 0,2 0 6 0,0 1 3 15,-1 1-6-15,1-1-2 0,-1 2 1 0,2 1-2 16,1 2-5-16,-1 1-4 0,-1 1 5 16,3 0 2-16,-2 1 1 0,2-1 1 0,-1 3 1 15,1-1-2-15,-2-2-1 0,2 3-1 16,0 0-2-16,0 0-1 0,0 3 4 0,0-2-2 15,0 1-2-15,0-1 1 0,2 4-1 0,-2 1 1 16,1 1-4-16,-1 0 4 0,2 1 2 0,1 1 1 16,-1 0 0-16,1 1 1 0,1 1-1 0,1 3-1 15,0-1 2-15,1 2 0 0,1 0 2 0,0 2 0 16,0-1-2-16,1 1 3 0,0-3-2 0,1 4 1 16,1 0-1-16,-1-4 1 0,2 1-1 0,2 0-1 15,-2-2 0-15,3 1 0 0,-1-2-2 16,2 0 0-16,-2-3 1 0,4 0-4 0,0-2-14 15,-2-2-50-15,1 0-68 0,0-3-95 0,-2-2-151 16,3-1-244-16,-1-1-326 0,3-5-274 0,0 3-193 16,-1-4 120-16,-1-1 516 0</inkml:trace>
  <inkml:trace contextRef="#ctx0" brushRef="#br0" timeOffset="155617.13">10620 1935 9 0,'1'-5'262'0,"1"-1"173"0,-2 2 186 0,0-1 58 15,2 1-103-15,-1 0-37 0,-1 2 13 0,0-1-19 16,0 0-43-16,0 0-43 0,0 3-41 15,0 0-52-15,0 0-70 0,0 0-50 0,2 0-38 16,-1 0-43-16,-1 3-48 0,0-2-41 0,-1 4-25 16,-1 1-18-16,-1 6-12 0,1 1 3 0,-3 7-8 15,2 2 5-15,-3 3 1 0,0 5 3 0,1 6 0 16,-1-1-6-16,-1 3 3 0,1 1-3 0,0-1-1 16,1-3-1-16,2 0 3 0,1-3-1 0,-1-3-3 15,3 0-2-15,0-7-2 0,3-2-1 16,0-1-4-16,1-4 1 0,1-3 0 0,2-2 0 15,-1-2 3-15,2-4 4 0,1 1 0 0,1-5 1 16,2-5 4-16,0 1 1 0,2-4-3 16,-2 1-3-16,3-3 0 0,-4 1 1 0,3-2-3 15,-4 3 0-15,0 0 1 0,-2 0 3 0,-1 2-3 16,-2 2 0-16,-2-1 1 0,0 2 0 0,1 1-3 16,-3 2-2-16,1 0 2 0,-2 2-1 0,2 2 1 15,-2 4 0-15,0 1-4 0,0 4-7 0,-2 0-1 16,2 2-1-16,0 0 0 0,0 4 0 0,0-4 5 15,0 3 6-15,0-1 0 0,2-1 1 16,-1-1-1-16,1 0-2 0,-1-3 0 0,2 0 1 16,0-1 3-16,-1-3 0 0,-1 0-3 0,1-3-15 15,-2 2-49-15,0-3-49 0,0-2-54 0,0 0-106 16,-2-4-164-16,-1 0-214 0,2-3-246 16,-1-1-233-16,-1-1-179 0,0 0 190 0,2 0 478 15</inkml:trace>
  <inkml:trace contextRef="#ctx0" brushRef="#br0" timeOffset="155813.87">10868 2546 101 0,'5'0'680'0,"-2"4"474"16,-1-4 129-16,-1 0-111 0,1 0-347 0,-1 1-265 16,1 0-171-16,-2 1-94 0,4 0-56 0,-4-2-52 15,0 1-64-15,2-1-58 0,-2 0-33 0,0 0-19 16,3 0-10-16,-3 0-12 0,2-1-45 0,1-3-59 15,-1 2-71-15,1-2-127 0,0 0-175 16,2 0-313-16,0-1-272 0,2 1-216 0,1-1-51 16,0 0 376-16,3 0 494 0</inkml:trace>
  <inkml:trace contextRef="#ctx0" brushRef="#br0" timeOffset="156498.88">11443 2100 156 0,'0'-14'754'0,"0"2"432"15,-4-1 73-15,-1 1-140 0,0 0-348 0,-1 0-250 16,1 1-138-16,-1 0-73 0,0 2-47 0,-1-1-43 16,2 1-67-16,-1 3-55 0,0-1-35 15,0 2-25-15,-1 0-12 0,1 4-8 0,-1 0-10 16,-2 1-4-16,3 2-5 0,-2 2 0 0,1 0-1 15,-2 0 0-15,4 3-1 0,-1 0 0 16,0 1 2-16,-1 1-1 0,2 1 1 0,1 1 0 16,-1 0 0-16,2 1 0 0,1 2-1 0,-1-2-3 15,2 1 1-15,1 1-1 0,1-2-1 0,2 0 2 16,-1 2 2-16,3 0 1 0,2-1 7 0,0 0 3 16,1 0 1-16,1 0-1 0,2 2-1 15,2-2-1-15,1 1-6 0,0-1-2 0,1-1-1 16,0 2 2-16,0-1-1 0,2-1 2 0,0 2 0 15,-4-3 1-15,0 1 2 0,1 2-3 0,-1-2 2 16,-2 0 1-16,-2 0 0 0,-2 0-1 16,-1 0 1-16,-3 2 2 0,2-1-1 0,-4 1-1 15,-4 1 0-15,0-1-1 0,-1 3 1 0,-3 0-1 16,-3 1-1-16,0-2 0 0,-2 2 0 0,-2-3 2 16,0 0 0-16,-1 0 3 0,0-3 1 0,0-1 1 15,0-4-2-15,2-1-7 0,1-3-4 16,0-2-3-16,1-3-4 0,1-4-1 0,1-1-3 15,3-1 6-15,1-4 9 0,-1-2 5 0,6-1 2 16,0-1 1-16,3-4 1 0,0 1 0 0,4-3-6 16,-1-2-4-16,4 2-4 0,0-3 0 0,3-1-1 15,0 1 1-15,1 1 1 0,2-4 2 0,-2 5 2 16,-1-1 1-16,3 1 1 0,-4 0 2 16,1 1 1-16,-4 3 1 0,1-1-7 0,-2 4-3 15,-4-1-3-15,1 1 0 0,-2 1-3 0,-3 0-1 16,0 3 7-16,-3 0 3 0,-2-1 1 15,1 3 2-15,-2 0 6 0,-1 0 4 0,-1 3 2 16,2 1 0-16,-5 0-6 0,3 2-5 0,-2 1-9 16,2 0-6-16,-4 3-2 0,2 0-3 0,1 0 4 15,-2 3 0-15,1 0-16 0,2 2-30 0,-2 1-61 16,1 2-59-16,1 1-113 0,-1 0-163 0,5 2-270 16,-3-1-287-16,2 2-227 0,4-2-155 0,1 1 261 15,1 1 530-15</inkml:trace>
  <inkml:trace contextRef="#ctx0" brushRef="#br0" timeOffset="157052.87">11687 2110 272 0,'0'-3'717'0,"3"-2"308"0,-1 1 53 15,-1 0-253-15,1-1-293 0,-1 2-216 0,4-1-120 16,-2-1-66-16,5-1-30 0,0 2-15 0,3-2-27 16,1 2-5-16,3-3-7 0,1 3 1 15,3-3 0-15,1 3-3 0,-2 0 2 0,4-1-18 0,-2 2-10 16,0 0 1-16,-2 3 21 0,0 0 18 16,-1 1 6-16,-4 4 16 0,1 0 17 15,-4 2 25-15,-4 1 5 0,2 3-2 0,-5 2 1 16,-2 2-1-16,-2 1-12 0,-2 2-22 0,-5 1-19 0,2 0-9 15,-2 1-14-15,-3 2-11 0,1-1-9 16,2-2-7-16,-1 2-8 0,0-3-6 16,0-1-4-16,3-2 0 0,0 0-2 0,1-5-3 15,2 1-1-15,1-4-1 0,-1 1-1 0,3-2-2 16,3-2 3-16,-1 1 3 0,4-4 2 0,0 1 2 16,2-2-1-16,1 0 0 0,3-2-2 0,-1-1-1 15,2 0-4-15,4 1 1 0,-1 0 0 0,0-1 0 16,1 2-1-16,-3-1 0 0,2 2 3 0,-2 2-3 15,-1 2 2-15,0-1 0 0,-4 3 1 16,2 0 2-16,-5 1 1 0,-1 4 3 0,-2 1 0 16,-1 1 1-16,-4 1 2 0,1 1 0 0,-4 1 1 15,-1 1-3-15,-3-1 5 0,-1 2-1 0,-3 0-10 16,-1 0-4-16,1 0-3 0,-4-1-1 16,2-1-4-16,0-1 1 0,0 0 7 0,-2-1 3 15,4-2 2-15,0-3 2 0,1 0-1 0,3-3 1 16,0-2-25-16,0 0-60 0,1-2-53 0,2-2-101 15,-2-2-153-15,2-2-270 0,3-2-299 16,1-1-235-16,1-1-193 0,2-2 173 0,1-1 524 16</inkml:trace>
  <inkml:trace contextRef="#ctx0" brushRef="#br0" timeOffset="158252.31">12308 2582 190 0,'0'0'499'0,"0"2"268"0,0 0 180 0,0 0-138 16,0-1-166-16,0-1-125 0,0 0-97 0,0 0-67 15,-1 0-71-15,1 0-76 0,1 0-71 16,-1 0-41-16,2-3-11 0,1-1 10 0,3-3 26 16,3 1 23-16,-2-6 9 0,4-1 8 0,2-4-12 15,3-3-30-15,0-2-33 0,1-3-17 0,3-3-10 16,-2 0-17-16,2-2-16 0,-2 0-1 15,2 0 1-15,-2 0-6 0,-1 0-6 0,-1 2-2 16,-3-2 5-16,-2 5-2 0,0 2-4 0,-2 3 8 16,-4 2 6-16,0 3 6 0,-1 5 5 0,-1 1-2 15,-1 2 0-15,-2 2-8 0,3 0-9 16,-3 3-9-16,0 2-6 0,0 0-3 0,0 4-2 16,-1 4-1-16,-1 3 0 0,0 4 1 0,-1 4 0 15,2 3 3-15,-2 3 5 0,1 2 5 0,1 4-3 16,-1 0-1-16,2 1-2 0,-3 2 1 15,3 0-7-15,-2 1-4 0,2-1 4 0,-1-4 2 16,-1-2 0-16,2 2 0 0,3-5 0 0,-1-3-1 16,0-1 0-16,1-2 0 0,0-3 0 0,1-3 0 15,-1-1-4-15,-1-1-12 0,1-3-19 0,-1-1-41 16,0-1-61-16,-1-3-62 0,-4-2-123 16,1-1-176-16,-1-2-292 0,1-3-276 0,-1-2-226 15,-1 0-129-15,1-2 361 0,-2-1 559 0</inkml:trace>
  <inkml:trace contextRef="#ctx0" brushRef="#br0" timeOffset="158646.01">12938 2221 249 0,'8'7'493'0,"-1"3"183"0,-4 2 118 16,2 1-169-16,-1 2-124 0,-3 5-40 0,2-1-22 15,-1 3-21-15,0 0-52 0,-1 2-82 0,2-2-94 16,3 0-77-16,-1 1-51 0,0-4-31 0,1-1-16 16,1 0-8-16,2-4-3 0,-1-2 0 15,0-3-3-15,2-3-1 0,0-2 2 0,0-2 3 16,0-4 0-16,0-4-1 0,2-1 2 16,-3-3 2-16,2-5 3 0,0 0 6 0,-3-3 24 15,1 0 38-15,0-1 51 0,-3-1 34 0,-3-2 17 16,0 2 2-16,-4-1-20 0,-2-2-30 0,-4-1-42 15,1 4-29-15,-5-3-15 0,-2 3-12 0,0 2-5 16,-4 4-4-16,-2 2-4 0,0 1-2 0,-3 4-8 16,4 5-4-16,-2 2-4 0,0 2-2 15,3 5-4-15,-3 4-4 0,4 2-3 0,0 3 2 16,4 2 0-16,-1 2 1 0,2 2-7 0,3-1-45 16,2 0-52-16,4 0-59 0,2-1-100 0,4-3-169 15,3 0-279-15,1-2-255 0,4 1-228 16,1-2-155-16,4-2 211 0,0-1 534 0</inkml:trace>
  <inkml:trace contextRef="#ctx0" brushRef="#br0" timeOffset="159118.79">13382 2564 147 0,'4'-2'367'0,"3"-3"154"0,1-2 140 15,2-2-121-15,2-2-50 0,2-2 4 16,2-4 13-16,3-1-1 0,2-3-40 0,-1-1-74 16,1-4-85-16,1 1-41 0,2-4-16 0,-1 2-3 15,-2-3-12-15,1-3-12 0,0 0-32 0,0-3-49 16,-1 0-39-16,-1 0-33 0,-2 0-16 15,1 1-11-15,-4 4 1 0,-3 3 5 0,-3 1-1 16,-1 2-3-16,0 6-2 0,-5 3 0 0,2 1-2 16,-2 4-7-16,0 3-6 0,-1 1-7 0,-1 3-6 15,-1 1-8-15,2 3-5 0,-2 3-3 16,0 2-1-16,0 6 0 0,0 3 2 0,-2 4 0 16,2 3 1-16,0 1 1 0,-1 3-1 0,1 3 6 15,0 0 3-15,0 3-1 0,0 1 0 0,0 1 1 16,1 0-1-16,-1 0-4 0,0 0-2 0,0 0-1 15,0-1 1-15,0 1 1 0,-1-3-1 16,-1 1 0-16,1-2 1 0,-3 2-2 0,0-1 0 16,-1 2-2-16,-3-1 0 0,3-1-2 0,-3 2-5 15,0-4-14-15,0 1-26 0,-1-4-63 0,1-1-69 16,0-3-129-16,-1-3-201 0,3-3-304 0,-1-1-333 16,2-4-254-16,0-2-131 0,2-4 412 15,-1 0 631-15</inkml:trace>
  <inkml:trace contextRef="#ctx0" brushRef="#br0" timeOffset="165382.49">9813 4135 59 0,'-3'6'312'0,"-3"-1"186"0,1-3 174 15,2 2-19-15,1-2-106 0,-1 1-26 0,3-1-22 16,0-2-30-16,0 2-46 0,0-2-63 15,0-2-83-15,0 0-76 0,2-1-51 0,-1 0-22 16,3-2 0-16,1-3 9 0,2 1 11 16,-1-3 3-16,1 0-6 0,1-2 2 0,3-3-19 15,0-2-22-15,0-2-23 0,3-3-18 16,-1-2-15-16,4-2-24 0,-2-1-10 0,2-1-3 16,-3 0-3-16,3 2 1 0,-4 0 0 0,1 1-1 15,-1 2 1-15,-3 3-2 0,-1 3-1 16,-3 3-1-16,-1 2 1 0,0 3 1 15,-2 2 0-15,0 0-2 0,-1 3 0 0,2-1-1 16,-4 3-3-16,2 0 0 0,-2 0-3 0,1 1 1 16,-1 1-1-16,0 0-2 0,2 1 0 0,0 3-2 15,-1 1 3-15,1 1-3 0,1 2 2 0,-1 3 1 16,1 1 1-16,0 4 7 0,2 1-2 0,-1 5-2 16,1 1 0-16,-2 2 0 0,1 1 0 15,-1 3-3-15,-2 3 0 0,1 0 4 0,-2-1-1 16,0 2 1-16,-2 0-1 0,1-1-1 15,-1-3-1-15,-1-1-2 0,1 0 1 0,-1-2 0 16,1-3 0-16,-1-1 0 0,-1-4 0 0,2-3 0 16,1-2-1-16,-1-3 1 0,2-2-1 15,-3 0-3-15,3-4 1 0,0 1 0 0,0-2-10 16,0-3-25-16,0 0-58 0,0-1-52 0,0-4-98 16,0-1-148-16,0-4-187 0,0-1-299 15,0-1-231-15,0-2-214 0,2-1 83 0,-1 0 432 16</inkml:trace>
  <inkml:trace contextRef="#ctx0" brushRef="#br0" timeOffset="165774.32">10212 3831 268 0,'6'-10'516'0,"-1"3"187"16,0-2 131-16,1 0-190 0,3 2-99 0,-1-3-69 15,2 2-36-15,4-1-31 0,0-1-57 16,2 3-79-16,0 0-90 0,4-1-55 0,-2 2-40 16,2 2-20-16,-1 1-14 0,-1 3 5 15,1 0-1-15,-2 3-8 0,-3 3 22 0,-1 2 12 16,-1 0 14-16,-2 6 8 0,-5 1 4 0,0 2 2 16,-4 2-12-16,-1 2-8 15,-3-1-12-15,-3 5-18 0,-2-2-19 0,-5 4-13 0,1 3-14 16,-4-2-3-16,2 0-9 0,-4 2-4 15,2-2 5-15,1 4 2 0,0-3-1 0,1 0-4 16,1 0 2-16,2-2-4 0,4-1-1 16,0-2 0-16,4-2-1 0,3 0-1 0,2-5-1 15,1-2 1-15,4-1 0 0,3-4 8 0,0-2 4 16,5-3 5-16,0-4-1 0,2-1-9 16,1-4-48-16,2-2-69 0,0-1-73 0,-2 0-138 15,1-3-210-15,-2 2-315 0,-1 1-262 16,-2-1-222-16,-3 2-40 0,0-1 437 0,-2 3 530 15</inkml:trace>
  <inkml:trace contextRef="#ctx0" brushRef="#br0" timeOffset="166135.79">10713 4301 286 0,'6'-10'629'0,"2"-2"240"0,0-3 150 0,0 0-171 15,0-2-238-15,3-5-166 0,0-3-74 0,2-1-34 16,2-4-49-16,0-1-47 0,4-1-26 16,0-2-7-16,0-2-12 0,1 1-15 0,-1 0-27 15,-1 1-31-15,-2 5-28 0,-1 1-23 16,-3 6-16-16,-2 1-11 0,-2 2-4 0,-1 6 3 16,-2 3-5-16,-1 1-3 0,-2 3-8 15,2 1-7-15,-2 2-8 0,-1 2-7 0,1 2-2 0,0 4-3 16,-1 4-1-16,1 2 7 0,0 4 1 15,-1 2-1-15,1 3-3 0,-1 1 1 0,1 5-1 16,1-1-7-16,-3 2-1 0,3 2 2 16,-3 0 1-16,2 1 2 0,1 0 0 0,-2 0-1 15,-1 1 1-15,2-3-1 0,-1-1-2 16,1 0-8-16,-2-3-17 0,2-2-47 0,-2-3-66 16,0 0-94-16,-2-4-171 0,0-2-293 0,1-1-322 15,-1-4-290-15,1 0-186 0,-2-3 197 0,3 0 638 16</inkml:trace>
  <inkml:trace contextRef="#ctx0" brushRef="#br0" timeOffset="166316.92">11141 4288 193 0,'8'-3'812'0,"-3"0"409"0,-1 2 36 0,-1-2-146 16,-2 0-413-16,2-1-294 0,0 1-146 0,-1 1-71 15,-1-1-45-15,1 0-42 0,1 0-41 0,2 0-30 16,0 2-20-16,1-3-46 0,0 4-34 15,-1-1-57-15,2-1-108 0,-3 2-147 0,1 0-218 16,0 0-256-16,2 0-249 0,0 0-128 16,-1 0 206-16,-1 2 423 0</inkml:trace>
  <inkml:trace contextRef="#ctx0" brushRef="#br0" timeOffset="166786.67">11684 3865 189 0,'2'-11'723'16,"-4"3"403"-16,0-3 100 0,-1 2-162 16,0 1-285-16,0 3-201 0,1 1-141 0,-1-1-91 15,0 4-66-15,0 1-56 0,-3 0-87 0,-1 4-68 16,1 6-34-16,-2 5-18 0,-3 5-9 0,0 6-3 15,-1 3 0-15,-3 7 3 0,4 3-4 16,-2 3-3-16,4 0 0 0,2 1-1 0,2-1-1 16,4-4-3-16,2-1-1 0,4-4 1 15,3-4 0-15,6-3 2 0,-1-5-1 0,7-6 3 16,1-4 2-16,3-6 1 0,1-5 0 16,4-6 0-16,-1-4 0 0,0-5-1 0,1-6-1 15,-5-2 1-15,1-4 1 0,-3-1-1 0,-5 1 2 16,-4-3-1-16,-2 2 1 0,-6-2-2 15,-2 1-1-15,-3 0-1 0,-6 0 0 0,-2-1 0 16,-2 4 1-16,-4 2 2 0,0 2 2 16,-2 3 4-16,0 6 1 0,-1 4-2 0,1 6-2 15,-3 3-1-15,3 7-3 0,-1 4-3 0,1 4-1 16,2 3 1-16,4 3-1 0,0 0-2 16,3 2 1-16,4 2 2 0,3-1-6 0,2 0-44 15,2-2-67-15,1-1-75 0,6-3-140 16,2-3-206-16,2-1-324 0,3-5-287 0,4-3-208 15,2-2-15-15,2-2 455 0,1-4 520 0</inkml:trace>
  <inkml:trace contextRef="#ctx0" brushRef="#br0" timeOffset="167109.91">12281 3970 396 0,'0'6'919'0,"-3"3"292"0,-3 2-25 16,1 6-297-16,-1 0-318 0,3 4-240 15,0 4-115-15,1 2-60 0,2-1-37 0,2 2-28 16,2-3-31-16,3 0-17 0,4-4-20 0,0 0-10 16,3-4-5-16,3-4 2 0,1-4 6 15,-1-5-1-15,5-2-7 0,-1-5 6 0,0-6-3 16,1-3-7-16,0-4-6 0,-3-4 2 16,1-1 4-16,-4-4 10 0,1 1 51 0,-4-3 55 15,-2 0 27-15,-6-1 12 0,-3-3 3 16,-4 0-13-16,-3-1-35 0,-6 1-35 0,2 0-17 15,-4 0-12-15,-3 6-9 0,-1 1-6 0,-4 7-6 16,-2 4-12-16,-3 6-8 0,-2 3-6 0,2 6-6 16,-4 5 0-16,3 4-3 0,-1 5-12 15,1 4-36-15,2 3-73 0,1 0-96 0,3 2-172 16,1 3-296-16,1 0-332 0,3 1-337 0,-1-1-182 16,3 0 211-16,-2 3 661 0</inkml:trace>
  <inkml:trace contextRef="#ctx0" brushRef="#br0" timeOffset="175084.57">10996 687 220 0,'-2'1'503'16,"1"-1"228"-16,-1 0 148 0,2 0-171 0,0 0-161 15,2-1-87-15,1-3-64 0,0 2-44 16,5-2-56-16,1-2-57 0,4 2-62 0,3-3-36 16,0 0-11-16,4 0-15 0,2 3-6 15,2-2 18-15,0 3-2 0,4-2-12 0,-1 2-25 16,0 3-3-16,0 2 6 0,-3 1-10 16,1 0-5-16,-4 3 4 0,-1 1 1 15,-6 2-7-15,-1 2-14 0,-4 2-13 0,-5 4-4 16,-4 2-7-16,-5 4-8 0,-4 1-5 0,-4 3-6 15,-6 0-3-15,1 1-4 0,-5-1-3 0,-4 2 6 16,3-2 2-16,-4-1 2 0,5 0 2 0,-2-2-1 16,2-1-4-16,2-3-3 0,2 0-3 15,3-3-3-15,4-2-1 0,2-2-4 0,1-3-1 0,2 0-2 16,3-3 0-16,2 1 0 0,0-1 0 0,4-1 1 16,0 0 0-16,2 0 1 0,1 0-1 0,4-1 0 15,1-1 1-15,1-1 0 0,3 2 0 16,2-4-2-16,1 0 2 0,4 1 0 0,1-4 0 15,4 2-1-15,0-2 2 0,3-1 5 0,2-2-4 16,1 1-15-16,-2-2-51 0,3-1-62 0,-1 1-69 16,-4-4-139-16,2 3-181 0,-3-2-289 0,0-2-261 15,0 2-222-15,0-1-96 0,0-1 359 0,-2 1 516 16</inkml:trace>
  <inkml:trace contextRef="#ctx0" brushRef="#br0" timeOffset="175397.34">11958 900 345 0,'-2'-4'982'0,"-5"2"415"0,-2 0-25 16,-3 2-264-16,-5 3-400 0,-3 0-259 0,-2 1-138 16,-1 1-87-16,-2 2-59 0,-1 0-43 0,0 4-33 15,1 1-27-15,3-1-18 0,1 4-14 16,2 1-10-16,2-2-8 0,1 3-6 0,5-1-3 16,3-1-1-16,0 0 0 0,5-1-3 0,3-2 0 15,3 0 1-15,3-3-1 0,4-3 1 0,1-2 1 0,6-4-1 16,1-1 2-16,6-5-1 0,1-4 1 0,0-1-2 15,3-3 1-15,-1-1-1 0,-1 0 1 16,-1 0 0-16,-3 2-1 0,0 1 1 0,-6 3-3 16,0 1 0-16,-3 4-2 0,-4 3 1 0,2 1 1 15,0 3 1-15,-3 4 1 0,1 5 3 0,-2 3 0 16,-1 1-1-16,2 2 2 0,1 3-3 0,0 0 0 16,0 1-3-16,5 1-2 0,1-3-36 0,0 1-75 15,5-4-114-15,-2 2-213 0,3-4-293 0,-2-3-360 16,5 0-355-16,-4-1-153 0,-1-1 392 0,0-2 723 15</inkml:trace>
  <inkml:trace contextRef="#ctx0" brushRef="#br0" timeOffset="-211038.3">4684 542 155 0,'0'0'396'0,"-3"0"178"0,0 0 126 16,0 2-157-16,-1 0-143 0,1-2-70 0,-1 3-31 16,1 0-20-16,1-2-22 0,-1 2-44 15,0-1-56-15,1 1-53 0,-1 1-23 0,1 0 8 16,1 1 19-16,-1-1 42 0,-1 3 23 16,3 0 14-16,-2-1-11 0,1 2-20 15,-2 0-20-15,1-1-31 0,2 3-16 16,0 1-6-16,0 0-3 0,-3 3-6 0,3 1 6 15,-3 5 4-15,1 2 2 0,1 2-2 0,-3 3 5 16,0 1-4-16,-3 5-12 0,0 0-13 0,-1 0-11 16,-2 4-9-16,-1 0-13 0,0 1-6 0,1 0-4 15,-2 4-5-15,1-4-2 0,3 1 2 0,-3-2 2 16,5 0 1-16,-1-3 1 0,2-2-1 0,2-5-2 16,0-2-4-16,3-2 4 0,0-4 0 15,0-3 0-15,1 1 3 0,3-5-3 0,-1-1 0 0,0-2-8 16,0-2-4-16,2 1 0 0,-2-4-1 0,3 2-3 15,1-3 3-15,-2 1-2 0,-1 0 1 16,3-2 0-16,-1 1 0 0,2-1 2 0,-2-1-1 0,2 4 3 16,0-5 8-16,1 2 4 0,1 1 1 15,0 0 1-15,2-2 1 0,1 3 0 0,1 0-7 16,2-1 8-16,4 2 5 0,0 0 3 0,3 1-4 16,2 0-3-16,2 0-1 0,3 0-8 0,2 0-4 15,3 1 1-15,3-4 5 0,1 4 3 16,4-4 1-16,0 1-2 0,2-2-5 0,0 0-4 15,0-2 3-15,0 0 1 0,2-2 1 0,-2 0-2 16,0 1 1-16,-2-1 0 0,-2 1-4 0,0-2-3 16,-1 3 1-16,-2-2 1 0,0 2 0 0,-2 0-6 15,-1 2-6-15,-2-2-1 0,0 3-3 16,-3-2-1-16,0 1-1 0,0-1 6 0,-1 1 3 16,-2-2 9-16,-3-2 3 0,-1 1 4 0,-1-2 1 15,-3-2-1-15,0-2 1 0,0-1-6 0,-3-1-1 16,1 0-2-16,-2-3-1 0,0 2 1 0,-3-1 2 15,-2 2 0-15,0-2 7 0,-4 3 6 0,1 0 6 0,-1 2 4 16,-1 2 3-16,-1-1 1 0,-2-1-5 16,1 4-5-16,-1-3-7 0,1-1-3 0,-1 1-4 15,-1 1-1-15,1-1-2 0,0-3-5 0,-1-1-3 16,1-1-2-16,-1-2-1 0,2-1-1 0,0-5-1 16,-1-4 4-16,3-3 2 0,-1-6 0 0,3-4 1 15,1-5-1-15,1-4-1 0,1-2 6 0,-1-5 1 16,-1-2 1-16,0-1 2 0,-2 0-4 15,-2 4-3-15,-3 0-5 0,-1 2-4 0,-5 5-10 16,-1 7-20-16,-4 2-31 0,-4 4-74 16,0 6-144-16,-5 3-268 0,-1 3-304 0,0 5-368 15,-2 0-392-15,2 3-66 0,-1 2 674 0</inkml:trace>
  <inkml:trace contextRef="#ctx0" brushRef="#br0" timeOffset="-209539.84">10547 858 59 0,'6'0'262'0,"-3"0"124"0,-1 0 100 15,1 0-137-15,0 0-123 0,-1 1-76 0,0 1-21 16,-1 0 15-16,-1-1 19 0,0 2 11 0,0 1 13 15,0 2-7-15,0 0 1 0,0 3 9 0,0 1 30 16,0 5 47-16,0 0 50 0,-1-1 26 16,-1 4-8-16,0 0-31 0,-1 2-41 0,0 2-46 15,-2 0-51-15,2 3-32 0,-3 5-19 0,1-2-9 16,0 2-11-16,-1 2-8 0,0-2-11 0,0 2-11 16,-1 1-19-16,2-2-9 0,1-3-7 0,0 1-10 15,3-2-11-15,1-2-7 0,0-1 0 16,1 0 0-16,3-3 2 0,0-2 0 0,1 0 3 15,0 0 3-15,4-4-1 0,1 0-5 0,-1-1-2 16,5 1 6-16,1-5-1 0,2 2 5 0,2-3 3 16,3-1 4-16,2-2 2 0,1 0-5 0,4-2-1 15,1-1-2-15,1-1-1 0,4 1-6 0,3-6-1 16,0 3 0-16,5-2-5 0,-2-4 1 0,2 0-5 16,1 1 3-16,0-2-6 0,2 1-1 15,-3-1 2-15,1-2-2 0,-3 3 1 0,0-2 1 0,0 2 1 16,-1 2 5-16,-2 1 2 0,-2 1 3 15,1 2-1-15,-3 0 6 0,-1 0 3 0,0 0-1 16,-3 2-1-16,2 1 30 0,-2 0 18 16,-1 0 3-16,-1-1 2 0,-2-1 0 0,-1 0 1 15,2-1-29-15,-2 0-17 0,0-1-6 0,-2 0-5 16,2-3-4-16,-2 1-3 0,1-1-1 0,1-1 0 16,-1 0 0-16,-2-2-2 0,0 1 2 15,-2 0 0-15,-2 2 4 0,-2-1 8 0,-3 0 3 16,0 1 6-16,-3 0 3 0,0-1 1 0,0 1 1 15,-1 0-7-15,-1-1 6 0,-2-1-1 0,2-1 1 16,-2-1 1-16,1 0 0 0,-1-1 1 0,-1-2-4 16,1 0-3-16,0-1-1 0,-2-2-2 0,0 0 1 15,0 1-1-15,-1-2-2 0,0-1-1 0,-3-1 0 16,3-1 0-16,-3-2-2 0,2 0-3 0,-2-2-2 0,-2-3-2 16,1 2-1-16,-1-4-2 0,-3 1 1 0,2-1-1 15,-2 1-1-15,0 1 1 0,-2 1-2 16,0-1 0-16,-1 3-1 0,0 1 0 0,2 2-1 15,-2-1 0-15,2 4-1 0,-1 1-6 0,-2 2-6 16,3 0-16-16,1 2-38 0,-1 3-73 0,-1 0-79 16,0-1-155-16,0 2-288 0,-1 1-320 0,0 1-322 15,-1 4-196-15,-1 0 87 0,-1 1 647 0</inkml:trace>
  <inkml:trace contextRef="#ctx0" brushRef="#br0" timeOffset="-205267.39">2776 3623 16 0,'5'-4'254'0,"-2"1"147"16,-3-1 135-16,4 1-29 0,-4 1-148 15,2-1-87-15,-2 1-26 0,0 1 15 0,0 0 33 16,0-1 27-16,0 2-1 0,0-2-9 0,0 2-28 16,0 0-34-16,0 0-39 0,2 0-34 15,-2 0-28-15,0 0-29 0,0 0-23 0,-2 4-25 16,2-2-18-16,-2 3-19 0,0 4 4 0,0 1-1 16,-1 3 1-16,1 3 2 0,-1 4-3 15,-2 3-1-15,2 5-14 0,-2 2-7 0,0 2-5 0,-2 1-15 16,2 7-8-16,-1 0-2 0,-1 2-2 15,-2 3-2-15,1-1 2 0,0 2 10 0,1-3 5 16,0 1 16-16,2-2 9 0,0 0 1 0,0-1-3 16,2-2 3-16,0-3 0 0,0-3-15 0,3 0-7 15,-2-3-1-15,2 0-1 0,0-4 2 16,0 0 1-16,2-2-3 0,-2-3 4 0,1 0-2 16,1-2 2-16,1-4-2 0,-1 1 4 0,-1-3 0 15,1-1-1-15,1 1 0 0,-3-5-5 0,2 0 0 16,0-1 0-16,-1-2-2 0,-1 1-2 0,0-2 0 15,0-1 5-15,0 0-2 0,0 0 1 0,0 0 3 16,-1 1 0-16,-1-1 0 0,0 2 0 16,1 1 0-16,-3 1-10 0,1 0-19 0,0 0-53 15,-2-1-105-15,2 0-137 0,-3-3-200 0,3 0-286 16,0-3-256-16,-1-1-103 0,1-4 197 16,0-5 397-16</inkml:trace>
  <inkml:trace contextRef="#ctx0" brushRef="#br0" timeOffset="-200872.25">2786 3713 99 0,'6'-4'269'0,"-2"-1"110"16,1 3 19-16,-2 1-102 0,2-4-117 0,-3 5-68 16,4-4-40-16,-1 3-18 0,-1-2-8 0,1 0-2 15,2 0 2-15,-1 0 1 0,3-1 16 16,-2 0 13-16,1 1-1 0,0 1 2 0,2-1 39 15,0 0 0-15,0 2-15 0,2-1-13 0,-1-1 1 16,2 1-6-16,-2 2 11 0,2-1 42 0,2-1 16 16,-2-1 16-16,1 2 0 0,-1-1-2 15,3 1-42-15,-2-2-52 0,0 2-27 0,0-3-17 16,1 2-8-16,2-4 41 0,-1 1 45 0,0 0 24 16,1-1 9-16,-1 2 1 0,0-2 0 0,-2-1-45 15,2 2-43-15,-2-1-24 0,0 1-11 16,-1 2-6-16,-2-1-6 0,3 1-2 0,-3 0 1 15,3 0-2-15,-2 1-1 0,-1 0-1 16,4 2 1-16,-2-4 1 0,1 3-1 0,-1 0 1 16,1-4 2-16,0 3 1 0,2-1-2 0,-3-1 2 15,0-1 1-15,2 2 0 0,0-1-4 0,-1-1 2 16,-1 2 2-16,-1-1-3 0,-1 1-2 0,0 0 0 16,0-2 1-16,-1 4 1 0,-1-1-5 15,2 1 2-15,-3-1 1 0,0 2 0 0,0 0 0 16,1 2-1-16,-1-2 1 0,1 1-2 0,0 1 2 15,-1-1 0-15,0 1 0 0,0-1 0 0,1 1 3 16,-1 1-3-16,0-2 0 0,3 1 17 0,-2-1 9 16,-1 2 6-16,2-2 2 0,1 1 2 15,-2-1-2-15,1 1-16 0,1 0-8 0,-2-1-3 16,3 0-2-16,0-1-2 0,-1 2 3 0,0-2-1 16,0 2-2-16,-1-2 0 0,2 0-1 15,-2 1-2-15,1-1 2 0,-2 0-1 0,1 0 1 16,-2 2-2-16,0-2 1 0,1 1 0 0,-2-1-2 15,-1 0 0-15,-1 0 1 0,2 2-16 16,-2-2 8-16,-2 1-11 0,2-1 11 0,-2 0 6 16,1 1-14-16,-1 1 9 0,2-1-11 15,-1-1 10-15,1 4-17 0,-2-4-9 0,2 0 13 16,-2 2 10-16,2 1 2 0,1-3 5 0,0 1 1 16,1 0 3-16,-1 0 0 0,1 2-2 15,2-3 0-15,-3 0 4 0,4 2-2 0,-2-2 1 16,2 0 0-16,0 0 4 0,1-2 0 15,2 2-4-15,-2-4 2 0,3 3-5 0,-1-3 5 16,0 2-6-16,1-2 2 0,-1 1 0 16,0 1 1-16,0-1 1 0,1 0 0 0,-1 1 1 15,0-1-4-15,3 2 4 0,-2-1-1 0,3 0-1 16,0 1-3-16,-2-2 3 0,4 2 3 0,-2-1-3 16,2 1-1-16,3-2 2 0,-3 0 15 15,2 0 7-15,1 0 6 0,-1 0 2 0,2 0 4 16,-1 0-1-16,-1-1-12 0,3 0-7 0,-1-1-7 15,1 2-2-15,-2-2-3 0,2 0 0 16,1-1-3-16,-3 2 0 0,2-1-16 0,0 0-8 16,1 1-3-16,-1 0-4 0,-1 0-3 15,0-1 2-15,0 3 14 0,-1-1 5 0,-2 0 8 16,2 3 1-16,-2 0 0 0,-1 0-2 16,0 0 2-16,0 2 2 0,-1-1-1 0,0 1 3 15,-2-1 0-15,3-1 3 0,0 2-2 0,-1-2-1 16,2 0-1-16,-2 0 1 0,2 0 2 15,-1 0-2-15,0-2 17 0,2 1 10 0,-1-1 6 16,-1 2-1-16,0 0 2 0,0-1 1 16,2-1-12-16,-3 2-13 0,0 0-3 0,1 0-1 15,0 0-6-15,-2 0 1 0,2 0 0 0,-1 0-1 16,1 0 1-16,-2 2 2 0,2-1 1 16,0-1-2-16,-1 0-2 0,0 0 3 0,0-1-3 15,2-1 0-15,1 2-18 0,-2-1-7 0,0-1-5 16,3-1-3-16,-3 2-3 0,3-2 1 15,0-1 16-15,-1 1 7 0,1 1 6 0,0 1 1 16,0-4 3-16,-1 5 0 0,-1-2 0 16,2-1 2-16,-2 1 0 0,0 1 0 0,0 0 0 15,-2-1 1-15,2 1 2 0,-2-1 18 0,2 2 9 16,1-1 1-16,-2-1 4 0,0 0-2 0,0 2-2 16,0-1-15-16,0 0-11 0,0-1 1 15,1 0-4-15,-1 2 1 0,-1-1 0 16,2 0-1-16,-1-1 2 0,-1 2-2 0,0-1-1 15,0 1-1-15,1 0-1 0,0 0-1 0,-2 0 1 16,4 1-4-16,-2-1 3 0,1 0 4 16,2-1-1-16,-1-1-16 0,1 2-9 0,2-1-6 15,-1-2-3-15,3 0-3 0,-2 0-2 0,1 1 60 16,2-2 39-16,1 1 20 0,-1-2 10 16,0 1-1-16,1 0 1 0,-2 1-39 0,1 1-28 0,1-2-12 15,1 2-6-15,-1 0-3 0,2-1-4 16,0 0 0-16,-1 0 2 0,1 0 0 0,1 2-1 15,-1-3 2-15,2 0 1 0,0 1 2 16,1-1-5-16,0 1 1 0,0-1-1 0,2-1-2 16,-2 0 2-16,3 2-2 0,-2-1 2 15,0 1 3-15,1 0-1 0,0-1 0 0,-2 1 1 16,1 2-2-16,-1 0-1 0,-2 0-3 0,1-2-1 16,0 3 3-16,-1 0-1 0,-1-2-2 15,0 2 2-15,0 0 2 0,-1 0-2 16,1-2-3-16,-2 2 0 0,2 0 4 0,-3-3 3 15,2 0 1-15,-1 3 0 0,-1-1 2 0,-2-1 3 16,1 1-1-16,-1-1-5 0,0 1-2 0,0 1-2 16,-1-2 0-16,0 2 2 0,1-2-4 15,-1 2 5-15,1 0 1 0,-1 0 1 0,0 0 0 16,-1 0-1-16,3-1 0 0,-3 1-4 0,1-1 0 16,0 1 1-16,-2-2 3 0,1 0-2 15,0 1 0-15,-1-2 0 0,2 2 1 0,-4-1-2 16,1 1-2-16,-1-1 2 0,2 1 1 15,-4 1 0-15,2-1 0 0,-2-1 0 0,1 2 0 16,-2-2-1-16,1 1-3 0,0 1 1 16,-3-2-1-16,4 1-2 0,-3-1 3 0,-1 2-2 15,1-1 4-15,0-1 0 0,-2 1-1 0,2 0 3 16,-3 1 3-16,1 0 2 0,-3 0-3 16,3 0 0-16,-1 0 3 0,-2 0-3 0,1 1-2 15,0 0-3-15,0-1 4 0,1 2-1 16,0-1-1-16,-1 1 0 0,3-1 1 0,-2-1 0 15,2 0-1-15,2 0-2 0,-1 0 3 0,3 0-1 16,0 0-2-16,0 0 2 0,3-1-2 16,-3-1 2-16,3 1 0 0,0-1 0 0,2 2 1 15,-3-1 1-15,2 0-1 0,-1-1-1 16,2 2 0-16,-1-2 0 0,2 1 1 0,-2 0-2 16,2-1 1-16,2 0-2 0,-3 0-2 0,3 2-2 15,0-3 0-15,0 2 2 0,1 0 1 0,-1 0 3 16,1 1 0-16,-1 0 3 0,1-3 2 15,0 3 3-15,-1 0-1 0,3 0-3 0,-2 0 2 16,2 0-6-16,0 0 0 0,0 0 0 0,2 0-1 16,1 0 2-16,-1 0-1 0,1 0 3 15,2 0-1-15,-2 0-1 0,3 0-1 0,-1 0 0 16,0 0 1-16,1 0-3 0,-1 0-3 16,2 0 0-16,-1 3-2 0,0-3-3 0,-3 1 2 15,2 0 2-15,-2 3 7 0,1-2 1 0,-1 2 5 16,-1-2 2-16,-1 3 0 0,2-1-2 15,-1 1-3-15,1 0 0 0,-1-1-4 0,1 0-3 16,0 0 0-16,0 2 2 0,-1-2-4 0,1 0 2 16,0-1 0-16,-1 3 4 0,1-4 2 15,-1 0-2-15,-1 2 0 0,1-2-1 0,1 1-1 16,-1 1-3-16,-2-2-8 0,2 0 0 0,-1 2 6 16,-1-2 3-16,0 1 3 0,0 0 5 15,-1-1 6-15,-1 1 2 0,2 0-4 0,-1 0-4 16,-1 0 0-16,2-2-3 0,-2 2-2 15,3-2 4-15,-1 3-2 0,1-3 0 0,2 0-1 16,-1-1 1-16,1 0 0 0,1 0-2 16,0-1 1-16,1-2 0 0,-1 1-1 0,0 0 0 15,4-1 0-15,-3 0-1 0,0 0-4 0,-1 0-3 16,3 0 0-16,-4 1 1 0,2-1 0 16,1 2 2-16,-3-1 7 0,0 2 4 0,-1 0-1 15,-2 0 2-15,3 2 1 0,-3-1 0 16,0 2-7-16,0-1-4 0,0 1 3 0,0 0 0 15,0 0-2-15,1 1-4 0,-1-1 6 16,0-2 1-16,-3 4 1 0,1-2-1 0,1 0-3 16,-4 0 2-16,2 0 1 0,-4 0-3 0,-2 0 0 15,1-1 0-15,-3 3 1 0,-1-3 0 16,-1 2-4-16,-3 2 2 0,0-2 2 0,-2 0-2 16,-2-1 2-16,-2 2 1 0,0 0 0 0,-3-1 2 15,0-1-1-15,-2 1-1 0,2-1-2 16,-1 1-1-16,-2 1 5 0,1 1-4 0,-1 0 2 15,1-2 4-15,-1 5-2 0,1-2-1 0,0 0-2 16,0 2 1-16,3 0-2 0,-1 2-3 16,1-1-1-16,-1 1-1 0,3 2 0 0,0-2 3 15,0 3 3-15,2-2 1 0,0 2 2 0,2 2-1 16,-3-3 1-16,3 2 0 0,1 1-3 16,-1-1 1-16,0 1 0 0,-1-2 3 0,3 1-2 15,-3 0-1-15,2 0 0 0,-2 1-2 16,0-3-1-16,0 2-2 0,-3-1-1 0,-2 3 4 15,1-1-2-15,-4 0 4 0,0 1 2 0,-1-1 0 16,-2 0 4-16,0 2-3 0,-2-1 1 16,-1 0 1-16,0 2 0 0,-2 1 6 0,0-3 1 15,-3 2 3-15,2 1 0 0,0 1-2 16,-1-1-3-16,-1 1-4 0,2-2-2 0,0 1-2 16,-2 1-4-16,3 0-2 0,-1-1 4 0,-1 0-3 15,0-2 0-15,0 2 0 0,1-3-1 16,0-1 1-16,-2 1 1 0,0-3 6 0,2 1 10 15,-3-2 6-15,0 0 13 0,3-3 13 0,0 1 7 16,-3-1 1-16,0-1 2 0,1 0 12 16,0-1 8-16,0 3-2 0,-2-7-1 0,-2 5-4 15,1-1-4-15,0-2-2 0,-2-1-1 0,-1 2 10 16,2 0 8-16,-4-3 5 0,3 2 1 16,0 0-11-16,-4-2-12 0,3 2-18 0,-2-1-15 15,0 0-9-15,-3 1-8 0,2 0-5 16,-1 2-4-16,-4-1 0 0,2 0 0 0,-3 2-3 15,-2 0-1-15,0 2-1 0,-2-2 0 0,-1 2 6 16,-1-3 2-16,-1 1 4 0,2 0 4 16,1-1 2-16,-2-1 2 0,-1-1-5 0,0 2-1 15,2-1 0-15,-2 1-3 0,0-2 1 0,0 1 2 16,0 1 5-16,-2-3-2 0,4 3-1 16,-2-2-1-16,1 0-2 0,1 0-1 0,-1 1-6 15,-1-1-1-15,2-2-1 0,-2 5 0 0,1-3-1 16,-2 2 1-16,-1 0-2 0,-1 0 1 15,1 2-2-15,-3 1 0 0,-1-3 1 0,3 3-4 16,-1 0 2-16,0-2 0 0,2 1 0 16,-1-1 0-16,0 0 1 0,1 1 1 0,-1 1 2 15,-2-3 1-15,0 3 3 0,1-1 4 0,0 0 1 16,-1-1 0-16,1 1 1 0,-1 0 0 0,0-1-3 16,2-2-1-16,0 1-3 0,1-2-2 15,-1 0-1-15,0-1-1 0,-2 0-2 0,0 1 1 16,0-1-1-16,-1-1 1 0,2 0 0 15,-3 2-1-15,2-1 1 0,2 1-1 0,-2-4 0 16,0 4 0-16,-1-1 1 0,3 1 1 0,-2-2 0 16,2 0 1-16,1 1 1 0,-1-3 0 15,3 3 1-15,-2-3 0 0,2 1-1 0,0 0 0 16,0-2-1-16,0 1 1 0,0-1-2 16,0 0-1-16,2 1 0 0,-2-2 1 0,-2 2-1 15,2-1 0-15,0 0 1 0,-1 1 0 0,0 1 0 16,1-2-2-16,0 3-1 0,0 0 0 0,2 1 0 15,-1-1-1-15,1 1 2 0,-1-1-1 16,1 2 2-16,1-1 0 0,0 1 1 0,0-2 1 16,1 1 0-16,0-1 1 0,4-1-1 0,-3 0 1 15,1 0-3-15,0 0 0 0,0-2 0 0,1 1 1 16,-1 0-2-16,-1-2 1 0,4 1 1 16,-3 0 0-16,2-1 0 0,-3 0-1 0,4 3 1 15,-1-3-1-15,-1 1 0 0,1-1 0 16,-1 1 0-16,1 0-1 0,-1 1 1 0,-1-2 0 15,1 3-1-15,0-1 0 0,-1-2-1 16,1 0 0-16,2 3 0 0,-3 0 0 0,2-2-1 16,1 1 1-16,-1 1 1 0,0 0-1 0,0 0 0 15,1 0 1-15,-1 0-1 0,0 0 1 16,2 0 1-16,-2 1 1 0,-2 1-1 0,2-1 0 16,1-1 0-16,-4 0-1 0,1 2 1 15,1-1-1-15,0 0 0 0,-4 0 2 0,2 0-2 16,0 1 0-16,1 1 0 0,-3-1 0 0,2-1 0 15,-2 0-1-15,0 1 0 0,0-1 1 16,-1 0 0-16,-2 1 0 0,2 1 0 0,-1 0 0 16,-1-1 0-16,2 1 0 0,0-1-1 0,-2-2 1 15,2 4-1-15,-1-3 0 0,1 1-1 0,0-1 1 16,-1 1-1-16,-1 1 2 0,2-2 0 16,-1 2 2-16,-1-1 0 0,2 1 0 0,-2-2 0 15,0 3 0-15,-2-1 0 0,1-1-1 16,-1 1 0-16,2 0 1 0,-3 1-1 0,1-1 0 15,-3 1-1-15,2-1 0 0,-2 1-1 0,2-1 1 16,-2 0 0-16,-1 0 1 0,3 0 0 16,-2-1 0-16,3 2-1 0,1-5-1 0,-1 5-1 15,0-2 1-15,2 0 0 0,2-3 0 16,-2 3 2-16,0-1-1 0,1-1 1 0,1 2 0 16,2-2 2-16,-2 0-3 0,-2 1 0 15,3-1 0-15,-1 0 1 0,-1 1 0 0,2 0-1 16,-1-2 1-16,1 2 0 0,-1-3 0 0,-1 2-1 15,2 0 0-15,-1-1 0 0,-2 1 0 16,-1 0-1-16,3-2 1 0,-2 3 0 0,2-3 0 16,-1 2-2-16,-1 0 1 0,2 0 0 0,-1 0 0 15,1 0 0-15,-2 0-1 0,2-1 2 16,-1 2 0-16,-1-1 0 0,3 0 0 0,-3 1 2 16,0-1 0-16,0 0 1 0,0 1-2 0,0 0 2 15,-1 0-1-15,1-1-1 0,-1 3 0 16,1-4 0-16,-2 4 0 0,1-1-1 0,-1-1 0 15,-1 0 0-15,-2 1 0 0,-1-1-1 16,1 2 1-16,0 0-1 0,-1 0-1 0,-1 0-1 16,0-2 0-16,0 4 0 0,1-2 0 0,-1-1 2 15,1 4 0-15,-2-3 2 0,2 2-1 16,-2-1 2-16,1 0 1 0,-2 2 0 0,-2 0-2 16,1-2 1-16,1 4-1 0,-4-2-1 0,2 2 0 15,-2-2 0-15,1 1 0 0,0-1-1 16,-2 1-1-16,3 0 1 0,1-3-3 0,1 2 1 15,1-1 1-15,0 1-1 0,0-3 2 0,2 1 1 16,-2-1 1-16,2 0 0 0,-1 0 1 16,2 1 1-16,-1-2-1 0,1 1-2 0,-1 0 2 15,0 1 0-15,1-1-2 0,0-2 1 16,-2 2-1-16,1-2 0 0,0 2-1 0,-2-1 0 16,3-1-2-16,-1 0 2 0,-1 1-1 0,2 0-1 15,1 1 1-15,-1-4 0 0,4 3 0 16,-3 0 2-16,4-2 0 0,0 0 0 0,0 1 0 15,0 0 0-15,3-3 1 0,0 2 0 0,0-1 0 16,2-1 0-16,-2 0 0 0,2-1 1 0,0 2-1 16,2-2 1-16,0 0 0 0,-1-2-1 15,1 1 1-15,0 0-1 0,1-1 0 0,0 0 0 16,0 0 0-16,3-2-1 0,-2 2 3 0,-1-3 2 16,3-1 1-16,-1 4 0 0,-1-4 0 0,0-1 0 15,1 1-2-15,2-2-2 0,-2 1-1 0,0-1-1 16,0 0 0-16,0-2 0 0,1 1-1 15,0 0-1-15,-2 0 1 0,1-2-2 0,2 3 1 16,0-2 0-16,0 2 0 0,1-3 0 0,2 2 0 16,-2 0 1-16,3 1-1 0,-2 0 0 15,3-1 0-15,-1-2 1 0,3 2-1 0,-3-1 2 16,3-2 0-16,1 0-1 0,-2-2-1 0,1-2 1 16,1-1 0-16,-1-2 0 0,0-1 0 0,1-1 1 15,-2 0-2-15,2-3 1 0,-2 0 0 0,2-1 0 16,-1-3-2-16,-3 0 2 0,3 0 2 15,-2-1 0-15,2 1-1 0,-2-3 3 0,1 2-1 16,2 1-6-16,2-3-5 0,0 1-3 0,-1 0-1 16,4-1-5-16,4-1-6 0,-1-1-1 0,4 2-7 15,-1 0-16-15,4 0-51 0,4 0-55 16,-1-1-54-16,2 2-65 0,2 2-114 0,0-1-154 0,0 2-234 16,2 3-220-16,-1 1-214 0,-5 4-65 15,0 2 303-15,-3 2 471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1:40:00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1283 1553 181 0,'10'0'571'0,"0"0"305"0,-1-1 118 0,-1 1-195 0,-2 0-276 16,1 0-160-16,-3 0-98 0,2 0-36 0,-3 0-21 0,1 0-15 15,-3 0-19-15,1 0-41 0,1 0-48 0,-3 0-13 16,3-1 76-16,4 1 42 0,5-2 12 16,4 1-2-16,1-1-15 0,-1 0-16 0,5 0-68 0,-1-1-40 15,-2 2-22-15,4-3-6 0,0 3 1 0,-1-2-10 16,1 1-7-16,1 1-4 0,-1 1-2 0,-2 1-1 15,0 1 0-15,-2 0 1 0,-1 2 2 0,-3-1 3 0,0 3 3 16,-2 0 3-16,-3 1 4 0,-3 2 5 16,-1 1 4-16,-3 2 4 0,-2 4 1 0,-2 0-1 0,-3 4-7 15,-1 2-4-15,-3 1-6 0,-3 2-7 0,1 1-4 16,-1 1-4-16,-1-2-2 0,-1 2-3 0,1 1 0 16,-1-1-1-16,1 1-1 0,2-1-1 0,0-1 0 15,0-1-1-15,3-1 0 0,2-4-1 0,1 0 1 16,0-4-1-16,4 0-1 0,1-1 1 0,0-3-1 15,1 0 0-15,4 0-1 0,-2-2 1 0,5-2 1 16,0 1 0-16,0-3 0 0,4 1 2 0,-2-1-1 0,3-3 2 16,1-1 0-16,2-1 0 0,1-1 0 15,-1-1 0-15,1-3 1 0,1 0 0 0,2 0 0 0,1-4-1 16,-2 2 0-16,0-1 0 0,1-1-1 0,-2 1-5 16,2-1-10-16,-4 2-20 0,0 0-49 0,-2 1-64 15,-1 1-100-15,-4 1-150 0,-1 2-222 0,0-1-312 16,-2 2-270-16,-1 2-207 0,-3-1 114 0,-1-1 506 15</inkml:trace>
  <inkml:trace contextRef="#ctx0" brushRef="#br0" timeOffset="363.18">2073 1427 174 0,'9'-13'516'0,"-3"2"267"0,-1 3 141 0,0 1-139 16,-2 1-172-16,0 1-126 0,-1 2-88 0,-2 0-38 16,1 1-16-16,1 2-25 0,-2 0-46 0,4 2-35 15,-2 1-32-15,-2 1-25 0,0 2-23 0,0 5-30 16,-2 1-31-16,1 1-29 0,-2 5-18 0,0 2-13 0,1 2-20 16,2 2-12-16,-1 5-1 0,-1 1-1 0,2 1 1 15,2 2-1-15,-1 0 3 0,1 2 3 16,1-3-4-16,3 0-2 0,0 0 2 0,2-2-4 0,0-2 0 15,5 0-2-15,-2-2 1 0,3-2-1 0,2-1-2 16,0-4 2-16,0 0 0 0,2-4 0 0,0-2 1 16,2-3 0-16,1-4 0 0,0 0 0 0,1-6 2 15,1 0-3-15,-1-5 0 0,1-1-5 0,-1-1-15 16,0-2-21-16,-3 0-39 0,-2-1-63 16,-1 0-70-16,0-3-111 0,-5 1-135 0,0 0-208 15,-3 2-272-15,-3-1-208 0,-2 0-122 0,0 0 200 16,-4-2 428-16</inkml:trace>
  <inkml:trace contextRef="#ctx0" brushRef="#br0" timeOffset="616.04">2028 1636 254 0,'3'-3'600'0,"2"0"240"15,0 0 78-15,1 0-175 0,0-1-202 0,2-1-127 0,0-1-67 16,3 0-36-16,0-1-27 0,-1 2-48 0,4-3-85 16,0 2-57-16,2-1-37 0,0 1-24 0,-1 0-13 15,3 1-6-15,1 1-3 0,-3 0-3 0,4 1-1 16,1 0-3-16,-2 0 2 0,0 1-3 0,3 1-5 16,-3 0-19-16,0 1-76 0,-1-2-145 15,-1 2-215-15,-4-2-282 0,2 1-277 0,-4 1-225 16,0-2 89-16,-1 1 457 0</inkml:trace>
  <inkml:trace contextRef="#ctx0" brushRef="#br0" timeOffset="1247.25">2093 1308 321 0,'1'1'660'0,"1"1"220"0,1-2 47 0,-1 0-275 0,1 2-290 16,2-2-179-16,4 0-61 0,-2 0-21 0,2-2 26 0,3 0 35 16,3 0 13-16,0-5 1 0,2 1-31 0,1-1-17 15,0-3-39-15,4 2-37 0,-2-4-22 0,1 1-13 16,1 1-6-16,0-2-8 0,0 0-1 0,-2 1 0 16,0 1-1-16,-2 1-2 0,-1 0-44 0,-4 3-94 15,-1-2-126-15,-2 4-183 0,-2 1-286 0,-1 1-245 16,-2 5-100-16,-2 1 177 0,-1-2 352 0</inkml:trace>
  <inkml:trace contextRef="#ctx0" brushRef="#br0" timeOffset="1987.92">2863 1219 200 0,'3'6'476'0,"0"3"207"0,2 3 156 0,0 2-117 15,1 3-119-15,2 5-81 0,0 2-49 0,0 1-22 0,1 4-43 16,-1 2-65-16,2 2-84 0,-1 2-60 0,1 0-45 16,-2-1-37-16,2 0-36 0,-3 0-26 0,-1-3-19 15,1-1-15-15,-1-5-6 0,0 1-3 16,-3-5-4-16,0-3 2 0,1-4 6 0,-3 0 23 16,1-4 17-16,-1 0 15 0,-1-3 4 0,0-5-2 15,-1 1-10-15,-2-6-19 0,-1 1-17 0,0-7-15 16,-4-1 1-16,2-4 0 0,-2-2 0 0,0-4 2 15,-3-3-2-15,3-1 0 0,-2-2-9 0,1-5-1 16,-1 4-8-16,2-4-4 0,2 1-1 0,-3 2-2 16,4 0-1-16,3 3-5 0,-1 0 7 0,3 4 1 15,2 0 1-15,-1 1 3 0,4 1 0 0,3 2 2 16,0 1-1-16,0 1 1 0,3 0 0 0,3 1 3 16,-1-1 2-16,4 3-2 0,-4-2 3 0,4 5 1 15,-1-2-2-15,0 2-2 0,-2-2-1 0,3 4 0 0,-2 1 0 16,2 1-2-16,-4 1 0 0,2 1 2 0,0 1 0 15,-3 2 2-15,1 3 2 0,-2 0 0 0,-2 1 3 16,-1 2 3-16,-1 3 2 0,-1 1 1 0,0 1 1 16,-4 2 2-16,-2 0 1 0,0 4 2 0,-3 2-1 15,-2-2 0-15,-3 4-1 0,2-1 2 0,-4 2-2 16,-1-1 0-16,2 1 6 0,-2-1-3 0,-2 0-2 16,4 0-5-16,-1-1-1 0,-1 1-3 0,3-3-8 15,0 0 0-15,2-4 0 0,-2 3 1 0,5-2-1 0,0-1-1 16,1-1-1-16,0 1 0 0,4-2 1 15,-2 1 1-15,3 1-1 0,2-2 1 0,0 1 1 16,1-1 0-16,2 0 0 0,2 0-1 0,2-1-2 16,-1-2 1-16,2-2 0 0,4-1-1 0,-1-3 1 15,3-1 1-15,1-2 0 0,1-4 1 0,3-3 0 16,1-3-3-16,0-2-13 0,0-5-25 0,2-1-55 16,-1-2-59-16,-1-3-93 0,0 0-151 0,-1-1-199 15,-3 2-302-15,1-1-244 0,-2 4-203 0,-4-2 74 16,2 1 474-16</inkml:trace>
  <inkml:trace contextRef="#ctx0" brushRef="#br0" timeOffset="2319.41">3671 1200 77 0,'-5'7'599'0,"0"7"435"0,-1 1 164 16,1 1-59-16,-1 5-371 0,3 2-251 0,3 5-116 0,0 0-59 15,3 4-45-15,0 3-49 0,5-1-51 0,-2 1-64 16,4 1-55-16,4-2-33 0,0-3-19 0,3 0-10 15,3-6-3-15,0-4 2 0,4-3 0 0,1-6-8 16,-1-5-7-16,1-3-3 0,1-4-1 16,-1-5-1-16,0-3-3 0,-4-3 0 15,-1-3 1-15,-1-4 0 0,-3 0 3 0,-2-2 1 0,-4-4 3 16,-4 2 4-16,1-1 0 0,-6-2-4 0,-1 0-5 16,-5 0 1-16,-1 0-4 0,-4-3-1 0,-2 1 0 15,-3 0 7-15,-2 0 2 0,1 3 0 0,-3 1 2 16,-1 4 6-16,1 2-4 0,-3 5 0 0,0 5 1 15,-1 4-3-15,1 5 1 0,2 4-8 0,1 4 1 16,0 3-3-16,2 5-2 0,2 2-3 0,2 2-43 16,1 2-54-16,2 2-52 0,2-1-85 0,1 4-150 15,2-1-196-15,3 1-267 0,-1 2-225 0,3 0-194 16,0-2 78-16,3 1 436 0</inkml:trace>
  <inkml:trace contextRef="#ctx0" brushRef="#br0" timeOffset="4313.78">7211 8544 29 0,'0'1'454'0,"2"3"356"0,-1-2 211 0,-1 0 25 15,2 1-321-15,-2-2-248 0,1 0-152 0,-1 1-80 16,2-2-46-16,-2 2-48 0,2-1-47 16,0 1-36-16,-2-1-18 0,2 1-13 15,-2-1 1-15,0-1 1 0,2 2 11 0,-2-2 13 16,1 1 23-16,-1-1 33 0,3 2 25 0,-3-2 22 16,0 0 7-16,0 0-6 0,0 0-16 15,0 0-25-15,0 0-21 0,0 0-20 0,0 0-15 16,-1 0-13-16,-1 0-11 0,2 0-10 0,-1 0-10 15,-1 0-9-15,2 0-4 0,0 0-6 0,-2 0-4 16,2 1-6-16,0-1-18 0,-2 1-57 0,0-1-74 16,-1 2-160-16,-2 0-273 0,3 0-317 15,-4 0-374-15,1 0-293 0,0-4 8 0,-4 0 698 16</inkml:trace>
  <inkml:trace contextRef="#ctx0" brushRef="#br0" timeOffset="7619.61">2973 8580 13 0,'2'0'283'0,"-2"1"196"16,0-1 181-16,3 0 19 0,-3 1-160 0,0 1-109 15,2-2-68-15,-2 2-48 0,1-1-46 0,-1 0-45 16,0 3-49-16,0 0-48 0,2 1-32 0,-2 4 9 16,2 0 20-16,-1 1 28 0,1 4 22 0,-1-1 10 15,1 0-4-15,0 3-23 0,1 0-27 16,0 1-19-16,-1 1-16 0,2 0-10 0,-1 2-10 15,-1-3-5-15,1 3-8 0,0-2-8 0,2 0-11 16,-2 0-8-16,-1-2-5 0,3 2-5 0,-1-1-3 16,-2-1 0-16,-1-1-2 0,1 0 4 15,-1-3 1-15,1-1-1 0,-2-1-1 0,2-2-4 16,-2-1 1-16,0-1-4 0,0-1-11 0,0-2-14 16,0-1-31-16,-2 0-80 0,0 1-126 15,-1-3-139-15,0 3-233 0,0-1-270 0,0-1-210 0,0 0 21 16,-2-1 314-16,2 0 360 0</inkml:trace>
  <inkml:trace contextRef="#ctx0" brushRef="#br0" timeOffset="8082.03">3043 8982 104 0,'3'3'400'0,"-1"-3"219"16,1 2 140-16,0-1-128 0,-1 0-225 0,0 1-163 16,-1-2-97-16,2 2-52 0,2-1-27 0,-2 0-7 15,2-1-17-15,1 4 56 0,1-4 46 16,2 1 19-16,0-1 65 0,1 1 56 0,2-1 17 0,0 0-41 15,0 0-35-15,2-1-13 0,2 1-41 16,3 0-43-16,0-1-25 0,2 1 5 16,1-4 7-16,1 3-9 0,0-2-13 0,2 0-2 15,-1-2 24-15,1 2-12 0,0-1-15 0,-1-1-9 16,3 0-4-16,-2-2-8 0,2 1-30 16,0-1-16-16,-2 1-11 0,2-2-6 0,-1 0-4 15,-1 0-1-15,0-1-2 0,0 1-1 0,0 2-1 16,-2 0 3-16,1-1 1 0,-2 2 1 0,-2 1 1 15,-2 1 1-15,-1 0 4 0,-3 0-2 0,0 1-1 16,-4 0-2-16,1 1-2 0,-3 0-4 16,-2 1-25-16,-3-2-40 0,-1 2-48 0,0 0-42 15,-2-1-74-15,-2 1-141 0,-1 0-174 0,-2 0-259 16,-1 0-235-16,-2 0-216 0,0 0 18 16,-2 0 429-16</inkml:trace>
  <inkml:trace contextRef="#ctx0" brushRef="#br0" timeOffset="8969.45">3076 8575 153 0,'3'1'381'0,"-1"-1"140"16,1 0 91-16,1 2-171 0,-1-2-158 0,3 2-39 16,-2-1 6-16,3 2 67 0,1-3 59 0,0 2 23 15,3-1 8-15,-2-2-47 0,3-1-47 0,0 0-55 16,1 0-52-16,4-2-36 0,-1 2-22 0,1-3-26 16,4 2-13-16,-2 0-20 0,3-2 34 15,3 1-1-15,0 0-18 0,-2-1-8 16,4 1-12-16,-2-2-4 0,2 1-38 0,-1 1-20 0,3 0-8 15,-1-2-6-15,-2 2 0 0,4-1 0 16,-1 1 2-16,-1 0 13 0,2-1 13 0,-2 1 5 16,1-1 0-16,1 1 1 0,-2-2-2 0,1 0-15 15,-1 1-11-15,-1 1-6 0,1-1-1 16,-4 1-5-16,3 0 2 0,-3 1 0 0,-1 1-2 16,1-2 0-16,-5 3-2 0,2 1 2 15,-5-1-1-15,3 1 0 0,-5 0 3 0,0 1 0 16,-3-1-1-16,-2 0-2 0,-1 0-1 0,-3 0 0 15,0 0 2-15,-2 0-1 0,0 0 3 0,-1 0 0 16,1 0 3-16,-3 0-1 0,3 0 1 16,-3 0 0-16,0 0 0 0,2 0 0 0,-2 0 0 15,0 0 0-15,0 0-1 0,0 0-1 16,0 0-1-16,0 0-2 0,0 0 0 0,0 0 0 16,0 0-1-16,0 0 1 0,0 0 1 0,0 0-1 15,0 0-1-15,0 0-1 0,0 0-2 16,0 0-2-16,0 0 0 0,0 0 1 0,0 0-1 15,0 0 1-15,0 0 2 0,0 1 1 0,0-1 0 16,0 0 0-16,0 0 0 0,1 0 2 16,-1 0-4-16,0 0 2 0,0 0 0 0,0 3-1 15,0-2 2-15,0 0 1 0,-1 0 3 0,-1 4-1 16,2 0 0-16,-3 1 1 0,3 0 0 16,-3 2 0-16,1 0-1 0,1 3 0 15,-2-1 2-15,-1 4-1 0,1 1 0 0,0 0-1 16,-2 3 1-16,2 1-1 0,-3 2-1 0,3-1 1 15,-2 1-3-15,2 0 0 0,0-3-1 0,1 0 0 16,-1-3-2-16,1-2-1 0,0-2 0 16,1-2-2-16,1-2 0 0,0 1 1 0,-2-4-3 15,2 1-15-15,0-2-53 0,0-2-62 16,-1 1-77-16,-2-1-138 0,3 0-216 0,-3 1-310 16,3-2-255-16,0 2-206 0,0 1 5 15,0 1 449-15</inkml:trace>
  <inkml:trace contextRef="#ctx0" brushRef="#br0" timeOffset="14901.55">4281 8619 24 0,'8'-3'215'0,"1"0"100"15,-1 0 93-15,-1 0-105 0,1 1-127 0,3-2-84 16,-2-1-40-16,1 2 6 0,4-2 7 16,-1 1 3-16,1 1 26 0,0-2 15 0,0 3 1 15,0-1-24-15,4-2-20 0,-4 2-5 16,3 0-36-16,-1 1-11 0,0-2-8 0,2 1 19 15,-1 1 33-15,-1-2 15 0,-1 2 10 0,2-2 1 16,-2 0 2-16,0 1-20 0,0 0-29 16,-2-2-14-16,1 3-10 0,-1-3 0 0,0 1-2 15,-1 0-2-15,1 1-4 0,2 0 5 0,-3 0-3 16,2 0 0-16,-2 0-1 0,1 0-2 16,1 0 3-16,-1 0-2 0,1 0 1 0,-1 0 5 15,1 2-2-15,-1-2 0 0,2 0-2 16,-2 1-3-16,0 0 2 0,-1 2-1 0,1-2 2 15,1 2-1-15,-4 0-4 0,1 0 3 16,1 2 0-16,0-1-5 0,-1 0 0 0,0 1 2 16,-2 0 2-16,1-2-2 0,2 2 1 0,-2 0-1 15,1-2-2-15,-2 1 0 0,1 1 0 16,-2-1 0-16,4 0 0 0,-4-1 0 0,2 0 2 16,-1 2-2-16,1-2 0 0,-2 2 2 15,4-1-6-15,-4-1 1 0,0 3 3 0,3-1 1 0,-3-1 1 16,2 2-2-16,-1-1 6 0,0 0-3 15,1 0-5-15,-2 1 1 0,1-2-5 16,1 1 3-16,-2 1-5 0,2-2 3 0,0-1-4 16,0 3 1-16,-2-2 5 0,4 0-1 0,-2 0-1 15,1 2 1-15,0-3 0 0,0 0-1 0,0 2-1 16,0-2 3-16,1 0-4 0,0 2-1 16,-2-2 1-16,-1 3 0 0,3-2-1 0,-2 1-1 15,0-1 3-15,0 1 1 0,0-2 1 16,0 2 2-16,-1-1 2 0,-1-1 2 0,0 0 4 15,0 1-1-15,0 1 3 0,0-2-1 0,-2 2 0 16,2-1-1-16,0 0 3 0,-2 1-2 16,0 1 1-16,1-2-1 0,-1 2 2 0,2-1-3 15,-2 0-1-15,2 0-1 0,-1 1 1 16,0-1-1-16,1-1-2 0,-1-1 3 0,1 2-1 16,1-1-3-16,-1 1 1 0,0-2 0 15,0 0 0-15,3 1 2 0,-3-1-1 0,3 2-3 16,0-2 6-16,0 1-3 0,0 0 3 0,0 1 1 15,0 0-2-15,2-1 4 0,-2 0-3 16,2 1 1-16,-1 0-5 0,1-1 1 0,1 0-1 16,-1-1-2-16,2 3-2 0,-2-3 2 0,0 1 2 15,1-1-4-15,-1 0-1 0,-1 1 3 16,1-1 0-16,-2 0-2 0,2 0 0 0,-2 0 4 16,1 0-2-16,0 0 2 0,-1 0-2 15,-1 0 0-15,2 0 0 0,-1 0 0 0,1 0-2 16,0 0 0-16,0 1 0 0,-1-1 2 0,0 2-5 15,2 1 0-15,-2-3-3 0,3 2 1 16,-3-2-2-16,2 3-2 0,1-2 6 0,-3-1-1 16,3 2-1-16,-1-1 2 0,0 1-1 15,1-2-3-15,0 2-2 0,0-1 4 0,-1-1-1 0,3 1-4 16,-3 1 6-16,1 0 3 0,-3-2 4 16,3 1 7-16,0 0 1 0,-2 1 4 0,1 0-1 15,0-1 1-15,0 0-6 0,-2 2 1 16,2 0-5-16,-1 0 1 0,-1 0-2 0,1 2 0 15,0-2 1-15,-1 0 3 0,0 1 1 16,0-1 0-16,1 0 0 0,-2 0 2 0,0-2-1 16,1 3-1-16,0-3-4 0,0 0 1 0,0-1 0 15,0 2-1-15,0-2-3 0,-1 0 2 16,4-2 0-16,-3 2-2 0,2 0 0 0,-1-1-2 16,1 1 2-16,1-1-2 0,-1 1 2 15,1 0-2-15,-1-1 2 0,1 1 0 0,0-3 0 16,0 2 0-16,-1 1 0 0,0-3 0 0,3 1 0 15,-4 1 0-15,2-2 0 0,1-1 0 16,-1 1-3-16,0-2-1 0,0-1 1 0,2 0-5 16,0 1 1-16,-2-1-6 0,2 1 6 15,-2-1-2-15,2 0 0 0,-2-1 0 0,2 4 2 16,-2-1-2-16,2-1-2 0,-3 1 0 0,1 0 0 16,2 1-2-16,-2-2-1 0,2 2 3 15,-2-2 3-15,0 0 5 0,1 1 3 0,0-2 3 16,0 0 6-16,2-1-3 0,-3 1 3 15,4-1-3-15,-2 1 1 0,1-2-2 0,0 2 1 16,-1 0-1-16,0 2 1 0,0-2-4 0,1 1 3 16,-1 1-3-16,1 0 0 0,-1-1 1 15,1 0-1-15,-2 2 2 0,0-1-2 0,0 2-1 16,2-3 1-16,-2 3-2 0,0-2 0 0,0 2 0 16,0-3-2-16,0 4 1 0,0-3-1 15,-2 3 2-15,1 0-2 0,0-2 0 0,-2 3-2 16,2-2 4-16,-1 2 0 0,0 0-1 15,0 0-1-15,3 0 0 0,-3 0 0 0,1 0 0 16,0 2-3-16,-1-2 1 0,1 1 2 16,-1 1-1-16,2-2 1 0,-2 1-2 0,3 0 1 15,-2 1-3-15,0 1 1 0,1-2 1 0,0 1-5 16,0 1-2-16,0-3 0 0,0 1 0 0,0-1-4 16,1 3 0-16,0-3 2 0,-2 0 4 15,2-3 4-15,0 3 1 0,1-1 4 0,-1 1 5 16,1-1 5-16,0-1-1 0,0 0-2 0,0 1 4 15,1 0 2-15,0-1-4 0,0 0-3 16,1 0 1-16,-3 0-1 0,3-1-1 0,-2 2 1 16,0-2-4-16,2 0 0 0,-3-1-1 15,1 0-1-15,1 1 4 0,-1 1-4 0,-2-2 0 16,2 0 0-16,-3 1 2 0,2 2 0 0,-1-1-2 16,0 0 0-16,-2 1 0 0,1 1-2 15,-1-2 0-15,1 2 0 0,-3 0 0 0,2 2 1 16,-1-2-1-16,1 0 2 0,-1 0-2 0,1 0 2 15,0 0-2-15,-1 0-2 0,1 0-1 16,1 0-2-16,-1-2-1 0,1 1-3 0,0-2 4 16,-1 3-1-16,3-2 5 0,0 0-3 15,0 2 2-15,0-3-3 0,2 1 0 0,-2 1-3 16,2-3 1-16,0 1 4 0,0 0 1 0,-1 0 6 16,1-1 5-16,1 1 4 0,-1-2 4 15,0 1 2-15,3-2-1 0,-1 1 3 0,-1-1-1 16,3 0-3-16,-1-1 1 0,-2-1-1 15,3 1 1-15,1-3-1 0,-2 3-3 0,1-2-1 16,0 1-2-16,-1 0 2 0,1 1-2 0,0-1-3 16,0 2-1-16,-4-1-1 0,2 2 1 15,-4-1-3-15,3 4-2 0,-2-2 3 0,-2 0 22 16,-1 3 15-16,0 0 8 0,-1-1 5 0,-1 1 4 16,0 1-1-16,-3 1-22 0,2 1-12 0,-3-1-8 15,0 0-4-15,1 3-1 0,-2-2 1 16,-1 2-3-16,-1-4 0 0,1 5-1 0,2-3-1 15,-3-1 0-15,1 2-1 0,1-1-2 16,-1 0-1-16,3 1-1 0,-1-2 0 0,0 1 31 16,3-1 30-16,-1 1 15 0,1-2 6 15,1-2 1-15,-1 1 6 0,5-1-32 0,-3-2-30 16,1 2-15-16,2 0-7 0,0-3-7 0,1-1 0 16,0 2 2-16,1 0 8 0,1-2 3 15,-2 2 3-15,5-3 2 0,-1 2 0 16,-2 0 2-16,3-1-6 0,0 2 0 0,-1-2-2 15,1 1 1-15,0-1-1 0,2 1-1 0,-3 2 0 16,2-2-3-16,1 0-1 0,-1 0-2 0,-2 0 0 16,3 0 0-16,-2 0 1 0,-1 1-2 15,-1 0-2-15,2 1 1 0,-3 0 1 0,0 0-2 16,0 0-2-16,-1 0-1 0,0 0 3 16,-2 1 0-16,2 1 0 0,0-1-3 0,-3 1-1 15,2-2 1-15,-1 3 0 0,0-2-5 0,-2 2 4 16,3 0-2-16,-2 0 0 0,0 0-2 15,-2-2 4-15,3 2-1 0,-5 0 38 0,2 0 35 16,-1 0 17-16,-1 0 9 0,-1 0 4 0,2-3 7 16,-2 3-33-16,0 0-28 0,0-1-10 15,0 0-8-15,1 1 0 0,-2 0 26 0,1-1 23 16,1 1 14-16,0 0 0 0,0 0 0 16,-1 0-1-16,2 1-28 0,0-1-25 0,0 2-14 15,-1 1-5-15,2-3 6 0,-1 2 0 16,1 0 1-16,1 2 3 0,1-2 1 0,0 1-3 15,1 0-3-15,0-2-1 0,-2 3-3 0,3-2 1 16,-2 0-5-16,1 1-1 0,-2-2-2 16,2 1-4-16,-4-1-6 0,4 1 0 0,-5-2 2 15,2 1 1-15,1-1-3 0,-4 0 0 0,-1 0 3 16,2-1 1-16,-3 1-4 0,0 0-1 16,-3-2 2-16,1 2-1 0,-3 0-2 0,-1 0-3 15,-1 0 5-15,-1 0 5 0,0 0-7 16,0 0-12-16,-3 0-35 0,-2-1-96 0,-4 1-137 15,1 0-213-15,-2-2-282 0,-2 1-256 0,1 0-149 16,-5-3 177-16,0 0 408 0</inkml:trace>
  <inkml:trace contextRef="#ctx0" brushRef="#br0" timeOffset="17082.43">5502 8601 80 0,'1'0'296'15,"-1"0"160"-15,0-2 105 0,0 2-74 0,2 0-104 16,-1 0-76-16,-1 0-49 0,0 0-41 0,2 0-32 16,-2 2-30-16,0-2-37 0,0 0-40 15,0 3-16-15,0 0 1 0,0 0 12 0,-2 1 23 16,2 1 26-16,0 0 22 0,0-1 11 16,0 1-6-16,0 3-7 0,0-2-19 0,0 2-21 15,2 0-17-15,-2 3-8 0,2-2-13 16,-1 3-15-16,-1 0-11 0,2 0-9 0,1 3-7 15,-1-3-16-15,-1 2-1 0,1 0-3 0,1-5-3 16,-3 1-1-16,2-3-4 0,-1 0-3 16,2-2-19-16,-3-1-35 0,0-3-51 0,0-1-74 15,0-4-93-15,-3 2-120 0,3-3-184 0,-3-2-222 16,0 1-102-16,1 0 66 0,-1 0 223 16,0 1 268-16</inkml:trace>
  <inkml:trace contextRef="#ctx0" brushRef="#br0" timeOffset="17364.39">5375 8910 272 0,'2'2'498'0,"-1"-1"169"0,-1 2 40 16,2-3-237-16,1 2-215 0,0-1-132 0,0 0-66 16,2-1-32-16,3 2-16 0,0 0-5 0,3-1-8 15,-1 0-3-15,5-1-6 0,0 2 8 16,0-2-2-16,1 0 5 0,3-2 5 0,2 1 8 16,-2-2 2-16,3 0-40 0,3 0-89 0,-4-1-247 15,3-1-191-15,-1 2-98 0,-1-2 19 16,-1 2 152-16</inkml:trace>
  <inkml:trace contextRef="#ctx0" brushRef="#br0" timeOffset="18358.62">8678 8369 7 0,'2'3'213'0,"-1"-3"118"0,1 2 118 0,1 0-56 16,0 2-90-16,-1-2-66 0,1 1-34 0,0 0-8 15,-1 2-3-15,2 1-6 0,-1-2-2 16,1 1-1-16,-1 5 15 0,0-2-3 0,-1 3-10 16,1 1-18-16,-1-1-25 0,-1 3-34 0,-1-1-37 15,2 0-26-15,-2 0-17 0,-2 3-10 0,2-2-6 16,0-1-6-16,-1 0-21 0,-1-1-58 16,0-2-91-16,1-2-157 0,-2-2-276 0,-1-1-192 15,1-2-83-15,0-3 117 0,-3-1 262 16</inkml:trace>
  <inkml:trace contextRef="#ctx0" brushRef="#br0" timeOffset="18925.96">8667 8703 219 0,'5'1'460'0,"-2"-1"175"0,0 0 85 16,0 0-233-16,2 0-223 0,0-1-136 0,3-1-62 15,1 0-31-15,1-2-15 0,4 2-13 16,-1-3-7-16,3 0-3 0,2-2-4 0,1 2-8 15,-1 0 2-15,4-2 8 0,-2 1-10 0,1 0-53 16,0 2-157-16,-1-1-235 0,-2 2-134 0,-1 1-44 16,-3 2 87-16,0 2 185 15</inkml:trace>
  <inkml:trace contextRef="#ctx0" brushRef="#br0" timeOffset="33570.06">11179 7756 93 0,'0'-3'227'0,"0"2"74"15,0-2 7-15,0 1-35 0,2 1-36 0,-2-2-31 16,0 1-24-16,0 1-17 0,2-1-15 15,-1 2-17-15,-1-2-13 0,0 1-6 0,2 1-11 16,-2 0-4-16,0-2-3 0,2 2-1 0,-2 0-3 16,1 0 1-16,-1 0 11 0,0 0 15 15,0 0 16-15,0 0 19 0,0 2 13 0,0-2 6 16,0 0-5-16,0 1-14 0,0-1-18 16,0 2-24-16,0-2-20 0,2 0-25 0,-2 2-20 15,0-1-12-15,0-1-17 0,1 0-6 0,-1 2-3 16,0-1-2-16,0 1 1 0,2-1 5 15,-2 1 17-15,3 1 7 0,-2 1 7 0,-1-1 4 16,3 1-2-16,-3 2-3 0,2 1-5 16,0-1 1-16,-1 1 2 0,1 1 3 0,0-1 1 15,-1 2 2-15,-1-1-7 0,2 2-2 0,-1 1 2 16,1-2-2-16,0 1 0 0,-1 3-3 16,2-4-4-16,-3 1-8 0,2 0-7 0,2 3-7 15,-2-5-7-15,-1 3-2 0,1 1 4 16,1-2-2-16,-1 1-1 0,0-3 2 0,-1 2 1 15,2 1 1-15,-1-1-1 0,1-1 1 0,-3 0-1 16,3-1-3-16,-1 0 2 0,1-2 0 16,-2 0-2-16,2 0 1 0,-1-2-1 0,-2 2-2 15,2-3-1-15,-1 1 1 0,-1-4-3 16,2 4 3-16,-2-2 1 0,0-2 1 0,2 1 1 16,-2 1 1-16,0-2 3 0,0 1 1 0,0-1 1 15,0 2 3-15,0-2 3 0,0 0 1 16,0 0 0-16,0 1-1 0,0-1-5 0,0 2-2 15,0-2-1-15,0 0-4 0,0 0 2 0,0 0 2 16,0 2 10-16,0-1 4 0,0 2 5 16,0 0 7-16,0 0-1 0,0 0-2 0,0 1-9 15,0-1-4-15,0 0-6 0,0 2-8 16,1-2-4-16,-1-1 0 0,0 0 0 0,2 0 2 16,-1-1-2-16,-1 0 0 0,0 1 2 15,2-2 0-15,-2 2 0 0,0-2-3 0,0 0 2 16,0 0 2-16,0 0 1 0,0 0 0 0,0 0-4 15,0 0 5-15,0 0-3 0,0 0 5 0,0 0 7 16,0 0 4-16,0 0 8 0,0 0 5 16,0 0 3-16,0 0-8 0,0 0-7 15,0 0-7-15,0 0-8 0,0 0-5 0,2 0-2 16,-1 0 3-16,1 0-2 0,1 0 4 0,1 0 0 16,0 0 1-16,0 0 0 0,1 0 3 0,0 0-4 15,1 0 0-15,2 0 1 0,0 0-3 16,0 0 0-16,0 0-3 0,3 0 0 0,-2 2 0 15,1-2 1-15,2 0-1 0,0 0 0 16,-1 0 10-16,3 0 0 0,0 0-3 0,4 0 0 16,-4 0 8-16,3-2-5 0,2 2-6 15,-3-2 1-15,1 2 4 0,-1-3 2 0,3 2-6 16,-3-1 3-16,3 0 5 0,0 1-1 0,-2 0-4 16,2-2 3-16,0 1-1 0,3 1-3 15,-1-1-6-15,0 2 7 0,2-1 1 0,1-1 1 16,-1 0 2-16,0 1-2 0,1 1 2 0,1-3-6 15,0 2 1-15,0-2-4 0,-1 0 2 16,2 2 1-16,0-4 1 0,0 0 1 0,0 1-3 16,-2-2 2-16,0-1-3 0,1 1 0 15,-1-1 3-15,-1-1-2 0,-3 3 0 0,-1-3 0 16,-1 2-2-16,-2 0 0 0,0 0 2 0,-3 2 4 16,-2-1 1-16,1 1 3 0,-2 1-1 15,-2 0-1-15,1-1-6 0,-4 1-5 0,1 2-1 16,-1-1 4-16,0-1 2 0,0 1-3 0,-1 0 3 15,-1 2-18-15,1-2-19 0,-1 2-25 0,0 0-17 16,-3-1-25-16,0 1-47 0,0-1-64 16,0-3-75-16,-1 2-95 0,-3-1-128 0,-1 0-214 15,2 1-204-15,-4-1-51 0,0 0 132 16,-2 0 272-16,-1-1 273 0</inkml:trace>
  <inkml:trace contextRef="#ctx0" brushRef="#br0" timeOffset="34384">11233 7622 205 0,'0'2'465'0,"0"2"192"0,0-3 101 16,0 0-242-16,2-1-208 0,-2 2-143 0,1-2-86 15,-1 0-32-15,2 1 4 0,1 1 9 16,2-2 74-16,1 1 47 0,3 1 73 0,1-1 53 16,1 1 7-16,3-2 2 0,1 2-52 15,2-2-38-15,2 0-56 0,2 1-41 0,1-1-9 16,3 1-19-16,-1 1-11 0,6 0-11 15,0-1 41-15,3-1 20 0,5 3-6 0,-2-3-7 0,4 1-8 16,1 1-4-16,3-2-39 0,-1 1-30 16,1-1-1-16,1 0 3 0,-3 0 0 0,2-1-2 15,-2 1-4-15,0-3-1 0,-2 0-14 16,-2 0-12-16,-2-1-4 0,0-1-1 0,-3 0-2 16,-2 1-1-16,-6-1-4 0,-1-1 3 15,-2-1-3-15,-3 3 2 0,-3 0 0 0,-2 0-1 0,-1 1 1 16,-5-1-1-16,-2 3 1 0,1-2-1 15,0 1-2-15,-4 1 0 0,0-1 1 0,-1 2-1 16,1 0-2-16,-3 0 0 0,2 0 0 16,-1 0 1-16,-1 0 0 0,2 0 0 0,-2 0 3 15,0 2 5-15,0-2 2 0,-2 0 0 0,2 1 2 16,0 1-1-16,0 0-1 0,-1-1-2 16,1 2-5-16,-2 2 1 0,2-2-2 0,0 1 0 15,-1 1-2-15,1 1 0 0,-2-1-1 16,0 3 1-16,2-2-1 0,-1 2 2 0,1 1 0 15,-2-1 0-15,2 2-1 0,0 0 0 16,2 1-1-16,-2 2-1 0,1 0 1 0,1 0-2 16,-2 0 2-16,2 2-1 0,-1-2 1 0,-1 3 0 15,0-1 0-15,0 0-1 0,0-1 1 16,-1 1 0-16,-1 2 1 0,0 0-1 0,1-2-3 16,-2 0-13-16,-1 0-37 0,1 0-64 0,0-3-60 15,-3-2-76-15,1-1-132 0,2-3-179 16,-2 0-260-16,-1-4-214 0,2 0-204 0,0-4-40 15,-2-2 357-15,1-3 473 0</inkml:trace>
  <inkml:trace contextRef="#ctx0" brushRef="#br0" timeOffset="42263.93">7312 8512 32 0,'3'0'255'0,"-3"0"134"0,2 0 113 15,-2 0-89-15,1 1-155 0,-1-1-123 0,2 0-72 16,-1 0-35-16,-1 0-24 0,2 0-4 0,0 0-4 15,-1 0-2-15,1 0 2 0,1 0 2 0,-1 0 6 16,1 0 12-16,-1 0 7 0,1 0 5 16,-2-1 1-16,4 1 2 0,-4 0-3 15,2-1-11-15,-1 1-3 0,1-2-4 16,-1 2-6-16,1 0 9 0,0-2 28 0,-1 2 10 16,1 0 9-16,0 0 4 0,-1 0 1 0,2 0-8 15,1 0-23-15,0 0-15 0,-2 0-3 0,2 0-1 16,1 0-2-16,2 0-4 0,-2 0 3 15,2 0-5-15,0 0-1 0,2-1-4 0,-1 1 2 16,-1 0-1-16,3-1 3 0,-1 1-4 16,-1-2 2-16,2 2-3 0,-3-2 3 0,0 2-2 15,2-1 0-15,-1 1 2 0,-1-1-1 0,0 1 1 16,0 0 0-16,1 0 2 0,1 0-5 0,-4 0 1 16,3 0-2-16,-1 0 2 0,0 0 4 15,-1 1-2-15,4-1-27 0,-3 1 25 0,1-1 39 16,-1 0 19-16,1 2 4 0,1-2 6 0,0 0 26 15,0 0-21-15,0 0-34 0,1 0-20 16,0 0-9-16,-1 0-8 0,-1-2-1 0,2 2-3 16,-1-1 0-16,-1 0 0 0,2-1 0 15,-1 1 0-15,-2 1 0 0,3 0-3 0,-2-2 1 16,-1 2 2-16,3 0 0 0,-3 0 0 0,2 0-2 16,-1 2 2-16,0-2-3 0,-1 1-1 15,1 1-1-15,0-2 3 0,0 2-1 0,-1-2 1 16,0 2 0-16,1 0-1 0,0-1-4 15,0-1 1-15,0 1 1 0,-1-1-2 0,0 0 0 16,0 0 0-16,2-1 1 0,-4 1 1 0,2 0 1 16,0-1-3-16,1-1 4 0,-2 0-3 15,-1 2 1-15,-1-1 0 0,1 0 1 0,0 1 0 16,-1 0 4-16,0-2 2 0,1 2 2 16,-1 0-1-16,1 0 1 0,0 0 1 0,-1 0 1 15,0 0-1-15,0 0 0 0,0 0-1 0,1 0-2 16,0 0 1-16,-1 0-1 0,0 0 2 0,1 0-3 15,-1 0 5-15,1 0-3 0,2-1-1 16,-2 1 0-16,2 0 0 0,0-2 5 0,0 2-4 16,0 0 6-16,0-1-4 0,1-1 3 15,2 1-5-15,-3-1 1 0,3 1-1 16,0-1 1-16,-1 0-1 0,2 1 1 0,0 0-3 0,-1-1-1 16,0 1 2-16,0-1 2 0,1 2-4 15,-2-1 0-15,1 1 0 0,0 0 0 0,0 0 0 16,-1 1 0-16,2-1 0 0,-2 2 0 15,-1-2 1-15,2 0 3 0,-1 1-2 0,0-1 0 16,0 2-1-16,-2-2-1 0,2 0 0 0,-2 0 0 16,3 0 0-16,-3 0-1 0,0 0-3 15,1-2 2-15,-1 1 2 0,0 1 0 0,0-2 2 16,1 1 2-16,-1 0 1 0,0-3-2 16,1 3-1-16,-2-2-2 0,1 1-3 0,-2 0-1 15,2-2-1-15,1 1-1 0,-1-1-1 0,-1 2 2 16,-1 2 2-16,3-5-3 0,-4 4 3 15,3 0-2-15,-3-3 3 0,1 3-2 0,0 0 2 16,-1-1 34-16,0-1 26 0,0 3 15 16,1-1 6-16,2-1 9 0,-3 0 0 0,0 1-30 15,1 0-24-15,0-2-14 0,0 1-11 0,2 1-4 16,-1-1-8-16,1-1-2 0,-1 0 2 16,1 1-5-16,2 0 5 0,-2 0 1 0,1 1 4 15,1-2-2-15,-2 2 3 0,1-1 5 16,1 0-2-16,-2 1-1 0,0 0 0 0,1-1 2 15,-1 2-1-15,0-2 1 0,-2 2 2 0,3-1 1 16,-2 1 1-16,-1 0 0 0,2-1-3 16,-2 1 0-16,1-2 2 0,-2 2-1 0,-1-2-1 15,1 2 0-15,0-1-1 0,-1 1-1 0,0 0-3 16,-1-2-1-16,0 2 1 0,-1 0 0 0,2 0-1 16,-2 0 1-16,3 0-2 0,-2-1 71 15,3 1 50-15,0 0 24 0,-1-3 11 0,0 3 5 16,1 0 0-16,-1 0-59 0,3-2-43 15,-2 0-20-15,-1 2-11 0,0-3-11 0,1 3-3 16,0-1-2-16,-1 0-5 0,0 0 0 0,0-2-6 16,-2 3 2-16,0 0-2 0,0-1-1 15,2 1-1-15,-2 0 2 0,-2 0-2 0,1 0 0 16,1 0 0-16,-1 0 1 0,0 0 4 0,-1 0-2 16,2 0 2-16,-1-1-1 0,1 1 31 15,0-2 25-15,-1 2 8 0,2 0 6 0,-1-2 5 16,2 2 0-16,-3-1-31 0,1 1-26 15,0 0-7-15,1-1-7 0,-1 1-6 0,0-2 0 16,3 0-1-16,-3 2 7 0,2-1-7 0,-2 0 2 16,2 1-1-16,-2 0-1 0,2-2 0 15,1 2-1-15,-3-1 2 0,0 1 1 0,2 0 1 16,-2 0 0-16,2 0-4 0,-3 0 1 16,1 1-1-16,0-1 0 0,0 0-2 0,0 0 1 15,-1 0 1-15,-1 0-3 0,-1 2 2 0,2-2 1 16,-2 0 0-16,2 0-1 0,-1 0 0 15,-1 0 0-15,0 0 1 0,0 0 0 0,2 1-3 16,-1-1 4-16,-1 1 2 0,0-1-2 16,2 0-2-16,-2 2 1 0,2-2 1 0,-1 2 0 15,-1-2 0-15,2 1 4 0,-2-1-2 0,2 0 2 16,-1 1-3-16,-1-1 0 0,2 2-2 16,-1-2-1-16,2 0-1 0,-3 2-2 0,2-2 0 15,-1 0 3-15,-1 0 1 0,3 1-1 0,-3-1 1 16,2 0 2-16,-2 0 3 0,3 0-5 15,-1 0-1-15,-1 0 2 0,3 1-1 0,-3-1-1 16,3 0 0-16,-3 3 1 0,2-3 0 16,-1 1-3-16,2-1 2 0,-1 0-1 0,-1 1 0 15,1-1 0-15,-1 1 0 0,-1-1-2 16,1 0 4-16,1 0 1 0,-1 0 4 0,1 0-2 16,-1 0 2-16,-1 0 2 0,1 3-7 0,2-3 1 15,-2 0-5-15,1 0 1 0,-1 0 1 0,1 0 0 16,0 0 3-16,-1 0 0 0,1 0 2 15,-3 0 2-15,3 0-6 0,-1 0-2 0,-1 0 2 16,1 0-2-16,2 0 3 0,-2 0 0 16,-1 0 0-16,1 0 2 0,1 0 0 0,-1 0 1 15,-2 0-5-15,3 0 2 0,-1 0-1 0,-1 0 4 16,-1 0-3-16,2-3-2 0,0 3 5 16,-1 0-4-16,-1 0 2 0,2 0-4 15,-1-1 1-15,-1 1 1 0,2-1-2 0,-2 1 1 0,2 0 2 16,0 0-1-16,-2-1 5 0,2 1-2 15,0 0 3-15,-1-3 0 0,1 3-5 0,-1 0 0 16,-1 0-2-16,2 0 0 0,0 0 2 16,-1 0-6-16,2 0 5 0,-1 0 1 0,0 0 1 15,-1 0 2-15,1 0 0 0,1 0 1 16,-3 0-4-16,3 0 0 0,0 0-1 0,0 0-2 16,-1 0 0-16,1 0-1 0,-1 0 5 0,1 3-2 15,0-3 0-15,0 1 1 0,-1-1-2 16,3 0 2-16,-1 0-2 0,-1 0 0 0,0 0 2 15,-1 1 3-15,1-1-2 0,2 1 1 16,-2-1-1-16,-1 0 3 0,3 3 0 0,-1-3-4 16,1 0 0-16,-2 2 1 0,2-2-1 0,0 0-2 15,0 2-1-15,-1-2 1 0,1 3 2 16,-1-2-2-16,0-1 0 0,-1 0 0 0,0 2-1 16,0-2 0-16,1 0-2 0,-1 1 2 0,0-1 0 15,0 2 3-15,-2-2 3 0,1 0-1 16,-1 0 4-16,1 0-4 0,-2 0 2 0,2 0-4 15,-2 0-3-15,1 0 2 0,-1 0-1 16,0 0 1-16,0 0-2 0,0 0 4 0,0 0 1 16,2 0 0-16,-2 0-1 0,2 0 0 15,-1-2 3-15,1 2-4 0,1-1 1 0,-1 1 0 16,1-2-1-16,0 2 0 0,1-1-3 0,-2-2 0 16,1 3 2-16,0-2-2 0,2 2 1 15,-2-2 0-15,-1 2 2 0,3-3 1 0,-2 3-1 16,0-1 0-16,3 0 0 0,-3 1 3 0,1 0-2 15,-1-1 1-15,0 1-1 0,0-3 3 16,-1 3-4-16,1 0 0 0,-1-1-3 0,-1 1 1 16,2 0-1-16,-3 0-1 0,0 0 3 15,2 0 0-15,-1 0 1 0,-1-1 1 0,0 1-1 16,2 0 0-16,-2 0-1 0,1 0 1 0,-1 0-3 16,0 0 0-16,2 0 3 0,-2 0-1 15,0 0 2-15,2-2-1 0,-1 2 2 0,1 0 0 16,-1-2-1-16,1 1-1 0,1 1-2 15,-1-1 2-15,3-1 0 0,-1 0-1 0,1 1 1 16,-2 0 0-16,2-1 0 0,1 1-1 16,-1 1 0-16,3-2 1 0,-2 2-4 0,-1-1 1 0,1-1 2 15,-1 2 1-15,0 0-5 0,2-1 1 16,-2 1-3-16,0 0 3 0,0 0 0 0,-2 0-2 16,2 0 0-16,-1 0 4 0,-1 1-1 15,1-1-1-15,-1 0-1 0,0 2 6 0,0-1 2 16,1 1-2-16,0-1 3 0,0 1 2 15,0 0 5-15,2 0-9 0,-2 1 1 0,0 0-1 16,1-1-3-16,0 0-2 0,1 1-4 0,0-2 7 16,1 1 0-16,-1 1 0 0,2-3 0 15,0 2 2-15,-2 0 2 0,2-2 2 0,0 3-5 16,0-2 5-16,0-1 1 0,-2 2-1 0,2-1-4 16,-2 1-2-16,2 0 0 0,-3-1-2 15,2 0-1-15,-3 1 3 0,4 0 0 0,-3-1-2 16,0 0 2-16,-1 1 1 0,1 0-1 15,0-2 1-15,1 0 2 0,-1 1-1 0,-2-1-2 16,0 0-5-16,2 0 4 0,-2 0 1 0,2 0 0 16,-2-1 0-16,0 1 7 0,0 0-1 15,0-2-2-15,1 2-1 0,-3 0-3 0,2 0 2 16,-1 0-6-16,0 0 4 0,-1 0 0 0,1 0-1 16,-2 0-1-16,2 0-1 0,-2 0 2 15,1 0-1-15,-1 0 1 0,2 0 2 0,-1 0 0 16,2 0 2-16,-3 0 1 0,3 0-1 0,-1 0-3 15,1 0 0-15,0-2 2 0,0 2-1 16,-1 0-1-16,1-2 0 0,1 2 1 0,0 0 1 16,-2-2-2-16,2 2 4 0,-1 0-2 15,-1-2-1-15,1 2-1 0,-1-1 0 0,-1 1 1 16,1 0-4-16,1 0 2 0,1 0 4 16,-1 0-1-16,0 0 1 0,1-1-2 0,-1 1-1 15,2 0 0-15,-1-2-1 0,-1 2 1 0,0 0 0 16,0-2-1-16,0 2 2 0,-1 0 0 0,2 0-1 15,-1 0-4-15,-3 0 3 0,2 0 2 16,1 0-2-16,-1 0-1 0,1 2 3 16,0-2 3-16,2 0-2 0,-2 2-3 0,3-2 4 0,1 1-1 15,-1-1-1-15,1 0-3 0,-1 0-1 16,3 0 2-16,-2 0 1 0,-1 0-5 0,2 0 2 16,1 0 4-16,-1 0 0 0,0-1 1 15,-1 1-3-15,0-2 0 0,1 2 0 16,-3 0 0-16,2 0 1 0,-3 0-4 0,4 0 1 0,-5 0 3 15,2 0 2-15,-2 0-2 0,-1 0 2 16,-1 0 2-16,1 0-1 0,0 0 1 0,-1 0-4 16,-1 0 0-16,0 0 0 0,0 0 0 15,2 0 1-15,-1 0 0 0,-1 2-2 0,0-2 2 16,2 0-2-16,-2 1-1 0,0-1 2 16,3 0 0-16,-3 0 1 0,1 0-1 0,-1 0 1 15,0 0 0-15,2 0-3 0,-1 0-1 0,-1 0 3 16,2 0-1-16,0 0 0 0,-1 0 1 15,-1 0 1-15,2 0-2 0,0 0 1 0,-1 0 2 16,-1-1 0-16,3 1-1 0,-1-2-1 0,1 0 3 16,0 1-1-16,1-1-1 0,0 1 1 15,1-2 2-15,-2 1-1 0,3 0-4 0,-1 2 1 16,-2-3-2-16,3 2 0 0,-1 1-1 16,-2-1-1-16,1 1 2 0,-1 0-2 0,0 0 2 15,0 0-1-15,2 1 3 0,-2 0-1 0,3-1 1 16,-3 3 1-16,1-3-5 0,0 2 1 15,1-2 0-15,0 2-2 0,1-2 2 0,-1 0-1 16,1 0 4-16,-1 3 0 0,2-3 0 16,-1 0 0-16,3 0-3 0,-4 0 2 0,3 0-2 15,0 0 4-15,1 0-1 0,-1 0-2 16,0 0 1-16,1 0-1 0,1 0-1 0,-2 0 0 16,4 0 1-16,-2-3 0 0,1 3 2 0,2 0-2 15,-2 0-2-15,0 0-2 0,3-2 2 0,-1 2 2 16,2-2 0-16,-2 2 5 0,3 0 5 15,-2-3-1-15,2 2 1 0,-2 0-1 0,2 1 0 16,-2-1-5-16,2-2 0 0,-2 2 1 0,2 1-1 16,-2 0 3-16,-1 0-3 0,1 0 3 15,-2 0-2-15,0 0 1 0,-1 1-1 0,-3 2-3 16,1-2-1-16,-1 0 2 0,-1 0-4 16,-2 2-1-16,-1-1 2 0,2 0 0 0,-4-2 2 15,1 4-1-15,0-2 1 0,-1-1 0 0,1 1 1 16,-1 1-1-16,-1-3 0 0,1 1-2 0,1 1 1 15,0-2 0-15,-1 0 0 0,1 0 1 16,2 0 2-16,-2 0 2 0,0-2-1 0,0 1 4 16,0-2-5-16,2 0-1 0,0 0 0 15,1 0 0-15,-1-1 0 0,0 1 0 0,-1 1 0 16,1-2 1-16,-1 3 1 0,0-2-2 0,1 0 4 16,-1 0-5-16,-2 1 0 0,1 1-3 15,-1 0 3-15,-1-1 0 0,1 2-2 0,-2-1 2 16,2 1 2-16,-2 0 4 0,0 0-6 15,0 0 3-15,1 0-1 0,-1 0 0 0,0 0-2 16,0 0 0-16,0 0 0 0,0 0-3 0,2 0-1 16,-2 0-3-16,0 0 0 0,2 0 0 15,-1 0 3-15,-1 0 1 0,3 0 4 0,-3 0 3 16,0 0 0-16,2 0 1 0,1 0 1 16,-2 0-1-16,-1 0-6 0,0 0 1 0,2 0 0 15,-2 0-3-15,1 0 0 0,-1 0 3 0,0 0 2 16,0 1-3-16,0-1-1 0,0 0 1 15,2 0 0-15,-2 0-1 0,2 0-1 0,-1 0 4 16,1 0 2-16,0-1-1 0,-1 1-1 16,2 0 1-16,-1-2-1 0,1 2 0 0,2 0-1 15,-1-1-1-15,3 1 1 0,-2-2-1 0,1 2-2 16,0-1 0-16,4-1 1 0,-6 2 2 0,3 0 0 16,-2-1 2-16,1 1-3 0,0-2 1 15,0 2 2-15,-1 0 1 0,0 0 0 16,0 0-3-16,0 0 5 0,2 0-2 0,-2 0-4 15,0 0 0-15,0 0-1 0,-2 0 2 0,2 0-4 16,-1 0 1-16,-1 0 0 0,0 0 2 0,-1 0-1 16,1 0 2-16,-1 0 2 0,1 0 0 15,-1 0 2-15,1-2-3 0,0 2-1 0,0-1 1 16,2 0 2-16,-1-1-1 0,-2 1-3 16,5-2 1-16,-4 2 2 0,2-1-2 0,-1 0-2 15,2 1-2-15,-3 0 4 0,2-1 0 0,0 2 0 16,-2-2-2-16,2 2-1 0,0 0 0 15,1 0 0-15,-1 0-1 0,-2 2 0 0,3-2 3 16,-1 0 0-16,0 2 2 0,1-1-3 16,-1 0 2-16,-2-1-1 0,3 0-1 0,-1 2 0 15,0-2-1-15,3 0 1 0,-2 0-4 0,0-2 4 16,3 2-1-16,-2-1 0 0,-1 0 1 16,2-3-2-16,-1 2 0 0,4-3 0 0,-3 2-4 15,0 0 5-15,0-1-1 0,-1 0 5 16,0 2-1-16,-1-1 3 0,-1 2-1 0,0-2-2 15,-2 1 1-15,3 1-1 0,-3 1 5 0,0-1-2 16,-1-1 2-16,0 2-1 0,-1-2 2 16,1 2-6-16,-1 0-1 0,-1 0-2 0,0 0 0 15,2 0 1-15,-2 0-1 0,0 0 3 16,0 0 2-16,0 0 0 0,0 0-2 0,0 0 2 16,0 0 0-16,0 0-5 0,0 0-2 0,0 2-10 15,-2 0-33-15,1 0-69 0,-1 0-105 16,-3 1-125-16,2-2-191 0,-2 3-281 0,-1-2-193 15,2 1-24-15,-3 1 228 0,1-1 331 16</inkml:trace>
  <inkml:trace contextRef="#ctx0" brushRef="#br0" timeOffset="45684.27">7563 8478 117 0,'-1'0'241'0,"-2"-2"85"0,3 1-43 15,0 0-92-15,0-1-82 0,0 0-49 16,3 2-21-16,-3-1-1 0,1 0 8 0,-1-1 21 15,0 2 24-15,2-2 32 0,-2 1 22 16,0 1 15-16,0 0 2 0,-2-1-13 0,2 1-14 16,0 0-18-16,-1 0-10 0,1 0 0 15,-3 1 6-15,3-1 17 0,0 0 3 0,0 0 2 16,0 0-9-16,0 0-14 0,0 0-20 0,0 0-21 16,0 0-12-16,0 0-14 0,3 0-6 15,-3 0-11-15,1 0-10 0,-1 0-5 0,2 0-6 16,-2 0-5-16,3 0-5 0,0-1 0 15,2-1 1-15,0 0 2 0,1 1-1 0,2-1 2 16,0 2 2-16,2-1 2 0,0-2 4 16,0 3 48-16,3-2 25 0,-1 2 15 0,1-2 6 15,3-1 0-15,-2 2-3 0,-1 0-39 0,4-3 12 16,0 3 26-16,-1-2 12 0,0 1 3 16,0 1 1-16,1-2-4 0,-1 1-35 15,1 1-39-15,-2 0-15 0,2-1-14 0,-1 1-5 16,1 1-1-16,-2-2-5 0,0 2 2 0,1 0-2 15,0-1-2-15,0 1-1 0,1 0 3 0,-1 0 3 16,3 0-1-16,-2 0 2 0,-1-2 3 0,3 2 2 16,-1 0 0-16,-1-1-1 0,2 1 1 15,-2 0 0-15,2 0 0 0,-1 0-4 0,1 0 4 16,-2 0-4-16,2 0 1 0,1 0 1 0,-3 1 2 16,0-1 1-16,-1 2-3 0,1-1 0 15,-3-1-1-15,2 2-2 0,-2-2 0 0,0 0 0 16,-1 1-1-16,0-1 1 0,-2 0 2 15,-1 0-2-15,0 0-1 0,0-1 0 0,-2 1 0 16,0 0 0-16,1-2 1 0,-2 2 1 16,-1-1 1-16,0-1 0 0,2 1-1 0,-2-1-1 15,-1 1-1-15,2-1 0 0,-1 2-2 0,0-2 1 16,0 2 0-16,1-1-1 0,-1 1-3 16,3 0 3-16,-2 0-1 0,-1 0 0 0,1 0 1 15,1 0 0-15,1 0 2 0,-3-1 0 0,2 1-2 16,0 0 2-16,1-2 0 0,-2 1-1 15,1 1 0-15,-2-2-2 0,3 1 2 0,-2 0-3 16,-1 1 0-16,-1-2 1 0,0 0 2 16,2 2 0-16,-2 0-2 0,0 0 0 0,0 0 5 15,0 0-1-15,1 2-1 0,-3 0 1 0,2-1 1 16,0 0-1-16,-1 1-1 0,1 1 0 0,0-2 0 16,1 0-1-16,0 1 1 0,-1 0-2 15,0-1 0-15,0 1 0 0,0-1 1 0,2 1 1 16,-2-1-2-16,0-1 1 0,0 0-1 15,-1 2 0-15,1-2 2 0,1 0-1 0,-1 0-3 16,1 0 3-16,-1 0-2 0,2-2 2 0,0 1-5 16,0-1 3-16,-1-1-1 0,2-2 2 0,1 3 0 15,-1-4 1-15,0 1 3 0,0 1 4 16,0 0 4-16,0-1-1 0,0 2-1 16,0-2 0-16,0 3-1 0,0-3-1 0,1 1-3 15,0 2-2-15,-1-3 5 0,-1 2-3 16,-1 0 3-16,2 0-1 0,-2 2-2 0,2-2 4 15,-3 1-5-15,0-1 5 0,1 0-6 0,2 1 1 16,-3 0 2-16,-1-1 0 0,1 0 0 16,2-2-3-16,0 3 5 0,-2-4-3 0,0 1 2 15,1-1-4-15,1 2 2 0,-1-1 2 0,-2 0-5 16,1 2 4-16,0-1-2 0,-2 0 1 16,2 2-2-16,-2-3 3 0,3 2-3 0,-3 2-1 15,2-2 0-15,0 1 1 0,-2-1-2 0,2 2 0 16,0-2 2-16,1 1-1 0,-3 1-1 15,2 0-3-15,1-1 5 0,-1 0 3 0,2 0-3 16,0 0 2-16,-2-1 1 0,3 0 1 0,-1-2-2 16,0 1-2-16,1 2 0 0,0-3 1 15,-1 3 1-15,-1-2 1 0,1 2-1 0,0-2-3 16,-2 3 2-16,-2-2-2 0,2 3-3 16,-2-2 0-16,1 2 0 0,-1-1 3 0,1 1-1 15,-1 0 1-15,0 0 0 0,0 0 0 16,-1 0-1-16,3-1 1 0,1 1 0 0,-2-2-1 15,3 1 1-15,-1-2-1 0,1 0 3 0,0-1-1 16,1 1 1-16,0-1 4 0,0 0-2 16,2-1 2-16,-2 1-3 0,1-1 1 0,-1 1-5 15,1-2-1-15,-1 2 0 0,-1 1 0 0,-1 1 1 16,3-2-2-16,-4 2 2 0,2-2 1 16,-2 3 0-16,-1-2-2 0,4 1 1 0,-5 2 1 15,2-1 0-15,-2 0-1 0,-1 1 1 16,1-2 0-16,-1 2-1 0,-1-1 0 0,2 1 1 15,-1 0 0-15,1-2 0 0,-2 1 0 0,2 1 3 16,1-2-1-16,-1 1-1 0,0-3-1 16,2 0 0-16,1 0 3 0,2 0-3 0,-2-1 0 15,2-1 0-15,-1 1 0 0,-1 1-4 0,2-1 0 16,-2 3 0-16,-1-3-1 0,0 4 0 16,1-2-1-16,-1 1 4 0,-1 2 1 15,-2 0-1-15,1 0-2 0,0 0 3 0,2 2 1 16,-3-2-3-16,1 3 2 0,3-2 0 0,-3 0 1 15,0 0 0-15,2-1 0 0,0 3-1 16,0-3-2-16,0 0 1 0,2 0-1 0,-2 0-1 16,0 2 1-16,1-2 1 0,1 0 2 0,0 2 0 15,-2-2-1-15,0 0 2 0,1 0-2 16,-1 0 0-16,0 3-2 0,1-3 1 0,0 1 0 16,-1-1-2-16,0 2 1 0,-2-1 3 0,2 1 0 15,1-2 1-15,-3 1 2 0,0 1 0 16,1-1 0-16,-1 1 1 0,0-2-2 0,0 2 1 15,-1-2 3-15,1 0-4 0,-1 1 0 0,2-1 3 16,-1 1 12-16,0-1 6 0,2 0 6 16,-2 2 1-16,2-2 1 0,0 2-1 0,1-1-14 15,2-1-9-15,-2 0-5 0,-1 1-1 0,3-1 0 16,0 0-1-16,-2 0 3 0,2 0 1 16,0 0 3-16,1-1-4 0,-2 1-1 0,1 0 3 15,0-1 1-15,4 1 0 0,-2 0-3 16,2-2 6-16,-2 0 1 0,3 2 0 0,-1-1-2 15,1 0 2-15,-2-1-1 0,0 2-4 16,-1-2-1-16,-1 1 3 0,0-2-3 0,-2 1 3 16,1-1 7-16,0-1 1 0,1 2 4 0,-1 0 1 15,0-3 2-15,1-1-1 0,-1 2-1 16,-1 0-5-16,-1 1-4 0,3-1-7 0,-4 1 0 16,3 0-3-16,-1-2 1 0,-1 2-4 15,3 0 2-15,-1-1 4 0,0 1-1 0,-1-1 2 16,2 0-6-16,-3 1 3 0,2 0 1 0,0 0-3 15,1 2 0-15,-4-2-5 0,2 1 5 16,-2 2-2-16,-1-2 0 0,2 2-1 0,-3 0-1 16,2-3 2-16,-1 3-3 0,-1 0 0 0,2 0 0 15,-1 0 5-15,2 0-1 0,1 0 3 16,-2 0 2-16,-1-1 1 0,1 1-3 0,0-1-3 16,1 1 1-16,0-1 1 0,-1-2-2 15,2 1 1-15,1 2 0 0,2-2 0 0,0-1 0 16,1 0-3-16,3 1 0 0,1 0 1 0,0-1 0 15,-2 0 2-15,1 1 0 0,-3 2-3 16,-1 0 2-16,1 0 0 0,-5 0 0 0,2 0-1 16,0 2 2-16,-4-1 2 0,1 1 0 15,0-2-3-15,-2 0 1 0,2 1-3 0,-2-1-1 16,-1 2-1-16,2-2 5 0,0 0 0 16,0 0-2-16,-2 0-1 0,1 0 5 0,2 0-1 15,-2 0-5-15,2 0-1 0,1 0 4 0,-1 0 3 16,1 0-6-16,-1 0 0 0,2 0 1 0,0 0 2 15,1 0-1-15,0-2 1 0,2 1 5 16,0 1 3-16,0-2-1 0,0 1 3 0,0-1-2 16,0-1-5-16,0 1-3 0,0 1 1 15,-1-1 0-15,-1 1 1 0,-2 0 1 0,3 1 2 16,-4-2 1-16,1 2-2 0,-2 0-4 0,0 0 0 16,-2 0 1-16,1 2-3 0,2-2-1 15,-4 2 2-15,2 0 5 0,-1-1 0 0,1 1-2 16,0 0 4-16,-1-1-1 0,1 1-4 0,1 1-1 15,0-3 0-15,1 1-2 0,-1 1 1 16,1-1 0-16,0-1 2 0,0 1-2 16,1-1 2-16,0 0 2 0,1 2-3 0,-3-2 3 15,1 2-2-15,2-1 4 0,-4 2-3 0,3-3-4 16,-3 2 3-16,2-2-5 0,-2 2 4 16,0 1-3-16,-1-3 3 0,3 0 1 0,-2 0 0 15,1 0 4-15,-1-3-1 0,-1 1-2 0,3 0-9 16,-2-1-6-16,0 0-6 0,2 0-5 15,0-1-7-15,1-1-10 0,-1 0-15 0,-2 0-36 16,0 0-58-16,-1-1-79 0,-1 2-89 0,-1-1-99 16,2 1-121-16,0 2-178 0,-2 1-153 15,0 1-17-15,0 0 144 0,0 0 240 0</inkml:trace>
  <inkml:trace contextRef="#ctx0" brushRef="#br0" timeOffset="68402.41">1230 2710 65 0,'0'0'311'0,"0"0"170"15,0 0 133-15,0 0-79 0,0 0-210 16,0 0-105-16,0 0-48 0,0 0-15 0,0 0-3 16,0 0 8-16,0 0 46 0,0 0 34 15,6 0 15-15,8 2 12 0,2-1 10 0,3 2-2 16,2 0-38-16,2-1-39 0,1 1-30 0,3 0-34 0,3 2-25 16,5-3-21-16,4 2-9 0,8-2 2 15,4 0 14-15,6 0 9 0,3-2 3 0,5 0 11 0,4 0-4 16,1-2-15-16,1 0-10 0,7 0-8 0,-1-2-8 15,7 2-19-15,0-3-7 0,1-1-6 0,4 4-15 16,1-4-4-16,0 1-4 0,2 1 5 0,-2-2 10 16,2-1 0-16,-1-1 1 0,-1-1-7 15,-3 0 0-15,2 1-1 0,-5-5-6 0,-2 2 6 16,-2 1 5-16,-7 0-4 0,0-1-3 0,-4 3-7 16,-4 0-5-16,-3 1-9 0,-4 3-5 0,-5 0 1 15,-1 2 3-15,-3 2 1 0,-5 0 1 16,-3 0 0-16,0 0 1 0,-6 0 1 0,0 0-1 0,-2 0 2 15,-3 0 0-15,-3 0 0 0,-2 0 0 0,-4-3-3 16,-1 1 0-16,-1 1-2 0,-6 1-2 16,-2-1 1-16,0-1 1 0,-3 0 11 0,-3 2 11 15,0-1 19-15,-2 1 14 0,-1-1 8 0,0 1 2 16,-4 0-10-16,0-2-9 0,-1 2-16 16,-2 0-13-16,0 0-11 0,0 0-5 0,0 2-4 15,1-2-2-15,-2 1-5 0,1-1-13 0,-1 3-18 16,-1-1-21-16,2 0-54 0,-4 3-75 0,3-3-143 15,-2 1-250-15,1 1-295 0,0 0-368 0,0-2-304 16,1-2-61-16,-2 0 604 0</inkml:trace>
  <inkml:trace contextRef="#ctx0" brushRef="#br0" timeOffset="70402.45">13238 7785 154 0,'0'-2'389'0,"-2"1"173"0,2-1 131 0,0 2-158 16,0 0-134-16,0 0-74 0,0 0-40 0,2 0-26 16,-2 2-34-16,0-2-46 0,2 0-55 15,-2 0-49-15,1 1-19 0,-1 1-7 0,3-2 46 16,-3 3 56-16,4-2 39 0,-1 3 19 15,-2 0 4-15,3 2 4 0,0 1-12 0,1 1-15 16,0 4-16-16,-1 0 4 0,1 3-6 0,0 2-17 16,1-1-31-16,0 3-31 0,-1 0-20 15,0 2-27-15,0-2-5 0,0 1-1 16,1 2-6-16,-2-3-2 0,0 1-5 0,1-2-2 16,-4-2-13-16,2 0-9 0,-1-4-1 0,1 1-2 15,-3-5 2-15,0 1-8 0,0-3-37 16,-3-2-60-16,1 0-64 0,-4-4-124 0,-2-1-169 15,-3-4-279-15,1-1-275 0,-1-1-226 0,-1-1-113 16,1-1 311-16,-2-2 496 0</inkml:trace>
  <inkml:trace contextRef="#ctx0" brushRef="#br0" timeOffset="71005.13">13116 7838 11 0,'2'3'287'16,"-1"-2"203"-16,-1-1 178 0,2 1 18 0,-2-1-145 15,2 0-114-15,-1-1-65 0,-1 1-39 16,2-1-36-16,-2-4-36 0,3 3-41 0,-3-1-37 16,3-1-20-16,-1-2-15 0,2 1-1 15,-1-3-4-15,1 3-14 0,-1-4-21 0,0 0-23 16,0 0-20-16,2 0-17 0,-2-2-9 0,3 1-2 16,-1 0 1-16,2 2-3 0,-1-1-3 15,-1 0 2-15,2 2-1 0,-2-2 9 0,2 1 5 16,-3 3 6-16,1 1 0 0,0-2 0 15,3 3 1-15,-4-2-15 0,1 0-12 0,-2 3-8 16,2 0-4-16,0 1-3 0,-2-1-6 0,3 2 4 16,-3 0 26-16,2 2 12 0,-2-1 12 15,1 2 3-15,-1 1 4 0,0 1 2 0,-1 1-19 16,-1 2-12-16,2-2-10 0,-3 5-4 16,-3-1-8-16,2 1-33 0,-1-1-40 0,-1 2-54 15,0 0-119-15,-2-1-163 0,0 2-305 0,-1-1-263 16,1 0-235-16,0-1-101 0,-1 2 341 0,4-3 493 15</inkml:trace>
  <inkml:trace contextRef="#ctx0" brushRef="#br0" timeOffset="73378.25">11037 8288 128 0,'2'4'272'0,"1"-3"98"15,-2 0-10-15,1 2-114 0,-1-3-108 16,3 2-65-16,-1-2-34 0,0 0-18 16,2 0-11-16,0 0-2 0,2 0 15 0,0 0 7 15,1 0 5-15,0 0 4 0,1 0 2 0,1 2-4 16,-1-2-11-16,4 0 23 0,-1 0 12 0,-2 3 2 15,4-2 4-15,-3 1-1 0,3-2-1 16,-2 1-24-16,0 1-2 0,2-2 13 0,-2 2 2 16,1-1 6-16,-1-1 1 0,-1 1-2 15,1-1-15-15,0 2-19 0,0-2 26 0,-1 2 18 16,1-2 11-16,-2 0 1 0,1 1 1 16,1-1 3-16,0 0-35 0,-1 0-20 0,2 1-9 15,-2-1 2-15,0 0-3 0,1 0-1 16,-2 0 4-16,1 0-1 0,2 0 3 0,-2 0 51 15,0 0 29-15,3-1 15 0,-2 1 4 0,1-1 2 16,-1-1-4-16,0 0-50 0,1 1-28 0,-2-2-17 16,3 1-8-16,-1-1-7 0,-1 2-1 15,1-2-7-15,-2 3 4 0,3-2-1 16,-1 0-3-16,1 2 2 0,-3 0-1 0,2 0 1 16,1 0-3-16,-1 0 1 0,1 0-1 0,-1 2-2 15,1-2 2-15,-3 0 0 0,2 2 0 16,1-2 0-16,-1 0 4 0,1 3 50 0,-1-2 50 15,2 1 30-15,-2-2 10 0,1 1 1 16,0 1-1-16,2 0-47 0,-2-1-45 0,1 0-26 16,1 1-13-16,1 1-7 0,-1-2-6 0,1 3 1 15,-1-2-4-15,1 1-1 0,1 1-2 16,-1 0 0-16,-1-1-2 0,1 1-2 0,-1-2-1 0,1 1 2 16,-2-1-1-16,2 2 0 0,0-3 1 15,-1 0-1-15,2 1 6 0,-4-2 0 16,3 0 3-16,-1 0 30 0,1 0 18 0,0-2 10 15,0 2 4-15,-1 0 0 0,1 0-1 0,-1 0-19 16,1 0-22-16,0 2-8 0,-2 0-6 0,0-1 1 16,1 0-3-16,0 2-6 0,-2-1 0 15,-1-1 8-15,3 2 7 0,-2-3 6 16,2 2 0-16,-2 0 1 0,2 1 5 0,0-2-7 16,3 1 2-16,-2 1 0 0,-1-3 3 0,3 2-3 15,-1-1 4-15,0 0-1 0,0 1-7 16,1-2-5-16,-1 2-5 0,-1-2 1 0,1 0-5 15,-2 1-4-15,3 0 1 0,-3-1-2 0,3 0-1 16,-2 2 0-16,-1 0 0 0,1-1 2 16,-2 0 0-16,2 1-2 0,-2-1 0 0,2 1 0 15,-3 0-1-15,3-2-3 0,-1 2-3 0,2-2 5 16,-2 2-1-16,2-4 5 0,0 2 3 16,-1-3 0-16,2 0 7 0,2 0-3 0,-1-1 3 15,2-2 9-15,0 2 22 0,-2-3 15 16,0 3 5-16,2 0 4 0,-3-1-3 0,2 1-8 15,-4 2-21-15,2-2-10 0,1 3-9 0,-3 0-6 16,3 1-2-16,-1 0 1 0,0 0-2 0,1 1-5 16,0-1 0-16,-2 1 3 0,1 1 1 15,-1 0-6-15,-1-1 1 0,-1-1 1 0,1 1 4 16,1 2 1-16,-1-3-3 0,-1 1 1 16,1-1 1-16,1 0 2 0,-1 0-7 0,0 0-2 15,1-1 1-15,-1-2 1 0,1 3 2 16,-1-1 1-16,2-2 36 0,-1 1 17 0,0 0 9 15,-1-3 4-15,0 2-1 0,0-1-2 0,1-1-27 16,-4 0-13-16,2 1-11 0,-4-1-4 16,2 0-4-16,-2 0-2 0,0 1-3 0,-4-1 0 15,-2 1 3-15,-1 2 0 0,0 0 4 0,-2-2 2 16,0 3 2-16,-3 0-14 0,-3-2-37 16,2 2-52-16,-3-2-50 0,-2 1-57 0,0 1-97 15,-1 0-131-15,-4-1-130 0,2 0-195 0,-1 1-235 16,-2 0-177-16,1 1 60 0,-1-2 342 15,2 2 372-15</inkml:trace>
  <inkml:trace contextRef="#ctx0" brushRef="#br0" timeOffset="105285.19">4306 8426 13 0,'2'0'248'0,"-2"0"156"16,0 0 149-16,2 0-36 0,-2 0-108 0,0 0-96 16,0 0-57-16,0 0-32 0,0 0-22 0,0 0-21 15,0 0-24-15,0 0-23 0,0 0-26 16,0 0-16-16,0-1-10 0,0 1-9 15,0-1-3-15,0 1-7 0,0 0-1 0,0-2 6 16,0 1 6-16,0 1 10 0,0-2 3 16,0 2 0-16,0 0-6 0,0-1-11 0,0 1-17 15,0 0-17-15,0 0-11 0,0 0-13 0,0 0-6 16,0 0-5-16,0 0 2 0,0 0-4 16,0 0-2-16,0 0-2 0,0 0-2 0,0 0 1 15,0 0-3-15,0 0-11 0,0 0-31 0,0 0-41 16,-2 0-53-16,2 0-60 0,0 0-66 15,-2 0-61-15,2 0-56 0,0 0-77 0,0 0-157 16,-3 1-67-16,1 1 48 0,1-2 143 0,-1 1 179 16</inkml:trace>
  <inkml:trace contextRef="#ctx0" brushRef="#br0" timeOffset="105724.26">4313 8257 45 0,'0'1'251'0,"0"-1"135"0,1 0 103 15,-1 0-71-15,2 0-99 0,-2 0-76 0,0 0-47 16,2 0-30-16,-2 0-17 0,1 0-17 16,-1 0-6-16,0 0-5 0,0 0 4 0,0 0-1 15,2 0 3-15,-2 0 1 0,0 0-5 0,0 0-14 16,0 0-18-16,0 0-21 0,0 0-22 15,0 0-14-15,0 0-13 0,0 0-11 0,0 0-3 16,0 0-4-16,0 0-3 0,0 0 0 16,0 0-3-16,0 0-4 0,-2 0 0 0,2 0-21 15,0 0-25-15,-1 0-37 0,1-1-43 0,-2 1-46 16,2 0-60-16,-2 0-56 0,1-1-99 0,-1 1-186 16,-1 0-69-16,1-2 47 0,-1 2 138 15,1-1 171-15</inkml:trace>
  <inkml:trace contextRef="#ctx0" brushRef="#br0" timeOffset="106039.46">4306 8138 57 0,'0'0'220'0,"2"0"98"0,-2 0 11 0,0 3-57 16,2-3-69-16,-2 0-67 0,0 0-49 0,0 0-33 16,1 0-14-16,-1 0-17 0,0 0-11 0,0 0-4 15,0 0-6-15,0 0-2 0,0 0-6 16,0 0-6-16,0-3-13 0,-1 3-22 15,1 0-27-15,-2-2-117 0,2 2-137 0,-2 0-38 16,1-2 31-16,-3 0 79 0</inkml:trace>
  <inkml:trace contextRef="#ctx0" brushRef="#br0" timeOffset="106195.03">4300 8025 39 0,'1'-3'210'0,"1"1"91"0,-2 1 40 16,0 0-89-16,0-1-104 0,0 2-76 0,0-2-72 15,0 2-89-15,0 0-139 0,0 0-77 16,0 0-4-16,0 0 50 0</inkml:trace>
  <inkml:trace contextRef="#ctx0" brushRef="#br0" timeOffset="106757.78">4098 8170 55 0,'-2'2'239'0,"2"-2"105"0,0 2 55 16,0-2-106-16,2 0-113 0,-2 0-95 0,1 0-35 15,1-2-20-15,1 0-9 0,-1 1 6 0,1 0 7 16,3-3-7-16,-3 0 2 0,0 1 11 16,2-3 9-16,0 2 0 0,0-2 12 0,0-3 10 15,2 2 5-15,-2 0 14 0,3-4-2 16,-2 1 5-16,5-2-10 0,-3-1-14 0,2-2-8 15,1 1-23-15,0-3-13 0,0 2-14 0,0-2-4 16,0 1-1-16,-1 1 0 0,2 1-3 16,-2 0 5-16,-2 1-4 0,1 0-4 0,-3 3 2 15,1 2 1-15,-2 0 1 0,-2 1-2 16,2 1 0-16,-1 2-2 0,-1-2 2 0,0 1-2 16,-1 3 2-16,1-2-14 0,-1-1-23 0,-2 3-34 15,1-2-37-15,1 2-22 0,-2-2-58 16,-2 3-138-16,2-2-143 0,-1 2-28 0,-1-1 62 15,-1 1 96-15</inkml:trace>
  <inkml:trace contextRef="#ctx0" brushRef="#br0" timeOffset="107061.17">4055 7933 80 0,'0'2'291'0,"0"-2"131"0,0 0 102 16,0 0-155-16,1-2-147 0,1 1-110 0,0-1-59 15,1 0-32-15,0-4-11 0,0 2-6 16,2-3-4-16,0-1 0 0,4-1 0 0,-1-2 0 15,0 2 0-15,4-5 0 0,0-2 0 16,-1 3 2-16,3-3 20 0,-3 1-14 0,3 0-48 16,-4 2-89-16,-2 0-166 0,-2 3-127 0,0 1-51 15,-3 1 63-15,-1 4 124 0</inkml:trace>
  <inkml:trace contextRef="#ctx0" brushRef="#br0" timeOffset="107217.88">4121 7779 65 0,'-5'3'302'0,"2"0"155"15,2 0 114-15,-2-2-111 0,3-1-185 16,3 0-127-16,-2 0-79 0,1-1-42 0,1-2-14 16,2 0-9-16,0-1 0 0,1 0 0 0,3-1 0 15,-1-1 0-15,-1 2 4 0,2 0-36 16,2 1-84-16,-3-2-196 0,2 4-153 0,2-2-56 16,-2 1 34-16,1 1 129 0</inkml:trace>
  <inkml:trace contextRef="#ctx0" brushRef="#br0" timeOffset="116844.43">3926 8659 125 0,'-2'0'313'0,"2"0"135"0,-2 2 89 16,1-2-213-16,1 1-138 0,-2-1-87 16,2 0-50-16,0 0-18 0,0 0 10 0,0 0 18 15,0 0 15-15,0 0 4 0,0 0 3 16,0 0-5-16,2 0-19 0,-2 0-2 0,0 0 12 16,0 1 36-16,0-1 37 0,0 0 31 15,0 3 25-15,0-3-13 0,0 1-17 0,0-1-38 16,0 0-38-16,0 1-34 0,0-1-28 0,0 1-17 15,1-1-12-15,-1 0-7 0,2 2-3 16,-2 1 0-16,4-1 1 0,-2 4 4 0,1 0 3 16,0-1 0-16,2 1-4 0,-2-2 1 15,2 0-4-15,2 1-1 0,0-1 0 0,0 1 0 16,1-2 0-16,1 1 1 0,2-1 2 0,-3 0 2 16,3-1-2-16,0-1 3 0,0 0 1 15,-1 3 0-15,2-4 4 0,-2 1-2 0,2 0-1 16,0-1 1-16,-3 0 1 0,3 2 1 15,0-2-2-15,-1 0 0 0,3 3-1 0,-3-3 1 16,3 0-1-16,-1 0 2 0,1 0-1 0,-1 0 2 16,0 2 0-16,-1-2-2 0,1 0 1 15,-1 0 1-15,1 0 0 0,-2 3 0 0,3-2 0 16,-2-1 3-16,2 2 0 0,-3-1-3 16,2 1 3-16,-1-2 1 0,1 3-3 0,-1-3-1 15,1 1 4-15,1 1-1 0,-3 0 0 0,4-2-1 16,-1 0 4-16,0 1 1 0,2-1 1 15,-2 1 0-15,2-1 1 0,-2 0-1 0,2 0 2 16,-2 0-4-16,0 0-1 0,1-1 1 16,-3 1-1-16,1-1 3 0,0 1-1 0,-1 0 1 15,-1-2-5-15,-1 2 0 0,2 0-2 0,-2-2-1 16,-2 2-1-16,4-1 1 0,-5 1 0 16,2-1 1-16,2-1-1 0,-3 2 4 0,0-2-1 15,0 1-2-15,3-1 1 0,-3 2-2 0,2-1 2 16,-1 1-2-16,2-3 0 0,-1 3 0 15,0 0-2-15,2 0 2 0,-3-2-2 0,4 2-1 16,-2 0 3-16,1 0-1 0,-2 0 1 16,0-3 0-16,2 3 0 0,-1 0 0 0,-1 0 0 15,4 0 1-15,-1 0 1 0,1 0-2 0,0 0 0 16,2 0 1-16,-2 0 1 0,3 0 0 0,-1 0-2 16,1-2 3-16,1 2-2 0,-1-1 7 15,-1 0 0-15,3-3-2 0,-3 3 4 0,3-2-1 16,0 0 1-16,-1 0-3 0,0 0 1 0,0 0 0 15,-1 0-2-15,2 0 2 0,-3 2 1 16,3-2-1-16,-3 1-2 0,1 0 3 0,1 0-1 16,-1 0-2-16,-3 1 0 0,4-1 24 15,-1 1 8-15,-1-2 4 0,-1 1 4 0,1 0 2 16,0 0 2-16,0-1-36 0,1 0 103 0,1 0 57 16,1 0 24-16,-2-2 5 0,2 0-6 0,0 3 9 15,-3-3-96-15,1 0-51 0,-1 1-30 16,1 1-9-16,-1 0-6 0,3 2-6 0,-3-1 1 15,1-1-4-15,1 2 0 0,-4-1-3 16,3 2-1-16,-1-1 0 0,0 1-1 16,0-2 2-16,1 2-2 0,-1 0 1 0,1 0-1 0,-2 0-1 15,2 0 0-15,-4 0 0 0,1 0 1 16,0-2 0-16,-1 2 0 0,-2 0 0 0,0-1 0 16,1 1 0-16,1-1-1 0,-3 1 2 15,4-2-1-15,-3 1-2 0,3 1-2 0,-1-2 5 16,3 1-2-16,-2 1 0 0,0-1 0 15,0-3 1-15,-1 3 1 0,1-2-1 16,-2 1-1-16,0 0-1 0,-1 0 0 0,2-1 2 0,-1 0 0 16,1 0 1-16,0 1 1 0,-2-3-1 15,2 3-1-15,-1 1-4 0,1-3 1 0,1 3 2 16,0-1 0-16,0 0 2 0,1 2 2 16,0-1 3-16,0 1 1 0,-1 0-1 0,-1 0-4 15,-1 1-1-15,2-1-1 0,-2 2 1 0,-3-2-2 16,4 2 1-16,-2-1 0 0,1-1 1 15,-1 1-1-15,1 3-2 0,0-4 2 0,-1 1 0 16,2 0-1-16,-2 1 1 0,3-2 0 16,-1 3 2-16,1-3 0 0,0 0 2 0,-1 0-2 15,1 0 1-15,-1 0-1 0,1 0-1 0,2-3 0 16,-2 1-2-16,0 1 3 0,1 0 0 16,-1-3 0-16,0 3-1 0,3 0 0 0,-2-1-1 15,2-1 1-15,-3 2-3 0,2-1-3 0,-2 0 1 16,2 0 0-16,-1 0 2 0,0 1 0 0,0-1-1 15,2 1 4-15,-3-1-2 0,5 1 2 16,-3-1 2-16,1 1-3 0,0-1 0 0,-1 0-3 16,0 0 1-16,-2 0-2 0,2 1-1 15,-3-1 0-15,-2 1 2 0,3 0 1 0,-4-1-5 16,-1 0 2-16,2 2 0 0,-3-1 3 0,0 1 0 16,1 0-1-16,-2 0 6 0,-1 0-3 15,1 1-1-15,-1-1 1 0,0 0 0 0,0 2-1 16,1 0 2-16,-1-1 3 0,1-1 2 15,0 1-5-15,1 1 0 0,0-2 4 0,3 1-3 16,-3 1-1-16,2-2 2 0,-1 1 1 16,0 0 1-16,1 1-1 0,-2-2-2 0,1 2 1 15,1-1 1-15,-2 1-2 0,3-1 0 0,-3-1 0 16,0 2 0-16,0-2-2 0,1 1-3 16,1 1 2-16,-1-2 0 0,-1 1 1 0,1 1 0 15,1-1-1-15,-4 0 1 0,2-1-1 0,0 2 2 16,-2 0-1-16,1-1-2 0,-1-1-1 15,0 1 6-15,-1 1-1 0,1 0-3 0,1-2 1 16,-1 1 1-16,2 0 2 0,-2-1-3 16,2 3 1-16,0-3 4 0,1 1 12 0,3-1 7 15,-3 0 4-15,5 0 0 0,-2-1 2 0,3 1-5 16,-2-3-11-16,3 3-7 0,0 0-4 16,-1-1 1-16,3 1-3 0,1 0 3 0,0 0-2 15,1 0-3-15,2 1 1 0,0-1-3 16,-2 0 0-16,0 0 2 0,2 0-2 0,-1-1 1 15,-1 1-1-15,1-1-2 0,-2-1-1 0,1 0 0 16,-2 1 3-16,-1 0 2 0,-1-1 1 16,1 0 3-16,-1 1 4 0,-2 0-3 0,2-2-1 15,-5 1-4-15,1 1 1 0,-2-1 3 0,-2 1-5 16,-3-1 5-16,2 2 11 0,-3 0 27 16,1 0 22-16,-2 0 22 0,0 0 18 0,-1 0 4 15,-1 0-10-15,1 0-15 0,-2 0-25 0,2 0-19 16,-1 0-16-16,-1 0-11 0,2 0-5 15,-1 0-5-15,1 0 2 0,1 2-5 0,0-2 1 16,-1 0 1-16,4 0 3 0,-3 0-3 16,2 0 1-16,0 1 5 0,0-1-3 0,-1 0-2 15,4 2-2-15,-2-2 3 0,-1 1 0 0,2-1-4 16,-3 0 3-16,4 0 1 0,-2 0 3 16,-1 0-4-16,0 0 0 0,0 0 2 0,0 0-4 15,-1 0 4-15,1 0 1 0,-2 0 1 16,0 2-2-16,-1-2 3 0,1 0-3 0,0 0-3 15,1 0-1-15,-1 0 0 0,0 0 1 0,1 0-1 16,-1 0 1-16,2 0 0 0,0 0-1 16,0 0-1-16,-2-2 1 0,2 2 0 0,1 0 4 15,-3-1 0-15,2 1-1 0,0-2 1 0,-2 2-3 16,0 0 4-16,0-1-3 0,-1 1 3 16,1 0 7-16,-2 0 22 0,1-2 15 0,-2 2 5 15,3 0 2-15,-3 0 3 0,0 0-8 0,2 0-22 16,-2 0-13-16,1 0-5 0,-1 0-5 15,0 0-3-15,0 0-1 0,0 0-1 0,0 0 0 16,0 0-3-16,0 0 0 0,0 0 0 16,0-1 1-16,0 1-1 0,0 0 2 0,-1 0-21 15,-1-2-44-15,2 2-49 0,0 0-51 0,-3-2-97 16,3 2-156-16,0 0-257 0,0 0-246 16,1 2-234-16,1 1-162 0,-5-1 187 0,1-1 497 15</inkml:trace>
  <inkml:trace contextRef="#ctx0" brushRef="#br0" timeOffset="126229">1056 1082 160 0,'6'-11'335'0,"-1"3"152"0,-4 2 58 0,-1 6-101 15,0 0-72-15,0 0-47 0,0 0-43 0,0 0-39 16,0 0-46-16,0 0-48 0,0 0-32 16,0 0-23-16,0 9 0 0,2 2 26 0,-1 2 38 15,1 4 17-15,3 1 25 0,0 3 15 0,-1 2-4 16,1 3-33-16,3 4-23 0,-2 2-21 0,1 5-17 16,-1-1-21-16,2 5-9 0,-2 1-10 15,0 3-26-15,-1 3-11 0,2 1-21 0,-4 3-18 16,3 1-11-16,-3 1-3 0,-1 2 17 15,-1-1 11-15,-1 2 5 0,0-3 0 0,0 0-4 16,-1 0 2-16,-1-4-10 0,0-2-4 16,1-2-3-16,-2-4 6 0,0-1-1 0,0-5 0 15,1-4-3-15,-1-1-3 0,1-7-9 0,-1-5-17 16,1-3-43-16,1-5-112 0,-2-6-135 16,3-5-168-16,-5-9-278 0,0-8-265 0,-1-6-160 15,1-3 173-15,0-9 378 0</inkml:trace>
  <inkml:trace contextRef="#ctx0" brushRef="#br0" timeOffset="127965.03">1146 904 57 0,'8'3'228'15,"-1"2"96"-15,0-3 62 0,-1 3-90 0,1-3-98 16,0 2-46-16,1-1-21 0,-1 2 11 15,-1-2-9-15,3 0-13 0,-1 0-7 0,2-1-8 16,-2 0 0-16,4 0-15 0,1-1 17 0,1 1 7 16,1-2-2-16,2 0-15 0,1-2 38 0,2-1 19 15,0 1-10-15,1-2-9 0,-2-2-6 0,3 2-7 0,-3-2-45 16,2 1-33-16,-1-1-17 0,-2 0-12 0,0 1-4 16,0-1-4-16,-1 2 0 0,1 1 0 0,-1 0-3 15,0 0 4-15,-2 2-5 0,2-1 5 0,-1 0-4 16,1 2 3-16,-1 2-4 0,1-2 1 0,0 2 2 0,-2-1-1 15,3 1 0-15,-1-1-1 0,-1 2 2 0,3 0 1 16,0-1 2-16,-2 0-2 0,2 2-1 0,-3-3-1 16,3 2 1-16,-3 0-3 0,1 1-3 0,0-3 2 15,1 1 1-15,1 1 4 0,-3-1-1 0,3 0 3 0,-2-2 2 16,2 3-1-16,-2-2 1 0,1 2-2 0,-1 1-2 16,1-3-4-16,-1-1 0 0,2 1 0 0,-3 1-3 15,4-2-1-15,-2 0-2 0,1 0 1 0,1-2 2 16,-1 1 2-16,3-2 2 0,-1 0-1 0,0-3 3 0,1 4-3 15,1-4 0-15,-2 0-1 0,3 0 1 0,-1 0-2 16,-1 0 1-16,-1 0-2 0,1 1 0 16,-3 0 1-16,0 1 1 0,2 0 1 0,-1 2 1 0,-2-2 4 15,0 3 28-15,0 0 24 0,2 1 9 0,-1-2 8 16,1 2 4-16,-2 0-2 0,0 0-25 0,1-2-19 16,1 2-10-16,-2-1-8 0,2-1 43 0,-1 1 23 15,0-2 11-15,2 3 4 0,-4-2 3 0,2 2-2 16,0-5-41-16,-1 5-25 0,-1-1-10 0,-1 0-9 15,1 1-3-15,-1 0 0 0,-2 0-16 0,2 0-13 16,-2 0-9-16,2 0 2 0,0 1-6 0,-2-1-3 16,2 0 13-16,0 1 12 0,-1-1 7 0,3 0-1 15,-1 0 3-15,2-1 4 0,0 0-2 0,3-3 4 16,0-2 23-16,-1 0 13 0,3-4 5 0,1 1 2 16,3 1 1-16,-1-3-2 0,0 3-23 0,-1-3-9 15,4 4-6-15,-2 0-3 0,-1-1-4 16,1 1 14-16,-1 0 8 0,0 2 0 0,0 1-1 15,0-1 0-15,-3 2 1 0,-1 0-15 16,1 0-9-16,1 1-1 0,-4-1 1 0,3 2 4 16,-2-2 0-16,0-1-1 0,-1 1-13 0,1 1-10 15,0-3-4-15,-3 2-6 0,3-1-1 16,-2-1 2-16,-2 2 12 0,2-1 10 16,-2 1 4-16,1 0 4 0,-2-1 1 0,2 2-3 15,-2-1 0-15,-1 0 0 0,3 2-1 16,-3-3 0-16,1 3-2 0,2-2 4 0,-3 0 1 15,3 0 3-15,-1 0-4 0,-1 0-3 0,3 0 2 16,-2-1-3-16,2 4 1 0,-2-4 0 16,1 3 4-16,0-3-2 0,-2 2 3 15,0 0 1-15,1 0-4 0,-1 1-3 0,-2 0-1 16,2 1 4-16,-3-2 14 0,2 0 6 16,0 1 6-16,-2 1 5 0,2-1-4 0,-2-1-2 15,1 1-13-15,0-1-8 0,-2 2 0 16,1-1-2-16,-3-1 5 0,2 2 1 0,-2 0-1 15,-2 0-2-15,-1 0-4 0,2 2-1 16,-4-1-1-16,0-1 2 0,-1 2 3 0,0-1 7 16,-1 2 2-16,1-2 7 0,-2 3 3 15,-1-3 9-15,0 2 5 0,1-1 10 0,-2 4 13 16,1-1 14-16,0-1 11 0,-1 3 4 16,-1-1 4-16,0 2-4 0,0-1-11 0,-1 1-15 15,-1 1-13-15,0 0-16 0,-1 2-12 16,0-1-12-16,1 2-7 0,-1 3 1 0,-2 1-4 15,1 1 0-15,1 1 2 0,1 0 1 16,-1-2 2-16,0 2-3 0,-2 0 1 0,3-1 1 16,-1-1 2-16,2 2 1 0,-3-1-2 0,2-1 0 0,-2 2 0 15,3 0 0-15,-2 0-2 0,1-1-1 16,-1 1 2-16,0 0 1 0,1-1 1 0,0 2-2 16,-1-2 1-16,1 2-5 0,1-1 0 0,1 1-3 15,-2-2-1-15,1 0 0 0,-2 3 2 0,3-2 0 16,-3 2-2-16,3-1 1 0,-2 2 1 0,2-1 2 0,-3 1-2 15,1-2 0-15,1 1-1 0,-1-1 0 16,-1 2 2-16,1 0-4 0,2-1 2 0,-1 0 4 16,-1 0 2-16,0-2-1 0,1 0-1 0,1 1 3 15,0-2-3-15,-2 0-1 0,2-1 4 16,0 2-1-16,0-1 3 0,0 2-3 0,0-1 3 16,0 2 1-16,0 0-5 0,0 0 2 0,0-1-2 0,0 1 0 15,0 0-1-15,0-1-2 0,0-1 1 0,0 0 0 16,0 0-2-16,2 0 2 0,-2-1 0 15,0-2-2-15,1-2 2 0,1 2-1 0,0-3-1 16,-1 2 3-16,-1-2-3 0,2-3 2 16,0 4-2-16,-2-3 2 0,1 1 0 0,1-2-4 15,-1 2 4-15,-1-1-1 0,2-1 2 0,1 0 2 16,-3 2-3-16,2-4 0 0,-1 2 0 0,1 0 0 16,1-2-1-16,-2 1-3 0,-1 0 3 0,2 1 3 15,-1-3-3-15,1 1 1 0,0-2 1 16,-1 1 1-16,-1 0-2 0,2 0 0 0,-2 1 0 15,2-1 2-15,-2 1-3 0,0-1 5 0,0 0-2 16,0 1-1-16,0 2 0 0,-2-1-1 0,2-1 0 16,-2 0 0-16,2 2 3 0,-1 0 1 0,-1-2-1 15,0 3 1-15,1-1 1 0,-1-1-3 0,2 2-2 16,-1-1-2-16,-2-2 4 0,3 1-3 16,0-1 0-16,-2-1 1 0,1 0 0 0,1 0 2 15,0 0-2-15,-2-1 2 0,2-1 0 0,0 0 0 16,0 0-2-16,0-1-2 0,0 0 2 0,0-1 0 15,0-1 0-15,0 0-1 0,-1 2 4 16,-1-1-1-16,2 1-2 0,0-2 2 0,-2 2-2 16,1 0-5-16,-2 0-30 0,1 2-44 0,-1 1-41 15,-2 0-41-15,-1 1-76 0,0 1-112 16,-1 3-139-16,1-3-233 0,-1 4-235 0,0 0-224 16,0 1-21-16,-1 4 322 0,2-4 438 0</inkml:trace>
  <inkml:trace contextRef="#ctx0" brushRef="#br0" timeOffset="173462.63">22149 1632 45 0,'4'-5'524'16,"-1"1"436"-16,-2 0 222 0,-1 0-40 0,-1 0-356 15,1 0-234-15,-2 0-90 0,1 1-68 0,-3-1-49 16,-1 2-43-16,-1-3-40 0,0 2-59 15,-4-2-66-15,-1 1-43 0,0 2-26 0,-5-2-18 16,0 3-13-16,-2 0-10 0,-4 2-9 0,-4 0-5 16,1 4-5-16,-4 1-3 0,1 3-1 0,-1 2-2 15,-1 0-2-15,4 2-1 0,-3 0 1 0,6 0 0 16,2 4-2-16,0-4 1 0,4-1-2 0,3 1 0 16,4-1 0-16,-1 0-2 0,6-2 1 0,2 2-1 15,2 0 1-15,2-1 1 0,2 1 1 16,5 0 2-16,2 0-1 0,1 0-6 0,2 2-2 15,4-1 0-15,2 2-3 0,-2 0-1 0,4 0 1 16,1 2 7-16,0-2 2 0,0 2 3 16,2 1 0-16,-1-1 1 0,-3 1-1 0,-2-2 1 15,0-1 7-15,-2 2 3 0,-3-4 3 0,-4 2 1 16,-1-1 1-16,-5-2 2 0,-1 1-7 0,-2-1-2 16,-4 1-1-16,-1-2-2 0,-5 1-2 0,-2-2-1 15,-5 2 0-15,1-1-2 0,-3 2-1 16,0-3-1-16,-3 0 1 0,0 1-2 0,4-3 2 15,-2 2-1-15,3-3 0 0,2-1 0 0,4-1 0 16,1-2 0-16,0-2-3 0,3 3 0 16,3-4-8-16,-1 2-12 0,2-2-24 0,1 0-52 15,2-2-66-15,0-1-75 0,4-1-133 0,2 0-188 16,0-4-299-16,2 1-256 0,3-4-206 0,2 1-52 16,0-1 416-16,0 1 520 0</inkml:trace>
  <inkml:trace contextRef="#ctx0" brushRef="#br0" timeOffset="173811.08">22235 2271 175 0,'8'-2'571'16,"-4"-3"330"-16,2 1 201 0,1-2-144 15,-2-3-244-15,3-1-135 0,0-2-63 0,2-4-61 16,2 0-76-16,2-2-70 0,0-3-53 0,2-1-67 16,0-2-72-16,1 0-41 0,1-1-26 0,-1-3-13 15,0 1-13-15,1 0-10 0,-2-2-3 0,1 4-3 16,-2 0-3-16,-2-1-3 0,-2 2-1 15,0 2 1-15,-3 0 0 0,-1 2-1 0,-2 2-9 16,-4-2-21-16,-1 2-62 0,-1 0-67 0,-8 2-119 16,0-1-179-16,-4 2-302 0,1 1-328 15,-4 4-243-15,-2 0-147 0,1 3 328 0,-1-1 586 16</inkml:trace>
  <inkml:trace contextRef="#ctx0" brushRef="#br0" timeOffset="174034.68">22276 1561 289 0,'7'6'515'15,"1"2"249"-15,0 3 185 0,0-1-190 0,2 5-150 0,-1 0-90 16,2 1-62-16,0 2-94 0,0 0-94 16,2 2-98-16,0 1-66 0,0-1-45 0,0 5-24 15,-1-3-18-15,2 2-7 0,-3 2-4 0,0-2-2 16,0 1-6-16,-1-1-7 0,-1-1-17 0,0-4-57 15,-4-1-115-15,-2-3-151 0,1 0-289 16,-4-3-272-16,0-2-239 0,-2-2-50 0,0-2 320 16,1-2 436-16</inkml:trace>
  <inkml:trace contextRef="#ctx0" brushRef="#br0" timeOffset="174410.09">23181 1666 352 0,'9'-9'876'0,"-5"-2"330"15,-2 1 6-15,-2 0-211 0,-2-1-255 0,-2 1-218 16,-1-1-133-16,-3 0-72 0,-3 3-50 0,0 0-70 15,-3 1-75-15,-1 0-40 0,-2 6-29 0,-1 0-17 16,-2 3-16-16,-2 3-7 0,-1 4-7 0,2 3-5 16,-3 5-6-16,0 4-5 0,3 1-2 15,-1 5-3-15,0 3 0 0,3 3-1 0,2 2 5 16,2-1 4-16,0 1 1 0,4 1 0 0,3-2 4 16,2 1 3-16,3-2 0 0,3-2 0 0,3-1-1 15,3-1-1-15,3-4-13 0,3-1-24 16,1-2-57-16,0-5-62 0,5-2-64 0,-1-3-105 15,2-3-139-15,0-5-166 0,3-2-243 0,2-4-218 16,-1-2-172-16,-2-2 78 0,5-4 377 16,-3-4 414-16</inkml:trace>
  <inkml:trace contextRef="#ctx0" brushRef="#br0" timeOffset="174744.81">23366 1838 211 0,'13'-19'593'15,"0"6"342"-15,-5 2 148 0,-3 2-218 0,-4 5-239 16,1 2-178-16,-2 4-127 0,-2 2-84 0,-1 5-50 15,0 4-40-15,-4 6-31 0,3 2-32 0,-1 2-25 16,2 5-20-16,0 0-17 0,0 1-8 0,-1 1-11 16,4 1-6-16,2 1-1 0,1-4-1 15,2-1 1-15,3-3-3 0,3-4-1 0,0-4 2 16,3-3-3-16,0-2-2 0,5-5-1 0,-3-4 4 16,5-4 4-16,-4-5 2 0,5-3 2 0,-1-3 3 15,1-5 1-15,-3 0 1 0,1-4-1 16,-4-1 1-16,2-1 2 0,-6-3 7 0,-2 0 8 15,-2-3 5-15,-5-1 1 0,-2-2-1 0,-5-2-1 16,-1 1 5-16,-4-1 30 0,-4 5 41 0,-4 2 32 16,-1 6 11-16,-6 5-2 0,-1 5-11 15,0 6-34-15,-1 6-42 0,-1 6-28 0,1 3-12 16,4 5-11-16,1 4-5 0,0 4-5 0,3 2-10 16,5 1-49-16,-1 1-60 0,2-1-83 0,6 2-149 15,1-2-267-15,4-2-308 0,2-1-259 0,2 0-189 16,5-3 132-16,2-4 540 0</inkml:trace>
  <inkml:trace contextRef="#ctx0" brushRef="#br0" timeOffset="175541.86">24488 1677 319 0,'5'-11'658'15,"-2"2"308"-15,-3 2 152 0,0-2-271 0,0 0-193 0,-3 1-102 16,-1 1-54-16,-1-1-69 0,1 2-85 16,-4-1-67-16,-3 2-58 0,0 0-65 0,-5 0-61 15,0 1-38-15,-3 2-22 0,1-2-14 0,-3 4-4 16,-3 2-7-16,0 0-2 0,0 0-2 0,1 3 1 15,1 0-1-15,0 2 2 0,2-2-2 16,3 1-2-16,3 2 1 0,0-1-3 0,3 0 0 16,1 2-1-16,2 0-1 0,2 2-1 0,3-3 0 15,1 6 1-15,4-3-1 0,-1 2 1 16,3-1-1-16,2 1 1 0,5-1 3 0,-2 4-1 16,5-4 3-16,1 1-1 0,3 1 3 0,0-2 0 15,3 1-2-15,-1-2 1 0,1 3 0 0,2-3 2 16,-1 1-3-16,4 2 1 0,-5-1 0 0,2 0-3 15,-2 0 1-15,-2 0-1 0,0 0 2 16,-3 1-2-16,-1 0-1 0,0 0 2 0,-5-1 0 16,-3-1 0-16,-2 0 1 0,-2-2 2 0,-3 1 2 15,-3 0-1-15,-2-1 1 0,-5 0-1 0,-2-1 3 16,-3 0 2-16,-2-2 2 0,0 3-1 16,-4-3 1-16,-1 1-1 0,0-3-5 0,0 2-3 15,0-2-2-15,0 0-1 0,2-2-1 0,2 0-1 16,2-1-2-16,-2 1-2 0,6-2-11 0,-1 2-31 15,4-1-64-15,-3 1-72 0,3-1-128 0,3 2-206 16,-1 2-310-16,1-2-310 0,3 5-233 0,-5-1-72 16,3 1 426-16,1 1 580 0</inkml:trace>
  <inkml:trace contextRef="#ctx0" brushRef="#br0" timeOffset="190674.92">22614 7675 323 0,'-1'3'686'0,"-1"0"299"0,0-2 101 0,-1 1-278 16,3 0-232-16,0-2-162 0,-1 2-115 16,1 1-63-16,0-1-43 0,0 2-39 0,0-2-34 15,0 3-21-15,0-1-18 0,1 1-23 0,1 0-18 16,-1 1-12-16,3-4-7 0,-3 3-10 16,2-3-1-16,-1 1-6 0,1-1-7 0,-2 1 3 15,-1-3 22-15,3 2 44 0,-3-1 49 16,0 1 41-16,0-2 21 0,0 0 2 0,-1 0-22 15,-2 0-36-15,-2-2-36 0,2 2-29 0,-2-1-20 16,1 1-13-16,-1 0-7 0,-2 0-5 16,3 1-4-16,-1 1-3 0,2-1-3 0,0 1-2 15,-1 1-1-15,1 1-1 0,2-1 0 16,-3 1 0-16,4 1 0 0,-1-1-1 0,-1 0 2 16,2 0-1-16,0-2 2 0,0 1-2 0,0 0 1 15,2-2 0-15,-2 1-2 0,1 0 3 16,-1-1-1-16,0 0 2 0,2-1-1 0,-2 0-1 15,2 2-13-15,-2-2-45 0,-2 0-70 0,0 2-105 16,-1-2-193-16,2 1-298 0,-7 2-332 16,3 0-312-16,-1 1-162 0,-4-1 300 0,-2 0 674 15</inkml:trace>
  <inkml:trace contextRef="#ctx0" brushRef="#br0" timeOffset="194290.58">19003 8013 30 0,'1'1'266'16,"1"1"145"-16,0 0 123 0,-2-2-65 0,1 1-193 15,1-1-128-15,-1 1-74 0,-1-1-39 16,2 0-19-16,0 2-8 0,0-2-8 0,-2 2 25 15,2-2 12-15,0 0 10 0,-1 0 3 0,4 0 8 16,-2 1 32-16,2-1-6 0,0 0-8 16,0 0-3-16,1 0 0 0,0 0-3 0,0-1-26 15,-1 1-7-15,3 0 31 0,0-2 17 16,1 0 9-16,0 0 6 0,1 0 3 0,0-1-13 16,1 0-35-16,1 0-20 0,0 0-14 0,2-2-2 15,-1 0-6-15,-1 3-2 0,2-4-1 0,-1 1-2 16,1 0-1-16,1 1-2 0,0 0-2 15,-2-1 0-15,3 0 0 0,-2 1 1 16,2 0-3-16,-3-1 3 0,-1 1-3 0,4 1 2 16,-2-2 1-16,0 1-1 0,1-1-1 0,-1 3-1 15,-1-2 1-15,1 2-1 0,-3-3 1 0,0 3-2 16,1 0 0-16,-2 1 0 0,1-2 0 16,0 3-2-16,-3-1 1 0,3-1-1 15,0 1 2-15,-1 1 0 0,-1-2 2 0,2 1-1 16,-1-1 1-16,1 1 0 0,0 1-2 0,-2-2-4 15,1 1 1-15,2 1 0 0,-2-2-2 16,0 2 0-16,2 0 0 0,-4-2 2 0,3 2 3 16,-2 0-2-16,1 0 2 0,-2 2-1 15,3-2 1-15,-1 2 0 0,-2-1-2 0,1-1 2 16,-1 2-1-16,0-1-1 0,-2 1-1 0,3-2-1 16,-2 1 1-16,-1 1-5 0,1-2 5 0,-1 0-1 15,0 1 4-15,0 1-3 0,-1-2 0 16,0 0 3-16,0 1-3 0,0 1-2 0,1-1 0 15,-2-1 2-15,1 1 1 0,0 1-1 16,0 0-1-16,0-2-1 0,1 0-1 0,0 0-3 16,-1 2 5-16,0-2-3 0,0 0 5 15,-1 3-1-15,2-3 1 0,1 0 2 0,-2 0 4 16,1 0-3-16,0 0 4 0,2 0 2 0,-2 0-4 16,-1 0 0-16,3-3 2 0,-3 3 0 15,3 0 2-15,0-2 0 0,-4 2 1 0,1 0 0 16,2 0-3-16,-1 0 0 0,-2 0-4 0,1 0 3 15,0 0-1-15,-2 0-3 0,1 0 3 16,0 2 0-16,1-2 2 0,-1 0-3 0,0 3 1 16,0-2-1-16,-2-1 3 0,5 1-4 15,-4 0-1-15,3 2 4 0,0-3-4 0,0 0 0 16,-1 2 0-16,2-2 1 0,0 2 1 0,1-2-2 16,-1 2 0-16,-1-2 3 0,3 0 2 15,-1 0-5-15,0 0 2 0,2 0-2 0,1-2 0 16,-2 2 0-16,3 0 0 0,0-2 1 15,-1 2 2-15,3 0-1 0,-1-2 1 0,3 2-3 16,-2 0 0-16,3 0 0 0,-2 0 0 0,0-3 2 16,1 3 0-16,2-1-2 0,-2 0 0 15,-1-3-2-15,1 2 0 0,1 0 2 0,0 0-3 16,1 0 0-16,-2-1 3 0,2 1 0 16,-1-1-2-16,0 2-1 0,0-2 0 0,0 1-2 15,0 2-3-15,-3-1-2 0,3 1 0 0,0 0-1 16,-4 1-1-16,4-1 1 0,-4 2-1 15,2-1 2-15,-1 1 0 0,-1 1 7 0,1 0-2 16,-1-2 5-16,-1 1 4 0,1-1-1 16,0-1 3-16,-1 0 1 0,-1 0 3 0,2 0 1 15,-1-3 1-15,1 2-1 0,0-1 1 0,-2 1-1 16,0-1 1-16,1 1-8 0,-2-2 3 16,-2 1-4-16,4 2 2 0,-3-1-3 0,-1-1-2 15,0 0 1-15,1 2-1 0,-3-1 2 16,2 1 0-16,-1 0-1 0,0 0 1 0,0-2-1 15,-1 2 3-15,0 0-3 0,4-1 2 0,-4 0 1 16,0 1-1-16,3-2-3 0,-2 1 3 16,1-2 2-16,-2 2-2 0,3-3 0 0,0 3 2 15,-1-2-2-15,0 0-3 0,0 1 0 16,1 1 0-16,-1-1-1 0,0 1 1 0,0-1 0 16,1 2 0-16,-1-1 0 0,0 1 1 0,1-1-1 15,1 1-1-15,0 0 1 0,-2-2 0 0,2 2 0 16,-2-2-2-16,2 0 2 0,1 2 0 15,-2-3 0-15,3 2 0 0,0 0-1 0,-1-3 1 16,2 2 0-16,0 0-4 0,-2 0 1 0,1 0 0 16,1 0-2-16,-1 1 0 0,0-2 0 15,-1 1 1-15,1 1 0 0,-1 1 1 16,1-2 2-16,2 1-3 0,-5 1 3 0,4-2-6 16,-1 1-3-16,-2-1 1 0,4 2-3 15,-3-2 1-15,2 1-1 0,-2-1 1 0,0 0 4 16,2 0 1-16,-2 1 1 0,0-1-5 0,1 1 2 15,0 0 1-15,0 1-1 0,-2-2 3 0,1 0-2 16,1 1 7-16,-1 0 2 0,-1 1 3 16,2-2-2-16,0 0 6 0,-1 1-3 0,1-1 2 15,1-1-1-15,0 0-2 0,-1 1 3 16,2-4-3-16,-1 2 2 0,0-1-4 0,3 1-1 16,-2 0 1-16,0-1 0 0,1 1 0 0,-2-1 1 15,0 2 2-15,1 0-1 0,-2 0 0 16,-1 2-2-16,1-2 2 0,-2 3-3 0,-1-2-1 15,2 1 1-15,-3 1 0 0,2 0 1 0,-1 0 0 16,-1 0-1-16,0 0 1 0,-1 0-3 16,2 1 0-16,-3-1 2 0,0 2-1 0,-1-2 2 15,2 0-3-15,0 1 2 0,-2 1-2 16,0-1 2-16,-2 0-2 0,4-1-2 0,-6 2 4 16,4-1-2-16,-1 1 1 0,1-2-1 0,-2 0 0 15,2 2 0-15,-2-2-1 0,1 1 1 16,-1-1-2-16,0 0 2 0,1 2 2 0,-1-2-1 15,-1 1-1-15,3-1 0 0,-2 0 0 0,0 0 0 16,2 0-1-16,-2 2 1 0,3-2 0 16,-2 0 0-16,0 0-2 0,1 0 0 0,0-2 2 15,1 2-1-15,-1-1-1 0,3-1 2 16,-2 2-3-16,1-3 1 0,1 1-3 0,1 1-3 16,0-1 0-16,0 0 2 0,1-1 1 0,1 0-7 15,1 2 4-15,0-3 2 0,-1 2-3 16,3-2 3-16,-1 1-4 0,2 0 2 0,-1 0-2 15,-2 1 0-15,4-2 0 0,-3 2 0 16,1 2 2-16,0-3-2 0,0 2 0 0,-1 0-2 16,-2 1 5-16,3 0 6 0,-2 0 2 15,1 0 6-15,-1 1 3 0,1-1-2 0,1 1 1 16,-2-1-1-16,2 0-1 0,-2 3-1 0,2-3 1 16,-2 0 0-16,4 2 1 0,-3-2 2 15,0 0-2-15,1 2-1 0,0-2 1 0,0 2-2 16,-1-2-1-16,2 1-3 0,-2-1-2 15,3 0 2-15,-2 0 2 0,-1-1 0 0,1 1-1 16,1-2 2-16,0 0 0 0,-2 2-4 0,3-2 1 16,-2 2 0-16,2-3-1 0,-5 3-1 0,3-1 2 15,-3 1-2-15,0 0-2 0,2 0 2 16,-2 0-1-16,-1 0 1 0,0 0 0 0,0 1-2 16,-2-1 4-16,3 0-2 0,-2 3-2 15,0-3 2-15,0 0 0 0,-1 0 2 0,0 0-2 16,-2 2 3-16,3-2-1 0,-1 0-1 0,-1 0-2 15,-1 0-3-15,3 0 3 0,-2 0-6 16,-1 0 2-16,1 0 2 0,-3 0 3 16,4 0-2-16,-2 0 2 0,-1 0 0 0,0 0 0 15,0 0-3-15,1 0 1 0,0 2 2 0,-1-2-1 16,-2 0-1-16,4 0 1 0,-4 0 1 16,2 0-2-16,-1 2 2 0,-1-2-2 0,2 1 1 15,-2-1-3-15,2 0 1 0,-2 1 1 16,2-1 1-16,1 0-1 0,-3 2 1 0,4-2-3 15,-3 0 1-15,1 0-2 0,0 0 0 0,3 0 0 16,-4 0-2-16,3 0 3 0,-1 0-5 0,2 0 6 16,1 0-4-16,-2 0 2 0,3 0-1 15,-2 0 1-15,1-2-4 0,0 2-1 0,1 0 2 16,-1 0 3-16,2 0 3 0,-3 0-1 16,3 0 5-16,0 0-1 0,-1 0 4 0,2 0 4 15,0 0-3-15,-3 0 3 0,4 0-1 0,0 0 4 16,-1 0-6-16,-1 0 3 0,5 0-1 15,-3 0-3-15,-1 2 1 0,2-2-2 0,2 0 4 16,0 0-5-16,-1 1 2 0,2-1 2 16,-1 2 1-16,1-2-3 0,-1 1 1 0,1 1 1 15,0-1-1-15,1 1 1 0,-1 0-4 0,-1 0 5 16,1 2-3-16,-1-3-2 0,2 2-1 16,-2-2 0-16,-1 1 1 0,1 0-3 0,0 0 0 15,-2-1 2-15,2 1-2 0,-2 0 0 16,0-1-2-16,1 2-5 0,0-1-1 0,-2-1 0 15,4 1-2-15,-2-1-1 0,0 1 1 0,0-2 4 16,2 1-3-16,-2-1 5 0,2 0-3 16,-3-1-1-16,3 1-1 0,1-2-2 0,-1 1-4 15,-1-1 2-15,1 1 3 0,1-2 6 16,-2 1 3-16,1-1 4 0,-1 1 7 0,3-1 2 16,-2 2-1-16,1-2-1 0,0 2 2 0,2-2-4 15,-2 0 0-15,2 0 0 0,2 0-3 16,-2 0 2-16,-1 0-2 0,2-2 0 0,1 3-4 15,-1-4 1-15,1 3 0 0,0 0 1 16,0-2-1-16,0 0-2 0,2-1 1 0,-2 2-2 0,0-2 1 16,0-1-2-16,0 2 0 0,-1-1 1 15,-1 0 1-15,2 0 0 0,-1 0-2 0,-2-1 0 16,2 2 1-16,-3-1-1 0,2 2-6 16,-2 0 0-16,0 0 4 0,-1-1-2 0,2 2-1 15,-1 0 1-15,-1-2 2 0,1 3-4 16,0-4-2-16,3 3 4 0,-2-2 2 0,1 1 4 15,2-2 7-15,1 0 6 0,2-1 5 0,0 1 2 16,4-1 0-16,-1 1 1 0,4-2 0 0,-1 1-5 16,4 1 0-16,2-1-3 0,1-1 66 15,2 1 41-15,0 1 25 0,3-2 10 0,-1 1 1 16,3-1-1-16,0 1-67 0,2-1 6 16,1 1 15-16,0 0 9 0,3-4 1 0,-1 2 3 15,-1-1 0-15,3 0-40 0,0-2-33 16,-1 1-21-16,0 1-11 0,-4 0-9 0,1 1-1 15,-9-1-31-15,-1 5-81 0,-8-3-139 0,-4 3-247 16,-8 3-273-16,-6-1-264 0,-11 3-159 16,-10 0 161-16,-13 1 435 0</inkml:trace>
  <inkml:trace contextRef="#ctx0" brushRef="#br0" timeOffset="195241.73">22647 7635 147 0,'-3'3'394'0,"0"2"177"16,0-3 115-16,0 4-176 0,-1 0-221 0,3 0-130 15,-3 2-72-15,4-1-37 0,-3-1-21 0,3 2-10 16,0-3-8-16,2 1-4 0,-1-2-3 0,1 2 1 16,1-3 28-16,-1 0 18 0,1-2 13 15,0 3 34-15,1-3 36 0,0 0 21 16,2-1-22-16,-1 0-8 0,0-1-4 0,0 0 14 16,1-3-4-16,1 0 28 0,-1-1 12 0,-2-1 19 15,1-2 11-15,0 2-21 0,-2-4-7 16,-1 3-26-16,-2-2 7 0,0 0 26 0,-2 2 22 15,-3 1 16-15,1-1-2 0,-3 3-12 0,-2 1-29 16,-1 0-43-16,1 3-41 0,-2 0-38 16,1 3-23-16,2 0-14 0,-1 1-11 0,1 3-6 15,3-1-3-15,1 1 1 0,0 2-4 0,3-2-2 16,1 2 2-16,0-2-1 0,1 2-56 16,3-1-57-16,-3-2-84 0,4 1-144 0,-2-1-269 15,5-2-320-15,-5 0-248 0,2 0-186 16,-2-2 125-16,-1 0 530 0</inkml:trace>
  <inkml:trace contextRef="#ctx0" brushRef="#br0" timeOffset="197207.89">19688 5772 102 0,'1'3'311'0,"-2"0"135"0,1 1 99 16,0 0-159-16,0 1-184 0,0 0-98 16,0 1-55-16,0 1-23 0,1-2-14 0,2 1-8 15,2-2 27-15,-1 2 10 0,1 0 43 0,3-1 20 16,0-1 12-16,1 2 6 0,4-1 50 16,0 0 25-16,1 1-19 0,3 0 74 0,-1 0 38 15,2 1 7-15,-1 0-61 0,4 1 18 0,-2 1 15 16,1 1-63-16,2 1-37 0,2-1-5 15,-2 2-11-15,0 2-44 0,4-2-38 16,-3 1-18-16,4 1-1 0,-1-1-2 0,2 2-1 16,2-2-1-16,0 3-1 0,0-1 0 0,2-1-9 15,-2 3-15-15,0-2-9 0,0 0-5 16,-2 2-2-16,1-1-3 0,-2 1-1 0,-1-1 0 16,1 2 2-16,-3-1 1 0,2-1 1 15,-3 2 0-15,-1-1 1 0,-1 1-1 0,3-2 1 16,-2 1-2-16,-5 1-2 0,5-3 0 0,-3 1-3 15,0-1 5-15,-1 1 2 0,0-2-2 0,0 0 4 16,-1-1-3-16,-1 1 0 0,3 0-4 16,-1-2-4-16,0-1 1 0,1 0-2 0,-1-1 8 15,1 1-3-15,-2-1 1 0,2 1 4 0,0-2 1 16,-1 0-2-16,0 0-6 0,0 0 1 16,2-2 0-16,-1 2-1 0,1-1-1 0,-2 1 0 15,0-2 0-15,-1 1 6 0,2 0 0 0,-5-1-5 16,4 0 4-16,-4 2-1 0,2 0 1 15,-2-2-5-15,2 1-3 0,-3 2 2 0,-1-4-2 16,1 2 1-16,0 0-1 0,-1-2 5 16,-1 0 1-16,-1 0-3 0,2-1 4 0,-1 1 2 15,-1 0-4-15,2 0-5 0,-4 1 1 0,2-1 1 16,1-1-3-16,-2 2-3 0,0-1 4 16,0 0 1-16,-1 1 1 0,0-1 1 0,1 0 2 15,0 1-2-15,1 1 0 0,-2-2 3 16,3 1 0-16,-1-1-5 0,-2-1 1 0,0 1 4 15,-1 0-1-15,1 0 0 0,0-1-4 0,0-1 3 16,0 1-4-16,-2-1-2 0,1 1 2 16,-1-1-2-16,2 0 2 0,-2 1 3 0,0 1 2 15,3-2 3-15,-2 2 1 0,-1-1 0 16,2 1 5-16,-1-1-7 0,-1-1-2 0,3 1-1 16,-2 0-1-16,1-1 2 0,3 2-2 0,-2-4 4 15,-1 3 1-15,4 0-6 0,-2-1 1 16,0 0-4-16,0 1-1 0,0-1 0 0,-2 1 3 15,0-1 2-15,3 2-2 0,-3-2 4 0,4 2 0 16,-3-2-1-16,-1 1 5 0,1-1-4 16,-1 1 1-16,1-1-2 0,0 1 3 0,-3-3 2 15,0 3-5-15,3-2 1 0,-2 0-1 16,-1 3 1-16,-1-4-4 0,4 0 2 0,-2 4 1 16,-1-3 0-16,1 3 2 0,1-2-2 0,-1 0-1 15,0 1-1-15,1-1-2 0,-2 1 3 16,3-2 0-16,-1 3-2 0,2-2 3 0,1 0 3 15,-2 1-3-15,3 0-1 0,-2-1 1 0,-2-1-1 16,2-1 1-16,1 3-1 0,-3-3 2 16,-2 2 0-16,2-2 3 0,1 2-3 0,-1-2 2 15,-3 2-4-15,2-2 3 0,1 1 0 0,-2 2 0 16,0 0 5-16,0-1-3 0,-1 0 2 16,2 0-6-16,-1 1 3 0,0 0-4 0,-1 1-2 15,0-2-3-15,0 1 4 0,-1-3 0 0,4 3-1 16,-3-1-1-16,1 2 2 0,-1-2 1 15,1-1-6-15,0 0 4 0,1 1-3 0,-1-1 1 16,1 1 1-16,2 0-1 0,-3-1 3 16,1-1-1-16,1 3 1 0,-2-2 0 0,1 0 0 15,2 0 1-15,-3 0 5 0,0 0-3 0,4-2 2 16,-6 3 2-16,4-1-5 0,-1-1 0 16,-1 2-4-16,3-2 6 0,-4 1 14 0,3-1 12 15,-1 2 8-15,0-2 2 0,1 1 0 16,0 2-2-16,-1-4-15 0,2 2-13 0,-1 0-2 15,0 1 2-15,-2-2-1 0,2 3-1 0,-2-3-1 16,-1 0 3-16,0 3-3 0,0-3-3 0,1 2-1 16,-2 0 2-16,1 0 0 0,0-1-1 15,-2 1 1-15,2 1 1 0,-2-3-3 16,3 2 2-16,-2-2-1 0,-3 2 0 0,4-2 0 0,-2 1-3 16,2 0 0-16,-2 0 0 0,0 0 1 15,3-1 0-15,-2 1-1 0,0 0 4 0,1 0 0 16,0 1-4-16,0-1 1 0,0 0-4 15,2 1 3-15,0 0-1 0,-3 0 1 0,1-1 4 16,2 3 1-16,0-2 0 0,-2 0-5 16,0 1 5-16,1-3-4 0,-2 3 1 0,0-2-2 15,1 0-3-15,-1 0 5 0,0 0-1 0,-1-2-1 16,0 2 0-16,0-1-3 0,1 1 2 16,-3-3-3-16,2 1 0 0,-1 1-1 0,1-1 0 15,-2 1 5-15,2-1 4 0,-3 0-2 16,4 1 3-16,-3 1 2 0,1 0 1 0,0 2-2 15,-2-2-5-15,1 1 4 0,-1 2-4 0,0 1-1 16,0-1-2-16,0 0-2 0,0 1-1 0,0-1-27 16,0 0-43-16,-1 0-42 0,1-1-65 15,-4-3-130-15,3 1-189 0,-3-3-281 0,3-2-237 16,-1 1-216-16,1-3-18 0,-4-3 403 16,4-4 465-16</inkml:trace>
  <inkml:trace contextRef="#ctx0" brushRef="#br0" timeOffset="198546.04">22810 7574 98 0,'-8'4'191'0,"0"0"24"15,2-1-19-15,-1 0-35 0,3 0-38 0,-5-2-22 16,4-1-21-16,-2 2-17 0,-1 0-11 16,2-1-3-16,0 1 4 0,1-2 9 0,-1 1 11 15,-1 1 14-15,1-1 3 0,1 0 4 0,-1 1 6 16,1-1 12-16,0 1 12 0,1 0 11 15,0-2 9-15,0 0 12 0,1 2 4 0,1-2-5 16,1 3-6-16,-1-3-8 0,0 1-6 16,2-1-15-16,0 0-9 0,0 0 0 0,0 0 4 15,0 0 14-15,0 0 20 0,0 1 14 0,2-1 10 16,0 0-6-16,-2 0-13 0,0 0-27 0,0 0-26 16,1 0-28-16,-1 0-26 0,2 0-17 15,-1-1-13-15,3 1 15 0,0-1 12 0,-1-4 19 16,4 3 13-16,1-3 10 0,1 0 4 0,4-3-14 15,-2 0-10-15,4-1-11 0,2-2-9 16,0-1 10-16,5-3 8 0,-1 1 3 0,1-1 2 16,1-3 2-16,1 1 25 0,3-3 1 15,-2 0-6-15,2-1-5 0,-2 1-4 0,4-2-9 16,-4 2-22-16,1-5 11 0,0 3 3 16,1-2 2-16,2 0-6 0,-2-2 1 0,1 1-8 15,0 0-23-15,2-3-14 0,0 0-7 0,0 0-2 16,4-1-6-16,-3-1 1 0,3-2-1 15,0 3-1-15,1-4-1 0,0-1 2 0,3 1 1 16,-4 0-2-16,3 2 0 0,-4-2 1 16,2 0 0-16,-2 0 0 0,1 3-1 0,-4 0-1 15,1 0 0-15,-1 1-1 0,0 1-1 0,-1-1-1 16,1 1 2-16,0-1-1 0,0 1 2 16,1 0 0-16,-1-2 0 0,2 2 2 0,0 0-1 15,1-1 2-15,0 0-3 0,0-2-1 0,2 1 3 16,1-1 0-16,1 4-1 0,-2-3 2 0,-2-1 0 15,2 3 2-15,-2-2-1 0,-1 0-1 16,-1 2 2-16,1-2-4 0,-2 1 1 0,-2-2-1 16,2 0-2-16,-1 2 1 0,-2-1-2 0,-2 0-1 15,0 1 2-15,-4 1-2 0,-1 1 0 16,1 0 0-16,-5 6 2 0,-2-2 1 0,-3 3 1 16,0 0 0-16,0 3 3 0,-3 0-1 15,-2 3-2-15,1 2 1 0,-1 1 0 0,-5 2-2 16,2 0 0-16,1 3 0 0,-4 2-1 15,1-1-23-15,-1 2-60 0,-1 0-61 0,-3 0-104 16,1 2-177-16,-4 1-307 0,-1 1-305 0,0 2-232 16,-5 3-136-16,4 0 290 0,-6 3 571 15</inkml:trace>
  <inkml:trace contextRef="#ctx0" brushRef="#br0" timeOffset="199486.42">24377 6250 83 0,'-5'0'336'16,"2"2"169"-16,2-1 125 0,-3 2-111 0,3 2-210 15,-1-1-140-15,2 3-83 0,2 3-31 16,-1-1 8-16,4 3 10 0,0 1-1 0,4 2 49 16,1 1 28-16,1 3 8 0,3 0 33 15,0 2 33-15,4 3 20 0,-1 3-3 0,4 2 10 16,1 1-5-16,-5 2-43 0,4 4-48 15,-3 1-32-15,0 1-43 0,-1-1-43 0,-4 2-17 0,1-1-10 16,-1 2-1-16,-3-3 1 0,0 1 4 16,-3-3 4-16,-1 2-2 0,-2-3-4 0,-1 1 1 15,-3-3-3-15,0 1-2 0,-3-2-5 16,-1 0-5-16,-4-2-34 0,0-1-74 16,-3 1-111-16,-1-4-142 0,-6 0-268 0,2 1-262 15,-4-3-171-15,-2-3 47 0,-1 0 304 0,1-4 347 16</inkml:trace>
  <inkml:trace contextRef="#ctx0" brushRef="#br0" timeOffset="199991.74">24356 6625 21 0,'-1'-8'400'16,"1"6"297"-16,-5 0 183 0,2 2 28 0,-2 4-345 15,2 4-271-15,0 6-147 0,0 4-82 0,-2 6-13 16,2 6-7-16,-1 4 12 0,1 5 43 0,0 3 28 16,-1 4 11-16,1 1-14 0,-1 4-8 15,1 1-18-15,1-2-43 0,1-2-25 16,1-5-15-16,3-3-7 0,0-7-4 0,2-5-3 16,4-6-1-16,-2-4 1 0,1-4 5 15,-2-4 1-15,3-8 4 0,-1-3 6 0,0-6 0 16,-1-6 0-16,2-5-4 0,-3-4-3 0,1-5-2 15,-1-5-2-15,-3 0-3 0,1-5-2 0,-4-1-2 16,-2-4 2-16,-1 0 3 0,-2 2 18 0,0-1 21 16,-1 4 24-16,-2 4 22 0,0 5 8 15,2 5-3-15,-2 5-20 0,0 5-19 16,-3 5-24-16,1 7-21 0,2 2-43 0,-4 7-68 16,1 3-115-16,-2 5-146 0,0 0-290 0,2 2-263 15,0 1-189-15,2 0 29 0,-1 0 327 16,-1-1 374-16</inkml:trace>
  <inkml:trace contextRef="#ctx0" brushRef="#br0" timeOffset="200197.45">24181 6953 78 0,'6'-4'512'15,"0"2"321"-15,1 2 155 0,1-3-30 0,5 2-399 16,2 0-276-16,6-3-136 0,0 2-66 15,5 0-33-15,4-3-16 0,5 1-10 0,0 0-6 16,3-1-7-16,-4 2-2 0,1 0-8 16,-1 2-87-16,-6-1-132 0,-4 2-302 0,-4 2-230 15,-4 0-175-15,-6 3-45 0,-9 2 251 16</inkml:trace>
  <inkml:trace contextRef="#ctx0" brushRef="#br0" timeOffset="201012.98">21281 6927 139 0,'5'-6'490'0,"-3"1"268"15,-4 2 139-15,0 0-107 0,-2 3-265 0,-1 0-150 16,-3 1-76-16,-5 4-25 0,4 0-12 15,-5 2-24-15,-1 1-35 0,0 3-43 0,0 5-45 16,-2 0-34-16,3 5-29 0,-4 7-19 0,2 3-14 16,-1 4-10-16,1 6-4 0,-1 4-6 15,2 4-1-15,-2 3-4 0,4-1-4 0,0 3 0 16,3-2 1-16,0-1 4 0,3-4-1 0,2 0 6 16,2-4 6-16,1-4 0 0,4-5-10 15,-1-2-52-15,2-6-83 0,1-3-115 0,2-4-145 16,-2-7-266-16,3-2-270 0,-1-7-158 15,2-5 63-15,1-7 313 0,-1-4 345 0</inkml:trace>
  <inkml:trace contextRef="#ctx0" brushRef="#br0" timeOffset="201383.99">21322 7257 27 0,'6'6'376'0,"-2"3"253"0,-3 1 168 0,1 4 45 16,-1 3-326-16,-1 8-212 0,-1 2-80 15,-1 5-31-15,2 2-23 0,-1 3-12 0,-1 1-23 16,2 0-33-16,2-1-42 0,-1-5-22 16,6 0-19-16,-1-3-8 0,2-6-8 0,4-4-5 15,1-4-3-15,1-5 1 0,2-5 2 0,0-7 1 16,0-6-2-16,1-3-4 0,-1-9 6 15,1-4 4-15,-1-4 27 0,2-3 46 0,-6-3 45 16,-1-1 39-16,-3-1 14 0,-5 1-2 16,-3 0-23-16,-3-1-35 0,-5 2-34 0,-4 1-33 15,1 0-9-15,-5 4-5 0,2 5-1 16,-4 2-6-16,4 7-3 0,-2 4-1 0,0 4-9 16,-1 7-8-16,3 4-5 0,-2 6-2 0,2 6-11 15,-2 2-18-15,3 5-68 0,0 0-124 16,-1 2-189-16,3 3-291 0,-1-1-264 0,2 0-225 15,-1-3 31-15,0 0 390 0</inkml:trace>
  <inkml:trace contextRef="#ctx0" brushRef="#br0" timeOffset="201589.99">21348 7444 49 0,'9'-6'589'0,"4"1"446"0,-5 1 151 16,-3 3-98-16,2 1-348 0,-1 3-385 15,4 2-186-15,1 3-93 0,3 1-44 0,2 1-22 16,3-1-12-16,3 1-5 0,5-3-1 0,0-1-50 16,3-2-104-16,5-3-143 0,-4-2-295 15,2-3-251-15,-1 0-226 0,0-2-10 0,-4-3 308 16,-4 0 392-16</inkml:trace>
  <inkml:trace contextRef="#ctx0" brushRef="#br0" timeOffset="202377.92">19754 5641 233 0,'12'-12'537'0,"-4"0"230"0,-3 4 105 0,-3 2-225 15,-2 0-239-15,-3 2-155 0,-2 3-90 0,-2 1-47 16,-5 5-14-16,-1 1-1 0,-1 1 14 15,-3 3 8-15,-4 4-5 0,2 0-4 0,-5 3-15 16,1 3-27-16,-6 1-28 0,1 2-21 16,-4 3-14-16,1 3-5 0,-4 1-8 0,0 1-2 15,2 1-3-15,-2 1-3 0,3-3-1 16,2-2-1-16,5-1-1 0,1-5-1 0,8-3-7 16,1-2-43-16,3-7-55 0,2-3-69 0,5-5-96 15,3-7-144-15,4-2-267 0,3-6-146 16,2-6-18-16,1-3 153 0,3-5 256 0</inkml:trace>
  <inkml:trace contextRef="#ctx0" brushRef="#br0" timeOffset="202957.32">19343 5467 85 0,'-10'-8'359'15,"-1"-2"185"-15,0 3 129 0,1-1-54 16,-2 3-247-16,2 1-131 0,2 1-60 0,4 2-32 15,-4-3-24-15,5 3-30 0,1 0-33 0,4 1-32 16,1-2-21-16,6 2-9 0,2 0 0 16,2 0 3-16,6 0 2 0,6 0 2 0,0-2-2 15,4 1 0-15,1-2 0 0,2 2-3 16,-2-1 0-16,0 1-2 0,-3 1 0 0,-2 0-2 16,-1 0 2-16,-4 1 2 0,-4 2 6 0,-3 0 4 15,-4 0 1-15,-2 1 7 0,-2 1 0 16,-4 0 2-16,-1-3-3 0,-1 3 0 0,-1-3-8 15,-1 2 0-15,-1-2 1 0,0-1-4 16,-1-1-1-16,0 0-4 0,-1 0 2 0,0-1-4 16,1-1-1-16,0 2-1 0,0-1-1 15,0 1 0-15,-1 0-1 0,2 0 3 0,-1 0-5 16,0 1 0-16,2 1 2 0,0-1 0 0,-1 3-2 16,-2-3 2-16,5 2-1 0,-1-1 1 15,1-1 2-15,-1 0-1 0,0 1 2 0,1-2 2 16,1 2 2-16,-2-2 1 0,2 1 0 15,0-1 2-15,-1 0-2 0,1 0 1 0,0 0 1 16,0 0 1-16,0 0 2 0,0 0-2 0,-2 0-2 16,0 1-1-16,1-1-5 0,-3 2 0 15,1-1-2-15,-3 1 2 0,2-1 0 0,-3 2 0 16,2-1 2-16,-3 1 0 0,-1 0-1 0,-1 0 20 16,-1 1 13-16,1 1 6 0,-5 1 2 15,-1 1 4-15,2 4-6 0,-3-1-13 0,-1 5-14 16,-2 3-2-16,-1 3-6 0,0 4-2 15,1 1 0-15,-2 4-3 0,3-1 0 0,0-1-3 16,0-1-3-16,6-3 0 0,1-1-4 0,1-7-2 16,4 0-2-16,1-6 0 0,1-3-18 0,0-1-45 15,1-4-84-15,-1-4-200 0,0-5-248 16,2-5-167-16,-2-3-40 0,-1-2 134 0,-3-2 259 16</inkml:trace>
  <inkml:trace contextRef="#ctx0" brushRef="#br0" timeOffset="203206.91">19150 5547 112 0,'-5'13'635'0,"-3"2"388"15,-1 2 115-15,-3 1-99 0,-1 3-406 0,0 2-324 16,-3 3-155-16,3 3-72 0,-1-2-36 0,0 4-24 15,1 0-6-15,1 0-11 0,0-1-7 16,4-3-2-16,1 3-5 0,4-5-4 0,3-2-6 16,3-2 1-16,4-3-6 0,3-5-53 15,1-1-73-15,6-4-90 0,1-4-126 0,4-2-295 16,6-5-232-16,3-2-90 0,3-2 106 0,8-4 276 16</inkml:trace>
  <inkml:trace contextRef="#ctx0" brushRef="#br0" timeOffset="204230.24">24896 5153 30 0,'3'2'395'0,"1"2"272"0,-2-2 174 0,-1 0 16 16,-1 1-344-16,4 1-240 0,-3 2-145 16,2 3-68-16,1 0-34 0,-1 3 8 0,2 5 22 15,4-1 13-15,1 5 10 0,2 3 10 0,6 1 14 16,2 1 38-16,2 4 27 0,7 0 11 15,3 0 1-15,2-1-11 0,4-1-11 0,2-1-51 16,1-6-48-16,1-1-23 0,0-3-19 16,-3-3-6-16,-2 0-2 0,-1-4-4 0,-6-2-1 15,-6-1 2-15,-1-2 0 0,-4-2 1 16,-4-3-28-16,-5-2-56 0,-5-2-108 0,-3-4-153 16,-6 1-299-16,-5-3-263 0,-3-1-192 15,-9-2 5-15,-1 1 319 0</inkml:trace>
  <inkml:trace contextRef="#ctx0" brushRef="#br0" timeOffset="204620.38">24858 5202 172 0,'6'-5'398'0,"2"0"164"0,0 1 104 0,1-2-207 15,4-1-195-15,-1-2-87 0,6 0-16 16,1-1 14-16,5-3 37 0,2 1 37 0,3-1 20 15,2 1-6-15,3-3-27 0,-3 3-36 0,4-2-47 16,-2 2-41-16,-1 2-10 0,-2-1 5 16,-2 2 0-16,-2 0 2 0,-4 2 9 0,-5 1 0 15,-3 0-29-15,-1 1-26 0,-5 2-10 16,1 2-1-16,-4-3-10 0,-2 4 3 0,1-1 2 16,-4 2-2-16,1 2-8 0,-2-1-10 15,-1 4-5-15,-1 3-10 0,0 2-6 0,-1 2-6 16,-2 2-1-16,5 1-1 0,1 4 2 0,1 1 1 15,5 3 0-15,1-1 2 0,-1 4-5 16,2-2-1-16,5 2-9 0,-1 0 3 0,1 0 3 16,1 1-2-16,1-3 4 0,0 0 4 15,-2 0 4-15,4-2-4 0,-4-1 0 0,4 3 0 16,-4-4-1-16,3 0-5 0,-5-2-19 16,-1 1-40-16,-1-2-80 0,-3-3-111 0,-3-2-142 15,1-1-250-15,-4-1-268 0,0-5-182 0,-4-1 24 16,0-5 290-16,-3-2 365 0</inkml:trace>
  <inkml:trace contextRef="#ctx0" brushRef="#br0" timeOffset="204872.97">25468 5628 119 0,'11'12'318'0,"1"-4"131"0,-2 3 100 0,1-3-180 16,2-2-147-16,-4 0-71 0,4-1-38 0,-4-3-10 16,3 0 2-16,-4-1-8 0,2-2-21 15,0-2-21-15,0-3-11 0,0-1-20 0,2-4-11 16,0-2-5-16,1 0-16 0,0-5-29 0,1 2-52 16,0-4-121-16,-2 0-235 0,0 0-121 15,-3-1-16-15,-3-1 98 0,-3 3 161 16</inkml:trace>
  <inkml:trace contextRef="#ctx0" brushRef="#br0" timeOffset="210634.72">19615 8913 85 0,'11'-5'597'0,"0"1"411"16,-5-1 139-16,-1 0-92 0,0 3-392 16,-2-2-333-16,0 3-162 0,5 0-89 0,-4 1-41 15,3-2-23-15,1 2-7 0,3 0-5 16,-2 0-4-16,3 2-3 0,1-1-3 0,4 0 4 16,0 3-4-16,0-2-21 0,2 3-55 0,0-3-68 15,-3 4-84-15,3 0-101 0,-3 0-129 16,1 3-249-16,-4-2-148 0,1 2-17 15,-3-2 151-15,-3 1 246 0</inkml:trace>
  <inkml:trace contextRef="#ctx0" brushRef="#br0" timeOffset="210826.07">20162 9036 28 0,'16'0'366'0,"-4"1"236"16,-2 0 165-16,-4-1 40 0,0 3-354 0,-1-2-228 15,1 0-120-15,-1 0-51 0,0-1-28 16,-2 5-12-16,4-5-9 0,-3 0-29 0,5 0-35 16,-1 0-48-16,2 0-61 0,4 0-100 0,-1-5-202 15,2 3-143-15,-2 1-29 0,5-2 92 16,-6 1 166-16</inkml:trace>
  <inkml:trace contextRef="#ctx0" brushRef="#br0" timeOffset="211034.13">20881 8920 190 0,'16'-1'385'16,"-3"1"145"-16,-4-1 92 0,4-1-245 0,-4 0-177 16,4 0-97-16,-1-2-43 0,1 0-26 15,1-1-11-15,1-2-9 0,2-1-1 0,1-2-13 16,0 1-28-16,4 0-57 0,-1-2-114 15,3-1-223-15,-1 3-108 0,1-2 1 0,-3 1 98 16,1 1 148-16</inkml:trace>
  <inkml:trace contextRef="#ctx0" brushRef="#br0" timeOffset="211225.82">21632 8768 119 0,'9'2'376'0,"0"0"179"0,-5 0 114 16,1-1-145-16,-2 2-220 0,3-2-153 0,-3 1-76 16,2-2-37-16,-1 1-18 0,0 0-7 15,1-1-1-15,4-1-14 0,-1-2-23 0,5 0-27 16,1-3-50-16,2 2-74 0,5-4-140 16,-1 1-183-16,-1 0-62 0,3 0 50 0,0 0 127 15</inkml:trace>
  <inkml:trace contextRef="#ctx0" brushRef="#br0" timeOffset="211415.52">22204 8688 253 0,'10'5'483'0,"-1"-3"174"16,-2 2 64-16,-2-2-249 0,-2 1-204 16,2 1-132-16,-2 0-66 0,0 0-38 0,1-1-17 15,1 2-12-15,-2-3-6 0,2 2-5 0,3-2-17 16,-1 2-51-16,0-3-79 0,1 0-156 15,0-1-215-15,5 0-100 0,-4 0 19 0,2 0 140 16,0-1 184-16</inkml:trace>
  <inkml:trace contextRef="#ctx0" brushRef="#br0" timeOffset="211577.51">22695 8695 28 0,'20'-1'315'0,"-4"0"194"16,0 1 153-16,-7 0-17 0,-1 0-253 0,0 0-177 15,1 0-103-15,-4 0-55 0,2 0-25 0,-2 0-14 16,-1-2-9-16,2 2-16 0,1 0-28 16,-2-2-47-16,1 1-86 0,-1 0-162 0,1-1-197 15,-2-1-79-15,3 1 42 0,-4-2 138 16</inkml:trace>
  <inkml:trace contextRef="#ctx0" brushRef="#br0" timeOffset="211748.14">23009 8624 118 0,'14'-5'320'0,"-2"2"138"0,-1-1 98 0,0-1-179 16,-3 2-172-16,0-2-86 0,1 0-42 0,-1 2-19 15,0-1-9-15,-2-2-4 0,5 3-7 16,-3-1-13-16,0-1-11 0,0-1-8 0,3 1-6 16,0 0-4-16,0-1-4 0,3 0-7 15,-1 0-34-15,3 0-67 0,-3-1-139 0,0 1-182 16,2-1-75-16,-1-1 28 0,-1 3 113 0</inkml:trace>
  <inkml:trace contextRef="#ctx0" brushRef="#br0" timeOffset="211930.9">23574 8535 114 0,'16'8'342'0,"-7"-2"157"0,2-1 108 0,-3 1-155 15,0 0-195-15,0 0-121 0,0-2-59 16,0 1-37-16,-4 0-15 0,4-3-11 0,0 2-12 15,0-2-10-15,2-2-19 0,-2 0-40 16,2-1-92-16,2 0-190 0,-4-3-141 0,4 3-38 16,-2-4 58-16,-1 3 132 0</inkml:trace>
  <inkml:trace contextRef="#ctx0" brushRef="#br0" timeOffset="212098.58">24028 8576 42 0,'15'4'296'0,"-2"-2"170"0,-2 2 132 0,-2-3-51 16,-1 3-221-16,1-2-148 0,0 1-85 0,-1 0-44 16,0-3-18-16,-2 0-14 0,2 0-4 0,0 0-1 15,0 0-1-15,-2-3-19 0,3 1-31 16,-1 1-32-16,0 0-56 0,0 1-118 16,0 0-201-16,-2 0-86 0,1-1 25 0,-1 1 102 15,1 0 140-15</inkml:trace>
  <inkml:trace contextRef="#ctx0" brushRef="#br0" timeOffset="212245.11">24473 8596 125 0,'15'0'330'0,"-1"0"139"16,-6 3 105-16,0-3-186 0,-2 0-178 0,2 0-110 16,-4 0-82-16,1 0-73 0,-1 0-86 15,-1-3-124-15,2 1-161 0,-4 2-40 0,4-2 53 16,-1 1 112-16</inkml:trace>
  <inkml:trace contextRef="#ctx0" brushRef="#br0" timeOffset="212461.68">24923 8491 94 0,'18'-3'310'0,"-2"-2"145"0,0 3 109 0,-3-1-144 15,-1 3-174-15,-4-2-109 0,2 2-59 0,-1 0-31 16,-3 0-24-16,2 0-33 0,-3 0-27 16,2 0-33-16,-1 0-40 0,-2 2-53 0,0-2-80 15,-3 0-128-15,-1 0-60 0,0 0 28 16,0 0 87-16,-1 3 108 0</inkml:trace>
  <inkml:trace contextRef="#ctx0" brushRef="#br0" timeOffset="212618.35">25164 8493 190 0,'30'-10'780'0,"0"3"394"0,-4-1 44 15,-4 2-157-15,-3 1-456 0,0-1-304 16,-5 6-156-16,2-2-82 0,-3 2-53 0,-3 0-42 16,2 0-53-16,-4 0-79 0,0-2-100 0,1 2-138 15,-4 0-289-15,-1-3-226 0,1 3-132 16,-2 0 81-16,-1-1 304 0</inkml:trace>
  <inkml:trace contextRef="#ctx0" brushRef="#br0" timeOffset="-212565.01">19623 5716 97 0,'0'3'316'0,"-4"-1"157"0,3-1 135 16,-1 0-118-16,1-1-129 0,-1 2-54 15,0-2-18-15,1 2 32 0,-1-2 21 0,1 0 3 16,1 0-7-16,0 0-21 0,-2 1-34 16,2-1-56-16,0 0-49 0,0 1-41 0,0-1-37 15,0 2-35-15,0-2-21 0,2 0-15 16,-2 3-12-16,0-1-7 0,0 1-6 0,0 3-3 16,0 0 0-16,1 2-1 0,1 0 1 15,1 1-2-15,0 1 2 0,0 1-2 0,2 1-1 16,0-1 2-16,3-1-1 0,-2 1 1 0,0-1-1 15,1-1 1-15,-1 2 3 0,3-1-4 16,-2-2 1-16,-1 0 3 0,1 0 0 0,0 1-1 16,0-3-2-16,-1 2 2 0,1-2 1 15,-3 0-7-15,2 0 2 0,-1 0 1 0,2-2 0 16,-3 1 1-16,3 1 0 0,-1-1 11 0,0 1 12 16,1 0 7-16,-1-1 3 0,0 1-1 15,2 2 0-15,-2-2-9 0,2 1-12 0,0 0-8 16,0 1-3-16,0 0 0 0,-2 0-4 15,3-1 1-15,-2-1-5 0,-1 1 2 0,-1 1-1 16,2-2 4-16,-1-1 0 0,-1 0-1 0,-1 1 7 16,3-1 1-16,-4-1-1 0,0-1-4 0,0 2 1 15,1-2 0-15,0 2-2 0,1-3-1 16,-2 2 4-16,0 0 4 0,2-1 1 16,-2 1 2-16,4-1-1 0,-4 2 0 0,3-1-7 15,-2 1 2-15,1-1 0 0,0 1-1 0,0-1 0 16,0 0 2-16,0 1 3 0,1 1-2 0,-2-1-3 15,1-1 1-15,0 0 4 0,-2 2-3 16,2-2-1-16,1-1 2 0,-1 1 3 0,0 1-4 16,-1-1-8-16,0-1 7 0,1 2 0 0,-2-2-2 15,3 1-1-15,-3-1 3 16,2 2 1-16,-2-3-1 0,0 3 1 0,2 1 0 0,0-4-3 16,1 4-1-16,-3-1 1 0,2 1 2 15,-1 0-3-15,1-1-1 0,0 1 2 0,0 2 4 16,1-1-4-16,-1 0 0 0,0-1-1 15,-1 2 1-15,3 0 4 0,0 0-3 0,-2-2 4 16,2 1 1-16,-1 0-1 0,0 1-1 0,2-2-3 16,-2 1 1-16,-1 1-2 0,3-2-5 15,-3 1 3-15,3-1 2 0,-2 1-3 0,0-1 3 16,-1-2 0-16,0 2 0 0,3-2 3 16,-4 2 0-16,1-1 1 0,0 1-2 0,0-2-3 15,0 2 1-15,2-2-3 0,-2 2-2 0,0 1-1 16,1-1 3-16,-1-1 2 0,3 1 2 15,-2 0-1-15,1-2 4 0,-1 2 0 0,0 0-4 16,2 0 3-16,-2-2-3 0,1 2 3 0,-1-1-3 16,3 1 2-16,-2-2 0 0,-1 1-2 15,1 2 0-15,-1-3 0 0,2 3-1 0,-4-2 0 16,4 0 0-16,-3 0 2 0,2 1-3 16,-1 0-3-16,0-2 4 0,0 2-2 0,-1 0 2 0,0 0 1 15,3 0 2-15,-4-1-1 0,0 0-1 16,0 0 3-16,1 0-3 0,0 0-2 15,-2-1 2-15,3 0 3 0,-3 1-4 0,1-1 0 16,1 1-3-16,-2 0 4 0,0 0-4 0,0 0-2 16,0-1 4-16,3 2-3 0,-3-1 1 15,1 1-2-15,1-1 5 0,-2 2 2 0,2-1-3 16,-2-2 2-16,3 2 0 0,-2 0 0 16,1 0-3-16,0 0 2 0,0 0 0 0,0-2-4 15,2 2 3-15,-2 1 2 0,0-2-1 16,0 1-4-16,1 0 4 0,-1 0 1 0,1-2-3 0,-1 2-1 15,0-2 3-15,-1 2-2 0,3 0 1 16,-2-1 2-16,1 1 2 0,-3 0-5 16,2-2-5-16,-1 1 8 0,0 0-3 0,1-2 0 15,-2 2 2-15,3 0 1 0,-5 0 1 16,4 0 1-16,-2 0-2 0,2-1 0 0,-2 2 0 16,1-1 1-16,0 1 2 0,2-2-7 0,-1 2 7 15,-2 0-2-15,2-1 1 0,0 2-2 0,0-1 2 16,1 0 2-16,-2 0-5 0,1 0-4 15,2 1 0-15,-1-2 2 0,-1 0-2 16,3 1 1-16,-4-2-1 0,1 2 6 0,2-2 1 16,-3 3 1-16,1-2 1 0,1-2 0 0,1 2 2 15,-3 0 1-15,1-2-7 0,0 1 1 16,1 1 1-16,-1-1-3 0,0 0 1 0,-1 0-2 16,1-1 6-16,0 0-1 0,3-1-3 15,-4 2 3-15,1-2-2 0,0 2 2 0,0-1-2 16,0 0 0-16,1-2 1 0,0 2-2 0,1 0 1 15,-3 1-1-15,4 1 2 0,0-1 2 0,-2 0-1 16,2 0 3-16,0 2-3 0,2 0-1 16,-2 1-1-16,0-2 0 0,0 2 1 0,1 1 1 15,-1 0-1-15,0-1 4 0,3 1-2 16,-3-1-1-16,0 3-3 0,-2-3 0 0,5 2-2 16,-3 0-1-16,0-1-1 0,0 2-1 0,1-1 4 15,-1-1 1-15,-1 1 2 0,2 1-1 16,-3-3 1-16,2 2 1 0,0 0 1 0,1-1-2 15,-2 0 0-15,-1-1-1 0,2 1 0 0,-1 1-1 16,0-4 0-16,0 3 0 0,-3 0 0 16,3-1 1-16,-1-2-1 0,0 3 0 0,1 0 0 15,-3-1 0-15,3 1 0 0,-2-1 0 16,2 1 1-16,0 1-1 0,-3-1-1 0,1-1-2 16,2 0 1-16,0 1-4 0,0-1 1 15,-1 1 0-15,1 0 1 0,-3 1-2 0,4-4 3 16,-2 3 4-16,1 0-6 0,-1-1 5 0,2-2-2 15,-4 3 2-15,5 0 0 0,-5-3-6 16,3 4 6-16,0-3-3 0,0 1 2 0,-2 0 0 16,1-1-1-16,0 2 0 0,-1 0 0 0,3 0 1 15,-3 0 1-15,1 0 0 0,1 1 0 16,-3-1 0-16,4 0 1 0,-2 1 1 0,-1-1-1 16,2 0 0-16,2 0 1 0,-5-1 2 15,3 1-2-15,-1-2-3 0,2 2-1 0,0 2 1 16,0-3-1-16,-2 1 2 0,4-1-1 15,-1 0 1-15,-1 1-2 0,0 0 0 0,1-1-2 16,-1 0-1-16,2 2-2 0,-2-2 7 0,1 0 0 16,1 1 0-16,-2-2 0 0,1 1-2 15,-3-1 2-15,2 0-1 0,1 2 2 0,0-3 2 16,-1 1 3-16,-2 3 1 0,2-3-3 0,0-1-1 16,0 3-2-16,0-2 1 0,-2 0-2 15,3 1 5-15,-1-1 0 0,-1 0-3 16,-1 0 1-16,1 2-4 0,-1-2 0 0,0-1 0 0,-1 1 1 15,0-2 5-15,-1 0-5 0,2 1 3 16,-2-1 0-16,0 1 1 0,0 1-1 0,-1-2-3 16,0 1 2-16,0-1 0 0,0 2 1 15,1-1-2-15,0 1 0 0,-1 0 0 0,0-1 0 16,1 2 2-16,0-1-1 0,0 0 0 0,1-2 2 16,-4 2 0-16,5 1-1 0,-1-2-4 15,0 1-1-15,-2 0-2 0,2 0 1 0,0-1-1 16,-1 0 2-16,1 1 5 0,-1-4 2 0,0 3-4 15,1-1-2-15,-2 1 0 0,2-2 1 0,-2 1-6 16,0 1 3-16,1-2 3 0,-1 1 4 16,2 0 3-16,-1 1-7 0,-3 0 2 0,2-2-4 15,1-1 0-15,-1 3-5 0,3-2 1 16,-5 1 6-16,4 0 1 0,-2 1 2 0,2-1 2 16,0 2-1-16,1-2 0 0,0 3-5 15,1-3 1-15,1 2-3 0,0-1-1 0,1 2 1 16,-1-1-1-16,2-1 2 0,-2 1-5 15,2-2 7-15,-2 3-1 0,2-1 0 16,1 0 1-16,-1-1-3 0,-1 1 1 0,0-2-2 16,-1 2 4-16,2-1 1 0,-2 1 1 0,-1-2-1 0,2 4 6 15,-1-4-5-15,-4 2-2 0,4-2 0 16,-2 2-2-16,-1-1 3 0,0 1-1 0,0 1 2 16,0-1-1-16,1 0 1 0,-3-1-3 15,2 1 0-15,-1 0 5 0,1 0 12 0,0 2 0 16,1-2 4-16,-1 0 6 0,1-1 2 0,-1 2-3 15,2-3-15-15,-3 2-2 0,2-1-2 16,-1 0 0-16,-2-1-4 0,2-1-1 0,-2-1 8 16,1 2 0-16,0-1-6 0,1 0-3 15,-4 0 4-15,2-2-4 0,-1 2 0 0,0-2-3 16,-1 1 6-16,1 0 3 0,0-1-7 0,-1 2 2 16,2-1-4-16,-1-1 4 0,0 0-1 0,-1 3-1 15,1-3 1-15,-1 0 6 0,4 4 5 16,-4-5-2-16,2 2-4 0,1 2-5 0,-1-2 0 15,0 1-6-15,4 0-3 0,-4 0-1 16,2-1 4-16,1 0 3 0,-2 0 5 0,1 1 1 16,0 0 1-16,0 0-1 0,1-1 2 0,0 2-4 15,-1-1 0-15,0 0-2 0,0 0-2 16,-1 0-1-16,1-1 2 0,1 2 2 0,-3-2 1 16,2 0-1-16,-2 1 6 0,2-2 0 15,-1 3-4-15,-1-2 1 0,1 1 0 0,-1-1 4 16,-1-2-5-16,1 2-3 0,0 1 0 0,-1-2 0 15,1 1-4-15,0-1-1 0,1 3 3 16,-1-3 1-16,3 2-1 0,-5 0 5 0,4 0 2 16,-2 0-1-16,2 0-3 0,-2 0 5 15,1-1-3-15,0 2-4 0,1-1-3 0,-2 0 1 16,0 0 4-16,-1-2 1 0,1 2 4 0,-1-2-1 16,-1 1-2-16,1 1 2 0,-1-2-1 15,1 1-4-15,0-2 0 0,-1 2 3 0,-1-1-2 16,0-1 0-16,0 1-1 0,2-1 3 0,-1 0-1 15,-1 3 1-15,0-2 5 0,2 0-5 16,0 0 1-16,-2 1-1 0,2 1-2 0,0-1-1 16,0 1 1-16,-2 0 2 0,1-2-3 0,1 3 0 15,-1-2 2-15,3 0-1 0,-4 1-6 16,1 0 3-16,2-1 4 0,-1 0-1 0,0 0 1 16,-1 1-1-16,1-1 2 0,-1 0-3 0,1 0-1 15,0-1-1-15,0 2-3 0,2-1 4 16,-3-1 1-16,2 1 3 0,-3-1-3 0,4 1-4 15,-3 0 6-15,1-2-4 0,-1 2 1 0,1 0-3 16,0-1 7-16,-1-1 1 0,-1 3-3 16,3-1 4-16,-3-1-2 0,2-1 1 0,0 1-6 15,-1-1 5-15,-1 3 0 0,0-3-3 16,3 0 5-16,-3 0-1 0,0 0 3 0,0 0-2 16,0 0 4-16,0 0 1 0,0 0-3 15,0 0 2-15,0 1-1 0,0-1 1 0,0 0-9 16,-3 0 3-16,3 0-4 0,0 1-7 0,-1-1-10 15,-1 1-19-15,2 1-20 0,-2 1-21 16,1-1-30-16,-1 1-63 0,1-3-110 0,-1 0-131 16,0 0-239-16,-1 0-259 0,3 0-212 0,-1-3 4 15,-1 1 310-15,0-4 389 0</inkml:trace>
  <inkml:trace contextRef="#ctx0" brushRef="#br0" timeOffset="-209055.83">22498 8844 124 0,'2'1'226'0,"0"1"62"0,-1 0-42 0,-1-2-55 0,3 1-42 15,-3-1-18-15,2 1-5 0,0-1 3 16,-2 0 0-16,0 0-11 0,1 0-6 0,-1 0-6 16,0 2-2-16,0-2-12 0,0 0-12 15,2 0-15-15,-2 0-14 0,1 0-13 0,-1 0-13 16,0 0-9-16,2 0-5 0,0 0-3 0,-1 0 5 15,1-2 25-15,-1 1 29 16,3 1 14-16,-3-1 9 0,4-1 2 0,-4 0 5 0,2 1 5 16,1-2-10-16,-3 0 3 0,2 0 13 15,1 0 13-15,-1-3-1 0,0 4-22 0,3-4-14 16,-3 0-13-16,0 0-20 0,2 0-19 16,-2 0-8-16,2 0-7 0,-1 1-7 0,-1 0 1 15,3-3 0-15,-2 2 0 0,0-1-4 0,2 1 1 16,-1-2 1-16,0 2-4 0,1-3 1 15,0 2-3-15,1-1 0 0,-1 1-3 0,0 0-2 16,0-1 2-16,2 0 0 0,-3-1 0 0,2 2 2 16,1-1 2-16,-2 0 2 0,2 1-1 15,-2 0-5-15,0-1 0 0,4 1 0 0,-2-1 0 16,0-1 0-16,-2 3 1 0,3-5 2 16,-2 4 2-16,1 0-4 0,-2-1-1 0,3 0 2 15,-1 0-2-15,0-1-2 0,-1 1 2 16,2-1 47-16,-3 2 26 0,2-1 14 0,0 0 5 15,0 1 3-15,-2 0 0 0,-1-1-43 0,2 3-21 16,-3-3-15-16,2 2-8 0,-1 0-4 16,0-1-3-16,0 1 0 0,0-1-2 0,-1-1 0 15,0 3-1-15,2-3 0 0,-3 2 0 0,2-1 2 16,-2 1 0-16,2 0 2 0,-2 0 0 0,0 0 2 16,0 2 0-16,3-2 3 0,-1-1-3 15,-2 3-1-15,4-2-1 0,-2 0 1 0,-1 0-2 16,2 0 0-16,1 0 1 0,-1 1 0 15,-1-2 1-15,1 1 4 0,0-2-4 0,1 1 0 16,-1 1 0-16,1-2-2 0,-3 1-1 0,4 1-1 16,-3-1 1-16,1 2 0 0,1-1-2 15,-3 0 0-15,6 0-1 0,-6 1 1 0,4-1 0 16,-1 1 1-16,-1-1 1 0,3 2 0 16,-2-2 1-16,-1 2 1 0,2-2-1 0,0-1-2 15,-2 3-1-15,2-2 0 0,0 0 0 0,0 0 1 16,-2 0-2-16,2-1 5 0,-1-1-2 15,0 1 1-15,0 1 0 0,-1 0 2 0,1-2 0 16,-3 2-3-16,2 2 0 0,-1-2 0 16,-2 1 0-16,2 1-4 0,0-1-2 0,-2 1 4 15,4-2-4-15,-2 2 4 0,0-5-5 0,2 3 6 16,-1 0-2-16,-1-1-1 0,3-1 0 16,-2 1 2-16,0-2-1 0,1 2-2 0,-1-1 2 15,0 0 4-15,1-3 2 0,-1 3-2 16,1 1-1-16,-3-1 3 0,2-1 1 0,-1 2-3 15,-2-1 1-15,4 1-2 0,-4-1 4 0,2 2-3 16,1-1 0-16,-3-1 1 0,2 2 0 0,0 0-2 16,-2 0 0-16,2 0 2 0,-2 2-2 15,3-2-2-15,-5 0 1 0,4 0 1 0,-2 0-1 16,2-1 1-16,-2 1 0 0,2 0 1 16,-2-1-1-16,3 0 0 0,-1-1 3 0,0 1-2 15,0-1-1-15,0 1-1 0,-1-1 1 0,0 0-2 16,2-1 1-16,-2 2 1 0,0 0 0 15,0-1 0-15,1 2-1 0,-2-1-3 0,1-1 2 16,2 2 2-16,-3 0-2 0,2-1-1 16,-4 0 2-16,4 1-1 0,-2 0-2 0,2 1 0 15,-2-3 4-15,3 2 0 0,-1-1 2 0,-2 1-1 16,2-1 6-16,2-1-3 0,-3 1 1 0,2-2 0 16,-1 1 2-16,1 0-1 0,-1 1 0 15,0-3 3-15,3 2-1 0,-4-1 1 16,1 0 0-16,0 2-3 0,0-3 0 0,0 1-5 15,1 2-1-15,-2-1 0 0,0 0 1 0,1 3 3 16,-2-2-3-16,2-1 3 0,-2 0 0 0,2 1 3 16,1-1-6-16,-2 1 0 0,0-1 1 15,0 1-1-15,1-1-1 0,2-1 0 16,0 2 0-16,0-2-1 0,-1 1 1 0,0 0 0 16,2-3-2-16,-2 3 1 0,1-1 0 0,-1 1 1 15,1 0 0-15,0 0-2 0,0 1 2 0,-1-2 0 16,1 2 0-16,-3-2 0 0,4 0-2 15,-2 2 3-15,-1 0-1 0,2-1 1 0,-3 1-1 16,2-1 0-16,1 1 2 0,-4 0-1 16,0-2-1-16,4 1-1 0,-4 1 1 0,2-1-2 15,1 0 2-15,-2-1-2 0,3 0 1 0,-1 0-1 16,1 1-2-16,-1-3 3 0,0 3-3 16,0-1 2-16,-1 0-1 0,2 2 3 0,-1-2 0 15,-2 0 0-15,1 2 1 0,2-3 1 16,-2 3-1-16,-2-1-1 0,3 1-1 0,-3-3-1 15,2 3-3-15,-2 0 1 0,2-1-1 0,0 1 1 16,-1-2-1-16,2 2-4 0,1-4 2 16,-2 3 1-16,1-3-1 0,0 3-2 0,2-1 0 15,-2-2-2-15,2 2 2 0,0 1 0 16,0-1-1-16,0 0 1 0,0 1 0 0,0-2 2 16,0 2 0-16,0 0 3 0,0-1 0 0,0 2 4 15,-1 0 3-15,0-2-1 0,-3 2-2 16,3 1 0-16,-1 0 4 0,0 0-8 0,-1 0 3 15,0 2-3-15,1-2 3 0,-2 1 1 16,0 1-3-16,2-2 8 0,-3 2-1 0,2-2 2 16,0 2 1-16,0-1-1 0,0 1 0 0,1-2 0 15,-2 0 0-15,1 0-1 0,0 0 0 0,2 0 0 16,-3 0 1-16,4-1 0 0,-3 1 2 16,0-1-1-16,1-2 1 0,-1 3-3 0,0-1 2 15,1 1-3-15,-2-2 1 0,1 2-1 16,2 1-3-16,-3-1 6 0,1 0-6 0,1 0 0 15,1-2 2-15,-1 2-2 0,-1 0 3 0,1-1-4 16,0-1 3-16,1 2 0 0,-1 0-1 16,-1 0-1-16,-2 0 0 0,5 0 2 0,-5 0-2 15,0 2 1-15,0-2 0 0,0 2-2 16,1-2 0-16,-1 1 0 0,0-1 1 0,0 4 1 16,2-4-2-16,-2 3 0 0,0-1 0 0,0-1 0 15,2 2-2-15,-2-1 1 0,2-2 1 16,3 1 0-16,-4-2 0 0,3 1 0 0,-1 0 0 15,1-1 1-15,0 1 1 0,0-1-2 16,-1 0 0-16,1-1 0 0,-1 2 1 0,2-1 0 16,-4 1 1-16,1-2-2 0,0 2 2 15,0 0 2-15,-2 0-3 0,0 0-1 0,3-1-1 16,-3 2 1-16,1 1-1 0,0-4-2 0,0 2 1 16,-1 2 0-16,2-2 1 0,1 0-3 15,-2-2 4-15,1 3-1 0,0-3 1 0,2 0-1 16,2 1-1-16,-3-2 1 0,4-2-2 0,-4 1 2 15,3-1 1-15,-1 1-3 0,2-3 1 16,-2 2 1-16,1 2 1 0,-1-3-3 0,-1 1 2 16,1 1-1-16,-2 0 2 0,0-2-2 0,0 1-1 15,-1 2 2-15,2-2-3 0,0 1 3 16,-2-1 1-16,1 1 2 0,1-1 0 0,-1 1 1 16,2-2 4-16,-2 1-2 0,1-1-1 0,-1 0-1 15,3 0-2-15,-2 0-1 0,1 0 0 16,-3 0 4-16,4 2-3 0,-5-1 0 0,1 1 3 15,2 0-1-15,-2-1-2 0,-1 0-1 0,2 1 0 16,-1 0 0-16,-2 2-1 0,2-2 0 16,0 2-2-16,0-1 0 0,0 0 2 0,1 1 0 15,-2 1 0-15,0-3-1 0,0 3 2 16,1 0-2-16,2 1 0 0,-1-2 1 0,-2 3 0 16,1-3-1-16,-2 2 1 0,2 0 1 15,0 1-1-15,1 0 0 0,-3 1 1 0,0 1 0 16,1 0 0-16,-3 0 0 0,1 2 0 0,-1-1 2 15,-1 0-1-15,2 1 2 0,-2 0-2 16,0 1-1-16,-2 0-1 0,2 0-26 0,-1 0-40 16,-2 1-78-16,-1 2-102 0,-2 0-167 0,-1 2-279 15,-3 1-184-15,0 1-58 0,-4 1 152 16,1 3 289-16</inkml:trace>
  <inkml:trace contextRef="#ctx0" brushRef="#br0" timeOffset="-207649.74">21564 8001 146 0,'3'-7'363'0,"1"1"156"0,-3 2 112 15,4-2-176-15,-5 3-145 0,1-1-46 0,-1 1 27 16,0 0 41-16,0 1 30 0,0-1-5 16,0 1-25-16,0 1-45 0,0 0-49 0,0-1-50 15,0 1-32-15,-1 1-19 0,1 0-13 16,0 0-7-16,-2 0 11 0,2 0 17 0,0 0 22 16,-3 0 7-16,3 1-3 0,-3-1-19 15,1 2-27-15,-1-1-33 0,-2 0-33 16,1 1-23-16,-3 1-13 0,-2 2-5 0,1 1-6 0,-2-2-5 15,0 4-2-15,-2 3-1 0,1-3-4 16,-3 5 1-16,1 0 2 0,-1 2 0 0,1 2-1 16,1 3-2-16,-4 1-1 0,3 3 2 15,-1 3-6-15,1 0 3 0,-1 2-1 0,2 5 0 16,0-1 3-16,2 1-1 0,-2 0 1 0,3 2 0 16,0-2 0-16,1 1 6 0,-2 1-3 15,2-1 1-15,0-4 2 0,2 0-2 0,1 1-1 16,0-1-1-16,-1-2 2 0,2 1 0 0,-1 0-2 15,0-3-2-15,2 0-2 0,-1-1 0 16,0-1 0-16,-1-3-3 0,2 2 1 0,2-4 4 16,-3 1-2-16,1-5-2 0,0-1-13 0,1 0-40 15,-1-4-50-15,1-3-43 0,-1-1-70 16,2-3-133-16,-1-1-158 0,-1-3-242 0,2-1-231 16,1-4-219-16,0-1-24 0,0-1 353 15,0-2 433-15</inkml:trace>
  <inkml:trace contextRef="#ctx0" brushRef="#br0" timeOffset="-207070.56">21689 8263 110 0,'0'-7'361'0,"0"1"177"15,-1 1 129-15,-3 3-119 0,0 0-215 16,-1 4-102-16,-2-1-41 0,-2 2-11 0,3 1-9 16,-1 2-6-16,-1 2-22 0,1 1-35 15,0 3-32-15,2 1-38 0,1 4-23 0,0 2-4 16,1 3-1-16,0 4 26 0,0 3 25 0,3 2 15 15,0 2 7-15,0 0-1 0,3 3-5 0,0 0-28 16,0-1-20-16,2-4-12 0,0-2-5 16,3-1-4-16,1-4-4 0,1-3 3 0,1-6-3 15,1-4 5-15,1-4 2 0,1-6 3 16,1-3 6-16,2-7-1 0,-1-6-1 0,3-5-5 16,0-5-2-16,3-2-1 0,2-5-8 15,-1-1-4-15,0-1-2 0,0-2 2 0,1 3 1 16,-5-1 2-16,0 5 6 0,-3 0 5 0,-7 4 3 15,-2 1-1-15,-6 3-5 0,-4 1-36 16,-5 4-72-16,-6-2-102 0,0 8-169 16,-7-1-275-16,-2 2-207 0,-3 4-71 0,-1 2 141 0,-1 3 284 15</inkml:trace>
  <inkml:trace contextRef="#ctx0" brushRef="#br0" timeOffset="-206843.92">21575 8349 116 0,'8'-6'665'0,"-2"1"417"0,-1 0 102 15,2 3-124-15,-1 0-416 0,-2 2-310 16,4 0-170-16,2 2-86 0,2 0-35 0,5 0-17 16,1 1-10-16,8-1-3 0,2-2-3 15,5 0 4-15,4-2-36 0,4-1-69 0,1-1-97 16,1-2-117-16,-1-1-241 0,0-1-285 0,-2-1-199 15,-6 0-13-15,0-1 225 0,-8 2 340 16</inkml:trace>
  <inkml:trace contextRef="#ctx0" brushRef="#br0" timeOffset="-205309.32">24929 5928 85 0,'3'1'215'0,"-3"1"66"0,1-2 22 15,-1 1-16-15,0 1-17 0,2-1-23 16,-1-1-23-16,-1 1-24 0,0 1-32 0,0-2-14 15,0 0-16-15,0 2-4 0,0-2 3 16,-1 0 7-16,-1 0 19 0,2 0 9 0,0 0 9 16,-1 0-2-16,1 0 0 0,0 0-12 0,0 0-7 15,-3 0-9-15,3 0-17 0,0 0-10 16,0 0-20-16,0 0-16 0,0 1-19 0,0-1-22 16,0 0-22-16,3 1-13 0,-3-1-14 15,0 2-5-15,1 1-6 0,2 0 3 0,-1 1 1 16,1 1 0-16,1 0-1 0,0 1 1 0,1 0 0 15,3 0-2-15,-2 0 1 0,1 1-1 0,2-1 5 16,4 2 1-16,-2-1 1 0,2 0 4 16,2 4 4-16,1-3 1 0,1 1 1 0,2 1 0 15,-1-1 0-15,1 3 2 0,-2-2 1 16,2 1 0-16,-2 0 3 0,-2-1 0 0,-1 1 2 16,-1-1 2-16,-2-1-6 0,0 0 1 0,-3-1 2 15,-4-1 1-15,1 1-2 0,-1-2 1 16,-3-1 3-16,1 1 2 0,-4-2-4 0,1-1 0 15,-4 1 1-15,1 1-5 0,-2-2-4 16,0 0-26-16,-2-2-55 0,2-1-88 0,-2-3-94 16,3 0-109-16,0-3-132 0,1 2-190 15,2-3-156-15,2-2 12 0,0-1 155 0,2 3 227 16</inkml:trace>
  <inkml:trace contextRef="#ctx0" brushRef="#br0" timeOffset="-205049.1">25324 6103 21 0,'16'0'196'0,"1"-1"101"15,1 1 85-15,0 1-72 0,-2 0-64 16,2 4-29-16,-6-3-4 0,1 1 13 0,0 2 28 16,-5 0 50-16,-3 1 57 0,-1 0 74 0,1 2 31 15,-5-1-10-15,-3 1-39 0,0 0-25 16,-2 2-22-16,-2-3-39 0,1 3-40 16,-2 0-37-16,-1-1-36 0,-1-2-45 0,2 1-47 15,-1-1-43-15,1 0-33 0,0-1-19 0,2 0-11 16,-4-1-6-16,6 0-6 0,-3 0-4 15,1-2-1-15,-1 3-2 0,1-4 1 0,0 2-3 16,0-2-1-16,-1 1-10 0,-2 0-39 0,-1 0-56 16,1 0-54-16,-4-1-91 0,4 1-147 15,-6-2-217-15,1 1-268 0,0 1-231 0,-2-2-192 16,2-1 92-16,-3 0 453 0</inkml:trace>
  <inkml:trace contextRef="#ctx0" brushRef="#br0" timeOffset="-204007.72">19883 6298 44 0,'2'-4'247'0,"-2"-1"124"0,-2 2 112 0,2 1-101 16,-1-2-133-16,-4 3-70 0,2 0-36 16,0-1-4-16,-2 0-4 0,0 4-9 0,-1 0-13 15,-2 0-15-15,2 2-45 0,-1 1-42 16,-1 4-26-16,-2 0 10 0,2 3 10 0,-4 3 7 15,0-2 27-15,2 4 13 0,-3 3 7 0,1-1-18 16,1 2-12-16,0 0-5 0,-3 1-4 16,2 3 0-16,-1-3 0 0,1 0-4 0,-2 1 1 15,3-2-5-15,-2-1-1 0,2-1-2 16,2-2 2-16,1-4 1 0,1-1-10 0,0-3-23 16,4-4-46-16,-1-2-61 0,4-5-79 0,0-4-160 15,4-3-194-15,0-3-58 0,2-3 66 16,-1-3 147-16</inkml:trace>
  <inkml:trace contextRef="#ctx0" brushRef="#br0" timeOffset="-203804.86">19637 6471 79 0,'-6'7'272'0,"1"4"116"0,-2-3 97 0,3 5-155 16,-3-1-131-16,2 1-76 0,1 0-30 0,1 3-7 15,1 0-7-15,1-1-3 0,2 0-17 0,2 0-7 16,1 1-21-16,3-3-9 0,1-1-9 15,3-3-3-15,2 0-4 0,1-5 2 0,5-2 1 16,0-4-1-16,3-2 25 0,4-7 13 16,0 1 0-16,1-4-34 0,3-1-79 0,0-3-246 15,-1 0-188-15,1 2-71 0,0 1 33 0,-5 0 141 16</inkml:trace>
  <inkml:trace contextRef="#ctx0" brushRef="#br0" timeOffset="-199911.51">21278 1394 16 0,'0'1'291'0,"-3"-2"186"0,-1-1 155 15,1 2 19-15,2-2-288 0,-2 2-158 16,1 0-99-16,2 0-57 0,-1 0-30 0,1 2-10 15,0 1-3-15,0 1-4 0,0 0 1 0,0 4 3 16,0 2 0-16,0 2-3 0,-2 4 5 0,2 2-1 16,0 1 3-16,0 6 3 0,-1 0 0 0,-3 2 25 15,3 4 14-15,-2-1 12 0,-2 4-1 0,0 3 7 16,-3 0 8-16,4 2 24 0,-5 3 15 16,1-2 3-16,-1 6 6 0,0-1-1 0,-3 1-9 15,0 3-43-15,-1 0-19 0,2-1-13 0,-1-2-8 16,0-1-4-16,3-1-5 0,-4-2-6 0,7-3-9 15,-1-3-6-15,3-3-3 0,-1-2-2 16,5-4-5-16,0-2 1 0,5 0 0 0,-1-4-2 16,1-2 2-16,3 0 0 0,5-3 5 0,-4-1-1 15,3-2 1-15,2-1 1 0,-2 1 0 0,6-3 1 16,-4-3 2-16,3 1 36 0,3-1 38 16,-2-1 21-16,4-1 9 0,-1-1 5 0,3-2 1 15,1-1-33-15,0-2-17 0,4-1-9 0,-4-1-6 16,2-2-3-16,2 1-4 0,-1-3 3 0,0-1-19 15,2 1-8-15,0-2-5 0,-1 1-4 0,1-1 1 16,2 0-18-16,-2-1 34 0,1 2 31 16,-1-1 19-16,3 0 6 0,-1 0 1 0,1 1 16 15,2 1-34-15,0 1-27 0,1 0-21 0,-1 0-6 16,1 1-5-16,1-1-2 0,-1 4-6 0,1-3-3 16,2 4 3-16,-1-2-3 0,2 1 1 15,-1 1 1-15,0-1 5 0,3 2 0 0,-1-1 3 16,3 1 1-16,0-2 0 0,2-2-1 0,0 1-1 15,5-2 1-15,-4 1-4 0,4 0 0 0,-3-4 0 16,0 3-5-16,3-4-1 0,-4 1 1 16,1 2 2-16,-2 1-2 0,-2-1 0 0,-5 0 5 15,4 3 0-15,-7-2 3 0,1 3-2 0,-3 0 3 16,0 0 2-16,-3 1 0 0,1 0 1 0,-2-1-2 16,0 0-2-16,-2 0-3 0,1-1-2 0,-1 1 1 15,-1 0-1-15,0-2 0 0,0 4 2 16,-3-2 1-16,1-1-1 0,-1 1 0 0,1 1 1 15,-3 0-3-15,4-1 2 0,-3 0 1 0,1 2 2 16,-1-1-1-16,1 1-2 0,0 0 2 0,0 0-3 16,-2 1 0-16,-1 1-1 0,1 0 0 0,-4-1 2 15,-2 0-2-15,3 4 1 0,-4-5-1 0,-1 0 0 16,-2 2-3-16,1-2-2 0,0 3 0 16,-2-3 2-16,1 1-1 0,-2 1-1 0,0-2 4 15,0 1 3-15,2-1 0 0,-3 0 1 0,3 0 0 16,-2 0 5-16,6 0 0 0,-3 0-3 15,3 0 2-15,2-1 1 0,1-1 1 0,1 1-1 16,1-2-3-16,1 3-1 0,1-2-1 0,1-3-4 16,1 3 2-16,-2-2-1 0,3 2 2 0,-4-2 0 15,2 2 1-15,-2-2 2 0,0 2-2 0,-1-1-1 16,-3 0-1-16,2 1 3 0,-3-1-1 16,-2 2 2-16,0-1-1 0,-1 1-3 0,-1-1 1 0,-2 2-3 15,1-1 3-15,-1-1-6 0,-1 1 3 16,1-2 9-16,-1 0 2 0,-2 0 4 0,1-2 4 15,-3 3 6-15,1-3 1 0,-1-1-2 0,0 4-1 16,0-3-1-16,-3 1-6 0,2 1-5 16,-1 0 0-16,-1 0-8 0,0 0 0 0,0 0-1 15,0 0-1-15,3 2-1 0,-2-1-1 0,0 1 1 16,0-1 3-16,0 1 0 0,1-2 0 16,2 1 0-16,0 1 0 0,0-2 0 0,-3 0 0 15,5 0 1-15,-5-2 4 0,5 1-1 0,-2-4 0 16,-1 1 2-16,2-2 2 0,1-1-3 0,-1-1-1 15,2-3 9-15,-1 1 11 0,3-2 22 16,-4-1 17-16,2 0 18 0,0-2 16 0,0 1 3 16,-2-5 9-16,1 1 2 0,-3-1-8 0,1-1-10 15,-3-1-10-15,1-2-13 0,0 1-20 0,-4-5-17 16,-1 2-14-16,0-2-9 0,-1 1-8 0,-4-2-1 16,0 4-2-16,1-3 0 0,-4 1-3 0,1 1 1 15,0-1 0-15,-1 1 3 0,0-1 0 0,-1 2 3 16,0 0 3-16,0 2 7 0,1-1 9 15,0 2 7-15,-1 1-5 0,0-2 0 0,1 2 1 16,-1 3-4-16,1-1-5 0,0 2-3 0,2-1 7 16,-3 2 4-16,1 2 2 0,0 0 4 0,-2 2 0 15,-1 1 1-15,2 1-2 0,-3 2-2 0,2 0-5 16,-3 2-2-16,-3-2-5 0,2 3-3 0,-5 2-4 16,1-1-2-16,-1 4-1 0,-2-3-4 0,0 4 1 15,-1-1-2-15,-2 1 0 0,-1 1 0 0,1 0-1 16,-3 0 0-16,-2 1 0 0,3 1 1 0,-3-1 0 15,-1 2 0-15,2-1 0 0,-2 0 0 0,0 0-1 16,-2 1 1-16,2 0 1 0,-2 0-1 0,-1-2 3 16,2 3-1-16,-4-3 0 0,0 0 1 0,-3 4-1 15,0-5-1-15,0 2 0 0,-2 1 0 0,0-2 0 16,-2-1-1-16,0 2-1 0,-2-1 1 0,-3 1-2 16,0-2-1-16,0 2 0 0,-4-1-1 0,-1-1 1 15,1 3 0-15,-2-1 2 0,-3-1 1 0,-2 0 1 16,-2 1 2-16,-2 0-2 0,-3 0-1 15,0 1-1-15,-3 0-2 0,-3 2-1 0,-3-1-2 0,1 2 1 16,-1 2 1-16,1-1 1 0,0 5-1 0,-2-1-8 16,2 3-11-16,-5 0-34 0,4 4-61 0,-3 0-72 15,1 1-138-15,3 0-206 0,-1 1-306 0,4 2-307 16,3 0-241-16,3-1-69 0,0 3 470 16,3 0 577-16</inkml:trace>
  <inkml:trace contextRef="#ctx0" brushRef="#br0" timeOffset="-168962.8">21322 11356 350 0,'4'-6'850'0,"-4"-1"310"0,-2-1 15 0,-3-1-240 15,0 2-325-15,-3 0-126 0,-1-2-83 0,-5 2-57 16,-2 1-51-16,-6 0-45 0,-5 2-64 0,-5 0-77 15,-3 6-48-15,-3 1-25 0,-6 5-13 16,-2 2-4-16,-1 3 0 0,-1 3 1 0,1 2 1 16,3 1-3-16,1 3-1 0,5-1-4 0,3-1-3 15,5 1-4-15,3 0-3 16,6-1-2-16,3-1 0 0,6 0-3 0,3 0 1 0,5-1-1 16,4 1 2-16,4-2-1 0,5 2-1 15,4 0 0-15,4-2-1 0,3 1 3 16,3 1 2-16,4-2 0 0,3 1 1 0,2 0 0 0,1 2 2 15,0-2-1-15,1 1-2 0,-3 2 0 16,-1-1 1-16,0 2-1 0,-4-1 0 0,-5 4 1 16,-3-3 0-16,-3 0 2 0,-5 3 1 15,-5-3 2-15,-5 1 0 0,-5-2 0 0,-4 2 1 16,-5 0-2-16,-5-2-1 0,-2-1-1 0,-1 2 0 16,-3-3-2-16,-2 1-1 0,0-3 2 0,2-1-2 15,-2-3 3-15,2-1-2 0,3-1-2 16,0-3-5-16,6-3-24 0,2-1-65 0,2-4-69 15,4-4-108-15,3-3-162 0,5-4-235 0,5-2-320 16,3-2-234-16,2-2-164 0,6-2 179 0,-2 1 512 16</inkml:trace>
  <inkml:trace contextRef="#ctx0" brushRef="#br0" timeOffset="-168693.03">21326 12178 235 0,'-5'6'1166'0,"2"-1"529"16,-4-3-176-16,1 0-347 0,-1-4-446 0,1 1-324 15,2-3-202-15,0-5-93 0,3-2-42 0,2-2-22 16,6-7-18-16,3-4-11 0,5-6-6 16,4-3-4-16,2-4-3 0,6-6 0 0,-1-3 0 15,6-1-1-15,0 0 2 0,-1-1-3 0,1 0 0 16,-4 2 0-16,1 3-1 0,-4 3 1 15,-2 5-3-15,-5 2-11 0,-2 3-47 0,-5 5-70 16,-3 0-90-16,-4 3-167 0,-4 5-280 16,-4 0-327-16,-4 3-291 0,-3 2-173 0,-6 2 163 15,-4 4 606-15</inkml:trace>
  <inkml:trace contextRef="#ctx0" brushRef="#br0" timeOffset="-168470.27">21332 11323 151 0,'4'5'713'0,"3"1"394"0,-1 1 72 0,2 0-132 15,1 2-410-15,3 5-293 0,0-1-127 0,2 4-54 16,-1-2-27-16,4 2-17 0,2-1-24 16,1 3-26-16,-2-2-25 0,2 1-18 0,0-1-7 15,0 2-5-15,-4 0-8 0,3 1-19 16,-3-1-27-16,1 2-60 0,-4-2-125 0,0-1-168 15,-4-1-295-15,-1 2-261 0,1-2-233 16,-2-4-40-16,-1 0 365 0,-1-2 453 0</inkml:trace>
  <inkml:trace contextRef="#ctx0" brushRef="#br0" timeOffset="-168030.29">22399 11436 433 0,'8'-15'1032'0,"-4"-2"359"0,-7 4 12 0,-1-2-284 16,-4 3-401-16,-3 1-234 0,-6 1-137 0,-3 1-88 16,-2 1-81-16,-1 2-55 0,-4 4-38 15,3 0-25-15,-5 4-17 0,2 0-13 0,2 3-9 16,2 2-7-16,1 1-5 0,2-1-4 15,3 2-3-15,6 0-4 0,1 2 0 0,1 0-3 16,6 3 2-16,1 1-1 0,4 0 1 16,3 3 2-16,2 2 0 0,5 0 1 0,-1 2 0 15,6 1-2-15,1 1 1 0,4-1 0 0,0 3 0 16,0 0-1-16,-1 0 0 0,1-1-1 16,-4 3 1-16,-2-3 0 0,-2 0 0 0,-6 2 2 15,-1-4 1-15,-6-1 2 0,-4 3 1 16,-5-3 1-16,-3-2 0 0,-5 2-1 0,-1-1 1 15,-4-1-2-15,-4-1 0 0,-3-1-2 0,-2 0-1 16,-2 0-1-16,0-3 1 0,1-1-1 0,-1-1 0 16,4-2 0-16,2-3-7 0,3-1-11 15,4-4-25-15,-2-3-69 0,7-3-75 0,-2-6-144 16,6 0-228-16,1-5-314 0,8-2-355 16,2-2-243-16,5-5-56 0,2-2 532 0</inkml:trace>
  <inkml:trace contextRef="#ctx0" brushRef="#br0" timeOffset="-167092.91">22728 11498 37 0,'1'-9'298'0,"-1"-1"178"0,0 1 146 16,-1 3-17-16,1 0-182 0,-2 1-64 15,2 1-18-15,0 2-2 0,0 1-10 0,2 0-30 16,-1 1-3-16,1 1-23 0,0 2-35 15,1 5-30-15,0 1-14 0,3 3-2 0,-3 3-38 16,2 1-36-16,-2 1-14 0,0 5-6 16,1 1-8-16,-3-1-11 0,1 1-12 0,0 1-11 15,-2 0-19-15,0 1-15 0,-4 1-10 0,3 1-1 16,-3 0-2-16,1 0-3 0,-2 1 0 16,1-1-2-16,-4 2 0 0,3-1-3 0,-3-1-1 15,2 0-2-15,-3-2-3 0,2 0-6 0,1-4-31 16,-1-2-35-16,3-2-52 0,0-3-106 15,0-6-128-15,2-3-161 0,2-5-272 0,4-5-243 16,2-3-155-16,-2-6 162 0,8-6 369 16</inkml:trace>
  <inkml:trace contextRef="#ctx0" brushRef="#br0" timeOffset="-166336.65">23069 11462 30 0,'2'-9'356'0,"0"2"265"0,-2 0 235 0,0 1 73 0,0 1-223 16,0 0-142-16,0 3-113 0,0 0-75 15,0-1-74-15,0 3-73 0,0-1-73 0,0 2-56 16,0 1-17-16,1 1 4 0,1 2 20 16,-1 6 21-16,3 3 10 0,-3 3 20 0,2 4-2 15,-1 2-17-15,-2 4-15 0,0 2-23 0,0 2-13 16,0 3-19-16,-2-2-21 0,-1 1-15 16,3 0-12-16,0 0-7 0,3-1-7 0,-1-6-2 15,-1 0-5-15,-1-5 2 0,3-3-3 0,1-2 0 16,-3-3-1-16,2-3 1 0,1-2 1 15,-4-2 3-15,1-2 6 0,-1-2 6 0,2-2 4 16,-1-5 2-16,-1-1 3 0,0-3-2 16,0-5-4-16,0-1-5 0,-1-2-5 0,-1-5-2 15,1-3-2-15,-4-2-1 0,0-1-1 0,0-3-2 16,-1-2 0-16,-2-5-1 0,3 2-2 16,1-3 1-16,-3 2 1 0,6-1 0 0,-5 6 1 15,2 0-1-15,3 6 0 0,-2 4 2 16,1 3-4-16,0 5 0 0,2 1-1 0,0 4-1 15,0 3-1-15,2 1-3 0,1 5 3 16,4 3 2-16,0 5 2 0,4 2-1 0,1 4 2 16,0 3 1-16,1 2 1 0,2 4-1 0,2 1 1 15,0 3 0-15,-1 1 1 0,3 4 2 16,1 1-1-16,-1 3 2 0,2 0-2 0,-3 1 1 16,2-1 0-16,0 2-1 0,-1-1-1 0,0-2-1 15,0-1 1-15,-1-2 1 0,-1-4-2 0,-3-4-1 16,2-1 1-16,-3-5-1 0,1-3-1 15,-5-4 1-15,2 0 0 0,-1-3 1 0,-2-4 6 16,0-1 10-16,-2-3 8 0,2-3 4 16,-2-5 1-16,0-3-1 0,-1-7-3 0,0-3-9 15,3-5-7-15,-4-5-4 0,0-6-2 0,0-4-1 16,1-4-3-16,0-4 0 0,-2-4-2 16,3-5 2-16,-3 3 0 0,-1 0 0 0,0 1 0 15,-4 4 1-15,-1 7 1 0,0 4-3 16,-5 7-6-16,2 5-14 0,-6 4-41 0,0 9-70 0,-1 0-75 15,-2 3-142-15,0 5-224 0,1 2-312 16,1-1-300-16,2 3-206 0,-3-1-32 0,3 1 494 16</inkml:trace>
  <inkml:trace contextRef="#ctx0" brushRef="#br0" timeOffset="-165909.79">22810 10980 250 0,'11'-14'985'16,"-3"-1"470"-16,0-2-54 0,-4 4-260 0,0-1-433 15,-3 3-276-15,-1 0-163 0,2 2-92 0,-4-1-49 16,2 2-22-16,0 1-42 0,0 0-32 0,2 5-20 16,0-3-48-16,1 4-70 0,0-1-121 15,0 5-215-15,0 2-288 0,1 2-342 0,-4 2-318 16,-4 2-139-16,-2 1 398 0,-2 1 669 16</inkml:trace>
  <inkml:trace contextRef="#ctx0" brushRef="#br0" timeOffset="-159421.97">20041 11095 36 0,'0'-2'362'0,"-1"-2"224"0,-2-1 161 0,-2 3 45 16,2-2-380-16,2 2-201 0,-3 2-106 0,3 0-50 15,1 2-30-15,0 2-13 0,-2 1-7 16,0 1-3-16,2 1-2 0,0 2 2 0,2 3-2 16,0 1 0-16,-2 4 0 0,0 2-2 15,0 1 0-15,0 4-7 0,0-1 2 0,0 6-1 16,-4 1 51-16,4 0 37 0,-3 3 25 15,2 1 12-15,-1-1 9 0,-3 3 7 0,4 3-48 16,-4-1 56-16,0 3 28 0,2-1 14 0,-2 1 0 16,1-1-2-16,-3 1-8 0,2 0-75 15,-2-2-46-15,0 1-23 0,-1-3-16 0,2 1-10 16,-2-3-3-16,4 1-4 0,-4-3-3 0,3 1 3 16,0-3 3-16,-1 0 3 0,1-2 1 15,2 1 4-15,0-3 2 0,-1 2-1 0,1 0 0 16,0-2 3-16,1-2-1 0,-1 1 0 0,2-1-3 15,-4 0-2-15,4-1 0 0,-1 1-1 16,1-2 0-16,1-2-4 0,0 0 0 0,0-1 0 16,1-2-2-16,1-2-3 0,1-2-2 0,0 3 4 15,1-4-1-15,0 2 2 0,-1-4 1 16,0 1 0-16,0 1 1 0,2-1-3 0,-2-2 0 16,3-1-2-16,-1 0 1 0,2 1-1 15,-3-1 3-15,3-1 2 0,2-2 0 0,-1 2 2 16,2-1 3-16,-2-1-3 0,2-1 1 15,2-1 0-15,2 1 0 0,-3-1 1 0,2-1-1 16,2 0 5-16,0 0 0 0,0 0 28 0,3 0 23 16,1-1 11-16,-1-1 6 0,3-1-3 15,0 1-2-15,1-1-25 0,-1-1-24 0,2 1-12 16,1-1-7-16,1-1 1 0,-1 0 0 0,0-2 0 16,3 1 0-16,-1 0 3 0,1 0-3 15,2-1-4-15,-1-1-4 0,2 1 2 0,0-1-4 16,2 1-1-16,-1 0-1 0,3-1 0 0,-1 0 3 15,0-2 1-15,0 5 2 0,2-4 3 16,0 1 6-16,4-1 2 0,-1 2 0 0,2-2-3 16,2-1-1-16,1 0-1 0,2 0-2 0,0 1-3 15,1-1-2-15,0-2-2 0,0 1 0 16,1 0-3-16,-1 1 0 0,2 1-2 0,-4-3 4 16,3 3 0-16,-4 0 6 0,1 1 1 15,1 0 6-15,-1 0 1 0,0 1-2 0,-1 1 0 16,3-3-1-16,-2 4 2 0,2 2-3 0,-3-5 0 15,1 5-1-15,-2-1-2 0,1 1 1 16,0-1-5-16,-4 0-4 0,1 1-1 0,1 0-1 16,-3-3-1-16,0 3-2 0,0-1 1 0,0 1 7 15,0 0 2-15,-3 0 4 0,1-1 1 16,0 1 3-16,-1-2 4 0,1 2-1 0,-1 0-2 16,0-2-3-16,-2 1 0 0,4-2-2 15,-2 1-3-15,-1 0 1 0,1-3-2 0,-2 1 1 16,0-3 2-16,-1 2 0 0,-1-1-4 0,3 0 0 15,-3-2-1-15,3 1-3 0,-4-1-3 16,1 1 0-16,1-1 1 0,-1 1-2 0,-2-1 2 16,-1 1 7-16,-1 0 0 0,-2 1 4 0,-1 0 2 15,2 1 3-15,-3-1-3 0,1 1-2 16,-3 0 2-16,1-2 1 0,0 3-4 0,-3-1 2 16,0 1-1-16,0-1 0 0,-3 1 0 0,2-1-2 15,-1 2 0-15,-2-1-2 0,0-1 1 16,2 1 3-16,-1 1-1 0,1 0-2 0,-3-2 1 15,5 1 2-15,-3 2 1 0,1 0-4 16,1-2-1-16,-1 2 0 0,0-2 2 0,-2 3-1 16,2-3-4-16,-2 2 5 0,-3-2 0 0,-1 3 0 15,0-2-1-15,2 2 0 0,-4-2 0 16,-1 0 0-16,3 0-2 0,-3-1 3 0,0 0 2 16,0-1-5-16,1-1 3 0,-1 0-5 15,1-5 0-15,1 4 1 0,-2 0-3 0,4-4 0 16,-2 1 1-16,3 0 4 0,-2-2-3 0,2-2 3 15,0 1 0-15,0-4 4 0,4 0 0 16,-3-2 0-16,2-2 5 0,-1 0-3 0,3-2 3 16,-1 0 0-16,1-3 3 0,1 0 3 15,-1-1 3-15,0 1 0 0,2-4 1 0,0 0-2 16,2 0-6-16,0-4-4 0,0-2-2 0,-1 1-1 16,4-1-2-16,-3-3-6 0,0-1 1 15,-1 1 3-15,1-2 4 0,-5 1 1 0,-1 0 2 16,-3 0 18-16,-3 4 10 0,-2-1 18 15,-4 2 20-15,-1 1 21 0,-3 1 26 0,-2 2 11 16,1 1 11-16,-3 2-11 0,0 0-17 0,-3 5-20 16,0-1-9-16,0 1-14 0,-1 2-15 15,0 3-9-15,1 0-7 0,-1 2-2 0,0-1-11 16,0 4-5-16,-2 1-3 0,2-2-2 0,0 4 3 16,-1-1 0-16,0 3 2 0,-3-2-3 15,4 1-2-15,-2 2-1 0,-2 1-1 0,3-2-2 16,-2 2-5-16,0 2-2 0,-2-1 0 15,2 1 1-15,-2 0-1 0,-1 0-1 0,0-1 0 16,-2 4 1-16,2-1 2 0,-5-3 0 0,1 3 1 16,1 2 1-16,-3-5 2 0,0 4 0 15,-2-2 1-15,0 0 2 0,2 2 0 0,-2-3-1 16,-4 3 0-16,0-2-2 0,-1 1-1 0,-3 1-4 16,0 0-2-16,-5-2 0 0,-2 1-2 15,-1 2 0-15,-1-1 0 0,-4-1-1 0,0 1 0 16,-1 0 1-16,-2 1-2 0,-1-2 1 0,-1 0 0 15,0 1 0-15,-3 1 0 0,-1-2 2 16,-2 1 0-16,-3-1 0 0,0 1-1 0,0-1 0 16,-5 1-1-16,1 0-2 0,-1-3-2 15,0 2 1-15,2 0-2 0,0-2 2 0,2 4 1 16,-1-3 1-16,2 3 2 0,1 0 1 0,-4 0 1 16,0 3-1-16,-4-3-1 0,1 4-1 0,-4 0-1 15,1 0-3-15,-4 0-1 0,1 0-1 16,-1-1 0-16,1 2 3 0,-5-1 2 0,1 1 2 15,-2-1 1-15,0 2-6 0,-2 0-12 16,-1 3-24-16,-3-1-43 0,0 3-56 0,2 2-56 16,3 2-43-16,-1 3-72 0,6 1-102 0,1 1-109 15,4 3-201-15,1 2-221 0,5 2-224 0,0 0-44 16,1-4 293-16,4 3 429 0</inkml:trace>
  <inkml:trace contextRef="#ctx0" brushRef="#br0" timeOffset="-155460.7">19071 15812 80 0,'2'0'311'0,"-2"0"152"0,0 0 116 15,0 0-124-15,0 0-194 0,0 0-124 16,0 0-67-16,0 0-31 0,1 0-14 0,-1 0-1 15,0 0 1-15,0 0 0 0,2 0 2 16,-2 0-4-16,0 0-6 0,1 0-4 0,-1 0-5 16,0 0-2-16,0 0-1 0,0 0-3 0,3 2 2 15,0-2 25-15,0 2 14 0,2-2 10 16,0 0 2-16,2 0 9 0,2 0 4 0,0-2-20 16,3 2-17-16,1-2-9 0,0 0-2 0,4 0-3 15,0-1 26-15,1 0 15 0,0 2-15 16,1-4-8-16,1 2-3 0,0 0-9 15,1 0-30-15,0 2-18 0,-2-2 11 0,3 1 4 16,0 1 4-16,-3 1 3 0,2 0 1 0,-1 0 2 16,0 0 0-16,-3 0 0 0,0 0 4 15,1 1-3-15,-1 1-1 0,-1-1 0 0,-1 2 4 16,1-2-1-16,2 1 22 0,-4 1 14 0,2-1 7 16,0 1 1-16,1-2 1 0,1 1-4 15,-1-1-21-15,0 2-15 0,2-2-8 0,1 1-3 16,-2 0-7-16,3-1-1 0,1 0-2 15,-3 1 4-15,1 0 4 0,2-2 5 0,-1 0 0 16,1 0 10-16,0 0 4 0,1 0-2 0,0 0-2 16,-1-2-1-16,2 0-3 0,-2 2 3 15,2-2-4-15,-2 2 3 0,1 0-6 0,-2 0 3 16,1 0 0-16,0 0-5 0,-4 1 0 0,2 0 0 16,1 3 0-16,-3-4 0 0,-3 5 0 15,1-3 0-15,0 2 0 0,-3-2 0 0,1 0 0 16,-2 2 0-16,-2-2 0 0,4 1 0 15,-3-1-1-15,0-1 1 0,0 0 1 0,1 1 1 16,-2 0 0-16,1-2-1 0,-1 0-1 0,2 0 0 16,-2 0-3-16,1 0 1 0,0 0 1 15,0 0-3-15,-1 0 2 0,1-2 1 0,-2 2 1 16,1-2-2-16,2 2 0 0,-2 0 2 16,0-1-1-16,2 0-1 0,-1-1-1 0,2 0 1 15,-4 1-1-15,4-2 3 0,-1 0-4 0,0 1 1 16,-1 0-4-16,1-2-3 0,0 2-2 15,0-3 5-15,-2 5 2 0,-1-4 5 0,2 2 3 16,-1 0 6-16,-1-1 3 0,2 0-2 16,-1 2-2-16,-1-2-2 0,4 0-3 0,-1-1 0 15,0 1 1-15,3 1-1 0,-2-1 2 0,4 0 2 16,1 0-2-16,1 0 0 0,1 2 0 16,-1-4 0-16,3 3-3 0,2-1 0 0,0 2 1 15,0-2 0-15,3 0-1 0,-1 1 1 16,1 0 2-16,2 2-1 0,-3-3-4 0,1 2-2 15,2-1-1-15,-2-1-2 0,1 3 1 0,1-2-2 16,-1 2 0-16,1-2-2 0,-1 0-2 16,2 0 0-16,0 0-5 0,0 0 3 0,2 1 7 15,-2 0 1-15,1-1 4 0,1 1 4 0,1 1 6 16,1-2-2-16,-1 1-1 0,2 1 1 16,1 0-1-16,0 0-3 0,1-2-1 0,1 2 0 15,-2-1-1-15,3 1-2 0,-1 0-2 0,2-2-3 16,0 0 0-16,-1 1-3 0,0 1-2 15,0-2-1-15,1 1 0 0,-2 1 4 16,-1 0 5-16,-1 0 2 0,2 0 3 0,0 0 8 16,-2 0 1-16,1 0-1 0,-1 1 1 0,1 1-3 15,0-2-3-15,0 1-1 0,-1 3-21 0,1-1 5 16,-2 0 5-16,-1-2 1 0,2 3 0 16,-2 0 3-16,-1 0 19 0,0-2-9 0,0 3-8 15,-1-3 0-15,0 2-3 0,-1-4-2 16,1 4-4-16,-1-4-3 0,-1 3-3 0,1-2 5 15,-1 1 5-15,0-2 1 0,0 1 6 16,-2 1 3-16,0-1 7 0,2-1-3 0,-1 2 3 16,-1-1-7-16,2 1 1 0,-2 0 1 0,0-1-2 15,2-1-1-15,0 1 1 0,0 1-2 16,0-2-1-16,0 0-2 0,0 0 0 0,0 0-2 16,-1 0 0-16,1-2-1 0,0 2-2 0,0-1 3 15,-2 1-1-15,2 0-1 0,0 0-2 16,-1 0-4-16,-1 0-1 0,0 0-2 0,-1 0 1 15,1 1 5-15,-1-1 7 0,-1 2 7 0,1-2 1 16,0 0 8-16,0 0-4 0,0 0-1 16,1-2 1-16,-1 1-3 0,3 0-3 0,-1-3-21 15,1 3-12-15,1-2-9 0,1 0-6 0,0 0-3 16,-1-2-4-16,-1 3 23 0,5-3 14 16,-6-1 26-16,3 2 17 0,-3 2 9 15,4-3 5-15,-1 1-4 0,-2-1 0 0,0 0-23 0,-1 1-14 16,1 1-9-16,0-1-7 0,-2-1 5 15,1 3 2-15,-1-2 2 0,0 0 6 0,2 1 6 16,-1-3 2-16,1 4 1 0,-2 0-2 16,2-2-27-16,2 2-13 0,-2-1-11 0,0 1-4 15,0-2 1-15,0 3-7 0,-2 0 23 16,1-1 10-16,-2 2 13 0,-5-2 3 0,3 2-1 16,-3 0 3-16,-2 0 2 0,-3 2 3 0,-3-2 21 15,2 2 11-15,-5-1 12 0,0 0 1 16,-5 3 3-16,1-4-1 0,-2 2-26 0,-2 1-38 15,-2-3-54-15,-1 1-86 0,-3 1-211 16,2 1-231-16,-6-1-130 0,-1 0 8 0,-3 1 147 16,0 0 226-16</inkml:trace>
  <inkml:trace contextRef="#ctx0" brushRef="#br0" timeOffset="-153891.06">19018 16552 42 0,'0'2'263'0,"0"0"136"15,2 0 112-15,0 0-100 0,-1-1-163 16,4-1-118-16,-2 0-71 0,4 1-31 0,-1-1-3 16,2 0 8-16,1 0 5 0,1 0 1 0,2 0 6 15,1 0 0-15,3 0-5 0,-2 0 13 0,3 2-17 16,1-2-7-16,2 0-5 0,0 0-9 15,2 0-7-15,1 0 1 0,1 0 28 0,1 0 12 16,-1-2 8-16,5 2 6 0,1 0-3 0,-2-1-25 16,2 1-12-16,0 0-10 0,0 0-8 0,0 0 3 15,2 0-5-15,-1 0-1 0,-1 0 2 16,4 0 24-16,-3 0 9 0,3 0 3 0,-3 1 2 16,1-1 3-16,-1 2-1 0,1 0-19 0,1-2-11 15,-1 1-1-15,2-1-24 0,0 0-16 0,-1 0-9 16,2-1 34-16,1-1 22 0,1 0 12 15,1 0 27-15,2-2 21 0,-2 2 4 0,2-1-36 16,-1-2-18-16,1 1-15 0,0 0 19 0,-2 0 5 16,2 1 7-16,0-1-3 0,0 1-1 0,1-2 2 15,-2 3-21-15,3-3-5 0,0-1-3 0,-1 4-24 16,2-4-10-16,3 1-11 0,-3-1-6 16,4 2-5-16,0 0-6 0,1-1 20 0,-1 1 10 15,2 1 9-15,2-2 1 0,-4 1 26 16,2 1 11-16,-1 0 7 0,1 0 3 0,-2 0 1 15,2 1 3-15,0 0-18 0,-1-2-11 0,0 3-23 0,0-2-13 16,3 0-10-16,-4 3-9 0,5-2-5 16,-1 2-3-16,0-3 18 0,-3 1 13 0,3 1 8 15,-3 1 26-15,0-2 14 0,0 2 4 0,1-3 1 16,0 2 4-16,-5 0 4 0,2 1-18 0,0-2-6 16,-2 0-4-16,4 2-21 0,-4-1-17 0,3 0-13 15,-1-1-7-15,3 2-5 0,-3 0-3 16,1-2 25-16,1 2 10 0,-4 0 7 0,1 0 6 15,-1 0 24-15,-1 0 10 0,0 0 6 0,0 0 2 16,-1 0-4-16,0 0 2 0,-2 0-19 0,-1 0-7 16,1 0-3-16,-1 0-23 0,-1 0-11 15,0 0-7-15,1 0-10 0,0 2-1 0,-1-2-3 16,-2 0 19-16,3 2 12 0,-1-1 4 0,-1 0 6 16,-1 1 0-16,-1 0 2 0,0 0-1 0,1 1 4 15,-1-1 22-15,0 1 12 0,-1 0 6 0,0-1 2 16,1 1-2-16,-2 0 2 0,2-2-17 15,-1 1-9-15,1 0-1 0,0-2-25 0,0 0-8 16,-1-2-11-16,4 0-7 0,0 1-7 0,0-1-4 16,0-2 112-16,0 4 83 0,3-2 42 0,-5-3 15 15,2 2 7-15,-1 0-5 0,-1 1-78 16,0 0-60-16,-1 0-34 0,-2 1-14 0,1 1-11 16,-3 0-6-16,-1 0 0 0,0 1-3 0,0-1 2 15,0 4 1-15,-3-3-2 0,2 0 3 16,-4 2 0-16,2-3 2 0,0 1 0 0,-2 0 2 15,4-1 0-15,-4 0 0 0,-1-1-1 0,1 0 0 0,-1 1-4 16,-2 0 0-16,-1-3-2 0,-3 3-1 16,1 0-1-16,-3 0 0 0,0 0 3 0,-5 0-1 15,-1 0 1-15,-1 3 0 0,-4-3 5 16,0 0-8-16,-2 1-30 0,-3 0-55 0,0-1-91 0,-3 0-109 16,1 1-130-16,-1 1-285 0,-1-2-193 15,1 0-51-15,2 0 164 0,-4-2 276 0</inkml:trace>
  <inkml:trace contextRef="#ctx0" brushRef="#br0" timeOffset="-151094.08">20045 16048 209 0,'-17'19'403'0,"-3"1"152"16,0 3 93-16,-4 2-251 0,2 5-181 0,-4 2-118 15,0 1-42-15,0-2-20 0,3 0-11 0,4-6-10 16,0-1-7-16,4-6 16 0,5-4-3 15,5-4-11-15,3-6-8 0,5-7 20 0,5-6 14 16,8-6 1-16,2-6-1 0,7-6 3 0,3-4-2 16,6-5-24-16,2-3-15 0,5 0 9 0,0 1 6 15,0-3 2-15,0 7 1 0,-3 0 2 16,-1 6-19-16,-7 3-25 0,-4 6-11 0,-5 4-3 16,-7 5 27-16,-1 4 16 0,-9 4 34 15,-4 6 17-15,-4 4 8 0,-5 5-4 0,-4 2-24 16,-6 7-13-16,0 0-3 0,-7 5 2 15,0 1 15-15,-3 4 17 0,-1 0 14 0,0 2 12 0,3 0 8 16,-1-2 3-16,3-1-9 0,5-4-11 16,2-1-27-16,3-8-18 0,9-2-11 0,-2-4-13 15,10-6 0-15,5-4 2 0,5-4 7 0,2-9 3 16,8-3 4-16,5-7-4 0,4-6-2 0,6 0-9 16,4-4-2-16,-2-5-7 0,4 4 1 15,3-2 3-15,-5 0 2 0,0 3 1 0,-3 4-1 16,-5 3 2-16,-4 3-3 0,-7 5 1 15,-3 4 2-15,-8 5 2 0,0 4 4 0,-8 5 0 16,-3 4 2-16,-5 4 0 0,-4 5 8 0,-4 4 13 16,-4 1 10-16,1 4 8 0,-4 3 4 15,-1 0-1-15,0 1-9 0,1 2-32 0,2-4-24 16,1 0-15-16,4-2-12 0,3-5-10 0,3-1-1 16,6-4 19-16,4-3 12 0,5-5 14 0,4-6 31 15,4-6 18-15,6-5 4 0,5-6 3 0,1-5-5 16,6-5-8-16,1-2-29 0,3-2-15 0,-2-2-6 15,2-1-4-15,-2 5 7 0,-1 0 9 16,-3 3 9-16,-2 3 6 0,-4 2 1 0,-5 6-1 16,0 1-3-16,-6 6-5 0,-4 2 1 15,-2 2-5-15,-5 6 1 0,-1 4-1 0,-7 4-1 16,-1 4-1-16,-2 3 10 0,-4 2 7 0,1 4 7 16,-3 0 10-16,0-1 6 0,2 3 3 0,1-1-10 15,0-1-11-15,3-2-7 0,2-4-7 16,4 0-8-16,2-4-6 0,3-3-2 0,4-3 7 15,2-3 4-15,3-5 5 0,6-4 4 0,3-7 6 16,1-4-2-16,3-4-5 0,4-5-2 0,4-2-1 16,-1-4 2-16,3-1 2 0,2-1 0 15,-2 2 0-15,-1-1 0 0,-2 4-4 0,-3 2-4 16,-4 5-2-16,-4 3 2 0,-6 3 9 16,-2 5 27-16,-5 1 23 0,-1 5 31 0,-4 4 26 15,-4 4 11-15,-4 5-3 0,0 6-15 0,-5 2-23 16,-4 5-33-16,-2 3-18 0,-2 3-16 15,-1 2-5-15,1 0-6 0,-1 3-2 0,1-1 4 16,4 1-4-16,-1-3-2 0,5 0-6 0,2-5-4 16,6-4-1-16,4-2-1 0,3-6 3 0,7-5 3 15,4-6 1-15,5-6-3 0,2-8-2 16,7-6-9-16,0-8-8 0,7-4-3 0,1-6 1 16,-1-1 5-16,4-3 3 0,-2 1 5 0,0-1 10 15,0 3 5-15,-1 1 2 0,-4 3 0 16,-5 3 1-16,-3 6 13 0,-6 3 14 0,-6 6 15 15,-4 2 10-15,-4 5 1 0,-4 4 0 0,-3 6-7 16,-5 5-14-16,-3 1-16 0,-3 6-2 16,-3 2 0-16,-1 2-2 0,-2 4 0 0,1 2-3 15,1-2-3-15,-1 1-10 0,2 2-4 16,4-3-6-16,-1-2 2 0,6-1 0 0,4-2-3 16,2-4 3-16,4-1 0 0,6-4-4 0,0-6-6 15,8-4 2-15,0-4 0 0,7-8 5 0,0-3 6 16,8-7 4-16,0-1 8 0,6-3 2 15,-2-2-1-15,3 0-2 0,1-2-5 0,-2 4 1 16,-4-1-2-16,-2 6-5 0,-7 3 3 0,-6 3-2 16,-3 4 12-16,-4 4 8 0,-6 2 6 15,-3 7 11-15,-7 4 4 0,-2 6 2 0,-5 4-10 16,-6 5-11-16,-3 4-5 0,-2 3-11 0,-4 0-6 16,2 4-3-16,1 0-3 0,-1 0 0 15,6 0 2-15,1-3-2 0,5-1 0 0,4-4 0 16,1-3 3-16,10-2-2 0,1-5-7 0,5-2-7 15,7-8-7-15,1-2-5 0,4-6 1 16,6-3 2-16,3-3 3 0,2-2 9 0,1 0 7 16,3-1 2-16,0-1 1 0,0 3-3 0,0 1 2 15,-2 3 0-15,2 0-1 0,-3 3 1 16,-4 4 3-16,1 2 1 0,-4 1 3 0,-3 5 2 16,-3 1 0-16,-5 4-2 0,-4 2-3 0,-4 3 2 15,-3 0-2-15,-1 2 3 0,-5 0 2 0,-2 1 2 16,-2 1 2-16,-2 1-2 0,1-3 1 0,0-1-3 15,0-1-3-15,2-1 0 0,1-5-1 16,2-2-2-16,4-5 2 0,0-3 0 0,3-5 4 16,5-6-2-16,3-6-2 0,3-4 5 0,3-5 3 15,6-2 0-15,2-4-1 0,2 0 3 16,2 0 2-16,2 0 0 0,0 4-2 0,-4 2-3 16,-2 5-1-16,-7 4-1 0,0 2-1 0,-3 6-5 15,-5 3 0-15,-4 4 10 0,1 4 6 16,-5 4 8-16,-1 5 1 0,-5 3 3 0,-2 4-3 15,-1 1-9-15,-3 5-6 0,-2 1-6 16,4 0-2-16,-1 0 1 0,-2 0 2 0,4-2 2 16,0 2 3-16,1-2-3 0,4 0-1 0,-1-4-2 15,6-2-2-15,3-2-3 0,3-6 1 0,5-4-4 16,7-3 2-16,5-8-2 0,5-4-3 16,8-8 1-16,1-3 4 0,6-5 3 0,3 1 2 15,2-4 6-15,4 1 3 0,-1 3 3 0,-3 0-4 16,-1 4 0-16,-6 7-4 0,-9 3-5 15,-3 7-1-15,-10 4-3 0,-6 4 0 0,-4 9-2 16,-6 2 1-16,-9 3 8 0,-1 4 4 0,-5 3-1 16,-4 2 6-16,0 1 0 0,-4 1 4 0,2-1-5 15,1-1 0-15,2-2 2 0,2-1-9 0,2-1 3 16,6-4-4-16,2-5-3 0,5-5-3 16,6-3-5-16,7-6 0 0,4-6-4 0,8-4 0 15,5-7-7-15,5-2-3 0,7-6-7 0,3 2-8 16,1-4-15-16,4 1-53 0,-3 1-87 0,3 1-130 15,1 1-240-15,0 2-272 0,2 3-244 16,-5 1-84-16,0 2 216 0,-2 5 413 0</inkml:trace>
  <inkml:trace contextRef="#ctx0" brushRef="#br0" timeOffset="-148254.18">27458 14033 271 0,'-15'-6'510'16,"-1"3"194"-16,0 2 82 0,2 1-286 0,-4 4-132 15,4 3-45-15,-2 5 7 0,2 4 33 16,0 5 8-16,3 6-24 0,0 3-60 0,3 4-70 15,3 4-75-15,4 2-67 0,1-2-38 0,4-1-18 16,6-2-9-16,2-4-8 0,4-2 1 0,5-4-4 16,2-4-2-16,4-5-4 0,2-4 1 15,1-8 4-15,1-4 1 0,3-6 8 16,-1-4 5-16,-3-6 6 0,-2-3 1 0,-2-3-2 16,-2-3-4-16,-7-5 6 0,-4 4 7 0,-5-4 9 15,-6 3 11-15,-2-2 10 0,-9 1 2 16,1-2 10-16,-5 1-2 0,-2 2 18 0,-4 0 4 15,0 5 2-15,-2 2 6 0,-1 4-20 0,1 2-6 16,-1 6-26-16,2 2-10 0,1 4-14 16,-2 5-12-16,4 4-4 0,0 5-5 0,1 5 1 15,5 2-7-15,1 4 1 0,4 2 0 0,4 2-2 16,4-1-6-16,2-1-31 0,4 1-40 16,4 1-53-16,2-5-101 0,2 2-145 0,3-4-219 15,1-1-271-15,1-2-239 0,2 2-152 0,-1-6 185 16,2 0 439-16</inkml:trace>
  <inkml:trace contextRef="#ctx0" brushRef="#br0" timeOffset="-148060.96">27938 14424 309 0,'5'-6'884'0,"-5"-2"341"0,-4 0 6 0,3 4-168 15,-3-1-357-15,1 1-217 0,0-1-138 0,0 3-74 16,0 0-52-16,-2-1-67 0,4 3-73 15,-1-1-46-15,0 1-24 0,2 0-17 0,-1 1-60 16,2 0-62-16,-1 1-109 0,4 1-161 16,2-2-299-16,-2 4-333 0,3-5-258 0,3 0-151 15,-1-5 293-15,2-1 564 0</inkml:trace>
  <inkml:trace contextRef="#ctx0" brushRef="#br0" timeOffset="-147792.29">28192 14034 287 0,'-3'-11'613'0,"-3"2"244"0,-2 0 74 16,1 3-248-16,0 2-257 0,0 4-162 0,2 0-111 15,1 4-56-15,0 2-28 0,3 5-35 16,1 4-17-16,1 0-9 0,3 4-3 0,2 0 2 16,4 3-2-16,0 2 22 0,2 1 8 0,2 1 4 15,0-1 4-15,2 3-4 0,0-2 3 0,-1 1-20 16,0-3-11-16,-2 0-7 15,-1-1-3-15,-2-3 2 0,-6 1-2 0,1-1 2 0,-5-2 6 16,-1 0 4-16,-4-1 4 0,-3 0 3 16,-3-3 1-16,-3-1-21 0,-1-1-68 0,-2-1-98 15,-2-4-128-15,-3-4-246 0,0 0-254 16,0-3-164-16,-1-3 41 0,0-5 246 0,1 0 305 16</inkml:trace>
  <inkml:trace contextRef="#ctx0" brushRef="#br0" timeOffset="-147624.87">28118 14115 158 0,'19'-24'349'0,"-2"3"139"0,4-2 174 0,1 3-170 16,0 1-99-16,3 1-68 0,4 2-42 15,1 0-21-15,1-1-83 0,1 3-58 0,1 3-52 16,2 1-29-16,-2 3-32 0,2 2-22 16,0 2-14-16,-2 2-3 0,0 2-19 0,-1 2-70 15,-2 2-104-15,-3-1-269 0,-7 4-182 0,2-1-94 16,-4 2 50-16,-6 0 218 0</inkml:trace>
  <inkml:trace contextRef="#ctx0" brushRef="#br0" timeOffset="-146732.68">27580 14999 169 0,'-19'10'340'0,"0"0"126"15,0 2 111-15,0 4-207 0,1 5-107 0,2 4 9 16,-2 2 16-16,6 5 45 0,-1 0 34 0,0 2-17 16,5 4-69-16,2-1-76 0,3 1-50 15,1-1-62-15,5 0-64 0,2-5-32 0,5-1 21 16,4-4 10-16,2-6 9 0,2-2 5 16,3-5 5-16,5-7 3 0,2-5-16 0,0-6-6 15,2-7-6-15,2-8-5 0,-2-3-6 16,-1-5-4-16,-3-2 25 0,-2-5 35 0,-6 1 27 15,-4-1 14-15,-8-1 7 0,-4 1-1 0,-7 1-21 16,-7-2-32-16,-6 2-24 0,-3 1-18 16,-4 1-4-16,-2 3 6 0,-1 3 4 0,1 4 1 15,-2 5 1-15,2 4 2 0,1 4-4 0,4 5-8 16,0 6-7-16,4 7-5 0,1 2-7 16,6 5 0-16,2 6-5 0,5 1-3 0,4 3-4 15,3 1-7-15,3 3-55 0,6-3-110 0,1 1-148 16,2-1-297-16,5-1-264 0,0-1-254 0,3-2-39 15,2-3 322-15,1-1 434 0</inkml:trace>
  <inkml:trace contextRef="#ctx0" brushRef="#br0" timeOffset="-146478.3">28111 15463 39 0,'0'-1'514'16,"0"-1"431"-16,-1 1 208 0,-1-2-31 0,1 3-368 15,-1-2-269-15,-1 0-193 0,3 2-109 0,-1 0-53 16,1 0-48-16,0 0-32 0,0 0-23 0,0 0-18 16,1 2-13-16,2 0-55 0,-1 1-114 15,-1-2-148-15,2 1-275 0,1-1-272 0,-3 1-257 16,4-2-79-16,-2-2 300 0,0 1 432 15</inkml:trace>
  <inkml:trace contextRef="#ctx0" brushRef="#br0" timeOffset="-146022.71">28191 15115 321 0,'-2'-10'584'0,"2"-1"193"0,0 1 64 15,2-1-290-15,4 2-206 0,2-1-128 0,1-1-64 16,8-1-11-16,3 0-5 0,5 1-15 16,3-4-51-16,4 2-29 0,1-1-19 0,1 3-30 15,-1 0-17-15,-2 1-11 0,-1 3 11 0,-3 1 8 16,-5 1 5-16,-1 5 11 0,-7 0 61 16,-4 2 34-16,-3 4 73 0,-5 4 45 15,-5 0 20-15,-5 5 4 0,-3 3-48 0,-5 2-29 16,0-1-55-16,-4 3-43 0,1 1-29 0,-2 1-19 15,1-1-8-15,0-1-7 0,3 0-5 0,4 0 2 16,1-1 4-16,3-2 3 0,2 0 2 16,2-2-3-16,4-1 1 0,2 1-3 0,2-3 1 15,2-1 1-15,3 1-1 0,6-4 6 0,1-3 2 16,3 1 2-16,0-3-4 0,6-1-3 16,3-2 0-16,-2-2 0 0,2 0-1 0,-2 0 1 15,1-2-2-15,-3 2 0 0,-2 0 3 0,-4 0-5 16,-1 2-3-16,-7-1 1 0,-1 2 5 15,-4 1 0-15,-3 1-3 0,-4 3 3 0,-3 1-1 16,-4 1 4-16,-2 3-5 0,-4 3-1 0,-3 1 3 16,3-1 0-16,-6 3-1 0,1 1-3 15,4 0-5-15,-4 0 3 0,4 1-7 0,-1-1-24 16,1-4-93-16,3-1-151 0,-1-1-294 16,3-4-272-16,1 1-264 0,-3-4-161 0,3-2 238 15,-1-3 503-15</inkml:trace>
  <inkml:trace contextRef="#ctx0" brushRef="#br0" timeOffset="-144461.3">27264 13405 50 0,'2'-6'221'0,"-1"-2"92"0,4-2 78 16,-2 0-131-16,3-5-93 0,2 0-54 0,4-5-12 15,2 1 1-15,0-5 3 0,5 1-24 0,3-4-10 16,0 1-10-16,2-4 9 0,3 2-5 16,-2-2-22-16,0 2-4 0,-2-2 24 0,-1 1 10 15,0 2-20-15,-6 4-11 0,1-2 18 16,-4 4 29-16,-1 4-1 0,-2 1 0 0,-4 2 46 15,-1 4 22-15,-1 2 11 0,-1 1-28 0,1 3-21 16,-4 2-17-16,0 2-46 0,0 5-30 16,-4 2-14-16,3 6-2 0,-2 4 18 0,-2 4-5 15,1 3-3-15,0 2-4 0,1 4-2 0,0 0-2 16,1 2-24-16,1 0 5 0,1-2 5 16,0 2 1-16,0-4 4 0,1 1-2 0,1-2 3 15,0-4 3-15,1 1-1 0,-2-5 3 16,-1-1-1-16,2-4 1 0,0 0-26 0,-2-3-58 15,0-2-78-15,0-4-89 0,0 0-177 0,0-2-231 16,0-3-96-16,0 0 59 0,0-1 178 16,1-2 204-16</inkml:trace>
  <inkml:trace contextRef="#ctx0" brushRef="#br0" timeOffset="-144244.06">27986 13435 188 0,'-3'-6'387'0,"-3"0"150"0,0-1 104 0,-1 2-233 15,-1-1-131-15,2 3-99 0,-1-2-53 16,2 3-27-16,1 0-26 0,1 0-35 0,3 2-20 16,2 0-10-16,1 0-55 0,2 2-73 15,1 0-184-15,3-1-207 0,-1 0-102 0,1-2 5 16,0 0 141-16,-1-4 185 0</inkml:trace>
  <inkml:trace contextRef="#ctx0" brushRef="#br0" timeOffset="-143545.21">28425 12884 205 0,'-9'-3'309'0,"0"-2"101"16,0 3-54-16,-3 5-111 0,-1 3-52 15,0 5-41-15,-3 4 8 0,3 3 3 0,-1 4-21 16,1 4-14-16,5 2-30 0,4 2-22 0,0 3-36 16,6 0-21-16,3 2-11 0,4-1-3 15,7 0-1-15,2-5 6 0,5-2-5 0,2-2 5 16,4-6-1-16,2-5 0 0,1-3-3 0,3-6-2 16,0-7 3-16,0-4-3 0,1-4 5 15,-3-7-3-15,1-2 5 0,-8-4-1 0,1-4-1 16,-5-1 2-16,-7-1 0 0,-5-1 1 0,-5-2 1 15,-6 3-6-15,-6-1-1 0,-7 0-3 16,0-1-3-16,-7 1-3 0,-4 2-5 0,2 3-9 16,-5 3-22-16,1 8-23 0,-1 3-34 15,0 7-51-15,1 5-99 0,2 5-213 0,-1 6-82 16,2 3 18-16,2 0 102 0,0 4 143 16</inkml:trace>
  <inkml:trace contextRef="#ctx0" brushRef="#br0" timeOffset="-137088.78">19142 14007 27 0,'-3'0'206'16,"1"-2"94"-16,-1 0 80 0,2 1-122 0,1 1-117 15,-2 0-68-15,2 0-38 0,0 1-20 0,0 1-9 16,2 1-3-16,1-2 36 0,0 4 22 15,3 1 17-15,-1 1 6 0,1-1 8 16,1 1 24-16,2 0-18 0,-1 2-17 0,1 1-11 16,-1 1-3-16,2 1 34 0,-1-3-12 0,-1 2 0 15,0-1-7-15,3-1-2 0,-5 2 2 16,3-3-24-16,-2 3 7 0,-1-3 7 0,2 3 1 16,-3-1 2-16,3 0-1 0,0-1-12 0,-2 3-27 15,2 0-14-15,0-1-6 0,1 0-5 16,0 3 1-16,-1-3-4 0,2 1 1 0,-2 0 1 15,2-2-2-15,-2 2 2 0,4-1-1 16,-2-1 3-16,1 1-4 0,3-1 0 0,-1 1 5 16,3-1 77-16,-3 1 44 0,4 0 18 0,-3-3 9 15,3 3 5-15,-1-2 0 0,2 0-54 16,0-2-28-16,-2 2-17 0,3 1-8 0,0-4-7 16,0 2-5-16,2 0-22 0,-2-1-11 15,1 2-3-15,1-2-1 0,-2 1-5 0,1 1-1 16,-2-1-1-16,2-1 1 0,1 3-2 0,-2-3-1 15,3 0 3-15,-2 1-1 0,-2-1 0 0,3 2 3 16,-3-1 2-16,2-1-2 0,-2 3 2 16,2-4-1-16,2 6-1 0,-4-2-18 15,3 0-12-15,1 3-4 0,0-1-6 0,0 1-3 16,-1 2 0-16,0-2 18 0,2 2 10 0,-2 0 3 16,1 1 6-16,-2-2 1 0,1 3 0 0,-2-3 0 15,1 2-2-15,-2-1 2 0,3-2 2 16,-3-1-2-16,2 2 2 0,-2-3 1 0,0 1 1 15,2 0 0-15,-1-2 2 0,1-1 2 0,-2 0-2 16,0-2 20-16,1 0 9 0,0 1 4 16,-2-2 3-16,2 1-1 0,-3 0 0 0,3 0-20 15,0 1 12-15,-2-2 23 0,2 1 13 16,0 1 9-16,0-1 2 0,0 2 0 0,-1-1-20 16,0 0-22-16,0-1-15 0,-1 4-11 0,2-4 1 15,-3 0-4-15,0-1-4 0,0 2 0 16,-1-1-2-16,-2-1 0 0,2 2-3 0,-1-2 0 15,-2-1 2-15,2 1-2 0,-1 3 0 16,1-2 1-16,1 2 0 0,0-2-1 0,0 2-1 16,2 0 0-16,-1 2-1 0,1-1 1 0,-1 0 1 15,3 3 5-15,-3-2 0 0,0 0 2 0,-2 0-1 16,2-1-2-16,-3 1-2 0,2 0-1 16,-2-3-2-16,1 1-1 0,-3 2 2 0,5-4 0 15,-3 1 1-15,-1-1-1 0,2-1 3 16,-1-2 0-16,1 0-1 0,1-2 1 15,-1 2-3-15,-2-3-1 0,0 3 1 0,2-4 0 16,-5 2-2-16,2 0 0 0,-3 0 2 0,0-1 2 16,-1 0 0-16,-3 1-1 0,2-1-1 0,1 1 2 15,-4-1 0-15,2 2-1 0,0 1-1 16,-1-3 0-16,1 2 0 0,-1 1 0 0,1 1-1 16,-1-1-2-16,0-1 2 0,1 0 1 0,0 2-1 15,-1-2-1-15,1 0 2 0,-2 0 0 16,2 1 0-16,0 0 1 0,-2 1-3 0,2-1 2 15,1 2-1-15,-3-1-2 0,4 0 2 16,-4 1 1-16,2 0 3 0,-1 0-1 0,-2-1 0 16,6 2 1-16,-5 0-3 0,0-2 0 15,2 1-1-15,0 0 0 0,0 1 0 0,-1-1-2 16,4 2 5-16,-2-2-3 0,-1 1 2 0,2-1 2 16,-1 2-2-16,1-2 5 0,-2 1-4 15,0-1 4-15,2 1-3 0,-3-1 1 0,4-2-3 16,-2 2-1-16,-1-2 0 0,-2-1 0 0,2 1 3 15,-2-3-3-15,1 0 12 0,0 1 5 16,-1-2 3-16,-1 0-2 0,-1 0 2 0,1 0-2 16,0 0-7-16,-2 0-8 0,1 0 0 15,-1 0 3-15,0 0-3 0,2 0-1 0,-1 0 0 16,-1 0-2-16,0 0 0 0,2 0-3 0,-2 0-1 16,2 0-1-16,-1 0 4 0,-1 0 2 15,0 0-2-15,2 0 2 0,-2 0-6 0,1 0-14 16,-1 2-34-16,-1-1-51 0,-1-1-75 15,1 1-91-15,-1 1-99 0,-1-2-129 0,1 1-228 16,1 2-175-16,-3-3-29 0,3 1 143 0,-1 1 260 16</inkml:trace>
  <inkml:trace contextRef="#ctx0" brushRef="#br0" timeOffset="-135916.55">21757 15681 140 0,'-5'3'228'0,"1"0"49"0,-3-2-39 15,2 2-64-15,-1 0-38 0,0 1-17 0,1-2-2 16,2 2-2-16,-2-2 2 0,0 1-6 0,2 0-11 16,0 0-7-16,-1-2-13 0,0 3-5 0,3-3-4 15,-1 2-7-15,1-1-3 0,1-1-9 16,0 2 4-16,0-2-2 0,0 1-4 15,1 0 0-15,1-1 4 0,1 0-18 0,-1 1 15 16,2-2-14-16,1 0 1 0,0-2 7 16,-1 1 7-16,3-2 35 0,0 0-2 0,1-4 23 0,2 0 8 15,0-1-1-15,4-2-4 0,-1-4-13 16,0 1-17-16,4-4-2 0,0-1-6 0,2-2-3 16,3-3-7-16,2 0-4 0,2-3 12 15,1-2 21-15,3-2 13 0,0-4 2 0,3 0 5 16,-1-3-1-16,5-3-21 0,-3 1-34 15,3-5-19-15,4-3-13 0,-2-1-12 0,3-3-1 16,0-3-1-16,1 0 1 0,1-4-4 0,4-2-1 16,-1-4-2-16,5 0-3 0,2-3 2 15,1-2-20-15,4-1-10 0,-4-1 16 0,4-1 7 16,-1 0 22-16,1 1 32 0,-2 1 27 16,-4 1 18-16,0 4-9 0,-3 0-1 0,-3 7-14 15,-2-4-29-15,-4 7-8 0,-2 1-7 0,-1 5-5 16,-4 1-10-16,-3 1-5 0,-1 7-5 0,-5 1-2 15,1 3-1-15,-9 4 0 0,2 3 2 16,-4 6 0-16,-5 3 4 0,-2 2-3 0,-3 4 0 16,-2 5-14-16,-4 1-39 0,-4 4-79 15,-5 2-102-15,-2 4-111 0,-3 2-143 0,-2 4-287 16,0 1-192-16,-4 5-15 0,-1-2 179 0,0 3 290 16</inkml:trace>
  <inkml:trace contextRef="#ctx0" brushRef="#br0" timeOffset="-133008.95">19226 14599 63 0,'3'-2'233'0,"0"1"95"0,3 1 80 16,-3 0-170-16,2 3-111 0,-2 0-64 15,2 3-31-15,0 0-14 0,3 3-9 16,-2 1-3-16,0-2-4 0,1 1-2 0,-1 0 0 15,3 0 2-15,-2 0 2 0,1 3 17 0,-2-4 14 16,3 3 6-16,-2 0 5 0,-1 0 19 0,1 0 6 16,0 5-17-16,0-2-6 0,-1 2-5 15,2-1-6-15,1 1-15 0,1 2-8 0,0-2-6 16,-1 1-3-16,5 1-1 0,-1-1 4 16,3 1 6-16,-2-2 23 0,5 1 14 0,0-1 8 15,-2 0 7-15,5-1 1 0,0 1-1 0,-1-3-28 16,3 1-11-16,1-2-6 0,0-3-5 15,-1 4-5-15,3-2 1 0,0-1 1 0,-2-1 1 16,2 2 24-16,-2-1 8 0,-2 1 10 16,-1-3 3-16,0 3-22 0,0 0-14 0,-3-2-33 15,0 1-14-15,-2 1-12 0,2-3-5 16,-3 4 50-16,1-2 52 0,1 0 2 0,-6-1 4 16,4 2 1-16,-2-2 1 0,-2 1-29 0,2-1-40 15,-1 1 4-15,0 0-1 0,0 0 1 0,1 2 2 16,-2-3-3-16,0 2 3 0,2-2-3 15,-2 2 1-15,3-3-4 0,-2 1 2 0,3 1-2 16,-2-2 1-16,2-1 1 0,-2 1 2 0,3 0-1 16,-1-1-1-16,2 3 4 0,-2-4-3 15,1 1-1-15,0-1 0 0,1 2 1 0,-4-2-1 16,3 1-2-16,-1-2 5 0,0 2-1 16,0-1 0-16,0 0-3 0,-2 0 3 0,2 2 0 15,-4 1-3-15,2-2 3 0,-1 1-1 16,1 0 1-16,-3 1-2 0,2 2 1 0,0-1 3 15,-2 0-1-15,1 0-1 0,-1 2-3 0,1 0 3 16,0-1 0-16,-1 0-3 0,2 1 1 0,0-2 0 16,-2 1 8-16,1 0-6 0,-1-2 3 15,1-2-2-15,2 1 3 0,-5-1-5 0,5 1-1 16,-3-2 0-16,2 1-2 0,0-1 1 16,0 0 1-16,0 0-2 0,-1 1 0 0,2-3 2 15,-5 2 0-15,4-2-1 0,0 0-1 16,-1 3 4-16,0-3-1 0,2 2-1 0,-2-2 2 15,2 2-3-15,-1-1 1 0,1 1 0 0,-1 0 0 16,3-1 1-16,-3 1-1 0,-2 0 0 0,4 0 1 16,-2-1 1-16,1 2-1 0,1-1-1 15,-1-1-2-15,-2 1 4 0,1 0-1 0,0 0 1 16,0 1 1-16,-3-1 0 0,3-1 2 16,-3 1-2-16,0-2 1 0,0-1-3 0,-2 1 0 15,3-1 3-15,-3 0-3 0,0 0 2 16,0 0 1-16,1 0 1 0,1 0-6 0,-1 0 4 15,1 0 1-15,-1-1-1 0,-1 0 0 16,0 2-2-16,1-2 29 0,-1 2 7 0,1 1 5 16,0-3 2-16,0 3 1 0,-1-2-4 15,0 2-22-15,1 1-9 0,-1-2-5 0,-1 0-4 16,-1 1-1-16,2 1 3 0,-2-2-2 0,-1 1 0 16,2-1 2-16,-1 2 0 0,0-1-2 0,-1 0-1 15,0 1-1-15,1-4-1 0,-3 3 2 0,2-1-2 16,1 0 0-16,-3-2 3 0,4 2-3 0,-4-2 4 15,2 2-4-15,-1-3 0 0,1 2 0 16,1-2 0-16,1 2-2 0,-3 0 0 0,1-1 2 16,3-1-3-16,-2 1 1 0,2-1 2 0,-1 1 0 15,1-2 0-15,-1 1 4 0,1 1-1 16,2-2 0-16,1 1 1 0,-5 1-1 0,2-1 0 0,-1 0 0 16,-1 3 1-16,1-2-3 0,-2 2 4 15,0-2 2-15,2 1-4 0,-6-1 0 0,4 2 2 16,-3-2-3-16,0-2-1 0,2 2 2 0,-4-2 2 15,1 3-3-15,1-2 0 0,-2 2 1 16,1-1 0-16,-1 1-1 0,0 0-1 0,0 0 2 16,0 2 1-16,0-3-1 0,0 1-3 0,0 1 0 15,2 0 0-15,0-1 0 0,-2 0 0 0,0 0 0 16,1 0 0-16,-1-2 2 0,3 2-1 0,-3 0-1 16,2-2-1-16,0 3 1 0,-1-3 0 15,2 3 0-15,-1-3 0 0,0 1 1 0,0 1 2 16,0-1 1-16,0 0-3 0,-1 1-2 0,2 0 1 15,-3-2 0-15,4 3 0 0,-3-3 0 16,1 2 1-16,-1-1 4 0,3-1-2 0,-3 2-1 16,1-1-21-16,-1-1-11 0,1-1-5 0,1 1-3 15,0 1 2-15,0-1-2 0,-3-1 23 0,3 2 10 16,1-2 10-16,-3 1 3 0,1-1 2 0,-1 0 2 16,1 1-2-16,0-1 1 0,-1 2-1 0,1-2-2 15,0 0 1-15,-2 2-3 0,1-2-1 16,2 0 2-16,0 1-4 0,-1-1 3 0,-1 2-1 15,1-1 4-15,-1-1-5 0,1 2 3 0,1-2-2 16,-1 1-2-16,-1-1-1 0,1 2 3 0,1-2-4 16,-1 0-1-16,0 1 2 0,-1-1 3 15,1 0 0-15,-1 0-2 0,-1 0 3 0,2 0-1 16,-2 0 2-16,0 0-7 0,0 0-12 0,0 0-32 16,-2-1-51-16,2 1-73 0,-1-2-93 0,1 2-223 15,0 0-184-15,0 0-67 0,0 0 88 16,0 0 189-16</inkml:trace>
  <inkml:trace contextRef="#ctx0" brushRef="#br0" timeOffset="-131682.86">21942 16292 147 0,'0'0'242'0,"-1"0"53"0,-1 0-54 0,2 0-84 15,0 0-68-15,-2 0-45 0,2 0-26 0,0 0-16 16,0 0-6-16,2 0-7 0,-2 0 0 0,0 1-2 16,2-1 6-16,-1 1 0 0,-1-1-3 15,0 0 5-15,3 2 1 0,-3-2 13 0,2 0 13 16,-2 0 6-16,0 0 4 0,-2 0 5 0,2-2 6 16,-3 2 1-16,2 0 3 0,-1 0 5 15,0 0 12-15,-1 0 1 0,0 0 5 0,0 0-1 16,0 2-1-16,-1 0 7 0,1-2 2 0,2 1 3 0,-1-1-1 15,0 1 1-15,0 1-2 0,2-2-6 16,-2 0-6-16,2 2-2 0,-2-2-4 0,2 1-9 16,0-1-5-16,0 0-8 0,0 0-10 0,0 0-5 15,0 0-10-15,0 0-3 0,0 0-5 16,0 0-3-16,2 0 0 0,-2 0 0 0,2 1 9 0,-2-1 4 16,2 0 10-16,0 0 3 0,1-1 9 15,0 1 3-15,1-1-1 0,0-1 0 0,1-1-3 16,0 0-3-16,3-1-8 0,0-1-5 0,0-1-2 15,0 1-3-15,2 0-3 0,0-4-3 16,1 1 0-16,2-1 2 0,1-2-1 0,2 0 3 16,-2-3 3-16,5-2 21 0,-1 2 16 0,0-3 4 15,3 3 4-15,-2-5-8 0,1 4 0 0,-1-1-25 16,1 1-9-16,-2 0 9 0,0 1 16 16,-1-3 5-16,0 4 7 0,-2-2 1 0,-1 4 3 15,2-3-10-15,-5 1 5 0,3 0 10 16,-3 3 7-16,2-2 3 0,-4 0-2 0,1 1-4 15,1 0-21-15,-3 0-15 0,1 0-9 0,-1 1-4 16,1-1-3-16,0 1-3 0,-1-1 3 16,-2 0-3-16,2 2-1 0,0-1-1 0,-4 1-1 15,3 0-1-15,0 0 0 0,0 2-1 0,-1-2-5 16,2 0 2-16,-1 1-3 0,3 1 1 16,-2-1-1-16,2-2-2 0,4 0 0 0,-3 1 2 15,3-4 1-15,-1 3-1 0,3-3 1 16,-5 3-1-16,0-2 3 0,1 2-1 0,-3 1-18 15,0-2 6-15,0 1-13 0,-1 2-8 0,0-1-4 16,0 0-4-16,0 0 15 0,-2 0 11 16,2 2 4-16,-1-2 22 0,-1 0 11 0,3 1 5 15,-2 0 4-15,-1-1-20 0,2 1 12 16,0-1-16-16,0 1-4 0,-2-2-2 0,2 2-6 16,0-1 2-16,-2 1 1 0,2-3 0 15,-1 3-2-15,0-1-1 0,0 1-1 0,-1 0 0 16,1 0-1-16,-3 1 2 0,2 1-1 0,-1 0 1 15,-2 2 0-15,1-2 0 0,-1 1-3 0,0 0 3 16,0 2 1-16,0 0 1 0,-1-1 1 16,1 1-1-16,2 0-2 0,-2-2 0 0,0 2 0 15,0-1-2-15,0 1 0 0,2-2-1 16,0-1 2-16,-2 2 1 0,3-1-1 0,-1-1 1 16,-2 0 0-16,4-1 2 0,-4 1 4 0,2-3-2 15,1 1 3-15,-2 1-2 0,0 0-1 16,0-1 0-16,0 0-1 0,-1 1-2 0,0 0 1 15,0 1 0-15,2 0-2 0,-2 1 0 16,2-1-2-16,1-4 2 0,2 3-2 0,3-2 0 16,0-1 0-16,0-1 1 0,3 0 1 0,-2 0-1 15,2-1-1-15,-2-2 1 0,4 1 0 16,-2-3-1-16,4 0 1 0,-2 0-2 0,2 0 2 16,-1-3-3-16,1 0-2 0,0 0 5 0,1-1 0 15,0 2 1-15,-3-3 1 0,1 1 0 0,-1 1 6 16,-1-1 17-16,2 0 17 0,0 1 8 15,-4 1 2-15,4-2 3 0,-4 2 1 16,2-1-20-16,0 0-12 0,-1 0-9 0,0-3-4 16,2 1-8-16,0 1-2 0,-1-3-1 0,3 0 1 15,1-1 0-15,-3 2 1 0,3-1 5 0,-1-1 1 16,2 1-1-16,-2-1 0 0,2 1-1 16,-2-1-1-16,1 0 3 0,1 0 0 0,0 0 1 15,0-1-5-15,1 0 2 0,0 1-5 16,1 0 0-16,-3 0-1 0,1 2 1 0,-1-2 0 15,-1 4 0-15,-1-1 3 0,-3 2-1 16,0 2-2-16,-1-2-48 0,-3 2-83 0,-1 3-120 16,-3-2-258-16,-1 1-262 0,-5 3-219 0,-1 0-48 15,-4 0 219-15,-8 2 356 0</inkml:trace>
  <inkml:trace contextRef="#ctx0" brushRef="#br0" timeOffset="-122146.5">21774 15661 138 0,'0'-3'318'0,"0"-1"131"0,-1-2 54 16,-1-1-148-16,2 0-128 0,-1 0-52 0,-1-1-5 15,0-1 25-15,-1 1 46 0,3-1 40 16,-1 1 36-16,-4 2 16 0,2 0 9 0,1-1-6 15,-1 3-28-15,2 0-33 0,-4 1-41 0,2 0-44 16,-1 0-44-16,0 3-40 0,0-1-25 16,2 1-15-16,-2 1-14 0,1 0-11 15,2 3-9-15,-3 0-7 0,3 1-8 0,-1 3-11 16,1 1-2-16,1 0-3 0,0 1 0 0,0 3 2 16,1-4-1-16,4 0-1 0,-2-1-2 0,2 0-2 15,1-2-3-15,0-2 0 0,-1 1 4 16,3-4-1-16,-1 3 0 0,0-4 2 0,0 0 6 15,-3-4 1-15,1 2-2 0,0-2 3 16,3-1 1-16,-5-3 2 0,2-1-4 0,-2-1 0 16,0-1-2-16,0 0 0 0,-3 0-3 15,4 0-2-15,-4 1 2 0,0-2 16 0,0 3 21 16,-2 0 29-16,0 0 31 0,-1 1 17 0,0 1 17 16,0 3-5-16,-2 0-14 0,0 0-22 15,-2 2-23-15,0 1-18 0,1 2-19 0,-1 2-11 16,-2 3-9-16,3 1-7 0,-1 6-4 0,2 0-3 15,1 4 0-15,0 1-2 0,4 1-1 16,0 2 1-16,0 0 1 0,4 0 1 0,0-1-1 16,1-1 0-16,2-3 2 0,-1 1-1 0,3-4 1 15,1-3 0-15,0-3 1 0,2-1 4 16,-1-2-2-16,2-8 3 0,-1 1 1 0,1-4 3 16,-1-3 0-16,-2-2 1 0,0-1 2 15,-3-2 1-15,0 0 7 0,-4 0 4 0,-3 0 5 16,-2 0 4-16,-3 0 2 0,1 2 1 0,-7 1-7 15,0 0-5-15,-2 2-6 0,2 3-5 16,-2 1-4-16,-1 2-3 0,5 2-2 0,-4 0-3 16,4 6-1-16,1-1-3 0,1 4-3 15,0 2-1-15,3 4-1 0,1 0-14 0,0 2-55 16,3 1-61-16,0-1-99 0,3 1-160 0,0-3-306 16,7-1-316-16,-2-2-257 0,3-2-167 15,3-2 241-15,0-1 586 0</inkml:trace>
  <inkml:trace contextRef="#ctx0" brushRef="#br0" timeOffset="-119500.99">21659 16049 16 0,'0'0'225'0,"-1"3"124"0,-3-3 105 0,1 2-40 0,0-2-92 16,0 0-66-16,-1 0-23 0,1 2 3 15,2-2 6-15,-4 0 11 0,4 0-3 0,-1 3-7 16,2-3-22-16,-1 0-16 0,1 0-10 0,0 1-15 15,1-1-8-15,-1 0-8 0,0 0-9 16,2 0-12-16,-2 0-14 0,0 0-10 0,0 0-13 16,0 0-12-16,0-1-11 0,0 1-10 0,-2 0-6 15,2 0-5-15,0 0-2 0,0 0 7 0,0 0 4 16,0 0 6-16,0 0-6 0,0 0-7 16,0 0-4-16,0 0-16 0,0 0-15 0,0 0-10 15,0 0-9-15,0 0 0 0,0 1-4 0,0-1-4 16,2 0 3-16,-2 0-7 0,0 0 5 0,0 0-3 15,0 0-1-15,1 0-3 0,-1 0 1 16,0 0 0-16,0 2 0 0,2-2-5 0,1 0-2 16,-3 0 8-16,0 1-4 0,1-1 1 0,2 0 1 15,-1 2 1-15,0 0 3 0,-1-2 0 16,1 1 0-16,1 0 2 0,-1 1 1 0,1 0 32 0,0 0 19 16,0 0 9-16,2 1 3 0,-2 0 2 15,0 1-2-15,2-1-26 0,-2 2-20 0,4 1-11 16,-4-2 0-16,2 1-7 0,1 1 2 0,0 0-2 15,0 1 3-15,-1-2-1 0,2 3-3 0,0-2 1 16,0 1-3-16,-3-1 0 0,3 0 1 16,-2 0 0-16,2 0 3 0,0-2-1 0,-3 2-2 15,1-2 0-15,-1 2-1 0,0-1-1 0,2 0 2 16,-3-1 2-16,1 1 3 0,0 0 3 16,-2-1 0-16,1 0-3 0,2-1-2 0,-3 1 2 0,1 1-1 15,0 0-5-15,-2-2-2 0,1 0 2 16,-1 1 1-16,3-1-4 0,-3 2 2 0,1-3 1 15,0 1 2-15,-1-1-1 0,2 1-1 0,-3 0 1 16,2-3-5-16,0 2 2 0,-1-2 0 0,-1 3 3 16,2-3-2-16,-1 1-1 0,1-1 3 15,1 2 0-15,-2-2 2 0,2 0 0 0,-3 0 2 16,4 0-1-16,-3 0-2 0,1 0-1 0,0 0-1 16,-1 0 2-16,1 0-1 0,-1 0 0 0,-1 0 0 15,0 0 2-15,2 0 0 0,-2 0-2 16,0 0 0-16,0 0 2 0,0 1 2 0,0-1-2 15,2 0-1-15,-2 2 2 0,0-2-1 0,0 0-1 16,0 0-2-16,0 0 0 0,0 2-2 16,0-2-1-16,0 0 6 0,1 1 0 0,-1-1-1 15,0 1 2-15,0-1 2 0,2 0-4 0,-2 2-1 16,0-2-4-16,0 0 5 0,0 0 1 0,0 0-2 16,0 0 2-16,1 0-3 0,-1 0 1 0,0 0-4 15,0 0-1-15,0 0 4 0,0 0-3 0,0 0 4 16,0 0 0-16,0 0 4 0,0 0-1 15,0 0-5-15,0 0 2 0,0 0-3 0,0 0 2 16,0 0-3-16,0 0 1 0,0 0 3 0,0 0 0 16,0 0 0-16,0 0 2 0,2 0-4 0,1 0 4 15,-2-2-4-15,2 2 2 0,1-1 1 0,-1 0 2 16,0-1 3-16,4 0-5 0,-3 1 2 16,2-2-1-16,-1-2-1 0,2 2 2 0,-1-1-1 15,0-1 1-15,2 0-1 0,-2-1-2 0,2 1 0 16,1-1-3-16,0-2 1 0,-1 2 2 0,0-1 0 15,0-2 2-15,2 0-1 0,-1 1 4 16,0-3-3-16,0 3 1 0,-1-1-1 0,4-2-2 16,-3 1 0-16,2-1-1 0,-1 0-3 0,0 0-1 15,2-3 2-15,-3 2-1 0,5-1 4 16,-3-1-2-16,2 0 2 0,1 1 0 0,-2 0 1 16,1-2 2-16,0 1-2 0,1 1 0 0,-2 0-1 15,-3 3 1-15,2 0 2 0,-1 2-1 0,-4-1 2 16,-1 3 1-16,0 2 10 0,-1 0 23 15,-2 0 12-15,-1 3 9 0,2-1 6 0,-3 1 0 16,0-2-8-16,2 3-21 0,0 0-12 16,-2-2-10-16,0 2-6 0,0 0-1 0,0 0-3 15,0 0 2-15,0 0-1 0,-2 0-1 0,0 0-2 16,1 0-6-16,-2 2-19 0,-3-2-46 0,1 4-56 16,-2-1-60-16,-1 3-110 0,-1 0-163 15,-4 2-249-15,2 1-259 0,-3 1-224 16,1 0-141-16,-2 5 240 0,0-4 494 0</inkml:trace>
  <inkml:trace contextRef="#ctx0" brushRef="#br0" timeOffset="-118681.52">21653 16311 39 0,'-5'-2'276'0,"0"2"156"0,-1-1 133 0,0 1-62 0,3-2-155 16,-1 1-83-16,1 1-23 0,1 0 16 0,2-1 28 15,-3 1 12-15,3 0-3 0,0 0-20 0,0 0-24 16,0 0-27-16,2 0-25 0,-1 0-20 16,-1 0-21-16,0 0-22 0,2 0-29 0,-2 0-27 15,0 0-29-15,3 0-19 0,-3 0 2 0,2-2 5 16,0 2 14-16,1 0 20 0,3-2 11 0,-2 1 2 16,3 0-6-16,1-1-16 0,3-1 38 15,0 0 3-15,0 0 2 0,5 0 2 0,0 0-10 16,3 1-1-16,-2-3-45 0,4 2-22 0,1-1-16 15,1-1-4-15,0 1-2 0,2 0-4 16,0 1-1-16,-1-2 1 0,-2 2 0 0,2 0-2 16,-4 0-1-16,1 0 3 0,-5 2-1 0,-1-1-2 15,-2 1-3-15,0 0 4 0,-2-1-2 0,-3 2-2 16,-2 0 0-16,1 0 2 0,-1 0 5 16,-3 0 30-16,-2 0 22 0,1 0 19 0,0-2 14 15,-2 2 7-15,-2 0-4 0,0 0-27 0,1 0-17 16,-2 0-16-16,-5 2-14 0,2 0-9 0,-2-1-5 15,-4 2 1-15,0-2-3 0,-1 2-1 16,-2 0 1-16,-2 0-1 0,-1 0-1 0,-3 0 0 16,4-1-2-16,-5-1 2 0,0-1-2 0,-1 0 1 15,0 0-1-15,1-1-1 0,-2-2-1 0,3 0 1 16,1 0 1-16,-1 1-1 0,5-1 0 0,-1-1 1 16,3 1 1-16,0 0 1 0,2 1-2 15,3 1 0-15,2 0 0 0,-2-1 1 0,4 0 0 0,2 2 0 16,0-1-1-16,0 1 0 0,1 0 0 15,0 0-3-15,1 0-1 0,-1 0 0 0,2 0-3 16,0 0 0-16,0 1 0 0,3 1-1 16,-1 1 1-16,3 2 1 0,0-1 3 0,3 1 2 15,2 2 0-15,2-1 1 0,1-1 0 0,4 1 0 16,2 0 0-16,1-1 1 0,4-2 2 0,1 0 1 16,5-1 0-16,0-2-1 0,4 0 0 0,0-2-1 15,0-3 0-15,1 2-1 0,-1-4-1 16,1 1 0-16,0-1 0 0,-4-2 0 0,-1 1-4 15,-1 1 1-15,-4-1 0 0,-3 1 0 0,-1 1-1 16,-5 4-17-16,-4-3-53 0,-2 4-69 0,-5 1-115 16,-4 4-206-16,-2 0-304 0,-4 2-336 15,-5 3-285-15,-2 0-127 0,-4-1 378 0,-5 5 648 16</inkml:trace>
  <inkml:trace contextRef="#ctx0" brushRef="#br0" timeOffset="-112976.53">24568 11284 193 0,'-2'3'358'0,"-1"-1"135"0,2-1 15 0,-2 1-156 16,0-2-134-16,1 1-71 0,-1-1-27 0,0 1 2 15,0-1 19-15,-1 0 25 0,-1 0 19 16,2 0 10-16,2 0 4 0,-4 0-5 0,2 0-14 16,2-1-21-16,1 1-8 0,-4 0-15 0,4 0-9 15,0 0-10-15,-1 0-12 0,1 0-14 16,0 0-20-16,0 0-15 0,0 0-22 15,1 0-17-15,-1 0-12 0,2 0-5 0,0 0-1 16,2 0-2-16,2-1 3 0,-1-1 2 0,3 1 43 16,2-4 31-16,4 1 14 0,0-4 11 0,7 0 15 15,-1-3 7-15,4-3-31 0,3 1-27 16,1-4-17-16,6-1-11 0,-1-1-17 0,4-2-14 16,-2 0-6-16,3-3-1 0,0 0-2 15,0-2 4-15,2 1 5 0,-1 0 1 0,-1-1-2 16,2-1-2-16,1 0 0 0,-3 2-1 15,0 2-2-15,-2 1 1 0,-1-2-1 0,-4 6 0 16,-2-1-3-16,-5 2 0 0,-2 4-1 0,-3-1-3 16,-3 4 1-16,-1 3 1 0,-4-1 0 0,-1 2 4 15,-2 0-1-15,0 1 5 0,-5 3 1 16,2 1-3-16,-4-2 7 0,1 1-7 16,0 2 4-16,-2-2-6 0,-2 2 0 0,0 2-12 15,-1-2-15-15,0 5-30 0,-2-3-65 0,-1 2-88 16,-2-2-109-16,2 2-114 0,-1-2-223 0,1 3-232 15,-2-2-106-15,4-2 95 0,-5 1 257 16,5-1 286-16</inkml:trace>
  <inkml:trace contextRef="#ctx0" brushRef="#br0" timeOffset="-112648.05">25455 10613 21 0,'10'-4'384'0,"-1"0"280"0,-1-2 190 0,1-3 39 16,1 0-344-16,1-3-189 0,2 0-80 15,0-2-10-15,2-1 5 0,0 0 0 0,2 1-9 16,-3-2-41-16,2 2-54 0,-2 2-55 16,0 2-38-16,1 1-26 0,-3 2-9 0,-2 2-6 15,1 1 15-15,0 2 11 0,-3 4 22 0,0 2 11 16,-3 1 0-16,-1 5 0 0,1 2-18 15,-5 2-9-15,-3 3-23 0,0 3-13 0,-2 1-13 16,-1 3-5-16,-3-1-8 0,0 1-4 16,1-1 2-16,0 2-3 0,0-3 3 0,-1 2-1 15,1-2 4-15,0 0-4 0,2-3-39 0,-3 2-44 16,0-8-75-16,1 3-153 0,-2-5-285 16,-2-1-298-16,3-3-260 0,-5-1-200 0,-1-1 123 15,-2-4 555-15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2:16:54.97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7268 12108 33 0,'-2'10'448'0,"1"0"328"15,-1 1 187-15,2 0 42 0,0-1-278 0,0-1-252 16,3 2-137-16,-1-2-70 0,1-1-36 0,0 1-51 16,2-3-62-16,1-2-39 0,-1 2-26 0,0-1-9 15,1-5-4-15,2 0 24 0,0-2 48 16,-2-3 58-16,0 1 31 0,-1-3 9 0,0 1-2 15,-3-1-23-15,-1 1-40 0,-1-1-48 16,-1 1-27-16,-1 0-20 0,-1 3-12 0,1 0-14 16,-1 2-10-16,-2-1-9 0,2 4-6 0,0 0-6 15,0 1-28-15,-2 5-75 0,2-2-83 16,0 1-162-16,1 0-287 0,2 2-330 0,2-3-354 16,1 1-195-16,0 2 141 0,5 0 660 15</inkml:trace>
  <inkml:trace contextRef="#ctx0" brushRef="#br0" timeOffset="622.16">9219 12093 108 0,'0'5'562'0,"0"2"338"0,0-4 179 15,0 0-13-15,0-2-364 0,0-1-254 0,0-1-132 16,0-1-67-16,0 1-62 0,2-1-46 15,-2-1-7-15,0-2 12 0,0 3 10 0,-2-3 2 16,2 3-6-16,-3-2-19 0,1 2-35 16,1-2-40-16,-3 3-30 0,1 0-21 0,0 1-20 15,-2 1-59-15,-1 2-62 0,0 1-154 16,-1 2-278-16,1 1-293 0,-2 4-322 0,-1 2-220 0,-1 2 36 16,-1 2 596-16</inkml:trace>
  <inkml:trace contextRef="#ctx0" brushRef="#br0" timeOffset="2330.86">6823 15561 100 0,'-2'1'305'0,"0"-1"134"0,-1-1 104 0,3 1-160 0,-2 0-151 15,2 0-77-15,0 0-32 0,0 0 10 16,2-2 13-16,1 2 25 0,1-1 21 0,1-1 7 16,2 1 33-16,1 0 14 0,2-3 51 15,3 3 16-15,2-2-9 0,2-2-20 0,3 2-34 16,1 0-32-16,4-1-63 0,1 0-41 15,2 0-31-15,4 2-17 0,-1-1-19 16,4 1-12-16,0 2-7 0,3-2-10 0,1 2 6 16,4-2 2-16,1 2 0 0,2 0-6 0,3 0 2 15,0 0 3-15,2 0-10 0,1-1-10 0,-1 1-3 16,2-1 2-16,-1 1-6 0,2-2-6 16,0 1 3-16,1-1 4 0,2 2 1 0,0-3 1 15,3 2 10-15,3-1 41 0,2 1 15 0,3-2 10 16,0 1 2-16,2 0 24 0,4 2 2 15,-1-1-23-15,1 1-13 0,0 1-5 0,1 1-2 16,2 0-25-16,-1 1-11 0,6 1-8 0,0 1-3 16,-1 0-7-16,3 1-5 0,1-1-1 15,-1 3-1-15,-1-2 1 0,0 1 1 0,2-1 5 16,2 2 1-16,1-4 2 0,0 2-2 0,-1 0-3 16,2-3-6-16,-3 2-2 0,0-2 0 0,-4-2 2 15,0 0 1-15,-4 3 5 0,1-4 1 16,-3 0 3-16,0 0-2 0,-5 0-3 15,-3 0-3-15,-2 0-5 0,-9 0-40 0,-3 0-60 0,-7 0-90 16,-6 0-179-16,-9 0-293 0,-10 0-316 16,-7 2-280-16,-11 1-175 0,-10 0 234 0,-7 2 617 15</inkml:trace>
  <inkml:trace contextRef="#ctx0" brushRef="#br0" timeOffset="3229.14">8349 15341 301 0,'-6'0'548'0,"1"0"233"0,2 2 154 16,-3 0-229-16,4-1-177 0,-1 1-117 0,2 1-76 15,-1 1-73-15,2 1-77 0,0 1-77 0,0 1-49 16,2 1-28-16,1-1-13 0,0-1-11 16,1 2 1-16,1-2-1 0,0-2 11 15,0 0 12-15,1 0 14 0,-1-3 14 0,1-1 18 16,0-1 3-16,1-4-10 0,-2-1-9 16,1-1-4-16,-2-1-9 0,1-1-9 0,-2 1 6 0,-1-3 36 15,0 3 37-15,-2 1 35 0,0 1 20 16,-2-1 1-16,0 3-10 0,-1 0-34 0,0 1-34 15,1 1-35-15,-2 2-24 0,-1 0-17 16,2 2-11-16,-2 2-8 0,2-1-4 0,-2 3-42 16,2-1-62-16,-3-1-72 0,1-1-142 0,2 2-248 15,-2-4-318-15,2-1-279 0,-2 0-215 16,2-1 31-16,0-4 528 0</inkml:trace>
  <inkml:trace contextRef="#ctx0" brushRef="#br0" timeOffset="4149.85">7321 12295 153 0,'5'5'322'0,"-3"-1"127"0,3 4 52 0,0 1-132 15,-1 0-106-15,4 2-53 0,0 6-33 0,0 0 1 16,4 2 16-16,0 3 48 0,0 3 48 16,4 6 33-16,2 3 37 0,0 1 3 0,1 5-33 15,2 4-66-15,1 4-66 0,3 3-61 16,-1 3-43-16,0 3-23 0,1 2-15 0,0-1-9 16,2 5-5-16,-2-1 6 0,-2 2-8 15,2 1-13-15,0-2-1 0,-3 1-3 0,0-2-2 16,-4-1 0-16,2-1 0 0,-5 1-1 15,2-2-2-15,-2 1-3 0,-2-1 3 0,-3 0-3 16,1-1-7-16,-3 0 1 0,2 1-9 0,-4-2-3 16,2-1-3-16,-1-3 0 0,0 0-5 0,1-2-3 15,0-3 5-15,0-3 2 0,1 0-3 16,-1-3 0-16,0 0-4 0,3-3-5 0,-3-1-20 16,0-5-50-16,1-3-94 0,-1-4-128 0,0-7-169 15,-1-2-287-15,2-9-250 0,-1-2-124 16,0-10 160-16,0-3 369 0</inkml:trace>
  <inkml:trace contextRef="#ctx0" brushRef="#br0" timeOffset="4608.88">8228 14761 22 0,'4'11'241'0,"1"-2"129"0,1-1 126 16,-1-1-53-16,0-4-135 0,1 0-90 0,-1-1-43 15,3-2-24-15,-2-4-6 0,-1 1 5 16,1-4 7-16,1 0 3 0,0-4 4 0,0-2 14 16,1 0 5-16,1-3 7 0,0-2 17 15,3-5 20-15,-1-1 15 0,1-2 0 0,1-5-13 16,3-3-21-16,0-1-39 0,1-8-38 16,-1-2-36-16,4-8-25 0,1-4-23 0,0-7-19 15,2-8-13-15,4-9-24 0,2-10 2 16,2-10-2-16,4-9-3 0,3-11-6 0,3-7 2 0,3-1 20 15,-1 1-1-15,3 3 2 0,-2-1 2 16,2 2 7-16,-3 6-1 0,-2 7-20 0,-3 8-21 16,-2 5-42-16,-4 8-66 0,-1 10-73 0,-4 9-92 15,-5 9-111-15,-2 10-201 0,-3 10-229 16,-8 7-109-16,-2 12 42 0,-6 6 222 0,-5 8 288 16</inkml:trace>
  <inkml:trace contextRef="#ctx0" brushRef="#br0" timeOffset="7130.65">6793 15949 33 0,'2'2'247'0,"-2"-1"126"0,3 1 110 0,-1-1-90 0,1 0-142 16,0 1-94-16,0 0-56 0,2-1-25 15,0 0 1-15,4-1-1 0,-2 2 4 0,-1-2 3 16,2 0 10-16,1 0 8 0,-1 0 11 16,0-2 9-16,0 1 29 0,1 0 20 0,-1-1 20 15,1 0 19-15,0 1-1 0,0 0 2 16,-1-1-11-16,2 1-25 0,1-2-4 15,-2 0-8-15,1 1-17 0,2-1-22 0,1 0-22 0,-1 0-13 16,1 0-27-16,3-1-23 0,-2 1 3 16,2-2 9-16,0-1 2 0,1 2 2 0,-1-1-2 15,3 0-2-15,-3 2-16 0,1-2-18 16,-1 1-7-16,2 2 0 0,0-2-1 0,0 2-1 16,-1-1-1-16,1 1 4 0,-1 1 2 0,-1-1-5 15,1 1 1-15,-1 1 3 0,2-2 8 16,-1 2-6-16,-1 0 2 0,1 0 2 15,-1 0-1-15,1-1-6 0,1 1-9 0,-1 0 1 16,-1 0-2-16,1 0 0 0,-1 0 1 0,2 0-1 16,-1 0 1-16,-3 0-1 0,3 0 1 15,-2 0-1-15,0 1 0 0,-2-1 0 0,0 2 0 16,1-1 1-16,-1 1 0 0,-1-2 0 0,1 3-1 16,-2-2 1-16,2-1 2 0,-4 2-4 15,4-1 1-15,-4 0 1 0,1 1-1 0,1-2-3 16,-2 2 2-16,-1-1 1 0,-1-1 1 15,2 1-2-15,-1-1-1 0,-2 0 4 0,1 2-1 16,2-2 0-16,-4 2-1 0,1-2 0 0,-1 0 1 16,0 1-1-16,-2 0 0 0,3-1-3 0,-3 0-3 15,0 3 0-15,2-3 4 0,-2 0-4 16,2 1 0-16,-1-1 6 0,-1 1-1 0,1-1 1 16,-1 0 0-16,0 0 1 0,-1 0-1 0,3 1 0 15,-2-1 0-15,0 0 0 0,2 0-1 16,0 0-1-16,1 0 0 0,-1 0-2 0,1 0 4 15,-1 0 0-15,1 0-4 0,0 0 3 16,-1 0 2-16,2 0-1 0,-1 0-3 0,0 0 0 16,2 0 2-16,-2 3-1 0,2-3 1 15,-3 0 5-15,2 0 1 0,0 0 4 0,0 0-1 16,-3 2 2-16,1-2 3 0,-1 0-8 0,0 0 0 16,-1 0-4-16,0 0 2 0,0 0-2 15,-1 2 1-15,0-2 0 0,-1 0 0 0,1 0 2 16,1 0-2-16,-1 0-1 0,-1 0 0 0,1 0 2 15,1 0 1-15,-1 0-1 0,-1 0-1 16,2 0-3-16,0-2 1 0,-1 2 1 0,-1 0-2 16,1 0-2-16,1 0 2 0,-1-2 0 15,1 2 1-15,0 0-4 0,-1 0 2 0,1 0 3 16,0 0 4-16,-1 0-1 0,4-3 14 0,-3 3 43 16,2-1 31-16,3 0 11 0,-2 0 4 15,2 1 0-15,-2-3-12 0,2 2-38 0,0 0-22 16,2-1-16-16,-2 0-4 0,1 1-6 15,0 0-2-15,1 1 0 0,1-2-6 0,0 0 4 16,2 1-5-16,-2 1 0 0,3 0 1 0,-1-1-1 16,2 1 0-16,0 0 5 0,0 0 3 0,2 0 2 15,1 1-4-15,-3 0-1 0,4 1 0 16,-2 0-4-16,2-1 1 0,-2 2-4 0,1-1 3 16,2 0 0-16,-2 2 2 0,2-2 0 15,-1 1-3-15,0 1 2 0,2-1 4 0,-1 0 22 16,1 0 18-16,3 0 10 0,-1 0 5 0,2 0 0 15,1 0-3-15,-1 0-17 0,2-2-15 0,2 2-7 16,1-1-5-16,1-1-3 0,1 2 0 16,1-1-6-16,0-2-1 0,2 1-4 15,1 1 1-15,1 1-1 0,1-2-1 0,1 1 4 16,-1-1-2-16,0 2 2 0,0 0-2 0,0-1 0 16,-1 0-1-16,-1 2-3 0,-2-2 3 0,1 2-2 15,-3-2 0-15,1 1 0 0,-3-1 1 16,0 0 1-16,-3 1-1 0,0 0 3 0,-3-2 1 15,0 1-3-15,-4 0 0 0,0-1-1 16,-4 0 0-16,-2-1-2 0,-4 2 2 0,0 0 2 16,-4-1 4-16,-3-1 0 0,3 0 0 15,-6 1 0-15,0 1-13 0,-3-2-49 0,-1 0-63 16,-3 0-65-16,1 0-121 0,-1 0-183 0,-3-3-308 16,0 2-251-16,0-3-209 0,0 2-72 0,-2-5 349 15,1 1 512-15</inkml:trace>
  <inkml:trace contextRef="#ctx0" brushRef="#br0" timeOffset="8984.41">7391 12094 37 0,'7'24'256'0,"-1"2"135"0,3 1 127 0,-1 3-65 0,0 3-167 16,3-1-82-16,0 4-37 0,-1 1-1 15,2 2 22-15,3 1 26 0,0 2 79 0,1 0 57 16,1 3 28-16,1-1 3 0,1 5-22 16,1 0-38-16,-2 1-65 0,2 0-49 0,-2 2-30 15,1 4-8-15,-2-1-5 0,1 5-2 16,-1 1 1-16,-1 3-14 0,-1 1-24 0,0 2-34 15,0-2-28-15,0 3-22 0,-1 0-17 0,0-1-9 16,2-1-5-16,-3 0 0 0,0-1 1 0,2-1-5 16,-3 2-1-16,1-6-3 0,-1 2-1 15,-3-2 1-15,4 0-4 0,-5-2 4 0,0 0 0 16,-1-2 0-16,0 0 3 0,-2-1 0 16,-1 1 0-16,-2 1-2 0,3 0 1 0,-2 0-1 15,1-1-1-15,0 1-1 0,0-3 3 0,1-4-1 16,2-2-2-16,-1-2-4 0,2-8 1 0,0-1-2 15,-2-6 1-15,2-3 3 0,1-4 0 16,-4-3 5-16,1-3-5 0,-1-1 0 16,0-2-1-16,-3-2-2 0,-1 1 0 0,2-1-1 15,-6 0 2-15,2 2 4 0,-1 2-2 0,-3 1 4 16,2 0-1-16,-2 4 0 0,2 2 1 16,-2-2-3-16,2 1-1 0,0 0 4 0,0 1-6 15,3-2-12-15,-1 1-32 0,1-4-38 0,1-3-29 16,-1-3-31-16,3 0-24 0,0-3-13 15,0-3-2-15,0-1-13 0,-1-2-35 0,0 0-45 16,-1-1-44-16,1 0-39 0,1 1-14 0,0 0 22 16,2 4 41-16,-2 1 17 0,2 4 1 0,-1 3-10 15,0-1-49-15,-1 1-110 0,-2 1-89 16,1-3 41-16,-2 0 109 0,3-2 133 0</inkml:trace>
  <inkml:trace contextRef="#ctx0" brushRef="#br0" timeOffset="9545.94">8273 15687 169 0,'2'7'413'0,"-1"-2"174"0,1 0 105 15,-2-3-191-15,2 1-180 0,-1 0-115 0,1 0-59 16,1-2-8-16,0-1 17 0,4 0 16 16,-1-1 6-16,0-2 15 0,2-1 14 0,2-2-6 15,-1-5-12-15,2-1-15 0,0-1-15 0,3-5-29 16,-2-1-14-16,3-4-5 0,0-3-15 15,0-2-16-15,1-2-13 0,0-4-5 16,0-2-12-16,1-4-15 0,-1 0-2 0,3-2-6 16,0-3-3-16,-2-2-7 0,2-1 1 0,-1-3-1 15,1-1-9-15,-2-5-5 0,0-2-3 16,2-3-3-16,-3 0-8 0,3-4 0 0,-3 0 5 16,1-2 4-16,1-2 0 0,1-2 6 0,-2 0 4 15,1-2-6-15,0 2-2 0,-1-1-3 0,1 0-5 16,3 3-6-16,-2-2 5 0,3-1 9 0,2-1 5 15,0 2 5-15,2-3 3 0,1 0 6 16,3-2-5-16,0 0-6 0,2-2-10 0,1 2-1 16,2-2 1-16,1 3 3 0,0-2 0 15,-1-1 5-15,0-2 1 0,0 0-5 0,0 1-2 16,0-1-6-16,-4 4-7 0,1 0-2 0,-4 5 2 16,-1 4 5-16,-2 4-5 0,-3 3-3 0,-4 9-18 15,-2 3-39-15,-3 5-66 0,-3 7-94 16,-2 5-109-16,-3 6-168 0,-2 4-268 15,-1 5-188-15,-4 4-45 0,-1 5 173 0,-5 6 310 0</inkml:trace>
  <inkml:trace contextRef="#ctx0" brushRef="#br0" timeOffset="11466.25">19333 8099 133 0,'-2'7'357'0,"-1"2"158"15,2 1 131-15,-4 3-150 0,2 6-188 0,0 3-93 16,1 5-35-16,-1 2-3 0,1 2-15 16,2 4-8-16,-1-1-16 0,2 3-20 0,1-1-23 15,0 0-23-15,3 1-23 0,-1-2-17 16,2-2-10-16,-1-1-6 0,2-1-3 0,-1-5-3 15,-1-1-22-15,1 0-35 0,-5-5-52 0,-1 0-62 16,0-2-80-16,-4-1-170 0,-2-2-218 16,-1-2-92-16,-3-1 37 0,-3-3 156 0,0-2 202 15</inkml:trace>
  <inkml:trace contextRef="#ctx0" brushRef="#br0" timeOffset="11759.36">19159 8778 124 0,'2'19'328'0,"0"1"142"0,-1-2 104 16,2 0-172-16,3-2-160 0,-3-1-76 0,2 0-30 15,2-6-9-15,-1 1 8 0,1-4 4 16,2-2 3-16,-1-1-6 0,1-2-11 0,1-1-14 15,-1-1-20-15,-1-1-16 0,0 1-15 16,1-2-17-16,-2 2-8 0,-1-1-4 0,-1 0-6 16,3 0-4-16,-4 0-6 0,0 0 0 15,0 1-4-15,1-2-3 0,0 0 0 0,-2-3-4 16,3 4-27-16,-1-9-52 0,2 3-75 0,-1-4-118 16,0-2-257-16,0-2-182 0,-1-1-53 15,2-4 102-15,-3 0 208 0</inkml:trace>
  <inkml:trace contextRef="#ctx0" brushRef="#br0" timeOffset="12076.87">19303 8304 231 0,'6'-5'364'0,"1"0"130"0,-1 2-13 0,3-4-155 15,1-1-110-15,1 1-48 0,0-2-45 16,4-1-27-16,-1-1-13 0,2-2-18 0,1 0-14 16,0-1-21-16,2-2 21 0,0 1 11 15,-3-2-3-15,3 0 0 0,-1 1-4 0,-3-2-6 16,0 3-13-16,-1 2-8 0,-6 2 4 16,0 1 13-16,-2 5 13 0,-2 2 0 0,-4 3 3 15,0 3 3-15,-4 4-13 0,1 6-18 0,0 3-13 16,-4 2 15-16,2 6 7 0,1-1 1 15,-2 5-3-15,2 0-9 0,4-1-52 0,2 1-110 16,2 1-206-16,3-3-248 0,-1-1-161 16,2 0-45-16,1-1 143 0,-2-1 248 0</inkml:trace>
  <inkml:trace contextRef="#ctx0" brushRef="#br0" timeOffset="18208.43">8389 4454 175 0,'-3'0'342'0,"-2"-1"116"0,3 1 77 0,1-2-245 15,1-1-159-15,1 2-82 0,3-2-7 16,-1 0-1-16,4-2 12 0,1 1 16 0,0 1 9 15,2-1 19-15,2-1 6 0,0-1 27 0,2 2 15 16,0-2-3-16,-1 1 27 0,4-1 2 16,0 2 16-16,1-3 12 0,-1 3 2 0,1-1 19 15,2 1 4-15,-1 1-4 0,0-2-23 16,2 1-35-16,-1 1-4 0,1 0-17 0,1-2-35 16,1 1-21-16,0 0-11 0,2 0 2 0,0-2-15 15,1-1-13-15,0 1-6 0,1 0-2 16,-1-1-4-16,4 1-4 0,0-2-4 0,2 1-1 15,2 1 0-15,2 1 8 0,4 1 19 16,1 1 0-16,3 1 2 0,1 2-1 0,4 0-2 16,0 2-13-16,1 1-20 0,6-1-12 0,0 3 61 15,3 0 31-15,3-1 16 0,2-1 10 16,6 0 2-16,2-1 1 0,5-2-53 0,2 0-30 16,3-2-21-16,5 0-11 0,-2 1-4 0,3-2-1 15,0-1 9-15,4-1 6 0,1-1 6 0,2 0 4 16,4-1-6-16,-1-1-4 0,0-2-12 15,1 2-6-15,0-3-2 0,2 1 0 0,2-2 2 16,0 1-2-16,1-2 1 0,-1 1-5 0,-2-1-3 16,2 1 0-16,-3-1 2 0,-1 2 1 15,1 0 4-15,-1 1 1 0,-1-1-1 0,-1 2-1 16,-2 0-6-16,-4 0-2 0,0 0-1 16,-3 2 2-16,-3-2 1 0,-2 3 2 0,-1-1 3 15,-2 1-1-15,0 1 2 0,-3-1-1 16,-3 4-2-16,-1-1-2 0,-2 0 1 0,-3 3-2 15,-3-1 2-15,-3 2 0 0,-2-1 3 0,-2 3-1 16,-3-2 2-16,-2 3 1 0,-1-2-1 0,-2 2 0 16,-2-2-1-16,-1 1 0 0,0-1 1 15,-4 0 1-15,-3 0-1 0,-2-2-2 0,-1 0 0 16,-1 0 1-16,-5-2-4 0,-2 0 0 16,-4 2-1-16,-3-2 1 0,-1 2 2 0,-5-3-1 15,-2 2 4-15,-5 1 0 0,-2 0 1 0,-2 0 0 16,-4 0 0-16,-2 1-3 0,-3 2-11 0,-2-1-31 15,-4 2-58-15,0-2-53 0,-5 1-60 16,-2-1-114-16,1-1-156 0,-4-1-241 0,-1 0-228 16,0-1-224-16,-4-1-133 0,2 1 241 15,-4-3 480-15</inkml:trace>
  <inkml:trace contextRef="#ctx0" brushRef="#br0" timeOffset="20029.4">7371 3505 96 0,'-7'0'286'16,"1"0"125"-16,1 0 89 0,2 0-175 0,1 2-145 15,1-2-84-15,1 0-45 0,1 2-23 0,1-2-9 16,1 1 11-16,2 0 9 0,1 1 4 16,2-1 18-16,3 2 13 0,0 0 10 0,3 2-12 15,-1-1 2-15,3 1 12 0,3-1-6 0,3 4-8 16,0-3 28-16,1 1 41 0,3 0 14 15,1-1-10-15,0 1-8 0,1-3-4 0,2 2-38 16,0-2-39-16,2 0-21 0,-2-2-12 16,3 1-5-16,-3-1-5 0,2 0 23 0,1 1 47 15,-1-1 32-15,-2 1 13 0,0 0 5 16,0 0 1-16,-2 0-22 0,1 1-45 0,-1-1-25 16,-2 1-18-16,2-1-24 0,-1 1-15 0,0 1-8 15,-2-2-6-15,2 3-4 0,0-1-4 16,0 0 19-16,-2-1 7 0,2 0 15 0,2 0 74 15,-1 0 40-15,0 0 22 0,-1 0 4 0,2 0 3 16,-3 0-9-16,3 0-64 0,-1-2-33 0,0 3-19 16,0-1-7-16,2 1-9 0,0-2-6 15,0 2 0-15,3-3-1 0,-3 2-2 0,2 0 3 16,1 0 1-16,-1 0 4 0,2-1 3 16,0 3 0-16,0-3-2 0,0 2-1 0,-1 0-1 15,0 0 1-15,2 1-4 0,1-2 1 16,-2 1 0-16,0 1-2 0,1-1 1 0,-4 1-1 15,1-1 3-15,1 2-2 0,-3-1-1 0,2-2 1 16,-2 1-4-16,0 0-2 0,0 0 0 16,0 1-3-16,-1-3 0 0,-1 2-3 0,-1 0-2 15,0-1 3-15,0 1 2 0,0 1 2 16,0 0 2-16,-1-1 6 0,-2 0 5 0,0 1 1 16,1-1 0-16,-1 1 1 0,1-1 2 0,0-1 0 15,-1 2-1-15,0-2-2 0,1-1-1 16,-3 2-2-16,2-4 0 0,0 5-2 0,-2-4 17 15,1 0 11-15,-2 3 5 0,1-4 0 0,0 2 2 16,-2 2-3-16,0-3-15 0,0 2-10 16,-2-2-8-16,3 1-1 0,-1-1-2 0,-1 2 1 15,2-3 0-15,-1 2 1 0,1-2 2 16,-1 2-3-16,2-2-2 0,-2-2 0 0,0 2-5 16,2-2-1-16,-3 1 0 0,0-1 1 0,1 1 1 15,-2 1 3-15,-1-2 2 0,1 2 4 16,-1 0 0-16,-1 0 1 0,1 0 1 0,-2 2-2 15,0-1 1-15,-2 2-1 0,1 1-2 16,-1-3 1-16,1 2 3 0,0 1 2 0,-1-1-1 16,1 0-5-16,-1 0 2 0,1 0 1 0,1 0-1 15,0 0 0-15,-2 0-1 0,4 0 5 0,-2 0 0 16,0 0 5-16,1-2 2 0,1 3 0 16,1-2-2-16,-1 2 1 0,-1-2-1 15,1 3-6-15,1-1-4 0,-1 0 0 0,2 0 2 16,-3-1-3-16,3 2 1 0,-1 0 1 0,0-3-2 15,1 1 0-15,0 0 1 0,0 0 0 0,2-2-2 16,-4-1 0-16,2 2 2 0,-1 0 0 16,-1-1 0-16,2 1-1 0,-5-1-4 15,3 1-3-15,-2-1 4 0,-1 2-3 0,0 0 1 16,-1 0 0-16,-1 0 4 0,1-1 2 0,-3 3-5 16,1-3 3-16,-2 2 0 0,1 0-1 0,-1-1 2 15,-1 0-1-15,0 0 7 0,0 0-3 16,-2 0-1-16,-1 0 0 0,1-2-1 0,-1 3 1 15,0-2 0-15,-1 0 0 0,1-1 2 16,0 1 0-16,-2-1-1 0,2 0-1 0,-2 1-4 16,2-2 10-16,-2 1 5 0,3 1 4 15,-3-2 0-15,1 2 0 0,-1-2 2 0,0 0-6 16,-1 0-1-16,-1 0-7 0,1 0 3 0,0 0 0 16,-2 0 1-16,1 0-8 0,-1 0 2 15,2 0-1-15,-2 1-3 0,1-1 1 0,2 0 1 16,-3 0 2-16,3 0-3 0,0 2 0 0,-1-2 2 15,1 0-3-15,0 1 0 0,1-1 0 16,-1 2 0-16,0-2 0 0,0 0 0 0,0 0 0 16,0 0 4-16,0 0-7 0,-1 1 4 0,0-1 2 15,-1 0-1-15,-1 0 1 0,0 0-2 16,0 0 3-16,0 0-6 0,0 0-15 0,0 0-17 16,-1 0-38-16,-1-1-72 0,-1 1-109 15,1-3-125-15,-1 1-187 0,0 1-277 0,3-1-220 16,0 0-38-16,3-1 219 0,-1 1 352 0</inkml:trace>
  <inkml:trace contextRef="#ctx0" brushRef="#br0" timeOffset="21148.25">11618 4020 82 0,'-2'-2'325'0,"0"2"171"0,1-1 138 15,-1 1-114-15,2-2-161 0,-1 1-98 16,-1 1-55-16,2 0-17 0,0-1-11 0,0 1-9 15,0-2-19-15,0 2-27 0,0 0-29 0,0-2-30 16,0 2-22-16,2 0-17 0,-1-2-11 16,-1 2-4-16,0 0-4 0,2 0-1 0,-1 0-2 15,1 0 2-15,0 0-2 0,-1 0 1 16,2-3 1-16,-1 3 0 0,2 0 28 0,1 0 18 16,0 0 8-16,-2 0 9 0,2-1 3 0,1 1-1 15,2-1-22-15,-2 0-16 0,2-4-10 16,0 5-3-16,3-5-6 0,-3 2-2 0,2 0-2 15,1 0-2-15,-2-1-3 0,3-1-1 16,0 0 1-16,-1 1-1 0,0 0-1 0,2-2 4 16,-2 1-2-16,3-1 37 0,-3 1 28 15,2-1 12-15,1 0 6 0,-1-1 1 0,-1 1-1 16,1-1-14-16,1 1 2 0,-1-2-2 0,1 1 0 16,0-2 2-16,2 0-1 0,2-1-14 0,-4-1-27 15,3 2-13-15,3-2-9 0,-2-1-5 16,1 2-4-16,3-2-2 0,-3-1 1 15,3 1-1-15,2 2 1 0,-2-2-3 0,2 1 0 16,0-2 1-16,-1 1 1 0,1-1 1 0,2 4 4 16,-1-3 2-16,1 1 0 0,0-1-3 0,0 2 1 15,-3 0-2-15,5-1-2 0,-2 0 0 16,0 1-1-16,3 1 0 0,-2-2-2 0,1 1 0 16,2-1-3-16,0 0 5 0,0 0 3 15,0-1-3-15,2 1 0 0,1-2-1 0,0 1 1 16,2-1-4-16,0-3 1 0,2 1 1 0,-1 0-3 15,3-1 1-15,1-2 7 0,-1 3 1 16,2-3-1-16,2 1 0 0,-2-2 3 0,5 1-3 16,-1-2-3-16,2 1-3 0,0 0-1 0,2-1 1 15,0-1 1-15,-1 1-1 0,2-1 0 16,-1 0-1-16,3 0-2 0,0 1-4 0,1-4 5 16,1 4 7-16,1-3 0 0,0 2 0 0,2-3 8 15,0 0 3-15,2-1-3 0,1 0-8 0,2 0 0 16,-2 0-2-16,1-1-1 0,-1 1-4 0,2-1 1 15,-2-1 1-15,0 2 5 0,-2-3 0 16,1 3 3-16,-1 0-1 0,-2-2 1 0,-1 3 2 16,1-3-5-16,-3 3-2 0,-1 0 0 0,-4 0-2 15,-1 4-3-15,-4-3 1 0,-3 6 1 16,-3-1 2-16,-5 3 1 0,-8 2-14 0,-2 3-36 16,-6 3-76-16,-7 1-97 0,-4 3-121 0,-5 1-237 15,-5 5-267-15,-3 2-183 0,-6 2 9 16,-3 2 236-16,-7 3 330 0</inkml:trace>
  <inkml:trace contextRef="#ctx0" brushRef="#br0" timeOffset="23178.16">8561 4847 45 0,'-3'1'247'0,"-2"2"117"0,2-1 100 15,0-1-111-15,0-1-150 0,1 1-89 0,1 1-49 16,-1 0-28-16,2-2-13 0,2 1-11 0,-2-1 1 16,1 1 0-16,4 1 6 0,-2-2 7 15,0 0 10-15,2 1 11 0,3-1 5 0,-2 0 3 16,5 0 11-16,-3-1-1 0,3 1 6 16,2-2 7-16,-2 1 4 0,3 0 1 0,-1-3 18 15,1 3 3-15,2-2-2 0,-2-1 7 0,4 0 10 16,-1 0 22-16,-1-1-13 0,1 0-5 15,2 2 9-15,2-4 18 0,-1 3-2 0,1-2-18 16,1 0-12-16,1 0-8 0,0 0-16 16,2 0-39-16,0 0-20 0,2 0-11 0,0 0-9 15,0 0 8-15,1-1 39 0,1 1 20 0,1 2 12 16,-3-2 0-16,3 2 1 0,0-1-9 16,-1-1-38-16,-1 3-20 0,-1-1-13 0,-2 1-4 15,2 1-5-15,-2 0-3 0,-1 0 0 0,1 0 1 16,0 1-3-16,-1 1 1 0,1-1 0 15,-1 1-1-15,0-2 2 0,0 0-2 0,-1 1-2 16,1 0-1-16,0-1-2 0,-2 0 3 16,1 1-1-16,0-2 2 0,-1 0 3 0,3 1 3 15,-3 2 2-15,-1-2-1 0,-1-2-1 0,2 4 1 16,-2-1-1-16,0 1-1 0,2-1-2 16,-3 1 0-16,3 0 3 0,0 0-2 0,-1 0 2 15,1 0-2-15,0-3 12 0,0 3 20 16,-1-1 9-16,1 0 6 0,0-1 2 0,-1 0 3 15,-1 1-14-15,1-2-20 0,-2 1-8 0,0 0-9 16,-3 0-5-16,1 1-1 0,0-1 2 16,-2 1-2-16,0 1-1 0,0 0 2 0,0 0-1 15,-2 0 0-15,0 0-2 0,4 1 2 0,-2-1-1 16,2 0 0-16,-1 0-2 0,3 0-3 16,-1 0 3-16,2-1-6 0,0-1-1 0,2-1 1 15,1 0 5-15,2 0 2 0,0-1 1 16,0 0 12-16,2-1 4 0,0 0 0 0,1-1 0 15,0 2-2-15,2-1 1 0,1-3-4 0,4 3-3 16,-1-3 2-16,0 2-3 0,1 0 1 0,1 0-1 16,-1-1-4-16,1-1-3 0,0 2-1 15,-1-1 1-15,0 1-3 0,1-1 1 16,-2 4-2-16,-1-4 0 0,0 3-1 0,-1-1 2 16,0 2 4-16,-2 0 2 0,1 0 1 0,-1 0 3 15,2 0 1-15,-1 0 1 0,1-1-3 0,1 1-1 16,3-3 0-16,-3 3-2 0,4-1 1 15,-2-1 0-15,1-1 0 0,-1 2-3 0,0 0 2 16,2-1-1-16,-2 3 2 0,-1-2-3 16,0 0 0-16,0 1 0 0,-1 0-2 0,2 2 0 15,-2-2-5-15,0 0-4 0,0 1 0 16,-1-1 4-16,-1 0 5 0,1 0 2 0,-2 2 4 16,2-2 3-16,-1 0 1 0,1 0-2 0,-1 0 0 15,3 0-2-15,-3 0-4 0,4 0 1 0,-2 1 0 16,2 1 1-16,-3-2-3 0,1 3 1 15,0-2 2-15,-2 2-2 0,0 0 0 0,-1 0 1 16,0 0-1-16,0 0 0 0,0 2-3 0,0-2 2 16,0 0-4-16,-1 0-1 0,1 3 1 15,-2-3-2-15,2 1 0 0,0-1 0 0,0 2 27 16,0-2 15-16,0 0 11 0,2 1 4 16,-2 1 2-16,2-1 3 0,-1-1-19 0,-1 2-13 15,0-2-8-15,0 0-2 0,0 0 1 0,0-2-4 16,0 1-1-16,-1-2-3 0,-1 0 1 15,-2 0 1-15,1-1-5 0,-2 1 2 0,-3 0-5 16,2-2 1-16,-7 3-2 0,2-1-2 16,-4 0 1-16,-2 0-4 0,-3 0 3 0,0 2 2 15,-3-1 5-15,-2 1-1 0,0 1 3 16,-2-2 3-16,-1 2 4 0,-1 0-3 0,1 0-2 16,-2 0-4-16,0 0 1 0,0 2-4 0,0-2-9 15,-2 1-22-15,2 1-19 0,0-2-17 0,-1 0-57 16,-1-2-114-16,-1 1-156 0,-2-2-277 15,0 1-256-15,-1-1-241 0,-2-1-56 0,-3 1 330 16,-3-3 458-16</inkml:trace>
  <inkml:trace contextRef="#ctx0" brushRef="#br0" timeOffset="26965.92">7413 3586 107 0,'-1'-1'293'15,"-3"0"128"-15,0-1 70 0,4 0-142 0,-3 2-142 16,3-1-91-16,-2 1-51 0,2 0-25 16,0 0-25-16,0 1-11 0,0-1-6 0,2 2-2 15,-2-2 0-15,3 2-1 0,-3-1 5 0,4 0 0 16,0 1 0-16,-1-2 0 0,0 1-2 0,2 1 2 16,-2-1 0-16,2-1 0 0,1 3 2 15,2-2 31-15,-2 3 20 0,1-2 11 16,1 2 32-16,1 0 18 0,-1 0 7 0,2 3-24 15,2-2-19-15,-3 1-11 0,4 1-20 0,1-1-17 16,-1 1-6-16,1 0 24 0,2-2 18 0,0 2 4 16,-2-1 0-16,3-1 0 0,-2 1-1 15,0 0-31-15,2-2-17 0,-2 2-9 0,1-1-3 16,0 0-2-16,0 1 0 0,1-2-1 16,-1 1 3-16,3 0-2 0,0-1 2 0,-2-1 1 15,4 1 21-15,-1 1 11 0,-1-1 6 16,3-1 2-16,-1 2-2 0,-2-3-3 0,3 3-25 15,0-1-11-15,-3 0-2 0,2 1-2 0,-1-1 0 16,-1 0 3-16,3 1 0 0,-4-2-2 0,2 2 1 16,1-1-1-16,-4 0 3 0,2 1-1 15,-2-1 3-15,1 1 0 0,-1 1-1 0,-1-2-25 16,0 2-12-16,-2-1-9 0,0 0-6 16,-1 1 1-16,0-2-3 0,1 2 21 0,-3 0 8 15,0 0 7-15,0 0 6 0,-1 0 2 0,2-2 2 16,-4 2 1-16,2-1 4 0,1 1-2 15,-2-1 0-15,1-1-2 0,1 2 59 0,-2-1 33 16,1-1 14-16,-2 0 10 0,4 1 4 0,-2-1-1 16,2 1-53-16,0 0-31 0,-1-1-16 0,1 0-9 15,1-1-5-15,1 2 0 0,-1-1-3 16,0-1 4-16,1 2-3 0,0-1-2 0,0-1 0 16,-1 1 18-16,2 0 9 0,-2-2 4 15,1 3 3-15,-2-3-1 0,0 1 1 0,2 0-19 16,-1 0-8-16,1-2-5 0,-1 2-4 15,-2-1 1-15,3 0-2 0,-3-1 1 0,3-1-2 16,-2 3 1-16,0-1-1 0,-1-1 2 0,-1 2 0 16,-2-2 0-16,4 2 0 0,-4 0 1 15,2-2 2-15,-1 4 1 0,1-2-5 0,-1 0 4 16,1 2-1-16,-1-2-1 0,1 1-2 16,-1-2-1-16,1 4 0 0,-1-4 0 0,2 3 0 15,-1-3 3-15,-1 1 0 0,2 0-15 0,-3 0-12 16,3 0-6-16,-3-2-4 0,1 3-2 15,1-2-4-15,-2 2 17 0,4-2 11 0,-3 1 2 16,0 0 4-16,2 0 2 0,0 0 1 16,-1 0-1-16,2 0 1 0,-1 0 3 0,1-1 0 15,0 1 0-15,1-2 1 0,2 2-1 0,-2-2 2 16,3 1-2-16,-2 0 0 0,2-2 0 16,0 2-2-16,1 1 2 0,-1-3 0 0,1 1 2 15,1 0-2-15,1-1 3 0,0 0-2 16,-2 1 2-16,2 2 0 0,-1-3 1 0,1 2 2 15,-1-2-1-15,0 2 18 0,1-2 9 0,-2 1 2 16,1 1 3-16,-1-1-1 0,0 1 0 16,1-2-18-16,-1 1-12 0,2 1-3 0,-3-1-4 15,3-1-1-15,-3 2 1 0,3-1 1 0,-2-1 1 16,2 2-1-16,0-2 2 0,0 2 2 16,0-2 0-16,1 0-16 0,0 1-14 0,0-1-1 15,2 0-4-15,-1 0-6 0,-1-1 0 0,2 1 14 16,-2 0 12-16,2 0 4 0,-2 0 2 15,1-2 3-15,-1 2-1 0,2 0-1 0,-4-2-1 16,2 2 2-16,-1 0 1 0,-1 0 1 0,-1 0 1 16,1 0 3-16,-1 0 0 0,-3 0-2 15,2 2-1-15,0-2 0 0,-2 2 0 0,0-2-1 16,0 0 1-16,1 1 2 0,-1-1 4 16,-1 1-2-16,1 1 20 0,-2 0 8 0,1-1 5 15,1-1 0-15,-1 3 0 0,1-2-2 0,1 1-18 16,-2-1-9-16,2 0-3 0,0 1-5 0,0-1 0 15,2 1-2-15,-1 0 2 0,1-2 1 16,-2 1 2-16,4 1 1 0,-3-2 3 16,1 1 1-16,-1-1-4 0,1 2 0 0,0-2-1 15,-1 1-2-15,0 1-1 0,-2-1 0 16,2 0-17-16,-3 1-9 0,0 1-7 0,1-2-3 16,-3 3-1-16,3-4 0 0,-5 5 15 0,3-4 10 15,0 1 4-15,-2 1 3 0,-1-1 3 0,2 0 2 16,0 2 0-16,-1-2 0 0,2 1 0 15,-2 0 0-15,0 0 4 0,0 0 33 0,2 0 25 16,0 0 9-16,-1 0 7 0,1 0 17 0,-2-1-10 16,1 3-20-16,-1-2-13 0,2 0-5 15,-2 0-6-15,1 1-18 0,0 0 7 0,-1-2-11 16,-1 2-8-16,2 1-5 0,-1-3 0 16,-1 2-1-16,2-2-3 0,-3 0-1 0,2 2 2 15,-1-1-1-15,1 0 3 0,-2 0-2 0,0 1 0 16,1-3 2-16,-3 2-1 0,2 0 0 15,0 0-3-15,0-2-1 0,-2 2 0 0,1 0-1 16,-1 0 1-16,2 0 0 0,-2-1 2 16,-1 1 1-16,0 0-1 0,1 1 1 0,-1-2 1 15,-1 0-2-15,1 0-1 0,0 0 4 16,-2 0-2-16,2 2 2 0,0-3-3 0,0 3 16 16,-1-2 15-16,2 0 8 0,-2 1 4 0,0 0 4 15,1 1 1-15,-2-1-15 0,2 2-14 16,1-2-10-16,1 0-8 0,-3 1-3 0,1-1-2 15,-1 0 1-15,0-2-3 0,2 3 3 0,-3-3 3 16,1 1-1-16,-3-1 1 0,2 1 0 16,-1-2 2-16,1 0 0 0,-3 0 3 0,2 0 1 15,-2 0 2-15,3 0-2 0,-3 0-1 16,2 0 3-16,-2 0-7 0,1 0 3 0,-1 0-4 16,0 0 3-16,2 0-4 0,-2 0-1 0,3 0 0 15,-2 0 0-15,2 0-1 0,-1 0 1 16,1-2-1-16,0 2 1 0,-1 0 0 0,1 0-1 15,-1 0 3-15,1 0-5 0,-1 0 5 0,-1 0-3 16,1 0-2-16,-2 0 1 0,3 0-3 16,-3 0 4-16,1 0 0 0,-1 0 1 0,0 0 1 15,0 0 3-15,0 0-1 0,2 0 1 16,-1 2-2-16,-1-2 0 0,0 0 1 0,0 1 1 16,2-1 4-16,0 2-1 0,-1-1 2 15,1 0-4-15,0 1 0 0,-1-2 1 0,2 2-6 16,-1-1 1-16,0 0-1 0,-1 1 0 0,2-2 0 15,-3 2-2-15,2-2 3 0,1 0 0 0,-2 1 2 16,-1-1 3-16,0 0 6 0,0 0 4 0,0 0 9 16,0 0 7-16,0 0 10 0,0-1 7 15,0 1-1-15,0 0 3 0,0 0-11 0,0 0-8 16,0 0-7-16,0 0-10 0,0 0-7 16,2 0-6-16,-1 0 0 0,-1 0-3 0,0 0 0 15,2 0 5-15,0-2 2 0,-1 0-2 0,1 1 1 16,1 0 0-16,0-3 0 0,-1 3-8 0,1-2-6 15,2 2 7-15,-1-2-2 0,-2 0 2 16,1-1-1-16,0 1 4 0,1 1 9 0,0-1-8 16,-2 0-1-16,3 0 1 0,-2 0 0 15,0 2-4-15,3-4-1 0,-1 2 0 0,0 0 7 16,1-3-2-16,-1 2 2 0,4 0-1 0,-1-1 3 16,-1-1 1-16,2 0-2 0,0 1-2 15,-1-3 0-15,2 2 0 0,1 0-5 0,-3 0 3 16,2 0 1-16,0 0 0 0,-2-1-1 15,2 3 0-15,-2-1 1 0,1-1-7 0,-1 1-3 16,0 0 1-16,0 1 6 0,1 0 0 0,-2-1 1 16,-1 2 6-16,-1-1 3 0,3 1 0 15,-4 0-5-15,1 0 4 0,2 0-3 0,-2 0-6 16,-1 0 1-16,4 0-4 0,-2 0 9 16,-1-3-8-16,2 2 0 0,-1 0 3 0,1-1 0 15,2-1 4-15,-3 0-7 0,2 1 4 0,1-1 1 16,-2-2-1-16,1 2-5 0,0-1-2 0,-1 1 8 15,3 0-4-15,-2-2 2 0,1 0-1 16,1-1 3-16,-2 2 3 0,1 1-4 0,0-2 3 16,-1 4-4-16,1-2 0 0,-2 2-5 15,-1 0-1-15,-1 0 0 0,2 1-1 0,-4 0 6 16,2 0-1-16,-2 2 0 0,1 0 2 16,-1-1 4-16,1 0 2 0,-1 0-6 0,0-1 1 15,0 1 4-15,2-2-7 0,0 0-2 0,2 0-1 16,0-2 6-16,1 1-2 0,3-1-1 15,-2 0-1-15,1 0 3 0,2 0-1 0,-2 0-5 16,3 0 1-16,1 1-1 0,-1-1 0 0,2 0-3 16,-2 1 3-16,4-1 0 0,-2 0 2 15,0 0-1-15,1-1-1 0,1 3 5 0,0 0-1 16,0-2 0-16,-1 0 4 0,1 1-1 0,-1 1 0 16,3-2 0-16,0 2-2 0,-2-2 3 15,4-1 2-15,-2 1 3 0,3-1-4 0,2-1 2 16,-1 1-3-16,1-2-2 0,3 1-7 15,0-1 4-15,1 1 4 0,-1-3-2 0,3 3 2 16,-1-2 2-16,-1 0 1 0,0 2-1 0,2-1 5 16,-1 0-5-16,-1-1-1 0,2-1-1 15,-2 3 0-15,0-1-7 0,2 0 0 0,-3 0 3 16,1 0 1-16,1 2-5 0,-1-2 8 0,-1 0 1 16,-2-1-2-16,2 3 5 0,-1-1 2 15,1 1-5-15,-1 0-3 0,1-1-1 0,2 1 0 16,-3 1-2-16,4-2 5 0,-3 0 5 0,3-1 1 15,-1 2 0-15,2-2 0 0,-2 0 3 16,4 1-1-16,-1-3-5 0,-1 2-4 0,2-2 4 16,-1-1-4-16,0 2-1 0,-1-3-4 0,1 2 0 15,1-1 0-15,-3 1-6 0,2-2 3 0,-2 2 2 16,0-1-3-16,-2 0 7 0,1 0 7 16,-1 1 6-16,0-1-2 0,0-1-3 0,-1 0-2 15,1 1-6-15,-1 0-2 0,2-1-1 16,-3-2-1-16,3 2 2 0,-1-2 2 0,2-1 2 15,0 1 3-15,0-3 0 0,2 3-1 0,-1-3 0 16,0 0 0-16,0-1 2 0,-1 0-6 16,2 0 2-16,-1 0 0 0,-1-2-3 0,1 0-3 15,-1 2 4-15,0 0 0 0,-2-1-5 0,1 1 7 16,-1 1-2-16,2-1 2 0,-1 0 0 16,-1 1 0-16,1 0 7 0,-1 0-5 0,2 1 3 15,0 1 4-15,2-2 2 0,-1 3-6 0,1-2 3 16,1 4-1-16,1-4-2 0,-3 3-5 0,2 0-4 15,-1 3 4-15,-4-1-5 0,1-1-17 0,-4 4-21 16,-3 0-31-16,-3 0-83 0,-3 2-126 0,-5 1-148 16,-6 2-266-16,1 2-262 0,-6 2-222 15,-6 2 35-15,-2 0 334 0,-5 3 396 0</inkml:trace>
  <inkml:trace contextRef="#ctx0" brushRef="#br0" timeOffset="28013.93">9744 4131 111 0,'2'0'336'0,"-2"0"159"16,2 0 133-16,-2 1-90 0,0-1-133 15,2 0-66-15,-2 2 2 0,0-2 10 0,0 1 3 16,0-1-25-16,2 0-29 0,-2 0-29 16,0 0-33-16,0 0-33 0,0 0-32 0,0 0-30 15,0 0-23-15,-2 0-14 0,2 2-14 0,-2-2-2 16,0 1-1-16,0 1 1 0,-1 0-10 15,-2 2-15-15,2-2-9 0,-2 3-12 0,2 3-18 16,-1 2-12-16,1 1-7 0,-3 3-1 0,3 3 2 16,0 2-7-16,1 4-1 0,1 3 6 15,-1 0 16-15,2 2 12 0,0 3 4 16,0-1 5-16,2 2 1 0,-1 1 0 0,1-1-16 16,1 1-10-16,2-2-8 0,1-2-6 0,-1 0-1 15,0-2-4-15,1-2 0 0,0 0-1 16,2-4 1-16,0 0 2 0,-2-3 1 0,1-2 2 15,-1-2 0-15,0-3 0 0,-1-1-1 0,0-2 1 16,-2-2-1-16,0 0-3 0,-1-1 3 0,1-4 2 16,0 1 7-16,0-2-4 0,2-3 3 15,-2-2 2-15,0-2-6 0,0 0-20 0,2-4-52 16,-1 1-44-16,0-2-69 0,-2-3-135 16,2 2-187-16,-1-1-293 0,1 0-237 0,-1 3-228 15,0 0-22-15,-3-1 404 0,3 3 478 0</inkml:trace>
  <inkml:trace contextRef="#ctx0" brushRef="#br0" timeOffset="34832.86">8789 15329 69 0,'-3'-11'387'16,"-4"1"242"-16,-1 0 162 0,-2 3-45 0,0-1-256 15,-1 1-145-15,-2 1-57 0,-1 1-16 0,0 1 0 16,-1 1-2-16,1 0-29 0,-3 0-40 16,0 1-47-16,-1 1-36 0,-1 0-27 0,0-1-21 15,-3 2-8-15,0 0-2 0,-3 2-9 16,-2-1-6-16,1 2-6 0,-1 1-4 0,-1 1 0 15,-2 0-8-15,0 5-1 16,2 0 4-16,-3 2 7 0,0 2 8 0,1 3-3 0,-2 0 4 16,2 3-4-16,0 1-1 0,0 4-5 15,3 0-2-15,1 6 0 0,0 0-6 0,5 4 7 16,1-1-11-16,4 0-7 0,0 2-7 0,7 3-4 16,2-3 1-16,3 3-9 0,4-1-4 15,6 1-1-15,4 0 4 0,2-1 1 0,6 1-2 16,2-3 7-16,2-2 6 0,5-2-4 0,3-2 2 15,5-3-2-15,4-4 0 0,3-4-3 0,2-6 2 16,5-4 1-16,1-4-3 0,1-7-4 0,1-7-1 16,2-4-4-16,-3-7-4 0,-1-4 3 15,-1-6 2-15,-5-3 5 0,-1-3 7 0,-5-3 7 16,-2-1 3-16,-4-2 3 0,-5-1-6 0,-5-1-2 16,-1 0-2-16,-7 2-5 0,-5 1-4 15,-5 0 3-15,-8 0 2 0,-4 4 0 0,-7-1 0 16,-6 4-7-16,-6 2-27 0,-6 0-35 15,-5 6-22-15,-3 2-32 0,-5 6-52 0,0 4-79 16,-4 7-77-16,2 5-100 0,1 7-223 0,4 6-256 16,5 9-162-16,2 6 25 0,3 2 260 15,3 6 345-15</inkml:trace>
  <inkml:trace contextRef="#ctx0" brushRef="#br0" timeOffset="50117.72">7338 2106 117 0,'1'1'327'0,"-4"2"142"0,-2 0 107 0,0 3-179 15,0 0-171-15,1 5-97 0,-4 2-37 0,0 7-9 16,0 5 41-16,0 1 21 0,-3 6 24 0,2 6 24 15,-4 3 3-15,5 5-6 0,-3 2-39 0,3 6-15 16,-1 5-22-16,2 2-15 0,1 4 16 0,1 3 1 16,2-1 5-16,1 5 23 15,2 1 20-15,0-1 3 0,3 0-21 0,2 3-13 0,0 0-13 16,0 3-28-16,1 0-23 0,2-1-19 16,-3 4-5-16,-2-1-3 0,0 2-3 0,-1-1-8 15,-2-2-4-15,-2 2-2 0,-1 0-11 16,-2-3-7-16,0 1-10 0,-2-2 6 0,0-1 0 15,-1-1 3-15,2-1-2 0,-2 1 4 0,0-3 4 16,2 0-5-16,1 0-3 0,0-1-2 0,-1-4 5 16,3 1 0-16,2-6-1 0,-1-1 2 15,4-4 2-15,-1-5 0 0,2 0-3 0,3-5 3 16,1-2-4-16,1-3-3 0,1-1 1 0,4-4-2 16,0-3 0-16,2-3 0 0,1-3-2 0,6-2 2 15,0-2-2-15,2-3 1 0,5-3-1 16,1-3 1-16,3 0 3 0,5-4-3 0,1 0 0 15,4-4-1-15,1 0 1 0,4-1-3 16,2-1-1-16,1-3 0 0,1 2-2 0,3-3 1 16,2 2 5-16,0-1 2 0,3 0 3 15,3 0 1-15,2-1 1 0,3 2-2 0,1-2-6 16,3 1-4-16,2 1 0 0,-1-1-2 0,6-1-4 16,-3 1 6-16,5 1 1 0,2-3 5 15,3 1 4-15,-1-1-2 0,6-1 7 0,0 1-3 16,1-2-7-16,1 1 5 0,2-1-3 0,4 1 4 15,-1-1 4-15,5-1-4 0,0 1 7 16,3 1-7-16,0 1-4 0,0-1 1 0,0 1-2 16,3-2 4-16,0 2 0 0,3 0-3 15,4 0 5-15,-4-1-6 0,2 1 0 0,-2-2 3 16,-1 1 1-16,1-2 2 0,2 1-1 0,-2 1 3 16,2 0-3-16,1-1-10 0,-4 0 1 15,1 0 2-15,-4 2 2 0,2 0 4 0,1 0-1 16,-2 0 4-16,3 0-6 0,-2 0-7 0,-3 0 2 15,1 2 5-15,-3 0-1 0,0 0 3 0,2-1 4 16,-1-1 4-16,-1 0-6 0,2 0-8 16,-4-1 1-16,-2-1 3 0,-1 0-2 0,-2 0 1 15,0-2 0-15,-1 0 4 0,-3 1 0 0,1 1-4 16,-5-3-3-16,-1 4-8 0,-5 0 4 16,-2-3 4-16,-8 4 0 0,-1 0 3 0,-1 0 4 15,-2 0 7-15,-3 0-8 0,-2 0-2 0,-4 2 1 16,-2 0-5-16,-3-1-5 0,0 0 2 15,-3 1 3-15,-2 1 0 0,-2-3-3 0,0 2 2 16,-1-2 2-16,-6 3 2 0,2-3-1 16,-6 0 0-16,2 0 2 0,-5-3 0 0,3 3 1 15,-5-2 2-15,-2-4 0 0,-1 1-3 0,-3-1 0 16,-1-2 1-16,1-3-1 0,-2 1-2 0,-1-4 0 16,-1-1 3-16,0-3-1 0,-1-3 2 15,0 0 0-15,0-3-5 0,-1-1 2 16,1-3-1-16,0-3 10 0,0-3 17 0,2-1 25 15,1-2 23-15,-2-6 16 0,0 0 17 0,1-2 6 16,-2-3-10-16,0-1-13 0,-5-2-13 0,2-3-14 16,-3-1-14-16,1-3-17 0,-1-3-9 15,1-4-6-15,1-2-4 0,-2-6-5 0,2-3-1 16,0-5-1-16,3-3 0 0,-1-5-2 16,-1-1-3-16,3-6 11 0,-1-1 5 0,-4-2 5 15,4 1 2-15,-5-2-1 0,-1 1-2 0,-2 3-9 16,0 4-6-16,-4-2 1 0,-1 6-8 0,1 1-3 15,-4 1 0-15,0 1-2 0,-2 2-3 16,0 1 1-16,-1 0 6 0,1 1 1 0,0 2 5 16,-1 1-3-16,1 3-3 0,3 3-5 0,-1 3-4 15,-2 5 2-15,2 7-5 0,-2 1 6 0,1 6 3 16,-3 6 1-16,1 1 2 0,-4 4 0 16,1 5 2-16,-6 5-1 0,1-1 1 0,-2 7 0 15,-6 2 1-15,-1 4-2 0,-5 3 0 0,-2 4 9 16,-5 4-5-16,-3 4-1 0,-3 2-1 15,-4 4 2-15,-2 2 1 0,-3 2-7 0,-2 2 2 0,-2 2 2 16,-3 0 0-16,-1 0-2 0,1 1-1 16,-2-1-1-16,-2 2 1 0,0-4-3 0,-2 2 2 15,-2-1 5-15,2-2 0 0,-4 0-1 0,2-2 2 16,-5-2-1-16,2-1 3 0,-6-1-9 0,3-1 3 16,-3 1 1-16,-4-3-1 0,-1 1 0 0,-3 1 1 15,-1-1 1-15,-4-1 1 0,1 2 1 0,-4 0-2 16,-3 0 1-16,-1 0 0 0,-4 1-2 15,-1 0-3-15,-7 0-1 0,1 1 2 0,-2 0 2 16,-3 1-2-16,-2 0 3 0,1-1 0 0,-1 0 0 16,-5 1-3-16,4 0 3 0,-5-1 1 0,2 0-2 15,-1 1 0-15,2-3 0 0,-4 1 1 16,1-2-7-16,0 2-1 0,1 1 3 0,2-4 1 16,-1 2 2-16,1-2 0 0,-2 0 0 0,-1 0 1 15,0-2-2-15,0 2-2 0,0-4 0 0,1 1 3 16,-2 2 0-16,2-4 2 0,-2 0-1 0,-1 1 1 15,1 1-3-15,-2-2-3 0,-1 3 0 0,0 0 1 16,0 0 0-16,0 1 0 0,-2 1 2 16,1 1-1-16,-2 3-3 0,0-2 3 0,1 3 1 0,0 1 0 15,0 0 1-15,3 0 1 0,-2 1 1 16,2 3-6-16,1-1 1 0,1 3 1 0,2-2 1 16,2 2 1-16,-1 2 0 0,2-2 2 0,3 1-4 15,0 1-1-15,1-1 3 0,2 0-1 0,2 1-1 16,3 0 0-16,0-3 1 0,4 2 1 0,-1-3-5 15,3 1 1-15,1-2 8 0,3-1 5 0,2 2 2 16,1-3-1-16,3-1 1 0,3 2 1 16,3-2-18-16,1-1-16 0,2 3-51 0,4-2-59 15,1 3-76-15,0 0-132 0,2 3-189 0,1 2-309 16,0 1-262-16,4 1-219 0,-1 2-38 0,1 0 404 16,1 3 528-16</inkml:trace>
  <inkml:trace contextRef="#ctx0" brushRef="#br0" timeOffset="64071.94">7304 10905 154 0,'0'-9'566'16,"0"2"309"-16,0-1 125 0,0 3-63 15,-1 3-375-15,1-2-173 0,0 3-96 0,0 0-52 16,0 2-34-16,1 0-36 0,-1 5-37 0,2 3-36 16,1 5-22-16,3 5-10 0,0 6 5 15,2 3 35-15,4 7 23 0,0 3 36 0,4 5 12 16,1 7-5-16,1 3-10 0,4 2-29 15,0 6-23-15,3-2-35 0,-1 4-20 0,2 0-7 16,0 0-5-16,1 2-8 0,2-2-6 16,-3 1-4-16,1-1-2 0,0 1-5 0,0 2-4 15,0-2 2-15,-2-1 0 0,2 2 0 0,-2-3 2 16,-1 1 1-16,-1 2-1 0,0-2-2 16,-1 1-2-16,-1-1-1 0,-1-2-4 0,2 3-1 15,-2-4 0-15,0 0-3 0,0-2-1 0,1-2 0 16,1 1-1-16,0-1 1 0,-1-3-1 0,1 2-1 15,0 0 0-15,3 1 1 0,-1-3-1 16,-2 1-2-16,2-1 1 0,0 1-1 16,-1-4 0-16,0 3 0 0,0-3 0 0,-1-1 2 15,-2-1 0-15,0 0 1 0,0-3 2 0,-2 2-2 16,-1-2 0-16,-1 1-1 0,0-2 0 16,-2 1-1-16,2-2-3 0,-3 0 2 0,1 1 0 15,-3-2-3-15,3-1 2 0,-3-1-1 0,0-2 1 16,2-1-1-16,-2-2 2 0,0-1 2 0,3-1-2 15,-2 0 2-15,1-1-1 0,0-1-1 16,0-2 0-16,-2 2 0 0,2-2 0 0,-1-1 0 16,1-1-2-16,-1 1 2 0,0 0 0 15,-1-3 0-15,0 2 0 0,-2-4 0 0,1-1 1 16,-1-1 0-16,-1-2-1 0,0-2 0 0,-3-2 0 16,1-1 0-16,-1-4 0 0,-1-2 0 15,-2 0-1-15,1-2 1 0,-1-2-1 0,-2-1 1 16,3 0 0-16,-3-2 0 0,0 2 0 0,0-1 2 15,2-1-1-15,-1-1 3 0,-1 2-1 0,0-1 1 16,0 1 0-16,0-2-1 0,2 1-1 16,-2 1 0-16,0 1-1 0,2-2-1 0,-2 2-1 15,1-1 1-15,-1-1 0 0,0 2-1 16,2-3 0-16,-1 1 1 0,1-1 0 0,2 0-1 16,-1-1 1-16,-1-3 2 0,1-2 0 15,-1-3 1-15,1-3 0 0,-1-4 1 0,-1-5 0 0,1-1 0 16,0-6 1-16,-1-5-2 0,-1-4 0 15,2-9 0-15,-1-2 1 0,-1-8 1 0,2-5 1 16,1-9 0-16,-2-11 0 0,1-11-2 16,-2-15-4-16,1-11 0 0,3-14 0 0,-1-22-3 0,3-19 3 15,4-25 2-15,4-15 0 0,4-10-1 16,5-5 2-16,4 6 1 0,0 14-2 0,1 21 2 16,-3 18 4-16,-5 22 0 0,-5 18-1 0,-7 17 1 15,-6 18 1-15,-5 15-2 0,-4 10-3 16,-2 11-2-16,-4 12-6 0,0 7-12 0,0 10-24 15,-2 8-75-15,0 4-99 0,-2 8-203 0,-1 7-287 16,-3 6-343-16,2 5-407 0,-1 4-203 16,-2 3 277-16,2 3 784 0</inkml:trace>
  <inkml:trace contextRef="#ctx0" brushRef="#br0" timeOffset="65117.79">8740 14931 134 0,'-2'2'426'16,"2"-2"251"-16,-2 0 198 0,1 0-72 15,1 0-205-15,0 0-115 0,0 1-86 0,0-1-75 16,1 0-75-16,1 1-41 0,1 1-43 0,2-1-38 16,2 2-21-16,1 0-3 0,2 0 6 15,0-1-28-15,4 1-14 0,2-1 24 0,1-2 8 16,1 0-3-16,2 0-4 0,-2-2-5 0,4-1-5 15,2 0-29-15,-2-2-20 0,0 1-12 16,0 0-9-16,0-2-1 0,0 1-4 0,-3-1-5 16,0 3 0-16,-3-2-32 0,1 4-40 15,-2-1-45-15,-3 1-92 0,-2 1-143 0,-4 1-242 16,-1 2-260-16,1 2-244 0,-4 3-173 0,-2-2 152 16,-2 1 461-16</inkml:trace>
  <inkml:trace contextRef="#ctx0" brushRef="#br0" timeOffset="65779.88">8920 15202 145 0,'0'3'375'15,"0"0"162"-15,0-2 112 0,0 1-190 0,0-1-171 16,3 1-94-16,0 0-45 0,1-2-8 0,0 2 0 15,3-2 18-15,2 3 2 0,-1-6 10 16,3 3 24-16,3-2 7 0,1-2-1 0,0 1-6 16,1-2-6-16,3-3-18 0,0 0-41 0,0 0-29 15,1-3-16-15,-2 1-24 0,3-2-20 16,-3-1-17-16,0 3-9 0,-1-2-3 0,-1 2-6 16,-2 1-11-16,-1 0-55 0,-5 2-90 15,0-2-125-15,-4 5-275 0,-2-1-259 0,-2 1-210 16,-3 1-25-16,-3 2 244 0,-2-3 363 0</inkml:trace>
  <inkml:trace contextRef="#ctx0" brushRef="#br0" timeOffset="66069.19">8727 14838 39 0,'8'-4'413'0,"-2"0"273"0,-1 1 168 0,2 0 24 16,-1 0-358-16,3 0-206 0,-1 0-103 0,2-1-33 16,5-2-14-16,-2 0-11 0,6 0-13 15,0-3-33-15,3 2-33 0,2-4-29 0,4 0-13 16,-1-1-10-16,3-1-4 0,3-1-4 0,-1 0-5 15,1 1-55-15,-1-4-110 0,1 3-181 16,-3 0-284-16,0 4-234 0,-3 0-170 0,-6 2 70 16,-1 6 322-16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1:49:26.77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4071 2271 264 0,'3'-7'548'15,"-3"1"285"-15,0 0 199 0,-1 0-204 0,-1 2-175 0,-3-2-108 16,2 2-23-16,-2-1-48 0,-1 2-81 15,-2 0-76-15,0-1-60 0,0 1-50 0,-3-2-66 16,0 3-52-16,0 0-24 0,-3 0-19 0,1 2-6 16,-3 2-8-16,2 0-7 0,-3 2-3 0,2 2-5 15,-2 0-5-15,-1 3-4 0,1 3-2 0,1 1-3 16,1 1 1-16,0 7-1 0,1 0-7 0,3 1-2 16,-1 4-3-16,2 2-1 0,4 4-3 15,2-1-2-15,1 0 5 0,3 3 3 0,3-1 3 16,2-1 8-16,3 2 3 0,3-1 2 0,0-3 2 15,2 1 0-15,3-2 0 0,0-4-6 0,2 0-3 16,3-1-1-16,-2-4-1 0,5-2 0 16,-1 0-1-16,1-5 1 0,-2-3 1 0,2-3-8 15,1-2-4-15,2-4 0 0,-2-2 0 0,-2-5-2 0,2-3-1 16,0-2 8-16,-3-4 4 0,-1-3 4 16,1-1-1-16,-3-4 1 0,-1-3 2 0,0 1-1 15,-5-6-1-15,3 2 0 0,-5-2 1 0,-1-1 0 16,-1 1-1-16,-4 2 1 0,-2-2 1 0,-3 0 0 15,-3 1 5-15,-2 2 4 0,-6-2 1 0,1 0-4 16,-3 0-5-16,-2 2 0 0,-3-1-8 16,0 5-2-16,-3 3-2 0,0 3 4 0,-2 5 3 15,-1 4 0-15,-3 5 1 0,2 5 3 0,-1 4 1 16,-1 3 0-16,2 3 2 0,0 3 0 0,3 3 0 16,1 2-6-16,4 0-2 0,1-1-2 15,4 1-11-15,2 1-34 0,2-2-64 0,2 0-62 16,1 1-118-16,2-4-170 0,3 2-309 15,0-2-296-15,3 1-227 0,-1 1-131 0,4-3 316 16,0-3 551-16</inkml:trace>
  <inkml:trace contextRef="#ctx0" brushRef="#br0" timeOffset="464.02">4816 2167 288 0,'1'-14'680'0,"-2"3"352"15,-1 1 145-15,-3-1-272 0,2 2-147 0,-3 1-116 16,-1 2-129-16,1 2-103 0,-2-1-87 0,-1 4-61 16,-1-1-83-16,-1 2-66 0,-2 3-42 0,-1 2-24 15,0 1-15-15,-3 2-12 0,1 5-6 16,-3 0-6-16,1 4-2 0,-1 2-4 0,-1 5-3 16,2-1 2-16,1 5-7 0,1 1-1 0,1 2-1 15,2 3-1-15,-1 4 2 0,4-1-4 16,0 3 6-16,3 0 0 0,2-2 1 0,2-1 2 15,3-4-1-15,2-2 0 0,1 0-1 0,4-4 0 16,3-4 8-16,0 1 1 0,2-5 2 16,4-1 0-16,1-5 0 0,1 0-1 0,2-3-6 0,2-2-4 15,1-6-10-15,0 1-21 0,3-4-60 16,0-1-56-16,1-2-72 0,-3 0-113 0,3-2-167 16,0 1-237-16,1-1-231 0,-1-1-222 0,2 0-119 15,-3 0 225-15,3-4 482 0</inkml:trace>
  <inkml:trace contextRef="#ctx0" brushRef="#br0" timeOffset="864.64">5429 2171 13 0,'2'-16'413'16,"1"0"379"-16,-3 1 298 0,0-1 50 0,-3 3-312 0,1 0-204 15,-1-2-108-15,0 3-73 0,0-2-69 0,-1 2-64 16,-2 0-48-16,0 0-56 0,1 1-62 16,0 1-42-16,-3 3-24 0,0 1-16 0,-1 4-12 15,-2-3-8-15,0 5-8 0,-5 5-10 0,2 1-8 16,-5 7-7-16,-2 1-4 0,0 5-3 0,1 6-1 16,-3 3 5-16,2 5 1 0,0 4 4 15,1 1-4-15,2 6-3 0,1-1-1 16,3 2-4-16,1 2-4 0,4-1-3 0,2 1 4 15,4-5 2-15,1 3 0 0,5-4 1 0,2-4 0 16,3-2 2-16,2-3-1 0,4-2 0 0,0-2 0 16,5-3 4-16,0-5 1 0,2 2 1 0,1-6 0 15,3-1 0-15,2-1 0 0,1-4-5 0,0 0-2 16,2-4-1-16,0 0-4 0,0-4-13 0,0 2-12 16,1-4-36-16,-1 1-70 0,2-1-77 15,-2-1-130-15,-1 1-207 0,-1-2-311 0,0 0-309 16,-1 1-212-16,0-2-52 0,-2-1 448 0,-1-1 581 15</inkml:trace>
  <inkml:trace contextRef="#ctx0" brushRef="#br0" timeOffset="1456.06">6501 2114 326 0,'-3'0'752'0,"3"0"296"0,-2 0 37 16,2 0-308-16,0 0-253 0,2 0-201 0,-2 0-99 15,3 2-35-15,0 1-14 0,2-3 6 0,4 2-6 0,1-2-6 16,1 0-35-16,5 0-33 0,1-2-20 15,2-1 20-15,3 0 3 0,-1-2-5 16,4-1-13-16,0 0-7 0,1-1-7 0,-1 0-40 16,-3-1-13-16,2-1-6 0,0 1 6 15,-4 1-1-15,-1 3 2 0,0-3-4 0,-6 6-44 16,-1 0-62-16,-4 2-74 0,-3 5-160 0,-3 0-268 16,-6 5-308-16,-2 2-288 0,-5 4-211 0,-5 0 69 15,-4 5 594-15</inkml:trace>
  <inkml:trace contextRef="#ctx0" brushRef="#br0" timeOffset="1712.92">6379 2521 279 0,'4'2'932'0,"-1"-1"372"0,-2-1-42 0,4 2-200 0,-2-1-467 16,0 1-239-16,2-2-107 0,1 1-55 0,2 1-19 15,3-2 8-15,0 0-14 0,3 0-41 0,1 0-33 16,2 0-16-16,1 0-23 0,4-2-33 16,1 1-15-16,1 1-8 0,3-2-7 0,0-1-3 15,3 2 6-15,2-1 9 0,-1 0 7 16,1 0 1-16,1-1-18 0,-1 0-69 16,-2 1-76-16,0 0-161 0,-3 2-292 0,-2 0-317 0,-3 4-352 15,-3 0-218-15,-2 2 84 0,-4 5 642 0</inkml:trace>
  <inkml:trace contextRef="#ctx0" brushRef="#br0" timeOffset="10860.69">8773 939 161 0,'2'0'365'0,"-2"-1"159"0,0-1 114 16,0 2-153-16,0 2-91 0,0-1-11 0,0 0 22 15,0 3 37-15,0-3-3 0,0 0-39 0,0-1-63 16,0 0-68-16,0 0-64 0,0-1-62 0,1 0-33 15,-1-1-23-15,0 0-10 0,0 2 0 16,0 0 4-16,0 2 5 0,0 0-2 0,0-1 6 16,0 0 2-16,0 2-14 0,0-1-12 0,2-1-16 15,-2 2-7-15,1 2-15 0,-1 2-10 0,2 3-12 0,0 2-9 16,-1 4 0-16,-1 0 15 0,2 4 10 16,-2 2 2-16,1 1 11 0,-1 2 9 0,0 2 3 15,0 4-2-15,-1-2-4 0,1 1-1 0,-2 2 4 16,1-1 1-16,-1-1 0 0,0-1-16 0,-1-1-6 15,3-3-5-15,-1 1-10 0,-1-3-5 16,2-1-5-16,0-4 2 0,0-2 0 0,2 0 3 16,-1-6-2-16,-1 0-1 0,2-3-2 0,-1-1-3 15,1-3-2-15,1 0 0 0,2-3-1 0,1-3 4 16,0-2 4-16,2-4 2 0,0-4 2 0,3-1 1 16,0-5 1-16,1-3 2 0,0-1 0 0,3-5-1 15,0 0-6-15,0-2-6 0,0 0 0 16,1-1-4-16,1-1-2 0,-1 1-3 0,3-1 5 0,-3 2 5 15,1 0 0-15,-1 2 0 0,0 2 1 0,0 2 3 16,-5 1 0-16,0 3 1 0,0 2 2 0,-3 3 2 16,-2 3-1-16,-1 0 7 0,-2 3 9 0,-1 1 12 15,2 2 5-15,-4 2 4 0,-4 0-1 0,2 2-5 16,-2 0-9-16,-1 2-12 0,0 2-7 16,-2 0-2-16,-2 2-5 0,3 0-1 0,-4 4 0 0,2 1-2 15,-1 3 1-15,-1 1 0 0,2 2 0 16,-1 3 1-16,0 1-1 0,1 4 1 0,1-2 1 15,-2 2-2-15,4 0 1 0,0-1 0 0,2 2-1 16,0-2 1-16,1-1-1 0,2 2 0 0,2-2 1 16,1-2-1-16,2 0 1 0,0-3-3 0,1-1 1 15,3-1-1-15,-1-2 7 0,1-1 2 0,1 0 2 16,1-3-3-16,1-1-3 0,0-1 1 0,1-3-11 16,2 0-5-16,0-2-31 0,-1-1-55 0,0 0-51 15,2-1-62-15,-3-2-109 0,-2-2-155 0,1 1-172 16,-2-2-234-16,0 0-221 0,0 0-171 0,-3-2 150 15,-1 2 408-15</inkml:trace>
  <inkml:trace contextRef="#ctx0" brushRef="#br0" timeOffset="11591.7">9399 961 108 0,'0'0'420'0,"2"0"252"0,-2 0 173 0,0 2-90 15,0-1-203-15,0 1-128 0,0 1-86 0,0-1-64 16,0 4-31-16,0 3-22 0,0-1-30 0,0 1-37 16,0 2-23-16,2 3-7 0,-1 4-5 0,1 2-1 15,-1 4-5-15,-1 3 7 0,0 2 9 0,0 3-6 16,0 2-12-16,-1 0-22 0,1 2-16 0,0-1-19 15,0-2-24-15,1-3-13 0,-1 0-11 0,3-3-3 16,-1-5-2-16,-1-1-3 0,1-3-3 16,-1-3-1-16,1-3 4 0,-2-3-1 0,3-1-3 15,-3-4 6-15,0 1 0 0,0-4 7 0,3-4 3 16,-3-2 3-16,2-3 1 0,0-7-1 0,-1 0 2 16,3-3-2-16,-3-5-1 0,2-3 0 0,0 0-1 15,-1-4-8-15,-1-3-8 0,2 0-7 16,-1-3-1-16,3 0-4 0,-2 2-3 0,0-1 18 15,1 3 11-15,0 1 7 0,1 4-4 0,-1 2-1 16,0 2 4-16,-1 2-11 0,2 3-10 0,0 1-1 16,-1 4 1-16,4 1 0 0,-3 1-4 0,1 1-1 15,1 4 3-15,-1 0 0 0,3 3 0 0,-1 1 2 16,0 0-1-16,3-1 7 0,-1 6-1 0,-1-1-3 16,2 0 4-16,-3 2 0 0,3 1 0 0,0-1-2 15,-3 2 1-15,3 0 0 0,-3 0 0 0,3 0 1 16,-3 0 2-16,0 0 0 0,1 0-1 0,-1 0 6 15,-3 0 2-15,2 0 12 0,-3 0 22 0,2 1 25 16,-4-1 20-16,-1 1 6 0,-2 0-1 0,-1 2-8 16,-4 0-26-16,0 2-23 0,0 2-16 0,-4-2-13 15,-2 1-6-15,-3 3-4 0,1-2 3 0,-2 3 2 16,-3-2-1-16,3 1 1 0,-1 0-1 16,1 0 0-16,0 1-1 0,4-3 0 0,-1-1-4 15,4-2 1-15,0 2 1 0,2 0-1 0,2-1 0 16,2-3-1-16,1 3 1 0,1 2-1 0,1-3-2 15,1-1 2-15,1 1-1 0,4 0-2 0,0 0 2 16,1-1 8-16,-1-2 5 0,4 1 1 0,1 0 2 16,-2-3 2-16,2-1-1 0,3 1-8 0,-2-2-4 15,3-1 0-15,-2-2-4 0,4-2-7 0,-2 1-33 16,2-6-57-16,-1 3-52 0,1-3-83 0,-2-3-138 16,0-1-184-16,-2 1-281 0,4-3-227 0,-2 1-211 15,0-1 9-15,-2-1 407 0,1 1 457 0</inkml:trace>
  <inkml:trace contextRef="#ctx0" brushRef="#br0" timeOffset="11936.03">9967 1152 243 0,'1'15'564'0,"-1"1"237"0,0 1 142 0,2 2-127 16,-1 1-181-16,-1 1-149 0,2 0-90 0,1-2-58 15,0 0-69-15,1-5-98 0,2-1-70 0,3-1-46 16,-1-1-27-16,2-5-13 0,4-1-3 15,-3-2 2-15,5-2-1 0,-2-2-2 0,3-2 3 16,-1-2-5-16,2-1-2 0,-2-1-7 0,-1-3 0 16,1-1-2-16,-2-3-1 0,-1 1 3 15,1-2-2-15,-4-2 1 0,-2 1 1 0,-2-1 0 0,-3 1-3 16,-1-1 1-16,-4 1 2 0,-1-1-1 0,-3 1-1 16,-4-1-2-16,-4 0 5 0,-2 1 5 15,-1 1-3-15,-4 2 4 0,1-1 0 0,-2 5 1 16,1 4 0-16,-1 1 5 0,1 4 4 0,1 5-1 15,2 2-2-15,1 2-2 0,4 5 1 0,-1 1-7 16,5-1-3-16,1 6-3 0,1 0-4 0,2-1 0 16,1 2-6-16,2-1-17 0,4-1-37 0,0-2-87 15,2-1-146-15,1-1-249 0,0-1-281 0,1-2-258 16,4-2-163-16,2-1 187 0,1-3 470 0</inkml:trace>
  <inkml:trace contextRef="#ctx0" brushRef="#br0" timeOffset="12293.25">10473 914 195 0,'0'5'528'0,"-2"-3"270"0,2 4 150 0,-1-1-148 16,1 1-181-16,-2 0-129 0,2 1-99 0,0 0-53 16,0 2-38-16,0 5-49 0,0 1-52 0,0 4-42 15,0 4-14-15,0 2-14 0,0 4-20 0,0 2-25 16,0 4-22-16,-2 1-15 0,1 3-20 15,-1-1-22-15,2 4-8 0,-2-4 0 0,4 0-7 16,-2-6-36-16,3 2-37 0,-1-6-40 0,-2-4-97 16,2-3-137-16,-2-3-181 0,-2-3-262 0,2-3-246 15,-2-3-186-15,-1-2 117 0,-2-5 388 16</inkml:trace>
  <inkml:trace contextRef="#ctx0" brushRef="#br0" timeOffset="12540.92">10207 919 88 0,'3'0'468'0,"-1"0"276"0,-1 0 150 0,2 0-68 0,2 0-328 16,0 0-187-16,3 0-79 0,4 0-33 0,0 2-18 15,2-2 47-15,0 0 29 0,5 0-35 16,0 0-48-16,3 0-25 0,0 0-16 0,1 0-53 0,0 3-42 15,1-3-20-15,1 1-11 0,0 1-6 16,-1-1 1-16,0 3-3 0,1-2-7 0,-1 3-52 16,-3-2-125-16,-1 0-170 0,0 1-294 0,-3 0-271 15,1 3-243-15,-5-1-31 0,1-1 364 0</inkml:trace>
  <inkml:trace contextRef="#ctx0" brushRef="#br0" timeOffset="14770.89">10953 1027 136 0,'2'0'398'0,"-2"1"189"0,-2 1 125 0,1 3-161 16,-1-1-211-16,-1 3-105 0,2 4-32 0,-1 3 0 15,-1 4 10-15,0 3 9 0,-1 1 17 0,1 5-21 16,-2 3-38-16,1 2-40 0,-4 0 19 0,2 4 11 15,-1 1-14-15,1-2-10 0,-1-1-6 0,-2-2-8 16,4-2-43-16,-1-5-33 0,4-5-20 0,-3-3-15 16,4-3-12-16,-1-3-2 0,1-3-6 0,-2-2 2 15,3-3-1-15,0-1 0 0,0-5-1 16,0-4 4-16,0-4-1 0,3-4 0 0,-2-5 0 16,2-5 0-16,-1-4-13 0,1-3-9 0,-1 0-5 15,1-5-2-15,0 0-3 0,-1 1 0 0,0 1 15 16,-1 2 2-16,1 0 6 0,-1 5 3 0,-1 4 2 15,0 5 4-15,0 1 2 0,0 4 9 0,0 3 3 16,-1 3 0-16,1 2 1 0,1 2-2 0,1 6 1 16,2 4-9-16,1 4-2 0,2 4-2 0,-1 4 0 15,4 3-2-15,2 6-6 0,-1-1 8 16,3 2 12-16,-1 2 6 0,-2 2 2 0,3-3 1 16,-1 2 1-16,1-5-4 0,-3-1-17 0,3 0-4 15,-4-5-2-15,1-3 0 0,-2-1 0 0,1-4 0 16,-2 0 2-16,-2-5-1 0,2-1 1 0,-3 0-2 15,0-3 15-15,-2-2 39 0,0-1 46 0,0-1 31 16,0-3 9-16,-1-5 5 0,1-2-11 0,0-5-35 16,-3-3-45-16,3-4-29 0,-3-2-14 0,0-5-9 15,-3-1-9-15,0-2-2 0,0-3 7 0,0-1 2 16,-2-1-5-16,0-1 0 0,2 2 5 16,0-1-5-16,1 4 1 0,-1 4 10 0,1 4 9 15,2 7 2-15,-4 3 3 0,4 2 2 0,-2 5-4 16,1 2-8-16,-1 6-19 0,2 2-8 0,0 6-36 15,0 0-42-15,0 4-52 0,2-1-87 0,-1 2-124 16,1-2-175-16,2 2-275 0,-2 1-246 0,4-2-181 16,-1-1 65-16,0-3 398 0</inkml:trace>
  <inkml:trace contextRef="#ctx0" brushRef="#br0" timeOffset="15141.69">11309 1178 6 0,'11'23'246'0,"0"0"143"0,-1 1 144 0,-1 1 63 0,2 1-146 16,-3 1-79-16,2-1-29 0,-1-3-25 15,-1 0-40-15,0-4-77 0,0-4-59 0,0-1-57 16,0-3-6-16,-2-4 17 0,3-2 39 0,-1-3 33 16,-1-3 19-16,-1-5 7 0,-1-5-29 0,3-3-29 15,-4-4-33-15,0-2-23 0,0-6-11 0,-2 1-3 16,0-2 5-16,-1-2-2 0,-2-1-11 0,-1-1-11 15,-1 0-11-15,-2 0-10 0,0 4-9 0,-4-1-4 16,4 1 1-16,-3 4 1 0,0 2 2 16,-3 4-2-16,3 3-2 0,-3 2 1 0,0 4-2 15,0 1-3-15,1 3-3 0,-3 4-3 0,0 4 2 16,-1 3-1-16,1 1 0 0,-3 4-3 0,3 2 2 16,1 3-10-16,-1 1 6 0,2 3 1 0,1 2 1 15,1-1 0-15,4 2-5 0,2 0 12 0,0-1-9 16,3 1-8-16,3-2-16 0,0-1-26 0,2-2-51 15,4-3-89-15,-1-1-110 0,2-4-108 0,4 0-193 16,0-4-258-16,-1-1-156 0,4-2 39 0,1-6 241 16,-1-2 285-16</inkml:trace>
  <inkml:trace contextRef="#ctx0" brushRef="#br0" timeOffset="15454.89">11816 919 168 0,'-3'-6'578'0,"-1"4"394"16,-1-2 192-16,-3 3-162 0,3-1-306 0,-1 0-211 15,-2 1-139-15,2 1-116 0,1 1-77 0,2 1-54 16,1 2-34-16,-1 2-24 0,3 1-19 0,3 5-15 16,0 1-1-16,2 2-7 0,2 1 2 0,2 3 1 15,1 0 2-15,-1 4-3 0,3 1 0 0,1 0 1 16,-1 1-2-16,0 0-3 0,1 0-2 0,-1-1 5 15,-2-1 0-15,-1 2 0 0,-1-5 0 0,0 3 11 16,-5-3 30-16,0 1 25 0,-3-2 16 0,0 1 16 16,-4-2 2-16,-3 0-10 0,-4-2-26 0,-1 1-25 15,-4-3-22-15,-2 0-45 0,-2-2-47 16,-2 0-46-16,-2-4-119 0,-3-2-165 0,-3-3-302 16,0-2-263-16,0-4-235 0,0-3-134 0,-2-6 334 15,4-5 506-15</inkml:trace>
  <inkml:trace contextRef="#ctx0" brushRef="#br0" timeOffset="15652.97">11686 677 183 0,'18'-16'763'0,"-6"6"403"0,-3 1 94 16,-3 0-135-16,1 4-392 0,-2 1-285 15,-2 1-150-15,1 3-68 0,-2 0-64 16,-1 3-44-16,-1 1-47 0,0 2-29 0,0 4-39 15,0 3-62-15,-1 0-66 0,-1 3-156 0,2 1-231 16,-3 1-301-16,3 3-290 0,3-1-228 0,-1 0 4 16,-1-1 512-16</inkml:trace>
  <inkml:trace contextRef="#ctx0" brushRef="#br0" timeOffset="16027.36">12315 1044 298 0,'1'-9'809'0,"-4"1"353"0,1 1 48 0,-1-2-266 0,-4 3-259 15,2 0-165-15,-2 1-114 0,1 5-71 0,-2-5-53 16,-1 5-43-16,-1 0-62 0,2 5-70 0,-4-3-40 16,1 4-32-16,-1 1-20 0,-2 5-11 0,3 2-6 15,-3 2-5-15,4 4-2 0,-1 1 3 0,1 3 6 16,1 1 0-16,3 3 0 0,0 3 0 0,1 1 7 16,1-1 4-16,2 2 0 0,0-2-1 0,4-1-1 15,0 1-2-15,2-6-6 0,2 0-5 0,1-4-3 16,2-2 2-16,-1-2-3 0,3-1-23 15,2-6-62-15,-1-3-61 0,0-2-95 0,0-4-161 16,-1-2-264-16,-1-4-309 0,1-2-233 16,-2-2-175-16,-1-5 167 0,0 1 535 0</inkml:trace>
  <inkml:trace contextRef="#ctx0" brushRef="#br0" timeOffset="16238.14">12204 392 261 0,'-3'0'859'0,"-3"8"344"15,-1 3-1-15,2 2-169 0,1 1-488 0,-1 4-280 16,2 0-134-16,1 3-64 0,2 1-29 16,2 0-21-16,1 0-9 0,2 2-9 0,2-3-66 15,2 3-136-15,-3-3-275 0,0-1-265 16,2 1-257-16,-2 1-221 0,1-3 106 0,-1 0 464 15</inkml:trace>
  <inkml:trace contextRef="#ctx0" brushRef="#br0" timeOffset="17896.39">13071 1077 149 0,'0'-6'358'0,"0"-1"169"0,0 4 121 0,0-2-104 16,0 3-93-16,0 2-3 0,1 0-4 0,-1 0-17 15,0 2-49-15,3-1-63 0,-3-1-71 0,0 4-87 16,3-1-60-16,-3 4-28 0,3 2-13 0,-1 3-5 16,1 3 12-16,2-1 11 0,2 6 12 15,-3 3 0-15,2 1 1 0,1 1-2 0,-1 6-12 0,-1-2-10 16,1 5-17-16,0-2-12 0,-1 3-11 16,2-1-10-16,-3-1-2 0,0 0-5 0,-1-3 6 15,-2-2 0-15,4-7-7 0,-4-3-2 0,1-1 0 16,-1-5 13-16,-1-4 8 0,2-2 7 0,-2-5 5 15,-2-5 2-15,2-5-5 0,0-6-7 0,0-5-12 16,-1-5-9-16,-1-5-3 0,2-4 6 0,-1 0 6 16,-2-7-9-16,1 0 4 0,1-2-3 15,-1-1-4-15,1 1-1 0,1 0-7 0,1 3 4 0,1 1-7 16,1 4 3-16,1 5 1 0,1 2-2 16,0 5 1-16,0 4-6 0,0 4 7 0,-1 3 2 15,6 3-2-15,-4 2 1 0,2 0 5 0,0 6 3 16,4 1 1-16,-2 1 1 0,4 2 2 0,-3 2 5 15,1 2 1-15,-2 1 3 0,1-1-4 0,1 2 8 16,-2 2 13-16,0 1 10 0,-2 0 15 0,1 0 11 16,-2 3 17-16,-1-2 4 0,-4 2-10 0,-1 0-10 15,-4 2-12-15,0 0-13 0,-4 1-17 0,0 2-11 16,-3-2-5-16,-1 1 4 0,-3-1-2 0,3-1 1 16,-5 0 1-16,3-2-1 0,1-3-1 15,-4 0-9-15,5-2-4 0,-2-2-3 0,2-1-4 0,3-1-10 16,-1-1-27-16,1-2-48 0,2 0-52 0,1 0-47 15,1-2-81-15,1-1-108 0,-1-1-101 0,2-2-96 16,2 0-201-16,2-2-238 0,4 1-111 0,-3-1 106 16,4-1 302-16,-1 1 334 0</inkml:trace>
  <inkml:trace contextRef="#ctx0" brushRef="#br0" timeOffset="18231.23">13453 1371 218 0,'11'23'463'0,"0"-3"188"0,-3 3 129 0,3-2-185 16,-1-1-134-16,2 0-63 0,-2-2-64 0,2-1-38 16,-2-4-48-16,1-1-62 0,1-3-22 0,-2-1-23 15,1-4-2-15,2-2 5 0,-2-1 2 16,-1-2 5-16,0-4-42 0,0-1-21 0,-2-1-16 16,3-4-13-16,-5-1-1 0,2-1-4 0,-1-2 19 15,0-2 22-15,-4-2 23 0,1-2 24 16,-3-1 6-16,-1-1-12 0,-5-3-25 0,1 0-24 0,-4-2-29 15,-2 1-24-15,-1-1-19 0,-3 2 7 16,1 1 7-16,-1 3 3 0,-2 3 0 0,1 5 0 16,-1 2 0-16,-1 4-13 0,0 5-10 0,2 1-5 15,0 4-4-15,2 5-5 0,1 1-1 0,1 1 1 0,4 3-2 16,0 0-5-16,5 0-24 0,1 1-49 16,2 0-48-16,1-1-49 0,3-3-76 0,0-1-107 15,4 1-105-15,-1-4-85 0,3-1-165 0,1-2-246 16,0-1-128-16,3-2 71 0,-2-5 269 0,3 0 332 15</inkml:trace>
  <inkml:trace contextRef="#ctx0" brushRef="#br0" timeOffset="18573.79">13829 1003 89 0,'8'-3'287'0,"2"2"126"0,-2-2 125 0,0 3-120 16,1 0-116-16,0-2-55 0,-1 2 29 0,1 2 56 15,0-2 30-15,-1 4 28 0,1-1-5 16,-1 1 3-16,1-3-43 0,-2 2-52 0,-1-1-53 16,-1-1-49-16,0 2-16 0,-1 1 3 0,1 2 5 15,0 0 18-15,-3 2 6 0,-1 1-11 0,-1 2-26 16,-3-1-36-16,0 5-31 0,-2 1-35 0,-3 2-23 16,0 1-10-16,0 5-4 0,-4-2-5 0,4 1-4 15,-2 2-3-15,2-1-2 0,-1 0-5 0,4-2-4 16,-1-1-6-16,3 0-4 0,-1-3-3 0,4-3-1 15,0 1-1-15,0-5 1 0,4 1 0 0,-1-2 0 16,0 0 1-16,4-1 1 0,-1-2 0 16,3 1 1-16,-1-2 0 0,2 0-5 0,0-1-18 15,0-1-41-15,0-1-59 0,1-2-55 0,-2-2-82 0,1-1-117 16,1-3-137-16,-5 0-179 0,2-4-226 0,2 2-217 16,-3-4-66-16,1 3 222 0,-1-1 406 15</inkml:trace>
  <inkml:trace contextRef="#ctx0" brushRef="#br0" timeOffset="18883.41">14078 1581 114 0,'3'0'422'0,"-1"-2"222"16,-1 0 149-16,2-4-57 0,3 1-179 0,1-4-103 16,-1-3-46-16,2-1-20 0,1-5-25 0,3-2-53 15,-3-3-68-15,5-4-56 0,1-3-44 0,2-1-34 16,0-1-24-16,2-2-16 0,3-1-12 0,-2-1-17 16,1 3-17-16,1-2-8 0,-4 6-3 0,1 1-8 15,-5 3-3-15,0 4-1 0,-1 2 1 0,-5 4-14 16,1 2-22-16,-4 5-31 0,-2 1-133 15,-4 1-165-15,-4 1-290 0,-1 2-267 0,-5 0-256 16,1 6-119-16,-5-2 360 0,0 2 482 0</inkml:trace>
  <inkml:trace contextRef="#ctx0" brushRef="#br0" timeOffset="19090.28">14161 1056 260 0,'4'5'766'0,"-3"-2"336"0,2 2 34 0,-3 0-243 16,2-1-335-16,0 1-261 0,-1 1-138 0,-1 3-67 16,3 0-31-16,-1 1-14 0,2 0-10 0,0 2-11 15,-3 4-10-15,4-1-6 0,1 1-3 0,-1 0-9 16,0 1-40-16,3 0-87 0,-4-1-136 16,4-1-188-16,1-1-286 0,0-1-250 0,3-2-126 15,0-2 155-15,3-2 384 0</inkml:trace>
  <inkml:trace contextRef="#ctx0" brushRef="#br0" timeOffset="19346.61">14759 1000 461 0,'-9'-1'972'0,"-7"-2"259"0,2 3-48 0,-5 0-296 15,-1 4-282-15,0 4-170 0,-2 1-87 16,3 4-55-16,-2 1-43 0,1 3-50 0,4 0-71 16,0 1-49-16,4 3-45 0,3 0-16 0,0 2-10 15,5 2 3-15,0 1 0 0,4 1-8 0,2 0 3 16,1-2-7-16,5 1-10 0,0-5-42 0,1-2-61 16,1-2-57-16,2-2-101 0,1-6-147 0,1 0-237 15,-1-5-267-15,-2 1-218 0,5-1-177 0,-5-3 155 16,3-1 456-16</inkml:trace>
  <inkml:trace contextRef="#ctx0" brushRef="#br0" timeOffset="19996.18">14923 1046 340 0,'3'-4'717'0,"-3"-2"293"0,2 3 98 15,-2 0-261-15,0 0-263 0,0-1-176 0,-2 0-100 16,2-1-66-16,0 2-55 0,0 1-57 0,0 1-36 16,0 0-23-16,0 1-25 0,2 0-19 0,0 1-4 15,1 2 17-15,2 5 19 0,1 0 21 16,3 4 12-16,-1 0 6 0,0 1-5 0,2 3 4 15,2 0-10-15,1 2-10 0,1 1-11 0,-1 3-7 16,1 0-7-16,0 3-16 0,1 5-16 0,1-2-8 16,-4 3-5-16,2 2-5 0,-4 1-3 0,2 3-1 15,-4 0 3-15,-1 2 4 0,-4 1 11 0,-1 1 9 16,-4 3 11-16,-1-1 4 0,-4 2-1 0,-3 0-1 16,-3 3-13-16,-2 0-6 0,-3 0-3 0,-4 0-1 15,1 0 2-15,-3-7-1 0,0-1 4 16,-1-5 1-16,4-7 2 0,-1-2-5 0,2-8 0 15,2-5-3-15,1-6-2 0,4-3-1 0,-1-9-4 16,3-5-3-16,0-7-2 0,5-4-1 0,1-6-2 16,2-7-1-16,3-6 0 0,3-3-2 0,2-3-1 15,1-4 1-15,5-2 0 0,0-1-1 16,5 1 2-16,-2-1 2 0,3 2 0 0,1 3 0 16,3 2 1-16,-3 4 1 0,0 3-5 0,2 4-11 15,-3 6-21-15,-2 2-52 0,-2 4-60 0,-2 4-68 16,-2 3-105-16,-4 2-159 0,2 6-222 0,-4 0-256 15,0 4-221-15,3 2-163 0,-3 2 171 0,0 2 483 16</inkml:trace>
  <inkml:trace contextRef="#ctx0" brushRef="#br0" timeOffset="20693.87">15472 986 330 0,'5'0'817'0,"-4"0"318"0,-1 1 18 0,0 1-294 15,0 3-299-15,0-3-223 0,0 4-127 0,-1 0-54 0,1 3-20 16,-3 4 1-16,3 2-1 0,0 3-6 0,-2 2-15 15,1 2-17-15,-1-1-16 0,2 2-26 0,-1-1-23 16,1 1-12-16,-2-1-11 0,0 0-8 0,2-2-4 16,0-1-3-16,-1 0 0 0,-1-4-22 15,2-2-30-15,0-1-35 0,0-3-73 0,-1-2-127 16,-3-2-196-16,1 0-281 0,1-4-254 0,-2 0-216 16,-4-2 26-16,3-1 414 0</inkml:trace>
  <inkml:trace contextRef="#ctx0" brushRef="#br0" timeOffset="20905.09">15501 671 165 0,'1'-1'814'0,"-1"1"433"15,-3 0 32-15,-3 3-183 0,-2 0-420 16,0 2-359-16,-1 1-166 0,1-1-84 0,-1 2-72 15,2-3-127-15,1 1-172 0,1 0-298 16,1-4-272-16,1 0-265 0,0-1-127 0,0-1 293 16,0 1 498-16</inkml:trace>
  <inkml:trace contextRef="#ctx0" brushRef="#br0" timeOffset="22817.6">8586 2092 106 0,'0'3'294'0,"-1"0"127"15,1-1 98-15,-2 0-169 0,2-2-138 0,0 2-67 16,0 0-23-16,0-2 7 0,0 0 17 16,0 0 5-16,0 0 1 0,0 0-12 0,0 0-20 15,0 0-37-15,2 0-30 0,-1 0-28 0,1 0-18 16,1 1-9-16,0 0 47 0,4 1 29 0,2 1 19 15,-1-2 10-15,3 4 73 0,3-3 66 16,2-2-20-16,1 4 5 0,1-2-3 0,4 1-6 16,0-1-59-16,3 0-16 0,-2 0 0 0,4 0-23 15,-1-1-11-15,3-1-12 0,-1 1-4 0,2-1-37 16,0 0-28-16,0 0-10 0,2-1-5 0,1 0 13 16,2-1 7-16,0-2 5 0,1 4 2 15,2-4-1-15,-2 1-3 0,1-1-14 0,-1 2-11 16,1-4-5-16,-1 1-6 0,0 3 2 0,-1-3-2 15,2 0-2-15,-3 1-1 0,1 1 0 0,0 0 3 16,-2 0 0-16,2 0 5 0,-2 1 3 0,-2 2-2 16,1 0-3-16,1 0-1 0,-1 2 0 15,0 0 1-15,1-1 2 0,0 1 4 0,0 1-1 16,-1-2-1-16,1 2 0 0,1 0-2 0,-1-2-4 16,-2 1-2-16,1 0 2 0,1-1 1 0,-3 0-1 15,2-1 2-15,1 2 1 0,-2-2-6 16,-1 0 1-16,2 0 1 0,-2 0-4 0,-1 0-2 15,-1 0-2-15,1 0 7 0,-1 2 0 0,-1-2 1 16,0 1 2-16,0-1 6 0,-1 1 46 0,1 1 21 16,2-2 14-16,-2 2 1 0,1-2 3 0,-1 1-5 15,0-1-38-15,1-1-21 0,-1 1-14 16,2-2 1-16,-1 0-2 0,1 1-3 0,-1 0-4 16,-1-3-2-16,0 3 2 0,3-2-8 0,-3 1-2 15,1 1 0-15,1 0 1 0,-1-1 1 0,2 2-6 16,0 0 3-16,0 2 1 0,0-1-6 15,0 0 1-15,2 3-2 0,-2-2 8 0,0 0-1 16,0 0 0-16,3-1 8 0,-1 0 1 0,1 1 3 16,2-2-3-16,-2 2 1 0,4-2 0 0,-2-2-2 15,1 2 0-15,-2 0 0 0,1 0 0 16,0 0 0-16,-2 0-2 0,2 0-1 0,-2 0 1 16,1 2 0-16,-1-1-4 0,1 0-1 0,-1-1-3 15,-1 0-1-15,1 2-3 0,1-2-1 0,-3 3 6 16,3-3 5-16,-1 0 1 0,0 0 1 0,0 0 4 15,2-3 1-15,0 3-3 0,2-2-2 16,-2 2 5-16,0-1 1 0,2 0-2 0,-2-1 2 16,1 2-1-16,1 0-1 0,0 0-2 0,-1 0 3 15,3 0-3-15,-3 0-4 0,3 2 30 0,-1-1 16 16,0-1 3-16,0 1 2 0,1 1 3 16,1-2 1-16,0 3-25 0,-1-3-13 0,1-3-4 0,-2 3-2 15,0-2-1-15,3 1-3 0,-5 1 0 16,4-1-2-16,-1 1-2 0,2 0 2 0,-1 0-2 15,0 1 0-15,0 0-3 0,0 4 1 0,-2-3-4 16,2 2 1-16,0-1 0 0,-2 1-3 16,1 0 0-16,-1 2 1 0,1-2-1 0,-1 1 1 15,0-1 4-15,0 1 0 0,3-1 1 0,-2 1 2 16,1-3 3-16,1 0-2 0,0 0-1 0,-1-2 1 16,2-2 1-16,1 0-1 0,-2 1 0 0,2 0 0 15,-2-2 0-15,3-2-1 0,-3 1 1 0,1 0-1 16,2 0 2-16,-3 0-5 0,0-1 1 15,1 3 2-15,1-2 0 0,-3 2 1 0,2 0-1 16,-2-1 6-16,-2 1 1 0,0 1-1 0,-2 1 0 16,-1 0-2-16,-2 1 0 0,2 1-1 15,-3-1-4-15,-1 3 1 0,-2-2-1 0,-1 0-2 16,-3 1 1-16,1 0-2 0,-4 0 1 0,0 0-2 16,-2-2 2-16,0 2 0 0,-1-2-1 0,1 3-1 15,-2-3 1-15,0 2-1 0,-1-3 1 0,-4 2-1 16,2-2 2-16,-3 0 1 0,0 0-1 15,-3 0 2-15,0 0-1 0,-4 0 0 0,2-2 1 16,-6 2 1-16,2 0 1 0,-1-1 1 0,-2 1 1 16,0-2-2-16,-2 1-7 0,-2-1-22 15,-3 0-65-15,1 1-68 0,-5-2-123 0,0 2-218 16,-2-1-306-16,0 1-335 0,1 0-245 0,-2-1-117 16,2 4 428-16,-2-1 634 0</inkml:trace>
  <inkml:trace contextRef="#ctx0" brushRef="#br0" timeOffset="29708.73">9257 2657 197 0,'1'0'393'0,"-1"2"151"0,-1 2 67 0,-2 0-158 0,3 0-121 15,0 2-47-15,-2 0-1 0,2 3 19 0,0 1 7 16,2 2-16-16,-2 6-19 0,3-4-31 16,-2 6-17-16,1 2-26 0,-1 1-19 0,1 4-19 15,0-1-25-15,-1 4-19 0,1-3-29 0,-1 5-18 16,1-2-7-16,1 1-7 0,-1 1 0 15,-2-1-6-15,2 3-5 0,-1-3-3 16,-1-2-13-16,0-1-10 0,0-1-5 16,0-5-4-16,0-1-5 0,0-5-3 0,2-3 0 0,-1-1-4 15,1-3-2-15,1-2-2 0,1-4-2 0,1 0 4 16,0-3 2-16,3-4 2 0,1-3-3 16,-1-4 1-16,2-4 0 0,2-4-4 0,0-5-1 15,-1-2 0-15,3-4 1 0,-3-3 4 16,5-1-1-16,-4-1 4 0,1 1 3 0,0 0-1 15,-2 0 1-15,1 1 2 0,-2 3-1 0,-2 2 1 16,-2 3-6-16,0 1 9 0,-1 4 40 16,-3 3 48-16,-1 3 34 0,-1 2 15 0,0 4 3 15,-1 0-9-15,-1 4-36 0,-1 1-42 0,-3 1-31 16,1 5-16-16,0 1-11 0,1 6-4 0,-1-2-2 16,-2 6-3-16,1 4 7 0,0 0 4 15,1 3 4-15,0 3 0 0,2 3-2 0,-2 1 3 0,2 3-7 16,-1 0-4-16,1 2-1 0,1 0 0 15,0 1-5-15,4-5-5 0,0 1-4 0,1-2 6 16,1-5 3-16,2-2-1 0,2-2 8 0,1-5 3 16,1-3-17-16,2-3-39 0,-1-4-49 15,1-3-47-15,1-2-54 0,1-3-91 0,-3-6-110 16,0 0-135-16,2-3-251 0,-4-1-233 16,1-2-195-16,1 0 41 0,-3 0 359 0,0-2 423 15</inkml:trace>
  <inkml:trace contextRef="#ctx0" brushRef="#br0" timeOffset="30312.04">9714 2751 161 0,'2'1'466'0,"-2"-1"234"0,-2 2 130 15,2-1-163-15,0 1-224 0,-2 1-124 0,2 1-61 16,0 3-11-16,2 3-2 0,-2 3 2 0,2 2-5 15,0 3-24-15,1 1-32 0,1 6-36 0,-1 0-25 16,0 4-24-16,2-1-20 0,0 4-24 0,-2-3-12 16,3 2-9-16,-3 0-8 0,2-3-14 15,-2 0-6-15,2-3-1 0,-2-4-2 16,-1-3-5-16,1-1 0 0,-1-5 2 0,-1-2 2 16,2-1 4-16,-3-5 4 0,0 0 3 0,0-3-3 15,0-1 2-15,-3-5-3 0,3-2-4 16,0-3-4-16,-1-5-3 0,-1-2 0 0,0-3-5 15,1-3-3-15,-1-3 1 0,-1-1 2 0,3-3 2 16,-2 1 0-16,2-3 6 0,0 0 5 16,2 0-1-16,0 1-1 0,1 2-1 0,0-1 2 15,3 4-4-15,0 1-2 0,-1 1 3 0,3 4-4 16,0 2-2-16,1 1 1 0,-1 2 2 16,2 2-1-16,1 2-3 0,0 2 2 0,-1 2 0 15,0 1-2-15,0 2-1 0,-2-2 1 0,3 3 3 16,-3 2 0-16,0 0 0 0,-2 1 3 0,2 1 10 15,-3 0 17-15,0 4 26 0,-1 0 33 16,-2 1 26-16,1 1 18 0,-3 4 9 0,-3 2-12 16,1 0-21-16,-4 5-25 0,1-1-21 0,-4 3-20 15,-1 0-14-15,-1 5-8 0,-1-1-7 0,1 1-6 16,-1 1-1-16,2-1-4 0,0-1-3 0,3-1-3 16,0 1 2-16,2-3-1 0,2-1-3 15,1-2 1-15,2-2 0 0,2 0 0 0,1-3-1 16,2 1 3-16,1-2-1 0,0-3 0 15,2 0-1-15,0-1 3 0,3-3 0 0,0 0-1 16,3-4 2-16,-2 1 0 0,2-4-15 0,0 0-45 16,0-2-53-16,2-1-49 0,-1-4-89 15,0 0-140-15,1-1-166 0,1-2-227 0,-2-1-230 16,0 0-204-16,1-2 35 0,-2-1 360 0,1 0 413 16</inkml:trace>
  <inkml:trace contextRef="#ctx0" brushRef="#br0" timeOffset="30638.63">10186 2809 172 0,'-3'8'431'0,"0"2"212"0,-3 5 192 16,3 3-145-16,0 1-120 0,1 6-71 0,0 0-57 15,4 3-37-15,1-2-81 0,-1 1-71 16,4-1-67-16,2-1-72 0,1-3-43 0,0-2-37 16,3-4-15-16,-1-3-10 0,2-6-6 15,1-2 1-15,0-5 2 0,0-5-4 0,-1-4-1 16,0-2-1-16,-4-5 1 0,1-4 3 0,-3 1-2 15,-2-3 5-15,0-1-1 0,-3-2-3 0,-2 1 8 16,-2 0 4-16,-3 3 2 0,0 0 5 16,-5-1 4-16,-2 3 4 0,0 1-8 15,-1 2 0-15,0 1 4 0,-2 2 1 0,2 1 5 16,-1 5-2-16,1 4-2 0,-2 5-7 0,2 0-10 16,-1 9-7-16,2-1-11 0,1 7 0 0,2 1-1 15,1 3-3-15,5 3-3 0,0 0-14 0,3 1-9 16,0 1-33-16,1-2-76 0,2-3-115 0,2 1-173 15,3-6-281-15,1 0-265 0,1-4-195 16,1-5 63-16,3-2 367 0</inkml:trace>
  <inkml:trace contextRef="#ctx0" brushRef="#br0" timeOffset="30857.01">10552 2625 92 0,'4'-8'589'0,"-4"5"393"0,0 3 168 16,-3 5-67-16,2 3-375 0,-4 4-273 0,2 6-161 16,-2 2-80-16,2 5-49 0,1 1-47 0,-1 4-34 15,2 0-26-15,-1 2-19 0,2-1-13 0,2 2-11 16,-1 0 3-16,2-2 0 0,-1 3 3 16,3-6-6-16,-2 1-14 0,3-4-43 0,-3-4-102 15,2-2-128-15,-3-2-177 0,-1-3-290 16,-1-4-260-16,-1-1-147 0,-1-3 152 0,-3-2 371 15</inkml:trace>
  <inkml:trace contextRef="#ctx0" brushRef="#br0" timeOffset="31084.02">10324 2632 79 0,'2'-1'646'0,"-1"-1"456"0,1 0 125 15,-2 2-124-15,4 0-389 0,-2 2-343 0,1 0-179 16,4 0-88-16,-1 2-39 0,2-2-19 0,3 3-10 16,0-3-5-16,3 2-15 0,2 0-4 15,1-1-4-15,1 1-4 0,4-2-3 0,0-1-6 16,0 2-7-16,2-3-37 0,-2 0-98 0,0 0-139 16,1 0-276-16,0-2-268 0,1 2-255 0,-1 0-123 15,1-1 241-15,-2 1 442 0</inkml:trace>
  <inkml:trace contextRef="#ctx0" brushRef="#br0" timeOffset="31836.68">10792 2799 241 0,'0'-5'421'0,"3"0"187"16,-3 1 77-16,3 1-64 0,-1 2-42 15,-1-3-22-15,-1 3-34 0,0 0-54 0,0 1-65 16,0 0-71-16,0 0-42 0,0 0-30 0,2 0-31 16,-2 2-34-16,0 2-28 0,0 0-37 0,0 5-46 15,-2 4-40-15,1 4-22 0,-1 3-12 16,-1 2-5-16,0 2-5 0,0 3-2 0,0 0-1 15,0-1 2-15,1 0 2 0,0-1 2 16,1-2-4-16,1-4 2 0,1-3-2 0,-1-1-5 16,2-5-4-16,0-1 0 0,1-5 5 0,0-4 1 15,0-3 4-15,3-8 4 0,-1-3 2 16,0-5 1-16,1-3-1 0,-1-3-2 0,0-2 0 16,1 0 0-16,-3-1 0 0,2 3 0 0,-2 1 0 15,0 1-2-15,-1 4-3 0,0 4 0 16,-1 1 0-16,1 6 0 0,-1-2-3 0,1 6-1 0,1 1-2 15,-2 6-2-15,2 1-2 0,-1 6 0 0,1 1 1 16,2 6 2-16,0 2 2 0,1 3-2 16,0 3 0-16,2 0 1 0,-1 2 1 0,-1 2 5 15,5-1-1-15,-3-2 3 0,0 1 0 0,2-5 2 16,0-2-3-16,-2-2-4 0,-1-5 0 16,2-3 3-16,-3-2 3 0,-1-5 2 0,2-3 1 15,-4-6 1-15,2-5 0 0,-2-5 1 16,1-3 0-16,-2-4-2 0,-1-4 2 0,-1-2 0 15,0-3 2-15,0 1 0 0,-1-3-1 0,-1 1 1 16,-4 0-1-16,3 2-2 0,0 2 1 0,-2 1-4 16,3 4 1-16,-1 3-4 0,0 4 3 0,1 0-5 15,1 7-9-15,-1 3-27 0,2 2-42 16,0 4-44-16,2 4-48 0,-1 3-84 0,1 1-125 0,1 2-136 16,0 3-208-16,1 1-246 0,1 2-213 15,1-1 13-15,1-1 326 0,2 1 395 0</inkml:trace>
  <inkml:trace contextRef="#ctx0" brushRef="#br0" timeOffset="32152.31">11194 2951 288 0,'7'18'531'0,"-3"-1"187"0,1 3 86 0,-2 0-258 16,0-1-208-16,0 0-130 0,2-2-67 0,2-2-37 15,-2-2-27-15,2-2-37 0,-1-5-17 16,3-3-7-16,-1-5-3 0,0-4-2 15,-1-4 5-15,2-5 2 0,-3-4 1 0,1-3 0 16,-2-1 14-16,-1-3 32 0,-2 0 33 0,0 0 37 16,-4 3 28-16,0-1 17 0,-1 1-7 15,-2 2-13-15,-1 2-12 0,-2 1-14 0,0 1-13 16,0 4-9-16,0 2-11 0,0 3-15 0,-1 2-21 16,1 2-23-16,-2 4-20 0,1 4-13 0,0 2-3 15,1 5-7-15,0 2-6 0,0 1 0 16,3 3 3-16,0 2-1 0,1 3-6 0,0 1-13 0,3 0-58 15,-1-1-93-15,2 1-128 0,0-2-233 0,3 0-282 16,2-4-237-16,0-1-84 0,3-6 204 16,4-1 391-16</inkml:trace>
  <inkml:trace contextRef="#ctx0" brushRef="#br0" timeOffset="32383.28">11598 2713 264 0,'0'8'847'0,"-1"5"359"0,-4-1 7 16,-1 3-217-16,3 1-378 0,-2 3-261 0,0 0-122 15,3 1-57-15,-1-1-32 0,0 0-20 0,3 2-34 16,0-1-31-16,0 1-28 0,0 1-13 16,0-2-11-16,0-1-5 0,0 4 0 0,-3-4 0 15,3 3 0-15,-3-1-4 0,0 1-25 0,-2 1-35 16,-1 1-43-16,-2-3-119 0,-3 2-168 15,0-4-303-15,-2-3-260 0,0-1-243 0,2-7-110 16,0-3 339-16,0-9 502 0</inkml:trace>
  <inkml:trace contextRef="#ctx0" brushRef="#br0" timeOffset="32575.29">11464 2499 269 0,'0'-16'1139'0,"0"9"502"0,-3 2-157 0,-2 4-321 15,2 1-476-15,-2 1-294 0,0 5-200 16,-1 0-95-16,0 5-46 0,3-2-23 0,1 5-17 16,1 2-6-16,2 1-4 0,2 2-2 0,2 2-23 15,4 2-71-15,-2 1-82 0,1 2-154 0,1-1-286 16,4 1-320-16,0 2-345 0,2-1-195 16,1-2 123-16,1 1 619 0</inkml:trace>
  <inkml:trace contextRef="#ctx0" brushRef="#br0" timeOffset="32740.85">11859 3006 102 0,'-1'13'694'0,"-1"0"467"0,-3 1 109 16,0 3-146-16,-4-3-401 0,3 5-341 0,0 0-190 16,-1 1-91-16,2-3-47 0,-1 0-32 0,3-2-44 15,0-3-116-15,1-4-148 0,-1-2-280 16,3-5-276-16,-1-2-270 0,1-7-146 0,0-2 261 15,1-5 471-15</inkml:trace>
  <inkml:trace contextRef="#ctx0" brushRef="#br0" timeOffset="32891.22">11799 2523 345 0,'-8'-9'927'0,"0"4"316"15,-4 3-43-15,2-1-222 0,2 3-462 0,1 3-260 16,2-1-131-16,0 0-64 0,3 2-53 0,2 1-86 15,0 1-140-15,4 0-187 0,-1 0-287 0,3 0-271 16,3 1-208-16,1 0 53 0,0 4 400 16</inkml:trace>
  <inkml:trace contextRef="#ctx0" brushRef="#br0" timeOffset="33796.39">13404 2614 114 0,'-3'-1'534'16,"-2"-1"374"-16,0 2 219 0,-3 0-95 0,-1 0-303 16,1 0-226-16,-3 2-129 0,-1-1-66 0,0 1-30 15,0 1-21-15,-1-1-22 0,0 2-21 0,-1 0-33 16,0 0-36-16,-2 2-44 0,2 1-29 16,-2 0-26-16,3 1-15 0,-2 0-9 0,2 2-7 15,-1 2-3-15,1 1-3 0,0 2-3 0,1 4-2 16,2 1-1-16,-1 4-3 0,4 1-3 0,0 6-1 15,2 2-1-15,2 0 1 0,1 2 1 16,4 2 1-16,1-3 2 0,2 2 0 0,3-5-2 16,4 1-1-16,0-6-1 0,3-3 0 0,0-3 0 15,3-3 2-15,-1-5 2 0,3-3 1 16,0-5 1-16,0-4 0 0,0-3 1 0,-2-4 1 16,-1-2-1-16,-1-3 0 0,0-1 0 0,-5 0 0 15,1-2 1-15,-4 2-1 0,0-1 0 16,-3 2 1-16,-1 1 2 0,-1 1 1 0,-1 1 4 15,-2 0 5-15,-2 2 2 0,2-1 3 0,-3 2 0 16,-3 1 1-16,3-1-2 0,-2 0-2 16,1 2-3-16,-3-1-2 0,1 3-1 0,-2-3-2 0,3 2-1 15,-3 0-1-15,2 0 0 0,-2 2 1 16,4-1-3-16,-5 0 1 0,3 2 0 0,1 0-1 16,-2 0 1-16,2 2-4 0,0 0 0 0,0-1-2 15,0-1 0-15,2 1-3 0,2 1-1 0,-1-2-1 16,-1 2-2-16,2-1 1 0,1-1-3 15,0 3 1-15,0 0-6 0,1-3-7 0,-1 2-16 16,3-2-39-16,0 2-63 0,0 1-59 0,-1-2-86 16,1 0-129-16,2-2-175 0,0 0-272 15,0 1-216-15,2-3-200 0,1 1 24 0,0-3 387 16,2-1 455-16</inkml:trace>
  <inkml:trace contextRef="#ctx0" brushRef="#br0" timeOffset="34143.74">13636 2736 16 0,'2'-10'556'0,"0"3"521"0,-4 0 294 15,2 2-14-15,-2 0-331 0,-1 3-345 0,2-2-235 16,-4 4-125-16,2-1-94 0,0 2-88 16,0 1-62-16,-1 2-38 0,1 1-18 0,-2 2-10 15,1 3 1-15,0 4 1 0,-2 0 1 0,0 1-1 16,1 5 1-16,0 0-3 0,0 5-6 0,1 0-2 15,-1 2-3-15,2 2-3 0,0 2 0 16,1-1 3-16,2 0 1 0,0 0 0 0,2 0 2 16,1-3 0-16,5 1 1 0,-2-5-3 15,2-2 0-15,2-2-1 0,1-2-2 0,1-2 0 16,4-2 0-16,-2-3 1 0,5-3-1 16,-1-3 1-16,2-1-1 0,1-3-1 0,0-3 0 15,1 1-1-15,0 0 1 0,-2-4-2 0,2 0-8 16,-1 1-12-16,-3-1-46 0,0-1-64 15,-2 3-64-15,-2-2-106 0,-1-2-146 0,-1 2-221 16,-2 0-266-16,-2-1-214 0,1 1-166 0,-4-3 151 16,0-2 448-16</inkml:trace>
  <inkml:trace contextRef="#ctx0" brushRef="#br0" timeOffset="34396.12">13717 2590 45 0,'-3'2'603'0,"2"0"500"0,-1-1 171 0,0 0-124 0,-1 2-375 15,3-1-353-15,2-1-207 0,-1 1-102 0,4 2-53 16,0-1-24-16,4 2-10 0,1-1-7 16,1-1-2-16,5 0-9 0,-2 0-1 0,2 0-6 15,1-2-1-15,0 1-4 0,2 0-6 0,-3-1 0 16,3 0-1-16,-3-1-10 0,1 2-32 0,-4 1-61 15,-1-3-100-15,-3 0-134 0,-3 2-229 16,-1-2-276-16,-2 3-215 0,-3-2-44 0,0 1 239 0,-3-1 381 16</inkml:trace>
  <inkml:trace contextRef="#ctx0" brushRef="#br0" timeOffset="34602.79">13630 2902 74 0,'0'9'607'0,"0"0"437"16,0-2 148-16,2-2-106 0,-2 1-397 0,1-3-317 16,2 0-191-16,2-1-91 0,0-2-47 0,3 0-19 15,1-2-11-15,2-3-4 0,2 3-2 16,1-4-3-16,2 1 2 0,2-1-5 0,-4 2 0 16,5-1-5-16,0 1-50 0,-2-1-91 0,0 2-127 15,-1 2-256-15,0-1-269 0,-1 2-241 16,0 2-75-16,0-1 219 0,-3 2 390 0</inkml:trace>
  <inkml:trace contextRef="#ctx0" brushRef="#br0" timeOffset="35319.29">14289 2754 139 0,'0'-9'477'0,"0"0"287"0,0 1 199 0,0 1-99 15,0 2-176-15,0 1-164 0,-1-1-112 0,1 2-63 16,-2 1-26-16,2 1-22 0,2 0-18 15,-2 1-18-15,0 0-26 0,0 0-31 0,0 1-46 16,0 0-49-16,0 4-43 0,-2 2-29 0,-1 6-20 16,0 2-9-16,-3 3-5 0,3 5 0 0,-2 3 0 15,0 4 2-15,-1 4 1 16,-1 1 2-16,1 3 2 0,2 1-4 0,-1-1 0 0,1 2-3 16,1-2-1-16,0-4-1 0,1-3-3 15,2-5-1-15,0-4-1 0,0-4-1 0,0-4-1 16,0-3-2-16,0-4 3 0,0-2 2 0,2-7 0 15,0-4-1-15,1-4 1 0,0-7 2 0,0-4-3 16,2-4 0-16,1-6-1 0,-1-2 3 16,0-2 2-16,-1-2 1 0,1-1 0 0,0 0 1 15,-2-1 0-15,2 1 0 0,-1 2-2 0,-2 2-1 16,1 6-1-16,0 3 1 0,-1 4 0 16,0 5-1-16,-1 3-2 0,-1 3-3 0,2 2-1 15,0 4-2-15,1 2-1 0,0 4 0 0,3 4 2 16,0 3 4-16,1 4 1 0,-1 3 2 0,5 2-2 15,-1 4 0-15,-2 4 0 0,2 1-3 16,2 1 0-16,-1 4-2 0,1-2 1 0,1 0 1 16,1-2 0-16,-1-1 2 0,0-3-1 0,-1-4 2 15,1-4-1-15,-1-4 0 0,1-4 1 16,-2-2 1-16,0-6 1 0,-3-4 2 0,2-6 0 16,-1-3 2-16,-1-4-1 0,-2-3 0 15,-1-5 1-15,0-2 0 0,1-2 1 0,-3-2 0 0,0-1 0 16,-1-2-1-16,1 0 0 0,-1-1-1 15,-1 4-2-15,1 0-1 0,-2 4 0 0,0 4-2 16,0 3 1-16,0 5-2 0,0 2 1 0,0 2 0 16,-2 5-3-16,2 3-2 0,0 3-14 0,-1 3-46 15,1 6-70-15,-2 1-101 0,-1 6-171 16,1 0-300-16,2 2-327 0,0 3-298 0,-1 1-162 16,1 1 245-16,1 3 634 0</inkml:trace>
  <inkml:trace contextRef="#ctx0" brushRef="#br0" timeOffset="35549.47">14875 3298 182 0,'-2'9'1270'0,"-3"-2"602"0,0 0-262 15,-4 0-399-15,1-1-395 0,0 0-409 16,2 0-192-16,-2 0-85 0,2-1-42 0,-1-2-25 15,2 1-22-15,2-1-18 0,0-1-12 16,0-1-15-16,2 0-18 0,-1 1-23 0,2-2-63 16,0-2-88-16,2 2-171 0,-1-1-278 0,5 0-328 15,-3-1-403-15,2-1-287 0,-2 0 105 16,2-1 756-16</inkml:trace>
  <inkml:trace contextRef="#ctx0" brushRef="#br0" timeOffset="36967.62">16313 2196 201 0,'0'4'529'0,"0"-1"241"0,0 1 108 0,-1-2-207 0,1 0-225 16,0 1-167-16,0-2-87 0,0 3-41 16,1-3-24-16,-1 0-20 0,2 1-24 0,-1-1-30 15,3 1-24-15,-3-1-12 0,2-1-7 0,1 0-2 16,-1 0 2-16,0-1 57 0,0-1 49 0,2 1 38 16,-4-2 22-16,2 2 9 0,-1-3 9 15,0 3-38-15,-1-2-17 0,-1 1 9 0,0 0 28 16,0 2 28-16,0 0 6 0,-1 0-11 0,-1-2-24 15,2 2-36-15,-2-2-40 0,2 2-36 0,0 0-26 16,0 0-14-16,-1 2-9 0,-1-2-6 16,2 2-5-16,0-2-5 0,0 0 1 0,0 0-2 15,0 2-2-15,0-2 2 0,0 2-3 0,0 0 0 16,0-1-4-16,0 2-31 0,0-1-63 0,0 0-70 16,-1 0-141-16,1 1-276 0,-5-2-319 0,4 2-304 15,-1-1-217-15,2-1 33 0,-2 1 576 16</inkml:trace>
  <inkml:trace contextRef="#ctx0" brushRef="#br0" timeOffset="41573.43">17319 1650 100 0,'6'-6'340'0,"-3"0"182"0,0 0 157 0,-3 0-84 0,2 0-118 15,-2 0-33-15,-2 1 13 0,2 1 11 16,-3-1-24-16,2 1-45 0,-4 2-41 0,2-3-37 16,0 4-50-16,-2 0-48 0,0 2-34 0,-1 0-26 15,-3 4-38-15,-1 0-43 0,0 4-29 16,-2 2-20-16,-1 6-11 0,0 4-7 0,-4 6-1 16,3 5 0-16,-2 7 3 0,2 4 10 0,-4 8 10 15,6 7 3-15,-4 4-2 0,5 4 5 0,-2 6-1 16,4 2-15-16,1 1-14 0,3-2-1 15,1-1 2-15,6-3-8 0,2-1-5 0,4-7 5 16,3-3-2-16,4-5-6 0,2-6-3 0,1-5-3 16,6-6 0-16,-2-7-1 0,5-3 3 0,0-5-7 15,0-6-47-15,0-3-56 0,-1-6-74 0,0-2-129 16,-2-1-203-16,-1-6-314 0,-1 1-260 0,-2-3-208 16,-2-1-23-16,0-2 424 0,-6 1 503 0</inkml:trace>
  <inkml:trace contextRef="#ctx0" brushRef="#br0" timeOffset="42597.15">17803 1969 96 0,'-10'0'375'0,"-1"2"211"0,0-2 143 16,0 4-104-16,-1-1-221 0,2 3-116 0,0-1-55 16,0 2-17-16,1 2 5 0,1 3-2 0,2 2-23 15,-2 1-10-15,4 6-13 0,0 3-4 16,3 4-5-16,1 4 9 0,1 4-1 0,3 1-12 15,2 3-27-15,3 4-32 0,2-2-25 0,5 0-26 16,-2-2-16-16,4-2-14 0,1-5-8 0,1-4-7 16,2-7-4-16,-1-2-2 0,4-8-2 0,-1-4 2 15,1-8 0-15,-1-5 2 0,0-6-2 16,0-7 1-16,-3-3-1 0,-3-7-4 0,1-4-1 16,-3-1 13-16,-2-3 11 0,-3-1 8 0,0 1 25 15,-5 0 34-15,-2 1 32 0,-4 4 7 16,-4-1 6-16,-2 4-4 0,-5 1-21 0,-3 0-22 15,-2 6-30-15,0-1-14 0,-3 5-17 0,2 2-8 16,-4 4-5-16,3 3-7 0,0 4 0 0,-1 6-9 16,5 4-2-16,-4 2 0 0,4 8-5 15,0 3 1-15,4 3-6 0,0 3 0 0,3 3-4 16,2 0-14-16,2 4-29 0,3-2-32 0,0 2-23 16,3-1-45-16,2-1-77 0,4-1-118 0,-1-2-133 15,2-2-264-15,1-2-247 0,3-2-174 16,2-5 70-16,1-4 377 0</inkml:trace>
  <inkml:trace contextRef="#ctx0" brushRef="#br0" timeOffset="43030.57">18312 1969 176 0,'1'2'451'0,"1"2"202"0,-1 3 110 0,-1 1-154 0,0 5-165 16,2 5-78-16,-2 5-18 0,3 3 3 0,-3 5-3 16,0 2-42-16,0 3-55 0,0 3-63 0,0 0-63 15,0 2-47-15,0-1-26 0,0 0-19 16,0-3-13-16,0-3-6 0,0-3-5 0,2-3-30 15,-1-7-56-15,-1-5-73 0,2-6-90 0,-2-4-113 16,0-6-152-16,0-4-250 16,2-5-172-16,-1-6-35 0,1-2 143 0,0-8 279 0</inkml:trace>
  <inkml:trace contextRef="#ctx0" brushRef="#br0" timeOffset="43515.52">18303 1942 299 0,'1'-4'628'16,"1"1"231"-16,-1 1 66 0,2 1-323 0,-1-1-247 16,-1 0-202-16,1 2-105 0,1 2-54 0,0 0-26 15,4-1 9-15,-1 1 9 0,2-1 1 0,1 2 3 16,-1 0 0-16,5 1 5 0,0 0 4 0,-1 0-1 16,2 2 2-16,1-2 0 0,0 3 0 0,1-1 3 15,0 1-1-15,-1 1 66 0,2 1 56 16,-3 0 69-16,0 1 57 0,-3 2 36 0,-1 2 12 15,-3-1-50-15,0 2-43 0,-4 5-50 0,-1-1-50 16,-4 2-35-16,-1 2-26 0,-4 1-21 16,3 0-11-16,-7-2-5 0,1 2-3 0,1-1-4 15,-2-1 0-15,0 1 7 0,1-4-3 0,-2 0-4 16,4-2-1-16,0-3 0 0,-2-2-3 0,6-2 1 16,0-1 2-16,1-4-1 0,0-1 0 0,1 0 0 15,1 0-2-15,1-2 0 0,1-1-3 16,-1-1 4-16,4 0 1 0,0 0 0 0,0 0 3 15,0-1 0-15,4 1 4 0,-2-2-5 0,1 0 2 16,1 2-2-16,1-2-3 0,-3 2 0 16,2 0 0-16,1 0 4 0,-5 2 0 0,2 2 5 15,-1 0 2-15,-2 2 0 0,-1 3 0 0,-4 0-2 16,1 2 7-16,-3 3 7 0,-3 2 5 0,1-2-2 16,-4 4-1-16,-1-1 0 0,-2 1-5 15,2 0-11-15,-3-2-2 0,1-1-3 0,0 0-1 16,3-3-5-16,-2-1-16 0,3-2-21 0,-2-3-70 15,1-2-119-15,2-2-160 0,-1-2-291 0,4-2-262 16,2-1-233-16,2-3 3 0,1-1 348 0,1-3 430 16</inkml:trace>
  <inkml:trace contextRef="#ctx0" brushRef="#br0" timeOffset="44311.49">18974 2044 288 0,'-4'-5'612'0,"-3"3"272"16,1-2 143-16,-5 3-227 0,1 0-215 0,-4 1-128 15,3-2-92-15,-2 2-55 0,-1 2-42 0,1-2-26 16,-1 1-29-16,3 0-29 0,0 1-28 0,-1 2-29 15,4 1-35-15,0-3-38 0,-2 5-32 16,6 1-18-16,-1 0-10 0,2 1-3 0,3 2 0 16,1 0-5-16,2 2-2 0,2 2 5 0,4 1 1 15,3 0-5-15,-1 1 0 0,3 2 5 16,0 2 7-16,3-2-1 0,-2 1 3 0,0-1 3 16,0 2-1-16,-1-3 2 0,-3 3-1 0,-1-3 4 15,-1 2 1-15,-3-2 7 0,-1 1-1 0,-2-2 5 16,-1 0 1-16,-4-1-5 0,1-1-3 15,-2-2-1-15,-2-1 5 0,0-1-2 0,-1-2 0 16,0-2 0-16,-1-2-3 0,1-2-5 0,-1-3-25 16,-2 0-39-16,1-3-44 0,2-2-41 0,-2-1-87 15,-1 0-120-15,0 0-137 0,5-1-200 16,-3 1-246-16,1 1-216 0,3 3-1 0,1 2 286 16,2 5 391-16</inkml:trace>
  <inkml:trace contextRef="#ctx0" brushRef="#br0" timeOffset="44606.48">19103 2713 212 0,'15'1'433'0,"-4"-1"209"0,3-4 187 0,-4-2-160 15,1-6-89-15,0-3-37 0,-1-3-54 0,-2-8-60 16,2-2-81-16,-2-6-80 0,4-2-61 0,-3-5-45 16,5-2-32-16,-2-6-19 0,0 0 6 0,1-2 12 15,1-3-10-15,-2 0-15 0,-2 2-8 16,2 5-9-16,-2 4-7 0,-3 7-18 0,2 6-5 15,-5 6-2-15,0 4-2 0,-3 6-1 16,1 7-17-16,0 5-10 0,-2 4-10 0,-2 10 0 16,2 5-1-16,-2 8-1 0,2 5-1 0,2 4-2 15,0 5-2-15,-1 4-8 0,2-1 0 0,2 2-2 16,0-1 2-16,4 1 2 0,-1-1 2 16,0-3-6-16,3-1-47 0,-1-1-63 0,-2-5-66 15,-2-3-125-15,3-3-176 0,-4-2-318 16,-2-6-267-16,-1-3-218 0,-2-3-93 0,-2-5 355 0,-1-4 519 15</inkml:trace>
  <inkml:trace contextRef="#ctx0" brushRef="#br0" timeOffset="44797.34">19215 2385 32 0,'0'-12'501'0,"3"6"387"0,-2 0 192 0,3 2-41 15,0 1-353-15,6 6-311 0,-2-3-196 16,1 4-89-16,5 2-44 0,2-2-20 0,3 1-12 15,5 1-6-15,-2-2-1 0,5 1-1 0,1-1-1 16,1-1 0-16,1 1-3 0,0 1 5 0,0-2-45 16,0 0-98-16,-2-2-145 0,-1 1-296 15,0-4-241-15,-4 2-204 0,-2-2-4 0,-2-3 291 16</inkml:trace>
  <inkml:trace contextRef="#ctx0" brushRef="#br0" timeOffset="44984.26">19748 2046 128 0,'0'-2'706'0,"-4"4"423"0,1 4 90 0,0 1-141 0,0 4-421 15,-1 4-319-15,3 2-173 0,-1 6-80 16,1 0-46-16,1 2-23 0,0 2-8 0,1 0-6 16,1 3-1-16,1-1-7 0,-1 1-29 0,1 0-97 15,0-2-142-15,-3-2-279 0,3-2-268 0,-1-3-252 16,0-3-106-16,-2-6 246 0,0-4 436 15</inkml:trace>
  <inkml:trace contextRef="#ctx0" brushRef="#br0" timeOffset="45260.58">19701 2053 239 0,'5'-20'645'0,"-1"4"286"0,-3 2 76 15,2 3-233-15,2 1-292 0,-2 3-231 0,5 1-131 16,-2 1-61-16,6 4 13 0,-2 1 25 0,3 3 32 15,4 2 21-15,-2 4 18 0,2 3-1 0,-1 3-33 16,1 3-34-16,-1 3-35 0,1 2-25 16,-4 3-19-16,1 3-11 0,-2 0-8 0,-4 3 3 15,1 2 17-15,-6-1 21 0,0 3 42 16,-3-1 24-16,-3 1 15 0,-3 1 3 0,0-1-12 16,-6-1-20-16,0 0-32 0,-1-2-23 0,0-5-14 15,-1-2-9-15,3-5-6 0,-1-5-32 0,2-3-42 16,4-2-35-16,-2-7-61 0,0-1-110 0,3-7-138 15,4-5-167-15,-3-2-255 0,4-3-242 0,4-4-115 16,0-5 172-16,6-3 393 0</inkml:trace>
  <inkml:trace contextRef="#ctx0" brushRef="#br0" timeOffset="45542.08">20041 2070 46 0,'17'-20'280'0,"-4"5"146"0,0 3 139 15,0 3-33-15,0 3-157 0,-4 1-78 16,3 4-22-16,-2 1 38 0,1 1 2 0,2 4-20 15,-4 1-37-15,1 1-6 0,2 3-14 0,-4 3-30 16,-1 0-19-16,-1 4-11 0,-1 1-3 16,-4 2-31-16,-1 0-24 0,-1 1-22 0,-4 2-6 15,-1 0 42-15,-1 2 43 0,-2 1 27 0,-4 1 10 16,2 1-6-16,-2 2-19 0,-2 0-47 0,3 0-46 16,-1 0-34-16,3 2-25 0,0-4-13 15,4 0-11-15,2-2-5 0,4-2-4 0,0 1-1 16,3-3-3-16,3-3 0 0,3-2 1 0,1 1-1 15,2-5-2-15,4-1-1 0,2-3 0 0,-1-1-29 16,4-2-58-16,1-4-52 0,-1 0-53 16,2-2-101-16,-1-3-169 0,2-3-284 0,-3-3-223 15,1 0-219-15,-4-3-140 0,0 0 248 0,-1-1 525 16</inkml:trace>
  <inkml:trace contextRef="#ctx0" brushRef="#br0" timeOffset="45855.16">20630 2065 108 0,'0'-13'694'16,"0"2"473"-16,-4 1 138 0,1 2-71 0,0 4-365 15,-3-1-298-15,1 5-177 0,0 0-100 16,-3 3-65-16,-1 5-72 0,0 0-61 0,1 5-42 15,-2 2-22-15,-1 4-14 0,5 3-6 0,-1 3-5 16,2 1-4-16,2 3-1 0,2 3-1 0,1-1 0 16,1 1 3-16,2-1-2 0,2 0 0 15,0 1-2-15,3-2 0 0,1 1 0 0,1-5-2 16,0 1 0-16,2-1-10 0,-2-2-28 0,1-2-53 16,1 3-54-16,-1-6-59 0,-1 0-97 15,-1-2-127-15,-1-2-138 0,0-3-149 0,-3-3-232 16,3-3-201-16,-2-3 9 0,-1-5 272 0,1-2 381 15</inkml:trace>
  <inkml:trace contextRef="#ctx0" brushRef="#br0" timeOffset="46126.27">20671 1860 131 0,'-2'9'634'0,"-1"-2"391"0,0 0 115 15,1 1-121-15,1 0-409 0,2 0-271 0,1-1-168 16,3 0-88-16,1 0-42 0,3 3-22 16,3-3-13-16,0 0-3 0,6 1-1 0,-4-2-1 15,3 2-33-15,-1-2-83 0,1 0-134 0,-4 0-265 16,1 1-261-16,-1 1-234 0,-2-1-82 0,-2 0 209 15,-2-1 400-15</inkml:trace>
  <inkml:trace contextRef="#ctx0" brushRef="#br0" timeOffset="46301.62">20666 2112 114 0,'-10'13'654'0,"-2"1"419"0,1 0 120 0,0 3-122 0,2-2-413 16,0 2-300-16,1 0-164 0,4-1-83 0,-1 0-39 15,4-1-20-15,2-2-17 0,4 2-11 16,1-4-10-16,4 0-10 0,2-2-15 0,1-2-49 16,1-1-94-16,5 0-130 0,1-6-157 0,1 0-295 15,3 0-253-15,3-6-130 0,1 1 152 16,4-2 355-16</inkml:trace>
  <inkml:trace contextRef="#ctx0" brushRef="#br0" timeOffset="47021.71">21186 2145 102 0,'0'-7'424'0,"0"1"285"0,0-1 200 16,0 3-107-16,0-1-184 0,0 3-124 0,0 1-103 15,0 0-68-15,0 1-54 0,0 1-44 0,-1 5-42 16,-3 0-45-16,1 3-32 0,-3 5-18 0,1 2-3 16,1 2 13-16,-4 5 8 0,-2 0-1 15,-1 6-7-15,0 0-11 0,0 2-12 0,-2 2-25 16,0 2-17-16,0 1-11 0,0-2-7 16,0-1-3-16,4-2-4 0,1-4-1 0,0-2-1 15,0-4-3-15,3-6-5 0,2-2-1 0,1-4-1 16,-1-3-3-16,3-3 3 0,0-6 4 0,3-5 6 15,1-5-3-15,1-5-1 0,-1-4 1 0,4-7-1 16,-2-2-6-16,2-2-1 0,2-4 3 0,1-1 0 16,-2 1-2-16,1-1 2 0,1 3 5 15,-2 2-4-15,-1 6 3 0,3 5-6 0,-4 4-2 16,1 4-2-16,-2 3-5 0,2 4 3 0,0 6-3 16,1 2 5-16,2 5 4 0,0 5-2 0,1 4 4 15,-2 6 6-15,3 1 6 0,0 3 2 16,1 6 4-16,-1 1-2 0,2 2-3 0,-2 0-1 15,4 0-6-15,-4 0-5 0,4-6-1 0,-4 0 2 16,3-6-1-16,-3-5-4 0,-1-1 6 16,-1-6 13-16,-3-5 6 0,0-4 9 0,1-5 9 0,-2-7 2 15,-2-4-6-15,0-4 5 0,-1-7 8 16,1-1-3-16,-4-3-3 0,1-3-2 0,-4 0 2 16,1 0-13-16,-4-3-13 0,1 1-8 0,0-1 0 15,1 3-3-15,0 2-4 0,1 4 0 0,1 5-12 16,-3 4-47-16,4 3-52 0,-1 5-46 0,1 5-68 15,1 2-119-15,1 4-146 0,1 5-183 16,0 1-236-16,2 3-225 0,3 2-91 0,0 0 231 16,2 0 426-16</inkml:trace>
  <inkml:trace contextRef="#ctx0" brushRef="#br0" timeOffset="47199.04">21721 2177 372 0,'5'0'968'0,"-5"0"350"0,0 2-32 0,-4 2-258 15,1 4-376-15,-2 4-244 0,-1 4-121 0,0 1-75 16,-4 5-49-16,1 4-40 0,1 1-41 16,0 3-29-16,-3 3-20 0,5-1-16 0,-3 1-11 15,5-2-29-15,-4-2-64 0,5-2-63 0,0-5-119 0,1-1-166 16,2-8-310-16,2-3-297 0,1-3-217 16,2-5-119-16,1-7 333 0,0-2 528 15</inkml:trace>
  <inkml:trace contextRef="#ctx0" brushRef="#br0" timeOffset="47632.13">22103 1992 330 0,'3'-6'918'0,"-1"2"364"0,-4 2 30 0,-1 0-221 0,-2 6-343 16,-1-2-261-16,-2 6-140 0,0 1-82 0,-1 3-72 15,-4 2-64-15,4 5-53 0,-4 0-33 16,2 4-19-16,3 2-12 0,2 2-6 0,-2 2-2 16,7 1-1-16,1 1 0 0,0 2 1 0,4 0-1 15,2 0 1-15,2 1 0 0,0-3-1 16,5 0-2-16,0-2-2 0,-1-6-1 16,6 0-1-16,-2-2-1 0,1-4 0 0,2-4-5 0,-2-1-19 15,0-4-32-15,1-4-50 0,-1-1-52 0,-1-2-50 16,0-2-76-16,-3-6-111 0,1 0-135 15,-3-3-214-15,-1-2-225 0,0-1-215 0,-2-3-13 16,0-3 330-16,0 0 429 0</inkml:trace>
  <inkml:trace contextRef="#ctx0" brushRef="#br0" timeOffset="47840.34">22100 1845 56 0,'-9'8'503'0,"1"3"363"0,0 2 178 16,1-1-37-16,3 1-378 0,2-1-295 16,4 1-160-16,2 1-83 0,4-3-40 0,4 1-19 15,2-1-11-15,2 0-3 0,2-2-4 0,0-2-2 16,4 1-8-16,-2-4-52 0,0 2-92 0,-1-3-142 16,-2 1-296-16,-4 0-236 0,-1-2-184 15,-2 0 30-15,-2 1 277 0</inkml:trace>
  <inkml:trace contextRef="#ctx0" brushRef="#br0" timeOffset="47998.93">22126 2194 165 0,'-4'20'616'16,"1"1"326"-16,2 0 110 0,-1 0-130 0,4 1-387 16,-1-1-251-16,4-2-139 0,3 3-68 0,0-4-39 15,3-2-20-15,3-1-35 0,4-4-57 0,0-4-88 16,4-1-118-16,-1-1-264 0,4-2-247 15,2-3-151-15,3-2 27 0,0-2 237 0,3 0 307 16</inkml:trace>
  <inkml:trace contextRef="#ctx0" brushRef="#br0" timeOffset="48323.4">22948 1346 84 0,'0'-1'586'0,"0"1"393"0,1 1 145 0,1 3-79 0,1 2-388 16,3 2-270-16,0 3-145 0,2 4-61 0,2 2-21 15,2 3 6-15,0 3-5 0,3 3-8 0,-2 2-7 16,2 6-6-16,0 1-11 0,-2 6-20 15,1 2-20-15,-3 5-23 0,0 4-24 0,-5 1-17 16,-1 3-13-16,-2 2-7 0,-3 0 0 0,-1 1-2 16,-4-2-5-16,-3 0-44 0,-3 1-45 15,-2-2-44-15,-5-5-93 0,-4 3-147 0,-3-3-195 16,-5 1-256-16,-4 0-232 0,-4-4-183 0,-2 0 112 16,-3-3 421-16</inkml:trace>
  <inkml:trace contextRef="#ctx0" brushRef="#br0" timeOffset="48836.29">20269 3169 191 0,'0'2'580'0,"2"-2"288"0,-2 5 107 0,0 1-163 16,2 0-260-16,-2 4-157 0,0 2-88 15,1 3-39-15,-1 1-23 0,0 4-25 0,-1 3-47 16,1 0-53-16,0 4-41 0,-4 2-26 0,4 2-22 16,-3-2-12-16,0 2-7 0,-2 1-12 15,0-1-3-15,-1 0-5 0,-2 0-5 0,2-3-13 16,-1-1-60-16,-3-4-114 16,0-4-153-16,0-3-296 0,-2-4-269 0,1-1-240 15,0-6-37-15,-2-4 341 0,0-4 435 0</inkml:trace>
  <inkml:trace contextRef="#ctx0" brushRef="#br0" timeOffset="49076.41">20076 3552 16 0,'5'7'427'16,"0"2"339"-16,-2 0 208 0,0 2 5 0,3 1-292 15,-1 2-225-15,2 4-134 0,-1-1-61 16,2 1-40-16,1 0-17 0,-1 1-50 0,3 1-57 15,2-2-46-15,0-1-26 0,1-3-13 0,2 1-11 16,1-4-2-16,1-3-4 0,2-5 0 16,2-2-1-16,0-5 3 0,2-5 1 0,1-5-1 15,2-3-6-15,0-5-22 0,0-3-70 0,-2-3-115 16,1-1-156-16,-3 2-297 0,-3-2-266 16,-3 6-212-16,-3 0 17 0,-8 4 333 0,-3 4 406 15</inkml:trace>
  <inkml:trace contextRef="#ctx0" brushRef="#br0" timeOffset="49756.7">19328 4221 11 0,'-7'-6'408'0,"-3"1"366"15,0 2 272-15,-2 0 63 0,2 0-317 16,-2 2-259-16,-2 1-151 0,2 0-90 0,0 1-55 15,1 4-50-15,1-1-42 0,-1 3-33 0,3 3-27 16,0 3-30-16,2 4-21 0,0 4-21 16,3 5-11-16,1 6-1 0,4 3-7 0,1 7 7 15,4-1-3-15,2 3 4 0,0 0 8 16,4-2-4-16,1-2 7 0,3-4-2 16,3-4 1-16,-2-7-7 0,4-4-5 0,1-6 0 15,0-4-5-15,-1-7 0 0,2-5 4 0,-5-7 6 16,2-9 1-16,-4-2 2 0,-1-7 6 0,-3-5 3 15,-1-3-6-15,-4-2 25 0,-1-1 31 0,-3-1 35 16,-4 2 16-16,-3-1 2 0,-5 3 1 16,-2 2-22-16,-5 0-28 0,-3 5-27 0,-1 0-19 15,-3 6-5-15,2 3-2 0,-1 3-3 16,1 5-4-16,2 1-4 0,1 7-1 0,1 7-8 16,0 3-5-16,5 4-2 0,0 6 1 0,3 3-4 15,3 1-27-15,4 3-54 0,1-1-51 16,1 2-51-16,4-3-78 0,3 1-124 0,1-1-139 15,-1-1-221-15,4 1-223 0,2-3-203 0,0 2-14 16,3-4 321-16,-1 3 428 0</inkml:trace>
  <inkml:trace contextRef="#ctx0" brushRef="#br0" timeOffset="50062.33">19863 4548 189 0,'-2'0'783'0,"2"1"404"0,-3 3 47 0,1-3-163 16,1 0-450-16,-1 1-305 0,2-2-153 0,2 2-74 15,-1-1-42-15,4 0-19 0,0 1-10 0,2-2-5 16,2 1-8-16,0-1 1 0,4 0 1 15,1-1-4-15,2-1-1 0,1 0-1 0,3-3 6 16,2 0 0-16,0-1 0 0,1-1 1 0,1 0 4 16,3 0-7-16,2 0-12 0,-3-1-52 15,4 2-112-15,-1 0-155 0,-1 0-297 0,1 3-270 16,-3 1-252-16,1 2-75 0,-1 1 316 0,-1 0 454 16</inkml:trace>
  <inkml:trace contextRef="#ctx0" brushRef="#br0" timeOffset="50491.25">20671 4809 16 0,'3'7'459'0,"0"-1"378"0,3-2 203 16,-3-4-18-16,2-5-335 0,0-5-260 16,3-3-150-16,1-7-64 0,3-6-19 0,0-6 32 15,4-4 44-15,0-6-4 0,6-4-23 0,0-3-29 16,2-5-11-16,0 2-36 0,1-3-44 15,0 7-38-15,-3 1-22 0,-3 5-11 0,0 8-20 16,-6 5-7-16,-1 7-3 0,-2 4-2 16,-3 7 1-16,0 7 2 0,-2 5 3 0,0 8-5 15,-4 9-6-15,1 7 0 0,-2 6-3 0,-2 7-5 16,1 3-2-16,-1 6-3 0,-1 1-1 16,1 3-3-16,1 1-1 0,-1-2-4 0,-1-1-36 15,6-1-71-15,-3-3-87 0,0-1-162 16,2-4-294-16,-2-2-327 0,0-2-320 0,0-2-186 15,0-4 156-15,-5-1 639 0</inkml:trace>
  <inkml:trace contextRef="#ctx0" brushRef="#br0" timeOffset="60434.29">5801 6834 96 0,'6'1'351'0,"-3"0"174"16,-2 3 139-16,1 2-88 0,1 2-134 0,-1 6-56 15,1 4 22-15,2 6 40 0,-2 9 5 16,2 6-31-16,1 8-43 0,0 8-53 0,1 7-53 16,-1 9-39-16,-1 9-20 0,1 9-11 0,-4 7-16 15,-1 8-30-15,-2 7-32 0,-3 8-35 16,-3 6-21-16,0 3-22 0,1 4-21 16,-2 2-14-16,-3-1-6 0,3-2 4 0,-2 0-5 0,1-5-2 15,1-6-1-15,0 1 2 0,0-5 3 16,2-5-8-16,0-6-3 0,1-6 1 0,2-6 2 15,0-8 0-15,1-9 2 0,2-7 2 16,2-8-3-16,-1-11-1 0,1-5-18 0,1-7-47 16,0-7-54-16,1-6-53 0,-1-4-83 0,-2-6-127 15,2-2-137-15,-3-4-152 0,0-3-235 16,0-3-216-16,0-3-54 0,-6-5 225 0,1-1 377 16</inkml:trace>
  <inkml:trace contextRef="#ctx0" brushRef="#br0" timeOffset="61042.79">5633 10037 14 0,'-3'8'384'15,"1"4"282"-15,-1-1 188 0,4-1 37 0,3 0-329 16,2 3-269-16,4 0-170 0,7-1-36 15,3 2-1-15,6 1 61 0,4-2 50 0,9 1 42 16,1-1 46-16,8-2-21 0,4-2-22 0,4-3-59 16,6-1-49-16,5-1-29 0,2-3-30 15,7-1-19-15,6-3-11 0,2-1-13 0,8-2-9 16,1-2-16-16,5-1-7 0,0-1-4 16,3-5-1-16,-1 2 0 0,1-1 3 0,3-3 2 15,1-1 2-15,-1-2-3 0,-3 1-6 16,-1-2-2-16,-2-1 0 0,-3 1 3 0,-2-2 3 15,-1 3 1-15,-5 1 2 0,-3-4-8 0,-4 6-14 16,-7-1-25-16,-5 1-68 0,-5-1-109 16,-6 3-136-16,-7-1-201 0,-5 1-276 0,-4-1-234 15,-5 3-61-15,-7 0 236 0,-7 1 374 16</inkml:trace>
  <inkml:trace contextRef="#ctx0" brushRef="#br0" timeOffset="61478.57">8713 7197 227 0,'3'-9'840'0,"-1"5"387"0,-4 2 11 0,1 4-173 15,-1 2-453-15,-1 7-234 0,1 3-88 16,0 9-31-16,2 7-21 0,0 8-20 0,-1 11-23 15,1 9-43-15,-2 11-45 0,2 9-37 0,0 11-18 16,0 11-15-16,0 10-12 0,0 9-8 16,0 12-8-16,0 9-4 0,0 6-5 15,-1 5 4-15,-2 4 1 0,1-3-5 0,1-3-17 16,-2-5-41-16,-1-9-59 0,1-13-57 0,-2-11-75 16,0-13-122-16,-4-15-141 0,1-16-153 0,-3-11-225 15,-3-16-224-15,-2-12-103 0,-4-13 197 16,-4-13 395-16</inkml:trace>
  <inkml:trace contextRef="#ctx0" brushRef="#br0" timeOffset="61870.34">6210 7017 110 0,'-22'9'648'0,"3"0"435"0,3 0 125 15,1-2-131-15,5-1-422 0,5 0-303 0,5 0-172 16,3 0-97-16,9 3-46 0,3-2-20 15,6-1 14-15,7 2 10 0,8 0 11 0,4-1 4 16,8-1 6-16,7 0 1 0,8-2-25 16,5-2-12-16,8 0-12 0,6-2-8 0,2-2-12 15,5-1 3-15,1 0 1 0,5-1 2 0,3 1-2 16,6 2 1-16,2-3 1 0,4 3-7 16,1-1 5-16,-2 1-3 0,2-1 6 0,-5 4 1 15,0-1-8-15,-4 4-33 0,-5 1-97 0,-7 1-147 16,-5 4-304-16,-10 2-270 0,-7-3-259 15,-8 6-120-15,-6-2 248 0,-11-3 478 16</inkml:trace>
  <inkml:trace contextRef="#ctx0" brushRef="#br0" timeOffset="62331.41">8822 7030 136 0,'5'9'718'0,"1"-3"420"0,2-6 81 0,3-4-145 16,3-7-414-16,2-8-339 0,6-7-156 15,5-6-75-15,2-10-36 0,4-6-18 0,3-2-8 16,4-9-4-16,2-1-10 0,1-3-6 16,3-1-7-16,-2 0-5 0,0-1-7 0,-1 2 2 15,-3 1 1-15,-1 5-1 0,-3 4-27 16,-6 0-53-16,-3 5-88 0,-4 5-125 0,-6 3-174 16,-4 5-294-16,-7 3-224 0,-3 3-89 0,-7 3 161 15,-6 6 344-15</inkml:trace>
  <inkml:trace contextRef="#ctx0" brushRef="#br0" timeOffset="62842.62">6186 6927 62 0,'5'2'427'0,"3"-2"260"0,4-4 155 16,6-5 12-16,9-4-388 0,8-8-225 0,7-5-129 16,8-7-66-16,8-6 64 0,5-6 37 0,5-4 5 15,5-5 25-15,1 3 20 0,3-5 2 16,1 0-74-16,1 2-39 0,0 1-21 16,0 0-103-16,-3 4-131 0,2 2-220 0,-5 5-278 15,-1 5-237-15,-6 2-179 0,-6 8 119 0,-3 6 367 16</inkml:trace>
  <inkml:trace contextRef="#ctx0" brushRef="#br0" timeOffset="63491.8">9823 6153 13 0,'6'0'350'0,"-4"1"245"0,1 4 180 0,-1 2 59 16,1 4-276-16,1 6-154 0,1 6-30 0,-2 8-2 15,2 9-8-15,-2 6-6 0,-1 5-36 16,-2 12-62-16,0 5-69 0,0 8-43 0,-5 5-29 16,2 6-26-16,-4 7-26 0,0 7-25 15,-3 5-11-15,1 2-14 0,-4 4-7 0,2-5 0 16,1 4-4-16,-4-6 2 0,3 2 2 0,0-5-9 16,0-4-2-16,0-5-10 0,3-8-20 0,-3-4-28 15,0-6-40-15,1-4-84 0,-5-8-133 16,0-4-166-16,-2-3-282 0,-3-6-248 0,0-3-191 15,-3-7 87-15,-1-8 386 0</inkml:trace>
  <inkml:trace contextRef="#ctx0" brushRef="#br0" timeOffset="63854.73">9021 9693 26 0,'15'19'410'16,"2"-5"292"-16,-1-8 190 0,6-9 26 0,3-13-334 16,5-12-280-16,7-15-146 0,2-12-74 0,5-16-54 15,4-12-12-15,2-8-7 0,4-11-6 16,1-5-11-16,-1-2-4 0,2 1 10 16,-1 1-1-16,0 5-1 0,-4 3-14 0,-1 4-64 0,-1 8-111 15,-7 7-264-15,-6 6-230 0,-3 8-162 16,-8 7-9-16,-6 7 216 0,-8 7 293 15</inkml:trace>
  <inkml:trace contextRef="#ctx0" brushRef="#br0" timeOffset="64487.45">6356 9812 104 0,'9'0'345'0,"-3"-2"164"0,2-3 118 15,0-1-121-15,0-5-227 0,3-2-128 16,-1-2-67-16,4-2-31 0,0-2-15 0,0-5-10 16,4 0-29-16,1-3-24 0,1-3-3 0,-1 0 1 15,3 0-38-15,2-1-110 0,-2 4-222 0,-1 0-119 16,-1 2-28-16,-1 2 46 0,2 2 149 15</inkml:trace>
  <inkml:trace contextRef="#ctx0" brushRef="#br0" timeOffset="64662.72">7032 9126 232 0,'24'-17'412'0,"-2"-1"144"0,0 1 79 15,-1-6-277-15,-1 2-167 0,-2-2-85 16,2-2-43-16,-1-1-25 0,-1 2-9 0,-1-3-8 15,-1 2-8-15,1-2-1 0,-1 0-26 0,-2 0-39 16,2-2-73-16,-2 2-119 0,1 0-170 16,0 0-116-16,-2 1 4 0,1 1 102 0,-1 3 150 15</inkml:trace>
  <inkml:trace contextRef="#ctx0" brushRef="#br0" timeOffset="65048.43">7711 6595 138 0,'1'11'603'0,"-4"-2"334"0,0 3 115 0,1 0-95 16,-1 6-411-16,-2 3-273 0,2 4-138 0,-2 4-62 15,2 2-33-15,-1 5-14 0,-1 0-8 16,0 3-2-16,0 2-4 0,2 1-6 0,-2 0-44 16,-2 3-111-16,0-1-122 0,-1 6-296 0,-1-2-240 15,-4 2-181-15,2 0 11 0,-3 2 294 16</inkml:trace>
  <inkml:trace contextRef="#ctx0" brushRef="#br0" timeOffset="65249.38">7596 8438 6 0,'5'25'325'0,"-5"-1"222"0,-1-2 170 16,-4 1 64-16,-1-2-322 0,-2 1-218 0,0-3-113 16,0 3-58-16,-3-5-33 0,3 1-31 0,-2-1-38 15,1-2-51-15,3-1-67 0,-1-4-117 16,1 1-251-16,1-4-125 0,2-1-2 0,0-1 113 15,3-4 180-15</inkml:trace>
  <inkml:trace contextRef="#ctx0" brushRef="#br0" timeOffset="65433.24">7736 8695 219 0,'22'-1'351'0,"-2"0"114"15,1-1 27-15,1 2-151 0,0-3-99 0,1 2-46 16,0-1-26-16,1-1-14 0,1-3-52 0,0 4-33 15,1-4-21-15,2 0-20 0,1 0-8 16,1-1-1-16,0-1-1 0,3-1-3 0,0 1-1 16,3-2-16-16,-1 1-35 0,0-2-48 15,3 1-90-15,-3 0-190 0,1-1-184 16,-1 2-64-16,1 0 56 0,-1-1 149 0</inkml:trace>
  <inkml:trace contextRef="#ctx0" brushRef="#br0" timeOffset="65588.64">9024 8454 84 0,'24'1'324'0,"-3"2"186"0,-1 1 153 0,-3-2-120 16,-2 3-156-16,-1 0-104 0,-3-1-79 15,0-1-63-15,-1-1-41 0,-2 0-28 0,-2 1-25 16,0-3-29-16,-1-1-39 0,1-3-72 16,-3 0-128-16,-1-1-267 0,0-5-161 0,-2 0-62 15,-2-6 85-15,-1-1 203 0</inkml:trace>
  <inkml:trace contextRef="#ctx0" brushRef="#br0" timeOffset="66026.13">7886 6017 32 0,'10'10'541'0,"2"-3"419"0,-4 1 178 0,0-3-71 16,3-1-334-16,0 0-373 0,2 1-191 0,3-1-89 15,2-1-40-15,3-2-18 0,3-1-6 0,4-1-3 16,2-2 2-16,5 0 3 0,0-3-33 15,3 0-85-15,4-1-118 0,-2 1-178 0,3 4-287 16,1-1-253-16,-3 3-134 0,-3 3 123 16,1-1 339-16</inkml:trace>
  <inkml:trace contextRef="#ctx0" brushRef="#br0" timeOffset="66215.25">9094 6229 134 0,'19'9'356'0,"-3"-3"156"15,0 0 106-15,-4-2-171 0,2 1-179 0,-2-3-96 16,0-2-51-16,2 0-25 0,-2 0-15 16,3 0-6-16,1-5-35 0,0 1-14 0,3-2-13 15,0 0-26-15,1-3-11 0,0 0-29 16,0 0-43-16,2 0-72 0,0-1-143 0,-1 0-183 16,1 3-84-16,0-3 38 0,-3 3 123 15,3-2 162-15</inkml:trace>
  <inkml:trace contextRef="#ctx0" brushRef="#br0" timeOffset="66304.03">9614 6124 28 0,'27'-2'198'0,"-3"-2"106"0,-1 3 100 0,0 1-64 15,-1 0-102-15,0 2-74 0,-3 1-38 16,3-1-24-16,-2 2-16 0,1-3-9 0,-2 0-24 16,3-1-28-16,-3-1-81 0,0 0-259 15,-2 1-127-15,-1-4-34 0,-3 2 43 0,-2-1 108 16</inkml:trace>
  <inkml:trace contextRef="#ctx0" brushRef="#br0" timeOffset="69296.94">7473 4521 10 0,'0'0'286'0,"0"0"199"0,0 0 167 15,0 1 80-15,-1-1-229 0,1 4-95 0,1-2-32 16,-1 2 1-16,3 6 3 0,-1 2-21 16,1 4-34-16,0 4-48 0,1 4-55 0,-1 3-57 15,3 3-39-15,-3 2-39 0,2 1-25 16,-2 3-17-16,0-2-17 0,-1 0-9 0,1 1-11 15,0-1-4-15,-1-4-2 0,0-3 0 0,-1-1-1 16,2-5-3-16,-1-2-9 0,-2-4-29 16,3-3-90-16,-6-4-153 0,3-3-185 0,-3-7-286 15,1-7-271-15,-1-4-199 0,1-4 125 0,2-9 443 16</inkml:trace>
  <inkml:trace contextRef="#ctx0" brushRef="#br0" timeOffset="69802.08">7473 4500 164 0,'-6'-7'417'0,"3"3"204"16,0 0 142-16,1 1-188 0,-1 0-182 0,3 2-137 15,-2 1-85-15,4 0-60 0,-2 1-43 16,3 2-35-16,-1 0-19 0,3 1-7 0,2 0-2 16,-2 1-4-16,3 0 1 0,2-2 0 0,2 0-2 15,-1-2 0-15,5 2 0 0,0-1-4 0,1-1 4 16,2-1 0-16,2 1 0 0,-1 1 113 15,1 0 70-15,-1 3 30 0,1-3 39 0,-3 2 27 16,-1 3 12-16,-3 1-71 0,0 0-39 16,-4 4-9-16,-2 2-25 0,-2 1-20 15,-5 4-12-15,-1 1-23 0,-1 4-12 0,-5 1-21 16,-1 0-7-16,-1 1-16 0,0 0-11 16,-4 2-2-16,2-2-9 0,-2-2-3 0,4-2-7 15,-2-2 1-15,2-4-4 0,1-2-4 0,2-2 5 16,0-3-5-16,2-2-4 0,1-1-5 0,-1-1 1 15,3-2 3-15,0-2-6 0,3-2 1 0,-1-1 6 16,4-1 3-16,1 0 1 0,3-3-3 16,0 2 0-16,1-2 1 0,3 1-1 0,-1 3 3 15,1-3 0-15,-1 2 1 0,-1 0 2 16,1 3 1-16,-5 0-2 0,1 3 3 0,-1 1-1 16,-4 1 8-16,-1 1 3 0,-3 3 1 15,-2 1 5-15,-1 2-7 0,-2 1 6 0,0 3-8 16,-4-1-2-16,1 3 2 0,-2-2-7 0,0-1 1 15,0 2-3-15,0-3 4 0,-2-1-4 16,4-1 0-16,-2-4-4 0,1 2-19 0,1-3-31 16,2-5-48-16,-1 1-112 0,1-3-149 0,0-3-188 15,3-2-280-15,1-3-252 0,2 1-150 16,2-3 215-16,1-4 412 0</inkml:trace>
  <inkml:trace contextRef="#ctx0" brushRef="#br0" timeOffset="70163.84">8318 4522 321 0,'6'-6'766'0,"-3"-1"345"0,-3 1 81 0,-1 0-275 15,-1 1-202-15,-3 1-147 0,1 1-118 16,-3 0-94-16,-4 1-67 0,2 1-52 0,-3 2-81 15,-3 4-65-15,0-1-39 0,-2 5-23 16,0 2-13-16,-4 3-9 0,2 5-3 0,0 3-2 16,0 2 0-16,-1 5 2 0,4 1 1 0,0 2-1 15,2 5 0-15,4 0 0 0,0 2 1 16,3 0-2-16,4-2-2 0,1-1-2 0,5-1-2 16,1-2-2-16,2-4-2 0,6-2 0 0,-2-3 0 15,6-3 2-15,-2-3 1 0,3-3 2 16,1-2 1-16,2-3 1 0,2-3 1 0,-1-1-16 15,1-5-38-15,0-2-56 0,-1-2-49 16,4-5-59-16,-1-2-95 0,-1-4-119 0,0-1-109 16,2-1-198-16,0-1-235 0,-3-4-200 0,2 1 17 15,0-1 297-15,0 1 394 0</inkml:trace>
  <inkml:trace contextRef="#ctx0" brushRef="#br0" timeOffset="70472.45">8891 4480 221 0,'-4'-10'685'0,"-2"1"399"0,-2-1 126 16,-2 1-219-16,-2 2-199 0,0 1-183 16,-2 3-151-16,-3 2-105 0,-2 4-76 0,1 3-56 15,-2 4-87-15,-2 3-62 0,-1 8-26 0,1 1-16 16,2 6-8-16,2 4-5 0,1 4 2 15,3 3 2-15,0 2-6 0,6 3-9 0,1 1-5 16,4 0 1-16,0-1 1 0,6-1-4 16,0-2-2-16,5-6 7 0,2-1 1 0,6-5-5 15,1-1-4-15,4-6-3 0,2-2 1 0,1-4-1 16,0-2-6-16,3-2-32 0,0-3-64 16,1-2-58-16,-1-1-91 0,0-3-151 0,-1 0-250 15,1-3-286-15,-1-1-214 0,2-4-176 16,-1-1 122-16,0 1 487 0</inkml:trace>
  <inkml:trace contextRef="#ctx0" brushRef="#br0" timeOffset="74695.07">5641 10078 148 0,'-5'-2'369'0,"0"0"165"0,2 0 129 16,-2 1-163-16,1-1-128 0,1 1-43 0,0-1 4 16,-1 2 13-16,3 0 18 0,-1 0-6 15,1 0-32-15,-1 0-45 0,2 0-50 0,-2 0-47 16,2 2-52-16,-1-1-43 0,1 2-30 16,1 1-24-16,-1 4-15 0,4 1-10 0,0 3-2 15,3 3-2-15,2 2-1 0,-1 1 0 16,3 1-2-16,0-2-1 0,0 1-2 0,2-2 2 15,-1-1-2-15,1-4 1 0,1 0 2 0,-1-1-3 16,1-4 1-16,0-3 1 0,-1-3 2 16,1-2-3-16,-1-2-1 0,-1-3 2 0,1-4 0 15,-3-2-1-15,1-1 0 0,-2-3 1 0,-2 1 1 16,2-5 1-16,-3 4 0 0,-1-4-1 16,0 3 4-16,-2-3 3 0,-1 3 9 0,1-1 15 15,-3 1 21-15,0 0 44 0,0 4 49 0,-3 2 37 16,1 0 7-16,-3 2-12 0,-1 0-18 15,-2 0-36-15,-3 3-43 0,0 0-34 0,-3 1-18 16,3 2-9-16,-4 1-7 0,0 3-4 16,0 0-4-16,0 3 0 0,0 1-5 0,0 2-1 15,3 4-1-15,-2 0-2 0,5 2 2 0,1 2 0 16,1 1 1-16,1 1 1 0,5 2-2 16,-1 2 1-16,4-1-1 0,1 2-1 0,3 0 0 15,2 0-1-15,0 0 3 0,3-1-2 16,3-1 0-16,-1-2 2 0,4-3-1 0,-1 3-1 15,3-7-1-15,1 1 3 0,0-3-1 0,0-2-3 16,2-3 3-16,-4-3 0 0,2-2 0 0,1-2-2 16,-4-3 1-16,-1-3 2 0,-2-3 0 15,0 0 3-15,-4-3 1 0,-2 0 3 0,-2-3-2 16,0-1 1-16,-4-1-2 0,-2 0-1 16,-2 0-2-16,1 1 2 0,-5 2 8 0,1 1 3 15,-3 0 3-15,-2 0 1 0,-4 3 3 0,0 1-3 16,-5 1-6-16,-1 2-3 0,0 1 0 15,-2 3-1-15,0-1 1 0,3 5-1 0,0-2 0 16,3 6-1-16,2 2-3 0,1 3-2 16,3 1-3-16,3 5 0 0,1 3-1 0,4 2 1 15,2 5-1-15,2-1 1 0,4 3-4 0,1 0-6 16,3 3-1-16,0-1-3 0,3-1-1 16,3-2-2-16,-2-4 7 0,3-2 3 0,0-3 2 15,1 0 1-15,-2-8 1 0,0-1 3 0,-1-3-3 16,-2-3 3-16,1-5 0 0,-1-1 1 15,-3-3 7-15,-1-4 5 0,-3-4 3 0,-1-2 1 16,-2-1 0-16,0-5-1 0,-3 4-6 0,0-3-5 16,-3 0-1-16,-2-1 0 0,-1 3 1 15,-2 3-1-15,-3-1 0 0,-2 2-1 0,-4 3-1 16,-3 1-1-16,0-1-1 0,0 5-1 16,-2-1 2-16,4 4 4 0,-2 2 1 0,2 4 0 15,1 1 0-15,4 3 1 0,-1 3-2 0,3 3-3 16,3 3-1-16,1 3-1 0,3 2 1 0,3 1-1 15,1 1 1-15,1 1 0 0,3-1 0 0,3 2-1 16,-1-4-7-16,4 2-5 0,0-4 4 16,2-1 0-16,4-4-2 0,1-2-13 0,-1-1-42 15,5-7-64-15,-1 0-94 0,1-3-155 16,1-3-299-16,0-3-324 0,0-3-288 16,-1-1-186-16,1 0 154 0,0-4 601 0</inkml:trace>
  <inkml:trace contextRef="#ctx0" brushRef="#br0" timeOffset="80634.05">8090 7911 179 0,'-2'0'328'0,"-1"0"130"0,0 0-3 0,0 0-112 16,-2-2-98-16,2 2-57 0,0 0-30 15,1-2-13-15,-3 2-9 0,2 0 10 0,-3 0 17 16,2 0 20-16,0 2 24 0,-1-2 18 15,2 2 18-15,-2-2-3 0,2 0-3 0,0 2-12 16,-1-2-18-16,2 0-25 0,-1 3-26 16,1-3-19-16,-1 1-24 0,1-1-20 15,1 1-18-15,-2-1-8 0,1 1-7 0,0-1-1 0,-1 0 0 16,2 3 6-16,-3-3 17 0,2 2 32 16,-2 0 19-16,3 0 8 0,-2 0 1 0,1 0-11 15,0-1-23-15,-1 2-32 0,2-1-24 0,-1 1-25 16,2 1-12-16,0 1-15 0,0 1-2 15,2-1-6-15,-1 5 1 0,4-1-1 0,-2 2 2 16,2-1 0-16,3-1-2 0,-2 1 3 16,0 1-1-16,1-4 0 0,2 1 3 0,-1-1 3 15,0-3-1-15,0 0-2 0,3-2 2 16,-3 1 2-16,0-6 0 0,-2 1 1 0,3 0 4 16,-4-4 9-16,0 0 12 0,0-3 8 0,-2 0 6 15,-1-1 1-15,-1-2 8 0,-1 2 0 16,0-5-6-16,-1 4 0 0,-1-2-2 0,-1 4 4 15,-2-2-4-15,2 2-4 0,-2-1 1 0,-1 2-5 16,-2 2-1-16,2 0-2 0,-2 1-3 0,1 2-1 16,-3 0-8-16,1 3-3 0,1 0-4 15,-1 2-5-15,3 1-3 0,-1 1-4 0,1 2-2 16,1 2-1-16,0 0 0 0,3 5-2 0,0-1 2 16,0 2 0-16,4 2 0 0,0 1 0 15,2-1 1-15,-1 2-1 0,2 0-2 0,1-2 3 16,-1-1-1-16,2-1 0 0,0-2-3 15,1-1 1-15,0-1 1 0,0-3-2 0,1-1 1 16,-1-4 2-16,2 0 2 0,-2-2 2 0,0-2 1 16,-2-4 2-16,1-2 1 0,-1-3 2 0,-2-1-2 15,1-2 0-15,-2-3-1 0,-1 0-2 16,-2 1 2-16,2 0 1 0,-4 1 1 0,2-1 0 16,-2 3 0-16,-3 1-1 0,1 2 0 15,-2 1-2-15,-1 0 3 0,-1 3-2 0,0-1 5 16,-2 3 2-16,0 2 1 0,2-1 0 0,-3 6-2 15,1-2-1-15,2 4-5 0,-1 2-4 0,3 2-1 16,1 2-1-16,2 1-2 0,1 3 0 16,2 3 0-16,0 1 0 0,3 0-1 0,1 0 0 15,0-1-1-15,4 1 2 0,-2-1 0 16,1-3 0-16,1-2 1 0,1 0 1 16,-3-3-1-16,2-3 1 0,-1-1 0 0,2-2-1 15,-3-4 3-15,-1-4 0 0,0 0 2 0,0-5 1 16,0-1 2-16,-2-5-1 0,0-1-1 0,-2-1 0 15,-1-2 0-15,0 0-1 0,0-1 1 16,-1 1 2-16,-4 2 1 0,1 0 0 0,-1 1 0 16,-2 2 1-16,-1 3-1 0,-1 0-1 15,-2 3-1-15,3-1-1 0,-3 6 0 0,1-2-1 16,1 5 0-16,-2 0-2 0,3 2-1 0,-2 4-2 16,4 3 0-16,-2-1-1 0,2 6-1 15,4-1 0-15,-1 4-2 0,3 0-7 0,3 2-20 16,-1-2-58-16,1 1-70 0,2 0-130 0,1-1-225 15,0 0-307-15,2-2-343 0,0-2-276 16,3 0-99-16,-3 1 482 0,2 2 647 0</inkml:trace>
  <inkml:trace contextRef="#ctx0" brushRef="#br0" timeOffset="84699.09">6156 11481 233 0,'-3'-2'456'0,"0"1"197"0,1 1 149 16,1-2-178-16,-1 2-91 0,2 0-35 16,0-1-28-16,-3 1-43 0,3-2-58 0,0 2-54 15,0-1-32-15,0 1-13 0,0 0-9 0,0 0-14 16,3 0-20-16,-3 0-32 0,0 0-43 0,2 0-46 15,-2-2-38-15,1 1-18 0,1 0-9 16,1-5-9-16,0 2-6 0,0-3-6 0,2 1 4 16,2-3 0-16,2-1-3 0,-1 2 0 15,3-1 1-15,1-2-1 0,1 2-4 0,1 1-4 16,2-2-4-16,0 1-1 0,2 3-1 16,-1 0 2-16,-1 2 2 0,1 1 1 0,-1 1-1 15,1 2 2-15,-2 2-1 0,-1 1 0 16,-1 2-1-16,-1 3 1 0,-2 4 0 0,-1 0 1 15,0 3 0-15,-4 5 1 0,2-1-3 0,-3 6-2 16,0-2 2-16,-3 4-5 0,-1 2 1 16,0-1-2-16,-1 0 0 0,-1 3-1 0,-1 0-1 15,-2 1 0-15,0 0 1 0,-2 1-2 16,0-2 1-16,-1 0-1 0,0 1-1 0,-1-1 0 16,-1 0-1-16,1 1 0 0,-2-2 0 0,1-1 0 15,2-1 1-15,0-3-1 0,2-4 0 0,0-4-1 16,1 1 1-16,2-4 0 0,0-3-2 15,-1 0 1-15,3 0 1 0,-1-4-1 0,2 0-1 16,2 1 1-16,-1 0 1 0,1-2-2 16,3 1 2-16,0-1-1 0,0 0 1 0,1-1-1 15,1-1 0-15,2 2 0 0,0-1 0 0,5-2 0 16,-3-1 1-16,5-1 0 0,0 0 0 0,1-1 1 16,-1-1-1-16,3-2 1 0,0 0-1 15,3 0 1-15,-3-1 0 0,2-3-2 0,-1 3-1 16,1-3 1-16,-4 4 0 0,2-2 0 0,-3 0-1 15,0 0 1-15,-2 3 0 0,0-3 0 0,-2 2 0 16,-2 2-1-16,-2-2 0 0,0 1 0 16,-3 0-9-16,0 1-11 0,-1 0-19 0,-2 1-39 15,-1-2-67-15,1 2-70 0,-2-1-106 16,0-1-169-16,-3 1-296 0,1 0-286 0,1-4-224 16,-2 2-142-16,3-1 286 0,3-3 577 15</inkml:trace>
  <inkml:trace contextRef="#ctx0" brushRef="#br0" timeOffset="85464.33">7173 11991 206 0,'6'-7'381'0,"-1"-1"148"16,3 0 94-16,-5 1-123 0,2-1-39 15,-2-1 18-15,2 2 28 0,-2-2-5 0,-1 1-47 16,-1 0-70-16,1 3-60 0,-2-1-10 0,1 0 5 16,1 1-12-16,-2 2-20 0,0 0-28 0,-2 0-38 15,1 0-59-15,-1 0-53 0,-1 1-34 16,1 1-18-16,-4 0-12 0,1 1-10 0,0 0-7 15,-4 0-6-15,1 2-1 0,0 0-5 16,-3 1-2-16,0 0-1 0,0 3-2 0,-3-2 0 16,1 1-4-16,1 0-3 0,-3 3-2 0,1-1-1 15,1 2-1-15,-1 0-1 0,0 3-1 0,1-2-1 16,1 4 0-16,1 0 1 0,1 3 0 16,-1 0-1-16,5 1-1 0,-1-1 1 0,4 3-1 15,0 0-1-15,3-1 1 0,3 1-2 16,0 0 2-16,2-1 1 0,2 0 0 0,3-1 0 15,0 1-1-15,1-5 1 0,3 0 0 16,-1-1-2-16,1-4 1 0,2-2-1 0,0-2 1 16,0-3 1-16,1-4 0 0,-3-4 2 0,2-3-1 15,0-3 1-15,-2-2 1 0,-3 0 0 0,0-4 1 16,0-2 0-16,-3 1 2 0,0-2-1 16,-3-1 0-16,1 3 0 0,-3-2 0 0,0 2 0 15,1 0 0-15,-3 0 0 0,1 3-1 16,-2 1 0-16,0 3 1 0,0 1 1 0,-2 0 0 15,2 4 1-15,-3 1 0 0,3 2 1 0,-2-1-2 16,2 2-1-16,-3 2 0 0,3-1-2 16,-1 2-1-16,-1-1 1 0,2 1-1 0,0-2-1 15,-2 2 0-15,2 0 1 0,0 2-1 0,-2-2 0 16,2 1 0-16,-2 1 1 0,2-2 0 16,0 2-1-16,-2 0 1 0,2 1-1 0,0 2-1 15,0-1 1-15,2 2 0 0,-2 0-1 0,2 3 0 16,0-1 1-16,0 1-1 0,3 1 1 15,-2 2 0-15,3 0 1 0,1 1 0 0,2 2 0 16,2 0 0-16,1-1 0 0,1 1 0 0,2 0 0 16,2-2-1-16,-1 1-1 0,3-2 0 15,1-1 0-15,0-1 0 0,0-1-1 0,2-2 1 16,0-1-2-16,2 0-11 0,-2-1-39 0,-3-3-84 16,3-2-155-16,-5-2-266 0,1-3-317 0,-1 2-395 15,-4-7-385-15,0 1-3 0,-4-3 728 16</inkml:trace>
  <inkml:trace contextRef="#ctx0" brushRef="#br0" timeOffset="87950.02">5821 11137 134 0,'5'-7'291'0,"-2"-2"125"0,0 2-9 0,3 0-114 15,-4 1-103-15,1 0-66 0,-1 0-34 0,-1 0-13 16,1-1 23-16,-2 4 21 0,2-2 27 16,-1 1 33-16,-1 2 62 0,0 1 45 0,2-1 28 15,-2 2 3-15,1 0-9 0,-1 2-25 16,0 2-45-16,2 2-37 0,-2 1-29 15,0 2-22-15,2 4-22 0,-2-1-17 16,0 2-19-16,0 3-18 0,0-1-16 0,0 4-8 0,0-1-7 16,0 4-6-16,0-1-10 0,0 1 1 15,-2 3 4-15,2 0 4 0,0 0 6 0,-2 1 4 16,2 2 4-16,-3 1 5 0,2-1 1 0,-3 3-4 16,1 1-11-16,0 2-4 0,0-2-8 15,-3 3-11-15,3 0-12 0,-1 0-5 0,1 1 1 16,0 1-6-16,1-1 4 0,-3 2-3 0,4-1 4 15,-2-1-3-15,0-1-4 0,1-3 5 16,-1 0-6-16,3-3 5 0,-1-1-5 0,-1-4 5 16,2-3 5-16,-2 2-5 0,2-5 6 0,0 0-4 15,-1-1 2-15,-1-4 6 0,2 1-8 16,0-3 3-16,0-2-3 0,0-1 4 0,2 0-4 16,-1-1-10-16,-1-1 4 0,2 1-3 0,0 0 1 15,-1-3-2-15,2 3 8 0,-1-2 0 16,2 0 2-16,-2 0-2 0,1-2 3 0,0 3 4 15,1-4-5-15,-1 4 0 0,0-3 0 16,0 3 2-16,-1-3-2 0,1 2 2 0,1 0-3 16,1-1 7-16,-3 2-2 0,1-3 2 0,0 2-7 15,-1-1-5-15,1-3 3 0,0 2-7 16,-1 1 3-16,3-4-6 0,-1 1 6 0,2 0 2 16,-1 1-2-16,0-3 3 0,1 0 0 15,2 0 3-15,0 2-1 0,0-2 6 0,0 0 1 16,1-2 1-16,1 2-3 0,-2 0-4 0,4 0 4 15,-2-3-5-15,1 3-1 0,0-2-4 0,0 1 1 16,0 1 4-16,3-1-1 0,-2 0-1 16,2-2 1-16,-2 2-1 0,2 0 1 0,-1-1-3 15,2 2 2-15,-1 0-4 0,-1 0 3 16,2 0 4-16,-4 2 1 0,3-1-2 0,-1 3 2 16,0-2-2-16,-1-1 5 0,1 4-2 0,-2-3 0 15,2 2 4-15,-2 1-3 0,1-2-4 16,-2 0-5-16,1 0 3 0,2 0-3 0,-2-1 2 15,3 0 2-15,-3 0 3 0,2-1 0 16,1 1 0-16,-3-1 4 0,3 0-5 0,-1 1 1 16,2 0-1-16,-2-2 0 0,3 1-1 0,-2 1-1 15,-1-2 0-15,1 1 4 0,-1-1 0 16,1 2-3-16,-1-2 1 0,-1 1 0 0,1-1 1 16,-2 0-4-16,2 0 0 0,-2-1 2 15,1 1 0-15,-2-2 0 0,1 1 0 0,-2 1-1 16,1-3 1-16,-2 1 1 0,2 0 2 0,0 1 1 15,-3 0 4-15,-1-2-1 0,1 1 2 0,0 1-5 16,-2 0-4-16,1-1 2 0,-1 0 0 16,0 1-2-16,1 1-2 0,-3 0 6 0,2 0-1 15,-2 0-3-15,0 0-3 0,2 0 4 16,-3 0 3-16,1 0-6 0,-1 0 1 0,-1 0 2 16,1-1-1-16,1 1-3 0,-2-2-1 0,-1 2 4 15,2 0 2-15,1-2-1 0,-1 1 1 16,-1 0 0-16,1-1-2 0,1 0 1 0,0-1 0 15,1-1-1-15,0 2 0 0,1-4 2 0,-2-1 0 16,2 1 1-16,-2-2-3 0,3-2 4 0,-1-1-3 16,0-1 3-16,1-1 4 0,0-1-3 15,-1-1 1-15,2-1-3 0,-1-2 2 16,0-1-6-16,0 1-2 0,2-2 2 0,-3 1-3 16,2-1 8-16,0-1-4 0,0-1 9 0,-1-1-5 15,-1-2-1-15,1 2 1 0,0-4-3 16,-1 1-1-16,0 0 0 0,-2-4 0 0,0 2 3 15,1-2 2-15,-3 0-2 0,2 0-2 0,-1 1 1 16,2-2 0-16,-4 1 2 0,2 1-8 16,1 0 4-16,-1 0 5 0,-1 2-6 0,3-1-5 15,-1 1 2-15,0 0 2 0,0 1-2 0,0 3-1 16,3-2 3-16,-3 2 5 0,1-1-4 16,-1 2 1-16,0 0 0 0,2 1 5 0,-2-1-2 15,0 3 0-15,2 0 0 0,-4-3 0 0,2 4 0 16,-1 0-1-16,1 1 1 0,-3-1 0 15,2-1-2-15,-2 2 0 0,-2 1 0 0,2-3-4 16,0 0 2-16,-3 2 0 0,1 1 3 16,1 1 2-16,-1 1 0 0,-2 1 1 0,1 1 0 15,-2 3 3-15,3-2-2 0,-2 2-1 0,0 2 1 16,-1 1-1-16,2 0-3 0,-1-1-2 16,-1 4 0-16,2-2 2 0,1 0 2 0,-1 2 1 15,0-1 9-15,0 1 12 0,-2-1 9 16,3 2 14-16,-4-2 10 0,3 2 12 0,-2 0 1 15,0-1-5-15,1 0-8 0,-3 1-7 0,1-2-7 16,-2 3-11-16,0-2-7 0,0 1-3 0,-4 1-1 16,2 1-5-16,-3 0-3 0,-2 0-1 15,0 0-1-15,-2 0-1 0,-3 0-2 0,-1 0-2 16,-1 0-1-16,-2 0-2 0,-1 0-3 16,-2 0-1-16,0 0-1 0,-3 0 0 0,-2-2-1 15,1 2-2-15,-4 0 3 0,0 0 1 0,2 0 2 16,-2 2 0-16,-1-1 2 0,1 1 2 0,-1 1-1 15,-2 0 0-15,2 0-2 0,-1-2 2 16,-1 2-2-16,3-3 0 0,-4 2 0 0,4-2-3 16,-1 1-2-16,1-1-2 0,2 2-2 15,1-1-8-15,4 2-36 0,2 1-68 16,1 3-79-16,3 3-159 0,1 3-292 0,3 1-319 16,3 1-317-16,0 5-197 0,3 0 120 0,3 0 634 15</inkml:trace>
  <inkml:trace contextRef="#ctx0" brushRef="#br1" timeOffset="99412.88">8069 7629 111 0,'-6'-1'301'0,"0"1"126"15,-2-2 98-15,3 0-189 0,2 0-144 0,-2 2-84 16,0 0-47-16,2 0-29 0,-3 0-15 0,1 0-17 15,1 0-21-15,0 0-32 0,-2 4-44 16,1-1-52-16,0 0-66 0,-1 0-73 0,2 1-58 16,-1 0-14-16,-2-2 60 0,1 2 91 15</inkml:trace>
  <inkml:trace contextRef="#ctx0" brushRef="#br1" timeOffset="99619.26">7730 7935 108 0,'0'8'278'0,"0"-1"107"0,0-1 53 16,1-2-153-16,-1 2-134 0,2-1-73 0,-1-1-37 15,-1-1-17-15,2 1-6 0,0 0-5 0,-1 2-17 16,-1-4-45-16,2 1-126 0,-4 1-164 15,2 0-62-15,-1-1 16 0,-1 2 82 0</inkml:trace>
  <inkml:trace contextRef="#ctx0" brushRef="#br1" timeOffset="102446">8444 9874 170 0,'-8'13'368'0,"0"1"147"16,1 4 126-16,0 3-190 0,2 5-114 15,1 4-48-15,2 3-39 0,0 0-25 0,4-1-38 16,1 2-49-16,5-6-51 0,3-2-46 0,3-5-13 16,5-5-5-16,1-5 14 0,3-7 15 15,2-6 4-15,0-5-2 0,2-5-3 0,-1-4-3 16,-1-5-26-16,-1-2-13 0,-4-1-6 16,-2-4 6-16,-1 3 22 0,-6 0 32 0,-3 0 39 15,-2 2 41-15,-6 1 33 0,-4 3 14 0,-4 3-5 16,-2 1-18-16,-5 3-29 0,-3 2-35 15,-2 2-31-15,-4 2-23 0,-3 5-21 0,0 2-13 16,0 4-9-16,-1 1-1 0,1 3-5 16,2 2-4-16,3 1 1 0,2 5-1 0,5 0 0 15,4 1-40-15,4-2-80 0,6 2-108 0,2-5-150 16,7-3-298-16,5-1-268 0,4-5-155 16,4-4 85-16,3-3 324 0</inkml:trace>
  <inkml:trace contextRef="#ctx0" brushRef="#br1" timeOffset="103148.46">9704 8576 18 0,'-14'0'389'0,"-3"4"315"0,2 0 215 15,0 0 38-15,2 4-310 0,2 1-193 0,1 2-98 16,2 1-60-16,4 1-36 0,-1 2-32 15,5 3-42-15,3 1-55 0,2-2-47 0,1 1-42 16,4-2-19-16,2 0-13 0,1-2-6 0,4-6-4 16,1-2-2-16,4-3 3 0,0-4 4 15,-1-4-1-15,2-5 0 0,-1-2 3 16,-4-5 1-16,1 2-3 0,-5-3-5 0,-1 2 3 16,-4 1-1-16,-5-1-4 0,-3 1-3 0,-4 1-2 15,-5 2 2-15,-2 1-2 0,-7 2-4 16,-2 3 5-16,-3 3-19 0,-7 1-64 0,-1 4-123 15,-5 1-181-15,-4 3-286 0,1 2-272 16,-3-1-213-16,-1 2 39 0,0 0 378 0</inkml:trace>
  <inkml:trace contextRef="#ctx0" brushRef="#br1" timeOffset="104027.78">7559 8549 107 0,'-13'9'327'0,"0"2"149"0,1 1 118 16,2 1-137-16,4 3-151 0,-2-1-72 15,5 1-37-15,0 0-19 0,3 1 7 0,3-3-9 16,0-2-28-16,5 0-23 0,-2-3-12 15,2-2-9-15,2-1-15 0,1-3-5 0,0-3 5 16,1-3 1-16,0-5-9 0,0-2-9 16,1-2-10-16,-4-3-12 0,1-3-17 0,1-2-6 15,-5 1 12-15,-1 1 10 0,0 0 14 16,-5 2 13-16,-2 1 8 0,-3 0 5 0,-4 4-17 16,-5 2-5-16,-1 3-18 0,-2 4-12 0,-4 2-12 15,-1 2-9-15,0 6-5 0,-3 4-7 16,4 2-3-16,1 3-2 0,1 2-2 0,5 3 0 15,4 0-5-15,1-1-37 0,4 0-92 16,5-1-120-16,3-4-182 0,2-1-278 0,4-4-229 16,1-4-80-16,1-5 187 0,3-4 330 0</inkml:trace>
  <inkml:trace contextRef="#ctx0" brushRef="#br1" timeOffset="104806.16">5798 6967 230 0,'-12'-1'367'0,"3"1"134"16,-2 1 7-16,4 2-165 0,1 2-84 0,0 2-27 15,1 3 3-15,2 4 3 0,3 4-10 0,2 3 9 16,2 3-19-16,2 4-35 0,1-1-43 16,1 1-32-16,4-1-24 0,1-3-35 0,0 0-21 15,3-4-8-15,2-1-4 0,0-4 2 16,2-5 3-16,0-2 7 0,0-5 3 0,0-5 2 16,-2-6 0-16,-1-1 2 0,-2-4-4 15,-3-2-4-15,-1-4 1 0,-4 0 20 0,-4 2 16 16,1-1 14-16,-5-1 2 0,-4 5 2 0,-1-1-6 15,-2 1-22-15,0 1-21 0,-3 3-14 16,3 1-10-16,-2 5-9 0,4-2-8 0,-3 5-4 16,4 2-24-16,2 0-67 0,3 4-89 15,3-3-100-15,4-2-137 0,3 2-285 0,3 1-192 16,4-6-21-16,3-1 167 0,3-3 273 0</inkml:trace>
  <inkml:trace contextRef="#ctx0" brushRef="#br1" timeOffset="105439.95">7470 6042 65 0,'-6'9'420'16,"0"-3"253"-16,1 0 157 0,0-3-26 0,3 1-394 16,2-1-214-16,0 0-123 0,2 0-61 15,3 0-31-15,0 0 7 0,3-2 7 0,4 3 6 16,-1-3 3-16,3-1 3 0,2 0 3 0,0-3-2 16,0 0 3-16,1 0-3 0,-4-1 1 15,1-1-4-15,-4-1 2 0,-2 0-1 0,-4 2 3 16,0 0 1-16,-2-2 2 0,-6 2 0 15,2 0-2-15,-1 1-5 0,-2 1-5 0,-1 2 0 16,-1-3-5-16,0 3-4 0,1 3-4 0,1-3-2 16,0 5-4-16,0 0-1 0,2 5-40 15,3-1-39-15,1 3-76 0,4-1-208 0,0 1-211 16,5 4-108-16,2-2 42 0,1-3 148 16,4 4 209-16</inkml:trace>
  <inkml:trace contextRef="#ctx0" brushRef="#br1" timeOffset="106191.91">9851 6098 8 0,'-12'-7'296'0,"-3"1"214"0,-2 2 203 16,0-2 93-16,-4-1-200 0,0 3-91 0,1 1-50 15,-2 1-35-15,4 0-49 0,0 2-68 0,2 3-72 16,3 0-73-16,0 2-63 0,1 5-50 15,5 0-26-15,-1 4-11 0,2 1-7 0,3 3-4 16,0-2-1-16,3 2-3 0,6-1 1 0,-1 0-4 16,4-6-3-16,3 1-12 0,3-2-33 15,0-4-87-15,2-2-118 0,5-3-158 0,-3-1-295 16,2-1-258-16,-1-3-165 0,-2 3 94 16,-3 0 350-16</inkml:trace>
  <inkml:trace contextRef="#ctx0" brushRef="#br1" timeOffset="123043.9">5826 11916 191 0,'-2'9'347'0,"-1"0"126"0,2 1 33 0,-1-1-170 15,-1 0-102-15,-1 1-43 0,3 1 13 16,-2 0 4-16,0-1 2 0,1 1 0 16,-1 0-2-16,3 2-1 0,-1 0-13 0,-1 1 4 15,2 1 5-15,0-2-7 0,0 2-15 0,0-2-20 16,0-1-26-16,2 2-21 0,-1 0-23 0,-1-4-15 15,2 1-7-15,-1-1 2 16,1-1-1-16,2 3 4 0,-2-4-1 0,-1 1 0 0,1 1-13 16,1-1-11-16,1 0-11 0,0 2-12 15,1-3-5-15,0 3-7 0,2-5-5 0,2 3-2 16,-1 1-2-16,2-3-2 0,-2-1-3 16,2 0 1-16,0-2 2 0,0 0 1 0,0 0 0 15,0 0-1-15,0-2-1 0,0-1 0 0,-2-1 3 16,3 0 0-16,-2 0 0 0,1-1 1 15,1-1 1-15,-3 2 0 0,2-2-5 16,-1 1 1-16,-1 0-1 0,0-1 0 0,-2 0 1 16,3 2-3-16,-2 0 3 0,-1 0 0 0,1 0 0 15,-1 0 1-15,2 0-1 0,-2 2 3 0,0 0-5 16,1-1 1-16,2 0 2 0,-1 1-2 16,0 0 5-16,0-1 5 0,3 3 9 0,0-3 7 15,0 1 4-15,3 1 6 0,-1-1 18 0,3 0 11 16,-2 2 3-16,3-1-3 0,-2 1-1 15,2-2-5-15,-3 2-20 0,2 0-16 0,-1-1-11 16,0 1-7-16,-2-1-1 0,1 0 0 0,-3 2-2 16,0-2 0-16,0 0 6 0,-3 0-2 15,-1-2-4-15,-1 2-2 0,0-1 0 0,-3-1 2 16,0-1-2-16,1 1 11 0,-3-1 12 0,2-1 16 16,-1 0 8-16,0-3 4 0,-1 0 0 15,1-2-9-15,-2 2-11 0,1-4-13 0,1 1-9 16,0 1-4-16,0-2-2 0,-2 1-2 15,0 0-1-15,2 4-2 0,-2-4-4 0,0 3-9 16,0-1-44-16,0 1-44 0,0-1-45 0,2 2-91 16,-1-2-140-16,2 1-208 0,-1 0-252 15,4-1-236-15,-1-1-194 0,2 0 108 0,0-1 432 16</inkml:trace>
  <inkml:trace contextRef="#ctx0" brushRef="#br1" timeOffset="124474.59">13584 10549 38 0,'-8'-12'418'15,"-1"3"298"-15,-7 0 224 0,3-1 84 0,-4 2-292 16,0 2-219-16,1 2-102 0,-3 0-41 0,3 6-35 16,-3 2-55-16,2 3-64 0,-1 3-53 15,1 6-25-15,1 7-23 0,2 6-20 0,1 6 1 16,2 8 2-16,0 4 2 0,5 6-11 15,1 3-16-15,3 2-15 0,2 0-21 0,4 0-15 16,2-5-8-16,8-5-8 0,1-4-2 0,5-6-1 16,3-9 1-16,8-5 0 0,0-9-1 15,2-7 2-15,4-8 0 0,-1-8 1 0,2-8-2 16,2-7 2-16,-6-5-2 0,1-6 1 0,-5-4-2 16,-1-3-1-16,-4 0 0 0,-4-1-2 15,-4 1 1-15,-6 1-1 0,-4 0 3 0,-3 3 1 16,-8-1 1-16,-3 3 0 0,-4-1 2 0,-5 3 2 15,-1 2-2-15,-5 1-1 0,-2 7 0 16,2 5 0-16,-4 3-4 0,-2 7 0 0,1 5-2 16,-1 6-1-16,1 5-1 0,0 5-5 0,2 5-1 15,4 3 0-15,2 3 3 0,6 5-1 16,1 1 1-16,4 2-17 0,3 0-56 0,5 3-54 16,2-1-68-16,1 0-111 0,5-2-154 15,3 1-191-15,2-6-239 0,2 0-225 0,3-4-138 16,2 0 170-16,1-4 407 0</inkml:trace>
  <inkml:trace contextRef="#ctx0" brushRef="#br1" timeOffset="124810.3">14368 10712 135 0,'0'-13'743'0,"-4"2"440"0,-4 1 88 16,-2 1-87-16,-2 3-320 0,-1 0-303 0,-4 3-158 16,2 2-85-16,-5 1-57 0,1 1-71 15,-2 5-81-15,-1 3-47 0,-2 3-29 0,2 6-16 16,-3 2-9-16,-2 5-3 0,1 7-1 0,0 2-2 16,2 7-1-16,-1 2-2 0,5 2 1 0,4 2-1 15,0-1-2-15,6 0 1 0,2-2-1 16,7-2 1-16,2-3 1 0,2-3 0 0,7-4 1 15,1-4 1-15,5-4-2 0,0-3-1 16,6-4-10-16,2-6-28 0,1-2-60 0,3-7-57 16,1-4-55-16,1-3-81 0,3-4-118 15,0-2-142-15,0-2-167 0,2-1-224 0,-1-1-203 16,-1 0-54-16,-2 0 272 0,-2 2 424 0</inkml:trace>
  <inkml:trace contextRef="#ctx0" brushRef="#br1" timeOffset="125148.82">15029 10741 146 0,'4'-17'769'0,"-3"-1"473"16,-2-1 131-16,-4 3-69 0,-2 2-405 0,-3 1-325 15,-3 1-169-15,-3 4-96 0,-3 1-82 0,-3 2-83 16,-2 6-52-16,-1 3-37 0,-4 5-20 16,-1 4-12-16,0 4-5 0,0 5-4 0,0 6-3 15,2 3 0-15,3 6-1 0,-1 4-1 0,4 3 0 16,5 4-2-16,1 2-2 0,5 1-1 16,4-2-1-16,6 0-3 0,4-4-1 15,5-2-2-15,6-3-1 0,2-3-1 0,8-7-1 16,2 1-3-16,6-7-3 0,3-2-8 0,3-5-20 15,3-3-57-15,7-4-72 0,3-6-102 0,5-4-168 16,7-4-301-16,2-3-331 0,3-4-271 16,2-3-148-16,1-2 247 0,1-2 613 0</inkml:trace>
  <inkml:trace contextRef="#ctx0" brushRef="#br1" timeOffset="125923.44">16027 10457 404 0,'6'-6'855'0,"-4"1"266"0,-1-1-13 0,1 1-257 15,3 1-325-15,1-1-156 0,2 3-59 0,5 0-11 16,1 0-14-16,3 1-15 0,1 1-30 16,4 0-41-16,3 1-56 0,0 1-46 0,2 1-26 15,3-2-34-15,0 1-19 0,2-1-10 16,0-1-4-16,-1-1-2 0,1-1-1 0,-1-2-1 15,-1 0 3-15,1-2-1 0,-6 2-1 16,-3 0-3-16,-3-1-29 0,-3 2-62 0,-4 1-64 16,-7 2-114-16,-3 2-184 0,-7 1-311 0,-3 2-301 15,-6 3-237-15,-6 0-129 0,-3 4 335 0,-5 0 578 16</inkml:trace>
  <inkml:trace contextRef="#ctx0" brushRef="#br1" timeOffset="126119.68">16127 10692 215 0,'8'11'773'0,"-2"2"353"16,2-3 41-16,4-1-109 0,1 2-458 0,4-2-267 15,4-2-120-15,3-1-57 0,4 0-32 0,4-4-43 16,4 0-31-16,4-2-25 0,-1-2-12 16,4 0-7-16,1-3-3 0,1 0 5 0,0-3 6 15,-3 3-11-15,-1 1-30 0,-4 0-102 0,-5 1-166 16,-6 0-297-16,-6 3-275 0,-3 1-272 15,-9 4-164-15,-4 1 262 0,-11 2 524 0</inkml:trace>
  <inkml:trace contextRef="#ctx0" brushRef="#br1" timeOffset="129592.51">18596 9139 168 0,'-1'-4'407'0,"-1"-2"178"0,0 1 123 0,-1-2-161 16,3 2-174-16,0-2-62 0,-1 1-13 16,1 0-3-16,0-2-18 0,1 2-32 0,-1 1-49 15,3-1-58-15,-1 0-16 0,1-1-16 16,2 1-13-16,2 1-10 0,-3-1-2 0,4 4 23 16,-2-3-17-16,4 4-11 0,-2-1-4 15,3 0 13-15,-2 4 4 0,3 1-21 16,0 0-6-16,-1 1-4 0,3 2-5 0,-1 4-18 15,0-1 13-15,3 0 9 0,-4 1-3 0,2 2-1 16,-1 0 6-16,0 0 3 0,-2 2-1 0,0 1 11 16,-2 0 7-16,-1-1 5 0,0 2 18 15,-3 0 11-15,1 1-9 0,-3-2-8 0,-3 1-8 16,0-1-7-16,-3 2-19 0,-3 1-7 0,-2 0-7 16,-2 0-10-16,-2 2-4 0,-1-1-2 0,0 0-5 15,-4 2-7-15,-2 1-3 0,2-2-3 16,-2-1-2-16,1 0-4 0,-1 0 1 0,2-1-3 15,1-3-1-15,2 1 0 0,1-2-4 16,2 0 0-16,2-3 0 0,-1 2-1 0,4-3-1 16,1 1 1-16,0-2-1 0,1 2-1 0,2-1-1 15,-1-1 1-15,2 1-1 0,1-1 3 16,0 0-2-16,0 1 2 0,1 1 0 0,2 0 1 16,2-1-1-16,-1-1-2 0,0 2 1 15,1-1-1-15,3 1 1 0,-2-2-2 0,5 2 1 16,2-1 0-16,1-1 1 0,0-2 1 0,3 1 5 15,3-3 2-15,1 0 3 0,3-2 2 0,1 0 1 16,1-3-2-16,2-3-5 0,2 0 1 16,1-2-4-16,-1 1-2 0,-4 0 0 0,3-1 1 15,-2 0-2-15,-4 1-1 0,-2 1 0 16,-2 2 0-16,-2 1-6 0,-3 1-28 0,-2 2-74 16,-5 1-90-16,-2 4-181 0,-5 1-287 0,-2 3-335 15,-5 2-368-15,-4 3-190 0,-4-1 191 0,-4 0 707 16</inkml:trace>
  <inkml:trace contextRef="#ctx0" brushRef="#br1" timeOffset="130809.56">17946 10187 109 0,'-9'0'332'0,"0"-3"159"0,-1 3 125 0,-1-1-128 0,3 1-162 15,2-1-53-15,-1 1 3 0,3 0 20 16,-2 1 7-16,2-1-19 0,3 0-39 0,-1 1-52 16,-1-1-64-16,3 0-57 0,0 0-44 0,2 0 24 15,1 3 65-15,0-3 43 0,3 0 36 16,0 0 11-16,4 0 21 0,1 0-28 0,3-3-51 16,2 3 4-16,1 0-6 0,5-1-10 15,5 1 23-15,3 0 7 0,4-1-6 0,4-1-30 16,5 1-6-16,9-2-3 0,3 3-39 0,8 0-26 15,5-2-12-15,7 2-4 0,5 0-16 16,5 0-12-16,1 0 0 0,1 0 3 0,3 2 1 16,0 1-5-16,5 0-3 0,-2-2-1 0,2 3-2 15,0 0-3-15,-8-2-5 0,-2 2-1 16,-6-1-2-16,-6 1 2 0,-6 1 0 0,-7-1 2 16,-7 2 4-16,-7 0 1 0,-2 0 0 15,-6 0 0-15,-4-1 0 0,-6 2-2 0,-1-5 0 16,-4 4-3-16,-6-4 2 0,0 1-1 15,-4-3 0-15,-3 4 1 0,-2-4-1 0,-3 2 1 0,0-2 1 16,-2 0 0-16,-1-2 1 0,-1-2-6 16,-1 1-17-16,-1-5-60 0,-2 3-70 15,-4-4-124-15,2 0-218 0,-3 0-307 0,-1 2-344 16,0 1-261-16,-4 1-115 0,-3 1 435 0,-3 2 644 16</inkml:trace>
  <inkml:trace contextRef="#ctx0" brushRef="#br1" timeOffset="137782.6">18669 10750 74 0,'5'-9'541'0,"-3"2"410"0,-1 1 217 16,-2-2-36-16,-1 0-379 0,1 4-180 15,-3-3-97-15,-1 5-82 0,1-3-67 0,-4 3-54 16,-3 0-52-16,0 0-74 0,-3 2-59 16,-1 2-36-16,-2 2-20 0,1 1-11 0,-3 3-5 15,-2 4-5-15,1 1-3 0,-2 4-1 0,3 1-2 16,-3 2 0-16,3 3-3 0,1 1 1 15,3 0-1-15,2 2-1 0,2-1-1 0,3-1-1 16,3 0 0-16,4-1-2 0,1-4 1 16,1 1-1-16,4-4 0 0,1-3 0 0,3 0 3 15,1-5 0-15,3-1 2 0,1-2 1 0,0-5 1 16,5-5 1-16,0-2-1 0,0-3 1 0,2-3-1 16,-4-2-1-16,2 0-1 0,-2-2 1 15,-2 2-1-15,-1-1 0 0,-3-1 2 0,-1 3 0 16,-4-2 0-16,0 2 0 0,-4 1-1 0,-1 1 0 15,-1 0 0-15,-1 1-2 0,-3 1 2 16,-2 0 0-16,2-1-3 0,-1 2 3 0,2 2-3 16,-2-1 1-16,1 4-3 0,1-1 0 15,3 1-2-15,-4 2-3 0,4 0-1 0,0 2-1 16,3 4-1-16,-2 0 2 0,4 4 2 16,2 3 3-16,-1 3 3 0,0 4 3 0,4 4 1 15,-2 1 0-15,0 3 1 0,0 2 0 0,-1 2-4 16,1 3 0-16,0 0-2 0,-3 2 2 15,3-1-2-15,-7 2-1 0,2-1 1 0,-3-1-1 16,0-1 2-16,-3-1 2 0,-3-3 5 0,2 1 6 16,-5-4 3-16,0 0 6 0,-4-3 2 15,1-3 0-15,-6-1-2 0,2 0-3 0,-2-2-3 16,1-3-2-16,-3-2-2 0,3-1-3 0,1-3-4 16,-1-1 0-16,2-3-2 0,0-2-3 15,2-2 0-15,2-2-3 0,0-2-5 0,1-3-5 16,4-1-9-16,1 0-14 0,3-1-35 15,1 0-56-15,2 0-57 0,2-1-57 0,2 1-84 16,3-1-125-16,0-1-142 0,2 2-230 0,2 0-213 16,1-1-179-16,4 2 44 0,1-3 365 15,1 1 416-15</inkml:trace>
  <inkml:trace contextRef="#ctx0" brushRef="#br1" timeOffset="138433.44">19417 10749 205 0,'8'-8'558'15,"-3"4"328"-15,-4-1 191 0,1 1-169 16,-2 0-225-16,-2 0-121 0,1 0-60 0,-3 2-51 15,0 0-72-15,-2-1-65 0,-1 3-54 0,-1-1-63 16,-1 1-64-16,-2 1-50 0,0 2-30 16,-1 1-18-16,-2 4-9 0,1-1-9 0,-2 3-6 15,0 2-3-15,0 4-2 0,0 4-2 0,-2 5 1 16,1 3 1-16,1 4 2 0,-1 3 1 16,-2 6 0-16,2 2 0 0,1 3 0 15,2 2-3-15,1-1-2 0,2 1-2 0,3 1-2 16,3-5 0-16,-1-1 0 0,5-4 0 0,5-2 0 15,1-5 0-15,2-2 4 0,3-7-4 16,5-2 0-16,-2-4 1 0,4-6-1 0,0-2 1 16,2-5 0-16,2-6-1 0,-2-3 1 15,-1-3-1-15,3-4 1 0,-1-4 0 0,-4-1-1 0,0-2 1 16,0-3 1-16,-5 1 0 0,-2-1 1 16,-4-1 2-16,-3-1 1 0,-3 0-1 0,-1 1-1 15,-3 0 0-15,-4 2 0 0,0-1 0 0,-2 4-1 16,-3 2 0-16,-1 4-1 0,-1 2-2 15,0 5-4-15,0 5-3 0,0 5 1 0,-1 4-1 16,-1 6-1-16,4 4 0 0,-3 2-1 16,3 5-14-16,0 0-49 0,3 0-66 0,-2 2-87 15,4-1-158-15,-1 1-286 0,3-3-318 0,-1 2-284 16,2-1-189-16,2-2 137 0,-3-1 603 0</inkml:trace>
  <inkml:trace contextRef="#ctx0" brushRef="#br1" timeOffset="140421.92">20873 10216 408 0,'-2'5'1241'0,"2"-2"381"16,-1 3-201-16,-2-2-306 0,-2 2-500 15,2 0-227-15,0-1-161 0,-2 1-81 0,3-1-39 16,-1 1-26-16,2-2-20 0,-1 0-24 16,0-2-15-16,2 1-9 0,-1-2-7 0,1 1-2 15,0-2-2-15,0 0-1 0,1 0-1 0,-1 0-1 16,0 0 1-16,0 0 0 0,0-2 0 15,0 2 0-15,0-1 1 0,-1 1 0 16,1 0 0-16,-2-2-2 0,2 2-15 0,-1-1-55 0,1-1-83 16,-2 2-158-16,-1-2-276 0,3 2-317 15,3 0-383-15,0-2-305 0,0 0 48 0,2-2 698 16</inkml:trace>
  <inkml:trace contextRef="#ctx0" brushRef="#br1" timeOffset="145862.13">21526 10585 129 0,'2'8'572'0,"-1"-4"322"0,-1-2 123 15,0-2-53-15,2-2-423 0,0-2-161 0,1-2-88 16,0-2-42-16,5-3-18 0,0-4-19 15,1-1-17-15,5-3-37 0,1-5-23 0,3-3 22 16,3-3 9-16,3-6 0 0,1-2 0 0,4-6-16 16,-1 0-18-16,2-5-40 0,2-1-19 15,-1-1-4-15,3 0-20 0,-3 1-17 0,1 4-1 16,-4 0-3-16,-1 7-4 0,-3 3-4 0,-7 8-3 16,-1 4 5-16,-5 6-4 0,0 2-2 15,-2 7-4-15,-4 5-5 0,0 6 3 0,-2 9 3 16,-1 8 3-16,1 9 3 0,-1 5 6 0,-1 9-3 15,3 5-7-15,-4 9-3 0,2 4-3 16,-2 6 0-16,4 1-1 0,-4 2 2 0,1 2 0 16,1-4 0-16,-1-1 0 0,3-4-6 0,-3-2-2 15,2-5 0-15,2-4-1 0,0-4 0 16,1-3-2-16,-3-6-1 0,2-1-1 16,-2-6 0-16,0-4-1 0,1-2-12 0,-3-4-27 0,-1-1-69 15,0-7-87-15,-1 0-174 0,-4-5-289 16,-2-3-328-16,-2-4-374 0,0-2-224 0,-4-4 136 15,-3-2 724-15</inkml:trace>
  <inkml:trace contextRef="#ctx0" brushRef="#br1" timeOffset="147779.18">23496 10276 130 0,'7'5'742'0,"-4"-2"447"0,0-2 72 15,0 1-163-15,3-1-403 0,2 1-355 0,4-1-165 16,1 2-70-16,5-1-31 0,3 1-15 0,4-2-7 16,2 0-9-16,4 3-3 0,2-4-16 15,4 1-7-15,3-1-13 0,-2 0-4 16,4 0-1-16,-2-1-5 0,-2-1-1 0,-1 0-10 15,-4 1-18-15,-2 0-55 0,-7-1-120 16,-2 2-161-16,-8 0-295 0,-6 3-272 0,-7 3-239 0,-6 1-43 16,-10 4 350-16,-6-1 449 0</inkml:trace>
  <inkml:trace contextRef="#ctx0" brushRef="#br1" timeOffset="147948.7">23551 10693 97 0,'5'10'568'0,"3"-1"348"15,5-1 135-15,0-4-60 0,4-2-406 0,4 0-306 16,5-2-138-16,4 0-72 0,4-2-32 0,1 0-21 16,4-3-14-16,4-2-3 0,-1 3-8 15,7-1-9-15,-3 1 8 0,5-1-74 0,-1 1-116 16,-4 1-267-16,3 0-243 0,-4 3-192 0,-1 0-109 16,-6 3 195-16,-4 0 357 0</inkml:trace>
  <inkml:trace contextRef="#ctx0" brushRef="#br1" timeOffset="148257.24">25556 11231 32 0,'0'0'957'16,"-5"0"752"-16,1-5-81 0,-5 1-365 0,2 1-323 16,1 1-537-16,1-1-215 0,2 0-99 0,-2-1-78 15,5 0-90-15,0-1-72 0,6-2-101 16,2 1-146-16,4-3-246 0,5 1-297 15,4-2-216-15,2 1-182 0,6-1 117 0,-3 2 459 16</inkml:trace>
  <inkml:trace contextRef="#ctx0" brushRef="#br1" timeOffset="148403.25">26303 11137 337 0,'6'6'770'16,"-3"-2"253"-16,-3 0 13 0,2 1-230 0,1-3-436 15,-3-1-261-15,3 2-170 0,0-1-145 16,4 0-205-16,-1-4-279 0,2 0-169 0,4 2-35 16,0-3 155-16,2 3 276 0</inkml:trace>
  <inkml:trace contextRef="#ctx0" brushRef="#br1" timeOffset="148559.87">26812 11259 125 0,'0'6'511'16,"0"-2"267"-16,0-1 71 0,0-2-112 0,0 1-410 16,4-4-290-16,3 1-203 0,3 0-268 15,0-4-186-15,5 1-80 0,3-2 44 0,3-2 162 16,6-1 204-16</inkml:trace>
  <inkml:trace contextRef="#ctx0" brushRef="#br1" timeOffset="148673.35">27269 11185 150 0,'7'5'409'0,"0"-1"177"16,-2 0 112-16,-2-1-179 0,0 1-236 0,4-2-170 16,-1-2-115-16,2 0-119 0,1-1-200 15,2-2-193-15,3 0-77 0,2 0 32 0,0-1 139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2:45:39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19959 3907 74 0,'2'-6'520'0,"-4"3"361"0,-1 0 209 0,-2 0 3 0,-1 0-374 16,-2 2-252-16,-3-2-121 0,1 0-52 15,-5 0-29-15,-1 3-26 0,-5 0-31 16,0 1-10-16,-5 3-27 0,-3 0-30 0,-1 3-25 16,-4 2-24-16,-1 3-9 0,0 0-17 15,0 2-9-15,1 1-4 0,2-2-10 0,0 1-6 16,5 0-10-16,2 1-7 0,3-4-5 16,5 3-5-16,1-2-3 0,3-2-4 0,5 1 0 0,3 0-2 15,1 2-1-15,8-1-1 0,1 1 0 16,3-1 2-16,3 2 2 0,7 2-1 0,-1 0 0 15,4 1 1-15,2 1-2 0,2 1-1 16,2 3-3-16,-1-1-1 0,2 0 1 0,-1 0-1 16,0 1 0-16,-2-2 0 0,0 0 1 0,-5-1 2 15,-1-1 1-15,-5-2 1 0,-2 0 2 16,-4 0 1-16,-4-1 5 0,-4-1 7 0,-4 0 7 16,-5 1 5-16,-5-1 3 0,-2 1 2 0,-5-2-2 15,-4 2-7-15,1-2-6 0,-4 2-6 0,-2-2-4 16,0-1-2-16,-2-1-2 0,2 0-2 15,1-2 0-15,3-1 0 0,2-2-2 16,4-1-1-16,4-3-2 0,4 0 0 0,2 1-2 16,2-6-2-16,4 1-4 0,4-3-7 15,2-1-14-15,4-2-32 0,4-1-63 0,2-4-61 16,3 2-74-16,4-1-126 0,-2-1-189 0,2-3-285 16,5 3-218-16,-2 1-201 0,0 0-27 0,0 1 386 15,2 0 500-15</inkml:trace>
  <inkml:trace contextRef="#ctx0" brushRef="#br0" timeOffset="326.58">20133 3763 137 0,'8'-31'639'0,"0"6"367"16,-3 2 118-16,1 5-48 0,-1 4-415 16,0 7-222-16,1 4-46 0,0 7-12 0,2 7-26 15,-2 5-48-15,1 7-46 0,-2 10-43 0,-2 2-74 16,-2 8-48-16,-1 4-29 0,0 5-18 16,-1 2-12-16,-2 3-14 0,1-3-7 0,-1 3-8 15,1-3-4-15,2-4-5 0,2-3 0 16,1-3-2-16,0-4 0 0,0-5-7 15,2-2-10-15,1-5-37 0,1-3-68 0,-4-5-63 16,0-3-99-16,0-4-150 0,1-2-225 0,-4-7-282 16,0-2-210-16,1-4-175 0,-1-4 123 0,-1-3 465 15</inkml:trace>
  <inkml:trace contextRef="#ctx0" brushRef="#br0" timeOffset="768.09">20419 3715 253 0,'10'-8'527'0,"1"-3"235"0,-2 3 165 15,4-1-166-15,1 0-159 0,-1-1-104 16,4 1-73-16,1 0-71 0,2 1-68 0,1 2-79 15,-2-1-54-15,5 3-19 0,-2 1-9 0,0 3-3 16,-3 0 27-16,1 3 21 0,1 3-5 16,-7 3-12-16,3 1-12 0,-5 2-7 0,-4 2-30 15,-4 5-28-15,-4 3-15 0,-1 1-12 16,-6 2-8-16,-1 2-7 0,-2 3-5 0,-5 4-3 16,1 3 0-16,-5 1-4 0,0 3-3 0,1 2-3 15,1 0-3-15,0 2-3 0,1-3-4 0,3-1-1 16,-1-3-3-16,6 0-1 0,0-6-1 15,3-1-2-15,5-6 1 0,0-1-1 0,2-4-1 16,3-1 2-16,1-4-1 0,2-3 3 16,3-2-1-16,0-1 0 0,2-3 0 0,3-4-1 15,0 0-1-15,2 1-1 0,4-3-1 0,1-3-4 16,1 1-7-16,2-3-9 0,3 2-31 0,-1-4-65 16,2-1-64-16,2 1-105 0,-2-2-167 15,0 2-304-15,-2-2-306 0,2 0-226 0,-1 0-150 16,-2 1 266-16,-3 1 585 0</inkml:trace>
  <inkml:trace contextRef="#ctx0" brushRef="#br0" timeOffset="1477.24">20695 3970 74 0,'-4'1'345'0,"1"-1"194"15,-2 0 166-15,-1 0-17 0,3 0-193 0,0 0-75 16,0 0-13-16,-1 0-1 0,1 0-34 16,2 0-56-16,1 0-65 0,0 0-71 0,1 0-67 15,4 0-53-15,2 0-30 0,3-1-15 0,2-2 3 16,0-1 2-16,6 0 2 0,0-1 0 15,2-3 3-15,0 2 1 0,2 0-10 0,-3-1-5 16,2-1-4-16,-4 2-3 0,2 0-2 16,-2 0-12-16,-4 1-35 0,0 2-74 0,-4 1-104 15,-1-1-133-15,0 1-247 0,-1 1-268 16,-1 0-183-16,-2 1 13 0,0-2 266 0,-1 0 348 16</inkml:trace>
  <inkml:trace contextRef="#ctx0" brushRef="#br0" timeOffset="1883.23">21311 3623 84 0,'10'-7'399'0,"-3"1"238"15,-2-2 180-15,0 4 17 0,-2-1-193 0,-1 1-115 16,-1 3-80-16,-1 1-53 0,0 0-52 16,0 4-80-16,-3 4-77 0,2 2-64 0,-4 3-40 15,-2 7-20-15,0 1-19 0,-1 6-1 0,0 3 4 16,0 3 4-16,-1 3 20 0,1 5 23 16,1 2 13-16,1 2-2 0,1 3-12 0,2 2-8 15,3-1-27-15,0-1-22 0,5 0-15 16,2-1-9-16,3-3-5 0,1-5-4 0,5-1 0 15,2-3 0-15,2-5 0 0,4-5 1 0,-1-3-1 16,6-5 1-16,-4-4-1 0,5-5-2 16,2-2 2-16,-2-4 0 0,0-5-10 0,2-4-22 15,-1-1-33-15,-1-5-30 0,-1 0-27 0,-1-2-37 16,-3-3-49-16,-1-1-64 0,-5-2-70 16,-2 1-89-16,1-2-141 0,-4 0-242 0,-3 0-172 15,2 0-10-15,-5-2 182 0,0 0 295 16</inkml:trace>
  <inkml:trace contextRef="#ctx0" brushRef="#br0" timeOffset="2212.94">21446 3612 166 0,'6'-6'432'0,"-3"0"205"0,2-2 154 15,1 0-117-15,2-2-178 0,4 1-68 0,1-2-21 16,5 3-17-16,-1-3-43 0,5 2-57 0,2 1-63 16,3 3-65-16,0-1-54 0,1 1-43 15,4 2-24-15,0 0-17 0,2 2-12 0,-1 1-8 16,0-2-4-16,1 2 1 0,-3 0-1 15,-1 2 1-15,-1-2 0 0,-2 1-1 0,-6-1 3 16,1 0-4-16,-5 2-21 0,-4-2-40 0,-5 1-77 16,-4-1-120-16,-2 2-139 0,-5-1-292 15,-4 2-248-15,-4 1-162 0,-6 0 64 0,-2-1 335 16</inkml:trace>
  <inkml:trace contextRef="#ctx0" brushRef="#br0" timeOffset="2435.67">21336 3885 294 0,'0'15'502'15,"0"-3"189"-15,5-1 128 0,2 0-262 0,-1 0-151 16,6-1-61-16,0-2-34 0,3-1-43 0,1-2-52 16,5-1-53-16,1-1-54 0,3-3-52 15,2-1-24-15,3-2-15 0,3-2-7 0,2 0-3 16,1-2-3-16,2 0-18 0,-1-2-71 15,-1 0-107-15,-1-1-195 0,3 1-276 0,-5 1-224 16,-2 0-110-16,0 0 126 0,-6 1 321 16</inkml:trace>
  <inkml:trace contextRef="#ctx0" brushRef="#br0" timeOffset="3014.92">22914 3759 24 0,'-3'1'323'0,"2"-1"214"15,-1 0 172-15,0 0 35 0,1 0-235 0,-1-1-132 16,2 1-60-16,0-2-12 0,2 1-1 15,-1 1-13-15,4-2-24 0,2 2-40 0,-1-2-36 16,3 2-34-16,2 0-38 0,2-1-29 16,3 1-27-16,0 0-21 0,3-1-18 0,3 1-13 15,-1-2-4-15,2 0-6 0,2-1-3 16,1 2-2-16,-1-2 1 0,-3 0-3 0,2 1-4 16,-2-2-27-16,-4 1-83 0,-4 0-128 0,-2 2-167 15,-2-2-291-15,-2 3-261 0,-5-2-175 16,-3 2 100-16,-2-1 381 0</inkml:trace>
  <inkml:trace contextRef="#ctx0" brushRef="#br0" timeOffset="3304.24">23245 3526 279 0,'6'-1'467'16,"1"1"157"-16,1-2 71 0,2 2-266 15,2 2-167-15,2-2-59 0,-2 2-1 0,6 0-1 16,-1 1 16-16,4 0 3 0,1 1-13 0,0 3-28 16,3-2-9-16,1 1-2 0,0 0-14 15,0 1-12-15,-2 0-3 0,-1 1-4 0,-1-1-30 16,0 1-28-16,-4-1-18 0,-1 2-22 16,-4-2-12-16,-2 2-6 0,-2 1-7 0,-4 0 0 15,-2 1-6-15,-3 1 1 0,-3 0-4 0,-3 2-5 16,-5-1-1-16,-2 2-35 0,-2-2-70 15,-5 2-116-15,2-3-153 0,-2-2-293 0,3 1-260 16,0-2-161-16,1-1 74 0,5-1 333 16</inkml:trace>
  <inkml:trace contextRef="#ctx0" brushRef="#br0" timeOffset="6128.12">25315 5560 136 0,'-2'-1'390'0,"0"-1"198"0,1 1 153 15,-1-2-118-15,0 1-158 0,1 1-70 0,-1 1-11 16,1-2 1-16,-4 1-17 0,2-1-30 0,2-1-50 16,-4 0-54-16,1 0-53 0,1-1-44 15,-2 1-14-15,1 2 3 0,-2-3 26 0,1 3 25 16,0 0 13-16,0-1-3 0,-1 0-21 16,-2 1-24-16,2-2-35 0,-1 3-29 0,1-3-23 15,0 3-14-15,-4 0-8 0,4 0-8 0,0 0-6 16,-2 0-5-16,-2 3-5 0,4 0-2 15,-2 0-3-15,1 1-1 0,-2 1-2 0,1 1 0 16,0 2 1-16,2 2-2 0,-2-2 0 16,0 4 0-16,3 1 1 0,1 0 0 0,-1 1-2 15,2 1 1-15,1-1 1 0,-1 3-1 0,2-2-1 16,2 0 1-16,-1 2 0 0,5-2 0 0,-2 0 0 16,2 0 0-16,-1-2 1 0,1 1-1 15,3-1 1-15,1-1 0 0,0 0-1 0,0-1 0 16,3-1 0-16,-2-1 1 0,1-1 2 15,3-2 0-15,-2 0-2 0,3-4 1 0,0 2 1 16,-1-4-2-16,2 0-1 0,-2-4 2 0,2 2 1 16,-1-4 0-16,1 0-1 0,0-2 1 15,0-2-1-15,-1-1-1 0,2-2 2 0,-2 0-1 16,0-3 0-16,-3 1 1 0,-1-1 0 16,1-1 0-16,-3-1-1 0,-5 0 0 0,1 2 2 15,-5-1-2-15,0 0 0 0,-5 1-1 0,1 0-2 16,-5-1 1-16,-3 2-2 0,1 2 2 15,-5-1 0-15,0 4 0 0,-2-1 0 0,-3 4 0 16,2 2 0-16,-1 3-2 0,-1 0-1 16,3 4 0-16,1-1-1 0,1 2 0 0,1 1 0 15,2 2-3-15,0 3-3 0,4-1-29 0,1 0-62 16,1 3-61-16,-2-2-102 0,6 2-171 0,0 0-313 16,1-1-295-16,4 2-232 0,-1-1-155 15,3 1 262-15,0-1 582 0</inkml:trace>
  <inkml:trace contextRef="#ctx0" brushRef="#br0" timeOffset="7198.04">25848 5707 182 0,'1'0'311'16,"1"0"94"-16,-2 0-31 0,0 0-82 0,0 0-80 15,0 0-59-15,0-1-35 0,0 1-14 16,-2 0-4-16,1-2-4 0,1 1-7 0,-2 1-4 16,0 0-7-16,1 0-2 0,1 0 4 0,-2 0 8 15,0 0 15-15,1 0 9 0,-1 0 9 0,2 0 13 16,-1 0 12-16,-1 0-6 0,-1 1-7 15,1 1 3-15,-4-2-4 0,5 1-15 0,-4 1-17 16,2 0-6-16,-1 0-8 0,0 1-12 16,-1 2-12-16,0-3-8 0,1 4-9 0,-1 1-8 15,0 0-6-15,0 3-5 0,4 0-6 0,-3 2-3 16,3 3 0-16,1-1-4 0,0 2-2 16,1 2-6-16,3 0 0 0,0-1-5 0,1 0-3 15,3 0 0-15,1-1-7 0,3-1 4 16,0 0 1-16,1-1 6 0,1-2 4 0,2-3 3 15,0-2 4-15,3-1 2 0,-2-1 3 16,1-4 0-16,-1-2-2 0,0-1 3 0,-1-2 0 16,-2-3 1-16,0-1-2 0,-1-3-1 0,0 1 1 15,-5-2 15-15,0-4 18 0,-2 3 14 16,-3-1 14-16,-1-2 4 0,-4 1 2 0,-1 0-16 16,-3 2-14-16,-2-2-20 0,-5 0-15 0,0-1-11 15,-1 3-7-15,-2 0-2 0,0 2-6 16,-1 1 1-16,2 2-1 0,0 2 3 0,-2 3 2 15,3 3-6-15,-2 2-7 0,1 3-40 16,1 2-79-16,0 0-107 0,1 2-141 0,1 2-297 16,1 0-250-16,-3 1-148 0,2 2 81 15,0 2 313-15</inkml:trace>
  <inkml:trace contextRef="#ctx0" brushRef="#br0" timeOffset="7821.78">25495 6201 215 0,'-4'-4'414'0,"0"1"164"0,-2 1 85 16,1 2-202-16,0 0-141 0,-1 0-69 16,-1 2-30-16,0 1-20 0,-1 3-20 0,1 1-23 15,1 0-16-15,1 2-20 0,-1 5-4 0,1 0 3 16,0 4 0-16,2 1-5 0,2 1-17 16,1 3-14-16,1-3-25 0,1 1-22 0,3-2-16 15,1-2-9-15,3 1-5 0,-1-3-4 16,4-3 0-16,1-2 3 0,0-3-2 0,1-3 3 15,2-4 1-15,0-2 2 0,-2-4-2 0,2-2-1 16,-2-3-3-16,0-3-1 0,-1 0-2 16,-2-5 2-16,0 0-4 0,-3-1 1 0,-1-1 3 15,-4 0-2-15,-1 0 2 0,-4 0-2 16,-1 0 0-16,-4-3-2 0,1 2 0 0,-7-1 3 16,2 0-1-16,-2 4 5 0,-1 0 2 0,-2 1 0 15,1 5-1-15,-1 3-4 0,-1 3-4 16,-2 4-4-16,3 1-5 0,-1 5-3 0,2 2-5 15,-1 2-4-15,4 2-35 0,0 0-62 16,2 4-84-16,2-3-111 0,3 2-236 0,1 0-240 16,4-1-121-16,0 0 52 0,4-3 228 0,2 3 280 15</inkml:trace>
  <inkml:trace contextRef="#ctx0" brushRef="#br0" timeOffset="8325.1">25901 5348 266 0,'-5'4'456'0,"-1"-3"168"0,-2 5 60 16,2-1-195-16,-1 3-110 0,-1 2-42 0,-1 1-8 15,1 5 5-15,2 2-3 0,-2 2-28 16,0 1-43-16,2 2-49 0,3 3-55 16,-1-4-45-16,3 2-42 0,1-1-31 0,3 0-19 15,0-4-11-15,5-3-5 0,1-1-3 16,3-2 4-16,2-5 3 0,0-3 1 0,3-5 5 15,-1-3 1-15,3-5 0 0,-1-2-1 16,1-4-4-16,-1-1 0 0,-2-3-2 0,2-1-2 16,-6-2-4-16,0 1-1 0,-5 1-1 0,-2-2 0 15,-3 1-2-15,-6 1-6 0,0-2 1 0,-2 3 4 16,-4 0-1-16,-1 1 0 0,-2 2 3 16,2 2 2-16,0 2 0 0,-1 5-3 0,-1 0-3 15,0 5-5-15,4 1 3 0,-3 4 0 16,2 4 2-16,2 1 0 0,0 4 5 0,0 2 3 15,2 3-3-15,1 2-14 0,2 1-39 0,1 0-59 16,0 1-98-16,2-1-132 0,4 3-288 16,1-1-248-16,4 1-156 0,-1-3 21 0,3 1 279 15,3-1 352-15</inkml:trace>
  <inkml:trace contextRef="#ctx0" brushRef="#br0" timeOffset="8763.69">26597 5607 250 0,'-6'2'480'0,"-1"2"179"0,2 3 97 0,-1 4-252 15,1 2-188-15,-1 4-106 0,3 2-49 0,1 2-31 16,1 3-25-16,1 2-28 0,3-2-23 16,0 1-24-16,5-3-14 0,0 1-13 0,1-5-7 15,5-2-13-15,1-3-9 0,0-4 0 16,2-5-6-16,0-2 7 0,-3-5 8 0,2-2 12 16,-3-2 15-16,-1-4 12 0,-2-1 25 15,-2-3 44-15,0 0 65 0,-2-2 65 0,-3-3 47 16,-3 0 15-16,-2-1-9 0,-3-1-40 0,-2-1-54 15,-1-1-59-15,-3 2-42 0,-3-1-26 16,2 4-16-16,-3 1-8 0,2 5-4 0,-3 2 1 16,2 4-6-16,-2 6-5 0,2 4-7 15,-2 2-1-15,2 7 1 0,-2 3-1 0,3 3-7 16,2 3-6-16,0 1-17 0,2 2-49 0,-1 1-91 16,1 1-121-16,3 3-165 0,-1-1-293 15,1 1-252-15,2 1-142 0,0 0 121 0,-1 1 355 16</inkml:trace>
  <inkml:trace contextRef="#ctx0" brushRef="#br0" timeOffset="9226.59">26181 6471 144 0,'-10'15'370'0,"0"4"166"0,-2-1 126 0,3 3-164 15,-2 2-172-15,3-1-89 0,2 2-51 16,1-3-29-16,1 0-29 0,4-1-31 0,4-4-29 15,4-3-23-15,1-1-20 0,5-6-6 16,-1-2-2-16,6-4 0 0,-1-4 2 0,0-2-3 16,1-6 6-16,1-1 13 0,-2-5 22 15,-2-1 41-15,2-4 56 0,-4-1 59 0,0-3 51 16,-4 0 19-16,-2 2-4 0,-4-2-29 16,-2 1-49-16,-4 2-50 0,-4 1-38 0,-2 1-23 15,-2 2-10-15,1 4-6 0,-5 3 1 16,-1 0-7-16,0 5-6 0,-1 1-16 0,0 5-19 15,2 3-14-15,-4 2-11 0,6 5-3 0,-2 2-4 16,2 4-3-16,2 4-1 0,2 1-2 16,1 3-20-16,2 4-20 0,0-1-50 0,1 1-103 15,1 3-146-15,1-3-289 0,2 4-256 0,2-1-247 16,2-1-102-16,3-2 276 0,2-1 464 16</inkml:trace>
  <inkml:trace contextRef="#ctx0" brushRef="#br0" timeOffset="9783.84">27216 6544 163 0,'-10'0'391'16,"-2"2"162"-16,3-1 89 0,-3 4-197 16,3-1-168-16,0 1-84 0,0 3-37 0,2 3-8 15,2 1 18-15,2 3-1 0,2 1-31 0,-3 4-28 16,4 1-22-16,4 1-26 0,-1 1-17 16,2 2-16-16,-1-5-14 0,6 1-8 0,-2-3-4 15,1-2-1-15,5-3 2 0,1-4 2 16,-1-4 2-16,2-1 5 0,-1-4 0 0,1-4 1 15,3-3 0-15,-3-3 1 0,0-2 2 0,-2-4 13 16,2-3 18-16,-5 0 34 0,-1-2 27 0,-1 0 34 16,-3 0 18-16,-3-2 1 0,-3 3-12 15,-1-4-29-15,-4 2-29 0,-3 1-28 16,-3 0-23-16,0-2-13 0,-1 4-13 0,-1 5-4 16,-2 0-1-16,0 2-4 0,-1 6-2 0,-1 1-18 15,-1 5-46-15,2 1-79 0,1 3-106 16,0 2-183-16,1 1-276 0,5 1-211 0,-3-3-65 15,3 2 157-15,1-2 308 0</inkml:trace>
  <inkml:trace contextRef="#ctx0" brushRef="#br0" timeOffset="10254.02">27323 5538 194 0,'-4'27'384'0,"3"0"145"16,-2-1 95-16,-1 2-253 0,4 0-165 0,0-4-88 16,4 0-45-16,-1-3-25 0,2-1-17 0,-1-4-6 15,6-3 17-15,1-2 7 0,2-3 6 16,1-4 5-16,-1-2 0 0,4-5-3 0,-1-5-26 16,-1-1-16-16,0-4 5 0,0-4 11 0,-2 1 33 15,1-4 45-15,-4-1 50 0,-4 0 48 16,1 0 26-16,-5-1 20 0,-2 1-4 0,-2 0-23 15,-3 1-22-15,-2-3-24 0,-1 4-22 0,-2 1-26 16,-3 3-22-16,0 2-18 0,-3 2-21 16,0 4-22-16,-1 2-18 0,-2 5-9 0,2 3-10 15,-4 3-5-15,4 2-7 0,-1 2-10 16,2 1-35-16,2 1-67 0,1 0-115 0,3-2-134 16,2 1-258-16,0-1-267 0,1-1-178 0,3 0 8 15,1-3 296-15,1-1 351 0</inkml:trace>
  <inkml:trace contextRef="#ctx0" brushRef="#br0" timeOffset="10735.03">26946 4782 203 0,'-9'2'448'16,"-5"-1"198"-16,2 0 124 0,0 2-217 15,2 1-161-15,-3 3-96 0,1 3-65 0,1 2-35 16,0 2-33-16,-2 7-33 0,5 3-35 0,0 1-28 15,1 4-19-15,4-1-19 0,3 2-11 0,0 0 11 16,3 0 11-16,3-3 0 0,2 0 0 16,1-5 3-16,4 0 2 0,-4-6-21 0,4-1-6 15,3-5 0-15,-3-1-20 0,0-7-12 16,2-2-5-16,1-2-3 0,-4-7-5 0,4-1-7 16,-3-2 17-16,0-4 9 0,1 1 3 0,-5-5 4 15,1 2 2-15,-1-1 1 0,-4-2-1 16,-4 0 1-16,-1-2 0 0,-3 1 1 0,-5-4-3 15,-2 2 3-15,-3-1 0 0,-4-1 1 16,-1 2 16-16,-4-1 10 0,1 3 6 0,0 2-1 16,0 3 1-16,-3 4-6 0,2 1-22 15,1 4-44-15,-1 3-65 0,0 3-88 0,3 2-118 16,-2 0-295-16,3 2-215 0,2 3-100 0,-3 1 86 16,4-4 253-16</inkml:trace>
  <inkml:trace contextRef="#ctx0" brushRef="#br0" timeOffset="11189.94">26159 4421 205 0,'-18'10'371'0,"3"3"129"0,-1 2 62 0,0 2-251 16,5 4-144-16,1-1-77 0,3 5-29 16,0-3-11-16,7 2-11 0,2-1-4 0,4 0 0 15,3-3-4-15,4-1-14 0,3 0-7 0,2-4-4 16,4-2 0-16,0-2-3 0,2-4-1 0,-1-3 6 15,2-2 27-15,-1-4 14 0,0-2 14 16,-5-5 4-16,0-2 25 0,-2-2 13 16,1 0 4-16,-6-3 10 0,1-3 7 0,-7 1 21 15,1 2-9-15,-4-3-8 0,-3 1-24 0,-3 2-27 16,-2 0-15-16,-2 1-30 0,-2-1-18 16,1 4-10-16,-1 4-8 0,1 2-2 0,-2 1-2 15,2 5-1-15,0 3 4 0,3 5-2 0,1 2 4 16,-1 4 1-16,4 2 0 0,1 2-5 15,3 2-37-15,1 0-59 0,4 2-74 0,2 2-110 16,2 0-277-16,1 0-175 0,2 1-40 16,3-1 116-16,4 2 215 0</inkml:trace>
  <inkml:trace contextRef="#ctx0" brushRef="#br0" timeOffset="11556.51">27534 4629 121 0,'-12'-12'385'0,"-6"2"194"0,4 0 130 0,-2 7-110 16,0 3-226-16,1 4-108 0,0 7-71 0,1 2-33 15,3 4-10-15,-1 5-25 0,4 6-28 16,1 0-33-16,4 3-14 0,1 1-19 0,6 1-13 16,0-1-9-16,5-4-4 0,1 0 3 0,1-3 23 15,4-4 11-15,1-3 4 0,-2-4 3 0,2-1 6 16,-2-6 1-16,0-3-22 16,-3-3-8-16,2-4-7 0,-4-3 1 0,1-5-8 0,-1-2-3 15,-3-2 0-15,1-3-7 0,-2 0 0 16,-4-1-8-16,-1-3-21 0,-1 2-50 0,-4-3-74 15,0 4-102-15,-1 2-190 0,-4 2-248 16,2 2-143-16,-3 0 12 0,-3 6 185 0,1 2 258 16</inkml:trace>
  <inkml:trace contextRef="#ctx0" brushRef="#br0" timeOffset="39697.03">24385 6171 86 0,'-17'2'250'0,"0"2"106"16,-1-2 30-16,-3 3-111 0,0-3-93 16,-1 1-62-16,-1 0-30 0,-2 2-8 0,-3-1 1 15,-2 0 1-15,0 1 11 0,-3 2 1 0,-1-1-6 16,-3 2-7-16,-1 2-26 0,-2 1-19 16,-2-2-7-16,-1 6 4 0,-2-2 3 0,0 2 8 15,-1 2 43-15,-3-2 20 0,4 3-2 16,-3 1-14-16,-1 0-20 0,5 3-6 0,-5 0-29 15,1 2-13-15,-2 0-29 0,-2 2-17 16,-3 0-3-16,-1 5 12 0,-4 0 1 0,-7 5-3 16,-2 0 14-16,-2 5 12 0,-2 1 8 0,-4 2-11 15,2 3 0-15,-1 4-18 0,0 1-4 0,1 4-6 16,-2 1-1-16,0 3 11 0,0 2-2 16,-2 0 18-16,1 3 4 0,-1-2 11 0,1 3 26 15,1-1-2-15,-1 1 7 0,0 3-10 16,-2-2 4-16,-2 2 15 0,0 1-7 0,0-1-18 15,0 0-4-15,0 0 5 0,4-2 14 0,2-4-7 16,5-1 4-16,3-4 3 0,3 2 1 0,2-2 5 16,2 1-4-16,3 0-18 0,1-2-13 15,4 0-9-15,2 0-8 0,2-1-6 0,2-2-4 16,5-3-7-16,4-1-3 0,3-3-2 16,5-6 2-16,5-4 2 0,3-2 2 0,6-3 2 15,2-5 7-15,5-5-1 0,4-2-1 0,2-4 0 16,3-4 0-16,1-1-8 0,2-5-20 15,2-3-21-15,3-3-36 0,-1-4-51 0,3-6-61 16,-2-3-75-16,2-1-150 0,-1-5-195 0,-1 0-67 16,0-4 58-16,-1 0 161 0,0 1 184 15</inkml:trace>
  <inkml:trace contextRef="#ctx0" brushRef="#br0" timeOffset="39900.23">20244 8938 223 0,'-1'6'445'15,"-4"-1"165"-15,1 2 91 0,1 4-262 0,2 1-189 16,-3 2-102-16,3 1-42 0,-1 2-12 16,2 1-9-16,2 2 0 0,-1 0-7 0,3 3-8 15,0 0-19-15,5-1-12 0,0 2-6 0,0 0-7 16,4-4-4-16,1-1-10 0,4-1 0 16,2 0-4-16,2-4-16 0,3-3-40 0,3-3-69 15,2-3-129-15,1-4-267 0,4-4-169 16,-1-1-48-16,3-2 102 0,-1-1 203 0</inkml:trace>
  <inkml:trace contextRef="#ctx0" brushRef="#br0" timeOffset="40535.6">19608 10392 342 0,'0'2'949'0,"-1"-2"317"0,-3 2-54 0,0-2-189 16,2 0-521-16,-1 0-237 0,3 0-117 15,-1 0-56-15,1 0-27 0,0 0-15 0,0 0-16 16,0 0-13-16,0 0-11 0,0 0-8 16,1 0-2-16,1 0-7 0,1 0 1 0,3 0-18 15,-1 0-41-15,1 0-95 0,1-2-137 0,-3 2-240 16,6 0-283-16,-4 0-256 0,0 0-145 15,1-1 195-15,-2 0 434 0</inkml:trace>
  <inkml:trace contextRef="#ctx0" brushRef="#br0" timeOffset="40809.07">20128 10396 242 0,'3'-2'784'0,"-3"2"337"0,-3 0 29 16,2-1-143-16,-4 1-497 0,4-1-256 0,-1 1-125 15,1 0-65-15,1-2-34 0,0 2-20 16,0-2-10-16,0 2-29 0,1 0-63 0,1-1-87 15,-1 0-114-15,5-1-212 0,-3-1-277 0,2 2-199 16,-1 1-36-16,-1 0 200 0,-2 1 331 16</inkml:trace>
  <inkml:trace contextRef="#ctx0" brushRef="#br0" timeOffset="41055.36">20140 10793 85 0,'-2'7'596'16,"0"-1"399"-16,1-2 144 0,-3 1-91 0,1-1-391 16,2-2-319-16,-2 1-168 0,1-2-89 15,2 0-41-15,-1 1-24 0,-1-2-21 0,2 2-42 16,0-2-75-16,-1-2-104 0,1 2-149 0,0 0-290 15,0 2-236-15,-2 0-119 0,-1 2 97 0,0 0 306 16</inkml:trace>
  <inkml:trace contextRef="#ctx0" brushRef="#br0" timeOffset="41256.08">19863 11284 17 0,'-10'10'374'0,"0"-1"269"16,-2-3 186-16,3 1 40 0,-4-4-339 0,5 0-270 15,0-3-153-15,3 0-102 0,-2-2-90 16,2 0-97-16,0-4-167 0,4 2-239 0,-3-3-124 16,3-1 1-16,-3-1 138 0,3 1 213 15</inkml:trace>
  <inkml:trace contextRef="#ctx0" brushRef="#br0" timeOffset="41432.5">19512 11329 350 0,'-13'6'617'0,"0"0"194"0,1-3 54 15,1 1-304-15,0-1-262 0,0-1-143 0,3 0-70 16,0-1-47-16,0-1-37 0,2-1-48 15,1-3-58-15,0 1-75 0,4-1-148 0,-4-3-252 16,2-1-137-16,-5-1-12 0,3 1 125 16,0-3 209-16</inkml:trace>
  <inkml:trace contextRef="#ctx0" brushRef="#br0" timeOffset="41614.37">19050 11253 11 0,'-8'-2'314'16,"0"-1"203"-16,0 0 149 0,0-1 34 0,-2 0-328 15,2-1-218-15,-1-1-169 0,0-1-284 0,1-1-207 16,0-5-91-16,0 2 13 0,-1-3 121 16</inkml:trace>
  <inkml:trace contextRef="#ctx0" brushRef="#br0" timeOffset="41773.08">18922 10885 45 0,'0'2'438'0,"-3"0"294"0,2-2 161 16,-4 0-27-16,3 0-398 0,0 0-317 0,1 0-190 15,2 1-150-15,3 0-217 0,1-1-218 16,5 0-97-16,0 0 25 0,4-2 151 0,4-2 213 15</inkml:trace>
  <inkml:trace contextRef="#ctx0" brushRef="#br0" timeOffset="42877.84">25909 10180 93 0,'-1'0'307'0,"-1"0"144"0,-1 0 114 15,1-1-134-15,1 1-150 0,-3 0-78 0,3-3-31 16,-3 3-2-16,1 0 7 0,2 0-4 15,-4 0 4-15,4 3-17 0,-2-3-20 0,-1 1-22 16,3-1-22-16,-3 2-15 0,1 0-18 16,-2 1-7-16,2 3-4 0,-3-4-2 0,2 3-5 15,-1 1-7-15,-2-2-4 0,2 4-10 16,-1-1-5-16,-2 2-5 0,2 1-4 0,0 1-1 0,1 0-3 16,-3 1-3-16,3-2-1 0,1 2-1 15,-1 0-1-15,2 0 3 0,-1 1-3 0,1-3 0 16,2 2 0-16,1-2-4 0,0 1 1 15,1-3-2-15,1 3 2 0,1-4-1 0,0-1-1 16,2 2 2-16,1-2 0 0,-1 0-1 16,4-1 2-16,-1-2 2 0,0 0 8 0,2-3-1 15,-1 0 4-15,3-3 2 0,0-2 5 16,1-1 1-16,1-1-2 0,0-3-1 0,2-1-2 16,-2 0 0-16,1-1-1 0,-3-1-2 0,-1-1 1 15,2 0-2-15,-5 1 3 0,-4-4 10 16,1 4 10-16,-3 0 14 0,-2 1 7 0,-3 0 9 15,-2 1 6-15,-3 1-7 0,-3 0-8 0,-2 2-15 16,0 0-9-16,-5 4-13 0,-1-1-5 16,1 3-5-16,-2 0 1 0,-1 2-3 0,2 2 3 15,0 0 0-15,2 1-8 0,-1 2-3 0,4 1-15 16,2 0-53-16,-1-1-85 0,5 3-115 16,-1-2-256-16,2 3-252 0,4-3-183 0,1 1 4 15,1-1 231-15,2 0 319 0</inkml:trace>
  <inkml:trace contextRef="#ctx0" brushRef="#br0" timeOffset="43566.16">26336 10184 64 0,'-2'0'302'0,"1"0"154"0,-2 0 121 0,-1 3-113 16,1-1-205-16,0 0-116 0,0 1-67 0,-2 2-28 16,2 0-9-16,0 3 17 0,0 1 11 15,0 2 10-15,-1 1 2 0,1 1 8 0,1 0 1 16,-1 2 2-16,3-1-4 0,0 0-14 16,0-1 12-16,3 0-1 0,-1 1-6 0,1-4-6 15,4 1-11-15,-2-1-1 0,1-2-24 16,3-1-11-16,1 0-6 0,-2-5-3 0,3 2-3 15,-2-4-2-15,2-3-2 0,2 1 0 0,-2-4-1 16,0 4-4-16,2-9 0 0,-2 3 1 0,1-3-4 16,-1-2 0-16,-1 0 0 0,-1-1-4 15,-1-2 3-15,-1 2-1 0,-4 0 2 0,-1-1 0 16,-2 2-2-16,-2-1 4 0,-1 2 0 16,-2 0-1-16,-2 2 1 0,-2 1 0 0,0 2-2 15,-3 1-2-15,0 2-1 0,-1 3 1 16,-1 1-3-16,1 2 0 0,1 1 2 0,-2 3-10 15,2-2-27-15,0 2-37 0,1 0-58 16,1-2-84-16,1 2-179 0,1-1-213 0,2-1-91 0,1-1 40 16,1-2 157-16,1-1 202 0</inkml:trace>
  <inkml:trace contextRef="#ctx0" brushRef="#br0" timeOffset="43969.86">26191 9974 114 0,'-7'2'339'0,"1"1"154"0,-1 2 115 0,-1 1-148 16,1 0-180-16,0 3-98 0,1-1-46 15,-1 5-24-15,3-2-16 0,-2 3-12 0,3 1-16 16,1-1-22-16,2 0-15 0,2 1-8 16,1 0-30-16,3-4-15 0,0 3-9 0,2-4-3 15,2-1 6-15,2-3 11 0,-1 0 52 0,1-3 4 16,0-2 26-16,-1-2 15 0,2 0-5 16,-4-5-5-16,-1 4-28 0,0-5 7 0,1-1-16 15,-4 0-14-15,0 0-7 0,-2 0-4 16,-3-1 1-16,0 1-2 0,-1-1-2 0,-2 1 0 15,-1 1 2-15,-2 1-7 0,-2 2 0 0,0 0-4 16,0 2-4-16,0 0-7 0,-1 4-25 16,-1 1-33-16,1 0-45 0,-2 3-63 0,0 3-109 15,1-1-207-15,-4 3-134 0,1 0-2 0,4 1 105 16,-4 3 172-16</inkml:trace>
  <inkml:trace contextRef="#ctx0" brushRef="#br0" timeOffset="44373.39">26058 10692 110 0,'-5'7'345'0,"0"3"160"0,-1 1 116 0,0 3-143 15,-1-1-192-15,2 2-108 0,2-1-62 0,2-1-31 16,2 1-9-16,2-3-7 0,2-3-8 16,3 0-10-16,5-4-1 0,0-1-3 0,2-4-7 15,1-3-6-15,3 0-7 0,0-3-6 16,-3-2-12-16,-1-2-6 0,1-1-3 0,-3-1-1 15,1 1-1-15,-4-3 2 0,-1 1 5 16,-4-1 6-16,0 1 3 0,-4 0 7 0,-2-2 2 16,-6 3 0-16,0 1-2 0,-1 0-2 0,-4-1-5 15,-2 6-12-15,0 1-14 0,-5 4-20 16,1 2-26-16,0 2-40 0,-3 4-50 0,2 1-76 16,-1 6-159-16,-2 1-179 0,2 1-61 15,2 1 60-15,-2 1 145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2:57:23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1203 1902 188 0,'1'-6'338'16,"1"1"131"-16,-2 5 50 0,0-6-125 0,0 0-35 16,0-2 59-16,0 4 54 0,2-2 25 15,-1 2-20-15,-1-2-53 0,2 0-72 0,1 0-89 16,0-1-72-16,-2 0-48 0,-1 1-28 16,2-3-18-16,-1 1-1 0,1 1 1 0,0-2 28 15,1 1 15-15,0 1 7 0,0-1 11 0,1-3-12 16,0-2-12-16,2 1-32 0,1-2-27 15,-2-3-19-15,1 1-23 0,5-4-11 0,0 2-9 16,2-1 3-16,1 1 5 0,-1-1 4 0,-2 0 5 16,0 3 0-16,-3-2 1 0,0 4-7 0,-1-3-5 15,0 4-4-15,-1 2-4 0,-3 2-1 0,1 1-2 0,-1 2 2 16,-2 1 2-16,1 1 0 0,-2 2 2 0,3 2 1 16,-3-3 1-16,-3 3 4 0,3 0 6 0,-2 3 6 15,1 2 3-15,1 1 2 0,-2 3 0 0,2 1-2 0,-1 4-5 16,1 0-2-16,0 5-2 0,0 2-4 0,0 1-1 15,0 2-2-15,0 3-1 0,1 0-1 0,-1 2-1 16,0 2 1-16,2 2 1 0,-1-1-2 0,1 1-1 16,1-3-3-16,-2 1-4 0,2-3-1 0,-1 0-2 15,1-3-2-15,-1-1-1 0,1-2 1 0,-1-3 2 16,1-3 3-16,0-1-1 0,-1-1 2 0,-2-3 0 16,1-3 0-16,-1 1-4 0,0-3-2 0,0 0 0 0,0-2-2 15,-1 1 0-15,1 0-2 0,-2-4 0 0,1 2-5 16,-1-1-6-16,-1-1-10 0,3-1-15 0,3 0-19 15,-1 0-31-15,-1-3-62 0,-1-1-64 0,-1-1-93 16,-4-1-155-16,0 0-241 0,0-1-302 0,2-1-234 16,0 1-190-16,-3-3 149 0,-2 2 546 0</inkml:trace>
  <inkml:trace contextRef="#ctx0" brushRef="#br0" timeOffset="792.76">1491 1213 44 0,'0'-7'250'0,"0"-3"123"0,0 2 123 15,0-3-76-15,0 3-89 0,0-2-17 0,4 3 44 16,-1 1 70-16,0-2 51 0,-1 2-1 0,-4 1-33 16,-2-1-43-16,-5-1-70 0,-3 1-61 0,3 0-31 15,-1 2-7-15,4 1-7 0,1 2-25 0,-3 1-16 0,-1 0-22 16,-2 0-29-16,-1 1-36 0,0 0-27 0,-1 4-13 16,-4-3-19-16,-2 5-9 0,-2-1-10 0,0 1-5 15,0 2-4-15,-1 3-7 0,1 1 5 0,2 1-1 16,-3 3-4-16,3 3 0 0,-2 5-4 15,1 3-1-15,0 7-2 0,0 1 8 0,3 6-3 16,-2 1-2-16,5 4 2 0,3 2 1 16,-2 2-2-16,7 4-5 0,1 0 0 0,3-2 2 15,4 3-1-15,4 0-1 0,4-1 9 0,2-4 2 16,4-1 1-16,5-1 2 0,1-4 0 0,3-2-1 16,1-4-7-16,5-1-1 0,4-5 3 15,0-4 0-15,-1-4 2 0,1-4 3 0,-1-3 1 0,-1-4 1 16,0-4-3-16,0-4-1 0,-1-2-1 0,0-6-3 15,-1-4-3-15,1-3-1 0,-1-4-2 0,-2-1 2 16,-1-6 1-16,-4-1-4 0,-1-6-3 0,-2-2 0 16,-2-3 0-16,0-1-3 0,-5-3 1 0,2-3 5 15,-5-3 1-15,-1 1 0 0,1-1 2 0,-5-2-1 16,-3-2 0-16,-1 0 6 0,-4-3 5 0,-3 0-2 16,-1-2-3-16,-5-3-1 0,0 0-2 0,-3 0-5 0,0-1-4 15,-4 4 4-15,2 2 4 0,-1 5-1 0,-2 3 2 16,0 9 0-16,-3 2-1 0,1 8-1 0,-2 4 1 15,-1 5-2-15,-3 4-1 0,2 6-1 0,1 3-1 16,-3 3 0-16,2 4 6 0,0 4 4 0,-1 4 1 0,2 0-5 16,-4 4 4-16,1-2-6 0,-1 2-33 0,2 2-58 15,4-1-54-15,5 1-61 0,1-2-133 0,5 1-171 16,1-2-266-16,3 0-241 0,2 1-220 0,0 1-83 16,0-2 340-16,2 3 484 0</inkml:trace>
  <inkml:trace contextRef="#ctx0" brushRef="#br0" timeOffset="1774.46">3998 1198 295 0,'0'2'579'0,"2"-1"212"0,-2 2 76 0,0 4-238 15,1 1-191-15,1 5-65 0,-1 1-39 0,3 4-25 16,-3 5-19-16,3 1-45 0,-1 4-59 0,-2 2-75 15,4 2-46-15,-2 3-24 0,0-1-19 0,0 2-6 16,-1 0-4-16,1-1-1 0,0 2-2 16,-1-3-8-16,0 0-31 0,-1-8-86 0,-2-2-125 15,-1-3-148-15,0-3-299 0,-1-3-263 0,0-3-179 16,1-3 79-16,-4-4 352 0</inkml:trace>
  <inkml:trace contextRef="#ctx0" brushRef="#br0" timeOffset="2008.12">3813 1289 69 0,'5'-3'388'0,"1"-1"230"0,-1-1 148 16,1 3-2-16,2-3-182 0,0 2-136 15,2 0-62-15,4-1-34 0,-3 1-24 0,3 1-52 16,0-1-87-16,2 2-83 0,2-2-57 0,0 1-36 15,0 0-19-15,1 0-13 0,1 2-7 0,1-2 14 16,1 1 6-16,0 1-17 0,-3 0-73 0,2-1-115 16,1 2-154-16,-5-1-290 0,2 3-248 0,0-1-163 15,-3-1 91-15,1 0 333 0</inkml:trace>
  <inkml:trace contextRef="#ctx0" brushRef="#br0" timeOffset="2303.73">4426 1033 4 0,'2'-6'367'0,"-2"3"337"16,-3 0 304-16,3 1 123 0,-2 0-290 0,1-1-219 15,-1 0-126-15,-1 3-83 0,0 3-61 0,0 4-72 16,0 0-41-16,-1 4-44 0,1 2-43 0,-3 4-38 16,3 0-38-16,-2 4-23 0,1 3-18 0,0 2-9 15,3 0-6-15,-1 3-4 0,2 1 4 0,0 1 3 16,3 1-4-16,-1-2-3 0,3-1-3 15,2 1-1-15,0-5-9 0,1 0-4 0,1-4-1 0,2 0 0 16,0-3 1-16,2-1 0 0,-2 0 0 16,2-4 0-16,1-1-2 0,-1-2-6 0,2-2-12 15,-2-2-17-15,3-2-32 0,-2-1-49 16,3-6-51-16,-2-1-58 0,0-2-102 0,-2-4-127 16,0-1-167-16,1-3-245 0,-3 1-223 0,1-1-140 15,0-4 170-15,-3 2 401 0</inkml:trace>
  <inkml:trace contextRef="#ctx0" brushRef="#br0" timeOffset="2541.42">4466 982 24 0,'-10'-3'428'0,"0"3"355"0,3 0 214 0,1 0 14 0,1 2-329 15,0-2-274-15,4 0-98 0,1 0-53 16,1 0-31-16,4-2-18 0,3 2-20 0,2 0-20 15,2 0-53-15,1 2-45 0,4-1-24 0,-1 0-18 16,3 2-15-16,0-3-8 0,3 0-4 0,0 0 0 16,-1-3-2-16,-2 2 0 0,3-2 1 0,0 1-8 15,-3 0-11-15,0 2-39 0,-3 0-86 0,-2-2-145 16,-4 0-153-16,-4 2-284 0,-3 2-272 0,0 1-185 16,-6 2 97-16,0 0 398 0</inkml:trace>
  <inkml:trace contextRef="#ctx0" brushRef="#br0" timeOffset="2727.96">4420 1219 84 0,'3'6'272'0,"2"-3"129"0,1-3 85 16,4 0-148-16,1 0-104 0,0-3-53 0,2-1-59 16,4 2-30-16,0-4-16 0,1 0-10 15,2-1 0-15,1-2-27 0,3-2-12 0,1 1-17 16,2-1-45-16,0 1-73 0,0-1-225 0,1 2-150 15,-1 1-49-15,0 1 46 0,0 1 130 0</inkml:trace>
  <inkml:trace contextRef="#ctx0" brushRef="#br0" timeOffset="3030.93">4980 1114 320 0,'-8'19'675'15,"2"5"269"-15,1-3 148 0,0 7-231 0,2-1-251 0,1 3-159 16,-1 1-72-16,5-1-52 0,1 0-79 0,0-1-65 15,2-2-45-15,3-5-34 0,4-1-41 16,1-3-19-16,1-6-18 0,2-3-5 0,0-5 0 16,0-4-4-16,3-4-4 0,-5-6-2 0,3-5-3 15,-2-6 0-15,-3-2-1 0,-2-2-4 0,-2-4 1 16,-2-2 0-16,-3 1 8 0,-3-1 1 16,-3 3 1-16,-3 0-1 0,-4 5 0 0,-4 1-2 15,-2 4-4-15,-1 1-2 0,-1 5-1 0,-2 3 8 16,2 3 2-16,-2 3 1 0,4 3 0 0,0 5 1 15,2 0-3-15,3 5-4 0,3 3-7 0,0 0-2 16,2 1-7-16,4 4-2 0,1 0-2 0,2 3-7 16,3-1-15-16,0-1-37 0,4 2-35 0,0-2-50 15,2-2-104-15,2-2-155 0,-1-2-244 0,5-2-248 16,-2-3-240-16,3-1-129 0,1-3 247 0,-1-3 470 16</inkml:trace>
  <inkml:trace contextRef="#ctx0" brushRef="#br0" timeOffset="3480.45">5328 1296 249 0,'6'9'534'0,"-1"3"249"0,1 1 156 16,-3 5-205-16,-1 3-136 0,-1 2-137 0,1 2-80 15,1 2-71-15,-3 0-68 0,0 2-66 0,0-4-54 16,0 1-30-16,0-4-16 0,0-1 2 0,0-7 1 16,-1-1 13-16,-1-2 9 0,2-4-2 15,-2-1-9-15,1-5-16 0,-1-2-8 0,-1-5-29 16,0-3-24-16,0-4-13 0,0-4-4 15,0-4-5-15,-1-1-9 0,3-5-10 0,-1-3-14 16,1-1-18-16,1-6-14 0,1 1-6 0,1-4-3 16,3-1 13-16,1 1 18 0,3-2 19 0,1 4 12 15,3 1 4-15,-1 4 8 0,-1 4 3 0,2 4-1 16,-2 2-1-16,0 5 2 0,3 2 2 0,-1 2-1 16,-1 5 0-16,1 1 6 0,-2 2 2 0,3 4 2 15,-2 2-1-15,0 1 2 0,-1 4-6 0,-1 2 0 16,1 1 3-16,-5 1-1 0,2 3 0 0,-5-1 1 0,1 5 8 15,-4 1 10-15,-2 2 9 0,0 3 24 16,-3 3 31-16,-1 5 40 0,0-1 40 0,-5 4 20 16,1-1 2-16,-1 0-16 0,-1 4-20 0,0-4-36 15,2 0-35-15,0-2-26 0,2-4-19 0,3 0-11 16,2-2-11-16,-1-2-4 0,4-6-5 16,2-1 0-16,0 0-3 0,4-5-2 0,1-1 2 15,1-2-1-15,4-2 1 0,1-2-2 0,4-3-14 16,-1-3-30-16,3-2-68 0,0-1-70 0,3-1-143 15,4-2-204-15,-1 0-305 0,2-3-307 0,4 4-217 16,2-3-59-16,2-2 474 0,5 1 532 0</inkml:trace>
  <inkml:trace contextRef="#ctx0" brushRef="#br0" timeOffset="3860.64">7374 1095 249 0,'-2'-1'524'0,"2"1"205"16,0 0 92-16,2 2-137 0,4 1-157 0,2 1-97 16,3 3-56-16,3 0-40 0,2-1-28 0,1 2-97 15,4-2-74-15,1 1-58 0,3-2-33 0,2-2-17 16,0 0-13-16,1-1-7 0,1-2-7 0,-2-2-14 15,0-1-58-15,-2-3-138 0,-1 1-163 0,-2 0-289 16,-4-2-257-16,-3 1-210 0,-4-1 36 16,-3-1 387-16</inkml:trace>
  <inkml:trace contextRef="#ctx0" brushRef="#br0" timeOffset="4123.1">7750 892 6 0,'8'4'240'0,"0"0"135"16,3-2 127-16,0 0 9 0,0 2-165 0,3 1-83 16,2-1-16-16,0 0 27 0,0 0 9 0,1 3-20 15,1-3-4-15,0 4 6 0,1-3-5 0,-1 1-21 16,1 0-4-16,-3 2 1 0,-1-1-14 0,0 3-31 16,-3-2-32-16,-4 0-31 0,-1 3-26 0,-6 0-22 15,1 1-22-15,-4 2-13 0,-3 0-10 16,-1 4-7-16,-2-1-8 0,-3 1-4 0,-2 1-3 0,1-2-6 15,-1 1-3-15,0 0-11 0,-1-3-24 0,0 0-98 16,0-4-166-16,-1-3-297 0,2-4-269 16,0-2-266-16,-1-4-162 0,2-4 268 0,4-2 515 15</inkml:trace>
  <inkml:trace contextRef="#ctx0" brushRef="#br0" timeOffset="4786.18">9054 1108 329 0,'-3'6'687'0,"0"0"246"16,1-3 46-16,1 0-284 0,1-2-239 0,1-1-162 15,1-4-84-15,1-2-34 0,4-3-18 16,-1-3-10-16,5-4-41 0,-1-3-35 0,1-3-24 15,1-3-19-15,1 0-6 0,1 0 10 0,-3 0 10 16,0 3 9-16,-1 0 7 0,-4 4 12 0,0 2 10 16,-2 4 1-16,-1 1-2 0,-2 6-4 0,1 4-7 15,-2 6 0-15,-3 4 10 0,3 8 21 0,-2 3 29 16,-1 4 13-16,1 2 6 0,1 1-11 0,-1 0-24 16,2 0-30-16,0-2-32 0,3 0-18 0,-1-1-12 15,1-4-7-15,2-2-3 0,-2 0-4 16,3-5-1-16,1-1-2 0,-1-5-1 0,4-3-2 0,0-2-1 15,2-7 0-15,-1-2 0 0,4-6-2 16,0-5 2-16,1-1 1 0,1-5-2 0,-1-1 1 16,1 0-4-16,-3 3 0 0,2 0-2 0,-2 2 0 15,-2 4 2-15,-2 2-2 0,-2 4 2 0,-3 1 4 16,0 4 0-16,1 2 2 0,-3 3 2 0,-1 5 2 16,-1 1 5-16,-2 4 8 0,-1 1 4 0,-1 3-7 0,-1 3-5 15,-1 0-2-15,3 2-6 0,-1-1-7 16,0 1-4-16,1-2 5 0,2-1 2 0,0 0-1 15,2-1 2-15,-1-2 6 0,1-1 1 0,1-1 2 16,1-1 2-16,0-4-1 0,2 0-2 0,-1-4-5 16,3-2-6-16,-1-2-19 0,2-3-44 0,-1 0-56 15,1-1-53-15,-1 0-93 0,1-2-158 0,1 1-184 16,0 5-266-16,2-4-222 0,-1 4-195 0,1-1 82 16,2 2 459-16</inkml:trace>
  <inkml:trace contextRef="#ctx0" brushRef="#br0" timeOffset="5173.6">9798 1008 304 0,'3'-9'854'0,"-3"-1"362"0,0 3 28 0,-2 0-189 15,2 2-266-15,-3 2-239 0,1 0-142 0,-1 0-80 16,0 2-56-16,-2-2-70 0,-2 1-65 0,0 2-41 16,-1 2-26-16,0 2-18 0,-3 2-14 0,2 3-11 15,-3 4-9-15,0 3-5 0,1 2-1 0,1 1-3 16,0 3 0-16,2 2-3 0,1-1-1 0,2-1-4 15,4 0-1-15,1-4-3 0,1-3 0 0,4-3-1 16,2-1-1-16,1-8-1 0,4 2-1 0,-1-8-6 16,2-1-7-16,1-6-14 0,2-1-20 0,1-6-28 15,-1 0-28-15,1-3-17 0,-1-1-6 0,-2 0 4 16,-1 0 14-16,-2 3 34 0,0 0 35 0,-4 4 37 16,0 3 50-16,-4 1 34 0,-1 3 22 0,-2 0 10 15,-2 5 2-15,-1 1-6 0,-3 2-24 16,0 1-16-16,1 5-12 0,-3 0-7 0,3 4-8 15,-1 1-8-15,2 1-7 0,0 2-7 0,1 2-5 16,1 0-2-16,2-2-4 0,0 2 0 0,2 0-2 16,1-2-2-16,2 0-1 0,3 0-2 0,-2-2-2 15,2 0-12-15,2 0-28 0,0 0-69 0,0-2-70 16,1-3-123-16,0 0-181 0,0 1-309 0,1-4-322 16,2 1-224-16,-2-1-124 0,4-3 356 0,-3-2 571 15</inkml:trace>
  <inkml:trace contextRef="#ctx0" brushRef="#br0" timeOffset="5381.63">10169 1245 421 0,'2'-1'814'15,"-2"-1"245"-15,0 0 52 0,0 1-281 0,3-4-288 16,-1 3-193-16,2-5-103 0,-1 1-55 0,2 0-59 16,3-3-51-16,-1 0-35 0,3 0-22 0,0-3-8 15,1 1-7-15,1-2-6 0,1-1-2 0,4-2 2 16,-2-1-4-16,2 3-3 0,-1-4 4 0,1 3-1 15,1-2-4-15,-2 2-1 0,0-1 0 0,-2 4-11 16,-3 3-35-16,0-1-94 0,-5 3-133 16,1 1-213-16,-4 0-284 0,-2 3-263 0,-1 3-164 0,-1 0 168 15,-1 0 414-15</inkml:trace>
  <inkml:trace contextRef="#ctx0" brushRef="#br0" timeOffset="5601.71">10194 861 110 0,'-8'8'706'0,"2"-1"449"0,0 2 101 0,0-2-145 15,2 1-380-15,1 3-291 0,5-1-116 0,-1 2-47 16,4 4-33-16,0 1-26 0,4 0-32 0,-1 0-48 16,2 2-56-16,1-2-39 0,1 1-20 0,1-1-12 15,1 2-8-15,-1-2-5 0,3-1-62 16,-2 0-59-16,2 0-127 0,-2-2-198 0,0-1-301 15,-3 0-344-15,2-1-247 0,0 0-122 16,-4-3 416-16,4 1 596 0</inkml:trace>
  <inkml:trace contextRef="#ctx0" brushRef="#br0" timeOffset="6230.95">11658 996 213 0,'-4'11'528'15,"-1"-3"246"-15,2 3 178 0,-2-2-141 0,2 0-159 0,1-3-146 16,-3 0-97-16,4-1-64 0,-1-4-85 0,1 0-86 16,1-2-62-16,1-4-31 0,2-1-4 15,2-1-1-15,2-4 6 0,1-1 26 0,4-6 16 16,1-2 18-16,3-3-6 0,0-5-9 0,2-4-6 16,2-4-18-16,0-2-17 0,2 1-24 0,-3 0-20 15,0 4-8-15,1 1-7 0,-5 5-9 0,-3 5-7 16,0 1-7-16,-4 6 5 0,-2 5 3 15,2 1 8-15,-4 4 8 0,0 5 5 16,-3 5 1-16,2 4 5 0,-3 3-1 0,-3 5-6 16,2 6-7-16,-1 0-4 0,-1 6-2 15,-2-1-7-15,2 2-3 0,0 2-5 0,1 1-7 16,-2-2-2-16,0 2-2 0,1-2-2 0,0 3-1 16,1-3 5-16,-1-2 2 0,0-1 1 0,3-2 4 15,0-4 3-15,0-3 1 0,3-2-6 0,-1-1-13 16,-1-3-44-16,3-4-72 0,-3-2-73 0,2-2-130 15,-1-1-188-15,1-2-313 0,0-2-278 0,-1 0-217 16,1-3-88-16,3-1 383 0,1-2 550 0</inkml:trace>
  <inkml:trace contextRef="#ctx0" brushRef="#br0" timeOffset="6594.72">12239 719 493 0,'-5'-11'971'0,"0"2"248"0,-3-1-49 0,-4 3-287 16,2 2-303-16,-1 3-193 0,-1 2-96 15,2 1-61-15,0 2-45 0,1 4-43 0,1 1-56 16,5 1-40-16,0 1-23 0,3 1-11 0,3 3-7 16,2 0-4-16,1 1 3 0,3 0-1 15,1-2 2-15,1-1-3 0,2 1 2 0,0-1-1 16,0 0-5-16,2-3 3 0,1 2 0 15,-2-2 2-15,3 0-3 0,-1 1 0 0,0-1 3 0,-2 1-1 16,2 0 1-16,-3 1-1 0,-2 1 3 0,1-3-3 16,-2 5 3-16,-2 0-3 0,-1-1 3 0,-2 1 4 15,-3 2-1-15,0-1 25 0,-4 0 9 0,2 2 7 16,-5-2-2-16,3 1-2 0,-5-1-3 0,2-1-19 16,-1-1-10-16,-1-2-6 0,2-2-7 0,-2 0-13 15,-1-2-59-15,3-2-56 0,-1-2-76 16,-1-5-127-16,1-1-170 0,2-3-271 0,-3-4-238 15,5 0-215-15,1-3-58 0,1-6 322 0,1-3 457 16</inkml:trace>
  <inkml:trace contextRef="#ctx0" brushRef="#br0" timeOffset="6806.61">12486 502 63 0,'4'-8'633'0,"-2"-2"490"0,-1 4 165 0,-1 5-57 16,0 2-297-16,0 5-329 0,0 5-189 15,0 0-103-15,0 6-63 0,2 2-65 0,-1 3-71 16,3 2-45-16,-1 2-24 0,0 6-12 16,4 3-6-16,-3 3-9 0,4 0-6 0,0 1-4 15,0 1-1-15,0-5-6 0,4 0-23 0,-2-5-67 16,1-3-62-16,-2-3-88 0,-1-6-141 16,-3-3-193-16,3-5-312 0,-4-1-229 0,0-3-201 0,-3-5 25 15,-1-1 406-15,2-2 469 0</inkml:trace>
  <inkml:trace contextRef="#ctx0" brushRef="#br0" timeOffset="7019.88">12443 652 39 0,'-7'0'507'0,"1"3"393"16,0 2 190-16,1 1-13 0,4 1-330 15,1 1-307-15,3-1-178 0,2 1-87 0,4-1-41 16,0-1-42-16,7-1-36 0,0-2-24 15,3-1-9-15,0-1-8 0,3-2-8 0,2-1-34 16,-2-1-100-16,-3 0-138 0,3 0-212 16,-2 2-282-16,-2-1-262 0,2-1-150 0,-3 1 180 15,-2-2 408-15</inkml:trace>
  <inkml:trace contextRef="#ctx0" brushRef="#br0" timeOffset="7316.03">12810 645 345 0,'-2'6'800'0,"0"3"328"16,1 0 51-16,-1 1-267 0,2 3-280 0,2 4-184 16,-1 1-102-16,1 3-62 0,1 2-31 0,2 1-33 15,0 0-44-15,0-1-49 0,2 0-31 0,-2-2-25 16,3 1-30-16,-2-2-17 0,-1-2-11 0,1-3-4 16,1 0-3-16,-1-2-6 0,-1-2-1 0,-2-3-1 15,3-2 1-15,-3-3 0 0,0-3 0 0,-1-3 1 16,1-4 3-16,-1-1-2 0,-1-4 2 0,1-4-2 15,1 2 3-15,-3-4 5 0,2-2 3 16,0-3 4-16,-1-2 0 0,1 0 5 0,-1-2-1 16,2 0 0-16,0 4-4 0,-1-1-2 0,1 5-2 15,-1 1-6-15,-1 4-2 0,2 3-4 16,-1 4-2-16,1 1-14 0,1 3-60 0,-1 3-62 16,-2 4-129-16,4 4-200 0,-1 5-306 15,0 3-337-15,1 0-262 0,-1 2-125 0,1-2 429 16,0 3 607-16</inkml:trace>
  <inkml:trace contextRef="#ctx0" brushRef="#br0" timeOffset="7492.99">13224 1105 109 0,'8'12'985'0,"-4"0"698"0,-2-2-76 0,-2 3-340 16,-2-4-431-16,1 0-351 0,-2-2-231 15,-1 1-112-15,-2-4-55 0,2 2-30 0,0-3-22 16,1-1-28-16,0-1-39 0,1 0-85 0,-1-2-112 15,2 0-224-15,1-3-295 0,-2 2-349 0,4 0-390 16,-2-1-140-16,1 0 389 0,-1 3 756 0</inkml:trace>
  <inkml:trace contextRef="#ctx0" brushRef="#br0" timeOffset="43809.47">1148 3985 187 0,'0'0'294'16,"0"0"111"-16,0 0-50 0,0 0-73 0,0 0-44 16,0 0-7-16,0 0 20 0,0 0 32 15,0 0 43-15,0 0 59 0,0 0 47 16,0 0 21-16,0 0-27 0,0 0-48 0,0 0-45 15,0 0-46-15,0 0-27 0,0 0-19 16,0 0-19-16,0 0-20 0,0 0-31 0,0 0-37 16,0 0-43-16,0 0-36 15,0 0-29-15,4-3-13 0,4 2-7 0,0-2-6 0,3-4-1 16,1 3-4-16,3-2 0 0,4 0-1 16,4-1 1-16,1-1 4 0,3 2 2 0,0-1 3 15,-3 1 1-15,-2 1-1 0,-3 1 1 0,-2 1 1 16,-1 1-1-16,-2 2 4 0,-3 3 9 0,-1 0 7 15,-4 3 9-15,-1 3 3 0,-2 2-4 0,-5 1-6 16,-1 4-9-16,-6 1 2 0,1 3-1 0,-3 2-3 16,-3 0 3-16,1 1 0 0,-3 1 0 0,2-1-9 15,-3 1-3-15,1-1-3 0,-3 0 0 16,1 0 0-16,3 0-1 0,0-2 2 0,3 0-3 16,1-1-3-16,3-1 0 0,0 0 0 15,3-3-1-15,4-1-3 0,-1-2 1 0,4 1 0 16,1-2-1-16,2-2 1 0,2 1-2 15,3-2 3-15,1-1 2 0,3 1 1 0,2-6 3 16,1 2-1-16,-1-3 4 0,3-2 1 0,0 0-1 16,-1-2 0-16,2 0-1 0,0-4 2 0,-2-1-6 15,4-1-3-15,-4 1-6 0,2-1-17 0,-3 1-42 16,-2 0-56-16,0-1-53 0,-3 1-89 0,-3 1-142 16,-1-2-162-16,-2 3-261 0,-3-1-233 0,2 0-210 15,-3 1 33-15,-1-1 393 0,-2 1 432 0</inkml:trace>
  <inkml:trace contextRef="#ctx0" brushRef="#br0" timeOffset="44530.75">1712 3707 149 0,'-6'-6'394'0,"-1"1"197"15,1-2 163-15,-1 0-129 0,3 1-118 0,-2 0-46 16,-1-3-12-16,1 2-25 0,-4-2-26 0,-4 0-53 16,-2-1-60-16,1 0-41 0,0 0-19 0,1-1-16 15,1 0-13-15,-2 0-12 0,0 1-14 0,-3 0-29 16,-2-1-32-16,-3 4-20 0,-1 3-18 16,-4-1-16-16,-6 4-11 0,-2 2-9 0,-5 4-2 15,-2 5-10-15,-1 3-7 0,0 6-3 16,-1 3-2-16,0 6-3 0,2 4 1 0,3 5-3 15,-1 6-4-15,5 4 1 0,1 6 1 16,3 4 0-16,4 4-7 0,4 1 0 16,7 5 1-16,3 2 8 0,6 1 1 0,4 3 2 15,8-1-3-15,2-2-1 0,8 1-2 0,2-3-8 16,6-4 1-16,3-2-4 0,5-4 4 16,4-4 4-16,2-4 9 0,2-7 4 0,5-4-3 15,-2-6 0-15,6-7 3 0,1-5 0 16,4-8-3-16,-3-5-2 0,1-8-5 0,1-5-3 15,-2-5-3-15,0-5-1 0,0-4-4 0,-1-6-3 16,-4-4 7-16,0-3 8 0,-3-4 4 0,-3-3 2 16,-2-2-2-16,-1-3 2 0,-5-3 3 0,-3 0-5 15,-4-3-2-15,-3-2-6 0,-7 0-1 0,-1-4-4 16,-7-2-3-16,-3-2-3 0,-7-2 0 0,-3-1 10 16,-8-3 5-16,-4 4-3 0,-3 0 1 0,-5 5-1 15,-4 4-2-15,-3 8-7 0,-7 6-2 0,1 8 3 16,-5 8 6-16,2 8 3 0,-4 6 0 0,2 9 0 15,-4 8 0-15,2 5 2 0,1 6-4 16,2 4-7-16,5 6-3 0,3 2-1 0,7 2-10 16,3 1-27-16,8 1-69 0,2 0-68 15,10 1-154-15,4-1-273 0,2 2-310 0,4-1-329 16,0-2-212-16,5-1 56 0,1-1 621 0</inkml:trace>
  <inkml:trace contextRef="#ctx0" brushRef="#br0" timeOffset="46840.1">4708 4098 148 0,'0'-3'342'15,"0"1"152"-15,0 1 95 0,0-1-142 0,0 1-101 16,0 1-31-16,0 0 2 0,0 1 2 15,2 1-17-15,-2-1-36 0,0 2-46 0,0 2-31 16,1 1-26-16,-1 1-5 0,0 5 7 0,2 0 13 16,-2 3 6-16,3 2-14 0,-3 2-21 15,2 2-27-15,-1 5-25 0,2 2-22 0,1 2-11 16,0 5 16-16,1 1 15 0,1 3 41 16,-1 4 30-16,3 2 14 0,0 3-2 0,-2 3-24 15,2 5-19-15,-1 2-34 0,0 5-28 16,1 5-15-16,-3 5-9 0,1 2 1 0,-1 5 2 15,0 4 1-15,-1 3 4 0,-1 1-4 0,1 4-3 16,-1 2-9-16,0-2-12 0,2-1-6 16,-2-1-9-16,2-1-5 0,1-1 0 0,-1-3-2 15,-2 3 2-15,2-1-2 0,-2 0 0 0,0 1-1 16,0 2 0-16,2-2 1 0,-4 0 0 0,-1 3-1 16,0 4-1-16,0 1 0 0,0 3-2 15,-1 1-4-15,1 0 1 0,0-2 0 0,0 1 2 16,1-1 0-16,2 2 0 0,2-3 1 15,3-2-2-15,-1-4-4 0,4-5 0 0,0-5 1 16,0-6-1-16,3-6 2 0,-1-5-1 0,1-3-2 16,0-8-5-16,0-4-4 0,1-6-7 0,-1-4-6 15,-1-4-8-15,-2-5-9 0,1-5-12 16,-4-1-14-16,0-3-20 0,-3-1-30 0,3-4-39 16,-5 0-37-16,-2 0-23 0,1-3-29 15,-4 0-38-15,1-3-54 0,-2-1-54 0,-3 0-68 16,-1 0-132-16,2-2-231 0,-3 0-169 15,0-2-2-15,-1 1 187 0,0-4 287 0</inkml:trace>
  <inkml:trace contextRef="#ctx0" brushRef="#br0" timeOffset="47837.96">4499 4182 199 0,'0'-2'416'0,"2"1"186"0,-2-2 112 0,0 1-146 0,0-1-82 15,0 2-61-15,0-4-33 0,2 1-45 16,-1 0-25-16,1-5-29 0,-1 2-55 16,5-3-41-16,-1-3-20 0,-2-1-3 0,4 0 8 15,-2-3 7-15,1 3 18 0,2-3-2 0,-2-1-4 16,-1 1-17-16,3-2-33 0,-2 1-42 16,2 2-35-16,-2-2-26 0,1 3-20 15,-1 1-13-15,0 2-8 0,-1 3-3 0,-2 2-5 0,2-1 1 16,1 4-1-16,-1 1 1 0,4 2 1 15,-1 1 4-15,0 1 7 0,2 3 5 0,2 2 2 16,1 2-1-16,0 2 1 0,-2 1-2 0,4 1-3 16,-2 0-5-16,-2 0-1 0,3 3-1 15,-4-2-1-15,1 1 1 0,0 1-2 0,0-2 1 16,-3 2-2-16,0 0 0 0,-2-1 0 16,1 0-1-16,-4 3-4 0,2-2-4 0,-4 2-45 15,-1-1-69-15,-1 0-100 0,-1 1-159 16,-1 0-296-16,-2 1-337 0,2-1-303 0,-2 0-183 15,0 2 212-15,1-2 621 0</inkml:trace>
  <inkml:trace contextRef="#ctx0" brushRef="#br0" timeOffset="112667.69">4506 8533 83 0,'1'2'288'0,"-1"0"139"0,0-1 122 16,0-1-128-16,0 0-136 0,0 0-61 0,0 0-30 15,2 0-20-15,-2 0-14 0,0 0-24 16,2 0-26-16,0-1-33 0,-2 1-26 0,0 0-26 15,0 0-8-15,2 0 66 0,1 0 101 16,-1-2 50-16,1 2 16 0,0 0 4 0,0-2-6 16,2 2-66-16,0-1-86 0,1 1-44 15,-1 0-22-15,0-2-15 0,1 2-6 0,2 0-5 16,0 0-2-16,1 2 0 0,1-2-4 0,1 0 0 16,0 0-3-16,0 0 1 0,1 0 3 15,1 0 1-15,1-2 1 0,-1 2 4 0,2-4 3 16,0 2 1-16,2 0-1 0,-2-2-3 0,2-1 0 15,-1 1-1-15,1-2 2 0,-1 2 1 16,3-2-1-16,-1 0-1 0,1 0-1 0,1 0-3 16,1-1-1-16,1 1 2 0,0-1-2 15,0 1 1-15,2-1-1 0,1 1 2 0,2-2 1 16,0 4-3-16,0-2 0 0,-2 0-3 0,2 0-2 16,2 0 0-16,-1 0-2 0,2 0-1 15,0 1 0-15,0-2 2 0,2 3-2 0,-1 0-1 16,1-1 5-16,-2 3 3 0,3-3 4 0,-1 0 4 15,1 1 6-15,0 1 4 0,2-3-1 16,1 3 1-16,-1-1-2 0,3-2-2 0,0 1-2 16,3 1 2-16,-1 0-5 0,-1-1 1 15,4-1 0-15,-4 2-3 0,3-2-2 0,0-1-4 16,-1 1 0-16,-1 0-8 0,4 0-1 0,-3 0 6 16,2-1 33-16,1 1 32 0,-1 0 19 15,1 0 11-15,0-3 8 0,2 5-4 0,0-2-32 16,3 1-22-16,-3-1-17 0,4 1-11 0,-2 1-9 15,1 1-3-15,0-2-2 0,-2 2-7 16,2-1-3-16,-1 1-1 0,2 0-1 0,-2-2 2 16,2 1 7-16,1-1 4 0,-2 1 12 15,3-2-3-15,0-2 6 0,1 1-2 0,2 2-2 16,0-1-7-16,-1 0-8 0,0-2 1 0,0 3-5 16,1-1 0-16,0 1-7 0,-1 1 0 15,-2 1 6-15,2 0 0 0,-2 1 8 0,0 1 1 16,0-1 6-16,2 2 6 0,-3 0-3 0,4-1 2 15,-1 1-7-15,1-3 0 0,-1 3 0 16,-2 0-6-16,2 0-4 0,-2-2 0 0,-1 2-2 16,2-2-1-16,-2 2-2 0,-2-3 2 15,3 1 3-15,-3-2 5 0,2 2 5 0,-1 0 1 16,2 0 6-16,-2 0-2 0,2 0-3 0,1-1-4 16,-2 2 2-16,1-2-2 0,0 0-3 15,-1 1-4-15,0-1-2 0,1 1-3 0,-3-1-4 16,1 2 1-16,1-2 5 0,0 2 6 0,-1-2 1 15,1 2 7-15,1-1 7 0,0 0-1 16,3 1-4-16,-2-2 0 0,2 1-2 0,0-1-5 16,-1 0-4-16,0 0-4 0,1-1-1 15,1 0-2-15,0 1-2 0,-2 0 2 0,2-4 4 16,-1 4 3-16,2-2 4 0,-2 1 2 0,3 0 4 16,1-1 2-16,1 0-3 0,-3 1-3 15,2 0-3-15,-1-1-3 0,-1 1-3 0,0 1-4 16,1-2-5-16,-1 1 6 0,-3-1 6 15,2 3 1-15,-1-3 2 0,-2-1 5 0,0 2 4 16,2-1-2-16,-1 0-3 0,-1-1-2 16,0 0-1-16,1 2-2 0,-4-3-2 0,-1 1 1 15,0-2-4-15,0 2-2 0,-4-1 1 0,-1 2-1 16,0-1-2-16,-1 1 0 0,-1 1 1 16,-2-1 4-16,-2 2-1 0,0 0 6 0,-2 0 0 15,0 1 6-15,-1 1-1 0,0 1 1 16,-2 0 0-16,2 0 2 0,-3 0-1 0,0 1-1 15,-1 1 0-15,-1 0 0 0,-1-1 0 0,-1 1-7 16,-1-2 0-16,-2 1 0 0,0 1-2 16,-1-2 13-16,-2 0 10 0,0 0 4 0,0 0 2 15,-1 0 0-15,0-2 0 0,-1 1-14 0,-1-1-10 16,0 1-1-16,0-1-3 0,0-1-2 0,-2 1 2 16,1 0-1-16,-1 0 0 0,-1-1-2 15,1 2 1-15,-4-2-3 0,1 1 2 0,-1 0-2 16,1 0 2-16,-4 0 4 0,-1 1 1 15,1 1 2-15,-3-2-1 0,-2 2 3 0,0 0-3 16,0 2-1-16,-2-2 0 0,-1 1 2 0,-2 1 0 16,0 1-5-16,-2 0 0 0,-1 0-6 15,0 1-13-15,0-1-49 0,-6 0-116 0,2 0-143 16,-3-1-262-16,2-1-273 0,0-1-245 0,-2-1-70 16,1-3 294-16,1-1 420 0</inkml:trace>
  <inkml:trace contextRef="#ctx0" brushRef="#br0" timeOffset="112979.23">13194 7650 47 0,'12'3'274'0,"0"-3"141"15,0 3 123-15,-1-2-53 0,2 2-153 0,-1 0-61 16,1 0-43-16,0-1-26 0,-1 1-9 15,0 1-41-15,0-1 21 0,-1 1-4 0,2 0 0 16,-4 2 17-16,1-1 41 0,-2 3 40 16,-1-2-12-16,-2 1-19 0,-3 1-12 0,0 1-24 15,-4 0-40-15,-1 2-40 0,-4 1-33 16,-2 1-23-16,0 1-19 0,-3 0-12 0,-3 2-10 16,0 1-14-16,-4-1-5 0,-1 2-3 0,1 0-4 15,-2 0-6-15,-1 0 1 0,2-2 1 0,-4 0-7 16,2-2-22-16,-2-3-84 0,0 0-133 15,-1-7-204-15,1 0-285 0,-1-4-262 0,0-4-191 16,2-3 126-16,-2-3 418 0</inkml:trace>
  <inkml:trace contextRef="#ctx0" brushRef="#br0" timeOffset="115517.18">5394 6944 95 0,'8'9'326'0,"0"-2"156"0,-5-1 115 15,2 2-122-15,-2-4-214 0,2 0-123 0,0 0-45 16,1 0-20-16,-2-2 13 0,3-2 12 15,1 0 34-15,0-1 46 0,1-4 4 0,2-2 21 16,1-5 39-16,2-4 11 0,0-4-16 0,3-5-33 16,-1-7 23-16,3-2-8 0,0-5-51 15,0-6-24-15,2-2-23 0,-1-7-19 16,1-6-43-16,1-1-28 0,0-7-23 0,0-4 0 16,0-3-1-16,2-3-1 0,-2-4-4 15,-3-2 6-15,-2-2 0 0,-2 0-9 0,0-3-7 16,-5-2 3-16,-5 2 3 0,0-2 1 0,-5 3 2 15,-5 1-1-15,0 5 6 0,-3 2-6 0,0 8-3 16,-3 3-2-16,2 8 3 0,-3 7 2 0,0 6 4 16,2 6 13-16,1 8 9 0,-2 3 4 15,3 6 0-15,1 3 5 0,1 5 0 0,0 3-8 16,3 4-9-16,0 1 1 0,-1 3-2 16,3 0-9-16,-1 4-3 0,2 2-3 0,2 0 1 15,-1 5-1-15,4 3 0 0,0 2 2 16,4 6 1-16,-2 5 0 0,2 5-2 0,1 2 8 15,1 8-2-15,0 0 0 0,1 8 1 0,1 3-2 16,0 6 17-16,4 1-3 0,-2 4 7 0,0 1 5 16,1 1 4-16,1 2-2 0,2 3-11 15,-3-1-7-15,1 2-7 0,0-2-6 16,1 1-5-16,-3-3-2 0,4 2-3 0,-1-4-2 16,0 0 1-16,1-5 0 0,-1 1 4 0,0-2 1 15,0-2 3-15,1-1 3 0,-2 1-2 16,-1-3-3-16,1-3 0 0,-1-2-2 0,1-1-5 15,-1-3 1-15,2-2 3 0,-2-3 1 0,1-2-1 16,-1-4 3-16,3 1 2 0,-2-4 1 16,2-2-1-16,2-1-1 0,-1-4 3 0,1-1 2 15,-1-3 0-15,2 0-3 0,1-4 3 0,0-4 2 16,1-1-4-16,-1-6-1 0,2-3 3 0,0-3 2 16,0-5 2-16,2-6-3 0,-2-6 1 15,2-4-1-15,0-5-7 0,-2-3-1 0,2-6-5 16,0 1 0-16,0-6-1 0,-2 1 3 15,2-1-3-15,-3-1-4 0,0 0 6 0,-1 0 0 16,-1-2 5-16,-1 1 0 0,-1-2 5 0,1 1 2 16,-2-2-3-16,-2 1-1 0,-1 1-2 0,0-1 0 15,-2 3-1-15,0 2 1 0,-2-1-1 16,0 4-1-16,-1 3 0 0,-1 3-1 0,-1 0 0 16,-1 5-1-16,-2 0-3 0,1 4 4 15,2 2 1-15,-3 0 3 0,-1 4-3 0,0 0 3 16,0 5 4-16,0 0-1 0,-1 4-3 0,-1 3-1 15,-1 4 4-15,-1 0-4 0,1 5 3 16,1 3-2-16,-3 3 3 0,2 4-1 0,-2 5 7 16,3 6 0-16,0 0 7 0,-1 5 0 0,4 4 18 15,2 4 41-15,0 2 12 0,2 3 9 16,2 2-2-16,-1 4-1 0,2-2-17 16,4 4-34-16,-1-1-20 0,1 1-11 0,2-1-4 15,2-1-3-15,1 2-3 0,3-4-3 0,-1 1 1 16,0-2 1-16,3-4-2 0,1 0 1 15,-1-2-1-15,1-3 5 0,1 0-2 0,-1-6 2 16,4-2-4-16,-2 0-1 0,2-2 0 0,-1-4-5 16,1-3 0-16,0-1-1 0,-1 0 4 0,2-3 2 15,-3 0 1-15,2-1 1 0,-2-1 4 16,0-1-2-16,-1-1-1 0,-1 0-2 0,0-1 0 16,-1-3 0-16,3 1-1 0,-4-2 1 15,2-3 0-15,1-3-1 0,-1-2 1 0,1-1-1 16,-1-4-3-16,-1-6 0 0,1 2 2 0,-1-6 1 15,0-2-1-15,-1-3 0 0,-1 0-1 0,3-3 0 16,-4-1-1-16,1 1-1 0,0-1-2 16,-4-1 3-16,1-1 0 0,0-1 5 15,-4 0 0-15,2 0 0 0,-4 0 5 0,1 2-1 16,1 0 0-16,-6 4-4 0,1 0 0 0,-2 3-1 16,-3 1 1-16,-1 4 1 0,-1 2 0 0,0 3 1 15,-3 4 3-15,0 1 0 0,-1 3 0 16,-2 2-5-16,0 2 0 0,0 2-2 0,0 3 0 15,-2 5 2-15,2 2-4 0,-1 5 2 16,-1 2 2-16,2 3 1 0,-2 1-4 0,4 3 2 16,-2 2 0-16,3 1-1 0,1 3 2 0,0 1 1 15,3 0 2-15,0 4 1 0,1 1 1 0,2-4-1 16,2 3 1-16,1-1-3 0,0-4-1 16,4-1-3-16,2-1 0 0,2-3-3 0,1-2-2 15,5-4-1-15,1-5 2 0,1-1 1 16,2-5 1-16,2-3 1 0,1-5 4 0,-1-2 0 15,2-7 1-15,-2-3 0 0,2-2-4 16,0-5 0-16,2-5-5 0,-2 0 2 0,0-4-3 16,0-3 0-16,-2 1 1 0,0-1 3 0,-3 2 2 15,0-1-2-15,0 3 2 0,-4 4 0 16,-3 3 1-16,0 2-1 0,-3 6 3 0,-1 2-1 16,-3 5-1-16,-1 6 1 0,0 3 1 0,-1 3 1 15,0 6-1-15,0 2 1 0,-1 5 2 16,0 3 0-16,1 2 0 0,2 2 2 0,1 2 0 15,-1 0-3-15,5 0 1 0,1 0-2 0,1 0-2 16,1-5-3-16,5-2-3 0,1-3 0 16,2-4 1-16,2-4 1 0,7-6 0 0,0-4 0 15,2-4 2-15,3-5 2 0,0-4-2 16,6-3 3-16,0-4 0 0,3-1-1 0,1-4 3 16,4-2-3-16,3 1-1 0,3-3-2 0,-1 0 0 15,-2 2-1-15,2-1-1 0,-3 3-1 0,1 1 1 16,-3 1 3-16,0 3 0 0,-1 3 1 15,-2 2 0-15,-2 1-1 0,-1 3-1 0,1 1-2 16,0 2 0-16,-4 2-39 0,-2 1-60 16,-3 3-99-16,-3 0-185 0,-7 4-290 0,-6 0-324 15,-5 1-286-15,-8 0-163 0,-7 0 279 0,-5-1 623 16</inkml:trace>
  <inkml:trace contextRef="#ctx0" brushRef="#br0" timeOffset="116570.9">6088 6909 265 0,'0'2'539'0,"0"0"240"0,0 1 149 0,2 0-221 15,-2 1-115-15,1 1-102 0,1 3-75 0,-2 0-65 16,3 3-61-16,-1 1-79 0,-1 5-71 0,1-2-51 16,1 4-34-16,-1-1-22 0,-2 2-12 15,3-1-6-15,-1 0-5 0,-1 0-4 16,4-1-1-16,-2-2-3 0,2-2-2 0,-1 4-14 16,3-5-34-16,-2 1-100 0,1-3-145 15,0 1-259-15,-1-3-282 0,1 0-262 0,-1-3-146 16,0-4 224-16,-1-3 458 0</inkml:trace>
  <inkml:trace contextRef="#ctx0" brushRef="#br0" timeOffset="116968.59">7175 6742 341 0,'4'3'662'16,"0"2"231"-16,-3 1 94 0,1 1-224 0,-1 5-222 15,-1-1-148-15,-1 6-91 0,-1 0-51 0,2 1-53 16,-1 3-69-16,-1 0-55 0,2 3-29 16,-2 0-14-16,2 2-13 0,2-1-9 0,-2-1-22 15,0 1-91-15,3-4-155 0,-3-1-301 16,0-3-259-16,3 0-258 0,-1-6-156 0,1 0 234 15,-2-4 484-15</inkml:trace>
  <inkml:trace contextRef="#ctx0" brushRef="#br0" timeOffset="117607.97">8953 6613 169 0,'2'8'449'0,"-4"0"233"16,2 2 212-16,0 0-72 0,2 1-149 15,-2 2-120-15,1 4-84 0,-1-1-68 0,0 0-93 16,2 3-99-16,0 0-78 0,-1-1-49 16,1 1-30-16,-1-2-22 0,1 0-14 0,1-2-6 15,-1 0-1-15,1-2-4 0,-1 2-3 0,2-3-7 16,-1 0-20-16,2-3-64 0,-2 0-139 15,2-2-188-15,-2-2-288 0,2-1-275 16,1 0-233-16,0-2 11 0,1-2 423 0</inkml:trace>
  <inkml:trace contextRef="#ctx0" brushRef="#br0" timeOffset="117855.37">9712 6663 90 0,'9'-4'614'0,"-4"2"415"0,-1 0 136 16,-4 4-100-16,0 1-398 0,0 3-320 16,-2 3-174-16,0 1-86 0,1 2-42 0,-1 2-26 15,-1 4-15-15,1 1-44 0,0 0-100 0,-2 2-144 16,1 4-288-16,-2 0-254 0,-1 0-222 15,-1 4-58-15,-5-2 274 0,-1 3 404 0</inkml:trace>
  <inkml:trace contextRef="#ctx0" brushRef="#br0" timeOffset="120208.7">5783 7827 113 0,'3'1'369'0,"0"-1"177"15,-1 0 116-15,1-1-138 0,-1 1-217 16,0 0-147-16,-1-2-79 0,2-1-40 0,-1 2-16 16,4-4-12-16,-1 2-6 0,1-3-3 0,1-1-8 15,2 1 0-15,0-2 3 0,1 0-5 16,2-1-2-16,-2 1 1 0,3 2 1 0,-1 0 6 16,1 1-1-16,-2 1-1 0,3 2 0 15,-2 2 2-15,0 2 0 0,-1 2-2 0,0 1 8 16,0 2 1-16,0 0 2 0,-1 4 3 0,1 0-1 15,-2-1-4-15,1 1-3 0,2-1-2 16,-2 1-2-16,2-4-8 0,-2 0 1 0,1-4-1 16,0 0 5-16,0-1-7 0,1-4 3 15,0-3 1-15,-1-3-1 0,0-1-3 0,3-3-1 16,-4 2 0-16,2-2-2 0,0-1-2 16,-3 2 0-16,2 1 0 0,-1 3 1 0,-2 1 3 15,0 3 3-15,-1 2 5 0,0 2 5 0,-1 4-1 16,-1 1 5-16,-2 1-2 0,3 2-2 15,-1 2 2-15,-2 1-2 0,2-2-1 0,0 2 1 16,-2-1-2-16,3-3 0 0,2 2-2 16,-2-5 2-16,2 1 0 0,0-4 0 0,1-2 2 15,1-2 2-15,1-7 2 0,5 1-1 0,-3-4-3 16,4-2 0-16,1-2-2 0,0 0 0 0,1-1-4 16,1 2 3-16,-2 0-3 0,1 2 4 15,-3 3 2-15,0 5 0 0,-2 1 3 0,-3 6 5 16,0 4 3-16,-1 3 0 0,-4 3 0 0,3 3 2 15,-4 1-2-15,-2 3 0 0,2 0-2 16,0-1 3-16,0-2-9 0,0 0 1 16,1-5-3-16,0-1 1 0,2-4-4 0,-2-5 0 15,5-2-2-15,-3-5 2 0,2-5-3 0,2-3-5 16,1-2-1-16,0-3-2 0,1 0-1 16,0-1-3-16,0 3 2 0,-1 0 0 0,1 4 2 15,-4 2 5-15,-1 3 3 0,1 2 3 16,-4 3 5-16,0 6 5 0,-1-1 1 0,-3 7 4 15,1 1 0-15,-3 3 2 0,0 0-4 0,0 2 0 16,0 0 0-16,-2 2-4 0,2-5-3 0,0 0-3 16,2-3-1-16,0-2-6 0,2-4 1 15,-1-3-8-15,2-3 1 0,0-6-1 0,3-2-2 16,1-3-4-16,2-4-5 0,1-2-14 16,0-1-7-16,2 1-8 0,0-1-8 0,2 2-1 15,0-1 5-15,-2 6 14 0,2 0 8 16,0 3 10-16,-2 3 6 0,-3 4 5 0,1 4 4 15,-2 4 8-15,-2 2 8 0,0 5 6 0,-3 0 11 16,0 3 14-16,1 1 9 0,-3-1-6 16,2 1-4-16,-2 1-3 0,2-4-10 0,0-2-14 15,1-1-11-15,0-3-11 0,1-4-3 0,1-5 1 16,1-5-4-16,0-2-24 0,1-5-14 16,4-4-7-16,0 0-2 0,2-1 0 0,-2 0 5 15,4-1 26-15,-4 3 16 0,3 1 11 16,-2 4 10-16,0 2 1 0,-2 4-1 0,-2 3 0 15,0 4-2-15,-1 2 16 0,-2 4 27 16,-1 3 21-16,0 2 10 0,-2 2 11 0,1 2 6 16,-1-1-9-16,0 1-27 0,2-3-19 0,1 0-12 15,0-2-7-15,3-1-8 0,0-3-4 0,1-3-1 16,3-5-4-16,0-2-2 0,3-3-4 16,0-6 2-16,4 0 2 0,0-2 4 0,0-2 1 15,0 3 3-15,2-2-3 0,-2 3-1 16,3 1-2-16,-4 1-4 0,1 2-3 0,-3 3 1 15,0 2-4-15,0 3 3 0,-3 1-5 16,1 2-1-16,-2 3 2 0,0-1 0 0,-3 5-1 16,1-3 5-16,-3-1-3 0,1 3-1 0,0-4 3 15,0 1-3-15,-1-2-3 0,2-2 1 16,0-1 4-16,0-3-1 0,1 1 6 0,0-5 4 16,1 0 6-16,-3-4 5 0,4 3 0 15,-2-4 2-15,3 2 0 0,-2 1 0 0,0 2-4 16,-1 1 0-16,0 1-3 0,1 2-3 0,-1 2 3 15,-1 1-2-15,1 3-3 0,-1 1 1 0,0 1 0 16,-1 2-2-16,1 1-2 0,1-1 0 16,1-1 0-16,-1 0 0 0,1-2 0 0,2 0 3 15,3-4 7-15,0-6-1 0,3-1-2 16,3-3 3-16,-1-3-5 0,3-4-1 0,2 0-2 16,-1-2-2-16,2-1-2 0,0 4-2 0,-2 0-1 15,1 1-7-15,-2 6 1 0,-1 3 0 16,-3 2 0-16,-1 4 0 0,0 5 1 0,-4 4 3 15,0 2 1-15,-2 2-5 0,0 4 2 16,0-3-2-16,-2 2 3 0,0-1-1 0,-1-2 3 16,1-2 4-16,2-2 6 0,0-2 9 0,1-4 0 15,2-3 4-15,2-3 2 0,1-3 1 0,1-3 3 16,1-3-7-16,2-1 3 0,1-2-3 16,1-1-3-16,0 2 0 0,2 0-4 0,0 3-3 15,-1 0 0-15,-2 4-5 0,-1 5 3 0,0-1-4 16,-4 6 0-16,0 1-2 0,-1 3-3 15,-4 2-1-15,0 4-5 0,-2 1 2 16,0-3-4-16,-2 3 2 0,3-2 0 0,-3-4 3 16,1 2 3-16,0-4-1 0,-1-3 3 0,4-5 1 15,-1-2-2-15,1-4-3 0,2-3 1 0,-1-2-1 16,2-4-3-16,2 1-1 0,-1-4 5 16,0 4 6-16,0-2 0 0,-1 4 0 0,0-2 10 15,1 5 3-15,-2 0-4 0,0 4-1 16,-2 3-1-16,-1 3-1 0,0 1 1 0,0 3-1 15,-2 1-1-15,0 1 1 0,0 3-1 16,0 2-1-16,-1-1 0 0,1-2-3 0,1-1 3 16,0-1 0-16,1-1 1 0,1-4-1 0,1 0 2 15,4-3-3-15,-2-1-1 0,3-4 2 16,2-2-4-16,0-1 3 0,1-2-1 0,0 2-2 16,1-1-2-16,-1 0-7 0,2 0 0 0,-1 2-6 15,2 0 1-15,-3 2 1 0,3 1-4 16,-2 3 2-16,-1 0-4 0,0 0 6 0,-2 3 6 15,1-2-1-15,0 0 8 0,0 0 10 16,1-1 7-16,-1 0 1 0,2-4-3 0,0 1 2 16,1-3-2-16,4-1-3 0,-2 1-2 0,3-1-5 15,-1 3 1-15,1-1-1 0,2 1-3 16,-2 4 0-16,2-2-4 0,-1 4 0 0,0 1-1 16,-1 2-5-16,0 4 3 0,0-1-1 15,-1 6 2-15,0 0-5 0,-1-2-2 0,-1 4-2 16,0 1-4-16,-1-2 3 0,1-1 2 0,-2-4 9 15,4-1 5-15,-2-4 3 0,2-1 4 0,-1-5-5 16,4-2-6-16,-2-2-1 0,2-3-5 16,-2-1-1-16,2 1-1 0,-2 1 7 0,-1 0 1 15,-5 2-2-15,0 3 2 0,-4 4 2 16,-4 2-3-16,-1 4-3 0,-6 3-3 0,-1 4 3 16,-3 5 2-16,-3 2 2 0,-2 1 0 15,0 2 1-15,-3-1-7 0,0-1-33 0,0 1-77 16,0-3-233-16,0-1-171 0,0-4-65 15,2-4 35-15,-1-1 142 0</inkml:trace>
  <inkml:trace contextRef="#ctx0" brushRef="#br0" timeOffset="121449.82">10612 3402 251 0,'-8'-6'402'0,"3"4"149"0,0-4 21 15,1 3-181-15,-1-1-80 0,0 0-23 16,2 2 13-16,-1 0 13 0,2-1-3 0,0 2-21 15,1-1-31-15,-1-1-22 0,2 2-34 16,2-2-18-16,-1-2-18 0,1 2-11 0,1-3-23 16,3 0-20-16,2 0-13 0,0-1-28 15,2-1-18-15,2-1 1 0,1 1 2 0,1-2-11 16,0 3-8-16,3-1-3 0,-2 0-3 0,2 2-12 16,-1 0-9-16,1 2-5 0,0 2-3 15,-2 2-2-15,0 1 10 0,0 4 7 0,-4 2 2 16,-1 3 6-16,-1 4 1 0,-1 2 0 15,-5 3-7-15,-1 4-5 0,-2 0-4 0,-2 2-7 16,-1 1 1-16,-2 0 1 0,-1 1-7 0,-2-1-2 16,0 2 1-16,-1-1-1 0,-1 1-6 15,-4 0 3-15,3 0 0 0,-3-2-2 0,1 1 1 16,-1-1 1-16,3-1 5 0,0-3 2 0,-2 0 4 16,4-3 3-16,0-3-4 0,0 1 0 15,3-2-4-15,1-3-2 0,0 1 1 0,2-3-4 16,3-2 7-16,0 2-3 0,3 0 4 15,1-3-1-15,2 2 3 0,0-2 2 0,3 0-1 0,1 1 36 16,3-2 13-16,-1-2 8 0,3-1 2 16,0 0 4-16,3-2-2 0,1-2-28 0,1-1-15 15,0-2-6-15,3 0-9 0,-1-5-7 16,3 0-2-16,-1-1 0 0,0-3-2 0,-2 1-3 16,0 0-37-16,-1 1-44 0,-4-2-85 15,-1 3-161-15,-2-3-293 0,-3 3-302 0,-3 0-256 16,0 0-179-16,-5 2 199 0,-1-1 561 0</inkml:trace>
  <inkml:trace contextRef="#ctx0" brushRef="#br0" timeOffset="122716.71">11929 3282 170 0,'-1'-8'368'0,"-3"1"177"16,-1 1 199-16,-1 2-155 0,-2 0-40 15,2 2-16-15,-2 2-31 0,0 0-48 0,-2 3-87 0,0 4-74 16,0 3-76-16,0 5-62 0,0 5-47 16,0 3-29-16,0 7-17 0,0 2-15 0,2 3-13 15,1-1-6-15,1 1-5 0,1-4-5 16,4-3-8-16,2-3-4 0,1-6-3 0,5-4-1 16,-2-5 0-16,3-4 0 0,2-3 2 0,1-8 0 15,0-6-1-15,1-4 2 0,-2-7-4 16,3-4 0-16,-1-6-1 0,-1-1 0 0,-1-5-1 15,1 1-1-15,-3-5-1 0,-2 3 3 16,-1 1-4-16,-2-2 0 0,0 3-1 0,-3 2 1 16,0 3 2-16,-3 2 0 0,2 4 5 0,-1 3-1 15,1 7 3-15,-3 3-3 0,1 3 0 0,1 5 0 16,-1 4-3-16,0 3-2 0,1 6 2 16,-1 5 3-16,0 5-2 0,3 4 4 0,0 6 1 15,0 3 4-15,0 5-3 0,2 1-3 0,-1 6-1 16,2-1-1-16,1-2-1 0,0-1 0 15,1-4-3-15,3-4 2 0,1-4 1 0,1-4-4 16,0-6 6-16,2-3 0 0,-1-5-1 16,-1-4 4-16,2-5-4 0,-2-4 1 0,2-3-2 15,-2-3-3-15,-2-2 4 0,2-5-5 0,0 0 3 16,-3-2 1-16,-1-2-3 0,-1 0 4 16,-2 1-5-16,0-2 6 0,0 1-3 0,-3 0-3 15,0 0 0-15,0 2 1 0,-1 1 3 16,-1 1-4-16,2 2 1 0,0 3 5 0,0 3-1 15,0 2-1-15,0 4 0 0,0 4 5 0,0 4-1 16,3 3-1-16,-3 6 4 0,3 2-3 16,-1 4-1-16,0 1-5 0,-1 4 3 0,2 3-2 15,-3-2 2-15,2 4-1 0,-2-2 1 0,2-1 0 16,-2-1-1-16,1-3-1 0,-1-3-3 16,4-3 4-16,-1-1-3 0,1-6-2 0,2-2 1 15,-1-4 2-15,3-4 1 0,-1-6 1 16,3-3-2-16,-2-3 2 0,2-5-5 0,1-2 4 15,-1-2-2-15,-2-3 0 0,1 2 2 16,-3-2 1-16,-1 1 0 0,-2 2-3 0,0 0-1 16,-1 3 0-16,-2 1 1 0,0 1 2 0,-2 2 4 15,1 1 3-15,-1 4-1 0,-1 3 1 0,1 3 1 16,-3 2-4-16,2 4-2 0,-3 4-1 16,3 4 5-16,0 4 1 0,0 2-5 0,0 6-1 15,1 2 3-15,2 5 13 0,0-1 15 16,2 3 30-16,-1 1 28 0,1 3 13 0,1 0 2 15,-1 1-9-15,2 1-16 0,-2-3-24 0,2 2-21 16,-1-5-14-16,1 0-6 0,-3-1-2 16,1-5-3-16,0 0-6 0,-1-5-2 0,-1-2 3 15,-1-3-2-15,-3-1 0 0,-1-4 3 16,-2-1 0-16,-1-3-1 0,-2-1-3 0,-4-4-8 16,-2 0-36-16,-1-2-38 0,-1-2-35 0,0-2-36 15,-3 0-64-15,5-2-90 0,-3-2-78 16,5 1-83-16,3 0-143 0,-2-4-258 0,7 5-159 15,-1-2 27-15,4 1 220 0,3-1 301 16</inkml:trace>
  <inkml:trace contextRef="#ctx0" brushRef="#br0" timeOffset="123117.31">12606 3382 48 0,'7'-31'336'0,"-4"-4"198"16,-3-2 211-16,-3-4 86 0,-1-1-172 0,-1-3-93 0,-3-3-73 15,0 0-41-15,-3-1-77 0,0 2-90 16,1 1-75-16,-2 4-43 0,4 3 13 16,0 6 28-16,0 5 7 0,1 6-6 0,0 5-21 15,1 4-26-15,-1 1-49 0,1 7-49 0,3 4-27 16,0 4-17-16,0 5-9 0,1 4-4 15,2 3-3-15,0 4 0 0,2 5-3 0,-1 3 1 16,2 5-2-16,-1 4 0 0,0 3 1 0,-1 2 0 16,2 4 1-16,0 2 2 0,-3 2 2 0,2 3-1 15,-1-1 0-15,1 0 1 0,1-1-1 0,-1 0-4 16,1-4 0-16,0-1-2 0,1-2 1 16,0-6-1-16,2-3 1 0,-1-2 0 0,1-7-2 15,1 0 2-15,-2-5-2 0,-2-4-2 16,3-3-4-16,-3 0-21 0,-3-7-52 0,0 1-54 15,0-6-56-15,-3-2-92 0,-3-2-140 0,1-5-154 16,-3-3-245-16,0 1-225 0,-6-4-179 16,1 0 64-16,-2-4 375 0</inkml:trace>
  <inkml:trace contextRef="#ctx0" brushRef="#br0" timeOffset="123346.63">12381 3402 38 0,'7'0'304'0,"-1"0"173"0,1 0 227 0,3-1 92 16,0 1-137-16,2-3-70 0,1 3-46 0,1-2-41 16,0 2-97-16,2-2-92 0,0-1-103 15,1 1-77-15,-1 1-50 0,1 0-33 16,1-1-24-16,-2 2-11 0,0 0-8 0,-1 0-4 16,-2 0-1-16,1 0-3 0,-3 2 0 0,-1-2-6 15,1 1-22-15,-5-1-72 0,-1 0-123 16,0-1-153-16,-2-2-296 0,-1 0-268 0,-1-3-227 15,-1 1 20-15,0-2 353 0,0-2 407 16</inkml:trace>
  <inkml:trace contextRef="#ctx0" brushRef="#br0" timeOffset="123658.73">12734 3173 276 0,'0'3'494'0,"3"0"221"15,-2 4 123-15,-1 2-189 0,3 3-132 0,1 1-65 16,1 2-35-16,-2 2-52 0,2 1-62 15,1 0-67-15,3 1-63 0,-2 2-54 0,2 0-40 16,0-1-27-16,-1-1-19 0,2 0-14 16,-2 0-9-16,1-4-4 0,-1-2-6 0,-1-1 0 15,-3-2 0-15,1-4 0 0,1 0 5 16,-3-4 0-16,-1-2 1 0,0-2-2 0,-1-4-4 16,-1 0 1-16,0-6-1 0,0 0-1 0,-1-1 0 15,-1-2 0-15,0-2 0 0,-1 1 1 16,-3 0-2-16,3 0 0 0,1 1-1 0,1-1 1 15,-1 2 0-15,2 4-2 0,0 1-4 16,2 2-2-16,1 3-15 0,-1 2-25 0,2 0-44 16,-1 4-71-16,2 0-79 0,1-1-98 0,3 2-101 15,-2 0-99-15,3 0-129 0,3-1-155 16,-1-2-11-16,2 0 132 0,0-2 214 0,2-1 210 16</inkml:trace>
  <inkml:trace contextRef="#ctx0" brushRef="#br0" timeOffset="123972.69">13115 3189 140 0,'3'-7'451'0,"-3"1"328"0,-2 1 281 16,-3 3-123-16,-1-1-199 0,-3 6-147 0,-1-1-98 16,-1 4-77-16,-1 5-72 0,0 0-59 0,-2 4-45 15,3 2-41-15,2 0-44 0,-1 2-52 0,2 0-41 16,2 2-28-16,3-2-17 0,1 0-8 16,2-3-7-16,2-1-5 0,1-2-2 0,3-1 0 15,2-6 0-15,2-2-2 16,1-4-1-16,0-4-1 0,3-2-12 0,0-4-10 0,0-2-10 15,1 0-10-15,0-1-4 0,-2-2-1 16,1 2 14-16,-2 0 9 0,-3 2 12 0,0 1 10 16,-1 4 6-16,-3 0 5 0,0 3-3 15,0 2 6-15,-4 2 2 0,1 4 0 0,2 2 1 16,-4 5 0-16,-2 1 2 0,0 2-3 0,2 5-3 16,-2 0 0-16,2 2-2 0,0 1-5 15,0-1 1-15,2-1-27 0,-2 0-49 0,4-3-47 16,-2 0-92-16,1-5-134 0,0-2-182 15,-1-3-283-15,3-6-231 0,-2-2-187 0,3-6 93 16,0-2 396-16</inkml:trace>
  <inkml:trace contextRef="#ctx0" brushRef="#br0" timeOffset="124579.6">13331 3027 79 0,'-1'-33'432'0,"-3"3"372"0,0 4 307 15,-2 4-54-15,-1 4-279 0,2 2-188 0,-1 5-132 16,-2 4-104-16,2 6-84 0,1 1-45 0,0 6-23 15,-1 1-28-15,1 3-34 0,2 5-35 16,-1 3-29-16,2 4-28 0,0 2-22 0,1 3-10 16,-1 2-8-16,2 1-3 0,2 1-1 0,-1 0 0 15,3-2-3-15,3 0-3 0,0-4-1 16,2-2 1-16,2-3-3 0,0-2 0 0,2-4 0 16,1-1 1-16,2-5-12 0,0 0-8 15,-2-2-2-15,3-3-3 0,-1-2 1 0,0-2-1 16,-2-2 14-16,0-1 8 0,-1 0 3 15,-2 0 2-15,0-1 0 0,-3 1 2 0,0 1-1 16,1 0 0-16,-2 1 1 0,-2 2 1 0,0 2 1 16,-1 3 1-16,2-1 2 0,-3 3 0 0,-1 0 0 15,1 4 0-15,1-1 4 0,-3 1-3 16,2 1-2-16,1-1-1 0,-1-1-1 0,0-1 1 16,3 0-4-16,0 0 0 0,-1-5 1 15,3 1 0-15,-3-1 0 0,4-4-1 0,-2 0 2 16,-1-5 1-16,2-1 3 0,1-5-3 0,-1-1 3 15,0-1-4-15,0-5-3 0,1-3-1 16,-1 0-2-16,1-5 0 0,0-4-2 0,-1-1 5 16,-2-5 2-16,1-2 0 0,-3-5 2 0,-2 1 0 15,1-4 0-15,-6 2 1 0,0-1-3 16,-2 2 0-16,0 2 2 0,-3 5 3 0,0 1 1 16,1 7-1-16,-2 4 0 0,3 3-1 0,1 4 4 15,-1 4-2-15,2 4-1 0,0 3 1 0,1 4 0 16,0 4 3-16,1 9-3 0,2 1 8 15,0 5 14-15,2 4 7 0,-1 6 4 0,3 3 2 16,-1 5 2-16,-1 2-6 0,1 4-10 0,1 2-6 16,-2 4-3-16,1-1-4 0,-2 4-2 0,4 0-4 15,-2-3-3-15,4 0-4 0,-1-3-3 0,3-6-3 16,1-1-2-16,1-8-33 0,0-3-62 16,0-5-55-16,-1-6-63 0,1-5-102 15,-2-5-149-15,-1-7-152 0,2-4-216 0,-6-5-214 16,3-4-155-16,-2-4 111 0,-1-1 370 0</inkml:trace>
  <inkml:trace contextRef="#ctx0" brushRef="#br0" timeOffset="124741.33">13777 2995 262 0,'-3'-18'602'0,"-2"4"310"0,2 3 164 16,-2 3-234-16,0 3-227 0,2 5-172 0,-1 2-119 16,2 1-94-16,2 4-82 0,0-1-59 15,5 1-41-15,-1 0-25 0,5 4-13 0,-3-2-8 16,6 0-8-16,0 3-12 0,0-1-66 0,2 0-135 15,-1 3-216-15,1-1-278 0,-3 1-258 0,2 2-207 16,1 0 76-16,-1-2 428 16</inkml:trace>
  <inkml:trace contextRef="#ctx0" brushRef="#br0" timeOffset="124906.21">14256 3284 95 0,'15'4'741'0,"-5"3"612"16,-8 0 190-16,-4 3-201 0,-2-1-425 0,-4 4-374 15,-2-2-194-15,-1 1-127 0,1-2-92 16,1-1-59-16,1-1-38 0,2-3-59 0,0 0-87 16,4-3-165-16,-1-4-274 0,6-1-300 0,-1-1-382 15,4-2-352-15,-1-4-5 0,0 3 702 16</inkml:trace>
  <inkml:trace contextRef="#ctx0" brushRef="#br0" timeOffset="125386.2">15111 2876 300 0,'-12'1'539'0,"4"0"246"0,0-1 156 0,3 0-247 0,-1 0-169 16,3 0-100-16,2 0-81 0,-1 0-82 16,2 0-79-16,2 0-69 0,2 0-47 0,2 0-27 15,2 0-14-15,2 0-7 0,2 0-5 16,3 0-1-16,0 0-5 0,3 0-3 0,-1 0-2 15,2-1 1-15,2 1-1 0,-1-1-2 0,0-2-3 16,0 1-2-16,-1 2-25 0,-2-2-95 16,1-1-132-16,-6 0-302 0,0 0-254 0,-2 0-226 0,-5-2-90 15,0 1 259-15,-5-2 409 0</inkml:trace>
  <inkml:trace contextRef="#ctx0" brushRef="#br0" timeOffset="125686.24">15323 2671 154 0,'8'-1'390'0,"-1"-2"169"0,1 0 106 0,4 0-174 15,1-1-162-15,3 0-52 0,0 1-26 16,2-1-19-16,3-1 78 0,3 2 26 0,0 0-48 16,1 0-58-16,2 2-37 0,-3-1-20 0,1 4-80 15,-2-1-38-15,-1 2-7 0,-4 0 16 0,-1 3 20 16,-4 2 13-16,-4 1 8 0,-4 1 2 15,-2 2-9-15,-6 1-16 0,-2 4-11 0,-4-1-2 16,-2 4 0-16,-5 0-1 0,0 0-9 0,-2 5-2 16,-2-3-12-16,-2 2-19 0,0 0-12 0,3-1-8 15,0-1-4-15,0 1-4 0,3-4-4 0,2 2-3 16,3-3-5-16,1 0-27 0,3-2-63 16,5-3-145-16,2-1-216 0,5-4-284 0,1 0-282 15,5 1-229-15,3-5 28 0,4 1 469 16</inkml:trace>
  <inkml:trace contextRef="#ctx0" brushRef="#br0" timeOffset="126593.25">16674 3060 228 0,'-3'0'364'0,"0"1"133"0,-2 1-3 15,2-2-136-15,-2 1-67 0,1 1-10 0,1-2 19 16,-1 1 30-16,1-1 18 0,1 0-21 0,1 0-40 15,-3-1-53-15,4-2-54 0,0-2-37 0,0-2-21 16,4-4-13-16,0-1-7 0,2-4-6 16,1-4-4-16,2-1-21 0,-1-2 0 0,3-4 0 15,0 2-3-15,-1-2-2 0,2 2-6 16,-4 0-2-16,2 2-25 0,-2 3-10 0,-4 2-1 0,1 5 2 16,-2 2 6-16,-1 3 0 0,0 3 4 15,-1 3-11-15,-1 2-2 0,-1 5-8 0,-1 3-8 16,0 4 0-16,2 4-5 0,-1 5 3 0,-1 2-3 15,1 5-1-15,1 0-4 0,-2 1-2 0,2 2 2 16,2 0-2-16,-2-3 2 0,1-1 4 16,2-1 2-16,-1-6 0 0,1-1 1 0,2-2 2 15,3-4-1-15,-2-5-5 0,2-3 1 16,2-5 1-16,2-3-4 0,-1-6 2 0,5-5 3 16,-2-3 0-16,2-3 3 0,0-3-2 15,0 1 2-15,-2-2 0 0,-3-1-2 0,3 3 3 16,-6 1 1-16,0 3 1 0,0 0 1 0,-5 4 2 15,0 1-6-15,0 4-1 0,-3 2 4 0,0 1 0 16,0 1-1-16,-1 4-3 0,-1 1 3 0,1 4 3 16,-1 2-5-16,-1 3-2 0,0 3-1 0,-2 3-1 15,1 2-1-15,-1 4-2 0,1 1-6 16,0 3 5-16,0 3 2 0,1-2 4 0,3 2-2 16,-1 0 0-16,1-1 3 0,1-3-2 15,2-1-7-15,4-4-17 0,1-3-26 0,3-3-82 16,-2-5-127-16,4-6-174 0,1-4-293 0,1-3-260 15,0-5-207-15,1 0 72 0,1-7 387 16</inkml:trace>
  <inkml:trace contextRef="#ctx0" brushRef="#br0" timeOffset="126962.71">17357 2813 314 0,'-5'-6'610'16,"1"0"276"-16,-5 1 147 0,1 3-272 0,-1-1-183 15,-2 6-129-15,1 2-98 0,-4 3-81 0,2 4-75 16,-4 2-53-16,3 5-36 0,-1 5-22 0,-2 2-21 16,3 1-9-16,-1 3-7 0,5 0-10 15,1 0-11-15,0-3-13 0,7-3-1 0,2-5-9 16,5-1-8-16,0-8-3 0,4-4 2 0,1-5-2 16,3-5-3-16,2-5 3 15,2-4 3-15,0-4 3 0,0-6 0 0,2-1 2 0,-2-3 5 16,2 2 4-16,-2-3-1 0,-4 3-1 15,-3 1 0-15,3 3-1 0,-6 1 0 0,0 4-6 16,-2 3 1-16,-3 1 0 0,1 3-4 0,-3 2 2 16,-1 3-2-16,-1 4 3 0,-3 4-5 0,1 2-1 15,-3 2 1-15,2 4 2 0,-4 1 1 0,1 5-1 16,1 2 1-16,-3 3-4 0,2-1-1 0,1 2-2 16,-1 2 4-16,1-1-2 0,3-1-14 15,2 0-20-15,-1-1-90 0,2-4-144 0,2-4-233 16,1-1-288-16,4-5-257 0,1-2-192 0,0-2 159 15,5-5 460-15</inkml:trace>
  <inkml:trace contextRef="#ctx0" brushRef="#br0" timeOffset="127142.58">17676 2946 13 0,'0'17'425'0,"-1"3"346"15,-3 3 257-15,0 5 81 0,-2 2-298 0,-1 7-281 16,1 0-158-16,-2 3-83 0,0 3-73 15,-1 3-74-15,1 1-52 0,-2 2-29 0,-1-3-29 16,5-1-20-16,-1-1-16 0,4-5-27 16,1-5-80-16,-1-5-153 0,2-6-240 0,1-3-277 15,0-6-261-15,-5-7-202 0,4-5 133 16,-1-5 476-16</inkml:trace>
  <inkml:trace contextRef="#ctx0" brushRef="#br0" timeOffset="127310.04">17524 2682 44 0,'-3'-36'431'16,"-2"9"311"-16,1 4 185 0,-4 6 10 15,6 7-370-15,-2-1-263 0,2 7-136 0,2 2-82 16,2 6-44-16,-1 0-40 0,4 5-95 0,3-3-130 16,0 5-299-16,0 2-217 0,1 1-144 0,2 0 13 15,2 3 248-15</inkml:trace>
  <inkml:trace contextRef="#ctx0" brushRef="#br0" timeOffset="127917.23">18015 2835 74 0,'-2'-3'354'0,"0"-2"220"0,-1 4 169 0,1-1-37 16,-1 2-179-16,-1 3-88 0,2 3-46 15,1 3-45-15,-1 5-19 0,2 1-35 0,0 6-49 16,0 3-54-16,0 4-40 0,2-1-27 0,-2 4-31 16,1 3-22-16,1 0-22 0,2-1-11 0,-1-1-16 15,2-4-9-15,0-2-5 0,3-5-4 16,5-4-4-16,-4-3-1 0,4-7-5 0,3-3-1 16,-2-5-1-16,3-6-1 0,-2-6-5 15,2-4 0-15,-1-1 4 0,0-7 0 0,-2 2 3 16,0-4 5-16,-3 2 5 0,-2-1 7 15,-4 1 0-15,-2 1 2 0,-3 1-6 0,0 1-2 0,-3 0 0 16,-2 3-4-16,-1 0-1 0,2 2-3 16,-1 4 4-16,2 0 1 0,-4 4-5 0,4 3-12 15,0 4-40-15,-2-2-80 0,1 6-116 0,0 1-137 16,3 2-235-16,-1 2-274 0,2 0-180 16,0 1 32-16,3 0 286 0,1 1 339 0</inkml:trace>
  <inkml:trace contextRef="#ctx0" brushRef="#br0" timeOffset="128323.62">18426 2789 113 0,'0'-4'537'0,"-3"1"354"0,-1 0 192 16,0 3-61-16,-3 2-332 0,1 2-215 0,-3 5-153 16,1 1-86-16,1 7-63 0,1 1-49 15,-2 5-43-15,3 1-15 0,2 3-5 0,2 1-7 16,1 0-5-16,0-1-6 0,3 0-9 0,0-2-7 15,0-2-12-15,5-3 0 0,-2-2-9 0,2-4 1 16,3-4 0-16,0-4-6 0,0-3 2 16,3-4-2-16,-1-5 0 0,0-5-2 0,4-4 4 15,-1-3 0-15,1-3 3 0,1-3-3 0,-4-1 1 16,3-1 0-16,-4 2-2 0,0-1-2 16,-2 2 0-16,-5 1-1 0,1 0-1 15,-6 3 3-15,2 1-1 0,-3 3 2 0,0 2-2 0,0 3 5 16,-1 5 3-16,-1 2-6 0,-3 3 2 0,1 5-4 15,-1 3 0-15,-2 4-6 0,0 3 2 16,0 5 0-16,3 1 1 0,-3 1 1 0,4 4-4 16,0 0 2-16,0-1 2 0,1 0 1 0,2 1-4 15,2-2 6-15,2 0 4 0,1-3 4 16,2-2-7-16,2-2-1 0,2-3-15 0,0 0-28 16,2-3-32-16,-1-5-84 0,0-4-118 0,0-2-141 15,-1-2-205-15,-3-4-267 0,5-2-223 16,-5-1-12-16,0-3 281 0,1-3 367 0</inkml:trace>
  <inkml:trace contextRef="#ctx0" brushRef="#br0" timeOffset="128544.75">18827 2839 216 0,'8'-7'440'0,"-2"1"174"16,-1 1 142-16,0 3-147 0,0 2-119 0,1 0-92 16,0 0-48-16,1 1-5 0,-1 0-51 0,2 2-66 15,1 0-34-15,1 2-20 0,0-1-12 16,-1 2-28-16,-1 3-8 0,0 2 7 0,-2 0 1 15,2 5 10-15,-5 0 5 0,-2 4-5 0,1 3-12 16,-4 2-20-16,1 0-28 0,-2 3-29 16,-3 0-21-16,3-1-15 0,-4-1-9 0,4-4-10 15,0-1-25-15,1-5-51 0,0-3-73 0,1-4-158 16,-1-5-294-16,2-4-293 0,0-4-294 16,2-7-203-16,-1-4 130 0,1-3 594 0</inkml:trace>
  <inkml:trace contextRef="#ctx0" brushRef="#br0" timeOffset="128710.55">18973 2569 255 0,'-3'-21'883'0,"-7"5"380"0,-1 4-18 15,-2 5-165-15,1 1-459 0,2 3-294 16,2 2-138-16,0 2-71 0,7 2-33 0,-4 1-32 16,10 0-33-16,-1 2-24 0,3 2-37 0,3-2-119 15,0 1-202-15,2 2-286 0,0 0-280 0,1 2-272 16,0 0-150-16,-1 2 365 0,-1 0 549 0</inkml:trace>
  <inkml:trace contextRef="#ctx0" brushRef="#br0" timeOffset="129471.26">19284 3127 92 0,'-3'0'364'16,"1"0"189"-16,-1 0 152 0,2-3-80 0,-1-1-204 16,2-2-85-16,2-5-51 0,1-1-5 0,2-3 6 15,1-3-15-15,3-4-35 0,2-2-22 0,-1-2-17 16,1-1-30-16,-1-1-39 0,-1 1-9 16,2 1-1-16,-5 2-19 0,1 5-18 0,-2 1-1 15,-2 4 2-15,0 5-3 0,-3 0-10 0,4 5-11 16,-4 0-9-16,0 6-9 15,-4 2-16-15,2 7-12 0,-1 2-5 0,-2 4-2 0,1 4-5 16,0 3 1-16,-1 2-1 0,2 0 0 0,-1 1-1 16,2-1-2-16,2-2 1 0,0-1 2 15,0-2 1-15,5-3 0 0,-4-3 2 0,4-2-2 16,0-3 0-16,1-4-2 0,4-3 0 0,-1-3 1 16,4-5-3-16,1-3 8 0,0-7-1 0,4 0-2 15,-4-4 1-15,3-3 2 0,-1 1 1 16,0-1-7-16,-3-1 1 0,-2 3 4 0,1-1 0 15,-5 1-2-15,-1 1 0 0,-1 2 4 0,-1 2-5 16,0 2-3-16,-4 4 3 0,0 1-5 0,0 2 4 16,-2 4 0-16,0 2 2 0,-4 2-3 15,3 4-2-15,0 3 4 0,-2 2-1 0,2 0 1 16,0 6 0-16,-1-1 4 0,4 3-1 0,-3 0-4 16,3 1-5-16,3-3-4 0,-3 2-1 15,5-1 2-15,-1-2 0 0,0-2-23 0,3 1-31 16,0-5-96-16,1-2-154 0,0-1-275 0,0-4-286 15,3-1-248-15,0-2-155 0,-1-3 245 0,2-3 486 16</inkml:trace>
  <inkml:trace contextRef="#ctx0" brushRef="#br0" timeOffset="129641.98">19834 2857 112 0,'4'0'655'0,"-6"5"427"0,-1 4 141 0,-4 2-105 15,1 6-407-15,-2 3-287 0,-1 2-165 0,2 2-79 16,-1 2-54-16,1-1-35 0,2 1-27 0,2-1-29 15,1-1-16-15,2-1-28 0,3-5-34 0,1-4-101 16,0-3-172-16,2-6-292 0,-1-4-275 16,3-6-267-16,-1-2-168 0,-1-6 266 0,3-4 535 15</inkml:trace>
  <inkml:trace contextRef="#ctx0" brushRef="#br0" timeOffset="129790.43">19873 2494 88 0,'-5'-18'389'0,"-2"6"212"16,1 3 138-16,-2 5-58 0,0 2-297 0,3 5-176 16,-3 2-94-16,4 4-49 0,-1 2-26 15,2 6-18-15,0-4-37 0,1 6-72 0,2 0-116 16,-1 2-271-16,1 2-165 0,1 1-68 0,-1-2 85 16,0 2 199-16</inkml:trace>
  <inkml:trace contextRef="#ctx0" brushRef="#br0" timeOffset="130039.47">20037 2913 28 0,'4'-8'290'0,"0"-1"185"0,-3-3 211 16,1 1 78-16,-1-2-99 0,-1-1-61 16,-3 3-52-16,2-3-52 0,-3 0-64 0,0 3-46 15,-4 0-36-15,3 3-42 0,0 2-41 0,1 1-36 16,-3 2-39-16,1 0-51 0,0 4-56 15,-1 2-37-15,1 4-25 0,0 3-12 0,-2 3-4 16,3 0-8-16,0 4-2 0,1 3-4 0,2-1 2 16,0 2-2-16,2 0-2 0,4 0-25 0,-3-1-60 15,2 1-55-15,1-3-91 0,0-2-148 0,2 2-226 16,-1-8-291-16,3 1-223 0,0-3-188 16,3-4 92-16,0-2 470 0</inkml:trace>
  <inkml:trace contextRef="#ctx0" brushRef="#br0" timeOffset="130305.06">20316 2757 312 0,'0'6'550'0,"-3"2"192"15,2 3 177-15,1 1-185 0,0 3-155 0,1 2-96 16,2 2-51-16,2 5-39 0,-1 3-83 0,2 2-91 15,0 3-8-15,0 6-11 0,1 3-17 16,-2 5-20-16,-2 4-21 0,-2 7-12 0,-1 2-57 16,-3 6-33-16,0 3-20 0,-3-1-11 15,-2 2-5-15,2-4-5 0,-2-2-27 16,1-6-56-16,1-5-60 0,-2-7-131 0,3-6-182 0,1-9-310 16,-3-9-291-16,4-7-220 0,0-11-72 15,-2-11 404-15,4-8 511 0</inkml:trace>
  <inkml:trace contextRef="#ctx0" brushRef="#br0" timeOffset="130491.47">20303 2564 286 0,'-5'-23'901'0,"-3"5"354"16,-3 2-23-16,1 5-163 0,2 0-473 0,0 3-270 15,2 2-137-15,3 4-63 0,2 0-40 16,2 2-30-16,2 3-44 0,3 0-43 0,2 3-105 15,0 2-181-15,5 1-289 0,-5-1-281 0,3 3-283 16,-3 1-176-16,3 2 277 0,-2 1 554 0</inkml:trace>
  <inkml:trace contextRef="#ctx0" brushRef="#br0" timeOffset="131329.65">20568 2726 157 0,'-3'0'465'0,"-4"0"238"0,1 0 180 16,2 0-79-16,-3 0-193 0,2 1-120 0,0-1-90 15,-2 1-59-15,2 3-70 0,0-4-81 0,2 4-76 16,-2 2-53-16,0 0-29 0,2 1-18 16,-1 4-7-16,-1 0-4 0,4 3 10 0,-1 2 8 15,0 1 2-15,2 0 2 0,0 0-2 0,4 1-3 16,-3 0-12-16,7-1-9 0,-4-1-2 15,5 1-5-15,-1 0-1 0,2-2 1 0,0-2 0 16,0 0 3-16,0 1 2 0,2-3 2 0,-4 0 0 16,-2-1 2-16,2-1 3 0,-5 0-5 0,-2 0 0 15,-1-2 2-15,-1 2 3 0,-2-2-4 16,-5 2 1-16,-2-2-2 0,1-2-10 0,-4 0-33 16,1-2-48-16,-1-1-57 0,-3-2-69 15,5-2-62-15,-1-2-57 0,2-2-24 0,3-4 14 16,3-1 36-16,-1 0 60 0,10-4 53 0,-2-1 57 15,3-2 42-15,6-2 31 0,0-2 27 16,2-2 19-16,3 0 18 0,0-2 10 0,3 1 12 16,-1-1 22-16,3 2 17 0,0 3 29 0,0 0 45 0,-1 1 37 15,1 3 14-15,-2 3 54 0,0 2 21 16,0 4 36-16,-4 0 2 0,0 5-8 0,-5 1-7 16,1 4-60-16,-2 4-27 0,-2 3-37 0,0 1-23 15,-4 2-17-15,1 5-12 0,-2-1-9 16,-1 2-7-16,1 3-20 0,-1-1-23 0,0 1-17 15,-1 2-13-15,1-3-5 0,1-2-11 0,1 1-1 16,1-3-3-16,2-4 4 0,1-2-2 0,1-3 3 16,0-3 2-16,4-4-1 0,0-4 1 0,1-3-3 15,2-2 4-15,0-2-4 0,2-5 3 16,-1 0 3-16,0-4 0 0,-1-1-3 0,1 1-5 16,-3-5 4-16,2 1-4 0,-3-2-3 0,-1 0-1 15,-4 0 1-15,-1-2 6 0,-6 2 0 16,-1 1 2-16,-1-1 5 0,-3 3 1 0,0 3 3 15,-5 3 12-15,0 4 33 0,-2 2 29 0,-2 8 16 16,-4 3 8-16,0 6 4 0,-1 6-13 0,0 5-25 16,-2 4-22-16,3 5-18 0,1 5-11 15,0 3-7-15,4 4-7 0,-1 1-6 0,4 0-2 16,0 1-2-16,6-1-1 0,3-3 3 0,3-1-2 16,2-4-1-16,7-3-27 0,0-3-73 0,2-3-84 15,4-4-159-15,-2-5-291 0,2-1-322 16,0-5-341-16,4-1-184 0,-2-3 138 0,1-3 627 15</inkml:trace>
  <inkml:trace contextRef="#ctx0" brushRef="#br0" timeOffset="143566.67">9521 11941 324 0,'-52'0'552'0,"-5"3"175"0,-7 3 61 0,-3 5-310 16,0 4-222-16,-1 6-54 0,3 4 27 0,0 5 46 15,2 5 52-15,3 2 23 0,3 5-14 0,5 6-55 16,6 0-74-16,5 6-64 0,7 3-59 15,7 3-34-15,9-2-22 0,7-1-16 0,11-1-4 16,9-4-4-16,9-10-5 0,7-1-6 0,9-9-3 16,6-8-2-16,3-10 5 0,8-4 7 15,1-13 3-15,8-5 7 0,2-10 4 0,4-6 0 16,2-9-4-16,-2-6-4 0,-2-4-10 16,-3-5-5-16,-4-7-6 0,-6 2-2 0,-2-3 0 15,-8-4 4-15,-6 2 6 0,-8 2 8 0,-4 3 7 16,-11 1 7-16,-8 4 1 0,-10 2-1 0,-8 6 3 15,-10 3-4-15,-6 6-3 0,-10 6-5 16,-7 4-4-16,-4 8-4 0,-6 9-4 0,-1 6-1 16,-1 9-3-16,3 9-2 0,2 7-2 15,6 5 1-15,4 6 4 0,8 3 4 0,9 7 3 16,9-2 1-16,12 2 1 0,11 0 4 0,11 0-28 16,11-3-103-16,12-5-147 0,13-7-295 15,10-3-262-15,9-10-261 0,8-8-130 0,6-10 270 16,4-11 462-16</inkml:trace>
  <inkml:trace contextRef="#ctx0" brushRef="#br0" timeOffset="143947.85">11469 10294 390 0,'-32'-28'948'15,"-4"8"277"-15,-5 11-55 0,-5 10-195 0,-2 16-523 16,-2 10-211-16,-1 15-92 0,-1 6-23 16,3 11 16-16,3 9 23 0,2 5 17 0,9 6-5 15,4 7-21-15,5 2-26 0,10 1-39 16,8-4-34-16,8-6-28 0,12-8-17 16,11-13-3-16,10-9-9 0,10-16-4 0,9-13-19 0,7-10-35 15,4-13-42-15,2-10-31 0,-2-9-23 0,0-6-22 16,-3-6-2-16,-6-3 32 0,-8-2 48 15,-3 0 26-15,-10 0 24 0,-6 2 15 0,-10-1 18 16,-7 4 12-16,-6-1 5 0,-10 3 5 16,-5-1 1-16,-8 1 5 0,-2 2-3 0,-7 4 2 15,-2 4-4-15,-5 4 4 0,0 9-1 0,-4 6 0 16,3 7 4-16,-1 10-1 0,-1 7 2 0,3 11-1 16,1 7-9-16,4 9-65 0,4 4-144 15,3 6-240-15,5 2-279 0,6 3-274 0,4 2-232 16,2 0 61-16,4-3 456 0</inkml:trace>
  <inkml:trace contextRef="#ctx0" brushRef="#br0" timeOffset="144590.06">14498 10869 366 0,'-50'-35'799'0,"-1"4"307"0,4 4 21 0,4 8-237 0,2 9-427 16,4 7-175-16,1 9-72 0,6 9-59 15,0 7-6-15,3 7 3 0,2 6-8 16,4 8-19-16,2 0-27 0,4 2-23 0,7 1-33 16,4-3-23-16,11-2-9 0,5-6-1 0,9-4-2 15,12-8-3-15,6-7 1 0,9-7 0 16,7-9 0-16,2-4-3 0,0-6-1 15,-3-6 0-15,-2-1-1 0,-5-3 2 0,-8 0-2 16,-8-1-1-16,-6 0 2 0,-7 0 2 0,-7 1 0 16,-10 1-3-16,-7 1 4 0,-8 0-2 0,-8 3 2 15,-4 3-8-15,-8 2 1 0,-4 5 0 16,-3 6-5-16,-3 7-4 0,-2 6-1 0,-2 10 0 16,2 4-4-16,-1 7-5 0,3 8-16 0,-2 4-30 15,5 6-29-15,3 3-77 0,1-1-129 0,6 5-183 16,2 2-277-16,2 2-242 0,5 2-199 15,-1 0 76-15,3 1 403 0</inkml:trace>
  <inkml:trace contextRef="#ctx0" brushRef="#br0" timeOffset="144980.54">12748 13120 226 0,'-54'44'790'16,"1"-2"351"-16,3-3 24 0,6-1-145 0,11-5-478 15,9-1-283-15,8-3-129 0,10-9-60 0,12-3-27 16,7-11-15-16,13-7-8 0,7-13-4 15,9-10-5-15,4-9-7 0,8-10-10 0,1-9-11 16,0-6 5-16,-1-3 0 0,-2-4 5 16,-7 1 4-16,-6 0 22 0,-7 6 19 0,-10 3 5 15,-9 7 0-15,-10 7 3 0,-10 2 0 16,-10 8-15-16,-8 5-9 0,-10 6-7 0,-5 7-7 16,-10 6-3-16,-4 7-3 0,-6 6-4 15,-2 4-4-15,-3 7-6 0,1 4 5 0,-1 3-2 16,0 3-28-16,4 4-50 0,1 1-86 0,4-1-116 15,5 2-132-15,4 0-293 0,7-3-241 16,6-1-120-16,2-4 113 0,5-2 315 0</inkml:trace>
  <inkml:trace contextRef="#ctx0" brushRef="#br0" timeOffset="145390.99">10054 12795 6 0,'-51'-4'311'15,"4"-1"191"-15,1 0 150 0,2 1 62 0,7-1-336 16,7 4-185-16,3 1-116 0,8 0-41 0,4 0-23 16,5 2-12-16,5 2-2 0,7 0 23 15,4 2 9-15,7 2-11 0,6-2-7 0,6 0-3 16,7 1-3-16,7-5-24 0,12 1-10 16,7-2 122-16,10-1 65 0,8-1 56 0,8-2 21 15,9-2-1-15,9 0-14 0,11-4-96 0,6 1-49 16,12-3-33-16,3 1-7 0,7 0 6 0,3-3-13 15,3 2 7-15,2 1-1 0,3 0-4 16,-2 1-8-16,0 1-33 0,-3 2-62 0,-3 2-117 16,-7-2-199-16,-7 3-277 0,-8-2-217 15,-12 2-87-15,-11-1 167 0,-13 2 311 16</inkml:trace>
  <inkml:trace contextRef="#ctx0" brushRef="#br0" timeOffset="145649.87">12621 12853 146 0,'-9'5'619'0,"4"-7"334"0,10-6 106 16,4-5-73-16,9-6-454 0,10-7-269 0,7-5-130 15,9-8-64-15,2-4-39 0,8-9-24 0,1-1-12 16,5-3-4-16,2-6 5 0,3 1 10 15,1-5 8-15,4 0 11 0,-1-2-2 0,-2-1 4 16,-2 1-11-16,-4-1-12 0,-6-2-7 16,-5 6-41-16,-5-1-81 0,-10 2-88 0,-5 2-110 15,-12 4-248-15,-6 2-247 0,-10 2-121 0,-9 5 83 16,-13 2 237-16,-8 7 275 0</inkml:trace>
  <inkml:trace contextRef="#ctx0" brushRef="#br0" timeOffset="145945.53">10788 11889 25 0,'10'-27'333'16,"1"-9"209"-16,7-1 153 0,1-6 59 0,6-2-364 15,4 0-185-15,-1 1-95 0,4-3-52 16,-1 2-27-16,-1-2-13 0,2 0-9 0,3 2-8 16,0-4-4-16,4-2-3 0,5 1 3 0,7-5 5 15,1-2 3-15,10 0 2 0,6-4-1 0,6 3 2 16,5-1 3-16,3 1-7 0,0 6-1 16,-2 2 3-16,-1 4-13 0,-8 7-51 15,-5 6-90-15,-7 6-285 0,-10 10-167 0,-11 4-83 16,-11 8 49-16,-15 10 180 0</inkml:trace>
  <inkml:trace contextRef="#ctx0" brushRef="#br0" timeOffset="146337.35">9861 13255 199 0,'15'-3'658'0,"-3"4"304"16,-4 7 78-16,-1 9-83 0,0 13-481 16,-2 14-222-16,-2 12-111 0,0 10-45 0,-1 11-24 15,-1 11-15-15,1 6-26 0,-1 10-17 0,-1 11-16 16,0 10 3-16,2 4-1 16,-2 8-2-16,2 3-5 0,0 0 9 0,-2 1 0 0,-2-3-61 15,0-6-74-15,2-7-81 0,0-8-89 0,4-10-160 16,1-11-271-16,2-10-147 0,2-11 2 15,4-10 163-15,-1-14 256 0</inkml:trace>
  <inkml:trace contextRef="#ctx0" brushRef="#br0" timeOffset="146580.97">10315 15548 47 0,'30'13'379'0,"0"0"239"0,1-1 153 0,6 1 49 0,7 1-395 16,3 2-182-16,7-4-132 0,4 2-2 15,7-3 2-15,5-5-7 0,6-1-6 0,3-5-6 16,5-4 7-16,1-3-47 0,2-7-21 0,5-5-13 16,3-5-9-16,4-8-6 0,2-4-61 15,-2-3-112-15,-4-3-173 0,-4-2-263 0,-9 1-186 16,-6 0-80-16,-12 0 148 0,-9 4 277 15</inkml:trace>
  <inkml:trace contextRef="#ctx0" brushRef="#br0" timeOffset="146771.54">12158 15072 8 0,'0'9'400'0,"3"-5"308"0,0-4 200 0,2-4 25 15,5-5-306-15,7-6-326 0,3-8-145 0,7-7-74 16,2-9-38-16,10-5-18 0,6-12-11 15,7-4-14-15,6-8 5 0,7-5 0 0,3-5-12 16,2-6-46-16,7-4-63 0,-1-4-40 16,2-2-67-16,1-1-54 0,1-3-63 0,2-1-85 15,-1-3-159-15,0-3-56 0,-2-2 50 0,-5-3 119 16,-1-3 168-16</inkml:trace>
  <inkml:trace contextRef="#ctx0" brushRef="#br0" timeOffset="146997.21">14238 12012 78 0,'45'-86'351'0,"-5"8"195"15,-7 14 142-15,-5 8-61 0,-4 12-234 16,-8 10-78-16,1 9-12 0,-5 6 0 0,-3 6-4 16,-3 6-8-16,2 5-49 0,-3 5-66 0,-2 5-61 15,2 4-46-15,-1 3-27 0,-1 4-16 16,-1 5-7-16,-4 5-4 0,-2 3-3 0,-4 4-3 16,-5 7-5-16,-4 5-8 0,-5 6-12 0,-7 3 2 15,-6 9 0-15,-5 2-1 0,-5 11-6 16,-7 6-4-16,-5 6 4 0,-3 8-49 0,-8 1-58 15,-3 6-67-15,-10 5-77 0,-1 9-88 16,-4-3-157-16,-2 2-198 0,3-4-88 0,1-3 58 16,5-8 177-16,2-1 220 0</inkml:trace>
  <inkml:trace contextRef="#ctx0" brushRef="#br0" timeOffset="147363.12">12403 14499 92 0,'-32'31'561'16,"-1"4"356"-16,0 1 145 0,-1 2-61 0,4 3-402 15,4 6-305-15,2 3-143 0,6 5-48 16,3 0-23-16,4 1-15 0,5-1-11 0,9-2 1 15,5-4-2-15,6-6-28 0,6-6-14 0,10-10-5 16,4-10-3-16,7-7-3 0,6-13 6 16,3-12 11-16,3-8 4 0,2-11 0 0,1-10 4 15,-4-10-2-15,-1-5-10 0,-7-5-8 16,-3-3-10-16,-8 1-6 0,-5 2 4 0,-8 5 4 16,-8 4 6-16,-9 7 5 0,-11 3 5 0,-10 10 3 15,-11 4-7-15,-9 6-6 0,-7 7-9 0,-10 7-11 16,-5 3-27-16,-7 6-38 0,-3 7-75 15,-3 2-102-15,-4 7-111 0,-3 1-257 0,-2 6-220 16,-3 3-133-16,-3 2 78 0,0 1 266 0,-6-1 287 16</inkml:trace>
  <inkml:trace contextRef="#ctx0" brushRef="#br0" timeOffset="147690.28">10424 15172 155 0,'-27'16'620'15,"-2"-3"321"-15,-4-5 103 0,-3-1-72 0,1-2-466 16,-1-4-257-16,-1-1-121 0,-1-1-60 0,-1-4-33 16,3 0-18-16,-1-1-8 0,4-3-5 0,1 1-4 15,5 0-2-15,5-1-1 0,3 0-4 16,4-1 2-16,5-1-2 0,3 2-2 0,4 1 3 15,6 0 4-15,4 5 0 0,4 2 2 16,8 2 3-16,1 6 3 0,4 0-1 16,5 2 0-16,4 2 1 0,2 0-4 0,4-1 1 15,1-3 0-15,3-2-1 0,4-5-3 0,2-6-11 16,2-6-34-16,1-9-42 0,1-7-61 0,-2-6-80 16,1-8-101-16,-3-6-226 0,-1-6-197 15,-4-4-98-15,-8-3 60 0,-4 0 210 0,-10-1 248 16</inkml:trace>
  <inkml:trace contextRef="#ctx0" brushRef="#br0" timeOffset="147976.71">11885 13470 79 0,'36'0'506'0,"-8"2"323"0,-9 2 160 16,-7 2-28-16,-6 3-408 0,-3 4-258 16,-6 4-130-16,0 2-54 0,-4 0-27 0,-2 5-18 15,0-2-8-15,0 0-6 0,1-2-16 16,4-3-20-16,-1-4-10 0,4-3-4 0,2-6 4 16,2-4-2-16,0-4 4 0,0-5 1 15,-1-4 5-15,1-4-1 0,-3-1-4 0,-1-3-28 16,-3-1-49-16,-5 1-73 0,0 0-92 0,-6-1-116 15,-4 1-276-15,-3 2-204 0,-4 1-86 0,-2-3 95 16,0 0 244-16</inkml:trace>
  <inkml:trace contextRef="#ctx0" brushRef="#br0" timeOffset="148236.14">13241 12416 312 0,'13'-32'532'0,"-1"-3"184"0,-4 0 78 0,-1-5-292 16,-1 0-233-16,-1-5-116 0,-1-3-52 15,-2-4-40-15,0-6-30 0,-2-3-36 0,-2-2-51 16,-3-5-55-16,-1-1-51 0,-2 2-34 15,-3-2-55-15,-3 1-90 0,-4 7-134 16,-4 5-72-16,-3 10 26 0,-2 7 86 0,-3 12 142 0</inkml:trace>
  <inkml:trace contextRef="#ctx0" brushRef="#br0" timeOffset="148374.26">12851 11517 125 0,'5'26'301'0,"4"-3"120"0,2 1 87 0,5 0-210 15,1-1-108-15,0-2-58 0,1-3-32 0,-1 4-18 16,-1-2-7-16,0-1-9 0,-2 0-29 15,-3-3-18-15,0 1-7 0,-4-5-29 16,-4 2-134-16,-1-3-222 0,-7 0-116 0,-5 0-23 16,-7-1 63-16,-6-2 135 0</inkml:trace>
  <inkml:trace contextRef="#ctx0" brushRef="#br0" timeOffset="148749.9">10844 12970 203 0,'-43'39'357'0,"1"0"133"16,2 3 49-16,2 3-258 0,3 2-147 0,-2 1-77 16,5 3-35-16,2 0-26 0,3-2 12 15,3 3 23-15,4-2 16 0,4 0 4 0,0-2 4 16,8-3 1-16,2-2-21 0,4-3-12 15,5 0-5-15,4-7-5 0,4-3-13 0,6-6-3 16,4-5-17-16,1-4-5 0,5-8-12 16,1-3-10-16,2-6-1 0,2-5-3 0,-2-4 2 15,-1-3 7-15,-3 0 11 0,-5-1 13 0,-4-1 7 16,-5 3 9-16,-5 0 2 0,-7 3-4 16,-9 3-4-16,-2 4-4 0,-8 5 8 0,-2 2 4 15,-6 5 16-15,-1 4 15 0,-4 5 14 0,2 7-11 16,-1 0-20-16,-1 7-13 0,2 0-14 0,3 6-15 15,2-1-11-15,1 5 17 0,7-3 9 16,1 3-5-16,3-4-19 0,5-1-160 0,5-5-173 16,0-4-66-16,6-3 14 0,0-6 82 15</inkml:trace>
  <inkml:trace contextRef="#ctx0" brushRef="#br0" timeOffset="151368.88">8088 10213 209 0,'3'6'404'0,"-3"0"150"0,0 6 92 16,-3 2-261-16,-3 9-149 0,0 3-73 15,-1 8-17-15,-1 8 11 0,-1 6 12 0,-2 7 42 16,-2 6 5-16,1 10 8 0,-3 5 0 15,1 11-22-15,0 5-19 0,-2 11-58 0,2 4-15 16,-3 8-24-16,-1 6-29 0,1 4 8 0,-2 7-2 16,-2 7 27-16,-1 1-9 0,1 6 15 0,-4 1 7 15,0 1-29-15,-2 2 8 0,0-5-17 16,1 3-7-16,-1-4-25 0,1 0-19 0,2-5 9 16,2 0-9-16,5-3-6 0,0-4-3 15,1-1-1-15,5-3 0 0,1-1-2 0,2-5-2 16,-1 1 1-16,4-4-2 0,2-1 5 15,1-4 3-15,2-3-12 0,2-4 2 0,1-1 3 0,2-6 3 16,1-4 1-16,3-1 3 0,1-3 5 16,3-6-3-16,1-1-5 0,2-6-2 15,3-2-6-15,-1-4-3 0,2-2 0 0,2-4 3 0,0-2 2 16,0-2 0-16,4-3 2 0,-1-4 7 16,0 2-5-16,3-4-2 0,1-4-2 0,1 0-3 15,1-3 0-15,1-1-4 0,3-4 0 0,0-3 4 16,1-3 0-16,2-2 5 0,5-3 0 15,1-3 8-15,5-1-2 0,3-4-5 0,2-2 0 16,5-2-6-16,2-2 1 0,3 1-6 0,2-3-1 16,3 1 3-16,-1-1 1 0,4 0 7 0,3 1 8 15,1-2 0-15,3 1 7 0,2 0 0 16,4 2-4-16,-1-2-9 0,3-2-10 0,-1 0 4 0,2-1 2 16,4 1 2-16,4-2 0 0,2-3 5 15,3 0 4-15,-1-1-8 0,3-4-8 0,3 0-1 16,0-1 7-16,4-2-1 0,2 0 3 0,1 0 1 15,2-2 4-15,2-1-14 0,0 2 6 0,-1-3 2 16,1 3 1-16,1-2 2 0,2-1-1 0,2 1 6 16,1-1-16-16,2-2 1 0,0-1-1 15,2 1 3-15,-1-5 0 0,4 3-3 0,3-3 2 16,-4 0-1-16,3 2 5 0,-1-2-2 16,3-1 2-16,-1 3 2 0,0-2 0 0,1 2-12 0,-3 2 1 15,-1 0 4-15,0 3 5 0,-1 0 3 16,1-2 4-16,-2 1 3 0,-1 1-3 0,-2-1-2 15,-2 1-1-15,2 2 5 0,0-4-1 0,-2 1 2 16,1-1-12-16,-4-1 4 0,-2 1-1 0,1-1 0 16,-1-1 1-16,-4 1 6 0,0-1 2 0,-2-1-6 15,-3 3-5-15,-5-2-1 0,-4 3 3 16,-3 0 1-16,-4 0 3 0,-3 1 3 0,-3 0 6 16,-3-1-2-16,-3-1-4 0,-4 0-1 0,-3-1-4 15,-4-2-1-15,-1-2-4 0,-6-4-3 0,-1 0-1 16,-3-3 0-16,-5-1 5 0,-1-4-1 15,-2-1 8-15,-2-4 3 0,-2-1 0 0,-4-4 0 16,1 0-4-16,-4-4-3 0,-2-1-6 0,-3-2-3 16,-2-2 3-16,-5-1 2 0,-1-4 1 0,-2 0 9 15,-4-3 2-15,-2-3 6 0,-2-5-2 16,-4 0-5-16,1-6-3 0,-3-3-9 0,-1-6-8 16,2-2 1-16,-2-2 4 0,-2-8 4 0,3-4 3 15,-3-5 3-15,0-6 1 0,-2-6-14 16,3-5 6-16,-4-4 1 0,2-3 3 0,-2-5 0 15,-1-1 1-15,2 0 11 0,-3 1-7 0,2 3-4 16,0-1 0-16,2 0 0 0,-1 2 2 16,1 0-8-16,2 1 2 0,0 2 6 0,3 1 2 15,-2 0-2-15,1 2 3 0,2 0 2 0,-2 1-15 16,3 2 1-16,-3 0 2 0,2 2 2 16,-1-2 1-16,0-2 0 0,-3 1 2 0,2 2-12 15,0 0 2-15,-3 2 4 0,1 2 4 16,-4 2 2-16,0 4 6 0,0 1 9 0,-3 3-10 15,-1 6-10-15,-2 2-6 0,-3 2 6 0,1 5 3 16,-2 1 3-16,-1 2 6 0,-3 2 8 16,1 5 3-16,-2-3-4 0,-1 2-5 0,0 4-7 15,0 1 1-15,-2 3-7 0,1 3-1 0,-1 3 1 16,0 1 1-16,1 3 6 0,-2 1 3 0,2 5 4 16,-2 0 4-16,2 2 0 0,-1-1 2 0,0 0-8 15,0 1-1-15,3 2-1 0,0-2-5 16,2 0-2-16,2 0-5 0,-2-2-4 15,3 3-1-15,2-3-5 0,3 1 8 0,0-1 0 16,2-1 4-16,1 1 6 0,2 2 5 0,1 1 5 16,-2 0-5-16,1 4 0 0,0 1 0 15,-2 3-1-15,1 2-5 0,-4 3-1 0,-4 4 1 16,1 2 1-16,-2 2-1 0,-1 4-2 0,-3 0 2 16,-1 3 1-16,-3 1-1 0,-1 2-2 15,-2 1-1-15,-4 4 1 0,-1 1-1 0,-1-1 1 16,-3 4 0-16,-1-1 1 0,0 1 0 15,-3 1-2-15,-1 1-1 0,0 0 0 0,-1 1-2 16,-1 1-3-16,-3 0 0 0,2 1 3 0,-4 1 4 16,1 0 2-16,-5 1 5 0,3-2 6 15,-5 2 1-15,-1 0 0 0,1-1-1 0,-4 0-2 16,-1 0-3-16,-4 1-2 0,-1-2-6 16,-1 3-2-16,-3-3-5 0,-2 3-3 0,-1-3 3 15,0 1 1-15,-1 3 5 0,-6-3 5 0,2 2 4 16,-4-1 2-16,-1 2-2 0,-4 0-4 0,-2 1-3 15,-2-2-7-15,-2 1-5 0,1 2 7 16,-2-1 4-16,-2 1 2 0,0 1 5 0,-4-2 7 16,0 1 7-16,-1-1-2 0,-4 2-7 15,2 1-7-15,2-2 0 0,-3 1-3 0,1 1 2 16,1-2-1-16,1 2 2 0,-4-2 4 16,-1 3-2-16,0-1-5 0,-2 0-8 0,-1 0-3 15,2 1 5-15,-1-1 3 0,2 0 2 0,-2 1 4 16,0 0 4-16,0-2 0 0,1-1-7 15,-3 0-5-15,4 0-3 0,1-2 0 0,0 1 3 0,2-1 0 16,0-1 4-16,-2 2 2 0,-1-2-1 16,1 1-1-16,-1 1-6 0,3-4-7 15,0 4 4-15,2 0 8 0,3-1 2 0,-2-3 4 16,2 3 3-16,0-2 5 0,1 0-7 16,0-1-7-16,0 0-5 0,2 0-4 0,3-1 4 0,0-1 1 15,3 0 4-15,-1 0 5 0,4 0 3 16,-3 0 2-16,3-1-2 0,-1 1-2 0,-2 0-3 15,3 1-6-15,-2-1-3 0,2 2-3 16,0-1 3-16,2 2 1 0,3 0 1 0,-2 1 7 16,2 0 8-16,-1 0 10 0,1 0 2 0,-2 1 0 15,2 1 0-15,-3-1-6 0,2-1 9 16,-1 2-1-16,0 2 2 0,1-2 2 0,-1 3 2 16,2 0 5-16,0 0-10 0,-3 2-6 0,2-1-8 15,-3 1-6-15,0 1 0 0,-1-3-5 0,-1 4-1 16,-2 0-4-16,3-1 5 0,3 0 4 15,-4 0 2-15,6 0 0 0,-3-1 1 0,2-1 5 16,-1 0-2-16,2 1 13 0,0-3 25 0,1-1 16 16,-2 1 10-16,4-2-3 0,2-1 2 15,1 0-16-15,2-2-24 0,2 0-12 0,1 0-9 16,3-1-3-16,0 0 1 0,2 0-4 16,1 0-3-16,2-1-2 0,2 2 1 0,3-1 4 15,-1-1-6-15,3 2 2 0,2 0 3 0,4 0-1 16,1 2-4-16,3-1-3 0,2 4 3 15,5-1 5-15,3 2-6 0,2 3-1 0,5 0 1 16,1 3 2-16,6 4 0 0,3 0-4 16,4 1 0-16,2 3 4 0,1 4-2 0,3 0 1 15,4 0-2-15,2 3 4 0,-1 2 0 0,2 1-1 16,3 1 2-16,0 2 1 0,-2 1 3 16,0 5-3-16,1 1 0 0,-3 5 1 0,0 1 1 15,-3 5 0-15,-3 4-8 0,-2 3 4 0,-3 5-4 16,0 3-5-16,-5 4 2 0,0 2-3 0,-4 5-37 15,-2 1-47-15,0 1-85 0,-3 1-157 16,-1-1-301-16,1-3-302 0,0-2-257 16,1-6-179-16,-1-7 212 0,-2-7 569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3:13:10.3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4844 3535 203 0,'0'-14'451'0,"0"2"218"0,-1-2 165 0,-1 3-160 16,0 4-117-16,-1 1-41 0,3 1-55 16,-3 2-61-16,1 3-74 0,1 3-71 0,-1 4-69 15,2 8-60-15,0 6-25 0,3 7-5 0,1 6 13 16,2 8 9-16,0 6 16 0,2 6 11 0,2 4-6 16,-2 6-13-16,-2 3-18 0,1 7-21 15,-3 1-27-15,-3 4-20 0,-1 2-8 0,0-2-2 16,-3 0 0-16,0-4 4 0,0-5 0 15,-3-5-3-15,1-7-6 0,0-7-7 0,2-7-7 16,0-8-5-16,1-8-2 0,-1-5 3 16,3-5 6-16,-2-8 3 0,1-5 2 0,-2-6 2 15,1-12-1-15,1-6-7 0,1-10-8 0,-2-4-6 16,-1-10 3-16,1-6 0 0,1-4 4 16,-4-8 1-16,3-6-1 0,-4-6 1 0,0-4-7 15,1-5-3-15,0-2-2 0,2-2 2 0,-2 0-5 16,2 5-2-16,0 4 2 0,1 3 1 0,2 6-3 15,-1 9-2-15,1 5 5 0,1 6 2 16,-1 6 1-16,3 4-1 0,2 7 0 0,0 3-1 16,3 3 0-16,3 6 1 0,2 3 1 0,4 1 0 15,4 6 1-15,4 5 2 0,3 4 0 16,4 6 2-16,3 4 0 0,0 6 1 0,2 5 1 16,0 5 0-16,-1 3 0 0,-1 7-1 15,-2 2 6-15,-1 4 2 0,-5 1 1 0,-4 1 0 16,-5 2 7-16,-4 0 4 0,-3-3-3 0,-6 0-5 15,-5 0 0-15,-5 0 1 0,-3-2-1 0,-6-1-2 16,-2-3-3-16,-6-1 4 0,-3-4 0 16,-1 1-1-16,-4-5-4 0,-3-3-2 0,-3-2-2 15,1-3-1-15,0-3-1 0,0-2-1 16,2-1 6-16,0-5 1 0,3 0-2 0,2-3-5 16,4-1-14-16,5-2-35 0,2 0-71 15,5 0-60-15,2-2-76 0,3 0-112 0,5-1-160 16,4 2-214-16,1-2-221 0,4 2-212 0,2-1-80 15,4-2 226-15,2-1 456 0</inkml:trace>
  <inkml:trace contextRef="#ctx0" brushRef="#br0" timeOffset="658.61">5256 4131 159 0,'2'-8'411'0,"-2"2"190"16,-2 0 146-16,2 2-125 0,0 1-141 0,0 2-79 15,0-1-54-15,2 0-40 0,-2 2-52 16,3 2 21-16,-1 0-18 0,3-1-20 0,1 5 16 16,3 4 33-16,-2 2 30 0,-1 4-44 0,1 6-35 15,-1 0-32-15,-3 5-40 0,3 2-45 16,-4 4-41-16,-1-3-33 0,1 5-20 0,-2 1-12 15,0-4-10-15,0 0-4 0,0-4-4 16,2-2 1-16,-2-7 0 0,1-2-1 0,-1-4 0 16,2-2 2-16,1-5 0 0,0-5 2 0,2-5 2 15,3-5 2-15,0-6 0 0,1-8 0 16,2-2 1-16,2-5-2 0,-2-2 0 0,3-2-2 16,-1-2-2-16,-1 1-1 0,0 1-3 0,-1 3 0 15,-2 4-2-15,-1 5 1 0,-2 5-2 16,-1 6-1-16,0 2 0 0,1 6 2 15,-3 3-1-15,2 8 0 0,0 3 4 0,1 6 1 0,-1 3 3 16,1 3-4-16,2 4 4 0,-2 4-1 16,3-2-3-16,1 2 1 0,0 1 0 0,1-2 0 15,3 0 0-15,1-1-1 0,2-6 4 16,-1 0-2-16,4-4 0 0,2-6 1 0,-1-4 2 16,4-3-1-16,0-8-1 0,2-4-4 0,3-7-1 15,-3-4-1-15,2-4-3 0,-4-3 0 16,-1-4 2-16,-2-2 5 0,0 0 3 0,-6-2 2 15,-2 2 2-15,-3 0 3 0,-1 2-2 16,-4 1 3-16,-5 0 2 0,-1 4-1 0,-4 2 6 16,-1 3 2-16,-3 3 3 0,0 2-6 0,-3 4-2 15,-2 4-4-15,2 5-5 0,-4 3-5 16,0 6-2-16,0 6 3 0,0 4 0 0,1 4 5 16,1 4 5-16,1 5 0 0,2 4 1 0,1 2-2 15,-2 1-2-15,5 4-4 0,1 0-5 16,0-2 0-16,5-2-1 0,2 0 2 0,2-6 0 15,6-2-15-15,2-4-60 0,3-3-62 16,2-6-102-16,2-3-170 0,3-3-303 0,2-6-328 0,1-2-257 16,0-4-172-16,1-4 246 0,1-4 605 15</inkml:trace>
  <inkml:trace contextRef="#ctx0" brushRef="#br0" timeOffset="1168.26">6259 4384 32 0,'3'2'424'0,"1"1"303"0,-2 4 247 0,2 4 112 0,-3 5-307 15,2 7-226-15,1 5-78 0,-3 5-22 0,1 7-60 16,-1 3-85-16,1 3-63 0,-2 7-45 15,0-1-52-15,2 4-50 0,-2 1-31 0,1-2-17 16,1-3-9-16,1 0-12 0,3-6-14 0,-1-4-6 16,-2-7-5-16,2-5-1 15,-2-5-1-15,2-7 1 0,-5-5 5 0,3-9 1 0,-3-7 1 16,0-9 2-16,-3-7 0 0,3-9-4 16,-3-7-4-16,-1-6-2 0,0-7-2 0,-1-6-1 15,0-8-3-15,-4-5 4 0,4-5-1 16,0-4-1-16,0-3 0 0,2 3 0 0,3 4 3 15,2 6-4-15,1 6-1 0,0 6 0 0,2 6-2 16,1 9 0-16,2 4-2 0,2 7 0 16,1 5-1-16,1 7 4 0,3 2 1 0,0 8 1 15,1 3 1-15,3 6 3 0,-3 3 3 0,1 5 0 16,-1 4 1-16,-2 2-1 0,-1 6 4 16,-2 3-3-16,-3 4-3 0,-5 6-2 15,-3 3 0-15,-3 7-1 0,-5 1-1 0,-1 0 3 0,-4 5 1 16,1-4 0-16,-3 1-1 0,1 0 2 0,-2-6-3 15,2-3-16-15,0-6-39 0,2-6-62 16,3-9-67-16,1-7-121 0,5-9-162 16,1-9-238-16,6-9-276 0,2-5-213 0,5-10-114 15,2-5 253-15,4-5 461 0</inkml:trace>
  <inkml:trace contextRef="#ctx0" brushRef="#br0" timeOffset="1787.37">6624 4273 4 0,'19'-22'467'0,"-6"3"482"16,-3 6 291-16,-1 1-7 0,-4 5-257 0,-2 0-250 15,-2 3-214-15,-2 4-137 0,-1 0-85 0,-3 3-69 16,-1 3-87-16,-3 3-59 0,1 1-33 0,-2 7-19 16,-1 3-11-16,0 2-3 0,0 6-5 15,-1 4-3-15,0 3-2 0,-2 4-2 0,5-1 0 16,1 2 0-16,1-2 1 0,4-3 0 16,3-2 1-16,3-4 3 0,2-7-5 0,6-4-8 15,2-5-9-15,1-7-13 0,3-6-16 0,1-6-19 16,4-5-23-16,-3-4-17 0,2-5-23 15,-1-1-14-15,-4-3-7 0,1-2 1 0,-2-1 12 16,-3-4 13-16,-1 2 26 0,-3-3 12 16,0 1-17-16,-5-2-41 0,2 0-47 0,-3 4-36 15,-1 1-25-15,1 6-7 0,-1 4 8 0,-1 4 50 16,-1 5 60-16,-2 7 39 0,-1 2 20 16,1 5 12-16,0 1 53 0,1 4 27 0,-2 1 16 15,4-3 8-15,-2 1 6 0,2 2 2 0,2-4-23 16,1 1-11-16,-2-1-12 0,2-3-5 15,1 0 0-15,-1-4 5 0,2 0 14 0,-2 0 17 16,2-4 22-16,-2 0 24 0,3-1 27 0,-1-1 42 16,-2 0 31-16,2 2 16 0,-2-2 5 15,0 1-18-15,2 1-11 0,1 3-24 0,-1-1-27 16,0 5-20-16,1 3-10 0,2 5-1 16,1 3-19-16,-1 5-16 0,0 5-13 0,0 2-15 15,1 3-11-15,-4 4-5 0,2-1-1 0,-1 2-1 16,3-1 2-16,-1-1 3 0,0-1-2 15,0-4-8-15,1-4-5 0,-2-4-4 0,1-3-3 16,-2-8-3-16,2-6 5 0,-2-4 1 16,-1-9 3-16,0-3 5 0,-2-7 8 0,2-3 10 15,-1-5 6-15,-2-2 20 0,1-2 5 0,-3 0 6 16,2-4-4-16,-1-1-10 0,-1-4-3 16,2 3-17-16,0-1-7 0,-1 5-4 0,2 4-4 15,1 1 2-15,-3 7-3 0,2 3-1 0,-1 5 2 16,1 5-3-16,0 0-2 0,-1 6 0 15,1 3 0-15,0 1 1 0,2 4-13 0,3 2-20 16,-2 2-69-16,2-2-141 0,0 1-256 0,2 1-282 16,2-1-266-16,2-2-219 0,2 1 100 15,3-3 482-15</inkml:trace>
  <inkml:trace contextRef="#ctx0" brushRef="#br0" timeOffset="2085.09">7445 4171 553 0,'-11'9'1553'15,"-3"3"204"-15,-4 3-345 0,-1-1-361 0,-1 7-455 16,-4-2-301-16,3 2-135 0,1 0-62 0,0 0-30 0,5-2-16 16,1-1-16-16,4-2-17 15,4-3-10-15,4 0-5 0,2-3-3 0,4-5 0 16,4-2 0-16,1-3 0 0,7-4 0 16,1-6-2-16,4-4-3 0,1-2-4 0,3-4-1 15,3-1-1-15,1-1 0 0,1-1 1 16,-3 3 2-16,0 3 3 0,-3 3 0 0,-4 3 2 15,-4 5 0-15,-4 4 0 0,0 7 2 0,-6 1 1 16,-1 4 1-16,-1 5-1 0,-4 1-1 16,0 3 0-16,-4 4 0 0,1 1-3 0,-2 0 0 15,2 2-7-15,-2-1-21 0,0-1-59 0,-1 2-72 16,-2-2-97-16,0-2-168 0,0 2-287 0,-3-1-329 16,3 1-258-16,-1-2-162 0,-1 1 193 15,-1-4 594-15</inkml:trace>
  <inkml:trace contextRef="#ctx0" brushRef="#br0" timeOffset="2609.37">7780 3279 269 0,'-2'-6'545'0,"1"2"207"0,-2 2 73 0,3 2-229 0,3 2-90 15,0 3-32-15,3 6-20 0,1 6 41 0,1 8 28 16,3 7-37-16,-2 7-104 0,2 6-85 15,0 8-64-15,0 5-69 0,-4 4-50 0,2 6-34 16,-6 2-19-16,0 2-16 0,-3 5-8 0,-1-1-11 16,-2 2-10-16,-3 0-10 15,1-3-5-15,0-3-4 0,0-6-1 0,0-4-2 16,2-8-7-16,0-7-17 0,0-5-44 0,3-10-58 0,-3-6-54 16,0-7-93-16,1-7-150 0,-3-4-227 15,1-11-257-15,-3-6-226 0,2-7-195 0,-4-10 113 16,1-4 494-16</inkml:trace>
  <inkml:trace contextRef="#ctx0" brushRef="#br0" timeOffset="3140.72">7696 3888 92 0,'0'-6'623'0,"2"4"413"0,-2 1 133 0,0 2-93 16,1 4-371-16,3-1-294 0,-1 5-142 15,3 2-47-15,5 1-30 0,0 5-24 0,2-1 3 16,1 0-10-16,5 1-27 0,2-1-29 15,1 1-15-15,3-2-11 0,0-4-36 0,5 0-19 16,0-3-9-16,2-4-5 0,1-2-5 0,2-4 0 16,0-2 1-16,-2-2-18 15,0-2-31-15,-1-2-30 0,-2-2-29 0,-2 0-20 0,-2-2-14 16,-4 1 9-16,-5 1 31 0,-1 1 36 0,-6 1 34 16,-4 2 21-16,-3 5 27 0,-3 2 26 15,-3 5 44-15,-2 4 39 0,-3 5 32 16,-3 4 9-16,-2 3-6 0,2 5-23 0,-1 3-34 15,2 2-33-15,-1 1-32 0,3 2-18 0,2 1-13 16,3-3-3-16,1-1-6 0,4 0-3 16,1-2-2-16,3-5 1 0,5-2-2 0,0-5 1 15,5-4 1-15,3-5 1 0,2-3-4 0,1-5-11 16,2-4-17-16,1-3-18 0,0-5-12 16,0 0-8-16,-1-1-1 0,-3-1 10 0,1 1 16 15,-3 1 16-15,-3 1 14 0,-2 3 9 0,-3 2 5 16,-1 2 19-16,-4 4 25 0,0 1 18 15,0 3 8-15,-2 4 7 0,-3 4 6 0,-1 4-15 16,-1 4-18-16,-1 4-15 0,-3 2-9 0,0 4-9 16,-2 4-10-16,0-1-2 0,-1 4-1 15,-4 3-1-15,2 4 2 0,-4 2 0 0,-2 1 2 16,-4 5-2-16,-1 4-3 0,-3-1-1 16,-1 1-4-16,0-1-1 0,1-3 0 0,2-2 0 0,2-5-1 15,3-8-10-15,2-6-32 0,5-8-56 16,2-5-51-16,2-9-61 0,6-8-96 0,3-6-135 15,3-7-151-15,4-7-237 0,3-11-226 16,4-3-188-16,0-8 74 0,4-6 390 0</inkml:trace>
  <inkml:trace contextRef="#ctx0" brushRef="#br0" timeOffset="3574.26">8721 3523 321 0,'6'-59'682'16,"-4"8"278"-16,2 5 113 0,-4 6-224 0,2 5-254 15,-2 6-146-15,0 1-54 0,0 7-25 16,1 5-47-16,-1 2-64 0,2 3-51 0,-2 4-40 16,2 1-37-16,-1 4-26 0,1 4-15 0,0 4 1 15,-1 5 5-15,2 7 0 0,-3 7-9 0,0 7-16 16,-3 8-6-16,-2 7-12 0,-3 8-10 16,-1 7-8-16,-2 3-8 0,0 9-5 15,-2 2-8-15,0 5-5 0,1 4-2 0,1-3-1 16,3 0-5-16,3-7-2 0,2-9-2 0,8-7-1 15,-1-9-2-15,6-10-1 0,1-7-3 0,3-9-1 16,2-7-3-16,2-11-5 0,2-6-3 16,1-10 0-16,1-8 1 0,1-5 2 0,-2-6 5 15,1-5 5-15,0-2 5 0,-4 0 1 16,1-1 3-16,-2 2 2 0,-1 0-2 0,-2 3 1 16,-1 4 1-16,-4 2 3 0,1 5 5 15,-4 7 7-15,-1 0 4 0,-2 7 2 0,-3 3-1 16,-2 4-1-16,-2 7-5 0,-3 5-5 0,-2 5-5 15,-1 6-3-15,-1 4-2 0,-1 5 0 0,1 2-1 16,1 3-2-16,-2 3 0 0,2 2 1 16,3-2-3-16,-2 1-6 0,6-2-20 0,0-6-63 15,3-3-81-15,0-3-137 0,5-6-200 16,1-4-313-16,2-4-365 0,1-4-262 0,5-4-71 16,1-4 471-16,2-4 588 0</inkml:trace>
  <inkml:trace contextRef="#ctx0" brushRef="#br0" timeOffset="3940.93">9529 4092 326 0,'11'-21'1215'0,"-6"1"449"0,-4 1-176 16,-4 1-315-16,-2 0-474 0,-4 1-265 0,-4 4-183 16,-1 2-87-16,-5 4-48 0,-3 5-33 0,1 4-27 15,-4 5-20-15,-2 5-14 0,0 6-7 16,2 4-5-16,0 7-3 0,2 4-2 0,1 5-3 15,2 1 0-15,2 3-3 0,6-3-2 0,2-2-1 16,5-5-3-16,5-2-2 0,4-8-2 16,2-3-5-16,2-4-7 0,6-8-9 0,-1-6-10 15,6-5-9-15,0-6-9 0,3-7 0 0,0-4 2 16,3-8 11-16,-4-1 11 0,4-4 13 16,-3-1 13-16,-3 1 13 0,-3 2 13 0,0 2 13 15,-5 5 13-15,-1 3 7 0,-4 8 2 16,1 0-2-16,-3 4-10 0,-3 5-9 0,-1 5-10 15,-1 6-9-15,-3 6-5 0,-3 6-4 16,1 8-1-16,-2 4-1 0,-1 5-2 0,-1 5-10 16,2 3-10-16,1 4-33 0,2 2-81 0,2 3-101 15,3-2-176-15,7 0-287 0,4 0-340 16,9-3-357-16,5-2-151 0,10-3 237 0,8-5 670 16</inkml:trace>
  <inkml:trace contextRef="#ctx0" brushRef="#br0" timeOffset="4963.14">12126 4350 50 0,'-3'-8'432'0,"-3"4"297"15,-2 0 178-15,2 0 11 0,-1 4-360 0,3 5-199 16,-1 2-51-16,2 5-16 0,3 7-4 16,2 6 14-16,2 6 11 0,2 7-14 0,2 5-35 15,1 6-25-15,3 3-24 0,-3 6-25 0,3 5-36 16,-2 3-31-16,0 2-34 0,0 0-32 15,0-4-18-15,-1-3-16 0,-3-4-9 0,2-9-7 16,-1-3-2-16,0-12 1 0,-4-4 5 16,0-8 7-16,-1-6-1 0,-2-8 3 0,0-7 0 15,-3-9-1-15,-2-10-7 0,0-6-5 0,-4-8-1 16,1-11-5-16,0-6-1 0,-3-8-1 16,-2-5-1-16,2-8-2 0,-1-4 3 0,-1-7 3 15,3-5 0-15,0-8-1 0,1-1-2 0,5 2-1 16,4-1-5-16,3 6-3 0,2 11 0 15,3 5 1-15,2 12 1 0,-2 8 1 0,4 10 4 16,0 7-2-16,3 8 0 0,2 6-2 0,0 5 0 16,2 9 1-16,3 7-1 0,-1 3 4 15,1 5 4-15,0 7 1 0,0 2 2 0,-3 6 4 16,3 3-1-16,-4 3 0 0,1 3 2 0,-4 0 2 16,-2 2 1-16,-5 2 3 0,1 1 2 15,-5 1-1-15,-4-1 2 0,-2 0-3 0,0-2-1 16,-4-2-3-16,3-4-3 0,-2-2-4 15,2-3-3-15,2-7-1 0,-1-2-3 0,0-3 1 16,2-4-1-16,2-7 2 0,3-7 2 0,1-6 0 16,3-6 3-16,1-8-1 0,1-5 0 15,2-6-1-15,-2-5-2 0,0 0-2 0,3-4-3 16,-1 3-2-16,1 3 0 0,-3 4 0 16,0 6-1-16,0 6-1 0,-3 6 3 0,-1 6-1 15,-1 6 4-15,3 7 2 0,-2 6 5 0,-1 6 3 16,0 6 2-16,0 4 3 0,-1 5-1 0,0 5 0 15,-2 2-2-15,0 2-1 0,1 2-2 16,0-1-2-16,-2 1-1 0,4-1-2 0,-3-4-1 16,2 1 0-16,1-6-2 0,1-4 0 15,-1-5 0-15,2-2 1 0,-2-5 4 0,2-6 0 16,0-8 4-16,3-5 1 0,-1-8-1 0,-1-7 0 16,5-6-2-16,-4-4-1 0,4-8-2 15,-4-4-1-15,-2-1 1 0,-2-4-3 0,2-1-2 16,-5 0 1-16,-2 2 1 0,1 1 1 0,-2 5 0 15,2 7 2-15,-2 6 1 0,-2 6-3 16,2 7-1-16,-2 4-3 0,1 6-2 0,-2 8-2 16,1 7-1-16,-2 5 1 0,2 4 0 0,0 3-12 15,2 3-39-15,0 2-61 0,2-1-57 16,2 1-70-16,0 1-122 0,-1-3-152 0,2 2-215 16,1-4-218-16,0 0-217 0,2-2-104 15,2-2 240-15,-2-3 450 0</inkml:trace>
  <inkml:trace contextRef="#ctx0" brushRef="#br0" timeOffset="5570.66">13244 4109 222 0,'5'2'629'0,"-2"0"361"0,-3-2 167 15,2 0-208-15,-2-3-242 0,0 0-127 0,0-1-82 16,0-3-81-16,0 3-73 0,0-4-57 0,-2 2-56 15,2-1-70-15,0 2-61 0,-1-1-38 16,1 0-22-16,1 0-18 0,-1 1-11 0,2 0-7 16,0 2-5-16,-1-2-1 0,2 3-2 15,-3 0 0-15,2 0-2 0,-1 2 4 0,-1 0-1 16,0 0-1-16,2 2 2 0,-2 0 4 16,1 0-1-16,-1 2 2 0,0-2 0 0,0 0 0 15,0-1 0-15,0 1-2 0,2-1-2 0,-2-1 0 16,3-1 1-16,0-2 0 0,2-3 0 0,0-2 0 15,4-3 1-15,2-6-1 0,1 0 0 16,0-2-1-16,-1-5 2 0,-1 1 1 0,-1-1 2 16,-1 0 3-16,-5 1 1 0,-1 2 8 15,-4 4 8-15,-1-1 6 0,-2 5 7 0,0 3 1 16,-2 3 1-16,-1 2-9 0,0 5-8 0,-2 6-8 16,0 4-8-16,-2 7-3 0,1 4-2 0,-1 6 1 15,2 4 0-15,2 4 2 0,-1 6 6 16,2 2 1-16,3 4 1 0,0 2 0 0,3 1 0 15,2 0-2-15,4-5-6 0,2 0-2 0,2-4-2 16,5-5 0-16,2-5-2 0,1-8 1 16,4-5 1-16,-2-9 1 0,5-6 1 0,-1-9 1 15,-1-7 0-15,1-8 2 0,-3-5 1 16,1-3-1-16,-7-4 0 0,-3-4-1 0,-2-1 1 16,-4-2-2-16,-5 0 0 0,-5-3-1 15,-5-3-2-15,-2 2 0 0,-5-2 0 0,0 5 1 16,-5 3 0-16,-2 3 0 0,-2 8 0 0,-2 6-2 15,-4 8-2-15,-1 5-2 0,-3 6 0 0,1 9-1 16,0 3 0-16,2 5 1 0,3 3 1 16,2 2-6-16,2 1-16 0,6-1-41 0,-1 2-79 15,4-5-108-15,7-1-181 0,4-4-297 16,6-6-345-16,5-5-343 0,1-7-154 0,8-6 278 16,2-5 666-16</inkml:trace>
  <inkml:trace contextRef="#ctx0" brushRef="#br0" timeOffset="5739.43">13352 3355 114 0,'-3'-27'710'16,"-2"6"441"-16,-3 2 86 0,-3 5-138 0,-1 5-403 15,-3 3-358-15,3 4-175 0,0 4-79 16,3 3-41-16,1 1-26 0,3 1-6 0,2 4-42 16,0-1-97-16,3 2-147 0,2-1-277 0,1 2-272 15,0 2-261-15,5-1-123 0,-2 0 243 16,2 3 448-16</inkml:trace>
  <inkml:trace contextRef="#ctx0" brushRef="#br0" timeOffset="6606.65">13972 2951 366 0,'-8'-14'666'0,"0"4"206"0,-2 9 46 0,1 7-266 15,-2 10-185-15,1 10-89 0,1 10-39 16,-4 8-9-16,5 9 29 0,-1 9-1 0,0 7-29 15,0 7-53-15,3 6-42 0,-2 4-33 16,0 3-48-16,2 3-47 0,-2 1-37 0,2-3-18 16,0-4-9-16,2-5-11 0,4-8-8 15,4-7-6-15,3-9-1 0,4-7-7 0,5-11-3 16,0-7 0-16,4-9 0 0,0-9 2 16,3-10 0-16,3-6 0 0,-1-10 3 0,3-7-3 15,1-10 0-15,-4-5-1 0,2-5-3 0,-2-4 0 16,-4-2-3-16,-7 1-2 0,-2-4 0 0,-5-1 0 15,-5 1 2-15,-2-1 0 0,-7 6 4 16,-2 2 1-16,-1 7 3 0,-3 5-2 0,-4 5-2 16,1 8-2-16,-1 4-1 0,-2 5 1 15,0 6-3-15,2 7 0 0,-1 2-2 0,3 4 0 16,2 4-1-16,0 3-1 0,5 3 2 0,4 2-1 16,0 0 2-16,4 1 1 0,4 2 1 0,2-1 0 15,6-2 3-15,1 0-2 0,8-3 0 16,-1-4 1-16,9-1 1 0,4-4 0 0,6-6-2 15,4-3 0-15,3-4 0 0,5-5-2 16,1-2-1-16,1-5-2 0,0-3-1 0,-3-2 0 16,1-1 1-16,-7-3 0 0,-1 0 0 0,-4 0 4 15,-6-2 1-15,-3 1-2 0,-3-2 3 16,-6 1 1-16,-2-1 1 0,-5 0-2 0,-3 0 2 16,-4-3 1-16,-6 2 0 0,-1-1-1 0,-5 1 1 15,-5 2 1-15,-2 2 1 0,-2 4 2 0,-5 7-2 16,-3 5 0-16,-5 6-1 0,-1 8-1 15,-1 7-4-15,2 6-2 0,-3 6-1 0,5 5-3 16,1 3 0-16,2 5 2 0,5 3 2 0,1-1 1 16,5 3 2-16,3 0 2 0,5-1-2 15,4-2-2-15,4 1-2 0,6-6-1 0,6-1-3 16,1-6-7-16,6-3-23 0,-1-4-64 0,4-3-64 16,-3-6-88-16,3-3-143 0,2-5-197 15,-4-4-309-15,2-3-230 0,-2-6-196 0,0-4 32 16,-1-5 427-16,1-7 469 0</inkml:trace>
  <inkml:trace contextRef="#ctx0" brushRef="#br0" timeOffset="6990.73">14928 3971 26 0,'18'-50'270'0,"-3"-7"168"0,-3-6 142 0,-3-4-2 16,-1-7-178-16,-3-2-97 0,-1-3 8 0,-2 3 71 15,1 4 88-15,-3 7 23 0,0 8 16 16,0 8 15-16,0 8-33 0,-1 10-80 16,-1 5-85-16,2 7-64 0,-2 5-64 0,1 7-70 0,-2 5-56 15,-1 8-29-15,1 8-14 0,-3 5 0 16,3 7 1-16,-3 8 9 0,-1 5 8 0,-1 9 0 15,-4 6-2-15,1 6-8 0,-7 7-4 0,2 2-10 16,-1 2-5-16,-1 2-6 0,1-1-3 0,4-1-3 16,3-2 0-16,3-4-3 0,7-7-3 15,4-6-2-15,3-9 0 0,4-6 0 0,5-9-1 16,2-8-2-16,3-10-3 0,2-8-3 16,4-9-2-16,1-8 0 0,2-6 2 0,0-5 2 15,-1-4 4-15,-1 0 4 0,-3-2 0 16,-1 3 3-16,-6 2 3 0,-3 1 8 0,-4 7 12 15,-3 2 15-15,0 2 10 0,-5 7 2 0,-3 1-3 16,-1 4-7-16,-5 4-10 0,-1 8-12 0,-1 1-9 16,-1 8-3-16,-5 3-3 0,2 6 0 15,0 3 0-15,1 3-2 0,-1 5-2 0,2-1-1 16,0 2-2-16,4-1-1 0,2 0-3 16,3-2-11-16,2-3-11 0,3-3-25 0,4-2-69 15,3-6-79-15,5-6-137 0,2-1-230 0,6-4-316 16,2-3-365-16,2-3-244 0,2-3-51 0,-1-4 526 15</inkml:trace>
  <inkml:trace contextRef="#ctx0" brushRef="#br0" timeOffset="7332.11">16351 4507 718 0,'8'-7'1695'0,"-6"0"58"0,-7 2-386 0,-3 1-354 0,-3-1-471 16,-2 5-282-16,-1 1-120 0,-3 3-54 15,1 0-26-15,-1 1-16 0,-1 2-13 0,6 0-12 16,0-1-8-16,3 0-5 0,4 1-5 0,2-1-1 16,3-2-3-16,3 0-2 0,5 1-7 15,3-5-20-15,4-2-65 0,0-2-83 0,3-6-166 16,1-2-282-16,1-1-328 0,-1-3-395 0,-2-4-270 16,-2-2 88-16,-3-3 731 0</inkml:trace>
  <inkml:trace contextRef="#ctx0" brushRef="#br0" timeOffset="8221.93">16277 2635 21 0,'-3'-12'445'0,"3"5"348"0,-2 4 201 0,1 1-1 0,-1 7-290 15,2 4-238-15,0 5-124 0,0 10-41 0,2 4 16 16,-1 7 9-16,-1 6-14 0,2 9-27 0,2 4-37 16,-2 7-39-16,-1 7-56 0,1 2-42 0,1 6-26 15,-3 3-24-15,2 2-18 0,0 0-13 16,-2-2 0-16,1-4 1 16,-1-4-9-16,3-6-7 0,-1-6-2 0,3-5-3 0,0-7 0 15,2-6-3-15,1-9-2 0,0-4-2 0,0-6 2 16,3-6 1-16,0-5-2 0,2-7 3 15,-2-5-1-15,0-8 0 0,5-5-2 0,-2-7 0 16,0-4 0-16,2-7 0 0,-2-4 1 0,2-6-2 16,1-6 1-16,-1-6-3 0,3-7-4 15,0-8-3-15,0-3-3 0,3-3-1 0,3-2 2 16,-2 4 5-16,4 1-4 0,0 6 0 0,-1 5 0 16,-2 10 2-16,1 4-5 0,-4 6-2 0,0 4 5 15,-3 6 4-15,-2 5 1 0,0 3 2 0,-5 3 1 16,0 2 4-16,-1 5 6 0,-6 1 10 15,1 2 8-15,-3 1 7 0,-4 2 7 0,-3-3 0 16,-3 3-3-16,-4 0-9 0,-6 3-7 0,-4 1-9 16,-6 3-6-16,-7 3 0 0,-3 6-1 0,-9 0-4 15,-4 8-2-15,-4 2-2 0,-2 4 1 0,2 3-6 16,-1 0-3-16,9 1 9 0,1 1 2 16,11-2 0-16,7 0 0 0,6-3 0 0,9-4-1 15,8-1-3-15,8-3-3 0,10-4-1 0,9-5-1 16,11-4-4-16,7-2-5 0,7-4-6 0,5-3-2 15,2-1 1-15,3-1 3 0,0-1 5 16,-2 2 4-16,-9 0 6 0,-5 2 2 0,-9 3 6 16,-10 2 4-16,-8 2 5 0,-10 2 5 0,-11 6 3 15,-10 3 3-15,-8 6 0 0,-7 1-4 0,-8 6-1 16,-1 1-3-16,-6 6-1 0,1 4-2 0,0 1-9 16,7 0-5-16,2 1-4 0,7-1-3 15,6-4-5-15,10-1-2 0,5-2 10 0,9-4 5 16,11-3 2-16,3-5 2 0,13-7 3 0,6-1 2 15,5-7-7-15,5-3-2 0,1-3 0 16,-3-2 0-16,0 0-8 0,-4 2-4 0,-9-2-1 16,-4 3 7-16,-10 1 4 0,0 1 4 15,-9 3 7-15,-7-1 5 0,-7 7 2 0,-7 2-6 16,-6 5-5-16,-6 0-2 0,-2 5-1 16,-5 3 0-16,1 1-1 0,1 1 0 0,5 1 0 15,1-2 0-15,5 0-2 0,4 1-2 0,4-4 1 16,5-1-1-16,6 0-1 0,3-4 0 15,3-2 0-15,6-3 2 0,5-3-1 0,1-4 4 16,4 0 1-16,-2-4 0 0,0 0 1 16,1-1-1-16,-4 1-2 0,-4 2-1 0,0-3-1 15,-5 6 2-15,-5 1 2 0,-3 5-1 0,-3 4 1 16,-5 5 0-16,-4 5-12 0,-5 4-50 0,-4 6-78 16,-4 3-153-16,-2 6-272 0,-2 1-313 15,-1 4-384-15,0 2-335 0,1 1-14 0,-1 2 698 16</inkml:trace>
  <inkml:trace contextRef="#ctx0" brushRef="#br0" timeOffset="9647.91">5021 9253 305 0,'7'15'873'0,"-9"5"321"0,-6 5-15 0,-2 8-165 15,-4 9-515-15,-2 11-218 0,-1 5-76 0,-2 6-8 16,0 7 24-16,0 2 8 0,0 4-11 15,-1 1-23-15,-2 9-45 0,2 1-44 0,-2 9-32 16,2 5-19-16,-1 5-11 0,2 1-4 16,-1 3-1-16,2-1-4 0,3 0-11 0,3-2-11 15,3-5-4-15,1-3-2 0,8-8-3 0,0-5 0 16,5-8-1-16,4-7 2 0,1-6-1 16,3-11-4-16,2-6 2 0,2-5-1 0,3-7-1 15,0-5 0-15,-1-5 1 0,3-4 2 16,2-4-1-16,-2-3 1 0,2-2 1 0,1-3 0 15,-1-1 0-15,4-2 1 0,2-1-2 0,0 0 3 16,5-1-2-16,0 2 1 0,3-4-3 16,4-1-2-16,3 1-1 0,2-2-2 0,4-1 2 15,4-2 0-15,2-2 2 0,5-3 3 0,1-1 3 16,5-4-2-16,5-3 0 0,1 1-4 0,2-2-1 16,0-1-3-16,3-1-3 0,-2 2 4 15,1 0-2-15,-1 2 1 0,2 1-4 0,-1 2-9 16,2 0-26-16,-5-1-54 0,2 5-55 15,-4-3-55-15,-3 1-94 0,-7 0-134 0,-1 0-163 16,-9 1-246-16,-2-1-222 0,-8-2-181 0,-7-1 82 16,-7-2 399-16</inkml:trace>
  <inkml:trace contextRef="#ctx0" brushRef="#br0" timeOffset="10102">5081 9101 271 0,'5'11'804'0,"1"-2"319"15,4 0 13-15,1 4-141 0,6 0-516 0,4 2-246 16,7 2-115-16,7 0-43 0,6-2-19 0,8-2 10 16,5-3 11-16,9-6 0 0,7-2 1 15,10-7-4-15,9-6-5 0,7-2-22 0,9-3-17 16,5-4 1-16,2-1 5 0,4-1-9 16,1 0-5-16,3 3-7 0,0 1-2 15,-3 4-11-15,-7 4-7 0,-5 6-2 0,-7 5-1 16,-8 8 5-16,-9 6 4 0,-5 6 14 0,-11 5 10 15,-5 8 17-15,-10 7 16 0,-10 7 16 0,-7 6 9 16,-9 6 4-16,-10 7 3 0,-6 4-6 0,-8 2-12 16,-6 7-4-16,-4 3-9 0,-7 5-12 15,-4 2-10-15,-1 2-14 0,-5 5-7 0,-3 2-10 16,0-3-13-16,0-1-31 0,-1-2-47 0,1-4-41 16,0-5-74-16,0-6-137 0,1-7-211 15,2-11-273-15,3-8-237 0,-1-9-217 0,1-13 46 16,1-5 440-16</inkml:trace>
  <inkml:trace contextRef="#ctx0" brushRef="#br0" timeOffset="10636.39">5168 8671 157 0,'-27'-5'755'0,"-1"0"435"0,-1 0 61 0,4 2-164 15,4 3-451-15,1 4-322 0,4 5-169 16,5 1-88-16,3 8-45 0,5 1-19 0,4 5 1 15,7 3 0-15,7 3-1 0,7 2 6 16,6 2 14-16,10 2 4 0,11-1 14 0,6-4 0 16,12-2 8-16,9-5 3 0,11-7-9 15,11-6-7-15,11-8-12 0,8-8-3 0,5-10-3 16,4-8-2-16,5-6-1 0,6-13-1 0,0-3 0 16,-7-5 0-16,-7-4-12 0,-8 1 2 15,-12-1-4-15,-13 4 2 0,-14 2 7 0,-13 2 38 16,-13 5 67-16,-16 1 49 0,-10 5 28 0,-16 2 12 15,-13 1-3-15,-13 1-28 0,-13 2-54 16,-13-2-46-16,-13 3-28 0,-13-1-21 16,-9 1-9-16,-11 2-7 0,-8 5 1 0,-5 6-1 15,-6 8 0-15,-3 9-1 0,-2 14 2 0,3 11-2 16,-1 16-5-16,6 12 11 0,5 8-4 0,8 10 1 16,12 6-7-16,7 10 6 0,12 4 0 0,11 5-7 15,12 3-16-15,12-2-44 0,16-1-47 16,13-5-52-16,15-6-84 0,11-8-145 0,15-5-250 15,12-6-242-15,12-10-230 0,7-3-181 16,7-7 130-16,3-8 483 0</inkml:trace>
  <inkml:trace contextRef="#ctx0" brushRef="#br0" timeOffset="10976">5396 9441 13 0,'0'10'335'0,"-2"5"227"0,-1 0 164 16,0 9 58-16,-2 9-334 0,2 11-199 0,0 11-110 16,-2 13-29-16,2 9-10 0,-2 12-4 15,-1 9 19-15,-1 11-21 0,1 12 13 16,-3 6-42-16,2 8-3 0,3 3-10 0,0 1-31 16,3-5-13-16,4-7-77 0,5-11-90 0,8-14-167 15,6-13-270-15,8-19-184 0,8-16-84 0,6-18 136 16,5-18 268-16</inkml:trace>
  <inkml:trace contextRef="#ctx0" brushRef="#br0" timeOffset="11237.67">7546 9100 114 0,'-20'49'521'0,"-3"3"285"15,-2 9 133-15,0 8-32 0,-2 7-454 0,0 9-248 16,2 5-103-16,1 2-51 0,0 2-27 16,2 3-10-16,3 4-7 0,0 1 7 0,2-2-61 15,3 0-92-15,2-3-131 0,3-5-285 0,3-5-200 16,1-5-105-16,2-7 81 0,-1-9 250 15</inkml:trace>
  <inkml:trace contextRef="#ctx0" brushRef="#br0" timeOffset="12043.73">5666 9551 74 0,'13'8'326'0,"1"0"160"0,4 1 126 0,2 2-76 15,7-1-249-15,3 1-135 0,5-1-68 16,1-4-30-16,5-4 5 0,2-6-1 0,1-8 2 15,4-5 22-15,0-13 11 0,2-4-7 16,-3-7-16-16,-3-3-14 0,-4-4 1 0,-2-4-20 16,-7 3-7-16,-8 0 0 0,-6 4 1 15,-9 4-1-15,-8 5-3 0,-8 3 15 0,-9 6-3 16,-7 6 14-16,-11 6 12 0,-3 6 25 0,-6 6 14 16,-5 6 25-16,1 8 30 0,-1 3 9 15,3 8-10-15,2 0-14 0,6 2-17 0,7 3-39 16,5 0-28-16,4 3-25 0,8 2-33 0,6-1-20 15,6 1-10-15,5-1-8 0,7-2-5 16,7 1 0-16,6-5 14 0,4-2-42 0,6-3-81 16,5-6-108-16,6-2-296 0,2-5-235 15,6-2-162-15,0-5 38 0,3-3 253 0</inkml:trace>
  <inkml:trace contextRef="#ctx0" brushRef="#br0" timeOffset="12767.1">11846 9705 362 0,'-20'19'991'0,"-2"-2"303"0,1-1-73 0,2 1-202 0,1-3-525 16,3 3-255-16,1 0-125 0,5-4-56 15,1 1-32-15,3-4-11 0,3-1-4 0,4-3-3 16,3-1-2-16,4-5 1 0,5-5 6 16,4-6-2-16,5-3-1 0,3-4-2 15,0-6 4-15,1-2-3 0,-3-1-6 0,-2 2-1 16,-3-1 0-16,-3 5-2 0,-5 3-3 16,-5 3-3-16,-4 3-1 0,-4 6 0 0,-2 3 0 15,-5 6-3-15,-3 4-1 0,-3 6-7 0,-1 4-22 16,-3 3-43-16,-1 4-73 0,3 1-94 15,0 4-116-15,3-2-131 0,4 0-262 0,1-1-203 16,7-3-60-16,4-3 148 0,5-3 297 0</inkml:trace>
  <inkml:trace contextRef="#ctx0" brushRef="#br0" timeOffset="13888.23">14669 8316 377 0,'-5'-40'866'16,"-11"-1"261"-16,-6-4-21 0,-5-1-217 0,-4 2-460 15,-7-3-192-15,-6 1-94 0,-4-3-47 0,-4 2-26 16,-6-1-7-16,-4 1 7 0,-5 3-15 15,-4 3-9-15,-6 2 3 0,-6 4 3 0,-4 6-7 16,-6 1-17-16,-8 7-14 0,0 5-5 0,-5 4-4 16,-5 5-4-16,-2 6 1 0,-5 5-4 15,-2 4 1-15,-5 4-13 0,0 6 9 0,0 1 10 16,-1 7 3-16,0 2 5 0,-2 8 15 0,-1 6 13 16,1 8-3-16,0 8-1 0,-4 11-2 15,0 9-6-15,3 3-1 0,0 10-5 0,1 6-11 16,5 10-6-16,1 8-6 0,5 10 0 0,5 5 4 15,4 7 1-15,4 8 3 0,5 2-4 0,2 11-13 16,7 2 11-16,8 0-8 0,9 1-4 16,8 0-10-16,8-1 9 0,11-2 18 0,6-2-4 15,10-2-6-15,10-2-4 0,6-5 12 0,11-1-3 16,11-3 2-16,9 0-4 0,13 2 1 16,13 1 11-16,16-4 1 0,10-5-4 0,12-9-8 15,4-10 9-15,10-7 9 0,3-11-2 16,9-7-12-16,4-7-1 0,6-11-1 0,5-4-8 15,4-9 0-15,4-8 0 0,7-4 8 0,3-7 3 16,2-6-1-16,2-3 13 0,2-4 2 16,1-5 0-16,-4-4 2 0,3-1 2 0,-1-4 0 15,-3-1-4-15,-4-6-6 0,-4-5 0 0,-1-2-4 16,-3-8-3-16,-2-7 0 0,-4-8-1 0,-6-11 4 16,-1-11 0-16,-5-13 5 0,-1-13 9 15,1-12 9-15,-3-12 1 0,-3-8 9 0,-8-6 3 16,-4-8-3-16,-8-7-7 0,-6-6-6 0,-6-1-2 15,-8-1-10-15,-6-2-7 0,-6-2-4 16,-6-4 1-16,-6 1 1 0,-4 0-3 0,-5-3-1 16,-3 2 3-16,-8 0 0 0,-2 0-1 0,-5 4 1 15,-7 3 1-15,-3 5 1 0,-3 5-1 0,-6 5 11 16,-5 6 8-16,-5 8-2 0,-4 9-3 16,-5 11 1-16,-4 7 1 0,-5 12-12 0,-3 7-6 15,-4 10-4-15,-4 8-26 0,0 11-53 16,-4 6-53-16,1 9-49 0,-1 6-111 0,2 6-161 15,1 7-285-15,3 4-232 0,6 6-221 0,4 4-126 16,2 4 280-16,2 6 504 0</inkml:trace>
  <inkml:trace contextRef="#ctx0" brushRef="#br0" timeOffset="14321.21">13883 10597 457 0,'3'-3'907'15,"-1"-1"242"-15,-1-2-38 0,1 0-306 0,1-3-338 16,5-3-179-16,3-3-91 0,4-5-21 0,5-2 9 16,4-4 26-16,4-4-14 0,5-6-15 0,8-3 1 15,4-4-21-15,5-2-31 0,4 0-37 16,0 2-22-16,-2 1-15 0,-3 7-28 0,-1 5-13 16,-4 4-6-16,-5 10 2 0,-4 6 4 15,-2 8 4-15,-6 9 7 0,-3 8-1 0,-7 9 1 16,-4 10-3-16,-7 7-5 0,-2 7-4 15,-4 5-5-15,-7 4-3 0,2 1-3 0,-1 1-1 16,-2 0-3-16,0-2 1 0,3-2-2 16,1-4-1-16,0-2-9 0,1-10-40 0,2-1-65 15,-4-5-66-15,2-8-130 0,0-3-209 0,-2-6-311 16,-3-4-286-16,2-6-213 0,-5-3-73 16,-2-5 425-16,-3-4 560 0</inkml:trace>
  <inkml:trace contextRef="#ctx0" brushRef="#br0" timeOffset="15403.66">13126 11383 75 0,'-3'-26'563'0,"-4"3"427"0,-4-3 178 0,-5 0-56 16,-4 1-399-16,-1 0-263 0,-6 0-136 15,-1 2-43-15,-4 1 16 0,-1 6-15 0,-5 2-14 16,-3 4-28-16,-2 6-39 0,-1 5-53 0,-3 5-57 16,-1 8-28-16,-1 5-21 0,2 10-12 15,2 5-4-15,1 9 3 0,5 5 5 0,2 8 3 16,4 7 2-16,5 9 1 0,4 6-1 16,5 8-7-16,8 4-7 0,6 1-5 0,5 2-2 15,8-1-1-15,6-4-3 0,9-6 2 0,8-4-1 16,8-13-1-16,6-9-3 0,10-13 1 15,7-13-2-15,4-15-1 0,4-15 0 0,4-13-2 16,-1-16 3-16,4-14 0 0,-2-11 2 16,-1-14 1-16,0-8 2 0,-2-9 0 0,-6-4-1 15,-6-3-2-15,-6-1 1 0,-10 4-1 0,-8 4 0 16,-10 1 1-16,-9 5 0 0,-9 2 0 0,-9 5 0 16,-9 4-2-16,-9 8 2 0,-8 10-1 15,-8 5 0-15,-4 9-2 0,-6 9 1 0,-5 10 0 16,-4 8-3-16,-3 7-11 0,-1 10-25 0,-1 4-68 15,1 4-71-15,-3 4-130 0,3 1-199 16,3-2-310-16,1-1-330 0,8-1-228 0,1-6-98 16,6-5 415-16,6-6 589 0</inkml:trace>
  <inkml:trace contextRef="#ctx0" brushRef="#br0" timeOffset="15976.3">11826 8931 43 0,'-3'-23'460'0,"0"3"352"0,-4 3 202 0,-2 3 12 16,-2 4-361-16,-3 4-248 0,1 6-126 0,-6 8-60 16,0 8-24-16,-5 10-27 0,-1 11-19 15,-2 9-15-15,2 12-10 0,-2 13-24 0,2 10-16 16,-1 9-16-16,5 12-11 0,3 6-11 15,4 5-22-15,4 1-6 0,9-1-6 16,5-6-2-16,9-4-4 0,9-8-3 0,8-11-2 0,8-10-5 16,10-14-2-16,7-11 3 0,6-14 6 15,6-13-1-15,4-13-2 0,2-12-1 0,1-12 1 16,-1-11 0-16,1-12-2 0,1-10-2 0,-1-9-3 16,-3-9 3-16,-1-6 2 0,-7-5-5 15,-5-1-3-15,-9-1 5 0,-8-2 4 0,-14-2-1 16,-11-1-2-16,-10 0-4 0,-13 0 2 0,-13-2-4 15,-8 1-1-15,-12 4-3 0,-7 4-2 16,-5 10 5-16,-5 10-1 0,-2 12 0 0,-7 12 3 16,2 15-1-16,-5 15 1 0,1 14-9 0,-3 12-6 15,3 14-5-15,2 11-1 0,4 9-18 16,9 8-30-16,8 6-21 0,10 6-29 0,10 2-69 16,11 2-119-16,8 2-127 0,13-1-258 15,9-5-252-15,11 4-214 0,6-6-11 0,7-2 317 16,7-4 405-16</inkml:trace>
  <inkml:trace contextRef="#ctx0" brushRef="#br0" timeOffset="17741.61">12173 9383 23 0,'1'-1'270'0,"-1"0"167"15,2-1 147-15,-2 1-6 0,1 1-137 0,-1-2-89 16,0 2-32-16,-1-1-8 0,1 1 0 0,-2 0-13 16,1-1-21-16,-1-1-10 0,2 0-19 0,-2 1-15 15,-1 0-24-15,3-3-23 0,-3 3-26 16,0-2-25-16,-1 0-7 0,0 1 4 0,-1-2 25 15,-1 4 16-15,1-2 0 0,0 2-1 16,-1 0-19-16,-2-3-25 0,0 3-34 16,0-2-22-16,0 2-16 0,-3 0-16 0,3 2-10 0,-3 1-7 15,0-3-7-15,2 2-5 0,-3 2-4 16,0 1-3-16,1-1-2 0,0 2-2 0,-2 2-9 16,2 1-4-16,-1 0-1 0,0 0-2 15,3 1-2-15,-2 1 0 0,1 0 7 0,2 1 4 16,2-1 1-16,-2 1 3 0,0 0 0 0,2 3 0 15,0-2 0-15,-2 1 1 0,0 1 0 16,2 1 0-16,-1 3 0 0,0 0 7 0,0 1 4 16,1 1 2-16,-1 1-1 0,1 2-1 15,-2 0 1-15,2 0-8 0,1 0-5 0,2 0-2 16,-2-1 0-16,2 2 0 0,-3-2 3 0,4 2 0 16,1-6 3-16,-1 1 1 0,2-2-1 15,0 0 0-15,0-1 1 0,3-2 0 0,-3 0-2 16,6-2 1-16,-3-1 0 0,2 0-1 0,0 0 0 15,0-1 0-15,3-1-2 0,1-1-1 16,-1-2 2-16,2 1 0 0,0 1-1 0,0-4-1 16,1 0 2-16,0-2 0 0,0 1 1 0,2-1-1 15,0-2-1-15,0-1 3 0,-1-1-2 16,1 0 0-16,1-3 0 0,0-1-2 0,-1 1 3 16,1-2-3-16,0-1 1 0,0 1-1 0,-1-2 0 15,0-1 2-15,-2 0-2 0,-2 0 2 16,2-1-1-16,-3-1 3 0,-1 2 1 0,-1 0 0 15,0-2-1-15,0 3 0 0,-2-1-2 0,0 1 1 16,-2 0-2-16,1-1 1 0,2 1 0 16,-2-1 0-16,0 1 2 0,0 0-1 0,0 0-1 15,1 0 0-15,0-1-2 0,-2 1 2 16,1-1-1-16,1 4 1 0,-3 0-1 0,2-1-5 16,-3 1-23-16,2 3-59 0,-2-2-54 15,0 3-66-15,0-2-129 0,-2 1-177 0,1 0-290 16,-2 2-231-16,-1-2-218 0,1 2-68 0,-2-1 369 15,0-1 486-15</inkml:trace>
  <inkml:trace contextRef="#ctx0" brushRef="#br0" timeOffset="18184.62">12117 9678 305 0,'0'0'562'0,"0"0"212"0,0-2 102 0,0 2-254 16,0 0-173-16,0 0-104 0,0-1-52 0,0 1-38 16,3 0-35-16,-3 0-42 0,0 0-35 15,0 0-33-15,2 0-27 0,-1 0-18 0,1 0 14 16,1 0 4-16,0-1 2 0,2 1 2 15,2-2 7-15,2-1-2 0,-1 0-29 0,3-1-18 16,1-1-12-16,1-1-9 0,3 1-10 16,-2-3-6-16,-1 4-1 0,3-2 1 0,-2 0-2 0,-2 3 0 15,0-1-1-15,-3 1 42 0,2 1 29 16,-1 2 39-16,-4 2 28 0,3 1 12 0,-6 1 5 16,1 3-29-16,-3 1-25 0,-1 2-31 15,-1 4-23-15,-3 2-17 0,0-2-14 0,-4 4-7 16,3 0-5-16,-3 1-4 0,0 0-3 15,1-1-1-15,0 1 1 0,-1-4-4 0,3 2 0 16,1-4-2-16,-1-1-7 0,0-1-47 16,4-2-64-16,-1-3-69 0,-1-1-127 0,5-1-180 15,-1-1-317-15,1-2-265 0,1 1-202 0,3 0-57 16,0-2 382-16,-1 1 501 0</inkml:trace>
  <inkml:trace contextRef="#ctx0" brushRef="#br0" timeOffset="20214">13929 11029 260 0,'-3'5'631'0,"-2"-4"260"0,2 3 78 0,0-2-227 16,-1 0-274-16,3-1-173 0,-1-1-90 15,2 0-40-15,2 0-24 0,-1-3-16 0,4-1-30 16,0-2-32-16,3-1-7 0,1-3-2 0,1 2 9 15,0-5 5-15,4 1 9 0,-3 0 6 0,0-1-7 16,5-2-7-16,-2-2-7 0,3-2-1 16,2-1 4-16,-1-1 4 0,0-3 11 15,3-1 11-15,0-3 19 0,1-3 19 0,1-1 3 16,-2-2 6-16,4-2-9 0,-3 0-11 0,-1 0-13 16,0-2-19-16,-3 1-17 0,-1-2-16 15,-2-1-12-15,-2-1-6 0,-1-1-15 0,-2-3-9 16,-2 0-1-16,-2 0 2 0,-1-3-2 0,1 0 1 15,-4-1 1-15,-1-3 1 0,-1 1-2 0,0-4-3 16,-3-1 1-16,-4 4-3 0,-3-6-1 16,-1 0-1-16,-5 3-3 0,-3-2-1 15,-1 2-3-15,-4 2 6 0,-1 1 4 0,1 4 8 16,-2 3 7-16,0 3 4 0,-1 4 7 0,0 4-2 16,2 4-5-16,-2 1-3 0,4 3-4 15,-2 6-5-15,2 0-4 0,-1 5-1 0,5 2-1 16,-3 0-3-16,1 5-1 0,2 0 0 0,2 2-1 15,1 2-1-15,0 2-1 0,3 0-1 16,1 2 0-16,1 2-2 0,1 1-1 0,-1 2 0 16,3-1 0-16,-1 2 0 0,2 3-1 0,-2-2 1 15,4 4 0-15,1-2-2 0,-1 2 2 0,1-3-2 16,1 3 2-16,3-2-1 0,-4-1 0 16,4-1 1-16,0-1-1 0,0 2 1 0,0-3 1 15,3-3 0-15,-2 2 1 0,-1-2 2 16,0-2 0-16,0 2 3 0,-1-2 2 0,-2-2 0 15,1 1 2-15,-1-4-2 0,0-1 0 0,0-1-2 16,-2 0 0-16,-2-1-3 0,3-2 0 16,-4 2 0-16,2-2 2 0,-1 1-2 0,1 1 0 15,-2-1 1-15,4 1 0 0,-3-3 0 0,2 4-2 16,2 0 0-16,-2 1 0 0,2-2 0 16,0 2-1-16,0 2 0 0,3-1-1 0,-1 3-3 15,1 0-1-15,1 0-1 0,2 4 0 0,3 0-1 16,2 0 1-16,2 6 1 0,4 1 1 15,2 3 0-15,1 1-1 0,2 5 3 0,3 2 0 16,0 4 3-16,-1 1 1 0,3 0 0 16,-2 1 1-16,0 0-1 0,-3 4 0 0,2-4-1 15,-4 2 0-15,-1-1-5 0,-3-2-21 16,-3 1-59-16,-3-2-72 0,-6-2-110 0,-2 1-167 0,-4-1-308 16,-5 0-329-16,-5 1-259 0,-6-2-148 15,-3 0 277-15,-4 0 589 0</inkml:trace>
  <inkml:trace contextRef="#ctx0" brushRef="#br0" timeOffset="21109.57">11399 10369 157 0,'0'-9'390'15,"-5"2"174"-15,-3 1 111 0,-4 2-167 0,-4 2-197 16,-3 2-92-16,-3 2-33 0,-2 2 4 0,-1 2 7 16,-2 1-6-16,2 4 2 0,-2 4 8 15,0 3-17-15,3 3-18 0,-1 5-3 0,1 6-4 16,2 6 17-16,3 3-3 0,0 8 0 16,5 3-7-16,-2 9-20 0,5 2-17 0,-1 9-36 15,4 3-32-15,1 3-28 0,4 4-12 0,1 0-11 16,2 2-6-16,2-1 0 0,4 0-3 15,-1-1 6-15,3-1-3 0,5-3-4 0,0-5 1 16,2-4-6-16,1-5-1 0,3-6-6 0,5-6 1 16,-4-7-1-16,6-7-1 0,0-8 4 15,4-6 1-15,-1-7 1 0,1-7-4 16,0-9-2-16,-2-5-3 0,-1-7-5 0,-4-6-2 16,-3-2-1-16,-1-5 1 0,-5-2 1 0,-6 0 10 15,-3-4 6-15,-8 3 5 0,-2-2 5 0,-8 1 4 16,-2 1 2-16,-5 0-3 0,-2 0 4 0,-3 7 4 15,2 1 5-15,0 4 8 0,0 2 5 16,2 5 4-16,2 4-4 0,0 3-6 16,5 2-4-16,-2 5-6 0,6 3-4 0,1 1-9 15,6 3 0-15,1 2 0 0,4 1-8 0,4 2 3 16,5 2-5-16,2-1 4 0,4 1-5 0,1 1-4 16,4-1 0-16,2 1-19 0,1-4-66 15,0 2-141-15,1-1-243 0,1-4-270 0,-1 0-270 16,1-2-212-16,-2-2 89 0,0 1 467 0</inkml:trace>
  <inkml:trace contextRef="#ctx0" brushRef="#br0" timeOffset="22506.86">12675 11953 89 0,'6'8'282'0,"2"-1"140"0,-1 1 117 0,-1 0-116 16,3-1-156-16,-4 0-81 0,3-2 1 0,-1 1-21 15,0-1-3-15,1-3 8 0,-1 0-3 16,1-2 36-16,1-2 15 0,1 0 33 0,-1-4 26 15,2-4 0-15,0-1 10 0,0-2-40 16,3-3-34-16,-2-3-34 0,2-4-37 0,-2-3-27 16,1 0-24-16,0-1-11 0,-4-2-1 15,-1 2 9-15,-2 2 6 0,-3-1 6 0,-1 2 20 16,-4 1 11-16,-1 2 0 0,-3 3-20 16,0 0-11-16,-2 1-1 0,-2 4-20 0,0 1-18 15,-3 1-13-15,0 3-5 0,0 2-10 0,1 0-16 16,-2 4-6-16,1 1-2 0,0 1-4 15,-1 1-3-15,0 2-1 0,3 1 2 0,-1 0-4 16,0 0 0-16,2-1 0 0,-1 1 1 0,2 1 2 16,1-2-5-16,3 0 4 0,0 0-5 0,-1-1 1 15,3 1-1-15,0-2-3 0,1 1 1 16,1-2-3-16,-1 0-2 0,2 1-1 0,2-1 0 16,-1 0 0-16,3-1 1 0,0 1 3 15,2-2 5-15,-1-1 2 0,2 0 0 0,-1-1 3 16,3-1 0-16,-2-2 0 0,-1 1-3 0,-1 0 2 15,1-2 0-15,-1 1 1 0,-1 0 1 16,-2 1 2-16,-2-3 0 0,0 4 2 0,-2-3-1 16,-1 4 0-16,-3-3-2 0,2 2 0 15,-3 1 1-15,-3-1-4 0,1 2-1 0,-2 1-2 16,-2 2 1-16,-1 2-3 0,1 2-1 0,-2 1 1 16,0 2-1-16,0 2-1 0,0 2 2 15,1 3-2-15,2-2 1 0,0 1-2 0,2 0 2 16,1 1 0-16,3-2-1 0,0 0-1 15,1-1 0-15,2-3-1 0,2 0 0 0,-1-2 2 16,4-2 2-16,-1 0 2 0,5-2 0 0,2-1 3 16,0-4-1-16,3 1-1 0,3-3 1 0,-1-2 0 15,4-1-1-15,-1 0-1 16,3-2 1-16,-2-1 1 0,-1 3-1 0,0 0 0 0,-2 0-4 16,-2 3-6-16,-2 1-13 0,-3-1-24 15,-2 4-32-15,-2 2-41 0,-3 2-29 0,-2 4-47 16,-3 5-84-16,-4 3-121 0,-3 5-220 0,-3 3-243 15,-1 3-246-15,0 3-141 0,-4 2 201 16,2 2 450-16</inkml:trace>
  <inkml:trace contextRef="#ctx0" brushRef="#br0" timeOffset="26938.6">19458 11260 152 0,'-2'-1'652'0,"-2"-2"373"0,-4 1 131 16,3-1-90-16,2 3-447 0,0-1-245 0,1 2-139 16,1 1-71-16,1 5-39 0,1 4 1 0,2 7 7 15,2 5 12-15,0 9 13 0,4 2 21 0,-4 6-3 16,0 4-24-16,-2 2-28 0,0 2-24 16,1 3-24-16,-4 0-27 0,0-1-16 0,0-5-11 15,1-1-7-15,-1-4-7 0,2-6-2 16,-1-8-6-16,2-3 0 0,-3-4 11 0,0-7 7 15,0-1 7-15,-3-5 3 0,2-6 3 0,-2-4 1 16,-1-9-10-16,-1-3-8 0,1-7-6 16,-3-3-2-16,0-7-4 0,2-4-3 0,-2-3-1 15,3-5-2-15,0-3-2 0,0-6 0 0,-1-2 5 16,4-5 0-16,1-4 2 0,1-1 2 16,4-6 2-16,3 2-3 0,-2 1-3 0,5 2-4 15,2 5 0-15,0 8-3 0,0 4 0 16,0 9 0-16,1 4 0 0,-1 9 0 0,4 3 0 15,-1 6 3-15,3 3-1 0,0 6 2 16,3 4 0-16,4 6 3 0,-3 1 0 0,1 7 0 16,2 2 1-16,-3 5 0 0,-3 2 3 0,-2 2 4 15,-1 5 5-15,-5-1 3 0,-3 4 3 16,-3 2 2-16,-6 3 4 0,-3 1-2 0,-5 2-1 16,-4 2-2-16,-6 1-3 0,-1-1-2 0,-4 1-6 15,-3 1-2-15,-4-3-1 0,2-2-3 0,-2-2 1 16,1-5 0-16,1-2 2 0,5-5 1 15,2-5-3-15,2-2 1 0,3-2-3 0,3-4-4 16,4-2-10-16,4-2-11 0,2-3-30 0,4-3-56 16,2 0-55-16,4-2-59 0,4-1-93 15,0-1-135-15,3 0-165 0,5-3-235 0,0 1-225 16,0 1-173-16,5-1 91 0,-1 0 399 16</inkml:trace>
  <inkml:trace contextRef="#ctx0" brushRef="#br0" timeOffset="27323.65">20389 10858 305 0,'2'-18'994'0,"-8"2"445"0,-4 6-10 16,-6 2-220-16,-2 5-495 0,-5 3-261 16,-4 6-147-16,-1 4-99 0,-1 5-69 0,-1 7-52 15,0 3-33-15,2 6-21 0,1 4-15 0,5 2-5 16,0 3-4-16,1 0-2 0,8-1-2 15,1-2-1-15,6-2-1 0,2-5-3 0,4-4 0 16,5-6-1-16,8-3 1 0,-1-9 1 16,7-3 0-16,4-8 0 0,4-6 3 0,4-7 0 15,2-9-3-15,2-3-1 0,3-3-3 0,-3-6-1 16,-2 0-3-16,-1 1 1 0,-6 2 1 0,-5 1 2 16,-2 6 4-16,-5 3 3 0,-4 2 0 15,-4 6 1-15,-3 3 0 0,1 2-1 16,-4 6-1-16,0 0 0 0,-4 4-1 0,-1 3-1 15,1 6-1-15,-3 3 0 0,0 1-1 0,0 6 0 16,-1 6-1-16,2-1 1 0,-2 3-2 0,3 0-2 16,1 0-18-16,0-3-55 0,1 1-63 15,3-5-80-15,3-1-133 0,1-4-195 0,0-5-308 16,6-3-254-16,-1-5-206 0,3-6-19 16,1-2 405-16,4-7 500 0</inkml:trace>
  <inkml:trace contextRef="#ctx0" brushRef="#br0" timeOffset="27673.97">20759 10731 24 0,'7'-12'507'0,"-2"5"429"16,-4 2 223-16,-1 5-32 0,-1 5-336 15,-3 3-287-15,1 4-156 0,-2 3-69 0,2 6-29 16,-2 2-11-16,1 5-14 0,0 2-26 0,-2 2-39 16,3 2-29-16,2 2-30 0,-3 2-34 0,1-2-24 15,3 0-17-15,0-3-9 0,0-2-10 16,5-5-4-16,-2-1-3 0,4-5 0 0,0-2 0 15,1-6 3-15,0-4 1 0,0-3 2 16,5-7 1-16,-4-2 0 0,4-7-3 0,-4-4-1 16,3-3 1-16,0-7 0 0,-1 0 0 15,-1-5 2-15,0-1 1 0,-1 0 0 0,-5-2-4 16,1-1 0-16,-2-1 0 0,2 1-3 0,-4 1-1 16,1 4 2-16,-1-1 3 0,-1 8 1 15,-1 3 0-15,1 5-2 0,-2 1-4 0,2 6-3 16,0 1-2-16,0 5-2 0,2 4-2 15,-1 3 2-15,-1 3 0 0,2 3-20 0,-2 2-56 16,3-1-55-16,1 3-57 0,-1-2-88 0,3 1-135 16,1-3-164-16,2-1-239 0,2 1-215 0,3-4-187 15,2-1 48-15,1-3 371 0,4-3 418 16</inkml:trace>
  <inkml:trace contextRef="#ctx0" brushRef="#br0" timeOffset="28005.87">21449 10656 56 0,'6'-15'656'0,"-3"2"662"16,-3 4 233-16,-5 1-187 0,-2 3-407 0,-5 2-375 16,0 3-200-16,-6 3-145 0,-2 3-89 0,-1 6-54 15,-1 1-36-15,0 3-22 0,1 2-14 0,3 5-7 16,-3 3-7-16,3 1-3 0,1 2-2 16,4-1-2-16,3-1-2 0,5-1-2 0,3-5-1 15,7-3-1-15,4-5-2 0,4-7-5 16,6-6-7-16,3-8-15 0,5-5-23 0,3-7-23 15,0-5-12-15,4-3-2 0,-3-2 2 16,-1-2 15-16,-3 4 27 0,-3 3 29 0,-4 1 23 16,-6 5 32-16,-1 6 30 0,-4 2 11 15,-2 4 8-15,-2 3-1 0,-5 7-9 0,-5 3-23 16,-2 4-18-16,-3 6-13 0,-2 3-5 0,0 6-5 16,-2 3-3-16,1 4-3 0,-1 2-3 15,3 1-1-15,1 3-7 0,1-1-30 0,2 1-71 16,2 0-76-16,1-1-149 0,0-4-276 0,4 1-320 15,2-6-332-15,1 0-208 0,4-3 52 16,2-4 603-16</inkml:trace>
  <inkml:trace contextRef="#ctx0" brushRef="#br0" timeOffset="29017.5">21933 11008 214 0,'-12'4'582'0,"0"2"295"0,1-4 169 16,3 2-136-16,1-4-272 0,0 0-181 15,4 0-119-15,-1-5-77 0,1-2-75 0,3 1-65 16,2-8-44-16,1-2-15 0,3-1-5 0,5-5 10 15,0-6 30-15,5 0 29 0,2-4 19 16,0-1 6-16,0-2 11 0,2 0-7 0,1-2-26 16,-2 3-24-16,-2 4-19 0,-1 2-13 15,-2 4-12-15,-4 5-6 0,-4 3-2 0,2 4-5 16,-3 3-7-16,-2 3-4 0,-1 5-12 0,-2 2-9 16,0 6-8-16,-2 6-5 0,-1 8-3 15,1 3 1-15,-3 4 0 0,3 4 2 0,-2 0 1 16,3 6 1-16,-1 0 0 0,2-1-2 0,0 1 1 15,0-2-2-15,3-4 0 0,3-2-2 16,-1-2 2-16,2-6-3 0,1-2 1 0,0-5-2 16,2-3 0-16,3-6 2 0,1-5 0 0,1-3 1 15,3-9 2-15,0-5-1 0,4-4 1 16,2-4-1-16,-3-5-1 0,1-1-1 0,0 2 0 16,-5-2 0-16,-1 1 2 0,-3 4 0 0,-3 2 1 15,-2 0 1-15,-1 7 2 0,-2 3-2 16,1 0-1-16,-5 5-1 0,2 3-2 0,-3 2-1 15,0 3 0-15,0 6-1 0,-3 3 1 0,-1 7 1 16,-1 1 1-16,2 6 1 0,0 2 1 16,-4 2-2-16,6 1 0 0,-4 2 0 0,3-3-1 15,1 0 1-15,1-2-4 0,1-4 0 16,1-3-1-16,3-4 0 0,1-6 1 0,2-3 0 16,6-6 2-16,1-8 2 0,2-4 2 0,4-7 0 15,1-5-2-15,3-5 1 0,0-2-2 0,2-1 0 16,-3-2 0-16,1 1 0 0,-3 3 0 15,-2 3 3-15,-3 1 0 0,-2 7 0 0,-4 2 0 16,-3 5 0-16,0 2-2 0,-2 4-1 16,-2 1-1-16,-3 6-1 0,1 6-2 0,-2 3 2 15,-2 1 0-15,1 5 0 0,-3 3 2 16,1 1 0-16,0 4 2 0,-3 1 0 0,3 2-1 16,0 1 1-16,-1-4-1 0,1 2-1 0,3-1-2 15,0-3-2-15,3-3-7 0,1-1-14 16,2-5-38-16,2-4-67 0,1-3-67 0,1-4-109 15,2-5-158-15,1-2-223 0,3-4-286 0,-4-3-213 16,6 0-163-16,-4-1 165 0,3 1 480 0</inkml:trace>
  <inkml:trace contextRef="#ctx0" brushRef="#br0" timeOffset="29383.72">22948 10851 315 0,'0'11'569'0,"0"1"190"0,0-2 99 0,1 0-238 16,3 1-165-16,0-4-79 0,2 0-25 0,4-2-16 16,0-5-28-16,3 0-53 0,4-9-57 15,0 0-49-15,0-4-27 0,4-4 9 0,-1-3 25 16,3-4 36-16,0 1 23 0,-1-4 7 16,-1-2-11-16,-7 2-29 0,2 0-32 0,-5-1-37 15,-1 2-28-15,-6-1-17 16,-2 0-13-16,-4 4-13 0,-1-3-6 0,-2 5-2 0,-3 1-5 15,0 3-3-15,-6 4-5 0,1 4-1 16,-2 3-6-16,0 6-6 0,-2 3-6 0,1 6-1 16,1 5-2-16,-1 3 0 0,0 5-1 15,3 3 0-15,-1 5 2 0,1 3 1 0,4 3 1 0,-4 3 0 16,4 3 1-16,1 3 0 0,0 2-1 16,3 1-2-16,2-2-2 0,1 1-1 0,6-3-5 15,1-3-13-15,1-4-30 0,5-4-72 0,-2-7-73 16,5-4-124-16,-2-6-189 0,2-4-312 15,2-6-321-15,0-5-215 0,-1-5-95 0,6-5 375 16,-4-7 577-16</inkml:trace>
  <inkml:trace contextRef="#ctx0" brushRef="#br0" timeOffset="29660">23534 9924 139 0,'5'-25'698'15,"3"5"410"-15,-5 4 90 0,0 6-114 0,0 6-420 16,0 5-246-16,2 6-103 0,0 5-29 0,3 6-6 16,-4 4-19-16,1 3-24 0,0 3-40 15,0 6-48-15,-2 2-40 0,-1 3-27 0,-2 4-18 16,0 4-14-16,-3 1-11 0,-1 2-9 16,0 3-7-16,-3 1-8 0,-2 0-7 0,-1 2-1 15,1-1-1-15,-4-1-2 0,0 0-1 16,2-1-3-16,-3-1 2 0,5-2-5 0,-1-2-12 15,1-6-32-15,2-2-68 0,1-10-69 0,1-3-120 16,0-5-179-16,1-5-310 0,1-6-309 0,1-3-218 16,2-8-114-16,0-7 345 0,0-1 563 15</inkml:trace>
  <inkml:trace contextRef="#ctx0" brushRef="#br0" timeOffset="30337.58">23449 10530 121 0,'4'-8'741'0,"1"2"470"0,-2-3 76 0,1 2-166 0,0 0-400 16,4-3-301-16,2 1-132 0,-1-2-56 15,4 3-32-15,4-4-23 0,4 0-21 0,1 0-42 16,7 0-45-16,-1 1-33 0,0 1-15 16,2 0-10-16,0 3-4 0,-3 1-6 0,-2 2-1 15,-2 1 1-15,-3 3-2 0,1 1-1 16,-7 4 3-16,0 4-1 0,-6 2 3 0,-1 6-1 15,-7 4 4-15,-4 6-2 0,-2 2 0 0,-4 4 0 16,1 1 0-16,0 2-1 0,-3 0-1 16,2 0 2-16,2-3 1 0,1 1 2 0,2-5-5 15,1-2-2-15,2-4-1 0,4-4 0 16,2-4 0-16,3-3-1 0,-1-6 2 0,7-4 2 0,3-4 1 16,0-4-1-16,4-3 0 0,2-3-1 15,2-1-1-15,0-1 0 0,-1 0-1 0,3 0 4 16,-5 2-4-16,-1 0 1 0,-1 3 1 15,-7 3 0-15,2 2-2 0,-2 0-1 0,-4 4 1 16,-1 0 3-16,0 5 3 0,-6 1-2 16,1 1 5-16,-2 4 10 0,-2 1 7 0,-1 1 0 0,-2 4 0 15,2-2 1-15,-3 1-1 0,1-1-11 16,4-1-6-16,-3 1-3 0,3-3-6 0,1-3 1 16,1-2-2-16,3-2 2 0,1-4-3 15,4-2-10-15,-1-5-19 0,1-3-15 0,5-5-16 16,1 0-12-16,0-5-9 0,1 0 8 0,1 0 19 15,0-4 17-15,-2 4 12 0,0 2 12 16,-1 1 5-16,-2 1 2 0,-2 5 0 0,-1-1 1 16,-1 5-2-16,-1 4 0 0,-1 2 3 15,0 1 6-15,-4 5 2 0,-1 1 3 0,-1 6 7 16,-1 2-1-16,-4 1 2 0,1 5-4 16,-1 1 10-16,-2 3 13 0,-1 3 10 0,-4 6 18 15,1 1 10-15,-5 6 18 0,-2 2 0 0,-2 4-4 16,-4 3-5-16,-6 5-11 0,0 2-1 0,-3 3-6 15,-2 2 2-15,0 2-1 0,-1 0-2 16,-1 1-5-16,1-1-9 0,-2-2-10 0,-1-4-14 16,1-2-9-16,-5-6-7 0,4-3-2 15,-3-6-4-15,4-7-4 0,1-7-11 0,4-7-17 16,3-8-44-16,4-10-81 0,5-10-144 0,1-4-270 16,6-11-304-16,0-9-374 0,1-6-354 0,0-11-8 15,2-6 648-15</inkml:trace>
  <inkml:trace contextRef="#ctx0" brushRef="#br0" timeOffset="31573.48">25199 10701 168 0,'0'0'699'0,"0"0"395"0,-1 0 86 0,1 0-112 16,-2 0-449-16,0 0-232 0,2 0-109 0,0-2-27 15,0 2-14-15,2 0-25 0,0 0-27 0,-1-6-27 16,4 0-43-16,3-5-50 0,0-2-29 16,4-5-13-16,2-3-10 0,6-3-9 0,-2-2-2 15,4-4 0-15,-1 4-2 0,3-3 2 16,-4 2 3-16,0 3 0 0,-3 4 1 16,-4 3 1-16,-1 2 11 0,-2 4-1 0,-4 4 1 0,2 2 21 15,-4 5 12-15,1 3 10 0,2 7-3 16,-2 4 1-16,-2 8 1 0,-2 3-14 0,4 3-6 15,-5 6-9-15,1 1-6 0,-1 1-1 16,0 0-3-16,0 1-5 0,0-4-5 0,3 0-2 16,-1-1-2-16,0-5-3 0,1-2-2 15,2-6-3-15,0-3 0 0,4-4 1 0,-1-3 1 16,5-7 0-16,2-7 2 0,3-5 1 0,4-7-2 16,1-7 0-16,4-3-1 0,2-6 2 0,1-1-3 15,-3-2 2-15,1-3 1 0,-2 3 0 16,-4 2 0-16,-5-1 1 0,0 1 1 0,-4 6-1 15,-2 4 2-15,-5 5 5 0,-1 4 2 16,0 2-1-16,-5 7 1 0,0 5-2 0,-5 4-2 0,-1 7-5 16,-4 5-3-16,0 5-1 0,0 7 0 15,-1 1 0-15,-2 6-1 0,4-1 2 0,-4 1 0 16,5 0 1-16,0 0-1 0,3-3 0 16,1-1 0-16,0-3-1 0,4-4-2 0,0-4-1 15,4-2 1-15,2-5 0 0,2-5-1 16,3-4 1-16,6-6 1 0,2-4 2 0,1-6-1 15,5-5 2-15,2-7 1 0,1 1 1 0,0-5-1 16,1 0-1-16,-1 0 2 0,1-3-1 16,-5 4-1-16,-2 0 1 0,-4 2-1 0,0 4 1 15,-4 2-1-15,-3 5 0 0,-3 2 0 0,-2 3-1 16,1 5-1-16,-4 0 0 0,-1 5-1 0,-4 5 0 16,0 0 0-16,-2 7 0 0,-2 1 1 15,-1 6-1-15,1 1 0 0,-1 1 0 0,2 1 1 16,1 2 0-16,-4 0-1 0,5 1 0 0,0-3 0 15,0-1-1-15,3-1-1 0,0-2-1 0,3-2 0 16,2-3-3-16,4-4-7 0,2-3-18 16,3-5-42-16,7-3-63 0,2-6-62 0,3-2-59 15,-1-5-83-15,2-4-101 0,2 0-58 16,-3-2 2-16,4-1 11 0,-3 0 17 0,2 2 76 16,-4-1 121-16,-3 5 122 0,-1 0 87 0,-3 4 80 15,-5 4 102-15,1 4 106 0,-6 3 98 16,-1 5 47-16,-2 3 8 0,-5 5-25 0,0 6-31 15,-4 1-37-15,1 3-37 0,-3 1-29 0,-1 7-24 16,-2-2-24-16,0 4-33 0,-3 1-36 16,0-1-36-16,1 1-25 0,-2-4-19 0,5-2-47 15,0-3-56-15,3-4-75 0,1-3-135 16,2-5-224-16,-1-4-308 0,3-5-270 0,5-4-220 16,-2-5-4-16,2-4 465 0</inkml:trace>
  <inkml:trace contextRef="#ctx0" brushRef="#br0" timeOffset="31764.53">26734 10030 375 0,'0'-25'1085'0,"-4"5"350"0,-3 5-121 0,-4 7-247 16,0 3-517-16,-2 5-245 0,1 5-149 0,1 2-79 16,3 3-36-16,-1 4-19 0,4 2-14 15,1 1-10-15,4 6-30 0,0-1-36 0,4 0-66 16,-3 3-130-16,6-3-195 0,-1 0-299 15,-2 0-269-15,5 0-222 0,-3-4-8 0,0 0 423 16</inkml:trace>
  <inkml:trace contextRef="#ctx0" brushRef="#br0" timeOffset="32420.06">26716 10656 66 0,'-5'30'494'0,"0"-4"333"0,2-1 168 16,-2-3-17-16,3 0-353 0,1-3-230 0,2-3-118 15,3-4-52-15,2-1-25 0,4-6-18 0,4-3-43 16,4-6-41-16,5-7-34 0,5-4-27 16,4-7-17-16,4-5 2 0,7-8 7 0,1-4 27 15,5-4 53-15,0-6 43 0,7-3 17 16,-3-4-2-16,2-6-12 0,1-1-26 16,-5-4-42-16,-3 0-30 0,-5-4-19 0,-5 1-14 15,-2-2-5-15,-10 0 16 0,-2 2 12 0,-7 1 5 16,-8 6 11-16,-2 4 12 0,-5 8 9 15,-4 9-10-15,-3 9-12 0,-5 11-11 0,-4 10-11 16,-3 10-14-16,-5 14-10 0,-2 9-9 0,2 13-3 16,-4 7-1-16,1 8 3 0,2 9 5 15,-3 5 5-15,4 7 2 0,-2 5 0 0,2 2-1 16,2 1-4-16,2 0-6 0,4-3-4 0,5-6-4 16,2-2-2-16,7-9 0 0,3-5 0 15,4-6 1-15,4-8-1 0,3-5 1 0,3-8 1 16,1-7-1-16,4-6-3 0,3-7-2 0,4-6 3 15,1-7 0-15,1-5 0 0,6-4 3 16,-2-5 1-16,-1-4 5 0,1 0-1 0,-3 0-1 16,-4 2 4-16,-2 1 6 0,-8 4 9 0,-2 5 11 15,-2 0 7-15,-6 4 2 0,0 3-1 0,-4 3-6 16,-3 4-8-16,-2 4-10 0,-4 4-7 16,-3 5-3-16,-5 4-2 0,2 3-1 0,-2 3-1 15,-1 2-2-15,1-1-1 0,3 0-1 16,3 0 0-16,3-5-1 0,4-1-1 0,4-2 0 15,9-7-1-15,3-1-3 0,7-7-3 0,9-4-3 16,6-7-2-16,8-1-1 0,1-3 1 0,5-4 2 16,4 1 3-16,-5-3 4 0,1 2 1 15,-8 1 3-15,-2 2-1 0,-8 3-1 0,-8 3 2 16,-5 2-1-16,-3 3 2 0,-9 3 2 16,-1 5 2-16,-8 1 0 0,-8 5 2 0,0 1 0 15,-5 2 0-15,-2 3 1 0,-1 0-2 0,-2 1 0 16,1-1-2-16,3 0-1 0,3-2-1 0,1-1-3 15,4-2-2-15,4-5-16 0,2-2-36 16,5-4-81-16,3-4-91 0,5-4-153 0,1-5-204 16,3-4-332-16,4-1-331 0,0-4-182 15,5 1 33-15,3-5 487 0,1 2 498 0</inkml:trace>
  <inkml:trace contextRef="#ctx0" brushRef="#br0" timeOffset="32704.03">28493 10462 134 0,'39'-28'417'0,"-1"1"269"0,-7 1 264 0,-4 7-19 15,-7 1-175-15,-6 6-110 0,-6 4-35 16,-5 2-46-16,-5 5-98 0,-3 2-103 0,-5 5-75 15,-3 1-73-15,-2 3-76 0,-2 3-57 16,-2 2-36-16,3 0-22 0,-1 2-10 0,3 1-8 16,1 0-7-16,4-4-4 0,2 2-20 0,6-4-51 15,2-4-65-15,2-1-63 0,6-4-85 16,3-1-104-16,-1-6-88 0,5 0-2 0,0-3 43 16,2-1 71-16,0 1 149 0,1 0 193 15,1 1 195-15,1 1 144 0,3 1 95 0,-1 1 8 16,-2 2-44-16,-4 2-29 0,-4 4-50 0,-2 2-63 15,-4 4-54-15,-3 4-32 0,-2 2-23 16,0 2-40-16,-1 0-33 0,1 3-19 0,-1 1-13 16,4 1-7-16,-1-4-3 0,1 4-2 0,3-3-8 15,-1 0-44-15,0-1-75 0,-2 0-82 16,-2-3-168-16,1-1-297 0,-4 0-335 16,-5-2-306-16,-2 1-174 0,-5 1 143 0,-4 1 651 0</inkml:trace>
  <inkml:trace contextRef="#ctx0" brushRef="#br0" timeOffset="34529.66">18109 13966 330 0,'5'-17'927'16,"-3"2"335"-16,-2 2-30 0,-2 4-177 0,1 3-472 15,-3 2-219-15,1 4-103 0,-2 3-51 16,-4 6-25-16,1 5-19 0,-1 10-25 0,-4 4-27 16,2 6-17-16,-2 8-14 0,-1 4-17 15,1 7-15-15,-2 3-14 0,0 5-3 0,3 1-7 16,-1 2-4-16,3-1-1 0,0 0-4 16,3-4 0-16,2-2-6 0,5-6-4 15,2-5-5-15,5-6-3 0,3-6 0 0,1-6-2 0,7-5 0 16,1-8 0-16,5-9 1 0,4-9 2 15,2-11-1-15,3-9 1 0,5-9 0 0,2-8 1 16,2-7 1-16,0-6-1 0,2-2 2 16,-5 3 0-16,-4-1 3 0,-3 6-1 0,-5 1 1 15,-10 6 3-15,-1 9 0 0,-6 2 1 0,-9 6 0 16,-1 3 1-16,-1 5-1 0,-8 7-2 16,-2 2-3-16,-4 7-2 0,-3 8-5 0,-2 6-1 15,-2 5-3-15,-4 7 2 0,4 7 0 0,-2 3 3 16,4 2 1-16,1 1 1 0,1 4-1 0,4 0 0 15,2 1-1-15,4 0 0 0,0-2-2 16,4-2 0-16,4-5 0 0,4-3 1 0,4-6-1 16,1-6 1-16,7-6 1 0,3-8 3 15,6-7 1-15,4-9 0 0,4-10-1 0,3-7-1 16,7-10-2-16,0-4 0 0,2-6-1 0,-2-1-1 16,0-4 2-16,-4 2 2 0,-2 0 0 15,-6 3 0-15,-6 5 1 0,-5 5 1 0,-3 5 2 16,-7 6 0-16,-4 6 0 0,-2 4 1 0,-4 6-3 15,-4 5-1-15,-1 5-3 0,-3 7-1 16,-2 5 0-16,-3 8-1 0,0 2 0 0,-1 5-1 16,1 4 1-16,2 2 2 0,-2 1 1 15,4 4 1-15,1-1 2 0,0 2 1 0,3-1-1 16,2-2-3-16,3 0 0 0,2-4-1 0,3-5-2 16,4-6-2-16,0-2 0 0,4-8 1 15,4-8-1-15,4-5 1 0,1-8 0 0,7-9 0 16,-1-5 2-16,2-7-2 0,2-2-1 0,-1-5 0 15,-1-1 2-15,0 1 0 0,-1-1 1 16,-4 2 2-16,-1 1 1 0,-5 3 1 0,0 2-1 16,-6 4 0-16,-1 4-1 0,-2 4 2 0,-4 2 0 15,0 3 0-15,0 5 0 0,-3 0 0 0,1 2-2 16,-3 1-1-16,3 3-4 0,-3 0-2 16,-1 0-1-16,2 2 0 0,-1 2 1 15,-1 2 1-15,2 1 2 0,-2 2 2 0,-2 5 1 16,1 1 0-16,-1 5-1 0,-1 1 1 0,-2 3 0 15,0 6 2-15,-1 2-1 0,0 2 3 0,0 0 0 16,-1 2 0-16,2 1-1 0,4-3-1 16,-4-4-2-16,7-2-1 0,2-5-2 0,1-3 0 15,2-5 0-15,2-5 3 0,3-7 0 16,0-5 1-16,3-7 0 0,0-8-1 0,4-6 0 16,-2-6 1-16,4-8-1 0,1-4 1 0,-1-7 0 15,2-6 0-15,2-6 0 0,2-5-1 16,0-5-1-16,-3-3-2 0,0 0 0 0,-2 0 2 15,-2 7 1-15,-6 6 1 0,-1 8 5 0,-4 9 4 16,-4 11 1-16,-1 7-2 0,-6 6-2 16,-3 12-1-16,-1 7-4 0,-3 11-1 0,-3 4 0 15,1 12 0-15,-1 6 2 0,2 8 0 0,-1 5 3 16,2 10-3-16,1 3 0 0,0 5 1 16,-2 1 1-16,2 6-2 0,-1 1 1 0,-2-2 1 15,5 3 0-15,-1 0-3 0,2-4-1 16,2-2 0-16,1-4-3 0,4-3-4 0,0-6-14 15,1-7-49-15,2-5-76 0,0-5-97 0,-1-7-162 16,2-3-288-16,1-9-335 0,-1-3-294 16,2-7-163-16,0-5 192 0,1-3 599 0</inkml:trace>
  <inkml:trace contextRef="#ctx0" brushRef="#br0" timeOffset="35137.87">20763 13830 156 0,'-8'7'989'0,"0"-1"602"0,0 0-76 16,2 2-305-16,-1-1-433 0,2 2-335 0,-1 2-210 16,0 2-100-16,1-1-49 0,4 0-26 15,1 0-14-15,0-1-17 0,1-1-13 0,2 0-5 16,3-5-1-16,-1 1-2 0,2-3 0 15,2-1 3-15,2-5 3 0,0-2 0 0,0-2 1 16,0-2 0-16,-1-2 0 0,-4 0 5 0,1 1 6 16,-1 0 8-16,-5 1 3 0,-1 1 3 15,-1 2 0-15,-4 2-7 0,1 1-8 0,-1 3-9 16,-2 1-5-16,-1 3-4 0,-1 3-4 16,1 2 0-16,-2 1-2 0,0 2 1 0,2 2-2 15,0-1-1-15,-2 1-4 0,2 1-16 0,0-2-49 16,2 0-75-16,-1 0-106 0,3-1-185 15,-5 1-302-15,2-1-339 0,1 1-304 0,-2-1-154 16,-1 6 297-16,-3-2 655 0</inkml:trace>
  <inkml:trace contextRef="#ctx0" brushRef="#br0" timeOffset="35342.31">20638 14445 193 0,'-2'13'1109'0,"0"0"587"0,-1-5-151 0,2 2-333 15,-3-3-442-15,1-1-315 0,2 0-221 0,-4-2-97 16,5-1-46-16,-1 0-33 0,1-1-23 0,0 0-20 16,1-2-11-16,-1 2-5 0,3-2-2 15,-1 2 0-15,-1-2-7 0,2 1-23 0,2 0-74 16,-2 1-90-16,-1 0-158 0,1-1-291 16,-1 2-330-16,1 2-373 0,0 1-204 15,2 1 135-15,-1 3 670 0</inkml:trace>
  <inkml:trace contextRef="#ctx0" brushRef="#br0" timeOffset="36295.16">21836 14541 283 0,'-10'6'665'15,"1"-4"277"-15,1-3 100 0,2-1-206 16,-1-5-271-16,4-2-164 0,2-5-102 0,1-3-57 16,1-5-55-16,4-6-49 0,3-5-35 0,5-6-16 15,4-4-1-15,3-4 18 0,0-6 8 16,3 0 19-16,3-3 18 0,0 2-2 0,0-1 2 16,-5 7-17-16,1 2-3 0,-4 7-17 0,-5 5-19 15,-2 9-13-15,-2 3-20 0,-2 6-11 16,-2 6-15-16,-2 4-9 0,-1 8-10 0,-2 8-5 15,-4 7-3-15,1 9-1 0,-2 8 1 0,0 6 1 16,-4 5-1-16,1 1-2 0,2 4-1 16,-1-1-3-16,3-1-2 0,-1 0-3 0,5-6 0 15,2-3 0-15,2-4-1 0,1-5 2 16,2-6 2-16,2-7 2 0,3-3 2 0,1-7 2 16,5-7 1-16,-2-7-1 0,6-7-1 15,1-6 1-15,1-9-2 0,3-4-1 0,0-5-2 0,-2 0 0 16,0-3 0-16,1 1 0 0,-9 1 1 15,2 4 1-15,-4 5 1 0,-3 6 2 16,-3 5 5-16,-2 2 2 0,-2 7 0 0,-4 3 1 16,1 3 0-16,-4 8-4 0,-1 3-3 0,-2 6-4 15,0 6-1-15,-1 6-1 0,0 3 0 16,-3 2 0-16,4 2 0 0,-2 1 1 0,2 0 0 16,1 0 0-16,2-4 0 0,-1 1-2 0,3-7-3 15,5-1 0-15,-1-4-1 0,3-6 2 16,3-5 0-16,3-7 2 0,4-7 4 0,3-8 1 15,3-4 1-15,2-9-1 0,1-3 0 16,3-6-1-16,-1-1-1 0,1-2 0 0,-2 0-1 16,-6 5 0-16,0 1 1 0,-2 3 0 0,-4 6 3 15,-1 4-2-15,-6 3 3 0,-2 5 1 16,0 4 2-16,-3 1-1 0,-3 5-2 0,0 3 0 16,-6 6-2-16,1 5-4 0,-3 5-1 15,0 5 0-15,-2 5-3 0,-2 2 2 0,3 7-3 16,-2-2 1-16,1 3 1 0,4-1-1 0,-1-2 0 15,3 1-1-15,1-3-10 0,1-4-24 0,7-4-68 16,-4-3-71-16,6-5-113 0,1-5-176 16,1-4-300-16,7-7-327 0,2-4-230 15,4-7-135-15,3-7 291 0,3-3 582 0</inkml:trace>
  <inkml:trace contextRef="#ctx0" brushRef="#br0" timeOffset="36623.48">23051 13914 133 0,'10'-17'765'0,"-5"4"545"0,-5 2 138 0,-1 7-142 15,-4 1-421-15,-4 3-341 0,1 4-182 0,-4 3-114 16,3 0-82-16,-4 0-68 0,5 5-44 16,0 0-26-16,-1 1-11 0,3 4-9 0,1 0-2 15,2 1-3-15,-1-2-2 0,4 2-1 16,2-1 0-16,1-2-1 0,4-3 0 0,1-4 0 16,4-2 2-16,3-4 0 0,2-6 0 15,2-4-2-15,3-5 1 0,0-2 0 0,2-3 0 16,-2-1 0-16,0 2 1 0,-2-1 0 0,-3 1 0 15,-4 4-1-15,-1 2 2 0,-3 2-3 16,-1 3 0-16,-3 3 1 0,-2 2 0 0,-1 4 2 16,-4 3 1-16,-1 5 0 0,-4 6 1 15,-2 3 0-15,0 4 1 0,-1 2-1 0,-2 6-3 16,2 1-1-16,-1 2-1 0,0-1-1 0,1 2-1 16,4 0-1-16,-2-3-1 0,5 0-31 15,2-5-73-15,1-3-68 0,1-4-121 0,2-6-175 16,3-7-310-16,2-3-312 0,4-8-206 15,1-6-112-15,2-6 325 0,4-7 546 0</inkml:trace>
  <inkml:trace contextRef="#ctx0" brushRef="#br0" timeOffset="36864">23805 13084 121 0,'9'-31'710'0,"0"6"438"0,-4 9 84 0,-3 7-130 16,-5 9-374-16,-1 8-264 0,0 8-116 15,1 9-46-15,-2 4-22 0,-1 9-22 16,-1 5-35-16,-2 7-57 0,-2 4-45 0,-2 7-35 16,-3 7-24-16,-1 2-16 0,-4 6-11 0,-1 5-12 15,-1 5-7-15,0 1-4 0,1 2-4 16,0-1-7-16,3-4-4 0,2-1-5 0,2-7-14 16,1-7-34-16,5-6-67 0,1-8-64 15,0-8-98-15,2-9-156 0,-1-7-211 0,2-8-292 16,2-4-218-16,0-8-178 0,-1-8 117 0,0-5 473 15</inkml:trace>
  <inkml:trace contextRef="#ctx0" brushRef="#br0" timeOffset="37139.74">23316 13559 30 0,'0'-1'456'0,"2"1"342"16,-2 0 185-16,3 1-4 0,2 1-264 0,4 3-237 16,2-2-136-16,5 3-36 0,1 0-21 0,5 0 15 15,3-2-30-15,2 2-38 0,1-3-38 16,3 0-40-16,4-1-27 0,-2-1-38 0,2-1-41 16,0-1-22-16,-2-1-10 0,0 1-5 15,-1-3-4-15,-2 2-2 0,0-3-1 0,-2 3-3 16,-1 0-5-16,-2-1-62 0,-4 2-68 0,-1-1-151 15,-2 2-285-15,-2 2-298 0,-2 0-341 16,-5 3-215-16,-2 2 60 0,-2 1 599 0</inkml:trace>
  <inkml:trace contextRef="#ctx0" brushRef="#br0" timeOffset="37786.82">24010 14179 308 0,'-2'8'711'16,"1"-4"298"-16,-2-1 77 0,1 0-253 15,2-1-274-15,0 1-177 0,0-2-116 0,5 1-56 16,-1-2-31-16,5 0-8 0,0-2-12 16,5-1-11-16,5-3-13 0,3-1-17 0,4-6 17 15,4-2-15-15,1-4-17 0,4-5-11 0,3-3-8 16,0-4-8-16,5 0-35 0,-4-6-18 15,-1 3-8-15,-3-2 14 0,-2 5 13 16,-7 0 11-16,-8 4 12 0,-3 5 7 0,-4 2 2 0,-8 1-13 16,-5 2-14-16,-1 4-12 0,-8 2-11 15,0 4-8-15,-3 4-6 0,-4 3-7 0,-4 4-1 16,2 7-1-16,-4 2-1 0,-1 6-1 0,0 9-1 16,-1 2 0-16,4 5-1 0,0 6 0 15,2 3-1-15,3 1 0 0,2 0 2 0,4-1 0 16,1 2-1-16,4-4-1 0,4-5-2 15,2-1-22-15,6-6-56 0,1-6-68 0,2-3-85 16,3-8-140-16,3-3-202 0,1-8-312 0,3-4-255 16,1-8-188-16,0-3 11 0,2-10 428 15,1 0 492-15</inkml:trace>
  <inkml:trace contextRef="#ctx0" brushRef="#br0" timeOffset="38143.07">24657 13866 340 0,'8'-9'646'0,"0"3"274"0,-2 4 148 15,0 5-253-15,-3 6-213 0,0 3-145 0,1 4-80 16,-3 3-49-16,4 3-54 0,-2 6-29 0,-1 1-14 16,1 0-17-16,-1 4-27 0,1 1-32 15,0-1-36-15,0 0-37 0,0-1-33 0,0-1-23 16,1-4-11-16,-1-2-6 0,0-5-6 0,2-2 0 16,1-4 0-16,0-3 3 0,1-7 6 15,2-4 2-15,2-4 2 0,0-7 2 0,2-6-1 16,3-4-3-16,-4-5-8 0,6 0 0 15,-5-9-2-15,4-1 0 0,-4-3-1 0,0-1 2 16,-1-2-4-16,-3-2 0 0,0-1-1 0,0 0 0 16,-5 2-1-16,1 2 2 0,-2 3 3 15,2 6 1-15,-4 5 0 0,-1 5-2 0,2 5-3 16,-2 5-2-16,-2 4-4 0,2 7-2 0,-4 4-3 16,1 4 3-16,0 5 1 0,-1 4 3 15,3 3-4-15,-2 5-30 0,3-2-53 0,0 2-54 16,3 0-51-16,2 0-67 0,-1-3-105 0,5-2-91 15,1-2-72-15,1-2-121 0,3-3-249 16,2-3-173-16,3-4 19 0,2-4 226 0,0-1 332 16</inkml:trace>
  <inkml:trace contextRef="#ctx0" brushRef="#br0" timeOffset="38291.32">25220 13887 11 0,'17'-6'273'16,"-1"2"198"-16,-3 4 245 0,-3 0 164 0,-2 2-83 16,1 3-113-16,-5 4-31 0,1 3-14 0,-5 4-72 15,0 4-112-15,-5 3-111 0,-1 3-77 16,-1 0-76-16,-1 5-72 0,-2 2-53 0,-2-1-30 15,3 1-20-15,0-1-10 0,1-3-23 0,1-1-73 16,2-3-79-16,1-4-149 0,2-6-246 16,-1-3-319-16,6-8-340 0,-1-4-216 0,2-8 43 15,1-4 564-15</inkml:trace>
  <inkml:trace contextRef="#ctx0" brushRef="#br0" timeOffset="38468.72">25363 13547 141 0,'2'-20'743'0,"-4"7"428"0,-4 1 71 0,0 5-155 0,0 3-419 16,-3 8-335-16,2 3-169 0,1 1-81 15,2 4-41-15,3 5-25 0,2-1-11 0,3 4-11 16,2-1-27-16,5-1-83 0,0 0-130 0,4-1-175 16,2 0-291-16,3-4-267 0,2-3-189 15,-1 0 99-15,2-2 386 0</inkml:trace>
  <inkml:trace contextRef="#ctx0" brushRef="#br0" timeOffset="38830.83">25713 13687 134 0,'-2'4'600'0,"-3"2"399"0,-4 2 176 0,0 1-133 15,-4 1-330-15,-3 5-212 0,3-1-129 16,0 4-86-16,1 2-63 0,3 4-45 0,-2 0-39 16,3 1-42-16,1 0-41 0,6-2-24 15,-2-1-10-15,6 2-9 0,2-5-4 0,1-3-3 16,4-4-1-16,4-3-4 0,2-4-12 15,2-8-8-15,1 1-18 0,2-10-14 0,3 0-7 16,-2-4-1-16,1-2 7 0,1-5 11 0,2 1 20 16,0-4 10-16,1-1 10 0,2-1-1 0,1-4 8 15,0 0-4-15,0-3 5 0,0-1 5 16,0 0 18-16,-2-1 49 0,-5 4 59 0,-3 2 40 16,-4 7 13-16,-7 4 1 0,-2 3-20 15,-4 3-40-15,-3 5-48 0,-3 5-32 0,-2 5-22 16,-2 5-13-16,-3 8-7 0,-1 4-6 0,-1 4-2 15,-2 8-1-15,1 3 1 0,-2 6 1 0,0 3 1 16,-2 3 1-16,3 6 0 0,-2 5 0 16,2 0-2-16,1 0-3 0,4-4-1 0,4 0-9 15,5-6-27-15,3-5-75 0,4-7-90 16,-1-7-153-16,5-7-266 0,2-9-327 0,2-7-360 16,1-9-200-16,5-8 94 0,-4-6 614 0</inkml:trace>
  <inkml:trace contextRef="#ctx0" brushRef="#br0" timeOffset="39051.75">26021 13314 134 0,'-14'-31'655'0,"-2"1"417"0,1 4 139 0,2 3-96 16,3 2-423-16,3 4-248 0,0 1-150 16,7 3-93-16,3-1-54 0,8 2-37 0,4 2-40 15,3 0-33-15,8 3-12 0,-1 0-11 0,10 2-7 16,-2 2-6-16,3 2 0 0,-1 1 3 15,3 3-8-15,-1 1-1 0,2 4 2 0,-3 0 3 16,1 3-8-16,-2 3-40 16,-2-1-78-16,0 2-103 0,0 0-136 0,3 3-227 0,1-1-298 15,1-1-239-15,2 1-51 0,-1 1 232 16,0-2 397-16</inkml:trace>
  <inkml:trace contextRef="#ctx0" brushRef="#br0" timeOffset="40367.08">28537 13502 241 0,'0'-7'534'0,"-5"3"228"0,1-3 154 0,0 3-153 16,1 0-226-16,0 0-96 0,0 2-55 0,-2-2-47 16,2 3-68-16,1 0-66 0,-1-1-65 15,2 1-47-15,1-1-40 0,0-1-24 0,1 0-13 16,2-2-9-16,-1 1 7 0,1-1 2 0,-2 0 11 15,3 2 20-15,-3-1 33 0,2 0 38 16,1 1 27-16,-3-1 25 0,1 4 11 0,0-2-5 16,-2 2-22-16,1 0-25 0,-1 0-29 0,0 0-19 15,0 0-21-15,0 0-14 0,0 0-9 16,0 0-7-16,0 0-3 0,0 0-7 0,0 0-3 16,0 0-2-16,0 0-2 0,0-3-2 15,0 3-4-15,0-2-1 0,-1 2-1 0,1-1 0 16,0 0-1-16,-2-1 0 0,2-1-1 15,-2 2 0-15,2-3-2 0,0 2-1 0,0-2 0 16,0 0 0-16,0 1 0 0,0 0-1 0,0-1 0 16,2 0-5-16,-2 2 2 0,2 0 1 0,-2-1 1 15,0 2 1-15,0 0 1 0,0-1 7 16,0 2-3-16,0 0-3 0,0-2 1 0,0 2 0 16,0 0 0-16,0 0 0 0,0-1 1 15,-2 1 8-15,2 0 3 0,0 0-5 0,0 0 4 16,-2 0 2-16,2 0 0 0,0 0-5 0,-1 0-1 15,1-1 4-15,-2-1-4 0,0 0-2 16,-1 0-2-16,2 2-1 0,-3-2-1 0,1 0-1 16,0 1-2-16,-1-1 0 0,-3 2 0 15,2 2 0-15,1-1-1 0,-3 5 1 0,-2 2 0 16,-1 5 0-16,1 3-2 0,-4 7 4 0,4 4 4 16,-4 9 7-16,1 5 6 0,-1 5 5 0,0 2 5 15,4 4 2-15,-1 4-4 0,-1 2-4 16,7 4-6-16,-1-2-5 0,5 0-5 0,1-1-3 15,4-6-3-15,3-1-2 0,0-4-1 16,1-4-2-16,4-2 0 0,0-7 0 0,-1-1-1 16,6-6 0-16,-1-3 1 0,-1-3 0 15,3-5 1-15,-3-2 0 0,-2-4 1 0,-2-3-3 16,1-2-4-16,-4-1-6 0,-1-3-11 0,-3-2-16 16,-1-2-28-16,-1-3-58 0,-2-1-65 15,-1-2-74-15,0-3-123 0,-1-1-172 0,1-2-297 16,-2-3-230-16,2 2-204 0,0-2-55 15,2-2 367-15,-1 0 501 0</inkml:trace>
  <inkml:trace contextRef="#ctx0" brushRef="#br0" timeOffset="40837.93">28799 13665 233 0,'7'-11'619'0,"-1"1"339"0,-5 0 167 16,2 4-197-16,-1 0-266 0,-2 4-182 0,2 0-120 15,-2 2-73-15,-2 2-45 0,0 2-32 16,-1 2-15-16,-3 5-25 0,0 0-23 0,0 3-24 16,-3 1-34-16,2 1-28 0,1 1-25 15,-1 3-13-15,1-2-8 0,1 0-2 0,2 3-4 16,1-3-4-16,2 3 0 0,3-2-2 0,0 1 1 15,5 0-3-15,1-1-1 0,1-1 0 16,3 0-3-16,3-2-7 0,0-1-17 0,-1 0-11 16,1-2-8-16,2 0-3 0,-1-2-1 15,0-4 5-15,0-1 14 0,-2-3 11 0,0-2 10 16,-2-2 9-16,2-2 1 0,-3-3 3 16,1-1 2-16,-3-4 2 0,0 0 0 0,-1 1-2 0,-1-4 5 15,-4 2 19-15,2-1 15 0,-2-2 5 16,-3 1 2-16,1-1 1 0,-2-1-6 0,0-3-19 15,-3 1-14-15,1-1-8 0,0 0-2 16,-2-3-2-16,2 3 1 0,-1 0 1 0,2 2 1 16,-1 0-2-16,0 6-2 0,1 0-7 15,1 2-18-15,-2 2-49 0,1 2-46 0,1 2-43 16,0 3-59-16,-2 0-105 0,0 3-130 0,2 2-145 16,0 1-243-16,0 0-231 0,0 1-135 15,2 1 171-15,0 3 401 0</inkml:trace>
  <inkml:trace contextRef="#ctx0" brushRef="#br0" timeOffset="41186.21">29328 13645 119 0,'0'0'659'16,"-4"2"408"-16,1 1 128 0,-2 3-93 0,-3 2-404 15,-1 3-245-15,-1 4-125 0,2 2-51 16,-1 3-30-16,1-1-19 0,2 1-28 0,-1 3-45 15,3-4-44-15,0 0-32 0,2-3-26 16,0-1-25-16,4-1-12 0,4-3-6 0,-2-4 2 16,4-3-2-16,5-4 1 0,3-5 1 0,3-5-2 15,0-3-2-15,4-4-3 0,-1-2 0 16,1-2 0-16,-3 1-1 0,1-3 4 0,-5 4-4 16,-1 1 2-16,-3 3 0 0,-3 0 0 0,-1 3 0 15,-5 5 1-15,0 0-1 0,-3 5-3 16,-3 2-2-16,-2 2-4 0,-2 5-2 0,-1 3-5 15,-4 2 2-15,2 2 0 0,-2 4 2 0,3-2 2 16,-2 2-3-16,3 3-2 0,-2-4-44 16,4 1-57-16,0-3-61 0,1-2-105 0,4-1-154 15,-1-3-253-15,4-3-265 0,2-1-224 0,4-5-148 16,2-3 205-16,2-4 476 0</inkml:trace>
  <inkml:trace contextRef="#ctx0" brushRef="#br0" timeOffset="41585.57">29746 13605 163 0,'4'-8'673'0,"-4"4"414"16,-5 1 136-16,-2 4-155 0,-2 2-337 0,-1 5-249 15,-1-1-151-15,1 5-94 0,-2 0-57 0,3-1-47 16,-2 3-49-16,3-3-36 0,1 1-20 16,3 0-12-16,0 0-6 0,2-1-2 0,4 0-3 15,2-3 1-15,4-2-2 0,1-3-4 0,5-1-4 16,1-5-7-16,2-1-4 0,1-6-9 15,0 1-8-15,3-2 2 0,-4-1 1 0,0 1 3 16,0 0 7-16,-3 1 10 0,-3 1 4 0,-3 1 2 16,-2 4-2-16,2 1 1 0,-3 1 5 15,-2 4 23-15,-2 2 41 0,-1 3 38 0,-1 3 26 16,-2 3 13-16,-1 2 1 0,-2 4-16 0,-2 3-25 16,0 2-29-16,-1 1-18 0,-4 4-14 15,1 3-8-15,-1 4-14 0,-3 1-8 0,-1 3 0 16,-2 2 0-16,-2 3-3 0,-2-2-3 15,0 3 2-15,-4-3 3 0,4-1-7 0,1-5-5 16,1-6 0-16,2-5 2 0,5-4 1 16,0-6-2-16,1-7-3 0,4-6-9 0,2-6-22 15,2-4-41-15,2-8-58 0,3-3-53 0,3-7-77 16,4-2-127-16,5-5-160 0,3-4-269 16,3-3-224-16,3 0-214 0,5 1-21 0,-1 1 375 15,-2 3 469-15</inkml:trace>
  <inkml:trace contextRef="#ctx0" brushRef="#br0" timeOffset="41816.22">29828 13883 140 0,'8'8'388'0,"-1"6"193"0,-2 1 141 16,-2 1-129-16,0 2-174 0,0 0-116 15,5-1-77-15,-3-1-47 0,3-2-41 0,1-4-54 16,5-2-34-16,1-6-21 0,0-2-13 16,3-6-10-16,2-4-6 0,-1-4-3 0,-1 0 16 15,1-3 28-15,-3-2 37 0,-4 1 45 0,-1-2 48 16,-3 1 41-16,-2-2 13 0,-4 1-11 0,-2-1-30 15,-3 0-36-15,-3 0-38 0,-2 3-36 0,-4-1-31 16,2 2-17-16,-2 2-5 0,0 2-7 16,-1 5-7-16,0 2-5 0,1 3-41 0,-1 3-89 15,0 4-147-15,-2 2-289 0,2 4-267 16,1 2-249-16,0 1-97 0,3 2 240 0,-2 3 446 16</inkml:trace>
  <inkml:trace contextRef="#ctx0" brushRef="#br0" timeOffset="42704.49">30240 13729 149 0,'-2'-2'424'0,"0"-2"231"0,1 0 200 0,-1 1-86 15,1 1-161-15,1-3-90 0,0 4-72 0,0 1-68 16,-2-1-81-16,0 2-72 0,2 0-56 16,0 4-40-16,-2 3-26 0,-2 4-10 0,3 1-3 15,-2 5-10-15,-2 1-19 0,2 5 8 0,-2-1-3 16,0 4-9-16,1-2-5 0,0-2-5 0,3-1-2 16,-1-1-24-16,4-1-9 0,1-3-1 15,3-4-2-15,0-1 0 0,2-3-1 0,4-2 5 16,0-7-2-16,2 0-5 0,4-7 0 0,-1 1-1 15,4-6-1-15,-1 0-3 0,-1-3-2 16,2 2-1-16,-1 0 2 0,-2 3-2 0,-1-2 4 0,-3 1-4 16,0 4 2-16,-1 1-2 0,0 2-1 15,-4-1-1-15,1 2-2 0,-2 1 1 0,-1 0 3 16,-2 0-1-16,2 2 3 0,-4-1 0 0,0 1 4 16,0 0 9-16,-1 0 32 0,1-1 22 0,-2-1 10 15,1 0 4-15,-2 0-2 0,-2-2-6 0,1 0-29 16,1-1-17-16,-5-1-12 0,4-3-6 0,-1 1-5 15,1 1-2-15,-3 0-3 0,3-2-1 16,-1 0 0-16,1-2-2 0,-3 2 1 0,3-3 1 16,1 1 0-16,0 1 0 0,0 0-1 0,0 1-29 15,0-1-51-15,1 2-49 0,4 0-66 16,0 2-127-16,0-2-161 0,4 4-226 0,1 0-239 16,-1 1-227-16,3 1-87 0,0 2 296 0,-1 2 432 15</inkml:trace>
  <inkml:trace contextRef="#ctx0" brushRef="#br0" timeOffset="43008.19">30760 13759 56 0,'-4'7'576'0,"-3"3"476"0,-1-2 203 0,-2 3-49 15,-4 3-301-15,1 1-273 0,1 1-190 0,-4 2-113 16,2 1-72-16,0-2-62 0,2 1-80 0,3-2-53 16,4 1-31-16,2-3-13 0,5-2-8 15,3-3-5-15,7-5-2 0,4-1 1 0,6-6 6 16,6-6 2-16,4-2-1 0,5-5-1 0,1-2 2 15,2 0-2-15,0-3-4 0,-2 2-2 16,-3-1 1-16,-1 4 0 0,-8 2-2 0,-2 1-2 16,-6 3-3-16,-1 5-1 0,-5 0-2 0,-4 5 3 15,-3 2 2-15,-5 4 3 0,-2 3 3 0,-3 4 3 16,-1 2 0-16,-5 3-1 0,1 3-3 0,1-1 0 16,-2 2-3-16,1-1-2 0,6 1 1 15,0-3-2-15,3 0-2 0,2-1-6 0,3-5-44 16,2 1-65-16,1-5-88 0,2-3-169 0,2-1-295 15,-1-4-329-15,3-4-293 0,-1-3-185 0,2-1 177 16,-1-5 641-16</inkml:trace>
  <inkml:trace contextRef="#ctx0" brushRef="#br0" timeOffset="43277.61">31479 13140 31 0,'7'-26'464'15,"-1"5"368"-15,-3 5 176 0,-2 5-28 0,3 4-287 16,-3 4-193-16,4 5-147 0,-2 4-66 0,4 3 8 16,-1 8 25-16,-2 4-40 0,5 7-34 15,-3 1-33-15,0 6-32 0,2 3-32 0,-2 6-32 16,-2 4-27-16,-1 5-23 0,-3 2-13 0,-2 6-5 16,-1 1-12-16,-3 2-15 0,-5 5-7 0,0 2-10 15,-5 2-5-15,-2 4-7 0,0 1 9 16,-2 0 4-16,-3 3 2 0,-1-3-2 0,-1 0-24 15,-4 0-72-15,1-6-83 0,1-1-172 0,-6-4-289 16,4-5-327-16,-4-5-348 0,6-4-203 0,-2-9 108 16,3-3 688-16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18T13:08:56.3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2814 2139 204 0,'0'0'317'16,"0"0"108"-16,2 0-52 0,-2 0-109 0,0 0-59 16,0 1-26-16,0-1-4 0,0 2 4 0,0 0-1 15,0 0 11-15,0 3 3 0,0-1 6 0,0 2 9 16,0 2 21-16,1-2 15 0,-1 1-11 0,0 2-11 16,3 0-14-16,-1 2-4 0,-1-1-18 0,1 4-15 15,-1 1-9-15,1-1-12 0,1 4-15 16,-3-1-29-16,2 1-26 0,1 3-19 0,-1-2-10 15,-1 3-11-15,1-1-7 0,-2 0-6 0,3 2-6 16,-3-1-3-16,3 1-3 0,0 2 11 0,-1-1 5 16,-1 1 2-16,1 1 6 0,1 1-1 0,-3-2 0 15,3 3-12-15,-1-2 21 0,-1 0 15 0,1 2 7 16,0-1 10-16,-1 0 0 0,1 2 1 0,1-1-22 16,-1 1-20-16,-1 1-12 0,1-3-12 0,1 4 1 15,-2-2-6-15,1 1-1 0,-2 0 0 16,1 0-2-16,1 0 1 0,0 0-5 0,-1 2 5 15,-1-3-2-15,2 2 3 0,-2 1 0 0,1 0-2 16,1 0 0-16,-2-3-5 0,3 2 2 0,-3 1-5 16,2 0-1-16,1-4 2 0,-3 2 0 0,2 1 0 15,1-4-3-15,1 1 1 0,-2 0 1 16,-1-1-2-16,1-2 5 0,1 3 2 0,-1-2 0 16,0 1 3-16,-1 3-1 0,-1-4 3 0,2 2-2 15,-2 1-2-15,0 1-2 0,1 0 1 0,1-1 0 16,-2 0-3-16,0 2-3 0,2-3 2 0,-1 1 1 15,1-1-2-15,-1 0 3 0,1-2 2 16,1 1 1-16,0 0 1 0,-2 2 0 0,3 0 3 16,-1 2-1-16,-1-2 4 0,-1 3-2 0,1 0-1 15,-2 0 0-15,3 2 1 0,-3 0 0 0,0 3-2 16,0-2 0-16,0 3-2 0,0 1 2 0,0 1-1 16,0-1-3-16,0 2-2 0,0-1-2 15,2 0 3-15,-2-2-2 0,1 0 0 0,1-1 0 16,1-2-1-16,1 0 2 0,-2 2-1 15,3 0 1-15,-2 0 0 0,0-2 3 0,-1 1 0 0,1 0 1 16,0-1 3-16,2 1-1 0,-3-2 0 16,2 1-1-16,-2 1 0 0,-1-2-1 0,2 0 5 15,-1 1 13-15,0-1 9 0,-1 2 1 0,1-4 3 16,1 1-1-16,-1-1-8 0,-1-2-10 0,1 0-7 16,1 0-4-16,-1-2-2 0,-1 1-2 15,2-1 1-15,-1 2-2 0,-1-1 0 0,1-1 2 16,-1 2-1-16,1 0 3 0,1 1 1 0,-3 0-1 15,2 1 0-15,1-1-3 0,-1 2 2 0,-1 0-2 16,1 0-1-16,1 0-1 0,-1 1-2 16,-1 2 2-16,2 0-1 0,0 2 1 0,-1-1 0 15,1 2 1-15,-3 2 0 0,3-1 0 0,-1 2 3 16,-1 0-2-16,1 1 2 0,1 3-1 0,-1-1 2 16,1 1-2-16,-1 1-1 0,1 0 1 15,1 1 2-15,-1 2-1 0,1 1-2 0,-3-2 1 16,3 1-1-16,-1 0 0 0,0-1-4 0,0-1 2 15,-1-1 0-15,4-2 0 0,-3-4-1 0,2 2-1 16,-2-3 3-16,0-3-1 0,2 1 1 0,-2-2-1 16,0-3 0-16,1-1-2 0,-2-4-7 0,0-2-35 15,-2-5-52-15,0-2-53 0,-2-6-123 0,0-2-181 16,-3-5-303-16,0-4-277 0,-5-5-236 16,-2-4-140-16,-2-9 362 0,-5-5 551 0</inkml:trace>
  <inkml:trace contextRef="#ctx0" brushRef="#br0" timeOffset="1013.09">2646 2142 196 0,'0'2'394'16,"0"0"156"-16,-1 0 57 0,1-1-146 0,-2 1-118 16,2-2-46-16,0 1-29 0,-2-1-12 0,1 0-24 15,1 0-39-15,0 0-35 0,0 0-31 0,0 0-13 16,0 0-6-16,0 0 1 0,1-1-3 0,1 1-5 16,-2-2-3-16,0 2 1 0,0-1 8 0,2-1 8 15,-1 1 25-15,1-2 4 0,-1-3-8 16,3 2-36-16,-1-4-28 0,0-2-4 0,3 3-18 15,-1-4-28-15,0 1-14 0,-1-3 1 0,3-1 5 16,1-1-20-16,-1-3-15 0,0 0 13 0,3-1 2 16,-1-1 6-16,0-3 13 0,-1 4 9 0,0-1 8 15,1 1 0-15,0 1 1 0,-3 3-4 0,2 2-14 16,0-1-7-16,-4 5-4 0,3 0-2 0,-2 3-1 16,-1 2 8-16,1 0 6 0,1 3 11 0,1 2 25 15,-1 3 16-15,-1 0 33 0,1 4 31 16,0 1 12-16,2 2-2 0,-3 2-19 0,2 2-12 0,-1 0-20 15,0 1-25-15,0 0-19 0,1 3-8 0,-1-1-8 16,-1 1-7-16,1 0-8 0,-1-2-7 0,0 1-2 16,-1-3-6-16,1 2 0 0,0-2-2 0,1 1-1 15,0-1-4-15,-1-3-4 0,0 2-27 16,-2 1-61-16,0-2-70 0,1 1-156 0,-2 0-263 16,0 0-310-16,1 2-310 0,-3-2-211 0,0 3 60 15,0 1 590-15</inkml:trace>
  <inkml:trace contextRef="#ctx0" brushRef="#br0" timeOffset="3197.42">2864 7528 94 0,'2'0'310'0,"1"1"143"0,-3-1 110 16,2 2-156-16,0-2-161 0,-1 0-111 0,-1 0-61 16,2 0-31-16,-1 0-19 0,1 0-11 0,2 0 41 15,-2 0 37-15,3-2 22 0,-1 1 10 0,1 0 10 16,2-1 1-16,0-1 31 0,1 2 22 16,2-3 5-16,-2 2 2 0,4-2-4 0,-2 1-3 15,2 1-62-15,1-1-55 0,0 0-26 16,1 0-11-16,1 0-11 0,0 0-5 0,3 1 0 0,-1-1-4 15,3 0-2-15,-2 0-3 0,2 1 1 16,0-2-4-16,2 2 0 0,1-1 0 0,-1 1-1 16,2 1-1-16,0-2 4 0,1 1-3 15,0 2 2-15,0-2-5 0,0 2 4 0,0 0-3 16,0 2-2-16,0-2 0 0,2 0-1 0,-2 2 0 16,1 1-2-16,-1-2 0 0,2 0 2 0,0 0-4 15,1 2 1-15,1-1-4 0,-3-2-1 0,3 2 5 16,-1 0 4-16,1-2 3 0,0 1 5 15,1-1 2-15,0 0 4 0,0-1 0 0,1 1-4 16,1-2 0-16,1 0-2 0,2 2-1 0,-2-2-2 16,3 2-2-16,-1-3 0 0,2 3 1 15,-1-1-4-15,-1 1 0 0,2 0 0 0,0 1-3 16,-2-1 2-16,1 3-5 0,2-3-1 16,-2 2-2-16,2 0-1 0,-3 0-1 0,3-1 3 15,-3 0 5-15,4 1 3 0,-4-1 5 16,3 1 5-16,-1-1 3 0,1-1-2 0,-1 2-2 15,3-2 0-15,-2 0-4 0,2 0 1 0,-1 0-4 16,0-2-2-16,0 2 0 0,1-1-2 16,-2 1 0-16,-1-2-2 0,1 1 0 0,0-1 0 15,0 2-3-15,-2 0-3 0,2 0 1 0,-1 0 2 16,2 0 7-16,-3 0 2 0,2 0 7 16,0 0 6-16,0 0-1 0,0 0-1 0,2 0-3 15,-1 0-2-15,4-1-1 0,-2 1-3 16,0-1-1-16,0 1-2 0,0-4-1 0,1 2 0 15,0 2-1-15,-1-4-2 0,2 2-1 16,-1-3-3-16,1 3-5 0,1-3 4 0,-1 3 4 0,0-1 4 16,-1-2 6-16,3 2 7 0,2-2 72 15,1 2 34-15,2 1 11 0,1-3 5 0,0 3-4 16,-1-2-5-16,2 0-59 0,-1 1-35 16,1-2-17-16,2 2-11 0,-2 1-9 0,0-4-3 15,3 2 4-15,-4-1 4 0,3 1 2 0,1-1 4 16,0 0 7-16,2 0 1 0,-1-1-2 15,2 1-5-15,1 0-3 0,-1 1-1 0,1-3-2 16,-1 3-4-16,1-1-6 0,-1 1-4 16,1 1 4-16,-1-1 0 0,-1 0 6 0,2 2 3 15,-1-3 8-15,2 3 7 0,2-1-6 0,-2 1-2 16,0 0-4-16,0 0-2 0,-1 1-2 16,-1-1-3-16,0 1-3 0,1 1-5 0,-2-2 3 15,3 0 4-15,-3 2 4 0,3 0 2 16,-3-1 8-16,3 1 5 0,0 0-2 0,0 0-2 15,2 0-3-15,-2 0-4 0,2 0-5 0,-2-1-2 16,0-1-4-16,1 2-5 0,-1 0 4 16,2-2 4-16,-2 2 6 0,2-1 2 0,0-1 4 15,-1 2 5-15,2-1-4 0,1 0 0 0,-1-1-4 16,-1 1 2-16,1 1-5 0,-3-2-1 16,2 1-4-16,-4 0-5 0,2 1 0 0,-1-2 2 15,-2 0 5-15,0 2 7 0,-2-1 2 0,2-1 8 16,-2 2-3-16,-1-1-2 0,0-1-5 15,0 2-6-15,-2 0 0 0,-3-1-2 0,1 1 0 16,-2 0-4-16,-1 0 2 0,-2 0-3 16,-1 0 1-16,-1 0-4 0,-1 0 3 15,-1 0 6-15,-3 0 2 0,2 0 23 0,-3 0 11 0,0 0 9 16,-2-2-1-16,-2 2-3 0,0-1-1 16,1 1-14-16,-3 0-10 0,-1-2-7 15,0 2 0-15,-3-1-3 0,1 1 2 0,-2 0-3 16,-3-2-3-16,-2 2 1 0,1 0-1 15,-5 0 3-15,-1-1-3 0,0 0 1 0,-3 1 0 16,-2 0 2-16,-2 0-2 0,-2 0 7 0,-1 0 15 16,-3 0 31-16,2 0 34 0,-3 0 33 0,-1 0 14 15,1 0-1-15,-2 0-15 0,0 0-25 0,0-2-27 16,-2 2-30-16,2-2-16 0,-1 2-7 16,-1 0-4-16,1-2-9 0,-1 2 3 15,0 0-1-15,2 0-3 0,-1 0-3 0,-1 0-6 16,0 0 1-16,-1 0-14 0,2 0-46 0,-3 0-38 15,3 0-69-15,-2 2-132 0,-2-2-186 0,1-2-297 16,0 2-243-16,-1 0-222 0,1-3 6 16,0 1 412-16</inkml:trace>
  <inkml:trace contextRef="#ctx0" brushRef="#br0" timeOffset="3573.1">11899 7094 90 0,'3'-2'343'0,"2"-4"175"15,-2 4 143-15,0-3-39 0,2 3-150 0,0-1-82 16,1 0-46-16,0 1-29 0,2 0 8 0,2 1-39 16,-1 1-59-16,5 0-31 0,-1 0-21 15,1 1-15-15,2 1-42 0,1 0-33 0,-1 1-16 16,2 1-18-16,-1-1-3 0,0 2-3 15,2 1-6-15,-3-1-1 0,0 2-2 0,-2-1-4 16,-1 0-8-16,-2 2 2 0,-1 0 1 0,-4 0 12 16,3 1 27-16,-6-2 39 0,1 3 50 15,-3-2 28-15,-1 2 11 0,-3-2-5 0,0 0-26 16,-2 1-39-16,-3-2-43 0,0 1-28 16,0-1-22-16,-4-2-13 0,2 2-8 0,1-1 0 15,-4 0-5-15,4-1-2 0,-1-2-4 16,-1 1-1-16,2-1-13 0,1 1-59 0,1-2-57 15,-4 3-104-15,5-3-165 0,-2 3-302 0,0-1-319 16,0 3-246-16,0 0-159 0,0 0 272 16,0 2 574-16</inkml:trace>
  <inkml:trace contextRef="#ctx0" brushRef="#br0" timeOffset="4438.41">11850 7810 108 0,'1'-3'378'15,"-2"2"200"-15,-1-2 175 0,0 3-21 0,2-2-135 16,0 2-61-16,-1 2-51 0,-1-2-41 0,0 1-69 15,0 1-84-15,0-1-86 0,2 2-67 16,-1 0-37-16,-1 2-13 0,1 2-5 0,-1 0-4 16,2 3-5-16,-2-1 21 0,2 3 24 0,0 0 3 15,0 1-3-15,0 2-3 0,0 0-8 16,2 2-29-16,-2 2-29 0,0-1-16 16,0 2-13-16,3 1-7 0,-3-2-5 0,2 2 1 15,-1 0-6-15,1 0-4 0,0 0 1 0,0-1-2 16,1 2 1-16,-1-2-2 0,3 1 0 0,-2-1 2 15,2 0 0-15,1-2 2 0,0 1-1 16,2-2 0-16,-1 0 2 0,-1-1-3 0,2-1 3 16,1-3 0-16,-1 1-2 0,2-3 2 0,1-3 0 15,-2 1 1-15,1-2-2 0,2-3 0 16,-2-2 0-16,1-1-4 0,2-2 1 0,-2-4-2 16,3 0-1-16,-3-5 0 0,2 2-1 15,-1-2-7-15,1 1-32 0,-2-1-44 0,-1 1-43 16,-2 1-37-16,1-2-64 0,-1 3-111 0,-3-2-107 15,-1 1-136-15,1 2-248 0,-3-1-238 16,1 1-107-16,-1 0 193 0,-1-1 383 0</inkml:trace>
  <inkml:trace contextRef="#ctx0" brushRef="#br0" timeOffset="4743.55">11739 8136 241 0,'2'0'429'16,"-2"0"149"-16,3 0 58 0,3 0-179 16,0 0-113-16,2 0-62 0,2 0 4 0,4-2 1 15,-1 2 41-15,4 0-24 0,-1-2-42 0,3 2-27 16,-1-1-48-16,0 1-34 0,3 0-50 0,-3-1-48 15,0 1-23-15,0-2-14 0,2 2-6 16,-3 0-5-16,1 0-7 0,-2 0-1 16,0 0 0-16,-1 0-6 0,-2 0-9 15,0 2-45-15,-4-1-91 0,1-1-118 0,-1 1-192 16,-4 1-275-16,0-2-231 0,-2 2-74 0,0-2 193 16,0-2 333-16</inkml:trace>
  <inkml:trace contextRef="#ctx0" brushRef="#br0" timeOffset="4978.87">12213 8056 68 0,'5'3'326'0,"-2"-1"174"16,-1 3 176-16,3 1 19 0,-2-2-131 0,0 5-68 15,2 0-27-15,-1 1-33 0,1 2-61 0,-2 2-82 16,1 0-74-16,0 5-70 0,-2-1-51 15,0 2-32-15,-1 1-16 0,1 0-18 0,-1-2-19 16,-1 0-11-16,2-1-8 0,0-1-10 16,-1-2-39-16,-1-2-88 0,0-1-135 0,0-1-211 15,-1-4-278-15,-1-1-238 0,2-1-120 0,0-5 183 16,-2-3 396-16</inkml:trace>
  <inkml:trace contextRef="#ctx0" brushRef="#br0" timeOffset="5176.29">12239 7844 175 0,'-2'-6'438'16,"-1"4"197"-16,0-3 109 0,1 4-187 0,1-1-243 16,-1 2-145-16,2 2-80 0,0 0-42 0,2 2-26 15,-1 3-10-15,1 1-43 0,1 1-65 0,-3 1-124 16,3 2-255-16,-1 0-151 0,2 1-45 15,-2-1 97-15,1 4 191 0</inkml:trace>
  <inkml:trace contextRef="#ctx0" brushRef="#br0" timeOffset="5861.19">12406 8333 192 0,'0'2'389'0,"-3"-2"164"0,3-2 126 16,-2 0-167-16,2-3-124 0,0-1-70 0,0-4-38 15,2-1-37-15,1-2-5 0,1-4-19 0,0-1-9 16,1-1 2-16,0-2 2 0,4-2 5 16,-4 3-27-16,1-1-26 0,1 0-30 0,-2 2-27 15,1 3-28-15,-2 1-18 0,0 5-20 16,0 0-19-16,-2 3-9 0,0 2 1 0,-1 2 3 15,2 3-2-15,-1 5 5 0,0 0-4 0,-1 5-3 16,2 1 4-16,-1 5 0 0,-1 0 3 0,2 4 3 16,-1 0 2-16,1 4 0 0,-3-2 0 15,3 1 15-15,1 2 7 0,-1-5 3 16,0 0 5-16,0-1 2 0,2-4-15 0,-1-2-20 16,1-5-8-16,0 0-6 0,0-3-5 0,1-4 1 15,0-2 5-15,1-7-2 0,-1-1-4 16,2-4-4-16,1-6-2 0,1 0-2 0,-2-2 3 15,4-1 2-15,-2-2 0 0,0 4 0 16,0 1 4-16,-2 2-4 0,-1 3-4 0,-1 1-2 16,-1 3 1-16,1 2-1 0,-1 4-2 0,-2 1 4 15,2 4 2-15,-2 2 2 0,0 3 1 16,1 2 4-16,-3 1 5 0,1 2 4 0,-1 2 3 16,2-1 1-16,-1 1-4 0,-1 1-2 0,-1-2-5 15,2-1-4-15,-1-1-5 0,1-1-2 16,-2-3 5-16,3 0-3 0,0-3 4 0,-1 0 0 15,1-3 1-15,1 0 0 0,0-3-5 16,2 0 0-16,-1-3-1 0,3-3-4 0,-1-1 1 16,-1-1-2-16,3 0 4 0,-1-1-2 0,0 0-3 15,0 2 2-15,0 1-2 0,-2-1 2 16,1 5-2-16,-1-1 6 0,0 2 2 0,-3 3 1 16,2 2-2-16,-2 3 0 0,0 1 2 15,-1 1-1-15,1 4 2 0,-1 1-3 0,-1 0 3 16,-1 3-1-16,2 2-4 0,-2-1 1 15,2 0-5-15,-1 0 1 0,2 0-5 0,0-2-3 16,-1-1-32-16,1-1-35 0,-1 0-27 0,1-5-36 16,0-3-73-16,0 0-102 0,1-5-89 0,0 0-102 15,2-4-155-15,-1-2-243 0,3-1-97 16,2 2 99-16,0-1 254 0,2-3 279 0</inkml:trace>
  <inkml:trace contextRef="#ctx0" brushRef="#br0" timeOffset="6234.2">13061 8219 131 0,'8'3'321'15,"1"1"145"-15,-4 2 78 0,1 0-102 0,-1-1-120 16,0 1-89-16,1-2-49 0,0-1-16 16,-1-1 2-16,0 0-3 0,0 0 9 0,1-4 29 15,3 0 37-15,0 0-3 0,-3-3-32 16,2-1-24-16,-1-2-14 0,2-5-33 0,-1 2-33 16,-2-2-27-16,3-1-8 0,-2 2-11 15,-1-4 4-15,0 0 13 0,2 0 9 16,-3 1 7-16,-2 1 4 0,0-1 1 0,0 2-16 0,-3 0-18 15,0 0-5-15,-3 2-3 0,0 1 3 16,-2-1 15-16,-4 1 18 0,1 3 30 0,0-1 26 16,-4 3 24-16,-1 0 5 0,-2 5-14 15,-2 0-14-15,0 5-25 0,-1 2-26 0,0 4-25 16,1 3-16-16,2 2-9 0,0 2-7 0,3 4-6 16,1 2-5-16,1 1-4 0,3 1-3 15,3 4-4-15,1-1-3 0,3 1-7 0,3 0-1 16,3 0 0-16,2 1-2 0,2-4-1 0,4 2-2 15,2-3 2-15,1-1-2 0,4-5-1 16,1 1-2-16,2-5 0 0,1-3-6 0,-1-3-46 16,3-3-77-16,-2-3-103 0,2-2-171 15,-2-4-298-15,0-4-347 0,-1-1-316 0,0-1-149 16,1-2 259-16,-3 0 636 0</inkml:trace>
  <inkml:trace contextRef="#ctx0" brushRef="#br0" timeOffset="8888.2">1296 1686 35 0,'5'-3'328'0,"0"0"257"0,1-2 249 0,0 4 63 0,-1-4-150 16,-2 2-123-16,-5 0-102 0,-4-2-86 0,0 3-56 15,-3-2-55-15,-1 2-42 0,3 0-38 16,1 0-33-16,-3 2-33 0,-1 0-33 0,2 2-38 16,-4 1-36-16,2 2-25 0,-1 1-12 0,-1 3-14 15,0 2-13-15,-2 2-6 0,3 3-4 16,-2 2-6-16,1 2-5 0,1 2 8 16,1 1 5-16,1 2 1 0,4-2-1 0,0 2-1 15,2 2 1-15,3-1-3 0,0-1 2 0,3-1-4 16,0-3 10-16,2-1 5 0,2-3-1 15,2 0 1-15,0-6 0 0,3-2-1 0,2-3-4 16,0-5-5-16,3-1 0 0,-2-4 0 16,5-4 0-16,1-2 3 0,-1-2 0 0,2-4 2 0,-3 2 1 15,-1-1 4-15,-4-3-1 0,-1 1-2 0,-2 1-1 16,-2-1-2-16,-4 0 1 0,0 4-3 0,0-4 2 16,-4 1-1-16,1 3 0 0,-2-2 0 0,-2 1-2 15,-1 1 2-15,0-1-1 0,1 0 0 0,-4 5-1 16,1-2 0-16,-1-1-1 0,1 4 0 0,-1 1 4 0,1 1 5 15,0 1 1-15,0-1 4 0,-1 3 1 0,3 0-2 16,0 0-5-16,0 1-3 0,-1 2-1 0,3 0 0 16,-1 0-3-16,1 0-1 0,-1 2 0 0,2 0 0 15,0-2 0-15,-5 3 0 0,2 3 0 0,-3-2 3 16,0 3-1-16,1 1 3 0,3 1-1 16,-1 0-3-16,3 3 0 0,0 1-1 0,3 1 1 15,5 1-2-15,0 2 1 0,5 1-4 0,-2-2-5 0,1 3-1 16,0 0 1-16,-1-1-3 0,4 1 1 0,-2 0 6 15,1 0 4-15,1-1 1 0,0 0 0 16,0-2 1-16,2-1-1 0,-1-1 2 0,1-2-1 0,-1-3-1 16,3 0 1-16,-3-5-1 0,3 1 0 0,1-4 0 15,-2-2-1-15,-1-2 1 0,1-2-1 0,-1-4-10 16,0 2-31-16,-1-3-60 0,-2-1-61 0,-3-2-132 16,2 3-184-16,-2 0-304 0,-3-1-298 0,0 3-228 15,-2 0-109-15,0 0 398 0,-3 4 545 0</inkml:trace>
  <inkml:trace contextRef="#ctx0" brushRef="#br0" timeOffset="12163.11">4436 4168 278 0,'3'14'944'0,"-1"-4"416"0,-2 1-34 0,0-3-232 15,0-2-478-15,2 0-250 0,-1-1-93 0,-1-1-67 16,0-2-34-16,2 0-18 0,-2-2-18 0,0 3-38 16,1-3-43-16,1-3-23 0,2 3-11 15,1-2-8-15,-2-3-1 0,2-1 0 0,0-1-1 16,1-3-4-16,0-4-2 0,-1 2 1 0,-2 0-3 15,-1 1 1-15,1 0 1 0,-3 3 4 16,0 2 6-16,-3 0 2 0,1 1 3 0,-1 4-3 16,0-2 0-16,-3 3-6 0,1 1-4 0,2 1-3 15,-2 3-4-15,0-2-2 0,2 3-1 16,1-2-2-16,1 2-1 0,-1 1-3 0,4-1-17 16,-2-2-52-16,3 2-60 0,2-3-71 15,-2 0-134-15,5 0-199 0,0-1-305 0,0-2-252 16,0-2-213-16,0-1-34 0,3 1 418 15,-2 1 513-15</inkml:trace>
  <inkml:trace contextRef="#ctx0" brushRef="#br0" timeOffset="12663.45">6357 3235 169 0,'0'0'751'0,"-3"2"420"0,0-1 63 16,-2 2-149-16,2 2-438 0,0 0-238 0,-1 1-96 15,3 0-48-15,-1 0-30 0,2-1-23 16,0 1-27-16,0-1-51 0,0-2-55 0,2 0-37 16,-1 0-18-16,1-2-8 0,1 0-9 0,0-1-3 15,1-1 2-15,-1 0-4 0,0-1-2 16,0-2-2-16,3 1-1 0,-4-3 0 0,1 1-21 16,-1 1-38-16,-1 1-47 0,-1 1-45 0,-3 1-89 15,3 2-141-15,-3 3-163 0,0 1-265 16,-2 5-232-16,4 1-210 0,-2 3 65 0,-1 0 396 15</inkml:trace>
  <inkml:trace contextRef="#ctx0" brushRef="#br0" timeOffset="13228.73">8028 4217 20 0,'2'15'360'0,"-2"1"244"0,0-3 175 16,1 1 46-16,-1-3-341 0,4-1-236 0,-1 1-113 16,0-4 4-16,2-1 5 0,1-2 8 15,2 0 54-15,-2-4 46 0,2-2 16 0,0-3-35 16,0-1-25-16,-2-2-11 0,-1-1-43 16,0-1-28-16,-3-3 1 0,-1 1 30 0,1 2 46 15,-4-3 24-15,1 1-7 0,-3 3-16 16,-2 1-27-16,1 3-47 0,-3 0-51 0,-1 2-33 0,1 3-16 15,1 2-12-15,-2 1-11 0,3 1-4 16,1 2-6-16,0 2-3 0,4 0-14 0,-1 2-68 16,4 0-65-16,-1-2-140 0,4 2-221 0,0-2-305 15,4-1-342-15,1-1-220 0,1-2-50 16,1 2 498-16</inkml:trace>
  <inkml:trace contextRef="#ctx0" brushRef="#br0" timeOffset="13805.13">9279 3007 125 0,'0'3'507'0,"-1"1"294"0,-1 1 142 16,0-3-69-16,2 5-272 0,0-1-147 0,2 0-108 15,1 2-61-15,0 1-33 0,3-2-43 16,-1 0-70-16,2 1-55 0,-1-2-37 0,5 0-20 15,-3-1-13-15,1-3-10 0,-1-2-2 16,2 0-2-16,-2-4-2 0,-2-2 0 0,0-1-3 16,-1-1 4-16,1-1-2 0,-4 2 3 0,-1-2-1 15,-1 3 3-15,-3-2-2 0,0 3 0 0,-1 2 1 16,-1-2 0-16,0 3 1 0,-1-1 0 0,1 3 0 16,-2-3-3-16,1 3-1 0,2 0-3 0,0 0-1 15,1 0-7-15,2 3-25 0,-1 0-60 16,2-3-106-16,0 2-125 0,0 3-183 0,3 1-288 15,-1-2-228-15,1 0-70 0,2 1 204 0,0-1 353 16</inkml:trace>
  <inkml:trace contextRef="#ctx0" brushRef="#br0" timeOffset="14470.96">10934 2299 6 0,'0'2'410'0,"0"2"361"0,-3-1 244 16,0 0 61-16,0 0-309 0,0-3-240 0,-2 2-169 15,2-2-99-15,3 0-60 0,-2 0-57 0,2 0-49 16,0 0-41-16,0 0-23 0,2-2-14 16,0 2-8-16,2-1-5 0,1-1 0 0,0-1 3 15,-1-1 0-15,3 1-2 0,-2-2 2 0,2 1 3 16,-2 1-2-16,-2-2-5 0,0 0-1 0,-1 4-1 15,0-2-3-15,-2 3-2 0,-2 0-2 16,0 0-7-16,-2 3-28 0,-3 3-63 0,0 0-98 16,0 0-119-16,-2 3-154 0,1 0-279 0,-2 2-231 15,2-1-87-15,2-1 162 0,1 0 321 0</inkml:trace>
  <inkml:trace contextRef="#ctx0" brushRef="#br0" timeOffset="14932.87">10950 1804 32 0,'0'2'281'0,"0"0"156"15,-3 4 140-15,0 1 0 0,3 6-146 0,-2 2-51 16,4 2 26-16,-2 4 40 0,3 1 15 16,0 4-29-16,0 2-56 0,0 4-70 0,2 4-86 15,-2 2-73-15,1 3-48 0,-1 1-33 0,2 2-26 16,1 4-16-16,-2-2-5 0,3 2-3 0,-1-1-5 16,-1-3-5-16,4 2-5 0,-1-2-2 15,0-3-6-15,0-3-18 0,1-3-50 16,-4-3-97-16,0-3-118 0,0-4-143 0,-2-2-251 15,-3-2-267-15,0-5-145 0,0-4 103 0,-3-2 311 16,0-7 325-16</inkml:trace>
  <inkml:trace contextRef="#ctx0" brushRef="#br0" timeOffset="15186.8">10756 1800 66 0,'5'-8'540'0,"1"4"375"0,-2 1 165 0,1 0-55 15,0-1-359-15,2 3-262 0,3 1-158 0,0 0-76 16,1 0-37-16,3 1-20 0,2 1-37 0,3 0-33 16,1 1-16-16,1 0-11 0,1 0-6 15,3 1-4-15,1-1 0 0,-1 0-4 0,2 2-1 16,-2-1-2-16,1 2-33 0,-3-1-90 0,-2 4-126 15,-1 1-213-15,-4 2-282 0,-5 2-259 0,-1 2-148 16,-4 2 161-16,-1 2 393 0</inkml:trace>
  <inkml:trace contextRef="#ctx0" brushRef="#br0" timeOffset="15390.37">10900 2871 25 0,'3'27'409'0,"0"-2"293"16,0-2 186-16,4-4 21 0,2-1-337 0,0-3-275 16,4-1-144-16,1-3-69 0,2 0-35 15,3-5-18-15,1-2-16 0,1-3-6 0,3-2-6 16,1-3-19-16,0-2-86 0,-1-1-119 0,-3 1-287 16,2-2-211-16,-4 2-138 0,-1 0 18 15,-1-1 242-15</inkml:trace>
  <inkml:trace contextRef="#ctx0" brushRef="#br0" timeOffset="16132.91">9415 2686 122 0,'1'6'307'0,"-1"2"128"0,2-1 121 15,0 5-164-15,-1-2-82 0,2 6-4 0,-1 0 54 16,1 4 39-16,1 1-10 0,0 4-38 0,1 4-28 15,-1 1-51-15,1 4-62 0,-2 3-53 16,1 6-33-16,-3 1-12 0,1 3-41 0,-2 1-24 16,0 2-17-16,-2-2-12 0,1-3-8 0,-1-6-4 15,-1-3-6-15,1-5-23 0,1-8-69 16,-1-4-98-16,-3-7-116 0,2-8-181 0,-3-4-286 16,1-5-206-16,0-9-32 0,-3-6 204 0,2-5 317 15</inkml:trace>
  <inkml:trace contextRef="#ctx0" brushRef="#br0" timeOffset="16373.72">9300 2610 203 0,'1'-6'432'0,"-1"0"168"0,3 2 98 15,-1 2-176-15,1-1-101 0,2 2-10 16,1-1-2-16,2 2-15 0,0 0-21 0,4 0-69 15,1 2-80-15,2-1-90 0,2 2-61 0,0 0-31 16,2 0-17-16,0 1-12 0,2 2-5 16,1 0-3-16,0 0-3 0,2 1 1 0,-2 1-7 0,0 1-32 15,0 0-88-15,-3 3-137 0,-2 2-249 16,-2 1-265-16,-1 1-233 0,-4 1-95 16,-4 2 213-16,-2 1 397 0</inkml:trace>
  <inkml:trace contextRef="#ctx0" brushRef="#br0" timeOffset="16595.78">9268 3645 62 0,'6'14'331'0,"2"-3"176"0,3-4 132 0,0 1-44 16,3-2-276-16,2-1-156 0,0-5-75 0,3 0-39 15,3-2-23-15,3-1-13 0,-1-3-5 0,3-2-7 16,-1-2-2-16,0 0-37 0,0-1-85 16,-3 1-269-16,-2 0-151 0,-1 0-54 0,-4 1 44 15,-3 2 152-15</inkml:trace>
  <inkml:trace contextRef="#ctx0" brushRef="#br0" timeOffset="17227.84">8079 3901 61 0,'0'8'291'0,"0"2"143"0,-1 3 118 15,-1 1-71-15,2 4-188 0,2 3-88 16,-1 3-44-16,1 5-21 0,-1-1-13 0,2 4-29 15,0 1-19-15,0 0-29 0,1 1-21 16,-1 0-18-16,0 1-9 0,2-1-7 0,-2-3-26 16,0 0-52-16,2-2-89 0,-4-1-234 0,1-1-160 15,-2-1-60-15,-2-2 66 0,-2-4 163 16</inkml:trace>
  <inkml:trace contextRef="#ctx0" brushRef="#br0" timeOffset="17484.46">7948 4823 162 0,'15'3'340'0,"-2"-1"125"0,4 4 91 16,-1-4-214-16,0 4-132 0,2-1-71 0,0-1-30 15,0 0-17-15,1 0-11 0,1 0-33 16,0-3-16-16,0 1-11 0,0-1-23 0,1-1-63 16,-2 0-222-16,-3-1-184 0,1-1-86 0,-4-1 13 15,-1 1 114-15</inkml:trace>
  <inkml:trace contextRef="#ctx0" brushRef="#br0" timeOffset="17751.75">7911 3867 127 0,'5'-3'320'0,"0"0"131"0,3-1 97 0,3 4-198 15,0 0-144-15,3 0-74 0,2 0-40 16,1 0-16-16,1 2-12 0,4 0 0 0,0-2-21 16,0 0-13-16,4 0-7 0,0-2-5 0,1 0-5 15,2-3-3-15,-1-1-35 0,0 2-93 16,-1-1-257-16,-3 0-137 0,0-1-43 0,-4 0 51 16,-2 0 143-16</inkml:trace>
  <inkml:trace contextRef="#ctx0" brushRef="#br0" timeOffset="18680.34">6264 2882 96 0,'4'2'313'0,"-2"0"149"0,1 1 117 16,-3-2-119-16,3 1-125 0,-1 0-29 0,0 0 19 15,-1 1 38-15,1 0 34 0,1 3 8 16,0 0-25-16,-1 1-49 0,1 4-61 0,3 3-56 16,-3 1-52-16,0 3-38 0,-1 1-29 15,1 4-27-15,-1 5-7 0,1 4-2 0,-3 1-7 16,2 3-8-16,-4 2-5 0,2 0-2 0,-2 3-12 16,1-2-13-16,-1 1-5 0,-1-2-7 0,3-1-4 15,-2-2-16-15,2-2-18 0,-1-2-55 16,-2-3-124-16,-2-3-157 0,2-2-290 15,-2-3-266-15,2-2-244 0,-2-3-42 0,-1-1 363 16,-1-2 436-16</inkml:trace>
  <inkml:trace contextRef="#ctx0" brushRef="#br0" timeOffset="18941.63">6049 3938 233 0,'-2'4'471'0,"1"2"152"0,1 0 70 0,1 0-244 15,5 1-247-15,-1 1-122 0,3-1-67 16,2 2-6-16,2 1-1 0,1-4 26 0,4 1 13 16,-1-1 3-16,3-2 0 0,2 0 0 15,1-3-6-15,0-1-28 0,0 0-17 0,0-3-8 16,0-2 2-16,0-2 1 0,-2 0-28 15,0-4-68-15,-1 2-178 0,-3-3-217 0,1 1-116 16,-4 0-15-16,-1-2 121 0,-2 0 194 0</inkml:trace>
  <inkml:trace contextRef="#ctx0" brushRef="#br0" timeOffset="19276.79">6128 2617 205 0,'3'4'396'15,"-1"1"143"-15,1 1 87 0,0 3-262 16,5 0-138-16,1 2-71 0,1-1-36 0,2-1-15 16,1 2-9-16,4-2-4 0,-1-1-13 0,3 0-5 15,-1 0-10-15,4-4-2 0,0 0-5 0,-1 0 1 16,2-2-50-16,1-4-23 0,-1 0-12 0,3 0-9 16,-2-3-8-16,1-1-45 0,0 4-52 0,-1-4-174 15,-3 3-209-15,-1-1-110 0,-1 2-7 0,-3 0 139 16,-2 2 195-16</inkml:trace>
  <inkml:trace contextRef="#ctx0" brushRef="#br0" timeOffset="20172.75">4504 3835 89 0,'3'-3'296'0,"-1"0"146"0,2 2 130 15,-4-1-124-15,2 2-124 0,-2 0-61 16,-2 0-20-16,2 2-20 0,-2 1-24 0,0 0-25 15,-1 3-26-15,1 0-12 0,1 5-19 0,-1 2-14 16,0 3-6-16,1 4-32 0,-1 2-22 0,2 4-31 16,0 2-20-16,0 4-11 0,2 4-9 15,-1 0 17-15,-1 3 28 0,2 0 16 0,0 0 6 16,-2 1 3-16,1-1-2 0,1 0-5 16,-2-3-23-16,1-1-12 0,1-4-9 0,-2-3-3 15,0-5-35-15,0-2-56 0,0-5-73 0,0-1-89 16,-2-5-171-16,1-3-240 0,-2-1-99 15,1-1 48-15,-3-2 180 0,2 0 220 0</inkml:trace>
  <inkml:trace contextRef="#ctx0" brushRef="#br0" timeOffset="20449.61">4324 4779 169 0,'4'6'348'0,"0"0"131"0,0 0 67 0,1-2-204 16,2 2-137-16,1-2-74 0,1 1-37 16,-1-4-19-16,3 1-7 0,3-4-6 0,-1 1-26 15,2-2-11-15,0-3 19 0,2 0 7 0,1-2-2 16,-1 0 2-16,-1-3-6 0,1 1 0 0,-4-1-28 15,3-1-17-15,-4 0-41 0,1 0-87 16,-2 0-236-16,-3 2-172 0,-2-3-73 16,-1 2 32-16,-2-3 152 0</inkml:trace>
  <inkml:trace contextRef="#ctx0" brushRef="#br0" timeOffset="20753.21">4224 3738 145 0,'10'0'333'0,"-1"-2"130"0,-1 2 96 16,3-1-216-16,3 1-119 0,-2 0-59 15,3-1-29-15,0-1-16 0,2 2-9 0,-1-3-3 16,4 1-42-16,2 1-26 0,-1-2-16 16,4 0 21-16,-1 0 3 0,1 0 3 0,2 0-3 15,-1-1-3-15,-1-1 0 0,2-1-52 16,-2 2-87-16,-3 0-266 0,0-2-196 0,0 1-98 16,-3 3 4-16,-3-3 139 0</inkml:trace>
  <inkml:trace contextRef="#ctx0" brushRef="#br0" timeOffset="26829.32">3225 10234 196 0,'1'-3'338'0,"1"3"124"0,-2-1 9 0,2 1-142 16,-2 0-97-16,1 0-56 0,-1 1-24 0,2 2-10 16,-1 1-10-16,4 2-9 0,-3 4-2 15,4-2 15-15,0 6 27 0,-1 0 10 0,3 1 33 16,-1 4 45-16,2 2 28 0,0 5 3 0,-1 2-14 15,-1 2-8-15,2 4-37 0,1 4-40 16,-1 4-38-16,0 3-31 0,-1 1-32 0,2 6-20 16,-2-1-8-16,3 3-17 0,-3 1-2 0,3 4 4 15,0 0 18-15,-2 3 27 0,1 3 50 0,2 1 28 16,-2 3 6-16,0 2-6 0,2 4-17 16,-4 2-30-16,2 5-45 0,-1-1-27 0,1 5-14 15,-1 3-4-15,0 0 2 0,1 5 0 0,0-2 1 16,0 5 0-16,0-1-5 0,0 2-10 0,-1 2-8 15,2 2 0-15,0-4 1 0,0 3-2 16,0 0 0-16,1 1 1 0,0 0 1 0,-1 0-4 16,2 1-2-16,-1-1 0 0,1 0 4 0,1 0 3 15,-1 1 3-15,1 1 0 0,-1 0-1 0,1-1 0 16,-1-4-1-16,-2-1 0 0,3-4 0 0,-3-3 0 16,0-2-1-16,0-3 0 0,-3-4-6 15,0-6 0-15,0-3-3 0,-2-7-2 0,-3-9 1 16,2-8-3-16,-3-9-3 0,-1-8-11 0,-1-8-33 15,-3-10-66-15,-3-10-69 0,-5-7-121 0,-2-11-178 16,-3-6-308-16,-3-12-294 0,-6-7-215 16,-2-9-86-16,-3-8 361 0,-3-11 541 0</inkml:trace>
  <inkml:trace contextRef="#ctx0" brushRef="#br0" timeOffset="27554.9">3054 10303 166 0,'2'16'400'0,"-2"-1"174"15,0 0 103-15,2-4-186 0,-1-2-164 0,1-3-47 16,-1-1-11-16,4-4 1 0,-1-2 40 16,1-3 37-16,0 0-11 0,2-5-41 0,-3-1-34 15,4-6-30-15,-3 0-51 0,1-4-47 0,-1-3-33 16,3-4-27-16,1 2-26 0,-2-2-17 0,2-1 5 15,0 1-7-15,-1 1-1 0,2 1 0 16,-2 3 2-16,1 2 0 0,-2 3-13 16,-1 4-3-16,-1 3-4 0,0 0-5 0,1 5-2 0,0 2 10 15,-1 1 13-15,1 5 4 0,2 2 3 0,0 2 3 16,0 4 3-16,0 2-6 0,3 2-6 16,-2 2-7-16,1 2-7 0,1 1-6 0,-2 5-3 15,3-2-10-15,0 2-26 0,-1-2-32 16,2 1-114-16,1-1-166 0,-3 3-295 0,3 0-282 15,-1 2-264-15,1-1-154 0,0 3 313 0,1 3 535 16</inkml:trace>
  <inkml:trace contextRef="#ctx0" brushRef="#br0" timeOffset="28834.34">3508 14884 112 0,'8'-4'322'0,"-2"1"142"0,2-2 102 16,0 1-167-16,0-1-177 0,2 0-73 16,2-1-31-16,1 1-13 0,2-1-11 0,2-1 0 15,3 2 130-15,0-2 26 0,3 1 3 0,2-1-2 16,5 2-1-16,0-3-9 0,3 1-105 16,2-1-54-16,3 0-47 0,1 1-21 0,4-2-20 15,4-1-11-15,1 2-8 0,3-1 17 16,1 0 27-16,0 0 11 0,3-1 9 0,1 1 1 15,0 0-3-15,3 1 53 0,-1-2 48 16,4 3 22-16,0 0 9 0,2-1 1 0,3 1-1 16,3-3-59-16,1 5-50 0,3-3-29 15,1 1-21-15,0-1-12 0,1 0-2 0,3 0-3 16,-1-1 2-16,4 1 3 0,3 0 5 0,-1-2 5 16,3 1-4-16,2 0-4 0,-1 1-6 0,-1 0-5 15,0-1 4-15,0 1 3 0,0 0 9 0,5 2 2 16,0 0 3-16,1-3 4 0,2 5-8 15,0-3-6-15,2 1-10 0,-2 0 7 0,0 0 2 16,0-2 2-16,1 2 15 0,4 0 13 0,3-1 4 16,-2-1-7-16,4 1-4 0,-3-1 2 15,1-1-5-15,0 1-8 0,1 2 1 0,2-1 2 16,3 1 1-16,0 0-9 0,-1-1-15 0,-1 1 1 16,-1-1 1-16,0 3 1 0,0 2 1 15,2-3 3-15,-1 0 9 0,-1 2-5 0,-1-2-9 16,-3 1 3-16,-1 0 3 0,-4-1 5 0,-1 2 3 15,1-1 6-15,-1-1 0 0,-2 1-6 16,-1-1-6-16,-5 1-6 0,1-1-4 0,-5 1-4 16,-4 0 6-16,-4 0 3 0,-3 2 4 0,-1-3 4 15,-2 5 4-15,-5-2 1 0,-2-3-4 16,-3 4 1-16,-4 0-3 0,-6-1-5 0,-4 0-2 16,-5 1-1-16,-5 0 3 0,-4 1-3 0,-8 0-2 15,-2 0 7-15,-5 0 0 0,-6 1 2 16,-2-1 3-16,-5 1 2 0,1 1 17 0,-5-2 19 15,0 2 26-15,-3-1 24 0,1 0 16 0,1-1 14 16,-1 0-9-16,1 2-18 0,-1-2-22 16,2 0-24-16,0 0-15 0,0 0-18 0,0-2-5 15,2 2-8-15,1-1-2 0,0 1 1 16,1-3 0-16,-1 1 2 0,2 0-4 0,0-2 2 16,-2 2 0-16,2-2-3 0,-2 2-3 0,3-3 0 15,-3 2 3-15,1 2-1 0,-3-2 2 16,3 0-1-16,-3 1 0 0,1 2-5 0,-1-1-6 15,1-1-37-15,1 2-45 0,-3 2-48 0,2-2-112 16,-4 0-155-16,2 1-285 0,-3-1-250 16,1 0-235-16,-1-1-125 0,-2-1 295 15,0-2 484-15</inkml:trace>
  <inkml:trace contextRef="#ctx0" brushRef="#br0" timeOffset="29138.29">11110 13906 101 0,'-5'-6'635'0,"-1"0"419"16,1 3 124-16,2 1-107 0,1 0-411 0,6 2-285 16,0 0-163-16,7 2-77 0,2-1-38 0,4 2-8 15,4 1-6-15,4 1-24 0,2-1-11 16,5 4-13-16,1-2-8 0,3 2-13 0,2 3-3 16,-2-3-4-16,1 3 0 0,1 0-1 0,-2 1 7 15,-1 2-2-15,1 0-2 0,-6 4 15 16,-4-2 41-16,-1 3 41 0,-6 1 42 0,-5 0 26 15,-3 3 4-15,-6 1-11 0,-7 0-33 16,-2 2-34-16,-6 1-35 0,-4-1-26 0,-3 3-12 16,-3-1-10-16,-1 2-11 0,-3-3-2 15,3 0-5-15,-3-4 0 0,2 0-3 0,2-4-19 16,2-4-66-16,1-1-74 0,1-5-143 0,2-3-224 16,6-5-313-16,0-1-337 0,6-3-217 0,1-1-16 15,2-2 514-15</inkml:trace>
  <inkml:trace contextRef="#ctx0" brushRef="#br0" timeOffset="29656.44">11883 14734 306 0,'3'-3'592'0,"0"3"216"0,-1 0 142 0,0 2-187 15,2 1-169-15,-2 2-124 0,4 6-74 0,-1 1-45 16,1 5-70-16,1 4-67 0,1 3-49 16,1 4-27-16,-1 2-20 0,0 2-17 0,0 1-17 15,1 1-26-15,-1 1-25 0,0-1-21 0,1-2-11 16,-1-1-10-16,-1-3 0 0,-1-2-8 16,2-4-35-16,-2-1-33 0,-3-4-93 15,-1-2-148-15,0-4-242 0,-4-3-294 0,-1 0-242 0,-1-3-192 16,-3-4 171-16,-1-1 491 0</inkml:trace>
  <inkml:trace contextRef="#ctx0" brushRef="#br0" timeOffset="30212.97">11877 15051 263 0,'1'0'553'15,"1"1"214"-15,-1-1 115 0,3 0-167 0,0 2-168 16,4-2-107-16,0 0-67 0,0-2-47 0,3 2-36 16,3-1-73-16,-1-3-72 0,3 2-56 15,0-3-27-15,1 1-15 0,-1-2-23 0,3 1-14 16,-2-1-8-16,2 0-4 0,0 2-4 15,0-3-3-15,0 1 2 0,-3-3-3 0,1 4-18 16,-1-1-82-16,-2 0-131 0,-2-1-167 16,-2 3-291-16,-3 0-267 0,-2 3-207 0,-4-1 80 15,-1 2 391-15</inkml:trace>
  <inkml:trace contextRef="#ctx0" brushRef="#br0" timeOffset="30404.4">12216 14968 23 0,'2'6'406'0,"0"3"297"0,-1-1 193 0,-1 5 105 16,2 2-274-16,1 0-232 0,0 3-142 15,-1 1-73-15,3 0-40 0,-2 0-82 0,5 1-76 16,-4-1-41-16,1 1-25 0,2-2-11 0,-1 0-7 16,0-1-35-16,0-1-84 0,-1-3-133 15,-2-1-204-15,-3-3-278 0,2-1-253 0,-4-2-132 16,1-2 162-16,-1-4 388 0</inkml:trace>
  <inkml:trace contextRef="#ctx0" brushRef="#br0" timeOffset="30586.94">12275 14808 320 0,'-3'-9'812'15,"-2"1"297"-15,1 2 12 0,-3 4-236 0,2 0-386 16,2 2-245-16,0 2-125 0,1-1-62 0,2 4-34 15,2-1-20-15,1 2-36 0,0 1-88 16,1 2-128-16,0 2-166 0,1 2-286 0,0 2-245 16,1 0-142-16,-3 3 138 0,2 0 349 15</inkml:trace>
  <inkml:trace contextRef="#ctx0" brushRef="#br0" timeOffset="31184.52">12441 15146 205 0,'3'-9'506'0,"-1"1"216"0,-2-3 153 16,2-1-84-16,1-3-175 0,0 1-141 0,3-4-74 15,-1 4-48-15,1-1-67 0,-1 0-99 16,1 2-72-16,2 0-41 0,-2 4-28 0,1 0-9 16,-1 3-1-16,1 3 1 0,0 2-2 15,1 2-6-15,0 3 2 0,0 6-3 0,1-2-8 16,0 5-4-16,-1 0-9 0,2 1-2 0,0 0-3 15,1 0-2-15,3 0-1 0,-1-3-5 16,3-1 6-16,-2-3-2 0,3-1 1 0,1-4-1 16,-1-4 2-16,-1-2 3 0,5-4-3 15,-3-1 2-15,-2-4-2 0,5-1-1 0,-4 0 1 16,4-2 0-16,-1 3 0 0,0-3-6 0,-2 5 1 16,3 0-2-16,-2 3-1 0,0 4 2 15,-2 1-2-15,2 3 5 0,-2 5-1 0,1 0 3 16,-2 3-3-16,-2 2 2 0,2 2 3 0,-2 1-1 15,0-1 0-15,0 0 3 0,1 0 3 16,1-3-1-16,-2-1-2 0,3 1-2 0,0-6-4 16,-2 0 1-16,2-1-1 0,-1-4-7 15,0-2-3-15,0-1 0 0,-1-2-9 0,-2 0-9 16,0-2-6-16,-1-2 2 0,-2-1 2 0,-2-1 4 16,-2-3 9-16,-3 0 11 0,0 0 7 15,-4-4 3-15,-1 0 7 0,-3-2 7 0,-2 0-1 16,-1-1 1-16,-2-1 7 0,-1 3 13 15,0 3 43-15,1 1 37 0,-2 7 26 0,-1 1 19 16,2 5 14-16,0 5 6 0,0 5-32 16,1 2-29-16,1 7-20 0,3 1-18 0,1 5-23 0,3 2-21 15,1 2-14-15,1 2-4 0,1 3-7 16,4-1-2-16,0 1-2 0,1 0 0 16,5-1-1-16,-1 1-4 0,1-4-1 0,3-3-2 15,2-2 0-15,1-4-2 0,-1-3-23 0,2-3-52 16,-4-4-64-16,2-2-103 0,-4-4-179 0,-1-4-304 15,-1-2-305-15,-4-2-262 0,-1-3-151 16,-5-5 278-16,-2-2 601 0</inkml:trace>
  <inkml:trace contextRef="#ctx0" brushRef="#br0" timeOffset="32364.74">2218 9735 312 0,'-3'-6'566'0,"-2"1"270"0,-2 0 163 16,0 1-216-16,-1 1-160 0,1 0-122 0,-5 0-82 15,1 3-87-15,1 1-71 0,-4 1-54 0,3 2-24 16,1 4-3-16,-4 1-6 0,3 4-10 0,-3 1-23 16,1 4-19-16,2 3-23 0,0 3-23 0,2 2-17 15,1 4-10-15,0 0-10 0,5 1-6 0,1 2-5 16,2 0-11-16,2-2-6 0,5-2-2 0,0-4-3 15,1-1-4-15,3-2-3 0,3-6-1 0,2-3 0 16,3-2-1-16,3-6 0 0,-1-2 2 0,4-5 2 16,3-2-2-16,2-5-12 0,2-2-54 15,1-4-64-15,1-1-133 0,2-1-262 0,2-1-299 16,-2 2-347-16,0-1-272 0,1 3-68 0,-4 1 542 16</inkml:trace>
  <inkml:trace contextRef="#ctx0" brushRef="#br0" timeOffset="33016.24">4681 11548 173 0,'-6'-7'749'0,"-1"3"408"16,-2 0 65-16,4-1-129 0,2 3-411 16,0 2-192-16,3 2-114 0,0 3-64 0,0-1-45 15,2 4-41-15,1-2-53 0,-2 1-76 0,4-1-46 16,-3-2-26-16,5 1-13 0,-4-2-5 0,2 2-3 15,-1-2-3-15,0 0 1 0,-2-1 0 16,0-1 1-16,-1 1 1 0,-1-2 2 0,0 0 3 16,0 1-2-16,0-1 1 0,0 2-1 15,-3-2-5-15,3 0-6 0,0 1-3 0,-2-1-47 16,2 0-63-16,0 1-63 0,0 1-129 0,2 0-197 16,1-2-318-16,2 5-269 0,4-4-207 15,-1 0-74-15,2-1 419 0,4 0 532 0</inkml:trace>
  <inkml:trace contextRef="#ctx0" brushRef="#br0" timeOffset="33554.56">6591 10564 98 0,'11'2'377'0,"-3"0"240"0,-2-2 271 0,-2-2 23 16,-1-2-143-16,-3-1-126 0,0-1-64 0,-2-2-39 15,-1 1-76-15,-2-3-104 0,-1 2-71 16,-3-3-50-16,-1 3-50 0,2-2-52 0,-4 3-40 16,0-1-20-16,1 2-12 0,-1 3-14 15,0 1-10-15,2 2-10 0,0 4-9 0,2-2-5 16,2 5-9-16,0 1-2 0,2 2-4 16,3 0-1-16,2 2-1 0,1 2-3 0,1-2 0 15,5 2-3-15,0-1-4 0,0-1-25 0,4 1-73 16,-1-1-76-16,2 0-146 0,1 1-261 0,-1-1-323 15,4-2-348-15,-1 2-216 0,5-1 29 16,1 1 590-16</inkml:trace>
  <inkml:trace contextRef="#ctx0" brushRef="#br0" timeOffset="34008.25">7723 12246 23 0,'-3'-5'443'16,"0"3"339"-16,-2 0 198 0,5 0-1 0,0 1-346 16,6 1-282-16,-1 0-175 0,3 0-80 15,2 0-44-15,4 0-20 0,0 0-14 0,5 0-10 16,-3 0-5-16,4-1-7 0,-1-1 1 0,-1-1-4 15,-1 0 3-15,-1 0 1 0,-2 0 5 16,-4 0 71-16,-4 3 58 0,-1-2 33 0,1 2 8 16,-6-5 3-16,-2 4-4 15,-2 1-64-15,1-1-45 0,-2 0-33 0,-2 1-28 0,1-3-71 16,-2 2-121-16,-1 1-152 0,2-1-271 0,1 1-270 16,1 0-232-16,2 0-21 0,-1-2 310 15,4 0 408-15</inkml:trace>
  <inkml:trace contextRef="#ctx0" brushRef="#br0" timeOffset="34625.65">10316 10530 8 0,'8'10'557'0,"-1"1"494"15,-3 0 200-15,-2 3-87 0,-1 1-193 0,-1 1-335 16,0 3-185-16,2 0-97 0,-2 1-63 16,0-3-49-16,0 0-83 0,1-4-74 0,-1 0-39 15,2-4-23-15,1-3-9 0,-1-2-6 16,1-2-3-16,0-4-2 0,2-1 0 0,-2-4-1 15,0-3 0-15,0-2 2 0,0-1-1 16,1 0 0-16,-3-1-1 0,-1 2 0 0,0 3-2 0,-1 3-2 16,-1 2-2-16,-3 0-9 0,-1 4-33 15,0 6-67-15,-2 1-54 0,-3 2-80 0,-3 1-142 16,-1 3-215-16,-2-1-281 0,-2 3-216 16,-5 2-201-16,-1-2 22 0,-4 1 445 0</inkml:trace>
  <inkml:trace contextRef="#ctx0" brushRef="#br0" timeOffset="35640.5">4517 11219 175 0,'-2'2'409'0,"2"-1"192"0,0 1 137 16,0 0-210-16,0 3-142 0,0-2-87 15,3 6-44-15,0-1-22 0,1 5 1 0,0 1 6 16,3 4-5-16,2 2-3 0,-1 4-17 0,0 1-23 15,3 5-28-15,-2 1-29 0,3 5-35 16,-3 5-25-16,2 1-20 0,-3 2-18 0,0 1-15 16,3-1-10-16,-5 1-5 0,2-2-3 15,-1-3-4-15,2-2 0 0,-3-4-2 0,-1-4-2 16,0-3-18-16,0-4-42 0,-4-7-79 0,1-1-112 16,-2-4-142-16,0-3-293 0,-2-4-242 15,1-2-146-15,-4-6 82 0,0-3 322 0</inkml:trace>
  <inkml:trace contextRef="#ctx0" brushRef="#br0" timeOffset="35947.96">4305 11119 230 0,'3'-3'445'0,"-1"1"158"16,1-2 92-16,2 4-263 0,1 0-194 0,3 0-115 15,2 2-50-15,2 1-27 0,3 0-12 16,4 0 88-16,0-2 57 0,3 2 22 0,2-2 12 16,0 1-5-16,2 0-5 0,1-2-91 0,0 0-49 15,1 0-27-15,-1 0-14 0,-1-2-8 16,0 0 1-16,-1 2 0 0,-2-1-7 0,-3 1-13 15,-1 1-61-15,-4 4-103 0,-2 1-230 16,-6 4-254-16,-1 2-185 0,-4 5-69 0,-5 3 155 16,-4 3 301-16</inkml:trace>
  <inkml:trace contextRef="#ctx0" brushRef="#br0" timeOffset="36183.97">4588 12148 57 0,'13'16'257'15,"-1"-5"122"-15,3 1 117 0,0-2-110 0,1-1-130 16,1-1-75-16,1-2-44 0,1-1-19 0,1-2-27 16,1-2-19-16,4-2-28 0,0-2-15 0,4-2-8 15,-1-1-9-15,2-5-8 0,0-1-29 16,2-2-79-16,-2-1-262 0,2-3-138 0,-4-4-48 15,2 0 51-15,-1-1 138 0</inkml:trace>
  <inkml:trace contextRef="#ctx0" brushRef="#br0" timeOffset="36816.78">6401 10212 94 0,'4'14'334'0,"-1"2"168"0,0 1 149 0,2 5-69 15,2 0-146-15,-2 4-37 0,3 2 7 0,0 2 3 16,1 2-22-16,-1 4-43 0,0 0-61 16,-1 1-68-16,2 3-68 0,-3-3-47 0,-1 1-35 15,0-1-22-15,0-1-11 0,-2-3-15 16,3-4-6-16,-4 0-16 0,-1-5-42 0,1-4-92 15,-2-2-131-15,-2-3-199 0,-1-5-282 0,0-3-240 16,-3-2-118-16,1-5 175 0,-3-1 371 16</inkml:trace>
  <inkml:trace contextRef="#ctx0" brushRef="#br0" timeOffset="37070.05">6213 10257 100 0,'8'-2'336'0,"0"1"162"0,3-2 132 15,2 3-115-15,2 3-179 0,1-3-106 16,3 1-25-16,2-1-1 0,1 0-14 0,2 0-10 16,1 0-35-16,-1 0-18 0,1 0-37 15,2 0-36-15,-2 0-20 0,2 0-12 0,-2 0-9 16,-1 2-3-16,-2 0-6 0,0 1-15 0,-2 3-61 15,-3 2-99-15,-4 3-211 0,-3 1-239 16,-3 2-157-16,-7 4-30 0,0 1 168 16,-5 2 259-16</inkml:trace>
  <inkml:trace contextRef="#ctx0" brushRef="#br0" timeOffset="37283.12">6311 11151 132 0,'8'11'296'0,"3"-5"122"16,2-1 76-16,1 0-179 0,5-2-119 0,1-3-68 15,3 0-32-15,4 0-27 0,1-3-20 16,6-2-16-16,3 0-8 0,4-1-9 0,2-3-26 16,3 3-117-16,-2-1-231 0,5-1-114 15,-3 2-24-15,1 1 62 0,-2 2 126 0</inkml:trace>
  <inkml:trace contextRef="#ctx0" brushRef="#br0" timeOffset="37927.08">7720 11912 51 0,'3'-3'340'0,"-1"0"211"15,-1-2 170-15,1 5-18 0,0-4-200 0,-1 4-110 16,-1-1-39-16,3 2-1 0,-1 1 0 15,1 5-24-15,5-1-41 0,-4 4-49 0,3 3-62 16,1 3-54-16,0 3-40 0,1 2-31 0,2 4-21 16,-3 0-18-16,3 4-4 0,-1 1-2 15,-2 2 0-15,1 1-4 0,1-1 4 0,-4 4 4 16,1-3-2-16,-3-1-3 0,2 1-3 16,-3-2 0-16,2-2-2 0,-5-4-8 0,2 0-24 15,-2-2-48-15,-2-6-86 0,2-1-111 16,-5-2-134-16,2-3-238 0,-3-2-257 0,2-5-153 15,-3 0 63-15,-1-6 283 0,0-2 322 0</inkml:trace>
  <inkml:trace contextRef="#ctx0" brushRef="#br0" timeOffset="38198.48">7573 11785 280 0,'0'-7'618'0,"2"1"231"0,-1 1 74 0,4 4-245 16,1-1-240-16,7 4-126 0,-2-1-58 0,6 2-24 15,-1 2-20-15,5 1 9 0,1-2-31 16,0 0-40-16,5-2-41 0,1 1-19 0,2-3-10 16,0-1-27-16,0-1-22 0,2-2-11 0,0 0-4 15,-1-3-6-15,-1 0-4 0,0 0-4 16,-1 1 0-16,-2-1 1 0,-2 3-8 15,-3 1-39-15,-3 1-103 0,-2 4-145 0,-5 2-241 0,-6 3-281 16,0 4-260-16,-4 4-130 0,-5 2 238 16,-4 1 436-16</inkml:trace>
  <inkml:trace contextRef="#ctx0" brushRef="#br0" timeOffset="38422.43">7655 12793 171 0,'8'34'373'0,"3"-5"152"16,3-1 120-16,2 0-200 0,1-3-137 0,1-3-68 15,4 0-36-15,2-6-23 0,1-1-30 16,1-5-36-16,2-4-38 0,2-1-35 16,2-5-24-16,-1-3-10 0,5-3-8 0,-1-3-10 15,0-4-21-15,3-2-74 0,0 0-154 0,1-5-257 16,-1 2-158-16,0-4-60 0,-3 1 94 15,0-4 223-15</inkml:trace>
  <inkml:trace contextRef="#ctx0" brushRef="#br0" timeOffset="39236.35">10283 10281 24 0,'2'4'303'16,"-2"5"189"-16,0 0 166 0,0 5 56 0,0 1-207 16,1 6-82-16,2 0-14 0,2 6 7 0,-2 1-21 15,5 5-42-15,-2 4-68 0,1 1-63 0,-1 3-66 16,1 2-50-16,0 2-34 0,-2 1-20 15,1 1-11-15,-1 0-18 0,0-2-9 16,1-2-9-16,-3-4-5 0,2-4-6 0,1-4-8 16,-2-5-37-16,-1-4-76 0,0-2-111 15,-3-5-138-15,0 0-267 0,-3-3-263 0,-2-3-190 16,0-1 31-16,-3 0 301 0,-4-2 360 0</inkml:trace>
  <inkml:trace contextRef="#ctx0" brushRef="#br0" timeOffset="39551.61">10100 10213 273 0,'1'-20'516'16,"1"1"182"-16,-2 1 82 0,1 5-274 0,1 1-194 15,1 1-73-15,0 3-33 0,5 3 2 0,3-1 15 16,2 6-2-16,3 0-29 0,1 4-46 16,4 0-36-16,1 3-35 0,3-1-30 0,-1 1-19 15,4 2-13-15,1 2-5 0,-1-3-7 16,4 3-5-16,-2 0-3 0,2 1-7 16,-1-2 5-16,-1 2 2 0,0 0 5 15,-1 1 2-15,-3 0 2 0,1 2 2 0,-3-3-49 0,-3 1-88 16,-1 1-112-16,-3-2-162 0,-2 2-274 15,-4-1-213-15,-2 2-54 0,-4-2 178 0,-2 1 290 16</inkml:trace>
  <inkml:trace contextRef="#ctx0" brushRef="#br0" timeOffset="39840.66">10123 11434 239 0,'3'13'445'0,"4"2"158"0,1-7 89 0,3 1-274 0,1-3-183 16,1-1-97-16,4-1-45 0,2-4-4 15,1-1-5-15,2-3-2 0,3-1-21 0,2-3-15 16,1 0-7-16,2-2-27 0,2-1-15 15,-1 0-15-15,2-2 2 0,-1 4-37 0,-2-4-79 16,0 5-203-16,0-1-211 0,-4 1-110 0,-1 4-5 16,-3 1 140-16,-2 1 207 15</inkml:trace>
  <inkml:trace contextRef="#ctx0" brushRef="#br0" timeOffset="51116.76">17270 1902 175 0,'1'1'307'0,"-1"3"111"0,0-4 9 0,2 2-163 16,-2 0-85-16,2 0-33 0,-2 0-15 16,0 2 7-16,0-3 2 0,0 2 13 0,-2 0 14 15,2-1 19-15,-2 3 48 0,2 0 40 0,0 1 25 16,0 0 13-16,-1 2-2 0,1 3-17 16,0-2-46-16,0 5-36 0,0 1-30 0,0 1-33 15,0 2-25-15,0 4-23 0,0 0-17 16,0 1-21-16,0 3-11 0,0 3-7 0,0-1 5 0,0 2 10 15,1 3 18-15,-1-1 11 0,0 2 9 16,2 0-4-16,-2 1-7 0,2 1-18 0,-2 2-20 16,0-1-17-16,1 1-9 0,-1-1-3 15,0 1-4-15,0-1 1 0,0 1-2 0,0 0 2 0,0-1-6 16,0 1-1-16,0-1-2 0,0-2-1 16,0 2 1-16,0-1-1 0,0 0 5 0,-1 1 1 15,1-4 1-15,0 3-4 0,-2-1 1 0,0 0-1 16,1 1 1-16,-1-1-4 0,1 0 4 15,-3-1-3-15,2 0-1 0,0 1 0 0,0 0-1 16,2-1-2-16,-1 1-1 0,-1-2 0 0,2 0 3 16,-1-2-2-16,1 2-1 0,0-2-1 15,0 0-2-15,0-2 2 0,0 0-1 0,1 0-1 16,-1-1-1-16,0-1 4 0,2 0 1 0,-1-2 0 16,-1 2 2-16,0-2 1 0,2 0 0 15,-2 1-3-15,0-4 0 0,2 3-1 0,0 0-1 16,-2-1-1-16,0 2 1 0,0-3 3 15,-2 3-1-15,2-3-1 0,-2 3-1 0,2 0 0 16,0-3 0-16,0 3-2 0,0 0 1 0,0-4-2 16,0 4 0-16,0-2 0 0,0-1 2 15,0 0-3-15,2-1 1 0,0-1 2 0,-2 2-5 16,4-2 1-16,-4 0 2 0,1 0 1 0,2 0 1 16,-1 0 1-16,0 0 1 0,-1-1 3 0,1 1-3 15,-1 0 2-15,1-1-2 0,0 2 0 16,-1-3 2-16,2 2-4 0,-1 1 1 15,0-3-5-15,-1 0 4 0,2 2 0 0,-1-1-1 16,-1 3 0-16,1-3 2 0,-1 2 2 0,-1-1 0 16,2 0 1-16,0 2-3 0,-2 0 0 15,1-2-1-15,-1 1-2 0,3-1 2 0,-3 2 0 16,0-1 0-16,2 1 0 0,-2-1-2 0,2 1 0 16,-1 1 1-16,-1 0-3 0,0 0 4 15,2 1 1-15,-2 1 2 0,0-1-2 0,0 2-1 16,0-1 2-16,1 0 0 0,-1 2-4 0,0-1 5 15,0 1 2-15,0-1-2 0,0 2-2 16,0-1 1-16,0 1 0 0,0-2-2 0,0 1 1 16,0 1 4-16,-1-1-3 0,1 0-1 0,-2 2 0 15,2-3-1-15,0 4 0 0,-1-3-2 16,-1 4 1-16,0-2 1 0,2 1 0 0,-3 1-1 16,0 1 1-16,0 0 2 0,0-1 0 0,-2 3 0 15,0 0 1-15,-1 0-1 0,1 2-1 16,0-1 2-16,2 0-1 0,-2-1-1 0,-1 2-1 15,3-3 0-15,-2 0-1 0,2-2-2 0,2-2-1 16,-3-4 4-16,3-5-4 0,-1-4-2 16,2-4-21-16,-2-5-38 0,2-3-44 0,0-5-45 15,-1-6-90-15,-1-6-142 0,-2-3-182 16,1-6-259-16,-2-5-232 0,0-2-195 0,-1-6 106 16,-1-4 429-16</inkml:trace>
  <inkml:trace contextRef="#ctx0" brushRef="#br0" timeOffset="52127.12">17112 2044 227 0,'0'2'376'0,"0"2"144"0,0-1 6 16,0-1-120-16,-2 0-64 0,2-2-15 15,-3 0 23-15,3 0 36 0,-1 2 17 0,-1-2-7 16,0 0-28-16,2 2-47 0,-1-2-52 16,1 0-62-16,-2 0-46 0,1 0-38 0,-1 0-28 15,0 0-18-15,2 0-9 0,0-2-1 0,0 0 2 16,-1-2 4-16,1 0-5 0,0-1 0 0,1-2-5 16,-1-1 9-16,2-1 4 0,3-1-5 15,-2-2-1-15,3-2-3 0,0-1-2 0,1-4-3 0,1-1 0 16,3-3-4-16,-2 1-3 0,3-3-6 15,1-2-5-15,0 0-18 0,1-2-14 16,-1 1-8-16,0-1-7 0,3 1 0 0,-4-1 1 0,2 4 1 16,-2 1 0-16,-3 4 1 0,2 1 3 0,-3 4 0 15,0 1-3-15,-2 4 1 0,-1 1 1 16,0 3-1-16,-1-1-2 0,0 5 2 0,-1 1-1 16,0 1 0-16,3 1 3 0,-3 1 3 0,2 5 2 15,-2 0 3-15,2 4 5 0,2 1 1 0,-3 3 0 16,2 1-1-16,-3 2 1 0,2 3-3 0,-1 0-3 15,0 3 1-15,0 2-3 0,-3-1 1 0,2 2-3 16,2 0-3-16,-4 2 0 0,1-2-3 16,-1-1 0-16,3 2-2 0,-3-2-1 0,3 0-2 15,0-1-11-15,-2 1-50 0,1-2-67 0,-3 0-103 16,2 1-176-16,-1-2-301 0,-1-1-329 0,2 3-286 16,-2 0-165-16,0 0 277 0,-2 5 623 15</inkml:trace>
  <inkml:trace contextRef="#ctx0" brushRef="#br0" timeOffset="54373.85">16991 6574 18 0,'2'0'261'0,"0"0"147"0,-1 0 127 0,3 0-20 16,-3 0-205-16,2 0-106 0,1-2-52 0,0 2-15 15,2 0 8-15,-1-3 5 0,3 3 22 0,0-2 21 16,1 1 7-16,3-1 16 0,-3-1-11 16,5 1-6-16,-1-1-7 0,3 0-14 0,-2 0-17 15,3 0-27-15,-1 0-21 0,3 0-10 16,-1 0-27-16,2 0-5 0,0 0-2 0,1-1-5 15,3 1 4-15,-2 0-4 0,2-2-5 16,-2 1-23-16,2 0-13 0,-1 0-5 0,2 0-7 16,-2 0 1-16,1 0-2 0,-1 2 4 15,2-3 10-15,-4 3 12 0,3-1 2 0,0 0 3 16,-3 2 0-16,0-1-2 0,3 0-12 0,0 2-10 16,-1 2-7-16,1-2-4 0,0 2-5 15,1-1-1-15,0 0-1 0,0 1-3 0,0 1 1 16,1-1-2-16,1-2 4 0,-2 5-3 0,2-3-1 15,0 2 2-15,0-2-3 0,-3 2 0 16,4-2-4-16,-2 2-2 0,0-2 4 0,1 1 4 16,2 0 4-16,-1-1 6 0,1 1 3 15,1-2 3-15,0-1-3 0,0 2-3 0,1-2-1 16,1 0 2-16,1 0-2 0,2 0 1 16,0 0-2-16,1 0 1 0,1 0 0 0,0 0-5 15,0 0 0-15,-1 0-2 0,2 0-1 0,0 0-4 16,1 0-2-16,0 0-2 0,-3 0 0 15,4 0 2-15,-1 0 2 0,1 0 2 0,-4 0 0 16,2 1 5-16,1-1 4 0,-1 2 2 0,0-1 2 16,0 1 0-16,2 1 0 0,-2-2 1 0,0 2-1 15,1 0-3-15,1 0-3 0,-2 0-3 16,-2-2 1-16,1 1-5 0,2 0-3 0,-3-2-3 16,1 0 4-16,1 0-2 0,-2 0 3 0,2-2-2 15,-2 0 4-15,2 1 4 16,-3-2 0-16,3 1 6 0,1 0 1 0,-2-2 6 15,1 2-5-15,2-1 0 0,-1 0-2 0,0 0-2 16,3 1-1-16,0-2-2 0,-1 1 1 16,1 0-2-16,1 0-2 0,-1-2-3 0,1 3 2 15,1-4-2-15,0 2-3 0,0 0 3 16,1-1 2-16,-1 0 1 0,0-1-1 0,2 2 3 16,0-2 1-16,-2 2 5 0,5-2 1 0,-2 1 1 15,3 1-3-15,-2-1-1 0,0 1-1 0,1-1-3 16,-1 3-1-16,-3-2-2 0,3 2 1 15,-1-2 1-15,0 1-2 0,-2-1-5 0,-1 4 3 16,2-2 3-16,-2 2 2 0,2-3 3 16,-1 1 2-16,-2 1 7 0,4 0 0 0,-3 1-2 15,2-2-2-15,-1 0 0 0,1 1-2 0,2 0-2 16,-4-1-3-16,2 0-5 0,-3 1 3 16,-1 0-2-16,2-1-1 0,-1-1 20 0,1 2 10 15,-1-2 4-15,0 3 5 0,-1-2 4 0,0 1 4 16,2-1-17-16,-5 1-8 0,4-1 2 15,0 1-5-15,0-1-4 0,-1-1-6 0,2 0 2 16,1 2-1-16,0-2-6 0,-2-2 2 16,1 1-4-16,-1 0 2 0,0-1-5 0,3-1 0 15,-3 4 1-15,1-5-1 0,-3 2 0 16,0-1 1-16,1 0 2 0,-2 2 4 0,1-1 3 16,2 2 2-16,-3-1 3 0,-1-1-3 0,4 2 2 15,-2 1-3-15,0-2-1 0,1 2-2 0,0-2-2 16,-1 2 5-16,-2-2-5 0,1 3 1 15,0-2-4-15,-2 3 0 0,-1-3-4 0,1 3-3 16,0 0 0-16,0 0 2 0,1-2 7 16,-4 2 0-16,3-3 6 0,-3 3 1 0,3-2 0 15,1 1 3-15,-2 0-5 0,1-3 4 0,-1 3-8 16,3 0 6-16,-2 1 5 0,2-2-3 16,-2 0-1-16,1 2-2 0,-2-1-1 0,-1 1-7 15,1 0-3-15,-1 0-3 0,-3 0 0 16,3 0-3-16,-1 0 8 0,-2 0 0 0,1 0-1 15,-3 0 2-15,-1 0 4 0,0 1 3 0,0-1 0 16,0 0 1-16,-1 0 0 0,-1 0 1 16,2-1 0-16,-1 1-2 0,-2 0-4 0,0 0 1 15,1 0 6-15,1 0-5 0,-3 0 1 0,1 0 2 16,2 0-3-16,-3 0 1 0,1-1-7 16,-1 1 1-16,-1-2 1 0,0 0-3 0,-1 1 3 15,-2 1 2-15,-1-3-1 0,-1 2 0 0,-4-1 3 16,2 1-2-16,-4-1-1 0,-2 1 0 0,0-1 37 15,-4 1 62-15,1-1 33 0,-4 2 20 16,-1-1 2-16,0-1-4 0,-1-1-29 0,2 2-49 16,-4-1-28-16,4 1-19 0,-4-2-13 0,2 1-5 15,-1 0-3-15,1-2-3 0,-1 2-2 16,1 2-1-16,-1-3 2 0,1 1 1 0,-1 0-2 16,1 1 1-16,-2 1 2 0,4-3 0 15,-4 3-1-15,1-2-1 0,-1 2 3 0,1 0-1 16,-2-3-2-16,2 3 0 0,-2 0-2 15,0 0 2-15,0 0-1 0,0 0-2 0,0 0 2 16,0 0-1-16,-2 0 1 0,0 0-1 0,1 0 0 16,-1 3 0-16,1-3-9 0,-4 0-44 15,1 2-61-15,0-2-56 0,-1 0-98 0,1 0-152 16,-1-2-223-16,-3 2-263 0,5-3-217 0,-2 0-184 16,0 0 126-16,1 0 458 0</inkml:trace>
  <inkml:trace contextRef="#ctx0" brushRef="#br0" timeOffset="54786.79">25586 5991 132 0,'4'-2'449'15,"-4"1"261"-15,1-1 174 0,-1 1-107 0,2 1-170 16,-1-1-110-16,1 1-86 0,0 0-60 0,1 0-48 15,2 1-44-15,1-1-61 0,-2 3-51 16,4-2-10-16,1 2 7 0,1-2-2 0,1 3-8 16,2-1 14-16,1 0 6 0,2 1-26 15,0-1-26-15,0 2-17 0,1-1-12 0,0 2-29 16,1 0-18-16,-1 2-7 0,-1 0 4 16,1 0 5-16,0 1 0 0,-4 0 0 0,0 2-2 0,0-1 1 15,-4 0-3-15,-1 3-3 0,-3-2 1 16,-2 0 3-16,2 0 6 0,-8 2 3 0,1-3-1 15,-2 3-2-15,-3 0-1 0,-3-1-4 16,-2 0-4-16,1 1-5 0,-5 1-4 0,2-3-4 16,-2 2-2-16,0 1 0 0,-1-2-3 15,3-2-1-15,-2 1 0 0,2-1-2 0,2-2-3 16,2-3 0-16,0 2-3 0,3-3 0 0,3 1-7 16,-4-2-14-16,7-2-41 0,-3 1-72 0,4-2-75 15,-1 0-145-15,2 0-229 0,-1 0-314 16,0 0-300-16,2 1-201 0,-2 2-7 0,0 0 509 15</inkml:trace>
  <inkml:trace contextRef="#ctx0" brushRef="#br0" timeOffset="55845.84">25831 6786 256 0,'5'-19'436'0,"-2"3"184"16,1 1 86-16,-3 1-133 0,3 3-46 16,-1 3-24-16,-2 2-30 0,-1 1-47 0,0 3-66 15,0 0-74-15,-1 5-75 0,-2 2-63 0,-1 3-37 16,-1 5-27-16,1 2-21 0,-1 3 7 15,0 3 10-15,-3 5 44 0,4 2 18 0,-1 3 31 16,-2 4 13-16,3 1-16 0,-2 3-21 16,1 4-41-16,2-1-21 0,-2 1-26 0,2 1-18 15,3 0-11-15,-4-1-6 0,4-1-3 16,4-3-9-16,-3-3-7 0,4-3-1 0,1-3-3 16,5-4-1-16,0-4 1 0,1-3-1 0,3-5 1 15,1-1-2-15,3-6 2 0,0-3 0 0,-1-3-3 16,2-2 1-16,0-3 0 0,0-2 0 15,2-5-1-15,-5 2-4 0,0-2-23 0,1-2-54 16,-6 1-59-16,0-1-65 0,-2-1-114 0,-1 1-164 16,-5 0-242-16,0-1-244 0,-4 0-214 15,-2 2-133-15,-1-1 228 0,-4-1 479 0</inkml:trace>
  <inkml:trace contextRef="#ctx0" brushRef="#br0" timeOffset="56095.64">25736 7029 100 0,'5'3'377'0,"2"0"228"0,1 1 203 0,3-1-27 16,1 4-197-16,4-3-94 0,0 2-51 0,4-2-54 16,0 2-70-16,2-1-69 0,1 0-60 15,2 0-48-15,0 2-45 0,0-1-33 0,0 0-18 16,0 0-8-16,-3 1-14 0,1 2-7 15,-4 0-6-15,-1 3-4 0,-3 1-3 0,-1 0-20 16,-5 3-59-16,-1 0-122 0,-3 1-159 16,-5-2-290-16,0 4-271 0,-3-4-225 0,-2 0-7 15,0-1 351-15,0-4 414 0</inkml:trace>
  <inkml:trace contextRef="#ctx0" brushRef="#br0" timeOffset="56295.13">26338 6917 196 0,'6'-6'704'0,"-2"2"363"0,-2 3 78 0,0 1-159 15,-2 3-369-15,0 3-248 0,0 1-148 0,-2 5-74 16,0 1-39-16,0 4-33 0,0 3-27 0,0-1-21 16,1 2-13-16,1 4-12 0,-2 0-31 15,2 0-107-15,0 1-167 0,0 1-294 0,-1-1-267 16,1-1-254-16,-4 0-122 0,3 0 297 15,-2-3 482-15</inkml:trace>
  <inkml:trace contextRef="#ctx0" brushRef="#br0" timeOffset="56924.76">26404 7006 76 0,'-3'-18'594'15,"-2"4"424"-15,-1 0 159 0,1 3-76 0,-3 3-392 16,5 1-297-16,-2 1-185 0,4 3-91 0,-1 1-50 16,0 4-32-16,4 1-24 0,0 3-17 15,2-2-3-15,1 5-4 0,3-2 1 0,0 2-4 16,2 3-3-16,2-2-6 0,1 2-14 16,-1 0-16-16,-1 1-15 0,4-3-9 0,-1 0-1 15,-1 1 1-15,0-3 14 0,0 0 14 16,1 0 14-16,-2-1 6 0,0 1 3 0,2-3 2 15,-2 2 0-15,2-2 2 0,-2-3 0 0,1 1 3 16,4-3 1-16,1 2 4 0,-1-2 2 16,2-2 1-16,-1 1 2 0,4-1 0 0,-3 1 0 15,-2 1-1-15,2 0 17 0,-1 0 17 16,-4 3 7-16,0 0 10 0,-2 1 5 0,0 2 5 16,-3 2-8-16,4-1-12 0,-5 2 4 0,0 2-2 15,1 0-3-15,-1 2-6 0,-2-3-8 16,2 2-4-16,3 0-12 0,-3-2-6 0,2-1-2 15,1 0-6-15,0 1-3 0,0-4 0 16,1-3 1-16,1-2-2 0,0-1 3 0,1-3 0 16,-1-3 3-16,3-3-2 0,-4-2 0 0,6-2 2 15,-6-2-3-15,2-1 2 0,-1 0-4 16,0-3 18-16,-5 1 17 0,0 2 34 0,-3 1 26 16,-2-1 15-16,-3 1 10 0,-3 2-13 15,-1 1-21-15,-2 2-13 0,-1 1-12 0,-3 3-2 16,-2 3-7-16,0 1 3 0,-2 4 3 0,-3 2-8 15,4 4-6-15,-2 4-9 0,0 1 2 0,3 3-3 16,-2 4-3-16,5 3-4 0,1 1-4 16,0-1-2-16,2 5-4 0,3-3-4 15,3 0-4-15,3 2 0 0,3-5-4 0,3-1-3 16,3-2 0-16,1-2-1 0,4-4 0 0,1-2-1 16,0-4-1-16,2-3-1 0,2-1-2 0,-2-6-15 15,-2-1-47-15,1-3-67 0,-4-3-79 16,-3 0-154-16,-1-2-260 0,-4-3-312 0,-2-2-282 15,-4 0-194-15,-2-4 74 0,-4-1 559 16</inkml:trace>
  <inkml:trace contextRef="#ctx0" brushRef="#br0" timeOffset="58879.51">15150 1260 172 0,'-4'-2'338'0,"3"-1"136"0,-2 0 46 15,3 0-124-15,-4 0-82 0,2 1-27 16,0-2 2-16,0 2 17 0,2-2 14 0,0 2 4 15,0-2-3-15,0 1-18 0,0-1-7 0,0 2-26 16,0-4-34-16,-1 4-43 0,1-2-39 0,0-1-31 16,0 3-40-16,0-2-24 0,0 3-19 0,0-2-12 15,0 2-7-15,1-1-1 0,-1 2-4 0,2-1 17 16,-2-1 8-16,4 2 6 0,0 2 1 0,-3-1 0 16,2 1-6-16,2 1 23 0,2-1 21 0,-1 4 5 15,3 3 4-15,-1-1 1 0,0 0 17 0,0 3-28 16,3 0-18-16,-3 3-9 0,2 0-9 0,-1 3-6 15,0-3-16-15,0 2-2 0,-3 2-1 0,3-2 3 16,-1 1 5-16,-1 2 0 0,-3-3 1 0,2 0-7 16,-1 2-4-16,-2-4-8 0,-1 1 1 15,0 0 1-15,-2-2 0 0,-2 0 3 0,0 1 0 16,-1-3 2-16,0 1-4 0,-3-2-1 0,1 0-4 16,-1 0 0-16,-2-2-2 0,0 2-2 0,-1-4-3 15,-3 0-2-15,3 0 0 0,-2-3 0 0,1 0-3 16,-1-2 2-16,-1-1 0 0,2 0-1 15,-2-3 0-15,0-1-1 0,1-2-1 0,0-3 0 16,0 1-3-16,3-5 2 0,-3-1 1 0,3 0 1 16,0 0-1-16,2 0 1 0,-2 0 1 0,4-3 1 15,-3 1 0-15,4 1 0 0,-2-2 0 0,3 3-6 16,-1-1-4-16,0 0-3 0,0 2-1 16,3-1-1-16,0 1 0 0,0-1 6 0,3 1 2 15,-1 1 2-15,1 0-1 0,0-3 2 0,2 5-1 0,0-5 2 16,1 2 1-16,3 1-1 0,-2-1 2 15,1 1-1-15,1-1 0 0,0 1 0 0,1 1 0 0,1-1 0 16,2 0 0-16,-2 1 0 0,0 2 0 16,2 0-1-16,-4 2 0 0,4-1 0 0,-4 4-2 0,1-1 2 15,-1 2 1-15,1 1 0 0,-1 1-1 16,-1 2 1-16,3 1 1 0,-1 1-1 0,-1 0 0 16,2 3 1-16,-1 0-1 0,1 0 0 0,1 2 0 15,-2-1 0-15,2 1-1 0,-2-1 1 0,0-1 1 16,-1 0-1-16,2 0 1 0,-1-3-1 0,-1 2 1 15,2-4 0-15,0 2-1 0,-3-3 2 0,3-1 0 16,-1-2 1-16,-1-2 0 0,2-1-1 0,0-1 0 16,-1-2-2-16,2 0 4 0,-2-2 3 0,-2-1-3 15,3 2-8-15,-2-1-37 0,-2 1-65 0,-2 1-79 16,-1 0-147-16,-2 1-231 0,-2 2-316 16,0-1-309-16,-5 3-219 0,0 2-30 0,-1-2 522 15</inkml:trace>
  <inkml:trace contextRef="#ctx0" brushRef="#br0" timeOffset="59772.94">16048 1027 61 0,'0'-3'321'0,"-2"0"203"0,-1 2 209 0,1-2 12 0,-1 3-77 16,0-2-57-16,-3 0-62 0,3-2-65 15,-2 2-63-15,-2-3-58 0,3 2-53 0,-1 0-32 16,0 3-24-16,-2 0-25 0,0 0-26 0,1-2-37 16,-2 2-50-16,-2 0-32 0,2-3-31 0,0 1-16 15,-2 1-10-15,0 1 0 0,0-1 1 0,2 0-13 16,-2 1 4-16,2-3 1 0,-1 3-2 16,0 0-12-16,1 0-1 0,2 3-1 0,-1-2-1 15,0 1-8-15,2 3 2 0,0-3 0 0,0 2-4 0,2 3 3 16,-2-1 3-16,2 1-1 0,2 0-5 0,-4 2 3 15,5 0 0-15,-1 2 4 0,1-1-6 0,1 2 3 16,-1-1 1-16,5 2 2 0,-5-1 0 0,3 0 0 16,0 1-1-16,0 3 2 0,0-2-1 0,1 2 0 15,-1-3 1-15,0 2 6 0,0 2 3 16,-1-2 1-16,2 1 4 0,-1 0-1 0,-1 1 0 16,0 0-8-16,-1-1-4 0,1-1-2 0,0 4-1 15,-2-3-1-15,0 1 0 0,0-1 0 0,0 0 1 16,0 2-2-16,0-4 3 0,-2 2 0 0,2-1-2 15,0-2 2-15,-2 1 1 0,2 0 1 16,0-2 0-16,0-1-1 0,-1 0 2 0,1 0-1 16,-2 0 0-16,2-1-1 0,0-1 1 0,-2 0-1 15,2-2-1-15,0 0 0 0,0 1 0 0,0-2 0 16,2-2 0-16,-2 2 0 0,2-1 0 16,-1 0 0-16,-1-3 2 0,4 3 0 0,-3-3-1 0,4 2 1 15,-2-2-2-15,5-1 2 0,-4 1 0 16,5 0 1-16,-3-4-2 0,4 0 3 0,0 1-1 15,0-2-1-15,1-2-1 0,3-1-1 0,-3-1 1 16,5 1-2-16,-1-2 1 0,-2-1 0 0,0 0 0 16,1 2 0-16,-1-2 0 0,0 1-1 0,-1 2-1 15,-2-2 0-15,0-1-1 0,0 3-1 16,-2 1-2-16,-1-1 0 0,-2 1-23 0,1 1-49 16,-2-1-67-16,-2 1-81 0,0-2-159 0,-1 2-268 0,-1-3-305 15,0 1-277-15,-1-1-178 0,1-3 89 16,-4 0 567-16</inkml:trace>
  <inkml:trace contextRef="#ctx0" brushRef="#br0" timeOffset="60155.13">16203 1019 200 0,'1'-4'686'0,"-1"3"399"0,-1 0 121 16,-1-1-216-16,0 0-323 0,2 1-210 0,0 1-124 16,-1 1-65-16,1 5-25 0,0 2-27 0,0-1-26 15,0 2-29-15,1 0-42 0,-1 0-36 0,2 3-37 16,1-6-16-16,-1 2-12 0,1-1-6 0,-1-1-5 16,1 0-3-16,1-3 0 0,-1 0-3 0,1 0-1 15,1-3 0-15,-4 0 3 0,4 0 5 16,-2-1 7-16,2-4 1 0,-1 1 2 0,-1-2-1 0,2 0-1 15,-1 0-6-15,-3 0-5 0,2 0-2 0,-1-2 0 16,0 2 1-16,-2 1-3 0,0-1-1 0,0 4 3 16,0-3-2-16,0 4-3 0,-2-1-1 15,0 2 1-15,1 0-1 0,-2 3 0 0,1 0 0 16,-1 3 0-16,-1 0-15 0,1 2-51 0,2-1-49 16,-4 2-59-16,4-1-103 0,-1 1-150 0,2-1-166 15,0 3-230-15,0 0-241 0,2 2-186 0,-1-1 106 16,1 2 388-16,4-1 383 0</inkml:trace>
  <inkml:trace contextRef="#ctx0" brushRef="#br0" timeOffset="60426.85">16509 1383 33 0,'5'5'508'0,"0"-1"426"0,-2 0 215 0,0-1-41 15,0 0-356-15,-1-2-289 0,-1 1-189 0,-1-2-100 16,4 0-48-16,-3-2-33 0,2-2-24 0,2 0-19 15,0-2-16-15,3-1-9 0,-4-1-7 16,1 0-4-16,2 0 0 0,-2 1 18 0,-1 1 45 16,1 2 53-16,-1-1 51 0,-2 4 18 0,0-1-3 15,-1 1-21-15,-2-1-37 0,-1 2-46 0,0 0-40 16,-1 0-25-16,0 2-14 0,-3 1-8 0,3 0-6 16,-2 1-1-16,0 2-5 0,0 0-2 0,2 1-22 15,-3-2-42-15,2 0-52 0,-1 1-48 16,1-1-74-16,0-3-123 0,0 2-138 0,0-3-180 0,-4 2-230 15,3-1-226-15,2 0-66 0,-3 0 251 0,1-1 417 16</inkml:trace>
  <inkml:trace contextRef="#ctx0" brushRef="#br0" timeOffset="60708.65">16302 1439 283 0,'-3'2'536'0,"0"1"230"0,1-1 106 16,-1-2-204-16,2 3-165 0,1-2-103 16,0-1-63-16,0 0-42 0,1-1-40 0,1-4-41 15,1 0-41-15,2-2-25 0,0 0-24 0,2-4-16 16,0-1-14-16,1 0-6 0,0-3 0 0,1 1-6 16,-1-2-10-16,2-2-11 0,-1 2-6 15,0-4-21-15,1 2-11 0,1-2-9 0,-2 1-8 16,-1-1-6-16,2 1-3 0,1 0 0 0,-2 1-3 15,-1-2-4-15,1 2 0 0,1 0-22 0,-2 2-32 0,-1-1-47 16,0 0-101-16,-2 1-132 0,-2 0-194 0,0 1-271 16,1 4-249-16,-3-1-141 0,-1 1 166 0,0 3 398 15</inkml:trace>
  <inkml:trace contextRef="#ctx0" brushRef="#br0" timeOffset="61450.91">16527 832 140 0,'0'0'401'0,"0"0"192"0,1 0 124 0,-1 0-181 16,3 0-146-16,-1 1-66 0,1 2-30 16,2-2-20-16,2 1 32 0,0 1 20 0,1-1-16 15,2-2-41-15,-1 2-46 0,2-4-25 0,-1 2-40 16,-1-2-37-16,4-2-36 0,-2 2-27 0,1-3-5 15,0 0 3-15,0-2-9 0,2-1-3 0,-1 2-2 16,1 0-2-16,-3 1-15 0,-1 0-12 16,1 0-4-16,-3 3-6 0,-2-2 2 0,1 3-4 15,-1-1 40-15,-3 2 37 0,0 3 29 0,0 1 20 16,-3 0 11-16,3-1 2 0,-3 0-30 0,2-1-33 16,-2 0-27-16,0 0-21 0,3-1-14 0,-3 1-9 15,2 0-4-15,0 2 1 0,-1-1 0 0,1 0 1 16,-1 1 3-16,4-1-1 0,-4 2-1 0,4-1-2 15,-2 3 1-15,1-4-2 0,-1 4-1 0,2-1 2 16,-2 1 0-16,0-1 1 0,3 2-3 0,-1-3-1 16,0 3 3-16,-1 0-1 0,1-1 0 0,3 0 2 15,-2 2-1-15,1-1 0 0,-1 0 2 16,0-1-1-16,4 1 1 0,-2-1-4 0,-2 1 2 16,2-1 0-16,3 0-4 0,-2 2-2 0,0-1 0 15,1-3 3-15,-2 3 0 0,0-1 2 0,0 0 1 16,1-1 1-16,0 2-1 0,-3-1-2 0,0 1-1 15,3-1-1-15,-2 2 0 0,-1 0-1 0,-1 0 3 16,0 1 1-16,2-1-1 0,-3 1 0 0,1 0 0 16,-2 0 1-16,0 1-2 0,-1 0 0 0,-1-1 0 15,-1 1 2-15,0-1 0 0,-3 0 3 0,1 1 0 16,-1-2 9-16,0 2 5 0,-2 0 5 0,0-3 1 16,-1 1 2-16,2 2 2 0,-1-2-6 0,-2-2-2 15,2 2-4-15,-2 0-1 0,1 0-1 16,-1 1-2-16,-1-2 0 0,2 1-2 0,-3 1 4 15,-1 1 1-15,0 1 0 0,0-3 0 0,-2 3-1 16,3 0 3-16,-5-1-1 0,2-1 0 0,-2 0-1 0,2 1 2 16,0-3 2-16,0-1-3 0,1 1-2 0,-2-1-2 15,2-3 0-15,1 1-3 16,-2-2-3-16,2-1-1 0,-1-1-2 0,1-1-1 0,0 0 0 16,0 0-2-16,1-1 0 0,-1-1-2 0,2 1-1 15,0 1-2-15,1 0 0 0,0 0 0 16,1 0-3-16,1 1-9 0,0 2-16 0,-1 0-45 0,3 0-70 15,2 2-87-15,-3-1-148 0,1 0-240 0,3 1-317 16,0-2-296-16,3 2-194 0,-1-2 57 0,0 1 529 16</inkml:trace>
  <inkml:trace contextRef="#ctx0" brushRef="#br0" timeOffset="63918.92">15371 2401 86 0,'0'-5'304'0,"-2"3"153"0,2-1 140 16,0 1-104-16,-1 1-122 0,-1-2-51 0,2 3-2 15,-3-2 17-15,3 2 17 0,-2 0 0 0,2 0-14 16,0 0-27-16,-1 0-42 0,-1 0-41 16,2 0-43-16,0 0-38 0,0 2-34 0,-1-2-23 15,1 1-16-15,0 2-5 0,0 2-4 16,0 1 5-16,0 2 7 0,0 3 15 0,-2 2 7 16,2 1 2-16,-2 3 15 0,2 1 3 0,0 3-6 15,0 1-18-15,0 0-4 0,2 6-5 0,-2-3-22 16,2 2-16-16,-2 1-7 0,1 0-7 0,-1-2-12 15,3 2-10-15,-3-3-5 0,2-1-4 16,-2 0-2-16,3-3-3 0,-3-1 2 0,2-1 0 16,-1-6 1-16,1 3-1 0,-2-3 2 0,2-3-2 15,-2 0 1-15,1-2 1 0,-1-1-2 0,0 0 3 16,0-3 2-16,0 0 8 0,0 0 6 0,0 0 4 16,-1-2 1-16,1 1-1 0,-2 0-3 0,0 2-7 15,1-2-6-15,-1 1-5 0,-1 1-1 16,1-1-1-16,1 0 0 0,-1 2 0 0,1 2 1 15,-3-1-2-15,2 2 1 0,0 1 1 0,0-1-1 16,1 3 0-16,-1-2 0 0,1 2 2 16,-1-1 0-16,2 0 1 0,-2-1-1 0,2-3-2 15,0-1 0-15,0 0-2 0,0-3-2 0,0 0 1 16,0-3-1-16,2-3 3 0,-2-1-1 16,3-4 0-16,0 0-12 0,-1-4-40 15,0-1-64-15,0 0-59 0,0-1-102 0,-2 1-159 16,0-1-252-16,-2 1-274 0,2 0-218 0,-4 1-169 15,2-1 178-15,-1 1 497 0</inkml:trace>
  <inkml:trace contextRef="#ctx0" brushRef="#br0" timeOffset="64358.72">15298 2500 114 0,'0'-1'329'0,"-2"-2"160"0,2 1 141 0,-3 2-125 16,3 0-111-16,-4 0-52 0,4 0-6 0,-2 0-13 15,2 0-32-15,0 0-47 0,0 0-51 0,0 0-15 16,0-3-17-16,2 1 2 0,1 1 10 15,-2-2 10-15,2-1 3 0,-1-2-28 0,1-2-31 16,2-1-30-16,-2 0-30 0,2-4-22 0,2 1-6 16,0-2-8-16,0-2-5 15,1 1 5-15,0 0 4 0,2 1 4 0,-3 1-7 0,1 2 1 16,-2 1-2-16,0 2-9 0,-1 2-8 0,0 0-5 16,-2 4 14-16,0 0 6 0,1 2 4 0,-1 0 4 15,1 3 10-15,-1 1 4 0,-1 2-17 0,1 2-6 16,-1 2-6-16,-1 2-3 0,2 2-13 0,-1 0 0 15,0 2 0-15,-1 0-5 0,1 2 0 16,0 1-2-16,-1 0 2 0,1 0-7 0,-1 0-20 16,1 3-29-16,2-1-40 0,-4-2-94 0,2 1-159 15,-2-2-272-15,0 1-267 0,0-1-248 16,-2 0-170-16,2-1 228 0,-1-1 511 0</inkml:trace>
  <inkml:trace contextRef="#ctx0" brushRef="#br0" timeOffset="65028.07">15508 3589 166 0,'5'-5'435'0,"-2"0"238"15,-1 2 197-15,-2-2-95 0,2 2-127 16,-2 2-93-16,-2-1-76 0,2 1-67 0,-2 0-46 15,2 1-54-15,0 0-47 0,-1 0-28 0,-1 1-19 16,0 0-22-16,-1 2-33 0,-1 0-35 16,1 3-25-16,-2 1-25 0,0 1-17 0,-3 1-11 15,2 2-8-15,-3 0-7 0,-1 5-6 16,-1-1-5-16,-2 2-5 0,0 4-1 16,0 1-4-16,-4 2 2 0,2 1-4 0,-3 2-2 0,1 0 0 15,1 0-1-15,-3-1-2 0,2-1-3 16,3-3-1-16,-2 0-2 0,6-4 0 0,-1-4 1 15,3 0-2-15,2-3 0 0,1-3-2 0,0-1-1 16,2-1 0-16,0-2-1 0,1-1 0 16,1 1 1-16,-1-3-1 0,1-1 3 0,1 1 0 15,-2 1-1-15,-1-2-4 0,3 0-11 16,-1 2-22-16,-1-2-37 0,2 0-59 0,-2 0-55 16,2-2-63-16,-3 2-105 0,2-3-125 0,-3 0-142 15,3 0-228-15,-1-2-228 0,1 1-143 16,-1-1 147-16,2-1 381 0</inkml:trace>
  <inkml:trace contextRef="#ctx0" brushRef="#br0" timeOffset="65410.62">15090 3660 198 0,'-4'-3'449'0,"-1"1"218"15,2 1 163-15,-3-1-167 0,6 1-143 16,-3-1-96-16,3 2-73 0,0 0-69 0,0 0-64 16,3 3-22-16,-1 0-26 0,5 3-21 0,-2 1-7 15,3 1 4-15,2 3 3 0,2-2-31 16,3 6-9-16,2-2 16 0,1 2 4 0,2 3 0 15,0-2-7-15,1 1-12 0,1 2 7 0,4-2-11 16,-3 3-12-16,2-1-11 0,-1 1-9 16,0 1-5-16,1 0-23 0,-3 0-22 0,1 1-10 15,-3-1-4-15,0-1-2 0,-3 1-4 16,0-2-2-16,-4-1 0 0,1-1-3 0,-3 0-20 16,-2-6-53-16,1 3-53 0,-6-7-57 0,1-1-104 15,0-3-152-15,-3-3-195 0,-1-2-243 16,-1-2-222-16,0-3-160 0,-1-3 153 0,-1 0 430 15</inkml:trace>
  <inkml:trace contextRef="#ctx0" brushRef="#br0" timeOffset="68871.28">18109 5886 239 0,'0'11'459'15,"0"-1"166"-15,0 0 109 0,0 1-249 0,2-1-205 16,1-1-79-16,-1 0-37 0,1-4-15 15,5 1 3-15,-4-1 3 0,1-5 2 0,0 0-19 16,2-5 22-16,-3-1 11 0,4-3 3 16,-3-2 2-16,0-2 11 0,-1-2 8 0,0-3-28 15,-3 0-12-15,-1-2-29 0,0 4-11 0,0-1-5 16,-1 2-1-16,-3 3 17 16,1 1 9-16,-2 3-1 0,0 3-19 0,1 0-21 0,-4 4-23 15,3 1-28-15,-1 3-24 0,1 3-12 16,-1 2-4-16,0 0-4 0,3 4-1 0,-1 1-5 15,1-1 1-15,1 0-1 0,1 0 2 16,-1 0 4-16,2 0-5 0,0-3 3 0,0 0 1 16,3-1-20-16,-1-2-38 0,0-1-35 0,-1-2-47 15,3-2-105-15,-3-1-146 0,5-2-217 16,-3-3-250-16,2-1-234 0,0-2-126 0,0-5 214 16,0 0 426-16</inkml:trace>
  <inkml:trace contextRef="#ctx0" brushRef="#br0" timeOffset="69665.39">18938 4329 13 0,'-5'19'357'0,"-1"0"255"15,-3 0 245-15,2 0 133 0,2-1-277 16,0-3-197-16,2 0-123 0,2-4-57 0,1-2-63 16,0-3-68-16,1 0-64 0,4-5-36 15,0-1-21-15,1-2-20 0,2-4-21 0,0-4-12 16,0-1-11-16,2-5-6 0,-1 0 2 0,-1-2 14 15,0 0 30-15,-2 0 38 0,1 4 53 0,-2-1 37 16,-3 5 9-16,-2-1-16 16,0 4-29-16,-2 0-34 0,-3 4-41 0,0 2-34 0,-2 5-20 15,-1 0-11-15,2 2-9 0,-3 5-3 16,2 0-1-16,-1 3-5 0,3 0 0 0,1 1-2 16,-2-1-42-16,3 1-58 0,3-3-59 0,-2 0-101 15,2-3-147-15,2-1-205 0,-1-3-270 16,2-1-218-16,3-1-174 0,-1-6 132 0,2-1 420 15</inkml:trace>
  <inkml:trace contextRef="#ctx0" brushRef="#br0" timeOffset="70588.77">20653 2728 185 0,'-6'11'410'0,"2"-1"189"16,-3 2 146-16,2 0-140 0,-1 0-82 0,1 4-39 15,-1-2-35-15,3 0-38 0,0-1-61 0,-1 1-88 16,4-4-83-16,0 0-69 0,4-4-46 15,-1 1-7-15,0-1-1 0,3-2 2 0,-3-2 0 16,4-2 4-16,-3-3-1 0,1-1-17 0,0-2-13 16,3-4-9-16,-4 1 1 0,0-2 9 15,-1 1 18-15,-2 0 26 0,1-1 21 0,-2 1 25 16,0 0 7-16,-2 4-11 0,-1-1-20 0,0 1-23 16,-2 0-21-16,4 3-25 0,-7 1-15 0,5 1-8 15,-2 2-3-15,0 1-6 0,0 1-2 0,2 3-2 16,0 2-3-16,0-1 2 0,0 3-2 15,3-2-3-15,0 3-36 0,0-1-37 0,2 0-38 16,2 1-75-16,-2-3-125 0,1 3-150 0,2-4-241 16,-1 0-246-16,1-1-218 0,2-1-14 0,2-2 320 15,-1 0 412-15</inkml:trace>
  <inkml:trace contextRef="#ctx0" brushRef="#br0" timeOffset="72173.06">23474 1839 38 0,'0'-3'254'0,"-1"0"143"16,1 0 142-16,-4 1-55 0,4 1-105 0,-3-1-52 15,2 2-13-15,1 0-1 0,-4 0-5 0,3 2 5 16,-1-1-27-16,1 3-30 0,-1-2-21 16,0 3-17-16,0 0-13 0,-2 0-27 0,1 4-7 15,2 0-15-15,-4 3-19 0,2 0-28 0,-2 0-24 16,1 4-18-16,0-5-18 0,-1 1-14 16,4 0-12-16,-1-2-5 0,2 0-5 0,0-2-8 15,0-4-4-15,3 2 7 0,2-3 3 0,-4-2 4 16,4 1-1-16,2-5 6 0,-1 0 1 0,2-5-6 15,1 1-6-15,2-4-4 0,-1-1 2 0,2 0-4 16,-2-2 3-16,0 1-6 0,0 1 10 16,-3 0 31-16,-1 3 41 0,-1 0 49 0,0 3 24 0,-2 2 11 15,-2-1-9-15,-2 2-26 0,-2 1-38 16,-2 2-39-16,0 4-28 0,-1 0-13 0,-4 2-10 16,1 3-6-16,-1 0-5 0,2 2-1 0,-4 2-17 15,2-1-60-15,2 2-54 0,0-4-114 16,1 2-168-16,0-3-305 0,4-1-308 0,0 0-239 15,1 0-143-15,-1 1 316 0,1-1 562 0</inkml:trace>
  <inkml:trace contextRef="#ctx0" brushRef="#br0" timeOffset="78472.92">18152 5556 79 0,'0'-2'263'16,"0"1"126"-16,0 1 74 0,-1 0-85 0,1-2-103 15,0 2-51-15,0 0-17 0,-2 0-11 0,2 2-12 16,0-2-13-16,-1 3 3 0,1 0 23 16,-2 1 19-16,0 4 17 0,2 2 10 0,-1 4-9 15,1 2 0-15,1 4-32 0,-1 2-40 0,4 3-22 16,-4 0-13-16,1 3-10 0,-1 4-29 16,2-3-19-16,-1 3-13 0,-1 1-23 15,-1 0-16-15,-1-1-11 0,2-1-11 0,-1 0 3 16,1-4 0-16,-4-2-2 0,4-1 4 0,-1-3 1 15,-1-4 2-15,2-1-8 0,0-6-22 16,-2 0-34-16,2-5-62 0,-1-2-86 0,-1-4-98 16,-1-2-114-16,3-3-138 0,-2-2-238 0,1-2-103 15,-1-6 59-15,1 2 208 0,-4-6 250 16</inkml:trace>
  <inkml:trace contextRef="#ctx0" brushRef="#br0" timeOffset="78762.64">17999 5498 134 0,'0'-6'356'0,"0"0"165"16,3 2 117-16,-3 0-169 0,1-1-138 15,2 2-80-15,-1-1-18 0,5 1-11 0,-1 1-12 16,2 0 31-16,4 0-2 0,1 0-9 15,3 1-41-15,0 0-27 0,3 1-20 0,-3-2-52 16,4 2-43-16,0 0-22 0,-2 2-11 0,3-1-3 16,1 2-1-16,-5 0 1 0,0 0 0 15,1 1-2-15,-2 1 0 0,-3-1-3 0,-1 2-19 16,-3 0-55-16,-2 0-90 0,-2 3-103 0,-2-1-155 16,0 3-283-16,-8 1-195 0,2-1-28 0,-3 3 172 15,-4-1 279-15</inkml:trace>
  <inkml:trace contextRef="#ctx0" brushRef="#br0" timeOffset="79022.25">17986 6238 169 0,'7'6'358'0,"-3"0"149"0,5-3 104 0,0 3-226 0,0-6-142 16,5 2-72-16,-1-2-37 0,3-2-37 16,1-3-21-16,0-1-22 0,3-1-30 0,0-2-20 15,2 0-8-15,-3-3-1 0,3 0-1 16,-3-1 4-16,0-1-7 0,2 1-38 0,-2-1-76 16,-2 1-214-16,-1-1-177 0,-2 0-78 0,-1 1 34 15,0 0 139-15</inkml:trace>
  <inkml:trace contextRef="#ctx0" brushRef="#br0" timeOffset="79832.31">18879 4170 13 0,'2'-8'247'16,"0"3"151"-16,-2-1 146 0,-2-1-32 0,2 3-159 15,-2-1-66-15,1 2-23 0,-1 0-8 0,-1 0 4 16,0 0 20-16,1 1 10 0,1 1-22 15,-4 1-17-15,4-2-17 0,-1 2-21 0,0 0-22 16,1 2-26-16,-2-2-29 0,-1 3-26 16,3 0-27-16,-2 2-16 0,-1 2-15 0,1 1-15 15,0 3-8-15,0 3-8 0,0 3-4 16,1 2-6-16,2 2-5 0,-1 4 1 0,1 0-6 16,0 4-1-16,1 0-1 0,-1 2-6 0,2 1-1 15,-2 1-3-15,3 2 5 0,0-2 0 16,-1 1 6-16,-1 0 2 0,-1 0 6 0,2-1-1 15,-1-3-16-15,-1-3-35 0,0-3-64 16,0-2-88-16,0-3-111 0,0-2-152 0,-1-3-284 16,-1-2-212-16,2-2-78 0,-1-1 140 0,-4-2 306 15</inkml:trace>
  <inkml:trace contextRef="#ctx0" brushRef="#br0" timeOffset="80086.25">18742 4831 260 0,'4'3'418'16,"0"2"135"-16,1-1 41 0,1 1-223 0,0 0-123 16,3-1-64-16,0 2-35 0,0-2-15 0,4 2-31 15,-1-1-19-15,1-1-36 0,1-1-19 0,1 2-17 16,0-3-6-16,0-2-6 0,0 0-4 15,1-1-3-15,0-2-2 0,-2-1-30 16,-1-1-57-16,0-1-94 0,-3 0-234 0,-2-1-169 16,-1 0-66-16,-1-3 75 0,-3 1 171 15</inkml:trace>
  <inkml:trace contextRef="#ctx0" brushRef="#br0" timeOffset="80374.41">18808 4028 102 0,'5'-8'362'15,"0"-1"186"-15,0 1 173 0,-2 1-59 16,0-1-174-16,5 1-95 0,-4-1-68 15,4 2-46-15,0 0-57 0,2 2-63 0,1 0-59 16,2 0-47-16,2 1-21 0,0 2-17 16,2-1-8-16,2 2-7 0,0-1-4 0,1 1-2 15,2 0 2-15,-1-2-30 0,1 1-94 0,0 0-125 16,-1-1-290-16,1-2-221 0,0 1-155 16,2 1 26-16,-2-4 268 0</inkml:trace>
  <inkml:trace contextRef="#ctx0" brushRef="#br0" timeOffset="81190.6">20636 2463 49 0,'0'3'251'0,"0"0"119"0,0-1 107 16,0 0-85-16,0 1-167 0,0-2-60 15,-2 3-31-15,2-2-4 0,-3 3-2 0,3 1 16 16,-1 0 7-16,-3 1 19 0,1 3 16 0,0 0 19 16,-1 2 18-16,1 3 1 0,-2 2 9 0,1 0-19 15,0 3-19-15,0 1-1 0,1 3-18 16,0 2-24-16,-3 1-30 0,4 3-21 0,-1 0-19 16,2 3-33-16,-3 0-23 0,1 1-10 0,2 1-8 15,-3-1-3-15,3-2-1 0,-1-3-4 16,2 2-2-16,2-6-24 0,-1-2-63 0,3-2-94 15,-1-4-113-15,2-4-154 0,-4-1-289 16,4-4-206-16,-2-2-36 0,2-1 183 0,-4-4 292 16</inkml:trace>
  <inkml:trace contextRef="#ctx0" brushRef="#br0" timeOffset="81457.71">20416 3316 74 0,'3'13'273'16,"1"2"127"-16,1-4 107 0,-1 1-125 0,5 0-140 16,-1-2-59-16,2-1-28 0,2 0-24 0,1-2-15 15,1-3-20-15,2-1-14 0,3-3-8 16,0-3-4-16,2 0-9 0,1-3-5 0,-1-2-10 15,1-2-5-15,0 0-29 0,-5-2-32 16,4 0-61-16,-4 0-123 0,-3-1-251 0,0 2-135 16,-2 2-40-16,-4-2 84 0,-2 1 176 15</inkml:trace>
  <inkml:trace contextRef="#ctx0" brushRef="#br0" timeOffset="81806.92">20500 2359 195 0,'1'0'399'0,"1"0"150"16,1 0 94-16,1 0-250 0,-1 0-142 16,2 2-49-16,1 0-25 0,3 0 57 0,-1 0 27 15,3 0 7-15,2-1-30 0,0 2-46 0,2-2-27 16,1 2-73-16,3-1-40 0,0-1-21 0,2 1-11 16,1-1-5-16,1 1-4 0,1-2 1 0,2 0-2 15,0-2 1-15,3 1-1 0,-1-2-2 16,1-2-6-16,-3 2-49 0,1-1-96 0,-1-2-122 15,1 2-293-15,-2-1-219 0,-1-1-143 0,-2 1 61 16,-1 1 264-16</inkml:trace>
  <inkml:trace contextRef="#ctx0" brushRef="#br0" timeOffset="82694.64">23512 1650 108 0,'-1'0'311'0,"-1"0"141"0,1 1 112 0,-3 2-158 16,3 0-115-16,-1 3-41 0,0 2-10 0,1 3 23 16,-1 1 38-16,2 2 6 0,2 5 8 15,-1 0-16-15,1 6 7 0,0-1-22 0,-1 2-42 16,3 2-33-16,-3 0-48 0,2 0-34 0,2 0-51 16,-4 1-31-16,2-2-21 0,1 0-11 0,-3 1-5 15,-1-5-4-15,2 2-2 0,-2-1-4 16,0 0 2-16,-2-1-12 0,-1-3-40 0,-2 2-87 15,-4-4-106-15,3-2-133 0,-4-1-236 0,-1-3-272 16,2-1-170-16,-3 0 45 0,-2-4 270 0,2 0 332 16</inkml:trace>
  <inkml:trace contextRef="#ctx0" brushRef="#br0" timeOffset="83010.84">23311 1613 91 0,'0'-5'308'0,"2"0"142"0,-1 2 107 0,1-1-138 16,0 2-161-16,-1-3-76 0,3 4-31 0,-3-1-16 15,2-1 27-15,3 3 16 0,-1 0-11 16,3 3-23-16,0-1-21 0,4 1-36 0,1 2-49 15,1 1-33-15,1 0-18 0,3 1-13 0,-1 1-9 16,1 1 18-16,3 0 6 0,0 0 8 0,2-1 3 16,1 3 0-16,-2-2 3 0,4 2-1 15,-1-2 1-15,0 1-1 0,-1 1-2 0,-2-3 2 16,0 3-2-16,-2-3-30 0,-2 4-65 0,-1-3-86 16,-4 0-228-16,-1 0-193 0,-3 1-94 0,-3 1 54 15,-3-1 179-15</inkml:trace>
  <inkml:trace contextRef="#ctx0" brushRef="#br0" timeOffset="83293.6">23049 2554 271 0,'-2'15'499'0,"1"-7"172"0,1 1 81 0,3-3-285 16,3 0-194-16,0-2-107 0,4 1-51 0,1-2-21 15,6-2 41-15,1 1 21 0,3-2-13 16,2 0-11-16,4-2-9 0,1 1-9 0,2-1-53 16,0 1-25-16,4-2-15 0,-1 1-9 0,2-1-2 15,-4 2-47-15,3-1-95 0,-4 1-95 0,0 1-256 16,-4 1-227-16,0 2-154 0,-7 2 26 15,-2 1 235-15,-4 1 259 0</inkml:trace>
  <inkml:trace contextRef="#ctx0" brushRef="#br0" timeOffset="85544.42">17714 10412 106 0,'4'0'331'0,"-4"0"164"16,0 0 131-16,0 0-119 0,0 0-156 16,0 4-67-16,-4-1-21 0,4 2-6 0,-1 2-5 15,-1 2-10-15,2 1-15 0,0 3-11 0,0 6-8 16,2-1-1-16,-1 3-6 0,-1 2-5 15,4 3-11-15,-4 3-23 0,1-2-22 0,-1 6-23 16,3 0-7-16,-3 1 3 0,3 5 10 16,-1 2 8-16,-2 2 20 0,0 1 10 0,0 2-9 15,0 1-22-15,0-1-28 0,0 3-21 16,-2 0-16-16,-1-1-15 0,2 0-8 0,-1-1-4 16,1 2 0-16,-3-2 2 0,1 2-13 0,1-3-10 15,-1 1-2-15,2-2-4 0,-3 0 0 0,1 1-5 16,-3-2-3-16,3-1 1 0,1 2-1 15,-1-3 0-15,0 1-1 0,0-1 0 0,0-1 0 16,-1 1 2-16,1 0 0 0,2-1 0 16,-3-1 1-16,2 1 0 0,0 1 0 0,0-3-1 15,1 1-2-15,-1 1-2 0,2 0 2 16,0-1 0-16,0 3-2 0,0-4 1 0,0 2-1 16,0-1 2-16,0 1-3 0,0-1 0 0,0 1 1 15,0-1 2-15,0 1-2 0,0-1 3 16,0-1 0-16,0 2 0 0,-1-1 0 0,1 2 0 15,0-1 1-15,-2 2-3 0,0 0-1 0,1 3 1 16,-1-1 1-16,1 1-2 0,1 3 0 0,-2-2 0 16,0 2 1-16,1 3 0 0,-1-1-1 15,2 1 1-15,-2 3 1 0,1 1 0 0,-1-2-2 16,2 5 0-16,0-1 1 0,-1 4-2 16,1-1-1-16,-3 2 0 0,3-1 0 0,0 1 2 15,0 0-1-15,0-3 2 0,0-2 0 0,0 1 2 16,3-2-1-16,-3-1-1 0,1 0 0 15,-1 1-1-15,2-3-1 0,-1 1 1 0,1-4 0 16,0-1-1-16,-1-1-1 0,3-2 2 16,-4-2-2-16,1 1 0 0,2 0 1 0,-3 1 2 15,2-2 1-15,-2 4-1 0,-2 1 1 0,2 2 0 16,-3 0-2-16,2 2-2 0,1 0-2 16,-4-1-7-16,3-4-12 0,-1-4-20 0,0-6-48 0,2-7-54 15,-1-6-60-15,-1-5-93 0,2-7-133 16,-4-3-190-16,1-4-250 0,0-4-223 15,-4-3-171-15,-1-6 118 0,-1-1 417 0</inkml:trace>
  <inkml:trace contextRef="#ctx0" brushRef="#br0" timeOffset="86640.72">17567 10531 197 0,'-3'1'353'0,"2"1"138"15,-1 1 1-15,-1-2-105 0,-1 1-95 0,1 1-37 16,0-2-11-16,0 4 15 0,1-5 17 0,1 2 18 16,-4-2 15-16,5 5 0 0,-1-4-3 15,1 0-26-15,-2 0-31 0,2 2-40 0,-1-3-40 16,1 4-30-16,0-4-23 0,-2 2 0 16,2 0 14-16,0-2 18 0,0 2 13 0,2 0 2 15,-2-2-1-15,0 0-16 0,1 0-13 0,1 0-16 16,-1-4-20-16,4 2-12 0,-1-4-19 0,1-5-10 15,3 0-19-15,0-4-10 0,3-1-8 16,0-6-2-16,2 0 0 0,0-2-2 0,1-1-2 16,3-4 0-16,0 1-4 0,-1 0 0 15,3-2-2-15,-3 4-1 0,1 0 3 0,0 2 1 16,-4 5 1-16,-3 2-2 0,1 2 1 16,-2 4 2-16,0 4 0 0,-3 2 2 0,0 4 2 15,3 2 2-15,-2 4 3 0,-1 4-2 0,2 2 0 16,0 6-3-16,-2 0-2 0,2 4-2 15,0-1-3-15,0 5-1 0,0-2-2 0,0 2-2 16,0 0-1-16,1 0 0 0,-1 0-1 16,-1 0 0-16,1-3-1 0,-1 0-1 0,1-1 0 15,0-1-2-15,0-3-2 0,0-1-2 0,0-1-16 16,-2-2-42-16,2 1-80 0,-2-2-116 16,1 1-208-16,-1-1-304 0,-3 1-351 0,1 3-343 15,-1-1-121-15,-2 2 397 0,-1 4 693 0</inkml:trace>
  <inkml:trace contextRef="#ctx0" brushRef="#br0" timeOffset="88254.23">17382 15480 43 0,'5'0'313'16,"-5"-1"178"-16,0-1 149 0,0-1-3 0,0 2-175 16,1-4-80-16,1 0-28 0,1 2-10 15,0-1 7-15,1 0-20 0,0-2-36 0,1-1-46 16,0 3-43-16,4-2-32 0,-2 1-36 16,2-1-33-16,0 1-26 0,3 1-20 0,-1 1-15 15,4 2-14-15,-2-2-9 0,4 1 12 0,1 1-4 16,1 1 16-16,1 0 26 0,1 0 10 15,3 1 10-15,3-1-10 0,-2 2-8 0,2 0-15 16,1-1-28-16,1 0-13 0,1 2-11 16,0-1 0-16,4 0-2 0,-2 0-4 0,1 1 2 15,2 0 0-15,-2 0-4 0,4 0-1 0,-2 0 2 16,1 0 6-16,3-1 0 0,-1 0 1 16,4 0 4-16,2 0 44 0,-2 0 21 0,7 1 9 15,2-2 5-15,1 0 0 0,3-1-4 0,1 0-36 16,1 0-24-16,2 0-12 0,1-1-10 15,0 0-3-15,1 1 2 0,3-3 2 0,0 1-1 16,4 2 0-16,-2 0 3 0,3 0 2 16,0 0-7-16,4 0 0 0,-4 0 1 0,3 0 0 15,-3 0-2-15,2 0 0 0,-3 0 1 0,2 0 0 16,-2 2-1-16,1 1 2 0,-1-1 0 0,4-1 0 16,-3 2 0-16,1 1 1 0,-1 0-1 15,-1 1-3-15,-1-1-1 0,-1 1-2 0,2 1 0 16,-3-2 1-16,1 2 3 0,-1 0 0 15,2-1 1-15,-1-1 2 0,3 1 0 0,-1-3 2 16,0 2-7-16,2-2 0 0,-2 1 2 0,3-2-1 16,-1 0-1-16,0-1 0 0,0 1 2 15,-2 2 6-15,5-1-3 0,0 0 0 0,0-2 1 16,1 2-4-16,0-1-3 0,1 0-1 0,0 1 0 16,0-2-1-16,-1 1 3 0,2 1 4 15,-2-1 2-15,5 1-1 0,-3-1 1 0,5-1 1 16,-1 0-3-16,0 0-4 0,2 0 0 0,-3-1 0 15,1-1 1-15,3 1 0 0,-6-1 3 16,7 2-1-16,0 0 4 0,-3 0-1 0,2 0 0 16,1 0-1-16,-2 0 10 0,2 0 10 0,0 0 2 15,-3 0 3-15,1 0 4 0,-2 2 1 16,3-1-11-16,-1 1-9 0,1-1-4 0,-2-1-5 16,1 2-2-16,-1 0-5 0,-2-1 0 15,2 0 3-15,-7 1-1 0,5 0 2 0,-4-1 2 16,2 0 2-16,1 1 0 0,-3-1 0 0,0 2 0 15,0-2-3-15,-2 2-2 0,-1 1-3 0,-2-1 0 16,-2 0 2-16,-1 1-1 0,-2-1 2 16,-2 1 2-16,-1 2 4 0,-1-2 1 0,-1 1-2 15,0-1 0-15,-1-1-1 0,-2 0 1 16,-5 0-1-16,2 0-2 0,-4-2-4 0,-2 3 0 16,-1-4 0-16,-2 1-2 0,-1-1 0 0,-6 0 1 15,0 0 0-15,-3-1 3 0,-1 1 0 0,-5 0 0 16,-4-2 0-16,-1 0 2 0,-4 2-1 15,-5-1 2-15,-1-1 0 0,-6 2 2 16,-2-3 0-16,-3 2-1 0,0-2-2 0,-4-2-2 16,-1 3-1-16,-3-3-2 0,1-1-6 0,-4 0-39 15,-5 1-56-15,4-2-63 0,-5-1-111 16,-1-1-170-16,-2-1-315 0,3-1-279 0,-4-1-232 0,2-1-137 16,-1 1 299-16,3-2 558 0</inkml:trace>
  <inkml:trace contextRef="#ctx0" brushRef="#br0" timeOffset="88553.89">26584 15248 8 0,'8'-4'252'0,"3"3"146"0,-1-1 157 16,2 1 34-16,1-1-152 0,1 2-71 15,5 0-10-15,1 0 15 0,1 0-21 0,5 3-8 16,0 0-33-16,1 1-48 0,3 0-47 0,0 0-25 15,-1 3-19-15,-1 1-32 0,-1 1-20 16,-1 2-14-16,-4 0-13 0,0 2-21 0,-8 2-9 16,0 0 9-16,-6 1 9 0,-5 4 11 15,-3-2 15-15,-5 3-1 0,-3 0-5 0,-4 1-9 16,-2-1-23-16,-3 2-17 0,-3-1-19 16,-2-1-12-16,-1 0-7 0,-1-1-5 0,1 1-4 15,0-4-5-15,-1-1-3 0,5-1-34 0,0-3-43 16,0-3-70-16,3 0-134 0,4-3-226 0,1-3-300 15,3 0-257-15,1 0-214 0,3-2 28 0,2 1 458 16</inkml:trace>
  <inkml:trace contextRef="#ctx0" brushRef="#br0" timeOffset="89066.82">27073 16191 212 0,'6'-11'480'0,"-1"2"215"0,-1 3 144 15,-1 2-163-15,1 2-111 0,1 5-60 16,-2 2-60-16,-2 2-43 0,3 5-41 0,-1 6-42 16,0 1-42-16,1 6-19 0,0 3-12 0,-1 2-17 15,-2 3-27-15,-1 2-37 0,2 2-42 0,-2 2-43 16,0 0-35-16,0 1-20 0,-2-2-11 16,2 0-8-16,0-1-3 0,-1-2-1 0,1-1-1 15,-2-3-2-15,1-2 1 0,1-2 0 0,0-2-24 16,0-5-55-16,-2-2-55 0,0 0-72 15,-2-7-135-15,1-3-192 0,-4-2-295 0,1-2-238 16,-2-4-222-16,-3 0-30 0,3-3 408 0,-3-3 484 16</inkml:trace>
  <inkml:trace contextRef="#ctx0" brushRef="#br0" timeOffset="89301.05">27000 16647 141 0,'16'4'446'0,"-1"-1"260"16,2-1 199-16,0 4-63 0,2-3-204 0,1 3-86 15,2-2-112-15,-1 1-82 0,3 1-80 0,-1-2-83 16,1 2-75-16,0 0-55 0,-2-2-32 0,2 2-19 16,-2-1-10-16,-1-1-8 0,1-2-2 15,0 1 1-15,-2 0-9 0,-2-3-26 0,-1 0-95 16,-1-3-134-16,-1 1-212 0,-3-1-285 0,-1-1-257 15,1-2-165-15,-4-1 171 0,4-1 414 16</inkml:trace>
  <inkml:trace contextRef="#ctx0" brushRef="#br0" timeOffset="89477.45">27623 16584 22 0,'0'9'402'0,"-2"3"314"0,1 1 242 15,-1 2 96-15,0 3-295 0,-1 0-226 0,-1 1-136 16,1 3-83-16,0-1-67 0,1 2-74 0,0-3-62 15,1 3-39-15,-3-2-31 0,4-1-16 0,-1 0-11 16,1-2-6-16,0-1-14 0,1-2-26 16,-1-3-107-16,2-3-154 0,-2-3-296 0,2-4-271 15,-1-2-258-15,1-1-150 0,0-6 278 16,1-2 490-16</inkml:trace>
  <inkml:trace contextRef="#ctx0" brushRef="#br0" timeOffset="89639.44">27650 16388 146 0,'-7'-25'670'16,"0"3"380"-16,-1 4 94 0,0 3-103 0,0 3-432 16,-1 3-280-16,2 3-150 0,2 1-71 0,2 3-37 15,0 4-23-15,3 1-19 0,0 3-12 0,3 2-13 16,0 1-42-16,2 0-82 0,2 1-118 0,-3 2-169 16,5 1-291-16,3 0-254 0,-3 1-142 15,4 0 106-15,0 1 347 0</inkml:trace>
  <inkml:trace contextRef="#ctx0" brushRef="#br0" timeOffset="90453.62">27843 16837 404 0,'0'0'783'0,"-3"-1"238"0,1-2 65 16,2-5-266-16,2 0-278 0,2-3-161 0,3-3-71 15,0-2-34-15,5-1-60 0,-1-2-52 0,3 0-24 16,-1-1-8-16,2 2-26 0,0-2-16 0,-1 5-6 16,-2 2-6-16,0 1-17 0,-2 2-27 15,2 5-10-15,-3 2 6 0,0 3 3 0,0 4 3 16,-1 2 2-16,1 3 0 0,-5 4 0 16,1 1-16-16,0 4-10 0,-2-1-3 0,2 1-7 0,0 1-2 15,1 0-1-15,-1-3 2 0,0-1 0 16,3-2-1-16,-2-1 2 0,2-1 0 0,1-2-2 15,-1-2-1-15,5-1 0 0,-4-1 1 16,3-3-1-16,0 0 2 0,-3-2 2 0,4 0-3 16,0 0 1-16,0-2-3 0,0 1 0 0,-1 0 2 15,2-1 1-15,-1-1 0 0,-1-1-1 0,1 1 0 16,0-2 0-16,1 1-3 0,-3-1-1 0,0 1 3 16,0-1 0-16,-2 1 4 0,0 0-1 0,-5 2 0 15,2-2-1-15,-3 3-1 0,1-2 0 0,-3 3 0 16,3-2 1-16,-3 2-1 0,1 0-1 15,-1 2 0-15,-1 1 1 0,2 0-1 0,0 1 0 16,-1 2 2-16,1 1 3 0,-2 2 0 0,1 0-2 16,4 1 0-16,-2-1-1 0,2 2-1 0,0-1 0 15,-1 2 0-15,4-3 0 0,1 0 2 16,1-1-2-16,0-2 0 0,4-1 0 0,-3-1 2 16,3-3-1-16,0-1-3 0,-1-1 1 0,4-1 1 15,-4-1 1-15,3-3-3 0,-2 2 1 0,-1-4-2 16,0 2 1-16,-3-3 0 0,2 0 1 0,-3 0 1 15,0-1 0-15,1-1 3 0,-2-2 0 16,2-1 0-16,-1-1 2 0,-1 0-1 0,1-3 3 16,1 1 0-16,-4-2 1 0,0 1 0 0,-2-1-2 15,-3 1 1-15,1 0 5 0,-2 3 5 0,-2 0 4 16,1 2 7-16,-3 4 2 0,1 1 0 0,2 4-8 16,-4 0-5-16,2 3-5 0,-2 4-6 0,0 1-3 15,1 2-2-15,0 2-2 0,0 1-1 16,-1 1-2-16,2 2 0 0,-2 0 0 0,0 0 2 15,1 2 0-15,0 1 1 0,0 1 1 0,-1 0 3 16,-2 3 3-16,1 0 0 0,3 2 2 16,0 0 1-16,1-1 3 0,2 2-3 0,0-2-3 15,2 1-2-15,1-3 1 0,4 0-2 0,2-2-3 16,0 1 2-16,3-4-1 0,3-1-1 0,4-3 0 16,0 0 3-16,3-3-1 0,5-1-1 0,0-4 0 15,1-1 0-15,6-3-2 0,0-1-3 16,3-2 0-16,3-4-4 0,2 1-17 0,1-3-55 15,0-4-66-15,2 0-96 0,-2-2-167 0,1 0-305 16,-4-2-317-16,-2-1-265 0,-6 0-152 16,-2-1 231-16,-8 0 601 0</inkml:trace>
  <inkml:trace contextRef="#ctx0" brushRef="#br0" timeOffset="99808.17">15984 10112 276 0,'-3'4'528'0,"-2"0"189"16,-1 0 81-16,-2 0-260 0,4 0-258 16,0 2-127-16,1 0-65 0,0 3-35 0,1 0-22 15,2 0-12-15,0 2-5 0,2 1-11 16,0 1-41-16,-1 1-70 0,1 1-119 0,-1 0-268 15,-1 2-170-15,-1 0-69 0,-4 1 94 0,0 3 206 16</inkml:trace>
  <inkml:trace contextRef="#ctx0" brushRef="#br0" timeOffset="99995.34">15869 10696 53 0,'0'10'417'15,"-1"0"260"-15,-3-1 158 0,0 0 26 16,0 0-391-16,3-2-231 0,-1 2-122 0,0-1-56 16,2-1-30-16,2 0-19 0,1-1-37 0,1-2-57 15,4 0-79-15,-2 0-110 0,3 0-246 16,-1-1-182-16,0 0-50 0,1 0 104 0,-1-1 206 16</inkml:trace>
  <inkml:trace contextRef="#ctx0" brushRef="#br0" timeOffset="100177.48">16109 10801 45 0,'10'0'337'0,"-1"2"199"0,-1-2 152 0,-3 3-39 15,3-2-240-15,0 2-167 0,-2 1-97 16,2-2-44-16,-1 1-25 0,3-1-14 0,0 1-14 16,1-2-17-16,1 0-15 0,1-2-13 15,1-2-3-15,2 0-5 0,0-2-7 0,-2-2-35 16,4 1-59-16,-6-1-89 0,1 0-217 15,1 2-193-15,-2-1-82 0,-2 4 58 0,1-4 174 16</inkml:trace>
  <inkml:trace contextRef="#ctx0" brushRef="#br0" timeOffset="100357.29">16557 10744 29 0,'4'-1'414'0,"1"-1"286"0,-2 1 175 16,-1-1 22-16,1 1-346 0,1-1-269 0,-3 1-145 15,2-2-66-15,2 0-31 0,1-1-22 16,0-1-15-16,1-2-29 0,-1 2-61 0,5-1-77 16,-3-1-92-16,2 1-177 0,0 2-231 0,-1 1-107 15,-1 0 53-15,0-1 181 0,-1 2 216 16</inkml:trace>
  <inkml:trace contextRef="#ctx0" brushRef="#br0" timeOffset="100535.11">16824 10621 321 0,'3'-6'606'0,"2"0"208"0,-4 0 80 0,2-1-242 16,-1-1-215-16,0-1-127 0,-1 0-66 15,3 1-38-15,-3-3-37 0,2 4-47 0,1-1-48 16,-3-2-32-16,2 3-18 0,-1-2-13 16,1 3-4-16,-3 1-33 0,0-3-58 0,0 1-89 15,-3 4-103-15,0-4-148 0,0 0-283 0,-1 2-187 16,1-2-35-16,-2 1 168 0,0-2 277 15</inkml:trace>
  <inkml:trace contextRef="#ctx0" brushRef="#br0" timeOffset="100738.49">16823 10179 241 0,'-4'-10'693'15,"0"3"296"-15,-3 0 84 0,1 2-157 0,-3 1-377 16,2 1-227-16,-1 0-112 0,2 1-55 15,0 1-41-15,-1-1-33 0,4 2-33 0,1-1-20 16,-1 1-13-16,0 0-27 0,1-2-50 16,-1 2-70-16,0-1-99 0,-3-1-110 0,4 2-163 15,-4 0-265-15,1 0-162 0,0 2 3 0,-3-1 198 16,-1 2 283-16</inkml:trace>
  <inkml:trace contextRef="#ctx0" brushRef="#br0" timeOffset="100918.43">16509 10153 220 0,'-6'-2'506'0,"-2"1"214"0,-3 0 134 0,2 1-184 16,0-2-245-16,-3 2-146 0,3 2-79 16,-1-2-43-16,1 0-52 0,2 1-41 0,-1-1-31 15,3 0-31-15,1-1-65 0,-1 1-93 0,1-2-118 16,-1 2-256-16,0-1-215 0,0-1-116 15,0 1 79-15,-1-1 234 0</inkml:trace>
  <inkml:trace contextRef="#ctx0" brushRef="#br0" timeOffset="101144.7">16225 10124 240 0,'-7'-2'463'0,"0"0"170"15,-3 1 94-15,2 0-252 0,2-1-213 0,-3 2-114 16,-1 0-51-16,2 0-30 0,-1 0-22 16,2 0-16-16,1 0-13 0,-1 0-9 0,3 0-20 15,-4 0-28-15,3 0-34 0,0 0-40 16,1 0-47-16,-3 0-67 0,2 0-115 0,-4 0-155 16,1-2-61-16,0 2 47 0,-3-2 118 0,2 2 150 15</inkml:trace>
  <inkml:trace contextRef="#ctx0" brushRef="#br0" timeOffset="101211.82">15972 10088 161 0,'-8'-1'300'0,"0"1"108"16,3 1-14-16,-1-1-132 0,1 4-148 0,-1-3-147 0,1 2-207 16,2 0-119-16,0 2-24 0,1-1 45 15,1 2 96-15</inkml:trace>
  <inkml:trace contextRef="#ctx0" brushRef="#br0" timeOffset="103470.5">16075 13257 336 0,'1'-10'608'16,"1"2"234"-16,-1-1 136 0,-1 2-236 0,0 0-166 15,2 1-118-15,-2 2-64 0,0 0-39 16,0 0-43-16,2 1-52 0,-1 3-37 0,-1 0-1 0,0 3-10 15,3 1-18-15,-1 2-31 0,0 2-21 16,0 4-26-16,0 1-28 0,0 5-23 16,-1 4-16-16,1 2-10 0,-1 1-13 0,-1 1-4 15,4 2-8-15,-4 2-4 0,0 0-4 16,0 0-1-16,1 0-2 0,-1-1-1 0,0-3-1 16,-1 0 0-16,1-3-1 0,0-3 0 0,0-1 0 15,0-2 0-15,1-6-1 0,-1 0 0 16,0-2 0-16,0-3 0 0,0-2-2 0,0-2-5 15,2-4-12-15,-1-1-25 0,1-3-53 0,-2-4-60 16,0-3-58-16,2 0-89 0,-1-3-133 16,-1-2-152-16,-1-2-222 0,-1 1-218 0,2-2-202 15,0-2 29-15,-2-1 361 0,2 0 421 16</inkml:trace>
  <inkml:trace contextRef="#ctx0" brushRef="#br0" timeOffset="103898.6">16065 12937 174 0,'0'-3'442'0,"-2"-1"227"0,1 1 170 16,-2-1-143-16,3 3-161 0,0 0-108 16,0-1-58-16,3 2-28 0,-2 2-35 0,1 0-46 15,1 2-39-15,0 2-16 0,2 2 5 0,0 3 0 16,1 1 0-16,2 3 2 0,-2 0-15 15,2 3-24-15,-1 0-38 0,0 2-35 16,1-1-30-16,-1 1-21 0,-1-1-12 0,1 0-6 16,0-3-4-16,1 0-6 0,-1-1-3 0,-1 0-6 15,3-6-5-15,-1 2-4 0,0-2-1 0,0-4-1 16,1 2 0-16,0-6 1 0,-1 1 3 16,2-4 0-16,0-2 2 0,0-2-2 0,0-3 2 15,0-1 0-15,0-3-2 0,2-4 0 16,-1 0-1-16,0-4 0 0,2 1 0 0,-2-5 0 15,-1 0-3-15,2 0 1 0,-4 0-1 16,0 0 2-16,1 0-2 0,-4 1-1 0,0 3 3 16,-2 0-1-16,0 5 0 0,-3-1 1 0,0 4-1 15,0 2 0-15,0 3-3 0,0 0 0 16,-3 3-6-16,1 1-36 0,-1 2-64 0,-2-3-62 16,2 4-108-16,-3 0-166 0,0 0-300 0,-1 1-288 15,1-3-222-15,1 2-143 0,-2-2 263 16,0-1 543-16</inkml:trace>
  <inkml:trace contextRef="#ctx0" brushRef="#br0" timeOffset="104479.74">16281 12075 78 0,'0'0'341'0,"0"2"182"0,0-2 151 16,0 1-60-16,0 0-159 0,-1 3-79 0,-1 0-35 16,2 0-10-16,0 3-3 0,0 3-14 15,0 0-27-15,0 4-41 0,0 1-34 0,0 2-30 16,0 0-33-16,0 3-28 0,-1 2-22 16,-2 1-17-16,3 2-15 0,-2 1-14 0,1-1-8 15,-1 0-10-15,1 1-9 0,1-2-12 16,-2-1-7-16,0-2-5 0,1 2 1 0,-1-3-4 15,2-2-2-15,0 0 0 0,-1-3-1 0,1 0-16 16,0-3-14-16,-2-2-38 0,2-1-82 16,-2-4-117-16,-1-2-130 0,3-1-202 0,-2-2-275 15,2 0-209-15,0-2 8 0,0-4 265 16,0-3 347-16</inkml:trace>
  <inkml:trace contextRef="#ctx0" brushRef="#br0" timeOffset="104863.05">16231 12124 84 0,'0'2'346'0,"-1"-1"186"16,1 0 142-16,0-1-71 0,0-1-184 0,1-4-116 15,1-1-64-15,1-1-13 0,2-5 17 0,1 0 18 16,0-3 14-16,2 1 7 0,0-5 4 16,1 1-22-16,1 0-35 0,-2 0-50 0,2-1-45 15,0 2-39-15,-2 1-35 0,0 1-19 16,-3 2-18-16,3 3-8 0,-5 1-7 0,2 3-4 15,-2 1 1-15,0 3-1 0,1 2-1 16,-3 2-1-16,-1 5-1 0,2 2-1 0,-1 3-2 16,-1 3-11-16,0 3-32 0,-1-1-91 0,-1 3-138 15,1 0-226-15,-3 3-282 0,1-1-263 16,0 1-167-16,-2 2 170 0,3-1 431 0</inkml:trace>
  <inkml:trace contextRef="#ctx0" brushRef="#br0" timeOffset="106278.77">15986 12895 11 0,'-2'-6'230'0,"-2"-2"138"16,0-1 130-16,0 3-32 0,-2-1-98 0,2 1-73 16,-2-1-26-16,3 2 1 0,-2-1 6 0,0 2 9 15,4 0 17-15,-4 0 13 0,2 1-1 16,1-1-15-16,1 4-30 0,1-2-36 0,-2 2-43 16,2 0-47-16,0 2-37 0,0-2-27 15,2 4-16-15,-1 3-8 0,4 0-2 0,0 2 5 16,-1 1 19-16,1 2 14 0,3 4 18 0,0-2 5 15,1 3 1-15,1 1-7 0,0-1-23 16,2 2-18-16,-1 0-23 0,2 2-12 0,0-1-9 16,-1-1-8-16,1 1-2 0,-2-2-4 15,3 0 2-15,-3-3-2 0,0 2-1 0,0-4 0 16,-3 0-6-16,0-1 3 0,0-3-5 0,1 0-3 16,-4-4-1-16,2-1 6 0,-1-2 6 0,2 0 2 15,-2-6 2-15,0 1 2 0,3-3-1 16,-3-1-1-16,1-3-4 0,3 0-3 0,-2-2-1 15,3-1-3-15,-1-4 0 0,-1 2-3 16,3-3 2-16,-2 0-4 0,1-1 4 0,2-1 1 16,-4 2 1-16,1 0 2 0,1 2-2 15,-2-1 2-15,0 1-1 0,-2 1-2 0,-1 0 3 16,-1 2 19-16,0 0 18 0,0 2 9 0,-2 3 8 16,-1 0 4-16,-1 2 1 0,-1 2-16 15,0-1-13-15,-1 2-9 0,-1 0-9 0,1 3-3 16,1-1-4-16,-4 1-4 0,3 1-4 0,-1 1-1 15,0 1 0-15,1-1 0 0,-2 3 0 16,1 0 0-16,-1-1 0 0,1 2 2 0,-1 0-1 16,-1 1 0-16,1-2 0 0,-1 3 1 15,-1 0 2-15,2-1-3 0,-2 0 2 0,-1 4 2 16,-2-4 2-16,2 4 1 0,0-3-1 0,-2 5 1 16,-2-2-3-16,2 1 1 0,-1-1-4 15,-2 3-1-15,1-1 1 0,-1 1-1 0,2 1 0 16,-1-2 0-16,2 2 0 0,0-2 1 0,-1 4-2 15,1-4 2-15,2 1-2 0,-1 0 0 16,1-1 0-16,2 1 0 0,-3-1 2 0,2 1-2 16,0-2 2-16,1-2 1 0,-2 2-1 0,2-2 0 15,1 1-3-15,0-5 2 0,1 1-3 16,2-1 0-16,-1-2-2 0,1 0 1 0,-2-2 2 16,2-1-3-16,2 1 1 0,-2-2 2 15,1 1 0-15,1-1 0 0,1-1-1 0,-1 1 2 16,1 0 0-16,0-2 1 0,2 2 0 15,-4 0 0-15,2 0 0 0,-1 0 0 0,1 0-1 16,-1 0 1-16,-1 2-1 0,1-2 1 0,0 2 0 16,-1 0 1-16,1 3-1 0,0-1 1 15,-2 3-2-15,1 3 0 0,2 0 0 0,0 2-1 16,-1 2 1-16,1 1-3 0,-2-1 2 16,3 4 0-16,-3 0-1 0,2 2 1 0,-1-1 0 15,1 4 0-15,-3-3-1 0,4 1-1 0,-3-2 1 16,-1-2 2-16,2 1 0 0,-1-4-1 0,-1 0 2 15,0-4 0-15,2-2 0 0,-2-2-3 16,0-1 2-16,3-2 0 0,-3-3 0 0,0-3 1 16,1-4 2-16,-1-1 1 0,0-4 0 0,2-5 0 15,-2-3-1-15,0-2 1 0,-2-3-2 16,2-3 0-16,-4-8-2 0,2 1-1 0,1-1 0 16,-1-3 0-16,1 3-1 0,-1 3 2 15,0 3-1-15,2 4 1 0,-3 5 1 0,3 5 1 16,0 2 0-16,-2 5-2 0,2 2 1 15,0 2-1-15,-1 5-1 0,-1 3-1 0,1 5 1 16,-1 2 1-16,0 4 2 0,1 2-1 0,-1 4 0 16,1 2 1-16,-1 1-2 0,-1 0 0 15,3 1 0-15,-1 2-2 0,1-1 0 0,0-1-1 16,1 2 0-16,-1-2-2 0,3-1-15 16,-3-2-58-16,2 0-69 0,-2-5-110 0,0 1-176 15,0-4-309-15,0-2-333 0,0-3-263 0,0 2-141 16,-2-3 311-16,-1-1 607 0</inkml:trace>
  <inkml:trace contextRef="#ctx0" brushRef="#br0" timeOffset="109584.55">18528 11456 124 0,'-4'2'337'0,"1"2"153"0,0-4 117 0,-1 2-173 15,1 0-155-15,1-2-91 0,-1 0-50 16,3 2-29-16,-1-2-23 0,1 0-19 0,-2 0-18 16,2 0-5-16,0 0 9 0,0 0 23 0,-2 1 38 15,2-1 44-15,0 1 46 0,0-1 34 16,0 0 18-16,0 2 6 0,2-2-11 0,-2 0-23 15,0 0-37-15,0 0-39 0,-2-2-36 16,2 2-36-16,0-1-27 0,-1 0-24 0,1-1-12 16,-2 0-8-16,2 0-5 0,0 2-1 0,-1-3 0 15,1 2-3-15,0 0 0 0,0 0 1 16,0-2-1-16,0 3 0 0,0-2 0 0,0 2-1 16,0 0-6-16,0 2 1 0,0 1 3 0,1-2 0 15,-1 1-1-15,0 5 4 0,2-1 6 16,-1 1-1-16,3 3 3 0,-3-1-1 0,1 1 1 15,1-1-4-15,0 0 2 0,2-1-3 0,-2 1-2 16,3-4 0-16,-1 1 1 0,-2-2 1 16,2-2-2-16,2 0 4 0,-4-4 2 0,3 1-2 15,-2-2 1-15,-2-2-2 0,1-1 8 16,-1 0 8-16,0 0 2 0,-2-1 4 0,0 2 2 16,0-1-1-16,-2 2-9 0,0-1-6 15,-1 2-4-15,1 1-3 0,2-1 0 0,-3 3 1 16,2 0 0-16,-4 3-6 0,2 1 1 0,2-1-11 15,-1 1-31-15,0 2-58 0,1-2-92 16,-1 2-103-16,2 0-143 0,0-1-265 0,2 1-232 16,-1-1-113-16,3 1 100 0,-3-2 292 15,2 1 314-15</inkml:trace>
  <inkml:trace contextRef="#ctx0" brushRef="#br0" timeOffset="110497.14">18924 12919 255 0,'-2'4'544'0,"-1"3"256"15,-2-1 170-15,0-1-191 0,1 1-161 16,-3 0-117-16,1 0-80 0,2 1-51 0,-1 0-54 16,1 1-63-16,1-2-45 0,2 0-39 0,1-1-38 15,-2 0-34-15,2 0-26 0,2-2-22 0,-2 0-25 16,1-2-6-16,2 0-2 0,1 1-6 15,1-2-5-15,-2-2-2 0,3 2 0 16,0-1 1-16,-1 1-3 0,-2-1 3 0,4-1 0 16,-4 1 0-16,3 1 0 0,-5 0-44 0,2 0-45 15,-1 1-53-15,-2 2-120 0,0 0-160 0,-2 0-314 16,1 2-253-16,1-1-219 0,0 0-98 16,0 3 335-16,0-1 487 0</inkml:trace>
  <inkml:trace contextRef="#ctx0" brushRef="#br0" timeOffset="111572.23">20613 14023 481 0,'-9'4'1004'0,"1"0"243"0,-1 2-83 16,0-2-277-16,2 2-416 0,-1 2-198 15,3-1-76-15,-1 1-42 0,5-1-23 0,-1 2-16 16,4-1-21-16,1 0-26 0,1-1-35 0,1-1-15 16,2 0-8-16,-1-3-3 0,0 0-1 0,2 0-2 15,-2-2 0-15,-1-1-1 0,2 2 1 16,-4-2-4-16,0 0-20 0,0 1-38 0,2-1-37 15,-5 0-85-15,1-1-138 0,-1 2-212 16,0-1-275-16,2 3-242 0,-1 1-197 0,-1 1 108 16,2 0 428-16</inkml:trace>
  <inkml:trace contextRef="#ctx0" brushRef="#br0" timeOffset="112787.59">24393 14389 78 0,'-3'0'652'0,"-1"2"475"0,-4-2 134 0,1 0-122 16,0 2-336-16,-1 2-269 0,2-2-136 0,0 1-84 16,1 3-49-16,0-2-42 0,0 0-51 15,4 1-70-15,-1-1-51 0,1 2-25 0,2-1-13 16,-1-1-5-16,3 1-1 0,1-1-5 0,-3-1-34 16,4 0-64-16,-2 0-60 0,2-3-95 15,-2 0-156-15,-2 0-247 0,3-3-287 16,-3-1-221-16,-1 0-172 0,0-2 131 0,0 1 494 0</inkml:trace>
  <inkml:trace contextRef="#ctx0" brushRef="#br0" timeOffset="114760.58">18527 11275 177 0,'0'0'344'0,"0"-2"144"0,-3 2 28 16,3 0-114-16,-2 0-113 0,2 0-58 16,0 0-16-16,-1 0-3 0,1 0 4 0,-2 0 4 15,2 0-1-15,0 0-11 0,0 2-25 16,0 1 5-16,0 0 10 0,0 3 7 0,0 3 7 16,0 1-2-16,0 2-3 0,0 4-32 0,0-2-41 15,0 5-30-15,0 1-27 0,0 2-15 16,0 0-16-16,-1 3-6 0,1-2-3 15,-4 1-6-15,4-1-5 0,-3 2-9 0,1-3-5 16,1 1-6-16,-1-1-5 0,1-5-3 0,-3-1 1 16,3 1-1-16,-1-3 2 0,1-2-2 15,1-2-4-15,-2 0-11 0,-1-3-22 16,0-3-50-16,2 1-83 0,-3-4-106 0,1-1-115 0,0-1-166 16,0-1-281-16,1-1-180 0,-1-1-1 15,0-2 215-15,-2-1 311 0</inkml:trace>
  <inkml:trace contextRef="#ctx0" brushRef="#br0" timeOffset="115043.09">18441 11219 33 0,'0'-1'347'0,"2"0"228"15,0 1 164-15,-2 0 1 0,1 0-263 0,1 1-165 16,1 0-107-16,0 2-54 0,2-1-24 16,4 2-15-16,-2 0-30 0,2 1-27 0,2-1-18 15,0-1-13-15,1 1-9 0,1-1-2 16,0 2-7-16,1-2 0 0,-1 0-1 0,0 0 1 16,3 0-2-16,-4 0-4 0,2-1 2 15,-2 3-17-15,-3-2-63 0,2 2-87 0,-3 1-155 16,-3-2-267-16,0 1-183 0,-4 2-66 0,2 1 132 15,-6-1 250-15</inkml:trace>
  <inkml:trace contextRef="#ctx0" brushRef="#br0" timeOffset="115302.77">18294 11790 194 0,'0'8'433'0,"0"0"177"0,2 0 122 0,1-2-182 15,1 0-186-15,0 0-95 0,2-4-47 0,2 3-24 16,0-3-32-16,5 1-38 0,-2-3-33 0,3 0-37 16,0-3-21-16,2 1-11 0,2-3-7 15,0 3-6-15,0-4-2 0,-1 2-19 0,-1 2-51 16,3-3-84-16,-3 4-123 0,0-1-256 15,0 4-214-15,-1 0-103 0,-2 4 76 0,1 0 229 16</inkml:trace>
  <inkml:trace contextRef="#ctx0" brushRef="#br0" timeOffset="115932.62">18845 12809 347 0,'4'0'648'15,"-2"2"218"-15,1 1 82 0,0-1-242 16,-1 2-182-16,-2 3-124 0,2 1-74 0,-1 3-41 16,-1-1-52-16,0 4-67 0,0 0-61 0,-1 2-43 15,1-1-26-15,0 1-13 0,0 0-3 16,0 1-2-16,0 0-8 0,0 0-4 0,0 0-3 16,0 1-2-16,-2-1 2 0,2-1-3 0,0 2 5 15,-2-3 0-15,2 0-9 0,0-1-22 16,0-2-70-16,-1-4-106 0,-2 0-136 0,-1-2-243 15,1-2-275-15,2-2-226 0,-3-4-42 0,1 0 262 16,0-6 381-16</inkml:trace>
  <inkml:trace contextRef="#ctx0" brushRef="#br0" timeOffset="116183.21">18710 12696 340 0,'5'1'584'0,"0"-1"182"16,-1 1 61-16,5 3-266 0,0-1-208 0,0-2-103 15,4 2-17-15,1-1-8 0,2-1-10 16,1 2-47-16,1-3-34 0,2 0-31 0,1 0-51 16,-2-3-27-16,1 3-14 0,-1-1-10 15,-1 1-5-15,-1 0-1 0,-2 1-34 0,-2 1-66 16,-1 0-96-16,-4 0-106 0,-1 2-194 15,-3 1-265-15,-4 1-148 0,0 2 35 0,-4 1 218 16,-2 0 271-16</inkml:trace>
  <inkml:trace contextRef="#ctx0" brushRef="#br0" timeOffset="116396">18683 13153 5 0,'-1'13'393'0,"-4"1"310"0,2-3 204 16,3 0 29-16,0-3-319 0,3 0-282 0,3-3-167 16,1 2-84-16,2-3-38 0,4-1-19 0,-1-1-12 15,3-2-7-15,2 0-4 0,3-2-1 16,0-1-13-16,0 0-58 0,2 0-83 0,-3 2-138 16,3-3-282-16,-1 4-202 0,-2 0-104 15,2 4 99-15,-1 0 253 0</inkml:trace>
  <inkml:trace contextRef="#ctx0" brushRef="#br0" timeOffset="117167.14">20703 13949 119 0,'1'0'425'0,"2"0"227"0,-1 0 146 0,1 0-107 16,-2 0-197-16,-1 3-121 0,2-3-72 0,-1 0-8 15,1 2 2-15,-2 2-9 0,2 0-27 0,-2 2-39 16,1 1-34-16,-1 4-41 0,-1 0-30 16,-1 6-25-16,0 0-18 0,-1 1-14 15,-1 3-12-15,-1 0-11 0,0 2-8 0,2-1-12 0,-2 0-7 16,0 1-5-16,2-2-2 16,-3-1 1-16,3-1-4 0,0 2-17 0,1-3-25 0,-1-3-50 15,1-1-114-15,-1-1-145 0,-2-4-256 16,2-1-263-16,-3-4-238 0,3-1-88 15,0-3 282-15,0-5 421 0</inkml:trace>
  <inkml:trace contextRef="#ctx0" brushRef="#br0" timeOffset="117405.71">20574 13827 176 0,'0'-9'571'0,"-1"1"288"0,-1 4 105 15,2 0-148-15,2 0-334 0,-1 3-183 16,3 1-102-16,2 1-53 0,3 3-22 0,2 0-12 16,1 0-20-16,3 2-40 0,0-1-22 0,2 1-12 15,2-2-9-15,-2 2-4 0,4-2 3 16,-2 1 1-16,1 0 0 0,-1-1 3 0,-3 0-1 16,1 1-51-16,-4-3-93 0,1 2-118 15,-3 3-191-15,-2-3-276 0,-5 2-225 0,2 1-54 16,-6 2 191-16,0 0 320 0</inkml:trace>
  <inkml:trace contextRef="#ctx0" brushRef="#br0" timeOffset="117630.58">20510 14327 7 0,'-13'26'396'0,"4"-3"312"0,-1-2 201 16,3-2 30-16,4-1-319 0,2-1-276 15,2-2-162-15,2-2-78 0,6-1-35 0,0-3-25 16,7 0-14-16,1-3-9 0,4-1-11 0,2-3-10 16,3 0-9-16,2-2-4 0,1-2-1 0,4 2-42 15,-2-2-86-15,4 0-122 0,-2 2-287 16,2 0-207-16,0 2-140 0,-2 2 64 16,-1 0 252-16</inkml:trace>
  <inkml:trace contextRef="#ctx0" brushRef="#br0" timeOffset="118502.76">24239 14216 113 0,'4'6'420'0,"-3"-1"245"16,-1 2 198-16,0 0-42 0,0 4-169 15,0 3-121-15,0 1-91 0,-1 1-69 0,1 3-68 16,-4-1-87-16,4 3-74 0,-1-2-58 0,-1 3-40 15,1-2-19-15,1 1-18 0,-2-1 0 16,0-3-7-16,2 2 0 0,-1-3 1 0,1 1-1 16,0-2 6-16,-2 0-5 0,1-2-1 15,1 2-22-15,-4 0-63 0,0 0-113 0,-1-2-136 16,-3 3-214-16,2-3-281 0,-1 3-235 0,0 1-60 16,0-4 249-16,3 1 374 0</inkml:trace>
  <inkml:trace contextRef="#ctx0" brushRef="#br0" timeOffset="118762.33">24149 14308 28 0,'0'-7'428'15,"0"-1"316"-15,0 4 192 0,0-1 13 0,2 1-323 16,0 1-211-16,1 1-132 0,3 1-68 0,0 1-31 15,2 0-23-15,0 1-38 0,4 2-47 0,0 0-33 16,1 0-18-16,2 2-11 0,0-1-3 16,0 2-1-16,4 2-2 0,-3-1-2 0,1 0 0 15,-1-1 1-15,3 2-1 0,-3 0-8 16,1 1-39-16,-2-2-68 0,-1 0-109 16,-1 3-145-16,-4-3-300 0,2 1-249 0,-3-1-137 15,-2-1 70-15,-2 2 316 0</inkml:trace>
  <inkml:trace contextRef="#ctx0" brushRef="#br0" timeOffset="119010.08">23876 14794 102 0,'-7'15'566'0,"1"0"336"0,1-1 133 0,2-5-54 0,3 0-421 15,3-2-257-15,4-1-120 0,1 0-48 16,6-2-27-16,2-3-15 0,4-2-9 0,4-1-28 16,-2-1-28-16,3 0-16 0,2 0-13 0,-2 0-3 15,2 1 3-15,-4 2-17 0,0 0-75 16,-2 0-113-16,-4 3-173 0,1 2-283 16,-6 1-248-16,2 0-152 0,-4 2 104 0,-2 2 342 15</inkml:trace>
  <inkml:trace contextRef="#ctx0" brushRef="#br1" timeOffset="128115.41">19123 3127 88 0,'0'-7'303'0,"-2"1"157"0,1-1 132 15,-1-2-117-15,-3 5-113 0,4-5-39 0,-5 3 4 16,3 0 17-16,-2 0 23 0,0 0-5 0,-2 2-16 16,3-2-35-16,-4 0-43 0,0 1-44 0,0 1-46 15,0 0-32-15,-3-1-30 0,3 1-17 16,-1 2-7-16,-4 0 5 0,2-1 12 0,-1 1 13 16,0 1 6-16,-1 1-1 0,0 3-6 0,-2 0-10 15,1-1-15-15,0 3-19 0,-2-2-13 16,3 2-10-16,-4 3-11 0,4-2-11 0,-2 3-3 15,0-2-5-15,2 4-2 0,-2-1-5 0,0 1 1 16,-2 2-2-16,3 1-3 0,-2 1 0 16,0-1-1-16,-1 5 0 0,0-1 0 0,1 0-1 15,-3 2 0-15,1-1-1 0,-1 5 0 16,-1-2 0-16,2 2-1 0,-2-1-2 0,2 2-1 16,-2 2 0-16,1-1-2 0,3-1-2 0,-3 4 2 15,3-4-3-15,1 4 1 0,-2-1-1 16,4 1 0-16,-2 1 0 0,0 0-2 0,3-1 1 15,-2 1 1-15,3-1 1 0,0 1 1 0,0 0 1 16,1 0 1-16,2 1 1 0,-2 0 1 16,2 0 4-16,0-1 1 0,0 3 2 0,-2 0 1 15,4 0 1-15,0 1 0 0,-1-1-5 0,0 0-2 16,2 1-2-16,0-1-2 0,0 0 0 16,2 0-3-16,0-1 2 0,-1-1 0 0,3-2 0 15,-1 0 0-15,2 0-2 0,0-1 2 0,2-1-1 16,-1 0-1-16,1 0 2 0,1-2-2 15,1 0 1-15,0 0-1 0,1-2 1 0,2 1 0 16,0-1-1-16,0 2-1 0,1-3 0 16,-2 0 0-16,3 2-1 0,-1-3 0 0,0 2 2 15,0 0 1-15,1-2-1 0,-1 1 1 0,-1 0 0 16,-1 2 0-16,3-2-2 0,-2 1 0 16,-1 1 1-16,2-1 0 0,1-1 0 0,-2 1-1 15,1 0 1-15,3 0-1 0,-3 0 0 0,1 0 0 16,1-2-1-16,2-1 1 0,0 4-1 15,2-5 0-15,-2 1 0 0,1 0 2 0,4 0-1 16,-1-1 2-16,0-1-2 0,1 0 2 0,3 0-2 16,-2 0-1-16,3 0 0 0,0 0 0 15,1-1 0-15,0-1 0 0,0-1 1 0,3 0 0 16,-1-3-1-16,1 0 0 0,2-3 1 16,-3-1 2-16,4-2-2 0,-1-3-1 0,0-3 1 15,0-2 1-15,1-2-1 0,-1-3 1 0,1-3 1 16,-1 1 0-16,-1-6 0 0,3 0 0 15,-1 0-1-15,0-1-1 0,-1-1 0 0,2 1-1 16,-3-1 1-16,1 1 1 0,0-2-1 0,-1 2 0 16,-1-1 1-16,0 0-1 0,0 0 1 15,-1-2-1-15,-2 1 0 0,0-1 0 0,-1 0-1 16,-3-2 1-16,0-2 1 0,-2 0-1 0,2-1 0 16,-4-1 1-16,0-3 0 0,-1-2 0 15,1-1-2-15,-1-2 0 0,1-1 0 0,-2-2 0 16,1-2 0-16,1-2 0 0,-2 2-2 0,1-1 3 15,-1-3-1-15,2 1 1 0,-5 0 0 16,4-3 0-16,-1 1 2 0,-2-1-2 0,1-1 1 16,0 0-1-16,-1 0 0 0,-2 0 2 15,-1 2 1-15,0-4 3 0,-2 4 2 0,-2-2-1 16,-2 3 0-16,-1-2 0 0,-1 2-2 0,-2-1-1 16,-1 0 0-16,0-3 0 0,-4 0-2 15,2-1 1-15,-1 0-1 0,-1 2 0 0,-1-1 0 16,-1 3 1-16,-3 1 1 0,1 3 0 15,-2 1 1-15,-2 2-1 0,0 5 1 0,-1-1 2 16,-1 4 1-16,-1 1-1 0,3 1 4 0,-2 2 1 16,-3 4 1-16,3-3 0 0,-2 8 2 0,1-2 2 15,2 2-2-15,0 2-1 0,-1 3-1 16,1 0-2-16,1 1-4 0,-2 3-2 0,2 1-2 16,-1 3-1-16,3 0-1 0,-2 2-1 15,2 0-1-15,0 2 0 0,1 0 0 0,1 3 0 16,-1 0 0-16,0 1-2 0,2 1 1 0,1-3-1 15,0 5 0-15,2-2-1 0,-2 0-1 16,2 2 1-16,-1-1-2 0,2 0-5 0,3 3-13 16,-3-2-18-16,2 2-40 0,1 2-76 15,-1-1-99-15,-1 2-170 0,3 2-286 0,-4 0-331 16,4 5-337-16,-5 1-174 0,4 3 206 0,-3 2 668 16</inkml:trace>
  <inkml:trace contextRef="#ctx0" brushRef="#br1" timeOffset="129695.26">19509 12340 61 0,'-2'-6'325'0,"2"-1"195"0,-3-1 167 0,0 1-35 16,0-1-156-16,-1 1-75 0,0-1-21 0,0 1-9 15,0-1-6-15,-2 0-32 0,-1 0-48 16,2-2-59-16,-3 3-45 0,-1 0-13 0,3 0 13 16,-2 0 21-16,-2 1 17 0,-1 0-5 0,-1 0-18 15,0 3-35-15,-2-1-46 0,1 0-41 16,-2 3-29-16,0 1-19 0,-2 0-13 0,1 0-8 15,-1 1-5-15,1 1-5 0,-3 2-4 0,0 0 0 16,0 2-1-16,0 1-2 0,-3-1 2 16,1 3-3-16,0 2-1 0,-5 1-1 0,1 2-1 15,1 2-2-15,-3 0 0 0,0 2-1 0,2 0 1 16,2 1-1-16,-3 1 2 0,2 1 0 16,2 0-1-16,0 3 0 0,0-3-1 15,3 3 0-15,-3 1-1 0,3 3 0 0,-2 0 0 16,-1 1-2-16,5 0 2 0,-5 4-3 0,1-2 0 15,2 2-1-15,-1 1 0 0,-1 2 0 0,5 1 2 16,-3 0 3-16,3 1 0 0,-1-1 1 16,4 2 0-16,-1-1 0 0,5 4-1 0,1-3 0 15,-1 4-1-15,4 0 0 0,1-1 1 16,4 2 0-16,0-2-3 0,2-1-1 0,1 2 1 16,2-3-1-16,3-1-1 0,0 1 2 0,-2-3 1 15,2 1 1-15,3-3 0 0,-2 0 2 0,3-1-1 16,2 0 1-16,0-3-2 0,3 0 1 15,1-2 0-15,4-2-1 0,0-2-1 0,3-1-1 16,2-3 1-16,2-2-2 0,4-1 1 16,-2-6 0-16,6-2 2 0,1-4-2 0,2-2 4 15,2-4 0-15,-1-4 0 0,2-2 1 0,3-4-1 16,-2-2 1-16,2-6-2 0,0-1-1 16,-1-3 1-16,2-2-1 0,-2-4 0 0,-2-1 2 15,-2-1 0-15,2-3 1 0,-7-2 0 16,2 1 1-16,-3-5-1 0,-3 3-1 0,-4-3 0 15,1 1 0-15,-4-1 0 0,-3-3-1 0,0-2 1 16,-6 1-1-16,-1-3 1 0,-2-2-1 0,-3 0-2 16,-4-4 2-16,0 0 0 0,-4-2 2 15,-4-3 1-15,-1-1 0 0,-5-3 3 0,-3 2-2 16,-4-1-2-16,-1 1 0 0,-6 4-1 16,-2 4-2-16,-2 3 0 0,-1 5-1 0,-3 5 0 15,0 6 0-15,0 1 0 0,0 6-1 0,2 4-6 16,1 0-14-16,4 7-56 0,2 2-69 15,2 0-97-15,2 0-174 0,2 5-299 16,4 0-330-16,0 0-278 0,5-1-165 0,3 2 229 16,-1-2 633-16</inkml:trace>
  <inkml:trace contextRef="#ctx0" brushRef="#br1" timeOffset="130227">19401 12229 370 0,'-1'2'678'0,"1"-2"253"15,-2-3 126-15,0-5-243 0,1 0-245 0,1-7-130 16,-2-1-48-16,4-5-22 0,-1-5-37 15,1-2-34-15,0-5-33 0,-1-4-34 0,2-8-42 16,1 0-46-16,-3-10-40 0,-1-3-36 16,2-5-22-16,-2-6-13 0,1-3-10 0,-1-4-6 15,2-2-4-15,0-2-3 0,-1-1-2 16,2 0-5-16,-1-1-3 0,-1 4-2 0,2-1 2 16,-3 2-1-16,2 2 3 0,0 2 2 0,-1 3 2 15,-1 3 1-15,2 5-2 0,-2 2-1 0,1 6-1 16,-1 5-1-16,0 2 0 0,2 4-3 15,0 2-2-15,1 5-1 0,-2 5 1 16,1 2-1-16,0 4-9 0,-1 2-34 0,-1 3-71 16,0 2-93-16,-3 2-171 0,0 1-295 0,-2 2-324 15,0 0-333-15,-3 2-175 0,1-2 197 0,-1 3 654 16</inkml:trace>
  <inkml:trace contextRef="#ctx0" brushRef="#br1" timeOffset="131287.24">19207 5617 140 0,'-10'-3'374'0,"6"0"183"0,-3 1 140 0,6 0-155 16,-4 2-164-16,3-2-83 0,0 2-60 0,2 0-43 16,-1 0-38-16,1 2-40 0,1-2 2 15,-1 3 21-15,4 1 43 0,1 0 45 0,-2 4 39 16,2 0 21-16,-1 0-20 0,2 3-36 0,2 3-30 15,0-1-17-15,2 4-19 0,2 2-4 16,0 1 4-16,2 3-13 0,-2 2-18 16,4 5-11-16,-2 3-13 0,4 4-18 0,-4 4-25 0,3 4-7 15,3 2-6-15,-3 6-17 0,2 3-11 16,0 4-5-16,1 2-3 0,-4 3-5 16,3 3-6-16,-3 1-6 0,0 1-1 0,-3 1-3 15,-1 1 3-15,-2-3 3 0,-2 2 14 0,-2-2 10 16,2 0 4-16,-4-1 2 0,0 0-3 0,0-3-3 15,0 2-11-15,-3-2-7 0,2-3-4 0,-3-1 0 16,2-4-1-16,-2-1 1 0,4-3 2 16,-4-5-1-16,2-2 2 0,0-4-1 0,-1-1-1 15,-1-3-1-15,2-5 0 0,-1 0 1 16,-1-2-1-16,0-4-1 0,-1-1 1 0,1-5 1 16,-2-2-2-16,1-3-1 0,1-1 1 0,-2-3 1 15,0-1 1-15,0-4 2 0,0-1 11 16,2-1 7-16,-2-2 4 0,1-2-2 0,-2-1 1 15,1-1-3-15,-1-2-8 0,1-2-8 0,-1 1-6 16,1-2 0-16,1 0-3 0,-1 0 0 16,1-2 0-16,-1 2-2 0,0 0 1 0,2-1 0 15,-4 1-1-15,4 0-3 0,-2 1-4 0,1 1-7 16,-1 0-9-16,2 1-24 0,-1 1-46 16,-1-1-59-16,0 0-53 0,-1-2-78 0,2 3-130 15,-3-3-159-15,-1-1-255 0,2 2-214 16,-1-2-206-16,1 1 1 0,-2-1 375 15,0 2 453-15</inkml:trace>
  <inkml:trace contextRef="#ctx0" brushRef="#br1" timeOffset="131563.21">19436 7891 24 0,'-3'5'471'0,"0"1"393"0,-1 1 222 15,1 1 13-15,0-1-315 0,-1 4-277 16,2 3-165-16,2 0-65 0,0 3-31 0,3 2-37 15,2 0-36-15,-2-1-30 0,2 1-26 16,1-2-37-16,0-1-27 0,5-4-18 0,-3-2-14 16,4-2-3-16,1-2 0 0,0-6 24 0,3-3 13 15,0-5 5-15,1-5 4 0,2-5-4 16,2-5-7-16,-1-4-21 0,1-4-15 0,1 1-7 16,0-3-4-16,-4 1-3 0,-1 1 0 15,-3 3-3-15,0 0-3 0,-2 3-29 0,-2 3-57 16,-2 3-51-16,-3 2-81 0,-2 5-140 15,1 4-184-15,-4 2-285 0,0 6-227 0,-2 6-205 16,-1 6 37-16,-4 4 407 0,-1 6 433 0</inkml:trace>
  <inkml:trace contextRef="#ctx0" brushRef="#br1" timeOffset="132384.57">19251 9921 61 0,'3'5'290'15,"-1"3"155"-15,0-2 135 0,-2 3-78 0,1-3-127 16,-1 1-75-16,0 1-31 0,2 1-11 0,-1 0-14 15,-1-1-28-15,0-3-39 0,3 1-36 16,-1 0-32-16,-1-2-15 0,-1-2-16 0,3 3 40 16,-1-5 55-16,1-3 35 0,2-1 8 15,2-4-4-15,0-2-7 0,1-5-36 0,2-1-38 16,4-3-11-16,-1-4 8 0,1 0 20 0,3-1 0 16,2-2-5-16,0 2 11 0,2 0-10 0,-4 3-23 15,2 3-32-15,-2 2-14 0,-2 3-13 16,-1 2-14-16,-1 9-10 0,-2-1 3 15,-1 6 4-15,0 2 2 0,-3 7 1 0,-3 1-13 16,2 7-8-16,-6 2-9 0,0 2-8 0,0 3-3 16,-4 0-1-16,2 2-3 0,-1-2-2 0,2-2-13 15,-3-2-40-15,1-2-60 0,2-7-57 16,-3-1-75-16,1-2-143 0,0-7-180 0,0-4-275 16,-2-7-219-16,2-1-205 0,2-7-12 0,-3-5 410 15,4-3 462-15</inkml:trace>
  <inkml:trace contextRef="#ctx0" brushRef="#br1" timeOffset="132836.51">19490 8447 393 0,'-10'0'814'0,"-1"2"289"0,2-2 41 0,1 2-298 16,-3 2-302-16,3-1-195 0,1 2-116 16,3 0-70-16,-2 1-59 0,2 1-31 15,3 0-27-15,1 1-18 0,0 1 4 0,1-1 3 16,1 5 11-16,4-1 16 0,0 0 13 0,-1 3 7 15,3 0-9-15,0-1-2 0,3 5 12 0,-1-1-4 16,2 0-2-16,-1 2-5 0,2 2-4 16,-1-3-3-16,1 5-22 0,0-1-14 0,-2-1-11 15,0 2-4-15,0-1-5 0,-1 2-3 16,-2-1 1-16,-2 0-3 0,0-1 0 0,-1-1-2 16,-2 1 4-16,-1-3 0 0,-2-1 19 15,-2-1 9-15,-1 0 4 0,0-3 4 0,-5-2 0 16,2 0-3-16,-2 0-14 0,-2-3-8 0,-2-3-8 15,0 1-23-15,-3-3-48 0,-1-2-63 16,0-2-57-16,-2-5-111 0,0-3-167 0,2 0-256 16,-3-6-254-16,0-4-217 0,5-2-148 0,-4-7 236 15,4-1 502-15</inkml:trace>
  <inkml:trace contextRef="#ctx0" brushRef="#br1" timeOffset="133089.29">19411 8391 266 0,'9'-2'729'0,"-3"0"306"0,-1 0 44 15,-2 0-219-15,2 2-300 0,0 0-207 0,3 0-116 16,-2 2-52-16,2 1-25 0,0 0-18 0,6 1-33 16,-3 1-22-16,5-1-15 0,0 0-9 15,1 1-10-15,-1 0-7 0,5-2-14 0,-1 1-14 16,1-3-11-16,2 1-6 0,1 0 3 15,1-2-1-15,-1 0-3 0,2 0-18 0,-3 0-27 16,2 1-75-16,-1-1-148 0,-3 0-242 0,-1 1-285 16,1 3-265-16,-4 1-203 0,0 1 110 15,0 1 478-15</inkml:trace>
  <inkml:trace contextRef="#ctx0" brushRef="#br1" timeOffset="134254.42">19991 9218 252 0,'-2'-5'455'0,"1"0"165"0,-1 1 83 0,2-1-182 16,0 0-118-16,2-1-47 0,-1 0 3 0,1-1 11 15,0-2-10-15,1 0-36 0,-2-1-46 16,3-2-54-16,2-4-45 0,-5 0-33 0,4-2-13 15,0-3-11-15,0-2 12 0,0-2 6 16,-1-3 8-16,2-3-3 0,1 2-14 0,-3 0-3 16,1 1-18-16,2 2-14 0,-1 2-18 15,-3 3-16-15,0 4-9 0,0 4-18 0,-3 3-16 0,3 1-9 16,-1 2-7-16,-2 5-3 0,2-2-2 16,-1 4 3-16,1 4 0 0,0 3 2 0,1 1 1 15,-2 5 2-15,4 0 2 0,-1 4-4 16,-2 2 4-16,1 1-2 0,1 1 3 0,-1 3 3 15,0-1 1-15,0-1 1 0,0 0 0 0,2 1-1 16,-2-2-3-16,0-1-4 0,0-3-1 16,1 0-3-16,-1-2-2 0,0-1-1 15,0-4 0-15,-1-2-1 0,1-1-2 0,-1-3 2 16,0 1 2-16,-2-4 4 0,2 2 1 0,0-3 1 16,-1-3 2-16,2-1-1 0,1-2 0 15,-3-3-3-15,4-2 1 0,-2 2-1 0,0-3-1 16,1-1 0-16,0-4-1 0,-1 4 2 15,0-2-3-15,1 2 0 0,-1 2 0 0,0 2 0 16,-1 0 0-16,-1 3-4 0,1 3-2 0,-1 0 0 16,1 3 1-16,0 1-2 0,4 4 1 15,-5 1 1-15,6 6 2 0,-4-1 2 0,2 3 2 16,0 0-1-16,-4 3 1 0,5 2-2 0,-3-2 3 16,0-1-2-16,1 1-1 0,-1-4 0 15,0 1 0-15,0-2 0 0,-1-3-1 0,1-2-2 16,-1-1 3-16,1-3 0 0,1-1 3 0,1-5 3 15,2-2 1-15,-1-3-1 0,2-6-1 0,3-3-1 16,-2-1-2-16,3-4 0 0,-2-1-2 16,-2 0 3-16,2 1-1 0,1 0 0 0,-5 2-1 15,2 1 0-15,-3 3 1 0,1 3-1 16,-3 3 0-16,0 1-2 0,1 4 0 0,-3 1-1 16,1 0-1-16,-1 3-1 0,1 1 2 0,-2 0-1 15,2 4 0-15,-1-2 3 0,1 4-1 16,0-4 1-16,-2 2-1 0,0 1 1 0,1-2 1 15,-1-2-2-15,0 1 1 0,2 0 0 0,-2-1 1 16,1-1-2-16,-1 1 0 0,0-1 0 16,3 0 1-16,-1 0-2 0,-2-1-1 0,1 0 3 15,2 1 2-15,1-2-2 0,-1-1 1 16,0 2 1-16,2-1-1 0,-2 0-3 0,0 2 1 16,3 0 2-16,-3 2-1 0,1 0 0 0,-1 0 0 15,0 3 0-15,0 1 2 0,1 1 3 0,-3 2 4 16,1 0 5-16,-1 2 0 0,1 2 0 15,1-4-1-15,-2 2-4 0,-1-1-4 0,2 2-2 16,-1-2 0-16,-1 0-2 0,0 0 2 16,2-1-3-16,-2 2 0 0,0-2 0 0,0-1-4 15,0 2-25-15,0-2-69 0,0 0-66 16,0-1-108-16,-2-4-180 0,1 2-314 0,-1-5-317 0,1 0-226 16,1 0-136-16,-3-5 311 0,3 2 582 15</inkml:trace>
  <inkml:trace contextRef="#ctx0" brushRef="#br1" timeOffset="135003.62">20531 8541 42 0,'0'-2'488'0,"-1"1"430"15,-1 0 271-15,1-1-26 0,-2-1-352 0,1 3-208 16,2 0-142-16,0 0-107 0,0 0-80 15,0 0-59-15,2 1-48 0,-2-1-69 0,3 2-50 16,-3 0-26-16,1-1-17 0,-1 2-5 16,3 0 0-16,-1 0-2 0,1 0 2 0,-1 1-48 15,0 0-52-15,-1 1-56 0,2 0-113 16,-1-1-157-16,0 2-304 0,-2 0-245 0,1 3-222 16,-1-1-109-16,0 4 276 0,0-1 493 0</inkml:trace>
  <inkml:trace contextRef="#ctx0" brushRef="#br1" timeOffset="135673.53">20646 9145 227 0,'1'-4'465'0,"4"0"183"0,-5-3 108 16,3-2-186-16,0 0-146 0,0-3-72 16,2 0-31-16,0-1-13 0,1-2-22 0,2-2-32 15,-2 0-43-15,2-1-42 0,0 1-30 16,1-5-19-16,1 2-16 0,0-1-16 0,-1 0-13 15,1 1-11-15,-2-1-5 0,-2 4 3 0,3-2 12 16,-2 6 21-16,-3 1 21 0,1 3 18 16,-1 1-4-16,-3 3-15 0,2 1-22 0,0 1-21 15,-1 2-29-15,-1 2-13 0,2 2 5 0,-3 1 1 16,2 4 1-16,0 2-1 0,-2 2 4 0,1 4-10 16,-1 0-11-16,0 2-6 0,-1 0-2 15,1 2-3-15,0-1-4 0,-2 2 1 16,0-1-2-16,1-1 0 0,1 0-1 0,-2-2 1 15,2-2-1-15,0-2 1 0,0 0 1 16,2-4-2-16,-1-1-3 0,-1-3-2 0,2-1 1 0,0 1 0 16,1-3 2-16,0-2 0 0,0-2 7 15,4-3 0-15,0-2 1 0,1-1-2 0,0-5-3 16,0-1 1-16,5-2-2 0,-4-1 1 16,4-2 3-16,-4 1 0 0,1-2-2 0,0 2-1 15,-1 1 0-15,0 2-3 0,-2 1 0 16,0 3 0-16,-2 3 0 0,-2 0 0 0,1 4 0 15,-1 1-2-15,-2 1 4 0,1 2-2 0,0 2 4 16,-1 2 6-16,1 2 3 0,-1 3 3 16,-1 1 0-16,0 2 1 0,0 2-4 0,-1 2-4 15,1 0-5-15,-2 0-1 0,1 2-2 16,1-1 0-16,-2 2-1 0,0-1 1 0,1-2 0 16,-1 3 3-16,2-3-3 0,0 1-6 0,-1-2-34 15,1-2-63-15,1 0-62 0,-1-3-108 0,0-1-160 16,0 0-272-16,2-2-281 0,-1-1-210 15,3 2-138-15,-3-3 232 0,4-3 502 0</inkml:trace>
  <inkml:trace contextRef="#ctx0" brushRef="#br1" timeOffset="144605.09">19090 9551 114 0,'4'-7'349'0,"0"0"156"0,1-4 114 0,-1-1-137 0,5-1-179 16,1-2-84-16,0 0-33 0,2-3-17 15,-1 2-8-15,5-2-13 0,-2 0-41 16,0 2-38-16,2 0-31 0,0-2-14 0,-2 4-12 15,2-1-5-15,-3 1-2 0,-2 5-4 0,1-3 1 16,-4 1 0-16,-1 6-1 0,-2-1-7 0,1 2-22 16,-6 0-49-16,0 3-78 15,-6 4-193-15,-1 0-226 0,-2 4-125 0,-4 0 0 0,-3 4 146 16,-2 1 214-16</inkml:trace>
  <inkml:trace contextRef="#ctx0" brushRef="#br1" timeOffset="144806.12">18998 9413 226 0,'3'4'480'15,"0"-4"184"-15,1 1 92 0,0 0-226 0,6 4-258 16,-2-3-135-16,4 1-65 0,2 0-29 16,3 2-16-16,1-3-6 0,4 0 1 0,-1 0-24 15,4-1-18-15,2-1-8 0,2-1-6 0,-4-1-9 16,2-1-53-16,-5 0-36 0,-2 0-172 15,-2-3-206-15,-5 4-115 0,-4-1 0 0,-6-1 136 16,2 0 179-16</inkml:trace>
  <inkml:trace contextRef="#ctx0" brushRef="#br1" timeOffset="145035.62">19126 9364 224 0,'-1'-1'477'0,"-1"-2"183"0,2 3 95 0,0 0-243 16,2 2-220-16,1 2-131 0,3 0-80 16,3 2-31-16,-1 3-19 0,5 0-10 0,1 2-28 15,1 1-16-15,2-3-11 0,0 3-5 0,2-1-4 16,2-2-3-16,-2 1 23 0,1-3 21 16,2-1 4-16,-2-1-10 0,-2-3-30 15,-2 0-46-15,-3-2-45 0,-2 0-135 0,-5 0-230 0,-2-2-111 16,-3 1 20-16,-2-2 118 0,-3 0 152 15</inkml:trace>
  <inkml:trace contextRef="#ctx0" brushRef="#br1" timeOffset="145222.71">19189 9316 49 0,'-9'3'326'15,"1"2"185"-15,-1 2 140 0,2 4-17 16,2 2-286-16,0 4-163 0,4 2-86 0,-1 5-41 15,2 2-21-15,3-1-15 0,-1 2-5 0,3 0-4 16,0 2-4-16,1-2-1 0,-1 1-42 16,2 2-107-16,-2-2-273 0,0 3-158 0,-2 0-63 15,-3 1 45-15,-3-1 166 0</inkml:trace>
  <inkml:trace contextRef="#ctx0" brushRef="#br1" timeOffset="163708.28">18906 2033 148 0,'-6'5'344'0,"-3"1"139"0,1-4 119 0,0 2-177 15,0 3-102-15,-2-1-30 0,1 0 8 0,1-1 8 16,-1 3-7-16,2-2-32 0,1 1-43 16,1 0-48-16,2 1-43 0,0 1-32 0,1-3 3 15,0 1 5-15,2-1 11 0,4-2 8 0,-3 0 10 16,2-1 10-16,1 0-15 0,0-2-13 15,1 1-14-15,2-4-13 0,0 1-14 0,1-2-13 16,0-1-4-16,-1-2-8 0,2-1-5 0,-3-4-6 16,2 2-2-16,0-3-6 0,-2 1-5 0,1-1 2 15,-3 0 6-15,-2 0 10 0,1 3 2 0,-1-2 5 16,-2 3 3-16,-2 0-4 0,2 1-9 16,-3 0-12-16,1 3-11 0,-1-1-5 0,-2 3-9 15,1-1-5-15,-4 3-3 0,2 1-2 0,-1 3-2 16,-2 3-1-16,-1 0-1 0,2 2 0 15,0 3-1-15,-1 3 4 0,1 0-1 0,2 0 0 16,-1 3-4-16,3-2 0 0,-4 3 0 0,5-2-3 16,1-1 1-16,2-1-1 0,0-2 1 15,3-1 1-15,3-1-1 0,1-3 1 0,1-3 6 0,1-2 0 16,4-2 3-16,-2-2 0 0,3-5 7 0,0-1 1 16,-1-4 16-16,1-3 16 0,-1 0 12 0,-1-3 10 15,-2 1 5-15,-2-2 2 0,1 0-11 16,-4 0-11-16,-2 0-6 0,-1 0-13 0,-4 1-13 15,-1 1-6-15,0 0-5 0,-5 3-3 0,4 1-4 16,-4 3 2-16,-1 0 3 0,-3 1-1 0,2 6-2 16,-1 0-2-16,-1 5 0 0,1 3 2 15,-5 3-3-15,3 3 0 0,-1 2 1 0,1 2-1 16,2 1 1-16,-1 2-3 0,2 0 2 0,2 0 1 16,2-3 0-16,0-1-2 0,3 0 1 0,-1-1 6 15,4-4 5-15,2-1 0 0,0-1 0 16,2-4 4-16,5-2-7 0,1-6-2 0,3-1-10 15,4-6-2-15,-1-2-5 0,3-2 6 0,1-4 10 16,-2 0-2-16,1 1 6 0,-5-1 3 0,0 0 5 16,-2 3-5-16,-6 1-3 0,0 2-9 15,-3-1-4-15,-5 2-3 0,1 0-4 0,-5 2-1 16,-2 1-1-16,-2 3 7 0,-2 0 3 0,-1 3 4 16,-1 1 0-16,-5 4-1 0,0 1 1 0,1 3 0 15,-2 3-1-15,2 1 1 0,-2 5-2 0,1 0 0 16,3 4 0-16,1 1-1 0,0 1 2 15,3 1 5-15,2 3 0 0,4-3-30 0,-1 2-66 16,6-3-75-16,-4 0-140 0,8-2-272 0,0 1-322 16,4-3-318-16,-1-1-218 0,2-1 39 0,1-1 558 15</inkml:trace>
  <inkml:trace contextRef="#ctx0" brushRef="#br1" timeOffset="183742.31">2131 6775 150 0,'2'2'241'0,"-1"-2"36"16,-1 1-25-16,0-1-43 0,0 0-39 0,0 1-36 15,0-1-25-15,0 2-15 0,-1-2-20 0,-1 0-16 16,2 0-9-16,0 0-7 0,-2 0-5 0,2 0 0 16,0 0-3-16,0 0 3 0,-1 0 0 15,-1 0 3-15,1 0 7 0,-1 0 4 0,0 0 9 16,1 0 9-16,-1 0 5 0,-1 0 5 0,3 0 7 16,-2 0 2-16,-2 0 3 0,1 0 7 0,1 0 6 15,-1 0 8-15,0 0 10 0,-1 3 3 0,1-3 0 16,0 0 2-16,0 0-7 0,-2 2-6 0,1-2-7 15,-1 2-2-15,2 1-14 0,-4-1 0 0,2 2-4 16,1-2 3-16,-4 2 7 0,3 0 12 0,-1 0 6 16,-1 1 5-16,1-1 15 0,-3 1 4 0,2 1-6 15,1-2-5-15,-2 1-9 0,-1-1-12 0,2 0-27 16,1 1-16-16,-2-2-20 0,-1 2-16 16,1 1-13-16,-2-1-8 0,1 1 0 0,-1 0-3 15,-3 2 1-15,1 0 3 0,-1 2-1 0,-1 1 0 16,0-1 4-16,-1 2 2 0,0 0 3 0,2 2 2 15,-3-2 3-15,2 1 12 0,0-1 3 0,-1 1-1 16,0 2-2-16,2-2 0 0,-2 0-1 0,2 1-11 16,-3 0-9-16,3 2 0 0,-1-1-8 0,3 1 0 15,-2 1-2-15,-1-1 1 0,1 2 2 0,-2 0-1 16,2 3 2-16,-4 1-4 0,4-2 0 0,-4 3-2 16,2 0 0-16,0 0 0 0,0 1-1 0,1 0 1 15,0 0 2-15,3 0 0 0,0 0 0 0,3 0 2 16,-2 0 2-16,-1 0 3 0,2 1-1 0,-1-3-3 15,-2 2 3-15,2-1-1 0,-3 2-3 0,-4 0 4 16,1 0 0-16,0 3 0 0,2 2 2 16,-3 0-2-16,4 1 3 0,-4 0 0 15,2 3-2-15,0-2 2 0,0 4 1 0,-2-3 0 16,3 3-5-16,-4-1-6 0,1 1 1 0,3-1-3 16,-3 1-5-16,2 0-3 0,0-2 2 15,0 1 6-15,0-1-2 0,2 0 8 16,0 2 0-16,-1-1 2 0,1 2 8 0,-1-2-2 15,1 2-2-15,2 1-6 0,-3 2 2 16,1-2 2-16,-1 2-1 0,3 3-2 0,-3-1 7 16,1 0 3-16,0 1 1 0,1 0-2 15,1 1-5-15,-3-1 0 0,4 1-4 0,-1 0 0 16,-1-2 0-16,2 0 5 0,-1-1 1 0,0 2-1 16,1-1 0-16,1-1 0 0,-2 2-1 15,1 0-5-15,-1 1 5 0,2-1-4 16,-1 4-3-16,1-1 0 0,-2-1-3 0,1 4 0 15,2-4 0-15,-3 4 3 0,2-1 0 0,1-1 1 16,0 3 7-16,-3 0-2 0,3 0-5 16,-2 2 0-16,0 1 0 0,1-2-2 15,0 5-7-15,0 0 1 0,1 0-5 0,0 0-5 16,0 3 5-16,0 1 0 0,0 2 10 0,3-2-1 16,-1 4 8-16,1 1 5 0,-1 2-4 15,3 2 10-15,1 2 1 0,1 0 5 0,1 3 4 16,1-1-1-16,1 4 6 0,1-1-7 0,1 5-5 15,-2-1 0-15,1 2-9 0,2 2-5 16,-2 0-6-16,2 2 1 0,0-2 2 0,0 1 0 16,1-2 6-16,0 1 1 0,2 0 1 15,0 0-5-15,3 1-8 0,-2 3-2 0,1 1 2 16,4 2-6-16,-3 0 0 0,3 0-1 16,-1 2 3-16,0-3 0 0,1 0 0 15,-1 2 8-15,4-4 6 0,-3 2-1 0,4-6-5 16,-2 1-3-16,1-2-6 0,3 0-1 0,-2-1-7 15,2 1 4-15,-2-2 14 0,1-2 5 16,1 2-5-16,-1-3-1 0,2 3 1 16,-1-4-2-16,1 0-7 0,-2 2-2 0,3 1 6 0,-3-3 0 15,3 3 6-15,0-1 8 0,-1 1-6 16,1-1-3-16,0-1-2 0,0-3 2 16,-3-1-8-16,0-5-1 0,0-3 10 15,2-2 3-15,-1-2 3 0,1-6-1 0,1 1 0 16,0-8-6-16,-3-1-5 0,0-5-1 0,0-4 0 15,-5-1 1-15,2-4 2 0,-3-2 1 0,2-4 1 0,-5-2-9 16,1-2-2-16,-2-3-2 0,-1-3-5 0,-1-4-7 16,-2 1-31-16,-4-5-37 0,1-3-40 0,-2-1-59 15,1-1-83-15,-2-5-118 0,-2-1-122 0,-4-4-197 16,-1-2-250-16,3-6-171 0,-4 0-3 0,1-2 280 16,-6-6 386-16</inkml:trace>
  <inkml:trace contextRef="#ctx0" brushRef="#br1" timeOffset="185516.44">2143 12124 167 0,'2'-2'439'0,"-4"1"205"0,-2 0 120 0,1 1-177 0,-2-2-218 16,0 2-82-16,0 0-21 0,-1 2 24 0,0-2 28 15,0 1 9-15,-1 0-17 0,-1 1-47 16,0 1-54-16,-1 1-61 0,-1-1-42 0,1 0-34 15,-2 4-14-15,0-1-12 0,-1 2-10 0,-2-1-3 16,3 1-1-16,-3 3 4 0,1 0 1 0,-1 1-2 16,3 1 5-16,-3 2 9 0,1 2 4 0,-1 1 5 15,2 1 4-15,0 4 4 0,-2-1-2 0,0 2-4 16,3 2-15-16,-3-1-4 0,1 0 0 0,0 3-3 16,2-3-6-16,-2 2-6 0,1-1 5 0,-1 0-7 15,1 2-10-15,-1-1-6 0,2 1 13 0,-2 1 4 16,0-1 0-16,-1 2 1 0,3 2-1 15,0-1-2-15,0 3-5 0,0-1-4 0,1 4-1 16,0-1-4-16,0 2-2 0,2-1 2 0,-3 2-3 16,3-1 3-16,0 2-3 0,-1-1 6 0,1 1 3 15,0-1 1-15,0 1-3 0,0-3-1 0,2-1-1 16,1-1 9-16,0-1 1 0,-1-1 2 0,3-2-2 16,-3-3-3-16,1 4 1 0,3-3-12 0,-3 2-1 15,2-1-1-15,-2 2 2 0,2-1 4 0,0 1-7 16,-3-2-3-16,1 2-6 0,2-1-2 0,0 0-2 15,-2-2-4-15,2 0 6 0,1 1 2 0,-1-2 7 16,1-1-2-16,-2 1 0 0,2 2 0 0,1-1 7 16,-1 1 5-16,1-1-1 0,1 2 1 0,-2 0 4 15,2 0-2-15,2 0-9 0,-2 0-5 0,1 1 0 16,1-1 0-16,-2 0-1 0,1 1 5 0,1-2 1 16,0 0-5-16,0-2-2 0,-2-1-5 0,2 1-1 15,1 0-2-15,-1 1-2 0,-1 1 7 0,1-1 3 16,1 3 2-16,-1-2 1 0,-2 2 1 15,1-3-2-15,1 3 2 0,0 0-2 0,-1-3 1 16,-1 3-1-16,2-1 6 0,-2 1 5 0,3-2 1 16,-3 2-1-16,3-1 2 0,0-1 4 0,-3 1-15 0,3-1-6 15,0 0-4-15,1 2 1 0,-1 0-3 0,0-2-4 16,2 1 8-16,-2 0 4 0,3 1 1 16,-1-2 0-16,1 0 1 0,-1 0 0 0,2 1 1 15,0 0-2-15,1-2 2 0,-2 3-2 0,1-2 0 16,-1 0 1-16,2 0-3 0,0 2 2 0,-2-4 0 15,1 4-1-15,2-4 0 0,-3 2 2 0,1 0 2 16,1 2 2-16,-1-2-1 0,0 0 1 0,1 2 0 16,-2 2-2-16,1 0 0 0,0 1-1 0,1-2-1 0,0 1 2 15,-1 0 0-15,2-2-2 0,-1 0-3 16,0 0 0-16,1 1 2 0,-1-4 0 0,0 1 0 16,0-1 2-16,1-1 0 0,-1-3 0 0,-1 0-1 15,1-3 0-15,-1-1 0 0,0-4-3 0,-1-1 3 0,-1-2-1 16,-2-3 2-16,2-1-3 0,-1-2 4 0,-2-2-2 15,1 0 0-15,-1-2 0 0,-2 0 0 0,1-1 0 16,-1-3 0-16,2 2-1 0,-2-2 1 0,0 3 1 16,0-2-1-16,0-1 1 0,0 2 0 0,-2-2 2 15,2 0-3-15,-1 0-1 0,1 0-6 0,0 0-20 16,0 0-31-16,-2 0-50 0,1 0-56 0,-1-2-75 16,-2 1-112-16,-1-2-131 0,3 1-143 0,-3-3-225 0,2 2-217 15,2-1-107-15,-3 1 160 0,-2 0 359 0</inkml:trace>
  <inkml:trace contextRef="#ctx0" brushRef="#br1" timeOffset="185972.58">1212 16431 270 0,'-1'-13'500'0,"-4"5"176"0,0 0 88 16,-3 1-263-16,2 2-191 0,-2 2-50 0,2 2 8 16,6 1 9-16,-7 0-5 0,2 1-16 0,2 2-42 15,-1 2-62-15,4 1-59 0,4 3-46 16,1 2-23-16,3 5-11 0,2 2-7 0,5 4 1 15,1 5 16-15,6 2 13 0,4 2 8 0,2 4 5 16,2-1 3-16,0 4 0 0,0 1-15 16,2-1-11-16,-2 1-10 0,3 3-5 0,-3-3-3 15,3 1-2-15,-3-1-4 0,0-2 1 0,-1-1-1 0,-2-1 0 16,-3-4-1-16,1-2 1 0,-2-4 0 0,-1-1-2 16,-2-4 2-16,-1-4 2 0,-3-3-4 0,1-3 1 15,-2-3 0-15,0-4 4 0,-4-3-2 0,3-4 12 16,-4-5 9-16,-2-5 9 0,1-5 6 0,-3-7-3 15,-1-8-2-15,-2-6-11 0,-1-7 3 0,-2-7-11 16,0-6-6-16,-2-8-4 0,2-4-1 0,-3-4-21 16,0-5-86-16,-2-3-123 0,2-3-183 0,0-4-289 15,-2-2-257-15,2 0-190 0,-2-1 81 0,-1 3 384 16</inkml:trace>
  <inkml:trace contextRef="#ctx0" brushRef="#br1" timeOffset="193348.25">4017 16718 152 0,'3'-10'402'16,"-3"0"189"-16,2 2 132 0,-2-1-140 0,0 2-125 16,1 0-42-16,-1 0 12 0,0 3 4 0,0-1-22 15,0 2-46-15,0 1-72 0,0-2-71 0,-1 3-70 16,1-1-39-16,-2 2-17 0,2 0-11 16,0 0-8-16,0 0-4 0,0 0-12 0,2 0-12 15,-1 2-11-15,-1 0-4 0,2 4 3 0,1 4 0 16,0 2 6-16,2 3-4 0,-2 4 10 0,2 5 19 15,3 3 3-15,-2 4-2 0,-1 7-1 16,3 5 6-16,-2 6-8 0,2 3-16 0,-2 3-15 16,-1 6-4-16,0 2-3 0,0 4 0 0,1 4-2 15,-3 1-4-15,-2 1 0 0,1 2-1 0,1-1-3 16,-3-2-7-16,2-1-4 0,-2-2-2 16,0-5-3-16,0 0-1 0,0-3-1 0,0-3 0 15,0-5 0-15,0-3 2 0,0-3 1 0,0-5-2 16,2-5 2-16,-2-1-3 0,1-9 0 0,-1-2-3 15,0-2-1-15,2-6 2 0,-2-4-4 0,0-1-9 16,0-3-36-16,0-3-49 0,0-1-50 0,-2-4-58 16,1-2-105-16,-3-5-139 0,-1-5-152 0,1-2-243 15,-4-4-222-15,3-1-161 0,-1-3 139 0,1-4 399 16</inkml:trace>
  <inkml:trace contextRef="#ctx0" brushRef="#br1" timeOffset="193984.42">3786 16848 139 0,'0'-5'339'0,"2"-1"151"0,-1 0 88 0,1-1-140 15,-2-2-105-15,3 0-43 0,-1 0-4 0,-1-2 21 16,1 2 40-16,1-1 17 0,0 1-5 0,0-1-18 16,-1-1-36-16,1 0-42 0,0 1-47 0,-1-1-38 15,1 1-18-15,0-1 6 0,2 1 1 16,1-2 6-16,-1-2-3 0,1 2-11 0,1-3-19 15,-1 0-29-15,3-1-20 0,-1-2-29 0,2-2-17 16,1 1-12-16,-2-1-7 0,1-1-10 0,2 0-8 16,-2 0 5-16,3 0-1 0,-1 0-2 15,-1 1-3-15,2 1 0 0,0 1-5 0,-2 0 1 0,3 2-1 16,-1 1 1-16,1 0-1 0,-3 1-1 16,3 2 3-16,0 2-4 0,-1 1 2 15,1 1-2-15,-1 3 0 0,-1 1 0 0,1 3 1 0,-2 2 2 16,0 4 0-16,0 2 2 0,-1 4 1 0,-1 3 0 15,-1 3-1-15,-1 3-2 0,-2 4 1 16,-1 2-2-16,-2 4-2 0,1 1 0 0,-2 2-7 16,1 1-30-16,-1 2-69 0,-1 2-87 0,0-2-174 15,2-2-291-15,-2 1-320 0,2-1-330 0,-1-2-179 16,1-2 185-16,1-2 653 0</inkml:trace>
  <inkml:trace contextRef="#ctx0" brushRef="#br1" timeOffset="195564.41">3521 18118 173 0,'0'-3'280'0,"0"2"76"0,0-1-42 0,0 2-73 15,1-1-72-15,1-1-51 0,1 1-28 0,-2 1-14 16,-1-2 3-16,2 1 2 0,-1 0 3 0,1-1 10 16,0 2 0-16,-1-2-4 0,1 1-3 0,0 1 2 15,-1-1 16-15,2-1 20 0,2 0 28 0,-2 0 29 16,3-1 11-16,-1 2 11 0,0 0 25 15,1-2 20-15,1 0 2 0,2 3-3 0,-1-2-2 16,2 2-22-16,-1-5-44 0,0 4-35 0,1 0-33 16,0-3-32-16,-1 2-23 0,2 0-10 0,-1 0 2 15,2 1-3-15,-1-2 0 0,-1 3-1 0,4-2 0 16,-3 1 15-16,3 0-2 0,-1-1-6 0,1 1 9 16,-1-2 14-16,1 0-8 0,2 1-9 0,1-1-15 15,-3 0-10-15,4 2-21 0,-2-2-18 16,2 0-4-16,0 2-10 0,1-3 3 0,1 3 10 15,0-2-3-15,0 1 10 0,2 0 0 0,-3-1 6 16,3 1-2-16,0-1-4 0,-1 0 6 16,1 3-6-16,0-2 6 0,1 2-6 0,-1-3 6 0,1 1 2 15,-1 1-4-15,-1 0 2 0,3-1-2 16,-1 2-4-16,3-2-1 0,-4 1 1 0,3 1 0 16,2-1-3-16,-2 1 3 0,2 0 5 0,0 0 11 15,1 0 4-15,-2 0 2 0,2-2 6 0,1 2-7 16,1-2-4-16,0 2-16 0,0-1-8 0,3 0-6 15,0-1-6-15,2 0 0 0,3 1 7 0,0-2 5 16,0 2 2-16,0-1 2 0,3-1 5 16,0 0 0-16,0 0 1 0,3 0-1 0,1-1 2 15,2 1-1-15,-1-2 10 0,3 1 7 0,-1 0 2 16,0-1-5-16,3-1-4 0,0-1-3 0,2 3-13 16,3-2-9-16,0 0-8 0,0 0 5 15,4 0 5-15,-1 0 3 0,1-1 6 0,3-1 16 16,0 0 4-16,1 0-3 0,0 0 4 0,1-1 2 15,-2 2-9-15,2-1-17 0,3 1-1 0,0-2-3 16,0 0-4-16,3 1-1 0,-3 1-1 0,2-1 14 16,0-1 7-16,0 0 1 0,-1 2 3 0,-1 1 6 15,0-2 5-15,-1 2-15 0,1 1-8 0,0-3-4 16,1 1-6-16,-1-1 4 0,-1 1 4 16,1 0 7-16,-1 0 1 0,-1-1 5 0,-1 1 1 15,0 1-8-15,-2 0-6 0,-1 0 1 0,1 0 2 16,0 2 5-16,-4-1 0 0,3-1-2 0,-1 4-1 15,-1-3 4-15,-1 3-3 0,-1-2-2 16,-1 0-1-16,0 1-5 0,0 0-1 0,-2-1 1 16,-2-1-1-16,0 1 1 0,-1 1-1 0,-1-2 8 15,0-1 2-15,-1 2 0 0,-1-2 4 0,0-1-1 16,0 2 2-16,-1 0 1 0,-4-2-6 0,2 1-4 16,-5 0-2-16,1 0 0 0,-2 0-1 15,-4 1-4-15,-1-1 2 0,0 2 1 0,-5-2-1 16,0 2-1-16,-3-2-2 0,-2 3 3 0,-3-1 4 15,-4 0 0-15,-3 2 1 0,-2 2 4 16,-3-3 16-16,-1 1 49 0,-2 1 30 0,-3 0 28 16,1-1 11-16,-3 2 4 0,-1 0-8 0,1-2-35 15,-2 2-27-15,0 0-21 0,-2-1-15 0,-1 1-11 16,0-1-11-16,0 1-5 0,0 0-5 0,-2-2-2 16,0 2-1-16,-1 0-1 0,0 0-2 0,-1 0-3 15,2 0-7-15,-3 0-13 0,1 2-36 16,0-2-60-16,-1 0-58 0,2 1-74 0,-3-1-123 15,1 0-169-15,0 0-256 0,0-1-226 0,0 1-215 16,2-2-69-16,-1 0 325 0,4 0 485 0</inkml:trace>
  <inkml:trace contextRef="#ctx0" brushRef="#br1" timeOffset="195950.27">9592 17223 272 0,'3'-6'549'16,"-3"0"221"-16,0 1 112 0,0 1-237 0,0 0-164 15,0 0-117-15,2 2-74 0,-1 2-49 0,1 0-28 16,1 0-10-16,0 0-23 0,2 2-21 0,2 3-12 16,2 1-7-16,0 0-19 0,1 1-38 0,2 2-29 15,1 0-14-15,0 2-1 0,3-2-1 0,-2 0 4 16,0 1-1-16,2 2 3 0,-2 0-9 15,2 0-8-15,0 0-7 0,-2 2-10 0,2-2-3 16,-3 2-1-16,0 0-5 0,0 0-3 0,0-1 0 16,-4 0 3-16,1-1 17 0,-4-1 27 15,0 1 42-15,-1-2 34 0,-2 1 18 0,-3 0 4 16,-3-1-15-16,-2 1-21 0,-4 1-31 0,-2 1-29 16,-3 0-18-16,-4 0-10 0,0 4-6 0,-3-3-3 15,-3 3-3-15,-1-1 0 0,-2 1 1 0,2-2-10 16,2 1-10-16,0-4-19 0,2 1-52 15,5-2-51-15,2-2-74 0,1-1-113 0,3 0-162 16,2-3-263-16,4 1-248 0,1-1-231 0,5 1-75 16,1-2 304-16,2 1 477 0</inkml:trace>
  <inkml:trace contextRef="#ctx0" brushRef="#br1" timeOffset="196869.49">10338 17577 15 0,'3'-6'327'0,"-1"-1"246"0,0 2 245 0,-2 0 88 16,1 2-197-16,-1 0-130 0,0 2-97 15,0-1-66-15,0 0-82 0,0 2-70 0,0 0-78 16,0 0-63-16,0 2-47 0,0 0-28 0,0 0-16 16,-1 3-7-16,-1 1 6 0,0 3 12 0,-1 3 15 15,3 0 15-15,-3 5 16 0,1-1 9 16,-2 2 1-16,1 3-7 0,1 0-10 15,-1 2-11-15,1 1-13 0,1-1-12 0,-1 2-10 0,-1 3-7 16,1-2-8-16,2 1-8 0,0-2-4 0,0 0-1 16,2 1-3-16,0-2-2 0,1-1-2 15,0-2 0-15,3 0-1 0,0-2 0 0,2-1-2 16,0-3 2-16,2 0 1 0,2-1-2 0,-2-2 6 16,4-2 5-16,-3-1 5 0,4 0 0 0,0-1-1 15,0-2 0-15,0-1-6 0,1-3-6 16,2 2-4-16,0-3-2 0,-2 0-1 0,2-2 3 15,-2 0 2-15,2-1 3 0,-3-2 2 0,2 0 1 16,-1-3 2-16,1 2 0 0,-1-3 0 0,-2 1-3 16,-1-3-11-16,0 2-33 0,-4-1-53 0,-1 0-46 15,-1 1-64-15,-1-3-117 0,-3 2-150 16,-2-1-165-16,-4 0-245 0,2 1-228 0,-4 0-130 16,-1-1 208-16,-1 0 416 0</inkml:trace>
  <inkml:trace contextRef="#ctx0" brushRef="#br1" timeOffset="197140.14">10278 17912 157 0,'2'0'405'0,"-2"-1"178"15,1 1 109-15,1-1-202 0,0 1-178 0,2-2-114 16,0 2-34-16,2 0-12 0,3 0 43 0,2 0 66 15,1 2 22-15,3-1 13 0,1 0-11 0,1 3-20 16,1-3-45-16,-1 2-65 0,2-1-41 16,0 0-27-16,-1 3-23 0,0-3-16 0,0 1-9 15,-1 0-5-15,1 2-2 0,-1-3-15 0,-1 2-8 16,3-2-30-16,-5 3-69 0,2-2-99 0,-5-2-121 16,1 4-173-16,0-2-300 0,-1 0-225 15,0 0-53-15,-2 0 187 0,1-3 332 0</inkml:trace>
  <inkml:trace contextRef="#ctx0" brushRef="#br1" timeOffset="197352.9">10882 17776 285 0,'0'3'531'16,"2"2"192"-16,-2 3 98 0,0-1-222 0,2 3-141 15,0 4-73-15,0-1-39 0,1 2-31 0,0 1-42 16,-1 3-59-16,1 0-71 0,0 2-60 15,1 3-38-15,0 2-18 0,-2-1-11 0,1 3 7 16,2-2 5-16,-1 0-4 0,0-3-51 0,0-4-88 16,0-1-110-16,0-5-153 0,0-3-258 15,0-3-273-15,1-3-134 0,-2-5 83 0,-1-4 290 16,-1-2 317-16</inkml:trace>
  <inkml:trace contextRef="#ctx0" brushRef="#br1" timeOffset="197542.66">10944 17623 51 0,'-2'-5'424'0,"-4"3"275"0,1 2 172 0,0 2 4 0,1 2-376 16,-4 0-237-16,5 4-136 0,0 0-64 16,1 0-35-16,0 1-15 0,2 2-20 0,2-1-50 15,0 1-78-15,-1 2-103 0,1 0-232 0,1 0-215 16,0 0-105-16,0 2 66 0,2-1 209 15</inkml:trace>
  <inkml:trace contextRef="#ctx0" brushRef="#br1" timeOffset="198166.23">11080 17910 36 0,'6'1'411'0,"-1"0"291"0,-2-1 185 0,0 0-23 15,-1 2-307-15,2-2-237 0,-2 2-133 16,1-2-60-16,0 0-30 0,2 0 13 0,0 1 26 15,1-1 12-15,2 1-18 0,0 1 6 0,0 1 2 16,2 0-22-16,0 2-31 0,0 0-11 0,0 1-14 16,2 0-21-16,-2 1-17 0,1 2 9 15,1 1 6-15,-2-1-1 0,4 0-2 0,-3 0-3 16,0 2 1-16,2-2-16 0,-2-1-10 0,3-3-5 16,-1 1-1-16,-2-3 0 0,5 0 1 0,-3-3 1 15,0-1-1-15,2-1 6 0,-1-4-1 0,-1 0-2 16,1-2 1-16,-1-1 2 0,-1-1-3 15,-1 1-1-15,0 1 1 0,-3 1-1 0,0 1 2 16,-2 2-2-16,-1-1 0 0,-2 4 2 0,1-1 7 16,-1 1 10-16,0 2 6 0,0 2 1 15,0 0 3-15,2 2 1 0,-2 1-4 0,2 1-12 16,0-1-4-16,0 1 0 0,2 0-8 0,-1 1 0 16,2 1-3-16,-1-2 1 0,5 0-1 15,-2 1-1-15,1-1 2 0,3 1-4 0,2-2 0 16,1-2 2-16,1 2-2 0,2-1 1 0,1-2-2 15,0 0 2-15,2-2-2 0,-1-1-1 0,0-1 2 16,-2-2 0-16,-2 0 1 0,0-4 2 16,-1 0 3-16,-1-2-1 0,-2-1-3 0,-2-1 1 15,-2-2 2-15,-2 0 0 0,-1-3-2 0,-4 1 0 16,-1-3 6-16,-1 0 7 0,-2-2 23 0,-3 1 41 16,1-3 47-16,-3-1 41 0,-1-1 17 0,-2 0 7 15,1 0-7-15,-2 2-25 0,-2 4-26 0,-1 1-26 16,0 3-18-16,-4 3-20 0,0 9-23 15,1-1-17-15,2 6-15 0,0 5-11 0,2 3-7 16,2 3-3-16,3 5 4 0,1 6 1 0,2 0 2 16,4 5 0-16,0 1-1 0,4 4-1 0,2 1 0 15,2 0 0-15,3-1-2 0,2-1 5 0,2-1 4 16,1-1 2-16,3-5 1 0,2-6-1 16,3 0 0-16,-1-5-10 0,4-5-14 0,-2-5-30 15,-1-4-74-15,0-2-94 0,-4-4-161 0,-2-2-266 16,-1-3-327-16,-6-3-354 0,0-2-203 0,-3-2 139 15,-5 0 624-15</inkml:trace>
  <inkml:trace contextRef="#ctx0" brushRef="#br1" timeOffset="199614.49">2678 15927 162 0,'-2'-6'333'0,"1"0"146"0,-1 0 68 0,0 1-109 15,1 3-46-15,-1-3 8 0,2 1 19 0,-3 2 14 16,3 0-16-16,0 0-40 0,0 1-54 15,0 0-56-15,0 1-43 0,0-2-42 0,0 2-32 16,0 0-19-16,0 2-22 0,0-2-25 0,3 0-25 16,-3 1-18-16,2 0-12 0,-1 1-4 0,1 0 3 15,1 3 10-15,2 1 17 0,-2 1 24 16,4 1 15-16,0 2 0 0,1 1 14 0,0 3-1 16,2 2-6-16,2 3-16 0,-2-1-15 0,2 4-17 15,1 0-23-15,0 3-8 0,1 2-8 0,-1 1-4 16,2 1-1-16,0 0 7 0,0 3 1 0,0-2-5 15,0 0-5-15,0 0 5 0,0-2 0 16,0-2 0-16,-1-1 4 0,-1-2 2 0,-2-3-1 16,3-1-15-16,-4-2 1 0,-1-4-2 0,0-2-8 0,-2-1-6 15,1-2-2-15,-3-2 8 0,-1-2-2 0,-1 0 0 16,0-2 12-16,-1 0 11 0,1 0 18 0,-1-4 6 16,-1-2 7-16,1-2 0 0,0-5-5 15,-1-2-5-15,1 0-14 0,-2-2-6 0,2-2-5 16,-2-2-3-16,-2-5 0 0,2 2-2 0,-2-5 0 15,-1 0 6-15,0 0 2 0,1-4 0 0,-1 0-1 16,1-3-2-16,1 1 1 0,-1 0-4 0,1-2-4 16,1 3 0-16,0-4 1 0,0 5-6 0,1 2-4 15,-1 0-3-15,0 0-1 0,2 3-1 0,-1 1 0 16,1 1 5-16,0 3 3 0,-1 0 0 0,1 3 3 16,1 2 0-16,-1 2-1 0,-1 1 1 15,-1 2 0-15,2 1 2 0,-2 3 0 0,2 2-2 16,-2 1 0-16,0-1 0 0,0 4 0 0,0-3-2 15,0 3-1-15,0-1 1 0,-2 2-1 0,2 0-1 16,0 0 0-16,-2 0-1 0,2 3 1 0,0 2-4 16,0 0-3-16,-1 0-29 0,1 4-62 15,-2 0-74-15,-3 1-144 0,2 1-229 0,0 0-317 16,-2 3-323-16,1-3-239 0,-1 0-32 0,3 0 529 16</inkml:trace>
  <inkml:trace contextRef="#ctx0" brushRef="#br1" timeOffset="201563.79">4966 16527 336 0,'-2'4'689'0,"-1"-1"257"0,0 0 53 15,1-2-288-15,1 1-310 0,1-2-122 0,-2 2-89 16,2-2-45-16,2 1-20 0,-2-1-11 15,1 2-5-15,1-1-4 0,1 1-14 0,-1-1-14 16,1 1 0-16,0-1-4 0,3 1 0 0,-3-1-20 16,0 2-15-16,1-1-6 0,-1-1-9 15,0 0-6-15,0 3-4 0,-3-3-7 0,2 0-1 16,1 2-1-16,-1-3-2 0,-2 1-2 0,1 0 1 16,-1-1 15-16,0 0-8 0,-1 1 10 0,1-1 6 15,-2 0 2-15,2 2 2 0,0-2-21 0,-3 0-19 16,3 3-54-16,-2-3-75 0,1 2-97 15,-1 2-122-15,0 1-150 0,4 3-273 0,0-1-202 0,1 1-65 16,3 3 160-16,0 0 311 0</inkml:trace>
  <inkml:trace contextRef="#ctx0" brushRef="#br1" timeOffset="201958.64">5658 16962 133 0,'3'3'632'0,"-1"-1"385"0,-2-1 121 15,0 0-92-15,2-1-406 0,-2 2-233 0,0-2-143 16,-2-2-70-16,2 2-41 0,0 0-29 16,0 0-40-16,0 0-32 0,0 0-22 0,0 2-15 15,0-2-6-15,2 0-5 0,-1 2 0 16,2-2-1-16,-1 0-4 0,3 1-3 0,-2 0-5 15,3 1-9-15,-3 1-27 0,2 0-81 0,0 1-114 16,-2-1-137-16,0 2-244 0,0-1-279 0,2 2-224 16,3 0 3-16,-2-1 289 0,1-1 379 0</inkml:trace>
  <inkml:trace contextRef="#ctx0" brushRef="#br1" timeOffset="202646.77">7175 17220 411 0,'-7'-5'789'0,"-4"1"248"0,2 1 39 0,-1-1-240 0,1 0-306 15,3 3-127-15,1 0-28 0,0-1-24 16,3 0-45-16,-1 2-68 0,1-2-52 0,1 2-57 15,1 0-65-15,1 0-44 0,-1 0-18 0,2 0-2 16,1 0-4-16,2 0 2 0,0 2 2 0,1-2 1 16,0 0-4-16,1 2-3 0,-1-2 1 0,2 2 3 15,0-2-2-15,-2 1 0 0,2-1 0 16,-1 0-26-16,-1 3-35 0,3-1-36 0,-2-1-51 0,-1 2-100 16,0 1-143-16,0-1-151 0,1 3-265 15,-1 0-244-15,2 2-169 0,-1-2 131 0,0 1 398 16</inkml:trace>
  <inkml:trace contextRef="#ctx0" brushRef="#br1" timeOffset="202961.82">8351 17112 664 0,'-5'-6'1476'0,"-3"1"124"0,-3 1-285 15,3 0-308-15,-1 2-513 0,2-2-262 0,0 3-116 16,0 0-57-16,4-1-25 0,0 0-13 0,1 1-27 15,1 1-55-15,2 0-56 0,-1 1-99 0,2-1-163 16,-1 2-289-16,1 0-302 0,1-1-259 16,-1 2-184-16,-2 0 216 0,-2 0 560 0</inkml:trace>
  <inkml:trace contextRef="#ctx0" brushRef="#br1" timeOffset="206824.66">4959 16279 123 0,'2'0'358'0,"0"-3"187"0,-1 3 133 15,-1 0-117-15,2 3-120 0,0-3-73 0,-1 2-44 16,1-2-18-16,-1 6 0 0,2-1 20 16,0 1-4-16,-1 2-28 0,-1 1-23 0,1 3-23 15,3 2-18-15,-2 1-33 0,2 6-21 0,1 0-5 16,0 2-10-16,1 0-12 0,-1 4-27 16,-1 1-24-16,0 2-27 0,1-3-24 0,-3 2-20 15,3-2-15-15,-2-2-9 0,0 1-1 0,1-2-2 16,-2-3 0-16,3 0-11 0,-4-2-44 0,1-4-45 15,-3-1-52-15,0 0-95 0,-2-4-156 16,-1-2-173-16,-3 0-256 0,2-4-241 0,-3-2-189 16,1-2 98-16,-2-4 433 0</inkml:trace>
  <inkml:trace contextRef="#ctx0" brushRef="#br1" timeOffset="207074.02">4746 16124 14 0,'2'-8'407'0,"-1"0"313"15,2 1 196-15,1 1 17 0,0 1-335 0,1 1-267 16,1-1-137-16,2 3-66 0,3-2-25 0,0 3-13 16,1 0-5-16,3 2-9 0,1 0-29 15,3 3-14-15,0 0-15 0,0 1-3 0,1 2-1 16,1 3-2-16,1-1-3 0,0 0 0 0,-1 2-33 15,-2 1-77-15,-2-2-105 0,-1 1-153 16,0-1-282-16,-5 4-227 0,1-1-94 0,-4 0 128 16,-3 0 289-16</inkml:trace>
  <inkml:trace contextRef="#ctx0" brushRef="#br1" timeOffset="207277.6">4773 16770 152 0,'-2'17'421'0,"2"0"169"0,0-2 96 16,2 0-159-16,4-1-264 0,-1-1-153 15,4 0-82-15,1 0-19 0,3-2-5 0,2-4-4 16,3 0 0-16,6-2 2 0,2-2 2 0,1-2-23 16,5-2-51-16,1-4-178 0,0-1-217 0,1 2-109 15,-1-3-17-15,0 1 109 0,0-2 170 16</inkml:trace>
  <inkml:trace contextRef="#ctx0" brushRef="#br1" timeOffset="207776.6">5666 16750 172 0,'5'2'372'0,"1"1"171"0,2 0 148 0,0 2-169 16,0 5-81-16,0-2-7 0,1 4 10 16,1 4-24-16,-2-1-49 0,1 1-63 0,-1 4-84 15,0-1-77-15,0 2-60 0,-2 0-38 0,0 1-37 16,-1 0-20-16,0 0-12 0,-2-1-11 0,1 0-46 16,-3-1-81-16,1-2-98 0,-4-2-128 0,1-2-263 15,-1-2-241-15,-3-2-110 16,2-4 107-16,-2-1 298 0</inkml:trace>
  <inkml:trace contextRef="#ctx0" brushRef="#br1" timeOffset="208005.87">5533 16770 13 0,'0'-9'357'0,"0"3"255"0,2-1 182 16,-1 1 29-16,3 1-276 0,0-1-214 15,3 1-126-15,5 0-25 0,1-2 11 0,4 1 6 16,3-1-22-16,0 1-23 0,3 1-15 0,0-1-43 16,-1 2-44-16,2 1-20 0,-1 3-14 0,-3 0-23 15,-2 2-75-15,-2 0-109 0,0 4-187 16,-5 2-283-16,-2 3-230 0,-4 4-137 0,-2 1 113 16,-3 2 326-16</inkml:trace>
  <inkml:trace contextRef="#ctx0" brushRef="#br1" timeOffset="208179.19">5625 17310 66 0,'5'14'528'0,"-2"0"349"0,0-3 153 16,0-2-42-16,2-2-373 0,0 1-316 0,4-4-156 16,-1 2-69-16,3-3-49 0,3-2-29 15,2-1-13-15,5-1-7 0,1-2-37 0,3-1-87 16,-1-2-106-16,3-2-290 0,1 1-221 0,1-2-163 15,-1 2 17-15,1-1 252 0</inkml:trace>
  <inkml:trace contextRef="#ctx0" brushRef="#br1" timeOffset="208820.09">7315 17024 134 0,'-3'5'383'0,"0"-3"176"15,0 2 118-15,1 1-155 0,-1 3-198 0,1 2-110 16,2 2-62-16,0 4-30 0,0 2-16 0,2 3-18 16,1 2-21-16,-1 2-27 0,1 2-14 15,0 2-11-15,2 1-2 0,-2-1 14 0,-2 1-5 16,1 0-49-16,1-4-84 0,-3-2-157 0,2 1-252 15,-2-8-179-15,0-1-47 0,-2-4 123 16,2-1 228-16</inkml:trace>
  <inkml:trace contextRef="#ctx0" brushRef="#br1" timeOffset="209035.91">7078 17026 215 0,'6'-8'439'0,"1"1"168"0,2 0 95 0,1 1-237 16,1-2-129-16,3 1-77 0,2 1-38 15,1 0-20-15,1 0-12 0,2 0-15 0,1 1-95 16,1 0-54-16,0 3-29 0,2 0-19 0,-2 4-5 16,-1-1-16-16,-1 5-42 0,-4-1-97 0,1 3-252 15,-4 0-213-15,-2 4-129 0,-5 3-1 16,-3 1 193-16</inkml:trace>
  <inkml:trace contextRef="#ctx0" brushRef="#br1" timeOffset="209208.07">7135 17548 151 0,'9'1'338'0,"1"1"128"16,2-2 93-16,1-2-222 0,3 1-154 0,0-2-85 15,4 0-43-15,0 0-16 0,3-1-10 0,4-1-43 16,3-1-64-16,0 0-254 0,3-1-127 16,2 0-39-16,2-1 47 0,2-1 130 0</inkml:trace>
  <inkml:trace contextRef="#ctx0" brushRef="#br1" timeOffset="209763.96">8458 16748 106 0,'-3'-4'331'16,"0"3"152"-16,0 1 107 0,3 0-149 0,0 3-184 0,0 3-66 15,2 1-54-15,2 4-24 0,-1 2-9 0,2 5-5 16,1 4-14-16,1 3-22 0,1 1 9 16,1 5 2-16,-2 0-2 0,-1 2-2 0,2 0-1 15,-2 2-29-15,-1-2-16 0,0 1-10 0,-2-4-25 16,0 2-61-16,-3-4-103 0,0 1-221 16,-3-3-206-16,-2-1-110 0,0-1 29 15,-6-2 179-15</inkml:trace>
  <inkml:trace contextRef="#ctx0" brushRef="#br1" timeOffset="209996.49">8254 16765 11 0,'9'-13'325'0,"0"-1"213"0,-1 5 165 0,1-2 63 0,1 4-328 15,4 0-150-15,2 1-79 0,3 1-39 0,-1 2-22 16,2 3-15-16,2 0-10 0,-2 2-34 0,1 2-19 16,1 2-10-16,-2 3-3 0,0 1-7 15,-1 0-32-15,-2 2-103 0,-3 3-139 0,-3 0-301 16,0 3-217-16,-4 1-141 0,-4 2 32 0,-3 2 246 16</inkml:trace>
  <inkml:trace contextRef="#ctx0" brushRef="#br1" timeOffset="210196.68">8160 17549 138 0,'0'13'434'0,"1"-2"194"16,1-1 109-16,1-3-86 0,5 1-306 0,3 0-162 16,0-2-58-16,3 2-28 0,2-4-9 15,1 1-9-15,4-3-32 0,4-2-15 0,2 0-13 16,2-2-4-16,2-4-2 0,2-1-1 0,1-3-32 15,1-1-46-15,-1-1-96 0,2-2-300 0,-1-1-193 16,-2-3-109-16,-1 0 41 0,-2 0 188 16</inkml:trace>
  <inkml:trace contextRef="#ctx0" brushRef="#br1" timeOffset="212268.86">4379 11134 293 0,'-5'8'513'16,"-3"-1"168"-16,-4 2 71 0,1 1-293 0,1 1-227 15,1 3-135-15,3 2-88 0,1 1-60 0,0 2-45 16,3 0-44-16,2-2-44 0,2-1-32 0,3 1-74 16,1-3-168-16,5-1-49 0,0-3 37 15,2-2 102-15,1 0 128 0</inkml:trace>
  <inkml:trace contextRef="#ctx0" brushRef="#br1" timeOffset="212451.51">4941 11684 111 0,'20'26'325'16,"-6"-3"137"-16,-6 1 104 0,0 0-162 15,-3 1-185-15,1 1-108 0,0 0-52 0,-3-3-24 16,2 3-13-16,0-4-7 0,-2-1-13 15,4-1-25-15,0-1-34 0,1-4-62 0,0 0-131 16,2-3-176-16,1-2-58 0,0-2 42 16,1 0 103-16</inkml:trace>
  <inkml:trace contextRef="#ctx0" brushRef="#br1" timeOffset="212621.21">5476 12212 121 0,'13'21'309'0,"-2"-2"132"15,-1 1 96-15,-2 2-200 0,-2 0-145 0,3 2-82 16,-1 0-47-16,0 2-26 0,-1-1-11 0,2-1-1 16,2 1-3-16,-1-2-22 0,2-2-67 15,3-1-245-15,0-4-134 0,1-1-46 0,1-4 41 16,1-4 118-16</inkml:trace>
  <inkml:trace contextRef="#ctx0" brushRef="#br1" timeOffset="212782.46">6354 12930 205 0,'25'17'389'0,"-1"0"137"0,-4-3 87 0,1-1-265 0,3 1-160 16,-1-3-81-16,1 0-39 0,0-2-28 16,3 0-26-16,1-2-32 0,1-3-40 0,2 0-72 15,-2 0-195-15,2-2-155 0,-1-2-39 16,-1 2 54-16,-1-2 119 0</inkml:trace>
  <inkml:trace contextRef="#ctx0" brushRef="#br1" timeOffset="212943.15">7193 13227 182 0,'18'18'342'0,"-1"1"130"0,-1-2 21 0,1 0-223 0,-2 0-141 16,2 1-78-16,-2-1-45 0,2-2-29 15,-1 0 11-15,1 0 6 0,3-3 4 16,0 0 4-16,2-4 4 0,3 0-6 0,0 0-57 15,2-3-221-15,0 0-115 0,0-2-31 16,-2 0 39-16,-3 0 97 0</inkml:trace>
  <inkml:trace contextRef="#ctx0" brushRef="#br1" timeOffset="213233.23">8461 13609 277 0,'37'7'461'0,"-4"-1"150"0,-6-1 76 16,1 1-316-16,-4 0-146 0,0-1-65 0,-2-1-32 16,-2 0-12-16,-2 2-11 0,-1-2-3 0,-4-1-34 15,1 0-29-15,-3 0-13 0,-1-1 46 16,-2 2 56-16,-4-3 73 0,1 1 72 0,-2-1 51 16,1-1 17-16,-3 2-43 0,1-2-42 0,-2 1-55 15,0-1-58-15,1 0-44 0,-1 0-31 16,0 0-16-16,0 0-17 0,0 0-14 0,0 0-4 15,0 0-9-15,-1 0-2 0,1 0-4 0,0 0-2 16,0 0-2-16,0 0-16 0,0 0-17 16,0 0-52-16,-2-1-108 0,2-1-140 0,-3 2-280 15,1 0-266-15,-1-1-239 0,-2 1-69 16,-3-2 281-16,-4 1 429 0</inkml:trace>
  <inkml:trace contextRef="#ctx0" brushRef="#br1" timeOffset="214308.78">4093 6078 6 0,'8'7'312'0,"-5"-2"209"15,-3-4 165-15,0-1 66 0,-1-3-331 0,2-3-204 16,1-1-105-16,5-7-61 0,1-3-28 16,2-5-15-16,6-3-8 0,1-7-6 0,4-2 1 15,2-5 1-15,1-2 0 0,3-1-48 16,2-3-77-16,-1 2-175 0,0 0-214 0,-1-1-115 15,0 3-5-15,-5 2 146 0,-4 2 192 16</inkml:trace>
  <inkml:trace contextRef="#ctx0" brushRef="#br1" timeOffset="214476.36">4863 5086 226 0,'13'-14'415'0,"-3"-2"146"16,-3 1 84-16,1-1-280 0,0 1-178 0,1-3-90 15,1-2-47-15,1-1-27 0,5-2-10 0,1-2-2 16,5-3-18-16,2 0-35 0,3-2-53 16,3 1-126-16,0-2-215 0,3-1-102 0,0 0 10 15,0-1 107-15,2-1 147 0</inkml:trace>
  <inkml:trace contextRef="#ctx0" brushRef="#br1" timeOffset="214622.03">6036 3961 143 0,'17'-12'327'16,"-5"3"125"-16,-3 1 88 0,2 2-218 0,-3-3-155 15,2 2-110-15,2 0-100 0,-1-3-216 0,5-1-147 16,1-4-50-16,4-4 40 0,0-1 108 16</inkml:trace>
  <inkml:trace contextRef="#ctx0" brushRef="#br1" timeOffset="-214712.53">7440 3107 134 0,'60'-37'299'0,"-1"-1"110"0,-2-2 70 0,-2 1-211 16,-1 0-126-16,-5 1-65 0,1 0-36 0,-1 1-14 16,-4 0-21-16,-4 2-33 0,1 2-77 15,-7 6-208-15,0-1-95 0,-5 3-7 0,0 1 68 16,-5 1 104-16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511067-9031-3BF0-BB78-FE029AEDD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25A2BBF-B75B-1BB7-7755-299D11059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4DC5570-B50B-BBE3-F99D-7ED30293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E65693B-CA61-C85D-409A-6E50ED13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990197-0D21-EE5E-017B-06502293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990AC0-A56E-F03A-D700-24A87839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2314B0-A0DB-D9DF-7240-E63A13D7B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AAA10CE-E822-EC3A-5983-BDD38120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F5F2671-2D96-C408-24BC-34C8E9C9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EBC1D04-9575-3C48-C570-38FE75BB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1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8075E2-7BB2-4FA2-024A-3B0B2E16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7E1CD86-8D6C-7525-774F-2E512F73D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43FAD0-F02C-0989-A12D-0D32CBDB1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E887405-9790-F06E-B597-C61534C2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E04F9D8-44A7-972E-A1C9-F133C808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6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AD8F2E-BF69-0FE0-D881-6E41E448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32BDD5-4C09-F92A-781D-E37ADEB55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F3D5237-E218-DDC9-2295-CFAC41F97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DD8227D-E7C2-E7A9-C387-3C8FF041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7771E5F-95AC-1966-27FB-E05B165B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3AFAF7D-6C72-37E9-9EBB-98BFC840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0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5006D5-9F4F-B009-ACCE-50C87449D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66555D9-1A99-D11B-5AB0-D4BC551D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46CB064-D0FC-A0BB-1F22-56F63096D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6724E15-961A-DF3C-2F2D-E85A17AF0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FFC6BB4-D596-60CE-B5C6-3E64A30F2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9B13CAA-8248-33CE-86B5-01763698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8F1B8478-F02C-FCCB-B0C7-B8AF6925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2F44451-36DA-F5D0-41CD-E185BE1A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1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3B5F99-9BFF-7CBB-4BAA-9FBA6BED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FEC2FF4-F0C3-1583-0EFF-93A0C8C3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F3B7B65-93B5-102B-4265-A77FF55C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847F280-5A54-D28F-EBB9-D652AB7F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3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42013F1-DF10-5960-79D9-87915E69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08E6A9C-3B61-9010-E694-329BC76F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09FC885-761B-1EA0-EC47-72865319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4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A60A40-B106-3C69-076B-A87CF7E7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84919D-E702-44EE-6E59-DB550CDA6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91F2F6B-9C08-83D7-7815-CC16CCB52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C0A8CC6-654B-A105-2FEC-D5A0B4FD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161DAA3-ADA3-6729-C6F0-FE05D5DE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F145492-45F9-F526-B6FE-307FC924C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7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CF0528-4401-0403-492B-B77DC89F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AF15A7B6-27EE-3C3A-EF6F-67934EDD4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615C6BF-E83C-8C4A-F4F6-FFFAF62D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E9B09B2-AB83-AFD8-660D-A8E9DDFD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3D5B505-38B1-9066-A29C-53E36C233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9F51308-4E64-8159-6D25-CE0AFC75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1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5402BC-3666-B11D-0BE4-DA2ADB12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16610F1-268F-754A-A801-6DD9E63E7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A8BB9BB-6FDC-515A-5D8C-50A579D5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D729A28-F63E-B921-3607-3BDB5E0E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88AA60-7D9D-091F-88F6-13274EC0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8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5082DB9-AC2F-E45D-B799-7DD4E4D8F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38139A5-6388-A6BD-1E54-143DB14D3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9FB2BE5-A008-72B4-C884-6991D60C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A5A0229-FF04-B407-45DB-ECACF9E7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621A2D4-6E30-304D-E095-FCDD18D8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14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740E271-06C6-3A6E-E087-C1041775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56E05D7-BD2D-E96A-0CF9-B44E1CB12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26379F-F845-A6B2-7A51-84C115819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BA04A-504C-456D-9136-CCF6FE70F2CA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CB7F227-B73E-CED9-70F9-F45EB0268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F8248CC-7E29-9E70-7939-8082BCC27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6C5C4-1B91-4D1C-B40C-9DF91A504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3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99A1F172-EE11-DA91-6689-8B860D32A665}"/>
                  </a:ext>
                </a:extLst>
              </p14:cNvPr>
              <p14:cNvContentPartPr/>
              <p14:nvPr/>
            </p14:nvContentPartPr>
            <p14:xfrm>
              <a:off x="1661400" y="293040"/>
              <a:ext cx="9829080" cy="584712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99A1F172-EE11-DA91-6689-8B860D32A6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2040" y="283680"/>
                <a:ext cx="9847800" cy="586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11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DB2172A-D167-AF95-EDB3-29D009190CAD}"/>
                  </a:ext>
                </a:extLst>
              </p14:cNvPr>
              <p14:cNvContentPartPr/>
              <p14:nvPr/>
            </p14:nvContentPartPr>
            <p14:xfrm>
              <a:off x="556560" y="187560"/>
              <a:ext cx="4425840" cy="51134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DB2172A-D167-AF95-EDB3-29D009190C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200" y="178200"/>
                <a:ext cx="4444560" cy="513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987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B47E7B57-8635-67C6-40BE-AD7FF57E35D5}"/>
                  </a:ext>
                </a:extLst>
              </p14:cNvPr>
              <p14:cNvContentPartPr/>
              <p14:nvPr/>
            </p14:nvContentPartPr>
            <p14:xfrm>
              <a:off x="380160" y="210960"/>
              <a:ext cx="9984960" cy="57535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B47E7B57-8635-67C6-40BE-AD7FF57E35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0800" y="201600"/>
                <a:ext cx="10003680" cy="57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C43D46B6-F581-0364-8937-4D6141652F76}"/>
                  </a:ext>
                </a:extLst>
              </p14:cNvPr>
              <p14:cNvContentPartPr/>
              <p14:nvPr/>
            </p14:nvContentPartPr>
            <p14:xfrm>
              <a:off x="2372760" y="646560"/>
              <a:ext cx="4687200" cy="517608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C43D46B6-F581-0364-8937-4D6141652F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3400" y="637200"/>
                <a:ext cx="4705920" cy="519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444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6614732-885C-627B-6CA5-1CE3098C5143}"/>
                  </a:ext>
                </a:extLst>
              </p14:cNvPr>
              <p14:cNvContentPartPr/>
              <p14:nvPr/>
            </p14:nvContentPartPr>
            <p14:xfrm>
              <a:off x="1349280" y="141120"/>
              <a:ext cx="8508240" cy="43534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6614732-885C-627B-6CA5-1CE3098C51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9920" y="131760"/>
                <a:ext cx="8526960" cy="437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6200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FEDDDDB0-111A-FB4B-BA13-CA7081617A37}"/>
                  </a:ext>
                </a:extLst>
              </p14:cNvPr>
              <p14:cNvContentPartPr/>
              <p14:nvPr/>
            </p14:nvContentPartPr>
            <p14:xfrm>
              <a:off x="6806880" y="1257480"/>
              <a:ext cx="3118320" cy="28310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FEDDDDB0-111A-FB4B-BA13-CA7081617A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97520" y="1248120"/>
                <a:ext cx="3137040" cy="28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452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2E53446-1ED4-6F76-A493-F12598F9E389}"/>
                  </a:ext>
                </a:extLst>
              </p14:cNvPr>
              <p14:cNvContentPartPr/>
              <p14:nvPr/>
            </p14:nvContentPartPr>
            <p14:xfrm>
              <a:off x="276840" y="171720"/>
              <a:ext cx="7331760" cy="59209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2E53446-1ED4-6F76-A493-F12598F9E3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480" y="162360"/>
                <a:ext cx="7350480" cy="593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583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77F7B2A4-0414-3A29-7E14-7A08E3FBD2D6}"/>
                  </a:ext>
                </a:extLst>
              </p14:cNvPr>
              <p14:cNvContentPartPr/>
              <p14:nvPr/>
            </p14:nvContentPartPr>
            <p14:xfrm>
              <a:off x="1677240" y="939960"/>
              <a:ext cx="9687600" cy="444708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77F7B2A4-0414-3A29-7E14-7A08E3FBD2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7880" y="930600"/>
                <a:ext cx="9706320" cy="446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734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D960CBD-6225-1937-BDD9-BEADE972A848}"/>
                  </a:ext>
                </a:extLst>
              </p14:cNvPr>
              <p14:cNvContentPartPr/>
              <p14:nvPr/>
            </p14:nvContentPartPr>
            <p14:xfrm>
              <a:off x="168480" y="279000"/>
              <a:ext cx="10419480" cy="63604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D960CBD-6225-1937-BDD9-BEADE972A8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120" y="269640"/>
                <a:ext cx="10438200" cy="637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782327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0119153C-634A-43EE-A85F-FEEC668015EF}"/>
</file>

<file path=customXml/itemProps2.xml><?xml version="1.0" encoding="utf-8"?>
<ds:datastoreItem xmlns:ds="http://schemas.openxmlformats.org/officeDocument/2006/customXml" ds:itemID="{F7B2BFAA-BE41-497F-8633-06E091D86015}"/>
</file>

<file path=customXml/itemProps3.xml><?xml version="1.0" encoding="utf-8"?>
<ds:datastoreItem xmlns:ds="http://schemas.openxmlformats.org/officeDocument/2006/customXml" ds:itemID="{2753A9D0-A2C8-4D41-A9C3-259CF6FC926B}"/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0</Words>
  <Application>Microsoft Office PowerPoint</Application>
  <PresentationFormat>Panoramiczny</PresentationFormat>
  <Paragraphs>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2</cp:revision>
  <dcterms:created xsi:type="dcterms:W3CDTF">2022-10-18T10:59:43Z</dcterms:created>
  <dcterms:modified xsi:type="dcterms:W3CDTF">2022-10-18T13:14:33Z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